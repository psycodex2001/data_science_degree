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301" r:id="rId3"/>
    <p:sldId id="319" r:id="rId4"/>
    <p:sldId id="318" r:id="rId5"/>
    <p:sldId id="257" r:id="rId6"/>
    <p:sldId id="260" r:id="rId7"/>
    <p:sldId id="303" r:id="rId8"/>
    <p:sldId id="320" r:id="rId9"/>
    <p:sldId id="339" r:id="rId10"/>
    <p:sldId id="335" r:id="rId11"/>
    <p:sldId id="306" r:id="rId12"/>
    <p:sldId id="322" r:id="rId13"/>
    <p:sldId id="324" r:id="rId14"/>
    <p:sldId id="326" r:id="rId15"/>
    <p:sldId id="327" r:id="rId16"/>
    <p:sldId id="332" r:id="rId17"/>
    <p:sldId id="298" r:id="rId18"/>
    <p:sldId id="302" r:id="rId19"/>
    <p:sldId id="300" r:id="rId20"/>
    <p:sldId id="299" r:id="rId21"/>
    <p:sldId id="259" r:id="rId22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24"/>
      <p:bold r:id="rId2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52347-6485-45B1-9833-C887869B744F}" v="33" dt="2025-02-07T04:29:52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99152347-6485-45B1-9833-C887869B744F}"/>
    <pc:docChg chg="undo custSel addSld delSld modSld sldOrd">
      <pc:chgData name="José Pedro Calistro Torres de Miranda" userId="82558bf5-0a7c-4071-b398-5925c96dbeb2" providerId="ADAL" clId="{99152347-6485-45B1-9833-C887869B744F}" dt="2025-02-07T13:01:13.194" v="208" actId="313"/>
      <pc:docMkLst>
        <pc:docMk/>
      </pc:docMkLst>
      <pc:sldChg chg="modSp mod">
        <pc:chgData name="José Pedro Calistro Torres de Miranda" userId="82558bf5-0a7c-4071-b398-5925c96dbeb2" providerId="ADAL" clId="{99152347-6485-45B1-9833-C887869B744F}" dt="2025-02-07T04:17:12.406" v="0"/>
        <pc:sldMkLst>
          <pc:docMk/>
          <pc:sldMk cId="0" sldId="256"/>
        </pc:sldMkLst>
        <pc:spChg chg="mod">
          <ac:chgData name="José Pedro Calistro Torres de Miranda" userId="82558bf5-0a7c-4071-b398-5925c96dbeb2" providerId="ADAL" clId="{99152347-6485-45B1-9833-C887869B744F}" dt="2025-02-07T04:17:12.406" v="0"/>
          <ac:spMkLst>
            <pc:docMk/>
            <pc:sldMk cId="0" sldId="256"/>
            <ac:spMk id="3" creationId="{AC9CFFF4-3552-E7DE-922C-18A8A9015A74}"/>
          </ac:spMkLst>
        </pc:spChg>
      </pc:sldChg>
      <pc:sldChg chg="addSp delSp modSp mod">
        <pc:chgData name="José Pedro Calistro Torres de Miranda" userId="82558bf5-0a7c-4071-b398-5925c96dbeb2" providerId="ADAL" clId="{99152347-6485-45B1-9833-C887869B744F}" dt="2025-02-07T12:59:22.481" v="199" actId="14826"/>
        <pc:sldMkLst>
          <pc:docMk/>
          <pc:sldMk cId="0" sldId="257"/>
        </pc:sldMkLst>
        <pc:spChg chg="mod">
          <ac:chgData name="José Pedro Calistro Torres de Miranda" userId="82558bf5-0a7c-4071-b398-5925c96dbeb2" providerId="ADAL" clId="{99152347-6485-45B1-9833-C887869B744F}" dt="2025-02-07T12:58:39.850" v="192"/>
          <ac:spMkLst>
            <pc:docMk/>
            <pc:sldMk cId="0" sldId="257"/>
            <ac:spMk id="4" creationId="{5800B601-98D6-C9DD-116F-D92E93B039AC}"/>
          </ac:spMkLst>
        </pc:spChg>
        <pc:picChg chg="mod">
          <ac:chgData name="José Pedro Calistro Torres de Miranda" userId="82558bf5-0a7c-4071-b398-5925c96dbeb2" providerId="ADAL" clId="{99152347-6485-45B1-9833-C887869B744F}" dt="2025-02-07T12:59:22.481" v="199" actId="14826"/>
          <ac:picMkLst>
            <pc:docMk/>
            <pc:sldMk cId="0" sldId="257"/>
            <ac:picMk id="3" creationId="{89D44237-FAED-A38B-FEA4-5235C2A65ECD}"/>
          </ac:picMkLst>
        </pc:picChg>
        <pc:picChg chg="add del mod">
          <ac:chgData name="José Pedro Calistro Torres de Miranda" userId="82558bf5-0a7c-4071-b398-5925c96dbeb2" providerId="ADAL" clId="{99152347-6485-45B1-9833-C887869B744F}" dt="2025-02-07T12:58:50.170" v="197" actId="21"/>
          <ac:picMkLst>
            <pc:docMk/>
            <pc:sldMk cId="0" sldId="257"/>
            <ac:picMk id="5" creationId="{1061FDED-974E-1FDC-0E0D-121E6A1713A7}"/>
          </ac:picMkLst>
        </pc:picChg>
        <pc:picChg chg="mod">
          <ac:chgData name="José Pedro Calistro Torres de Miranda" userId="82558bf5-0a7c-4071-b398-5925c96dbeb2" providerId="ADAL" clId="{99152347-6485-45B1-9833-C887869B744F}" dt="2025-02-07T12:58:54.597" v="198" actId="14826"/>
          <ac:picMkLst>
            <pc:docMk/>
            <pc:sldMk cId="0" sldId="257"/>
            <ac:picMk id="9" creationId="{E8D82947-74EB-B352-5985-9C69CA02A9D1}"/>
          </ac:picMkLst>
        </pc:picChg>
      </pc:sldChg>
      <pc:sldChg chg="addSp delSp modSp mod delAnim">
        <pc:chgData name="José Pedro Calistro Torres de Miranda" userId="82558bf5-0a7c-4071-b398-5925c96dbeb2" providerId="ADAL" clId="{99152347-6485-45B1-9833-C887869B744F}" dt="2025-02-07T04:24:07.224" v="70" actId="12100"/>
        <pc:sldMkLst>
          <pc:docMk/>
          <pc:sldMk cId="197196880" sldId="260"/>
        </pc:sldMkLst>
        <pc:spChg chg="add del mod">
          <ac:chgData name="José Pedro Calistro Torres de Miranda" userId="82558bf5-0a7c-4071-b398-5925c96dbeb2" providerId="ADAL" clId="{99152347-6485-45B1-9833-C887869B744F}" dt="2025-02-07T04:23:50.068" v="69" actId="478"/>
          <ac:spMkLst>
            <pc:docMk/>
            <pc:sldMk cId="197196880" sldId="260"/>
            <ac:spMk id="5" creationId="{8F585B88-04A3-C258-A75E-7C22F89634AC}"/>
          </ac:spMkLst>
        </pc:spChg>
        <pc:spChg chg="add mod">
          <ac:chgData name="José Pedro Calistro Torres de Miranda" userId="82558bf5-0a7c-4071-b398-5925c96dbeb2" providerId="ADAL" clId="{99152347-6485-45B1-9833-C887869B744F}" dt="2025-02-07T04:23:39.110" v="67"/>
          <ac:spMkLst>
            <pc:docMk/>
            <pc:sldMk cId="197196880" sldId="260"/>
            <ac:spMk id="7" creationId="{DC52F03B-7E20-7C43-A72D-9F1F68825485}"/>
          </ac:spMkLst>
        </pc:spChg>
        <pc:spChg chg="add mod">
          <ac:chgData name="José Pedro Calistro Torres de Miranda" userId="82558bf5-0a7c-4071-b398-5925c96dbeb2" providerId="ADAL" clId="{99152347-6485-45B1-9833-C887869B744F}" dt="2025-02-07T04:23:39.110" v="67"/>
          <ac:spMkLst>
            <pc:docMk/>
            <pc:sldMk cId="197196880" sldId="260"/>
            <ac:spMk id="8" creationId="{DC0D0FB5-8856-AAC0-F85C-B9444AB67DA8}"/>
          </ac:spMkLst>
        </pc:spChg>
        <pc:grpChg chg="add mod">
          <ac:chgData name="José Pedro Calistro Torres de Miranda" userId="82558bf5-0a7c-4071-b398-5925c96dbeb2" providerId="ADAL" clId="{99152347-6485-45B1-9833-C887869B744F}" dt="2025-02-07T04:23:39.110" v="67"/>
          <ac:grpSpMkLst>
            <pc:docMk/>
            <pc:sldMk cId="197196880" sldId="260"/>
            <ac:grpSpMk id="6" creationId="{BE0EDB2F-37B2-4247-B536-D87D003F99EB}"/>
          </ac:grpSpMkLst>
        </pc:grpChg>
        <pc:graphicFrameChg chg="del">
          <ac:chgData name="José Pedro Calistro Torres de Miranda" userId="82558bf5-0a7c-4071-b398-5925c96dbeb2" providerId="ADAL" clId="{99152347-6485-45B1-9833-C887869B744F}" dt="2025-02-07T04:23:36.749" v="65" actId="478"/>
          <ac:graphicFrameMkLst>
            <pc:docMk/>
            <pc:sldMk cId="197196880" sldId="260"/>
            <ac:graphicFrameMk id="3" creationId="{AB6DAA4B-1470-DE28-A602-06F0F3CF6746}"/>
          </ac:graphicFrameMkLst>
        </pc:graphicFrameChg>
        <pc:graphicFrameChg chg="add mod">
          <ac:chgData name="José Pedro Calistro Torres de Miranda" userId="82558bf5-0a7c-4071-b398-5925c96dbeb2" providerId="ADAL" clId="{99152347-6485-45B1-9833-C887869B744F}" dt="2025-02-07T04:24:07.224" v="70" actId="12100"/>
          <ac:graphicFrameMkLst>
            <pc:docMk/>
            <pc:sldMk cId="197196880" sldId="260"/>
            <ac:graphicFrameMk id="9" creationId="{7D310A8C-4BF4-4BD4-D8C9-7F7501C6E6A0}"/>
          </ac:graphicFrameMkLst>
        </pc:graphicFrameChg>
      </pc:sldChg>
      <pc:sldChg chg="modSp mod">
        <pc:chgData name="José Pedro Calistro Torres de Miranda" userId="82558bf5-0a7c-4071-b398-5925c96dbeb2" providerId="ADAL" clId="{99152347-6485-45B1-9833-C887869B744F}" dt="2025-02-07T13:01:13.194" v="208" actId="313"/>
        <pc:sldMkLst>
          <pc:docMk/>
          <pc:sldMk cId="895513024" sldId="298"/>
        </pc:sldMkLst>
        <pc:spChg chg="mod">
          <ac:chgData name="José Pedro Calistro Torres de Miranda" userId="82558bf5-0a7c-4071-b398-5925c96dbeb2" providerId="ADAL" clId="{99152347-6485-45B1-9833-C887869B744F}" dt="2025-02-07T13:01:13.194" v="208" actId="313"/>
          <ac:spMkLst>
            <pc:docMk/>
            <pc:sldMk cId="895513024" sldId="298"/>
            <ac:spMk id="2" creationId="{1BEBFA4D-B714-CA78-D5DF-0B09AB3F840D}"/>
          </ac:spMkLst>
        </pc:spChg>
      </pc:sldChg>
      <pc:sldChg chg="addSp delSp modSp mod delAnim modAnim">
        <pc:chgData name="José Pedro Calistro Torres de Miranda" userId="82558bf5-0a7c-4071-b398-5925c96dbeb2" providerId="ADAL" clId="{99152347-6485-45B1-9833-C887869B744F}" dt="2025-02-07T12:50:33.498" v="143"/>
        <pc:sldMkLst>
          <pc:docMk/>
          <pc:sldMk cId="3556616156" sldId="303"/>
        </pc:sldMkLst>
        <pc:spChg chg="del">
          <ac:chgData name="José Pedro Calistro Torres de Miranda" userId="82558bf5-0a7c-4071-b398-5925c96dbeb2" providerId="ADAL" clId="{99152347-6485-45B1-9833-C887869B744F}" dt="2025-02-07T12:50:25.181" v="141" actId="478"/>
          <ac:spMkLst>
            <pc:docMk/>
            <pc:sldMk cId="3556616156" sldId="303"/>
            <ac:spMk id="3" creationId="{E4D867AC-0031-2BA5-5F29-42EB03872636}"/>
          </ac:spMkLst>
        </pc:spChg>
        <pc:graphicFrameChg chg="del mod">
          <ac:chgData name="José Pedro Calistro Torres de Miranda" userId="82558bf5-0a7c-4071-b398-5925c96dbeb2" providerId="ADAL" clId="{99152347-6485-45B1-9833-C887869B744F}" dt="2025-02-07T12:50:32.048" v="142" actId="478"/>
          <ac:graphicFrameMkLst>
            <pc:docMk/>
            <pc:sldMk cId="3556616156" sldId="303"/>
            <ac:graphicFrameMk id="4" creationId="{1A338F2F-61AD-38D3-FC0D-9C68220208D7}"/>
          </ac:graphicFrameMkLst>
        </pc:graphicFrameChg>
        <pc:graphicFrameChg chg="add mod">
          <ac:chgData name="José Pedro Calistro Torres de Miranda" userId="82558bf5-0a7c-4071-b398-5925c96dbeb2" providerId="ADAL" clId="{99152347-6485-45B1-9833-C887869B744F}" dt="2025-02-07T12:50:33.498" v="143"/>
          <ac:graphicFrameMkLst>
            <pc:docMk/>
            <pc:sldMk cId="3556616156" sldId="303"/>
            <ac:graphicFrameMk id="5" creationId="{A432EA9D-A8CF-96AA-4433-2236649EB1ED}"/>
          </ac:graphicFrameMkLst>
        </pc:graphicFrameChg>
      </pc:sldChg>
      <pc:sldChg chg="add del setBg">
        <pc:chgData name="José Pedro Calistro Torres de Miranda" userId="82558bf5-0a7c-4071-b398-5925c96dbeb2" providerId="ADAL" clId="{99152347-6485-45B1-9833-C887869B744F}" dt="2025-02-07T12:53:58.473" v="169" actId="47"/>
        <pc:sldMkLst>
          <pc:docMk/>
          <pc:sldMk cId="2195336619" sldId="304"/>
        </pc:sldMkLst>
      </pc:sldChg>
      <pc:sldChg chg="modSp modAnim">
        <pc:chgData name="José Pedro Calistro Torres de Miranda" userId="82558bf5-0a7c-4071-b398-5925c96dbeb2" providerId="ADAL" clId="{99152347-6485-45B1-9833-C887869B744F}" dt="2025-02-07T12:55:29.030" v="188" actId="13782"/>
        <pc:sldMkLst>
          <pc:docMk/>
          <pc:sldMk cId="3788279868" sldId="306"/>
        </pc:sldMkLst>
        <pc:graphicFrameChg chg="mod">
          <ac:chgData name="José Pedro Calistro Torres de Miranda" userId="82558bf5-0a7c-4071-b398-5925c96dbeb2" providerId="ADAL" clId="{99152347-6485-45B1-9833-C887869B744F}" dt="2025-02-07T12:55:29.030" v="188" actId="13782"/>
          <ac:graphicFrameMkLst>
            <pc:docMk/>
            <pc:sldMk cId="3788279868" sldId="306"/>
            <ac:graphicFrameMk id="4" creationId="{23B6C899-4C48-FC59-CC44-DE8AF97CA6AA}"/>
          </ac:graphicFrameMkLst>
        </pc:graphicFrameChg>
      </pc:sldChg>
      <pc:sldChg chg="modSp modAnim">
        <pc:chgData name="José Pedro Calistro Torres de Miranda" userId="82558bf5-0a7c-4071-b398-5925c96dbeb2" providerId="ADAL" clId="{99152347-6485-45B1-9833-C887869B744F}" dt="2025-02-07T04:18:48.569" v="8"/>
        <pc:sldMkLst>
          <pc:docMk/>
          <pc:sldMk cId="1498373291" sldId="318"/>
        </pc:sldMkLst>
        <pc:graphicFrameChg chg="mod">
          <ac:chgData name="José Pedro Calistro Torres de Miranda" userId="82558bf5-0a7c-4071-b398-5925c96dbeb2" providerId="ADAL" clId="{99152347-6485-45B1-9833-C887869B744F}" dt="2025-02-07T04:18:48.569" v="8"/>
          <ac:graphicFrameMkLst>
            <pc:docMk/>
            <pc:sldMk cId="1498373291" sldId="318"/>
            <ac:graphicFrameMk id="5" creationId="{279CDFBD-5D8A-9406-6B71-4A769513E76E}"/>
          </ac:graphicFrameMkLst>
        </pc:graphicFrameChg>
      </pc:sldChg>
      <pc:sldChg chg="modSp mod">
        <pc:chgData name="José Pedro Calistro Torres de Miranda" userId="82558bf5-0a7c-4071-b398-5925c96dbeb2" providerId="ADAL" clId="{99152347-6485-45B1-9833-C887869B744F}" dt="2025-02-07T04:17:48.721" v="4" actId="6549"/>
        <pc:sldMkLst>
          <pc:docMk/>
          <pc:sldMk cId="3917579560" sldId="319"/>
        </pc:sldMkLst>
        <pc:spChg chg="mod">
          <ac:chgData name="José Pedro Calistro Torres de Miranda" userId="82558bf5-0a7c-4071-b398-5925c96dbeb2" providerId="ADAL" clId="{99152347-6485-45B1-9833-C887869B744F}" dt="2025-02-07T04:17:48.721" v="4" actId="6549"/>
          <ac:spMkLst>
            <pc:docMk/>
            <pc:sldMk cId="3917579560" sldId="319"/>
            <ac:spMk id="3" creationId="{D8726801-AA1F-7181-A680-DBA3E16E4C55}"/>
          </ac:spMkLst>
        </pc:spChg>
      </pc:sldChg>
      <pc:sldChg chg="add del setBg">
        <pc:chgData name="José Pedro Calistro Torres de Miranda" userId="82558bf5-0a7c-4071-b398-5925c96dbeb2" providerId="ADAL" clId="{99152347-6485-45B1-9833-C887869B744F}" dt="2025-02-07T12:54:07.965" v="173" actId="47"/>
        <pc:sldMkLst>
          <pc:docMk/>
          <pc:sldMk cId="289739390" sldId="321"/>
        </pc:sldMkLst>
      </pc:sldChg>
      <pc:sldChg chg="del">
        <pc:chgData name="José Pedro Calistro Torres de Miranda" userId="82558bf5-0a7c-4071-b398-5925c96dbeb2" providerId="ADAL" clId="{99152347-6485-45B1-9833-C887869B744F}" dt="2025-02-07T04:26:25.599" v="81" actId="47"/>
        <pc:sldMkLst>
          <pc:docMk/>
          <pc:sldMk cId="2516345654" sldId="329"/>
        </pc:sldMkLst>
      </pc:sldChg>
      <pc:sldChg chg="del">
        <pc:chgData name="José Pedro Calistro Torres de Miranda" userId="82558bf5-0a7c-4071-b398-5925c96dbeb2" providerId="ADAL" clId="{99152347-6485-45B1-9833-C887869B744F}" dt="2025-02-07T04:26:25.599" v="81" actId="47"/>
        <pc:sldMkLst>
          <pc:docMk/>
          <pc:sldMk cId="758521545" sldId="330"/>
        </pc:sldMkLst>
      </pc:sldChg>
      <pc:sldChg chg="add del">
        <pc:chgData name="José Pedro Calistro Torres de Miranda" userId="82558bf5-0a7c-4071-b398-5925c96dbeb2" providerId="ADAL" clId="{99152347-6485-45B1-9833-C887869B744F}" dt="2025-02-07T12:54:02.287" v="171" actId="47"/>
        <pc:sldMkLst>
          <pc:docMk/>
          <pc:sldMk cId="1910186564" sldId="331"/>
        </pc:sldMkLst>
      </pc:sldChg>
      <pc:sldChg chg="modSp">
        <pc:chgData name="José Pedro Calistro Torres de Miranda" userId="82558bf5-0a7c-4071-b398-5925c96dbeb2" providerId="ADAL" clId="{99152347-6485-45B1-9833-C887869B744F}" dt="2025-02-07T12:56:14.053" v="191"/>
        <pc:sldMkLst>
          <pc:docMk/>
          <pc:sldMk cId="3590232900" sldId="332"/>
        </pc:sldMkLst>
        <pc:graphicFrameChg chg="mod">
          <ac:chgData name="José Pedro Calistro Torres de Miranda" userId="82558bf5-0a7c-4071-b398-5925c96dbeb2" providerId="ADAL" clId="{99152347-6485-45B1-9833-C887869B744F}" dt="2025-02-07T12:56:14.053" v="191"/>
          <ac:graphicFrameMkLst>
            <pc:docMk/>
            <pc:sldMk cId="3590232900" sldId="332"/>
            <ac:graphicFrameMk id="7" creationId="{A53432CF-0512-7361-075B-8844AFDEA37A}"/>
          </ac:graphicFrameMkLst>
        </pc:graphicFrameChg>
      </pc:sldChg>
      <pc:sldChg chg="add del">
        <pc:chgData name="José Pedro Calistro Torres de Miranda" userId="82558bf5-0a7c-4071-b398-5925c96dbeb2" providerId="ADAL" clId="{99152347-6485-45B1-9833-C887869B744F}" dt="2025-02-07T04:26:25.599" v="81" actId="47"/>
        <pc:sldMkLst>
          <pc:docMk/>
          <pc:sldMk cId="835749218" sldId="333"/>
        </pc:sldMkLst>
      </pc:sldChg>
      <pc:sldChg chg="add del">
        <pc:chgData name="José Pedro Calistro Torres de Miranda" userId="82558bf5-0a7c-4071-b398-5925c96dbeb2" providerId="ADAL" clId="{99152347-6485-45B1-9833-C887869B744F}" dt="2025-02-07T12:54:05.303" v="172" actId="47"/>
        <pc:sldMkLst>
          <pc:docMk/>
          <pc:sldMk cId="3892179515" sldId="333"/>
        </pc:sldMkLst>
      </pc:sldChg>
      <pc:sldChg chg="add del">
        <pc:chgData name="José Pedro Calistro Torres de Miranda" userId="82558bf5-0a7c-4071-b398-5925c96dbeb2" providerId="ADAL" clId="{99152347-6485-45B1-9833-C887869B744F}" dt="2025-02-07T11:23:01.159" v="133" actId="47"/>
        <pc:sldMkLst>
          <pc:docMk/>
          <pc:sldMk cId="119181426" sldId="334"/>
        </pc:sldMkLst>
      </pc:sldChg>
      <pc:sldChg chg="addSp delSp modSp add mod ord setBg">
        <pc:chgData name="José Pedro Calistro Torres de Miranda" userId="82558bf5-0a7c-4071-b398-5925c96dbeb2" providerId="ADAL" clId="{99152347-6485-45B1-9833-C887869B744F}" dt="2025-02-07T12:53:55.632" v="168"/>
        <pc:sldMkLst>
          <pc:docMk/>
          <pc:sldMk cId="1137521231" sldId="335"/>
        </pc:sldMkLst>
        <pc:spChg chg="mod">
          <ac:chgData name="José Pedro Calistro Torres de Miranda" userId="82558bf5-0a7c-4071-b398-5925c96dbeb2" providerId="ADAL" clId="{99152347-6485-45B1-9833-C887869B744F}" dt="2025-02-07T12:53:53.108" v="166" actId="26606"/>
          <ac:spMkLst>
            <pc:docMk/>
            <pc:sldMk cId="1137521231" sldId="335"/>
            <ac:spMk id="2" creationId="{06BF8EF7-7E81-4F90-5668-6A67DABB132E}"/>
          </ac:spMkLst>
        </pc:spChg>
        <pc:spChg chg="del mod">
          <ac:chgData name="José Pedro Calistro Torres de Miranda" userId="82558bf5-0a7c-4071-b398-5925c96dbeb2" providerId="ADAL" clId="{99152347-6485-45B1-9833-C887869B744F}" dt="2025-02-07T12:53:53.108" v="166" actId="26606"/>
          <ac:spMkLst>
            <pc:docMk/>
            <pc:sldMk cId="1137521231" sldId="335"/>
            <ac:spMk id="4" creationId="{718FA933-A243-88D0-418D-8B7AC2E1E0D1}"/>
          </ac:spMkLst>
        </pc:spChg>
        <pc:spChg chg="add">
          <ac:chgData name="José Pedro Calistro Torres de Miranda" userId="82558bf5-0a7c-4071-b398-5925c96dbeb2" providerId="ADAL" clId="{99152347-6485-45B1-9833-C887869B744F}" dt="2025-02-07T12:53:53.108" v="166" actId="26606"/>
          <ac:spMkLst>
            <pc:docMk/>
            <pc:sldMk cId="1137521231" sldId="335"/>
            <ac:spMk id="10" creationId="{BACC6370-2D7E-4714-9D71-7542949D7D5D}"/>
          </ac:spMkLst>
        </pc:spChg>
        <pc:spChg chg="add">
          <ac:chgData name="José Pedro Calistro Torres de Miranda" userId="82558bf5-0a7c-4071-b398-5925c96dbeb2" providerId="ADAL" clId="{99152347-6485-45B1-9833-C887869B744F}" dt="2025-02-07T12:53:53.108" v="166" actId="26606"/>
          <ac:spMkLst>
            <pc:docMk/>
            <pc:sldMk cId="1137521231" sldId="335"/>
            <ac:spMk id="12" creationId="{F68B3F68-107C-434F-AA38-110D5EA91B85}"/>
          </ac:spMkLst>
        </pc:spChg>
        <pc:spChg chg="add">
          <ac:chgData name="José Pedro Calistro Torres de Miranda" userId="82558bf5-0a7c-4071-b398-5925c96dbeb2" providerId="ADAL" clId="{99152347-6485-45B1-9833-C887869B744F}" dt="2025-02-07T12:53:53.108" v="166" actId="26606"/>
          <ac:spMkLst>
            <pc:docMk/>
            <pc:sldMk cId="1137521231" sldId="335"/>
            <ac:spMk id="14" creationId="{AAD0DBB9-1A4B-4391-81D4-CB19F9AB918A}"/>
          </ac:spMkLst>
        </pc:spChg>
        <pc:spChg chg="add">
          <ac:chgData name="José Pedro Calistro Torres de Miranda" userId="82558bf5-0a7c-4071-b398-5925c96dbeb2" providerId="ADAL" clId="{99152347-6485-45B1-9833-C887869B744F}" dt="2025-02-07T12:53:53.108" v="166" actId="26606"/>
          <ac:spMkLst>
            <pc:docMk/>
            <pc:sldMk cId="1137521231" sldId="335"/>
            <ac:spMk id="16" creationId="{063BBA22-50EA-4C4D-BE05-F1CE4E63AA56}"/>
          </ac:spMkLst>
        </pc:spChg>
        <pc:graphicFrameChg chg="add">
          <ac:chgData name="José Pedro Calistro Torres de Miranda" userId="82558bf5-0a7c-4071-b398-5925c96dbeb2" providerId="ADAL" clId="{99152347-6485-45B1-9833-C887869B744F}" dt="2025-02-07T12:53:53.108" v="166" actId="26606"/>
          <ac:graphicFrameMkLst>
            <pc:docMk/>
            <pc:sldMk cId="1137521231" sldId="335"/>
            <ac:graphicFrameMk id="6" creationId="{EE5647AC-07A5-BB48-3E56-9C4D19E0FAFD}"/>
          </ac:graphicFrameMkLst>
        </pc:graphicFrameChg>
      </pc:sldChg>
      <pc:sldChg chg="del">
        <pc:chgData name="José Pedro Calistro Torres de Miranda" userId="82558bf5-0a7c-4071-b398-5925c96dbeb2" providerId="ADAL" clId="{99152347-6485-45B1-9833-C887869B744F}" dt="2025-02-07T04:26:25.599" v="81" actId="47"/>
        <pc:sldMkLst>
          <pc:docMk/>
          <pc:sldMk cId="3935038928" sldId="335"/>
        </pc:sldMkLst>
      </pc:sldChg>
      <pc:sldChg chg="del">
        <pc:chgData name="José Pedro Calistro Torres de Miranda" userId="82558bf5-0a7c-4071-b398-5925c96dbeb2" providerId="ADAL" clId="{99152347-6485-45B1-9833-C887869B744F}" dt="2025-02-07T04:31:49.051" v="130" actId="47"/>
        <pc:sldMkLst>
          <pc:docMk/>
          <pc:sldMk cId="1576760373" sldId="336"/>
        </pc:sldMkLst>
      </pc:sldChg>
      <pc:sldChg chg="modSp new del mod">
        <pc:chgData name="José Pedro Calistro Torres de Miranda" userId="82558bf5-0a7c-4071-b398-5925c96dbeb2" providerId="ADAL" clId="{99152347-6485-45B1-9833-C887869B744F}" dt="2025-02-07T04:24:17.397" v="71" actId="2696"/>
        <pc:sldMkLst>
          <pc:docMk/>
          <pc:sldMk cId="1802462104" sldId="337"/>
        </pc:sldMkLst>
        <pc:spChg chg="mod">
          <ac:chgData name="José Pedro Calistro Torres de Miranda" userId="82558bf5-0a7c-4071-b398-5925c96dbeb2" providerId="ADAL" clId="{99152347-6485-45B1-9833-C887869B744F}" dt="2025-02-07T04:20:50.127" v="57" actId="20577"/>
          <ac:spMkLst>
            <pc:docMk/>
            <pc:sldMk cId="1802462104" sldId="337"/>
            <ac:spMk id="2" creationId="{634B18D9-791F-5089-3433-226A01F1504F}"/>
          </ac:spMkLst>
        </pc:spChg>
        <pc:spChg chg="mod">
          <ac:chgData name="José Pedro Calistro Torres de Miranda" userId="82558bf5-0a7c-4071-b398-5925c96dbeb2" providerId="ADAL" clId="{99152347-6485-45B1-9833-C887869B744F}" dt="2025-02-07T04:20:53.488" v="61" actId="20577"/>
          <ac:spMkLst>
            <pc:docMk/>
            <pc:sldMk cId="1802462104" sldId="337"/>
            <ac:spMk id="3" creationId="{24C95300-B157-0E09-4669-097271092F0F}"/>
          </ac:spMkLst>
        </pc:spChg>
      </pc:sldChg>
      <pc:sldChg chg="add del">
        <pc:chgData name="José Pedro Calistro Torres de Miranda" userId="82558bf5-0a7c-4071-b398-5925c96dbeb2" providerId="ADAL" clId="{99152347-6485-45B1-9833-C887869B744F}" dt="2025-02-07T12:51:01.786" v="146" actId="47"/>
        <pc:sldMkLst>
          <pc:docMk/>
          <pc:sldMk cId="3909876538" sldId="337"/>
        </pc:sldMkLst>
      </pc:sldChg>
      <pc:sldChg chg="add del setBg">
        <pc:chgData name="José Pedro Calistro Torres de Miranda" userId="82558bf5-0a7c-4071-b398-5925c96dbeb2" providerId="ADAL" clId="{99152347-6485-45B1-9833-C887869B744F}" dt="2025-02-07T11:22:51.720" v="132" actId="47"/>
        <pc:sldMkLst>
          <pc:docMk/>
          <pc:sldMk cId="670423520" sldId="338"/>
        </pc:sldMkLst>
      </pc:sldChg>
      <pc:sldChg chg="add del">
        <pc:chgData name="José Pedro Calistro Torres de Miranda" userId="82558bf5-0a7c-4071-b398-5925c96dbeb2" providerId="ADAL" clId="{99152347-6485-45B1-9833-C887869B744F}" dt="2025-02-07T04:30:23.753" v="129" actId="47"/>
        <pc:sldMkLst>
          <pc:docMk/>
          <pc:sldMk cId="2605812075" sldId="338"/>
        </pc:sldMkLst>
      </pc:sldChg>
      <pc:sldChg chg="addSp modSp new del mod setBg">
        <pc:chgData name="José Pedro Calistro Torres de Miranda" userId="82558bf5-0a7c-4071-b398-5925c96dbeb2" providerId="ADAL" clId="{99152347-6485-45B1-9833-C887869B744F}" dt="2025-02-07T04:29:29.120" v="122" actId="47"/>
        <pc:sldMkLst>
          <pc:docMk/>
          <pc:sldMk cId="2608597165" sldId="338"/>
        </pc:sldMkLst>
        <pc:spChg chg="mod">
          <ac:chgData name="José Pedro Calistro Torres de Miranda" userId="82558bf5-0a7c-4071-b398-5925c96dbeb2" providerId="ADAL" clId="{99152347-6485-45B1-9833-C887869B744F}" dt="2025-02-07T04:27:44.986" v="100" actId="26606"/>
          <ac:spMkLst>
            <pc:docMk/>
            <pc:sldMk cId="2608597165" sldId="338"/>
            <ac:spMk id="2" creationId="{CA5D3501-DBDA-B6B0-A436-7E6E20C41A99}"/>
          </ac:spMkLst>
        </pc:spChg>
        <pc:spChg chg="mod">
          <ac:chgData name="José Pedro Calistro Torres de Miranda" userId="82558bf5-0a7c-4071-b398-5925c96dbeb2" providerId="ADAL" clId="{99152347-6485-45B1-9833-C887869B744F}" dt="2025-02-07T04:28:22.371" v="101" actId="20577"/>
          <ac:spMkLst>
            <pc:docMk/>
            <pc:sldMk cId="2608597165" sldId="338"/>
            <ac:spMk id="3" creationId="{E4B963DD-D3B7-B7EC-2CF8-83BCB889252D}"/>
          </ac:spMkLst>
        </pc:spChg>
        <pc:spChg chg="add">
          <ac:chgData name="José Pedro Calistro Torres de Miranda" userId="82558bf5-0a7c-4071-b398-5925c96dbeb2" providerId="ADAL" clId="{99152347-6485-45B1-9833-C887869B744F}" dt="2025-02-07T04:27:44.986" v="100" actId="26606"/>
          <ac:spMkLst>
            <pc:docMk/>
            <pc:sldMk cId="2608597165" sldId="338"/>
            <ac:spMk id="8" creationId="{09588DA8-065E-4F6F-8EFD-43104AB2E0CF}"/>
          </ac:spMkLst>
        </pc:spChg>
        <pc:spChg chg="add">
          <ac:chgData name="José Pedro Calistro Torres de Miranda" userId="82558bf5-0a7c-4071-b398-5925c96dbeb2" providerId="ADAL" clId="{99152347-6485-45B1-9833-C887869B744F}" dt="2025-02-07T04:27:44.986" v="100" actId="26606"/>
          <ac:spMkLst>
            <pc:docMk/>
            <pc:sldMk cId="2608597165" sldId="338"/>
            <ac:spMk id="10" creationId="{C4285719-470E-454C-AF62-8323075F1F5B}"/>
          </ac:spMkLst>
        </pc:spChg>
        <pc:spChg chg="add">
          <ac:chgData name="José Pedro Calistro Torres de Miranda" userId="82558bf5-0a7c-4071-b398-5925c96dbeb2" providerId="ADAL" clId="{99152347-6485-45B1-9833-C887869B744F}" dt="2025-02-07T04:27:44.986" v="100" actId="26606"/>
          <ac:spMkLst>
            <pc:docMk/>
            <pc:sldMk cId="2608597165" sldId="338"/>
            <ac:spMk id="12" creationId="{CD9FE4EF-C4D8-49A0-B2FF-81D8DB7D8A24}"/>
          </ac:spMkLst>
        </pc:spChg>
        <pc:spChg chg="add">
          <ac:chgData name="José Pedro Calistro Torres de Miranda" userId="82558bf5-0a7c-4071-b398-5925c96dbeb2" providerId="ADAL" clId="{99152347-6485-45B1-9833-C887869B744F}" dt="2025-02-07T04:27:44.986" v="100" actId="26606"/>
          <ac:spMkLst>
            <pc:docMk/>
            <pc:sldMk cId="2608597165" sldId="338"/>
            <ac:spMk id="14" creationId="{4300840D-0A0B-4512-BACA-B439D5B9C57C}"/>
          </ac:spMkLst>
        </pc:spChg>
        <pc:spChg chg="add">
          <ac:chgData name="José Pedro Calistro Torres de Miranda" userId="82558bf5-0a7c-4071-b398-5925c96dbeb2" providerId="ADAL" clId="{99152347-6485-45B1-9833-C887869B744F}" dt="2025-02-07T04:27:44.986" v="100" actId="26606"/>
          <ac:spMkLst>
            <pc:docMk/>
            <pc:sldMk cId="2608597165" sldId="338"/>
            <ac:spMk id="16" creationId="{D2B78728-A580-49A7-84F9-6EF6F583ADE0}"/>
          </ac:spMkLst>
        </pc:spChg>
        <pc:spChg chg="add">
          <ac:chgData name="José Pedro Calistro Torres de Miranda" userId="82558bf5-0a7c-4071-b398-5925c96dbeb2" providerId="ADAL" clId="{99152347-6485-45B1-9833-C887869B744F}" dt="2025-02-07T04:27:44.986" v="100" actId="26606"/>
          <ac:spMkLst>
            <pc:docMk/>
            <pc:sldMk cId="2608597165" sldId="338"/>
            <ac:spMk id="18" creationId="{38FAA1A1-D861-433F-88FA-1E9D6FD31D11}"/>
          </ac:spMkLst>
        </pc:spChg>
        <pc:spChg chg="add">
          <ac:chgData name="José Pedro Calistro Torres de Miranda" userId="82558bf5-0a7c-4071-b398-5925c96dbeb2" providerId="ADAL" clId="{99152347-6485-45B1-9833-C887869B744F}" dt="2025-02-07T04:27:44.986" v="100" actId="26606"/>
          <ac:spMkLst>
            <pc:docMk/>
            <pc:sldMk cId="2608597165" sldId="338"/>
            <ac:spMk id="20" creationId="{8D71EDA1-87BF-4D5D-AB79-F346FD19278A}"/>
          </ac:spMkLst>
        </pc:spChg>
      </pc:sldChg>
      <pc:sldChg chg="addSp delSp modSp add del mod setBg">
        <pc:chgData name="José Pedro Calistro Torres de Miranda" userId="82558bf5-0a7c-4071-b398-5925c96dbeb2" providerId="ADAL" clId="{99152347-6485-45B1-9833-C887869B744F}" dt="2025-02-07T04:24:56.226" v="80" actId="47"/>
        <pc:sldMkLst>
          <pc:docMk/>
          <pc:sldMk cId="3080135838" sldId="338"/>
        </pc:sldMkLst>
        <pc:spChg chg="mod">
          <ac:chgData name="José Pedro Calistro Torres de Miranda" userId="82558bf5-0a7c-4071-b398-5925c96dbeb2" providerId="ADAL" clId="{99152347-6485-45B1-9833-C887869B744F}" dt="2025-02-07T04:21:16.417" v="63" actId="26606"/>
          <ac:spMkLst>
            <pc:docMk/>
            <pc:sldMk cId="3080135838" sldId="338"/>
            <ac:spMk id="2" creationId="{D1ABFB5F-D760-FC6B-1DFF-DFD9A6771DE1}"/>
          </ac:spMkLst>
        </pc:spChg>
        <pc:spChg chg="del">
          <ac:chgData name="José Pedro Calistro Torres de Miranda" userId="82558bf5-0a7c-4071-b398-5925c96dbeb2" providerId="ADAL" clId="{99152347-6485-45B1-9833-C887869B744F}" dt="2025-02-07T04:21:16.417" v="63" actId="26606"/>
          <ac:spMkLst>
            <pc:docMk/>
            <pc:sldMk cId="3080135838" sldId="338"/>
            <ac:spMk id="3" creationId="{D2871C34-BA21-004E-D93B-BBF53B6D9B25}"/>
          </ac:spMkLst>
        </pc:spChg>
        <pc:spChg chg="add">
          <ac:chgData name="José Pedro Calistro Torres de Miranda" userId="82558bf5-0a7c-4071-b398-5925c96dbeb2" providerId="ADAL" clId="{99152347-6485-45B1-9833-C887869B744F}" dt="2025-02-07T04:21:16.417" v="63" actId="26606"/>
          <ac:spMkLst>
            <pc:docMk/>
            <pc:sldMk cId="3080135838" sldId="338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99152347-6485-45B1-9833-C887869B744F}" dt="2025-02-07T04:21:16.417" v="63" actId="26606"/>
          <ac:spMkLst>
            <pc:docMk/>
            <pc:sldMk cId="3080135838" sldId="338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99152347-6485-45B1-9833-C887869B744F}" dt="2025-02-07T04:21:16.417" v="63" actId="26606"/>
          <ac:spMkLst>
            <pc:docMk/>
            <pc:sldMk cId="3080135838" sldId="338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99152347-6485-45B1-9833-C887869B744F}" dt="2025-02-07T04:21:16.417" v="63" actId="26606"/>
          <ac:spMkLst>
            <pc:docMk/>
            <pc:sldMk cId="3080135838" sldId="338"/>
            <ac:spMk id="15" creationId="{063BBA22-50EA-4C4D-BE05-F1CE4E63AA56}"/>
          </ac:spMkLst>
        </pc:spChg>
        <pc:graphicFrameChg chg="add modGraphic">
          <ac:chgData name="José Pedro Calistro Torres de Miranda" userId="82558bf5-0a7c-4071-b398-5925c96dbeb2" providerId="ADAL" clId="{99152347-6485-45B1-9833-C887869B744F}" dt="2025-02-07T04:23:29.270" v="64" actId="26606"/>
          <ac:graphicFrameMkLst>
            <pc:docMk/>
            <pc:sldMk cId="3080135838" sldId="338"/>
            <ac:graphicFrameMk id="5" creationId="{33057A1F-569E-C3CC-EC1F-D2034229556F}"/>
          </ac:graphicFrameMkLst>
        </pc:graphicFrameChg>
      </pc:sldChg>
      <pc:sldChg chg="add del">
        <pc:chgData name="José Pedro Calistro Torres de Miranda" userId="82558bf5-0a7c-4071-b398-5925c96dbeb2" providerId="ADAL" clId="{99152347-6485-45B1-9833-C887869B744F}" dt="2025-02-07T04:24:50.090" v="78" actId="47"/>
        <pc:sldMkLst>
          <pc:docMk/>
          <pc:sldMk cId="2128213177" sldId="339"/>
        </pc:sldMkLst>
      </pc:sldChg>
      <pc:sldChg chg="add setBg">
        <pc:chgData name="José Pedro Calistro Torres de Miranda" userId="82558bf5-0a7c-4071-b398-5925c96dbeb2" providerId="ADAL" clId="{99152347-6485-45B1-9833-C887869B744F}" dt="2025-02-07T11:22:23.295" v="131"/>
        <pc:sldMkLst>
          <pc:docMk/>
          <pc:sldMk cId="2277430405" sldId="339"/>
        </pc:sldMkLst>
      </pc:sldChg>
      <pc:sldChg chg="delSp add del mod">
        <pc:chgData name="José Pedro Calistro Torres de Miranda" userId="82558bf5-0a7c-4071-b398-5925c96dbeb2" providerId="ADAL" clId="{99152347-6485-45B1-9833-C887869B744F}" dt="2025-02-07T12:50:37.970" v="144" actId="47"/>
        <pc:sldMkLst>
          <pc:docMk/>
          <pc:sldMk cId="1001203224" sldId="340"/>
        </pc:sldMkLst>
        <pc:spChg chg="del">
          <ac:chgData name="José Pedro Calistro Torres de Miranda" userId="82558bf5-0a7c-4071-b398-5925c96dbeb2" providerId="ADAL" clId="{99152347-6485-45B1-9833-C887869B744F}" dt="2025-02-07T12:49:52.325" v="137" actId="21"/>
          <ac:spMkLst>
            <pc:docMk/>
            <pc:sldMk cId="1001203224" sldId="340"/>
            <ac:spMk id="3" creationId="{EFA14221-7B4C-9268-C27D-60776FF8D1CD}"/>
          </ac:spMkLst>
        </pc:spChg>
      </pc:sldChg>
      <pc:sldChg chg="addSp delSp modSp new del">
        <pc:chgData name="José Pedro Calistro Torres de Miranda" userId="82558bf5-0a7c-4071-b398-5925c96dbeb2" providerId="ADAL" clId="{99152347-6485-45B1-9833-C887869B744F}" dt="2025-02-07T12:55:37.128" v="189" actId="47"/>
        <pc:sldMkLst>
          <pc:docMk/>
          <pc:sldMk cId="1525168790" sldId="340"/>
        </pc:sldMkLst>
        <pc:spChg chg="del">
          <ac:chgData name="José Pedro Calistro Torres de Miranda" userId="82558bf5-0a7c-4071-b398-5925c96dbeb2" providerId="ADAL" clId="{99152347-6485-45B1-9833-C887869B744F}" dt="2025-02-07T12:54:20.754" v="175"/>
          <ac:spMkLst>
            <pc:docMk/>
            <pc:sldMk cId="1525168790" sldId="340"/>
            <ac:spMk id="3" creationId="{1A9D9AFE-9EAF-A0F2-2CC4-497417E0F900}"/>
          </ac:spMkLst>
        </pc:spChg>
        <pc:spChg chg="add mod">
          <ac:chgData name="José Pedro Calistro Torres de Miranda" userId="82558bf5-0a7c-4071-b398-5925c96dbeb2" providerId="ADAL" clId="{99152347-6485-45B1-9833-C887869B744F}" dt="2025-02-07T12:54:22.498" v="176" actId="21"/>
          <ac:spMkLst>
            <pc:docMk/>
            <pc:sldMk cId="1525168790" sldId="340"/>
            <ac:spMk id="5" creationId="{19DA9F43-3FCC-D10C-F311-127E56E4FA11}"/>
          </ac:spMkLst>
        </pc:spChg>
        <pc:graphicFrameChg chg="add del mod">
          <ac:chgData name="José Pedro Calistro Torres de Miranda" userId="82558bf5-0a7c-4071-b398-5925c96dbeb2" providerId="ADAL" clId="{99152347-6485-45B1-9833-C887869B744F}" dt="2025-02-07T12:54:22.498" v="176" actId="21"/>
          <ac:graphicFrameMkLst>
            <pc:docMk/>
            <pc:sldMk cId="1525168790" sldId="340"/>
            <ac:graphicFrameMk id="4" creationId="{382B3F2C-4060-EBE3-02FE-3B28853AB803}"/>
          </ac:graphicFrameMkLst>
        </pc:graphicFrameChg>
        <pc:picChg chg="add del mod">
          <ac:chgData name="José Pedro Calistro Torres de Miranda" userId="82558bf5-0a7c-4071-b398-5925c96dbeb2" providerId="ADAL" clId="{99152347-6485-45B1-9833-C887869B744F}" dt="2025-02-07T12:54:22.498" v="176" actId="21"/>
          <ac:picMkLst>
            <pc:docMk/>
            <pc:sldMk cId="1525168790" sldId="340"/>
            <ac:picMk id="1025" creationId="{9524902E-BE7C-A4B1-C0DE-9973F0FE0562}"/>
          </ac:picMkLst>
        </pc:picChg>
        <pc:picChg chg="add del mod">
          <ac:chgData name="José Pedro Calistro Torres de Miranda" userId="82558bf5-0a7c-4071-b398-5925c96dbeb2" providerId="ADAL" clId="{99152347-6485-45B1-9833-C887869B744F}" dt="2025-02-07T12:54:22.498" v="176" actId="21"/>
          <ac:picMkLst>
            <pc:docMk/>
            <pc:sldMk cId="1525168790" sldId="340"/>
            <ac:picMk id="1026" creationId="{8FB54068-248B-57A2-19A4-FACA256CBE7E}"/>
          </ac:picMkLst>
        </pc:picChg>
        <pc:picChg chg="add del mod">
          <ac:chgData name="José Pedro Calistro Torres de Miranda" userId="82558bf5-0a7c-4071-b398-5925c96dbeb2" providerId="ADAL" clId="{99152347-6485-45B1-9833-C887869B744F}" dt="2025-02-07T12:54:22.498" v="176" actId="21"/>
          <ac:picMkLst>
            <pc:docMk/>
            <pc:sldMk cId="1525168790" sldId="340"/>
            <ac:picMk id="1027" creationId="{D1A06CA3-206C-2C58-C8DA-E9B050A7BAE2}"/>
          </ac:picMkLst>
        </pc:picChg>
        <pc:picChg chg="add del mod">
          <ac:chgData name="José Pedro Calistro Torres de Miranda" userId="82558bf5-0a7c-4071-b398-5925c96dbeb2" providerId="ADAL" clId="{99152347-6485-45B1-9833-C887869B744F}" dt="2025-02-07T12:54:22.498" v="176" actId="21"/>
          <ac:picMkLst>
            <pc:docMk/>
            <pc:sldMk cId="1525168790" sldId="340"/>
            <ac:picMk id="1028" creationId="{CA639FD4-AE2E-CDEE-761F-E6DD9E09673A}"/>
          </ac:picMkLst>
        </pc:picChg>
        <pc:picChg chg="add del mod">
          <ac:chgData name="José Pedro Calistro Torres de Miranda" userId="82558bf5-0a7c-4071-b398-5925c96dbeb2" providerId="ADAL" clId="{99152347-6485-45B1-9833-C887869B744F}" dt="2025-02-07T12:54:22.498" v="176" actId="21"/>
          <ac:picMkLst>
            <pc:docMk/>
            <pc:sldMk cId="1525168790" sldId="340"/>
            <ac:picMk id="1029" creationId="{26C8073B-DDFD-357A-2F6E-FACF61DFFD39}"/>
          </ac:picMkLst>
        </pc:picChg>
      </pc:sldChg>
      <pc:sldChg chg="add del">
        <pc:chgData name="José Pedro Calistro Torres de Miranda" userId="82558bf5-0a7c-4071-b398-5925c96dbeb2" providerId="ADAL" clId="{99152347-6485-45B1-9833-C887869B744F}" dt="2025-02-07T12:53:59.414" v="170" actId="47"/>
        <pc:sldMkLst>
          <pc:docMk/>
          <pc:sldMk cId="3107476572" sldId="340"/>
        </pc:sldMkLst>
      </pc:sldChg>
      <pc:sldChg chg="add del">
        <pc:chgData name="José Pedro Calistro Torres de Miranda" userId="82558bf5-0a7c-4071-b398-5925c96dbeb2" providerId="ADAL" clId="{99152347-6485-45B1-9833-C887869B744F}" dt="2025-02-07T11:23:03.292" v="134" actId="47"/>
        <pc:sldMkLst>
          <pc:docMk/>
          <pc:sldMk cId="3324422576" sldId="340"/>
        </pc:sldMkLst>
      </pc:sldChg>
      <pc:sldChg chg="add del">
        <pc:chgData name="José Pedro Calistro Torres de Miranda" userId="82558bf5-0a7c-4071-b398-5925c96dbeb2" providerId="ADAL" clId="{99152347-6485-45B1-9833-C887869B744F}" dt="2025-02-07T04:24:51.307" v="79" actId="47"/>
        <pc:sldMkLst>
          <pc:docMk/>
          <pc:sldMk cId="3859679817" sldId="340"/>
        </pc:sldMkLst>
      </pc:sldChg>
      <pc:sldChg chg="addSp delSp modSp new del mod">
        <pc:chgData name="José Pedro Calistro Torres de Miranda" userId="82558bf5-0a7c-4071-b398-5925c96dbeb2" providerId="ADAL" clId="{99152347-6485-45B1-9833-C887869B744F}" dt="2025-02-07T12:50:44.225" v="145" actId="47"/>
        <pc:sldMkLst>
          <pc:docMk/>
          <pc:sldMk cId="3266020451" sldId="341"/>
        </pc:sldMkLst>
        <pc:spChg chg="del mod">
          <ac:chgData name="José Pedro Calistro Torres de Miranda" userId="82558bf5-0a7c-4071-b398-5925c96dbeb2" providerId="ADAL" clId="{99152347-6485-45B1-9833-C887869B744F}" dt="2025-02-07T12:50:10.153" v="140" actId="26606"/>
          <ac:spMkLst>
            <pc:docMk/>
            <pc:sldMk cId="3266020451" sldId="341"/>
            <ac:spMk id="3" creationId="{4DBCDC9B-7EE4-BDA3-4224-08D077B2FADC}"/>
          </ac:spMkLst>
        </pc:spChg>
        <pc:graphicFrameChg chg="add">
          <ac:chgData name="José Pedro Calistro Torres de Miranda" userId="82558bf5-0a7c-4071-b398-5925c96dbeb2" providerId="ADAL" clId="{99152347-6485-45B1-9833-C887869B744F}" dt="2025-02-07T12:50:10.153" v="140" actId="26606"/>
          <ac:graphicFrameMkLst>
            <pc:docMk/>
            <pc:sldMk cId="3266020451" sldId="341"/>
            <ac:graphicFrameMk id="5" creationId="{AB2BCC42-B370-4542-FFE8-23EC6E7FBB8D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Relationship Id="rId14" Type="http://schemas.openxmlformats.org/officeDocument/2006/relationships/image" Target="../media/image64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4" Type="http://schemas.openxmlformats.org/officeDocument/2006/relationships/image" Target="../media/image6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Relationship Id="rId14" Type="http://schemas.openxmlformats.org/officeDocument/2006/relationships/image" Target="../media/image64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4" Type="http://schemas.openxmlformats.org/officeDocument/2006/relationships/image" Target="../media/image6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AA3517-3691-4938-A722-676E3933958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A79114-2AB3-443D-BBF5-7B9BB165105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Ementa;</a:t>
          </a:r>
          <a:endParaRPr lang="en-US" dirty="0"/>
        </a:p>
      </dgm:t>
    </dgm:pt>
    <dgm:pt modelId="{A2863955-C692-45E2-A674-118B6DA54E30}" type="parTrans" cxnId="{799E35DB-8760-4EF4-82B8-F2DBCB6DF591}">
      <dgm:prSet/>
      <dgm:spPr/>
      <dgm:t>
        <a:bodyPr/>
        <a:lstStyle/>
        <a:p>
          <a:endParaRPr lang="en-US"/>
        </a:p>
      </dgm:t>
    </dgm:pt>
    <dgm:pt modelId="{F0BA3B53-B33D-43EF-B0A1-65A9AE6CBE74}" type="sibTrans" cxnId="{799E35DB-8760-4EF4-82B8-F2DBCB6DF591}">
      <dgm:prSet/>
      <dgm:spPr/>
      <dgm:t>
        <a:bodyPr/>
        <a:lstStyle/>
        <a:p>
          <a:endParaRPr lang="en-US"/>
        </a:p>
      </dgm:t>
    </dgm:pt>
    <dgm:pt modelId="{A9E12669-82E8-4C23-A892-0907F5C8AEA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Competência;</a:t>
          </a:r>
          <a:endParaRPr lang="en-US" dirty="0"/>
        </a:p>
      </dgm:t>
    </dgm:pt>
    <dgm:pt modelId="{84329FF9-36EF-41FC-A19E-3FFF35D232FF}" type="parTrans" cxnId="{DEFDD43E-0534-44D2-9EAE-2A225CC5BBF9}">
      <dgm:prSet/>
      <dgm:spPr/>
      <dgm:t>
        <a:bodyPr/>
        <a:lstStyle/>
        <a:p>
          <a:endParaRPr lang="en-US"/>
        </a:p>
      </dgm:t>
    </dgm:pt>
    <dgm:pt modelId="{50E5F701-15B9-43A7-9AF4-EB8F546A2DE0}" type="sibTrans" cxnId="{DEFDD43E-0534-44D2-9EAE-2A225CC5BBF9}">
      <dgm:prSet/>
      <dgm:spPr/>
      <dgm:t>
        <a:bodyPr/>
        <a:lstStyle/>
        <a:p>
          <a:endParaRPr lang="en-US"/>
        </a:p>
      </dgm:t>
    </dgm:pt>
    <dgm:pt modelId="{03702A61-DBE4-4958-97AE-0CB9204B9B6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Habilidades;</a:t>
          </a:r>
          <a:endParaRPr lang="en-US"/>
        </a:p>
      </dgm:t>
    </dgm:pt>
    <dgm:pt modelId="{62F19055-3A10-4A1E-9A54-1EFD6DE29134}" type="parTrans" cxnId="{C47D0BE3-A0B9-46F9-96DF-656608A7A746}">
      <dgm:prSet/>
      <dgm:spPr/>
      <dgm:t>
        <a:bodyPr/>
        <a:lstStyle/>
        <a:p>
          <a:endParaRPr lang="en-US"/>
        </a:p>
      </dgm:t>
    </dgm:pt>
    <dgm:pt modelId="{610D4175-CBF2-4EE0-9A5F-C9E4C58B8E0A}" type="sibTrans" cxnId="{C47D0BE3-A0B9-46F9-96DF-656608A7A746}">
      <dgm:prSet/>
      <dgm:spPr/>
      <dgm:t>
        <a:bodyPr/>
        <a:lstStyle/>
        <a:p>
          <a:endParaRPr lang="en-US"/>
        </a:p>
      </dgm:t>
    </dgm:pt>
    <dgm:pt modelId="{EF59C2B9-E67A-47D3-A87A-09C46C41FE4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Conteúdo Programático;</a:t>
          </a:r>
          <a:endParaRPr lang="en-US" dirty="0"/>
        </a:p>
      </dgm:t>
    </dgm:pt>
    <dgm:pt modelId="{5A1DD94A-088F-4E95-AA0C-C815B9E223C9}" type="parTrans" cxnId="{4BA2A1AD-DFA1-4B54-A572-7427B72A8354}">
      <dgm:prSet/>
      <dgm:spPr/>
      <dgm:t>
        <a:bodyPr/>
        <a:lstStyle/>
        <a:p>
          <a:endParaRPr lang="en-US"/>
        </a:p>
      </dgm:t>
    </dgm:pt>
    <dgm:pt modelId="{BD4EA10E-C785-44C4-9DAA-099BBF5DEFAF}" type="sibTrans" cxnId="{4BA2A1AD-DFA1-4B54-A572-7427B72A8354}">
      <dgm:prSet/>
      <dgm:spPr/>
      <dgm:t>
        <a:bodyPr/>
        <a:lstStyle/>
        <a:p>
          <a:endParaRPr lang="en-US"/>
        </a:p>
      </dgm:t>
    </dgm:pt>
    <dgm:pt modelId="{9DDC5BA0-0B00-4E9C-B92C-DB66F815E84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Dinâmica Quebra-gelo;</a:t>
          </a:r>
          <a:endParaRPr lang="en-US" dirty="0"/>
        </a:p>
      </dgm:t>
    </dgm:pt>
    <dgm:pt modelId="{09630102-750C-44F7-AEB9-391E9551F155}" type="parTrans" cxnId="{CA7E4AD8-1EBF-4866-8E59-99940A7F109A}">
      <dgm:prSet/>
      <dgm:spPr/>
      <dgm:t>
        <a:bodyPr/>
        <a:lstStyle/>
        <a:p>
          <a:endParaRPr lang="en-US"/>
        </a:p>
      </dgm:t>
    </dgm:pt>
    <dgm:pt modelId="{7074EFA1-8E2E-456F-8410-94986314B16B}" type="sibTrans" cxnId="{CA7E4AD8-1EBF-4866-8E59-99940A7F109A}">
      <dgm:prSet/>
      <dgm:spPr/>
      <dgm:t>
        <a:bodyPr/>
        <a:lstStyle/>
        <a:p>
          <a:endParaRPr lang="en-US"/>
        </a:p>
      </dgm:t>
    </dgm:pt>
    <dgm:pt modelId="{B549AF43-A137-409B-B3D4-2F8F5C4989E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Avaliações e expectativas</a:t>
          </a:r>
          <a:endParaRPr lang="en-US" dirty="0"/>
        </a:p>
      </dgm:t>
    </dgm:pt>
    <dgm:pt modelId="{47C48C2B-782B-4031-A6FD-3C38B48C0F78}" type="parTrans" cxnId="{7365BCA0-BBE4-48FD-BDF0-780DBCA78624}">
      <dgm:prSet/>
      <dgm:spPr/>
      <dgm:t>
        <a:bodyPr/>
        <a:lstStyle/>
        <a:p>
          <a:endParaRPr lang="en-US"/>
        </a:p>
      </dgm:t>
    </dgm:pt>
    <dgm:pt modelId="{58D55A22-4C69-4771-9AA6-E425762057FF}" type="sibTrans" cxnId="{7365BCA0-BBE4-48FD-BDF0-780DBCA78624}">
      <dgm:prSet/>
      <dgm:spPr/>
      <dgm:t>
        <a:bodyPr/>
        <a:lstStyle/>
        <a:p>
          <a:endParaRPr lang="en-US"/>
        </a:p>
      </dgm:t>
    </dgm:pt>
    <dgm:pt modelId="{79E9573E-2CEC-46C5-9A73-BE1035E7295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Encerramento com </a:t>
          </a:r>
          <a:r>
            <a:rPr lang="pt-BR" dirty="0" err="1"/>
            <a:t>check-out</a:t>
          </a:r>
          <a:r>
            <a:rPr lang="pt-BR" dirty="0"/>
            <a:t> interativo</a:t>
          </a:r>
          <a:endParaRPr lang="en-US" dirty="0"/>
        </a:p>
      </dgm:t>
    </dgm:pt>
    <dgm:pt modelId="{B8C34D63-D12F-4486-9F42-BD31FC2F20CE}" type="sibTrans" cxnId="{0C21DDE6-539E-4E6B-BA33-47A2DC6116F6}">
      <dgm:prSet/>
      <dgm:spPr/>
      <dgm:t>
        <a:bodyPr/>
        <a:lstStyle/>
        <a:p>
          <a:endParaRPr lang="en-US"/>
        </a:p>
      </dgm:t>
    </dgm:pt>
    <dgm:pt modelId="{AE4F8669-F4B0-42B3-88F6-31906895FB36}" type="parTrans" cxnId="{0C21DDE6-539E-4E6B-BA33-47A2DC6116F6}">
      <dgm:prSet/>
      <dgm:spPr/>
      <dgm:t>
        <a:bodyPr/>
        <a:lstStyle/>
        <a:p>
          <a:endParaRPr lang="en-US"/>
        </a:p>
      </dgm:t>
    </dgm:pt>
    <dgm:pt modelId="{FBCE7753-B04B-4CA6-9A9A-3950FB3E0447}" type="pres">
      <dgm:prSet presAssocID="{5AAA3517-3691-4938-A722-676E3933958D}" presName="root" presStyleCnt="0">
        <dgm:presLayoutVars>
          <dgm:dir/>
          <dgm:resizeHandles val="exact"/>
        </dgm:presLayoutVars>
      </dgm:prSet>
      <dgm:spPr/>
    </dgm:pt>
    <dgm:pt modelId="{600B3870-6406-42DA-83A3-BCEBDD532C61}" type="pres">
      <dgm:prSet presAssocID="{9DDC5BA0-0B00-4E9C-B92C-DB66F815E84A}" presName="compNode" presStyleCnt="0"/>
      <dgm:spPr/>
    </dgm:pt>
    <dgm:pt modelId="{967C7811-E1C2-434C-992A-86A4652B6E8C}" type="pres">
      <dgm:prSet presAssocID="{9DDC5BA0-0B00-4E9C-B92C-DB66F815E84A}" presName="bgRect" presStyleLbl="bgShp" presStyleIdx="0" presStyleCnt="7"/>
      <dgm:spPr/>
    </dgm:pt>
    <dgm:pt modelId="{88B697A3-FBEF-456D-B197-149D4F8EDF72}" type="pres">
      <dgm:prSet presAssocID="{9DDC5BA0-0B00-4E9C-B92C-DB66F815E84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nça"/>
        </a:ext>
      </dgm:extLst>
    </dgm:pt>
    <dgm:pt modelId="{1BC1BF4D-A813-48B9-B789-6DF414EF7831}" type="pres">
      <dgm:prSet presAssocID="{9DDC5BA0-0B00-4E9C-B92C-DB66F815E84A}" presName="spaceRect" presStyleCnt="0"/>
      <dgm:spPr/>
    </dgm:pt>
    <dgm:pt modelId="{B95310AA-1A0D-4641-9370-11C3871CC811}" type="pres">
      <dgm:prSet presAssocID="{9DDC5BA0-0B00-4E9C-B92C-DB66F815E84A}" presName="parTx" presStyleLbl="revTx" presStyleIdx="0" presStyleCnt="7">
        <dgm:presLayoutVars>
          <dgm:chMax val="0"/>
          <dgm:chPref val="0"/>
        </dgm:presLayoutVars>
      </dgm:prSet>
      <dgm:spPr/>
    </dgm:pt>
    <dgm:pt modelId="{E7D36FD0-06C4-4616-83F9-74554E5DE34B}" type="pres">
      <dgm:prSet presAssocID="{7074EFA1-8E2E-456F-8410-94986314B16B}" presName="sibTrans" presStyleCnt="0"/>
      <dgm:spPr/>
    </dgm:pt>
    <dgm:pt modelId="{64C900AB-FEBB-446D-A261-ACE3A1E28050}" type="pres">
      <dgm:prSet presAssocID="{BDA79114-2AB3-443D-BBF5-7B9BB165105C}" presName="compNode" presStyleCnt="0"/>
      <dgm:spPr/>
    </dgm:pt>
    <dgm:pt modelId="{72892262-BD10-41B0-B5E5-BF181C704C2F}" type="pres">
      <dgm:prSet presAssocID="{BDA79114-2AB3-443D-BBF5-7B9BB165105C}" presName="bgRect" presStyleLbl="bgShp" presStyleIdx="1" presStyleCnt="7"/>
      <dgm:spPr/>
    </dgm:pt>
    <dgm:pt modelId="{203FA014-C41E-4A8C-AA17-49664AF2FC27}" type="pres">
      <dgm:prSet presAssocID="{BDA79114-2AB3-443D-BBF5-7B9BB165105C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FCE1FFDB-F7DF-4722-96BA-5DF4BD8D45DE}" type="pres">
      <dgm:prSet presAssocID="{BDA79114-2AB3-443D-BBF5-7B9BB165105C}" presName="spaceRect" presStyleCnt="0"/>
      <dgm:spPr/>
    </dgm:pt>
    <dgm:pt modelId="{311A7E0D-2B4D-4D40-B504-46CA0B156D79}" type="pres">
      <dgm:prSet presAssocID="{BDA79114-2AB3-443D-BBF5-7B9BB165105C}" presName="parTx" presStyleLbl="revTx" presStyleIdx="1" presStyleCnt="7">
        <dgm:presLayoutVars>
          <dgm:chMax val="0"/>
          <dgm:chPref val="0"/>
        </dgm:presLayoutVars>
      </dgm:prSet>
      <dgm:spPr/>
    </dgm:pt>
    <dgm:pt modelId="{2FDF3681-97A9-4FCC-99A0-5826F8E06B7B}" type="pres">
      <dgm:prSet presAssocID="{F0BA3B53-B33D-43EF-B0A1-65A9AE6CBE74}" presName="sibTrans" presStyleCnt="0"/>
      <dgm:spPr/>
    </dgm:pt>
    <dgm:pt modelId="{3B234E8F-8888-46A2-BB29-1F5395879419}" type="pres">
      <dgm:prSet presAssocID="{A9E12669-82E8-4C23-A892-0907F5C8AEAA}" presName="compNode" presStyleCnt="0"/>
      <dgm:spPr/>
    </dgm:pt>
    <dgm:pt modelId="{F4100E4B-55C8-4BEB-918C-74E19EF737D0}" type="pres">
      <dgm:prSet presAssocID="{A9E12669-82E8-4C23-A892-0907F5C8AEAA}" presName="bgRect" presStyleLbl="bgShp" presStyleIdx="2" presStyleCnt="7"/>
      <dgm:spPr/>
    </dgm:pt>
    <dgm:pt modelId="{2A77342A-8011-4747-9427-1BDEA951B614}" type="pres">
      <dgm:prSet presAssocID="{A9E12669-82E8-4C23-A892-0907F5C8AEA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4C6463F-6870-4130-9B80-F053E8595824}" type="pres">
      <dgm:prSet presAssocID="{A9E12669-82E8-4C23-A892-0907F5C8AEAA}" presName="spaceRect" presStyleCnt="0"/>
      <dgm:spPr/>
    </dgm:pt>
    <dgm:pt modelId="{6311CF8A-FA3C-4E75-86A1-3E0EE78568ED}" type="pres">
      <dgm:prSet presAssocID="{A9E12669-82E8-4C23-A892-0907F5C8AEAA}" presName="parTx" presStyleLbl="revTx" presStyleIdx="2" presStyleCnt="7">
        <dgm:presLayoutVars>
          <dgm:chMax val="0"/>
          <dgm:chPref val="0"/>
        </dgm:presLayoutVars>
      </dgm:prSet>
      <dgm:spPr/>
    </dgm:pt>
    <dgm:pt modelId="{57068FF9-61C0-492A-9D92-7CF66FBD268E}" type="pres">
      <dgm:prSet presAssocID="{50E5F701-15B9-43A7-9AF4-EB8F546A2DE0}" presName="sibTrans" presStyleCnt="0"/>
      <dgm:spPr/>
    </dgm:pt>
    <dgm:pt modelId="{1B4A85EA-ACA4-4BC6-91B9-EDF0F290E55E}" type="pres">
      <dgm:prSet presAssocID="{03702A61-DBE4-4958-97AE-0CB9204B9B68}" presName="compNode" presStyleCnt="0"/>
      <dgm:spPr/>
    </dgm:pt>
    <dgm:pt modelId="{3CB70F82-A2BE-4870-9A1C-54D5181D7193}" type="pres">
      <dgm:prSet presAssocID="{03702A61-DBE4-4958-97AE-0CB9204B9B68}" presName="bgRect" presStyleLbl="bgShp" presStyleIdx="3" presStyleCnt="7"/>
      <dgm:spPr/>
    </dgm:pt>
    <dgm:pt modelId="{FB46683C-DF73-41FF-9D5A-3D17450D46A7}" type="pres">
      <dgm:prSet presAssocID="{03702A61-DBE4-4958-97AE-0CB9204B9B6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97AA562-C5B7-4F57-A434-E35A483952C3}" type="pres">
      <dgm:prSet presAssocID="{03702A61-DBE4-4958-97AE-0CB9204B9B68}" presName="spaceRect" presStyleCnt="0"/>
      <dgm:spPr/>
    </dgm:pt>
    <dgm:pt modelId="{019679A5-5303-4EC4-B388-61973A16AB86}" type="pres">
      <dgm:prSet presAssocID="{03702A61-DBE4-4958-97AE-0CB9204B9B68}" presName="parTx" presStyleLbl="revTx" presStyleIdx="3" presStyleCnt="7">
        <dgm:presLayoutVars>
          <dgm:chMax val="0"/>
          <dgm:chPref val="0"/>
        </dgm:presLayoutVars>
      </dgm:prSet>
      <dgm:spPr/>
    </dgm:pt>
    <dgm:pt modelId="{17A16CC2-D4F3-4D0E-923B-8E14BD059117}" type="pres">
      <dgm:prSet presAssocID="{610D4175-CBF2-4EE0-9A5F-C9E4C58B8E0A}" presName="sibTrans" presStyleCnt="0"/>
      <dgm:spPr/>
    </dgm:pt>
    <dgm:pt modelId="{ADA603C0-6A0A-4380-9AC8-04E9FE29B261}" type="pres">
      <dgm:prSet presAssocID="{EF59C2B9-E67A-47D3-A87A-09C46C41FE4A}" presName="compNode" presStyleCnt="0"/>
      <dgm:spPr/>
    </dgm:pt>
    <dgm:pt modelId="{2AA71A80-36DE-4E21-94F1-3A5C0E007378}" type="pres">
      <dgm:prSet presAssocID="{EF59C2B9-E67A-47D3-A87A-09C46C41FE4A}" presName="bgRect" presStyleLbl="bgShp" presStyleIdx="4" presStyleCnt="7"/>
      <dgm:spPr/>
    </dgm:pt>
    <dgm:pt modelId="{38451037-3F6B-4432-94B5-9AC0D82BD5CB}" type="pres">
      <dgm:prSet presAssocID="{EF59C2B9-E67A-47D3-A87A-09C46C41FE4A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ECCC2474-D4B9-4ADF-8C49-AB5C427E9B18}" type="pres">
      <dgm:prSet presAssocID="{EF59C2B9-E67A-47D3-A87A-09C46C41FE4A}" presName="spaceRect" presStyleCnt="0"/>
      <dgm:spPr/>
    </dgm:pt>
    <dgm:pt modelId="{3AC0F2ED-39CD-4F27-881D-833EA895EF48}" type="pres">
      <dgm:prSet presAssocID="{EF59C2B9-E67A-47D3-A87A-09C46C41FE4A}" presName="parTx" presStyleLbl="revTx" presStyleIdx="4" presStyleCnt="7">
        <dgm:presLayoutVars>
          <dgm:chMax val="0"/>
          <dgm:chPref val="0"/>
        </dgm:presLayoutVars>
      </dgm:prSet>
      <dgm:spPr/>
    </dgm:pt>
    <dgm:pt modelId="{8277945F-B13E-4295-AD2A-1D89A60AC849}" type="pres">
      <dgm:prSet presAssocID="{BD4EA10E-C785-44C4-9DAA-099BBF5DEFAF}" presName="sibTrans" presStyleCnt="0"/>
      <dgm:spPr/>
    </dgm:pt>
    <dgm:pt modelId="{D7C38464-60E4-4C9C-8532-89CA6C56E615}" type="pres">
      <dgm:prSet presAssocID="{B549AF43-A137-409B-B3D4-2F8F5C4989E3}" presName="compNode" presStyleCnt="0"/>
      <dgm:spPr/>
    </dgm:pt>
    <dgm:pt modelId="{016690D3-3CF6-4437-B603-567B333D17A8}" type="pres">
      <dgm:prSet presAssocID="{B549AF43-A137-409B-B3D4-2F8F5C4989E3}" presName="bgRect" presStyleLbl="bgShp" presStyleIdx="5" presStyleCnt="7"/>
      <dgm:spPr/>
    </dgm:pt>
    <dgm:pt modelId="{3CE1946C-1D82-4391-96C9-29AAAB88B0B4}" type="pres">
      <dgm:prSet presAssocID="{B549AF43-A137-409B-B3D4-2F8F5C4989E3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2A79DB9D-49D7-4BC3-AAB1-A48246189481}" type="pres">
      <dgm:prSet presAssocID="{B549AF43-A137-409B-B3D4-2F8F5C4989E3}" presName="spaceRect" presStyleCnt="0"/>
      <dgm:spPr/>
    </dgm:pt>
    <dgm:pt modelId="{2A1D29C5-DDAD-424E-BD90-1EEC12221C20}" type="pres">
      <dgm:prSet presAssocID="{B549AF43-A137-409B-B3D4-2F8F5C4989E3}" presName="parTx" presStyleLbl="revTx" presStyleIdx="5" presStyleCnt="7">
        <dgm:presLayoutVars>
          <dgm:chMax val="0"/>
          <dgm:chPref val="0"/>
        </dgm:presLayoutVars>
      </dgm:prSet>
      <dgm:spPr/>
    </dgm:pt>
    <dgm:pt modelId="{39CC4B23-A4FD-40B1-AB10-5E19386E4E1D}" type="pres">
      <dgm:prSet presAssocID="{58D55A22-4C69-4771-9AA6-E425762057FF}" presName="sibTrans" presStyleCnt="0"/>
      <dgm:spPr/>
    </dgm:pt>
    <dgm:pt modelId="{08263905-A970-42A4-9459-A49C3B2C536A}" type="pres">
      <dgm:prSet presAssocID="{79E9573E-2CEC-46C5-9A73-BE1035E7295C}" presName="compNode" presStyleCnt="0"/>
      <dgm:spPr/>
    </dgm:pt>
    <dgm:pt modelId="{D662E02F-A1C5-48F6-AA37-2E0F4E27B174}" type="pres">
      <dgm:prSet presAssocID="{79E9573E-2CEC-46C5-9A73-BE1035E7295C}" presName="bgRect" presStyleLbl="bgShp" presStyleIdx="6" presStyleCnt="7"/>
      <dgm:spPr/>
    </dgm:pt>
    <dgm:pt modelId="{F3519010-0228-4A89-AF96-D364FD69E5A1}" type="pres">
      <dgm:prSet presAssocID="{79E9573E-2CEC-46C5-9A73-BE1035E7295C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de"/>
        </a:ext>
      </dgm:extLst>
    </dgm:pt>
    <dgm:pt modelId="{433C0DEB-4EFB-4FF6-A64A-FEAD4F060288}" type="pres">
      <dgm:prSet presAssocID="{79E9573E-2CEC-46C5-9A73-BE1035E7295C}" presName="spaceRect" presStyleCnt="0"/>
      <dgm:spPr/>
    </dgm:pt>
    <dgm:pt modelId="{9EB4E151-6671-4046-B00C-D5C0D2B1AAF8}" type="pres">
      <dgm:prSet presAssocID="{79E9573E-2CEC-46C5-9A73-BE1035E7295C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9D29600-FDEB-436D-8927-EA75ED21708E}" type="presOf" srcId="{79E9573E-2CEC-46C5-9A73-BE1035E7295C}" destId="{9EB4E151-6671-4046-B00C-D5C0D2B1AAF8}" srcOrd="0" destOrd="0" presId="urn:microsoft.com/office/officeart/2018/2/layout/IconVerticalSolidList"/>
    <dgm:cxn modelId="{A268A810-367A-47BC-91AE-9D3A9665952D}" type="presOf" srcId="{A9E12669-82E8-4C23-A892-0907F5C8AEAA}" destId="{6311CF8A-FA3C-4E75-86A1-3E0EE78568ED}" srcOrd="0" destOrd="0" presId="urn:microsoft.com/office/officeart/2018/2/layout/IconVerticalSolidList"/>
    <dgm:cxn modelId="{DEFDD43E-0534-44D2-9EAE-2A225CC5BBF9}" srcId="{5AAA3517-3691-4938-A722-676E3933958D}" destId="{A9E12669-82E8-4C23-A892-0907F5C8AEAA}" srcOrd="2" destOrd="0" parTransId="{84329FF9-36EF-41FC-A19E-3FFF35D232FF}" sibTransId="{50E5F701-15B9-43A7-9AF4-EB8F546A2DE0}"/>
    <dgm:cxn modelId="{21DE0648-6502-4337-B5DC-7E5173545966}" type="presOf" srcId="{BDA79114-2AB3-443D-BBF5-7B9BB165105C}" destId="{311A7E0D-2B4D-4D40-B504-46CA0B156D79}" srcOrd="0" destOrd="0" presId="urn:microsoft.com/office/officeart/2018/2/layout/IconVerticalSolidList"/>
    <dgm:cxn modelId="{C345AA55-043D-4F30-B7EF-8F49CC2C7952}" type="presOf" srcId="{03702A61-DBE4-4958-97AE-0CB9204B9B68}" destId="{019679A5-5303-4EC4-B388-61973A16AB86}" srcOrd="0" destOrd="0" presId="urn:microsoft.com/office/officeart/2018/2/layout/IconVerticalSolidList"/>
    <dgm:cxn modelId="{B7206D7F-0284-4D48-8569-C00904BBB95F}" type="presOf" srcId="{B549AF43-A137-409B-B3D4-2F8F5C4989E3}" destId="{2A1D29C5-DDAD-424E-BD90-1EEC12221C20}" srcOrd="0" destOrd="0" presId="urn:microsoft.com/office/officeart/2018/2/layout/IconVerticalSolidList"/>
    <dgm:cxn modelId="{7365BCA0-BBE4-48FD-BDF0-780DBCA78624}" srcId="{5AAA3517-3691-4938-A722-676E3933958D}" destId="{B549AF43-A137-409B-B3D4-2F8F5C4989E3}" srcOrd="5" destOrd="0" parTransId="{47C48C2B-782B-4031-A6FD-3C38B48C0F78}" sibTransId="{58D55A22-4C69-4771-9AA6-E425762057FF}"/>
    <dgm:cxn modelId="{5FEF73AA-9EB5-4824-81B6-25152DB4EA2C}" type="presOf" srcId="{EF59C2B9-E67A-47D3-A87A-09C46C41FE4A}" destId="{3AC0F2ED-39CD-4F27-881D-833EA895EF48}" srcOrd="0" destOrd="0" presId="urn:microsoft.com/office/officeart/2018/2/layout/IconVerticalSolidList"/>
    <dgm:cxn modelId="{3F3804AC-09B5-4F20-B0F4-DBE757745D59}" type="presOf" srcId="{5AAA3517-3691-4938-A722-676E3933958D}" destId="{FBCE7753-B04B-4CA6-9A9A-3950FB3E0447}" srcOrd="0" destOrd="0" presId="urn:microsoft.com/office/officeart/2018/2/layout/IconVerticalSolidList"/>
    <dgm:cxn modelId="{4BA2A1AD-DFA1-4B54-A572-7427B72A8354}" srcId="{5AAA3517-3691-4938-A722-676E3933958D}" destId="{EF59C2B9-E67A-47D3-A87A-09C46C41FE4A}" srcOrd="4" destOrd="0" parTransId="{5A1DD94A-088F-4E95-AA0C-C815B9E223C9}" sibTransId="{BD4EA10E-C785-44C4-9DAA-099BBF5DEFAF}"/>
    <dgm:cxn modelId="{CA7E4AD8-1EBF-4866-8E59-99940A7F109A}" srcId="{5AAA3517-3691-4938-A722-676E3933958D}" destId="{9DDC5BA0-0B00-4E9C-B92C-DB66F815E84A}" srcOrd="0" destOrd="0" parTransId="{09630102-750C-44F7-AEB9-391E9551F155}" sibTransId="{7074EFA1-8E2E-456F-8410-94986314B16B}"/>
    <dgm:cxn modelId="{799E35DB-8760-4EF4-82B8-F2DBCB6DF591}" srcId="{5AAA3517-3691-4938-A722-676E3933958D}" destId="{BDA79114-2AB3-443D-BBF5-7B9BB165105C}" srcOrd="1" destOrd="0" parTransId="{A2863955-C692-45E2-A674-118B6DA54E30}" sibTransId="{F0BA3B53-B33D-43EF-B0A1-65A9AE6CBE74}"/>
    <dgm:cxn modelId="{4D0417DC-AFC2-4D06-BAC5-8A2D6603B31C}" type="presOf" srcId="{9DDC5BA0-0B00-4E9C-B92C-DB66F815E84A}" destId="{B95310AA-1A0D-4641-9370-11C3871CC811}" srcOrd="0" destOrd="0" presId="urn:microsoft.com/office/officeart/2018/2/layout/IconVerticalSolidList"/>
    <dgm:cxn modelId="{C47D0BE3-A0B9-46F9-96DF-656608A7A746}" srcId="{5AAA3517-3691-4938-A722-676E3933958D}" destId="{03702A61-DBE4-4958-97AE-0CB9204B9B68}" srcOrd="3" destOrd="0" parTransId="{62F19055-3A10-4A1E-9A54-1EFD6DE29134}" sibTransId="{610D4175-CBF2-4EE0-9A5F-C9E4C58B8E0A}"/>
    <dgm:cxn modelId="{0C21DDE6-539E-4E6B-BA33-47A2DC6116F6}" srcId="{5AAA3517-3691-4938-A722-676E3933958D}" destId="{79E9573E-2CEC-46C5-9A73-BE1035E7295C}" srcOrd="6" destOrd="0" parTransId="{AE4F8669-F4B0-42B3-88F6-31906895FB36}" sibTransId="{B8C34D63-D12F-4486-9F42-BD31FC2F20CE}"/>
    <dgm:cxn modelId="{49F98F9A-BA5C-43E3-8FA2-D69A944263D7}" type="presParOf" srcId="{FBCE7753-B04B-4CA6-9A9A-3950FB3E0447}" destId="{600B3870-6406-42DA-83A3-BCEBDD532C61}" srcOrd="0" destOrd="0" presId="urn:microsoft.com/office/officeart/2018/2/layout/IconVerticalSolidList"/>
    <dgm:cxn modelId="{6DEB8C06-ED8D-400F-AD31-1E651C93C0CF}" type="presParOf" srcId="{600B3870-6406-42DA-83A3-BCEBDD532C61}" destId="{967C7811-E1C2-434C-992A-86A4652B6E8C}" srcOrd="0" destOrd="0" presId="urn:microsoft.com/office/officeart/2018/2/layout/IconVerticalSolidList"/>
    <dgm:cxn modelId="{4F3530A4-D94B-42C8-899B-47C3F06B733B}" type="presParOf" srcId="{600B3870-6406-42DA-83A3-BCEBDD532C61}" destId="{88B697A3-FBEF-456D-B197-149D4F8EDF72}" srcOrd="1" destOrd="0" presId="urn:microsoft.com/office/officeart/2018/2/layout/IconVerticalSolidList"/>
    <dgm:cxn modelId="{8062AC89-B4D9-499C-80D0-0656224962E2}" type="presParOf" srcId="{600B3870-6406-42DA-83A3-BCEBDD532C61}" destId="{1BC1BF4D-A813-48B9-B789-6DF414EF7831}" srcOrd="2" destOrd="0" presId="urn:microsoft.com/office/officeart/2018/2/layout/IconVerticalSolidList"/>
    <dgm:cxn modelId="{ED24BF05-885E-423A-B19C-57B218E0A1D1}" type="presParOf" srcId="{600B3870-6406-42DA-83A3-BCEBDD532C61}" destId="{B95310AA-1A0D-4641-9370-11C3871CC811}" srcOrd="3" destOrd="0" presId="urn:microsoft.com/office/officeart/2018/2/layout/IconVerticalSolidList"/>
    <dgm:cxn modelId="{A5590566-F85F-47F0-90D7-364A5A472BF9}" type="presParOf" srcId="{FBCE7753-B04B-4CA6-9A9A-3950FB3E0447}" destId="{E7D36FD0-06C4-4616-83F9-74554E5DE34B}" srcOrd="1" destOrd="0" presId="urn:microsoft.com/office/officeart/2018/2/layout/IconVerticalSolidList"/>
    <dgm:cxn modelId="{F8C275BE-6949-4B70-8ACB-B955343806BC}" type="presParOf" srcId="{FBCE7753-B04B-4CA6-9A9A-3950FB3E0447}" destId="{64C900AB-FEBB-446D-A261-ACE3A1E28050}" srcOrd="2" destOrd="0" presId="urn:microsoft.com/office/officeart/2018/2/layout/IconVerticalSolidList"/>
    <dgm:cxn modelId="{5C958261-3075-42BC-AF69-58634098AD6C}" type="presParOf" srcId="{64C900AB-FEBB-446D-A261-ACE3A1E28050}" destId="{72892262-BD10-41B0-B5E5-BF181C704C2F}" srcOrd="0" destOrd="0" presId="urn:microsoft.com/office/officeart/2018/2/layout/IconVerticalSolidList"/>
    <dgm:cxn modelId="{E74A5A7C-27B8-46E3-A5EC-91102CE4EE6D}" type="presParOf" srcId="{64C900AB-FEBB-446D-A261-ACE3A1E28050}" destId="{203FA014-C41E-4A8C-AA17-49664AF2FC27}" srcOrd="1" destOrd="0" presId="urn:microsoft.com/office/officeart/2018/2/layout/IconVerticalSolidList"/>
    <dgm:cxn modelId="{CA490559-E088-4A8C-B69F-1CB20BA69055}" type="presParOf" srcId="{64C900AB-FEBB-446D-A261-ACE3A1E28050}" destId="{FCE1FFDB-F7DF-4722-96BA-5DF4BD8D45DE}" srcOrd="2" destOrd="0" presId="urn:microsoft.com/office/officeart/2018/2/layout/IconVerticalSolidList"/>
    <dgm:cxn modelId="{A6B3FD46-9156-4E2A-A6A2-1F632F5481EB}" type="presParOf" srcId="{64C900AB-FEBB-446D-A261-ACE3A1E28050}" destId="{311A7E0D-2B4D-4D40-B504-46CA0B156D79}" srcOrd="3" destOrd="0" presId="urn:microsoft.com/office/officeart/2018/2/layout/IconVerticalSolidList"/>
    <dgm:cxn modelId="{7DE9A78C-5453-485C-8BA4-40A3218A341D}" type="presParOf" srcId="{FBCE7753-B04B-4CA6-9A9A-3950FB3E0447}" destId="{2FDF3681-97A9-4FCC-99A0-5826F8E06B7B}" srcOrd="3" destOrd="0" presId="urn:microsoft.com/office/officeart/2018/2/layout/IconVerticalSolidList"/>
    <dgm:cxn modelId="{FD188CEF-11FD-48C2-8107-475A1723F72A}" type="presParOf" srcId="{FBCE7753-B04B-4CA6-9A9A-3950FB3E0447}" destId="{3B234E8F-8888-46A2-BB29-1F5395879419}" srcOrd="4" destOrd="0" presId="urn:microsoft.com/office/officeart/2018/2/layout/IconVerticalSolidList"/>
    <dgm:cxn modelId="{AA32F554-FB17-4DC8-B7A4-78EDDB71C28E}" type="presParOf" srcId="{3B234E8F-8888-46A2-BB29-1F5395879419}" destId="{F4100E4B-55C8-4BEB-918C-74E19EF737D0}" srcOrd="0" destOrd="0" presId="urn:microsoft.com/office/officeart/2018/2/layout/IconVerticalSolidList"/>
    <dgm:cxn modelId="{884251B7-F297-483A-AE87-D975D3CFBC47}" type="presParOf" srcId="{3B234E8F-8888-46A2-BB29-1F5395879419}" destId="{2A77342A-8011-4747-9427-1BDEA951B614}" srcOrd="1" destOrd="0" presId="urn:microsoft.com/office/officeart/2018/2/layout/IconVerticalSolidList"/>
    <dgm:cxn modelId="{DAA56700-AAFD-439F-9BF6-E130649F7985}" type="presParOf" srcId="{3B234E8F-8888-46A2-BB29-1F5395879419}" destId="{74C6463F-6870-4130-9B80-F053E8595824}" srcOrd="2" destOrd="0" presId="urn:microsoft.com/office/officeart/2018/2/layout/IconVerticalSolidList"/>
    <dgm:cxn modelId="{C86819BF-F3E8-4AF4-A0FC-526F9DDE4D17}" type="presParOf" srcId="{3B234E8F-8888-46A2-BB29-1F5395879419}" destId="{6311CF8A-FA3C-4E75-86A1-3E0EE78568ED}" srcOrd="3" destOrd="0" presId="urn:microsoft.com/office/officeart/2018/2/layout/IconVerticalSolidList"/>
    <dgm:cxn modelId="{F331F077-E6D0-4ED9-A3DB-76B1BAE250D9}" type="presParOf" srcId="{FBCE7753-B04B-4CA6-9A9A-3950FB3E0447}" destId="{57068FF9-61C0-492A-9D92-7CF66FBD268E}" srcOrd="5" destOrd="0" presId="urn:microsoft.com/office/officeart/2018/2/layout/IconVerticalSolidList"/>
    <dgm:cxn modelId="{2DBE9E65-EEC6-400B-BD3F-B646BDFDF110}" type="presParOf" srcId="{FBCE7753-B04B-4CA6-9A9A-3950FB3E0447}" destId="{1B4A85EA-ACA4-4BC6-91B9-EDF0F290E55E}" srcOrd="6" destOrd="0" presId="urn:microsoft.com/office/officeart/2018/2/layout/IconVerticalSolidList"/>
    <dgm:cxn modelId="{DDAD7E55-9D9C-4870-977D-EBCC46B0CDF1}" type="presParOf" srcId="{1B4A85EA-ACA4-4BC6-91B9-EDF0F290E55E}" destId="{3CB70F82-A2BE-4870-9A1C-54D5181D7193}" srcOrd="0" destOrd="0" presId="urn:microsoft.com/office/officeart/2018/2/layout/IconVerticalSolidList"/>
    <dgm:cxn modelId="{C189EF7F-9480-412E-ACCE-169BEF14CE1B}" type="presParOf" srcId="{1B4A85EA-ACA4-4BC6-91B9-EDF0F290E55E}" destId="{FB46683C-DF73-41FF-9D5A-3D17450D46A7}" srcOrd="1" destOrd="0" presId="urn:microsoft.com/office/officeart/2018/2/layout/IconVerticalSolidList"/>
    <dgm:cxn modelId="{59CFDC6D-614E-4273-A7FD-AAB9020D98A7}" type="presParOf" srcId="{1B4A85EA-ACA4-4BC6-91B9-EDF0F290E55E}" destId="{597AA562-C5B7-4F57-A434-E35A483952C3}" srcOrd="2" destOrd="0" presId="urn:microsoft.com/office/officeart/2018/2/layout/IconVerticalSolidList"/>
    <dgm:cxn modelId="{515AADCB-F4D4-4CAE-83CC-2227269B5FA5}" type="presParOf" srcId="{1B4A85EA-ACA4-4BC6-91B9-EDF0F290E55E}" destId="{019679A5-5303-4EC4-B388-61973A16AB86}" srcOrd="3" destOrd="0" presId="urn:microsoft.com/office/officeart/2018/2/layout/IconVerticalSolidList"/>
    <dgm:cxn modelId="{9F8AA5AE-8B29-4F09-BF53-B9447FADCAA4}" type="presParOf" srcId="{FBCE7753-B04B-4CA6-9A9A-3950FB3E0447}" destId="{17A16CC2-D4F3-4D0E-923B-8E14BD059117}" srcOrd="7" destOrd="0" presId="urn:microsoft.com/office/officeart/2018/2/layout/IconVerticalSolidList"/>
    <dgm:cxn modelId="{2C8C1971-EAB7-4EA4-9DA9-9EC1FEC15193}" type="presParOf" srcId="{FBCE7753-B04B-4CA6-9A9A-3950FB3E0447}" destId="{ADA603C0-6A0A-4380-9AC8-04E9FE29B261}" srcOrd="8" destOrd="0" presId="urn:microsoft.com/office/officeart/2018/2/layout/IconVerticalSolidList"/>
    <dgm:cxn modelId="{4791F1BC-4A90-48AD-9F52-3C809EA26930}" type="presParOf" srcId="{ADA603C0-6A0A-4380-9AC8-04E9FE29B261}" destId="{2AA71A80-36DE-4E21-94F1-3A5C0E007378}" srcOrd="0" destOrd="0" presId="urn:microsoft.com/office/officeart/2018/2/layout/IconVerticalSolidList"/>
    <dgm:cxn modelId="{1BFEAE1B-8807-4D7B-9825-A990A891B0E9}" type="presParOf" srcId="{ADA603C0-6A0A-4380-9AC8-04E9FE29B261}" destId="{38451037-3F6B-4432-94B5-9AC0D82BD5CB}" srcOrd="1" destOrd="0" presId="urn:microsoft.com/office/officeart/2018/2/layout/IconVerticalSolidList"/>
    <dgm:cxn modelId="{99634F64-C16B-4212-987E-CAF815256B0E}" type="presParOf" srcId="{ADA603C0-6A0A-4380-9AC8-04E9FE29B261}" destId="{ECCC2474-D4B9-4ADF-8C49-AB5C427E9B18}" srcOrd="2" destOrd="0" presId="urn:microsoft.com/office/officeart/2018/2/layout/IconVerticalSolidList"/>
    <dgm:cxn modelId="{117CD668-C3F0-4FF6-883C-D45BB56C71E2}" type="presParOf" srcId="{ADA603C0-6A0A-4380-9AC8-04E9FE29B261}" destId="{3AC0F2ED-39CD-4F27-881D-833EA895EF48}" srcOrd="3" destOrd="0" presId="urn:microsoft.com/office/officeart/2018/2/layout/IconVerticalSolidList"/>
    <dgm:cxn modelId="{B673854C-23F1-4813-BF68-843F9B0B57BF}" type="presParOf" srcId="{FBCE7753-B04B-4CA6-9A9A-3950FB3E0447}" destId="{8277945F-B13E-4295-AD2A-1D89A60AC849}" srcOrd="9" destOrd="0" presId="urn:microsoft.com/office/officeart/2018/2/layout/IconVerticalSolidList"/>
    <dgm:cxn modelId="{8A6A8200-FDEE-4AA9-A958-81A77553EC27}" type="presParOf" srcId="{FBCE7753-B04B-4CA6-9A9A-3950FB3E0447}" destId="{D7C38464-60E4-4C9C-8532-89CA6C56E615}" srcOrd="10" destOrd="0" presId="urn:microsoft.com/office/officeart/2018/2/layout/IconVerticalSolidList"/>
    <dgm:cxn modelId="{254821BA-757B-450F-A6A6-E37207608671}" type="presParOf" srcId="{D7C38464-60E4-4C9C-8532-89CA6C56E615}" destId="{016690D3-3CF6-4437-B603-567B333D17A8}" srcOrd="0" destOrd="0" presId="urn:microsoft.com/office/officeart/2018/2/layout/IconVerticalSolidList"/>
    <dgm:cxn modelId="{87DC3FE8-F7C5-4FDA-98FF-665632EC30E1}" type="presParOf" srcId="{D7C38464-60E4-4C9C-8532-89CA6C56E615}" destId="{3CE1946C-1D82-4391-96C9-29AAAB88B0B4}" srcOrd="1" destOrd="0" presId="urn:microsoft.com/office/officeart/2018/2/layout/IconVerticalSolidList"/>
    <dgm:cxn modelId="{3E5AF269-C675-4983-974E-8768580907E5}" type="presParOf" srcId="{D7C38464-60E4-4C9C-8532-89CA6C56E615}" destId="{2A79DB9D-49D7-4BC3-AAB1-A48246189481}" srcOrd="2" destOrd="0" presId="urn:microsoft.com/office/officeart/2018/2/layout/IconVerticalSolidList"/>
    <dgm:cxn modelId="{96580B32-B6B0-443A-9317-A5C5A34CF27E}" type="presParOf" srcId="{D7C38464-60E4-4C9C-8532-89CA6C56E615}" destId="{2A1D29C5-DDAD-424E-BD90-1EEC12221C20}" srcOrd="3" destOrd="0" presId="urn:microsoft.com/office/officeart/2018/2/layout/IconVerticalSolidList"/>
    <dgm:cxn modelId="{A118D136-95B5-4E2D-A7F9-6815585A377F}" type="presParOf" srcId="{FBCE7753-B04B-4CA6-9A9A-3950FB3E0447}" destId="{39CC4B23-A4FD-40B1-AB10-5E19386E4E1D}" srcOrd="11" destOrd="0" presId="urn:microsoft.com/office/officeart/2018/2/layout/IconVerticalSolidList"/>
    <dgm:cxn modelId="{BA1BD390-1B39-4065-875C-7751CFB52116}" type="presParOf" srcId="{FBCE7753-B04B-4CA6-9A9A-3950FB3E0447}" destId="{08263905-A970-42A4-9459-A49C3B2C536A}" srcOrd="12" destOrd="0" presId="urn:microsoft.com/office/officeart/2018/2/layout/IconVerticalSolidList"/>
    <dgm:cxn modelId="{0A125F9A-400D-4CC9-8864-7DA2190C1D37}" type="presParOf" srcId="{08263905-A970-42A4-9459-A49C3B2C536A}" destId="{D662E02F-A1C5-48F6-AA37-2E0F4E27B174}" srcOrd="0" destOrd="0" presId="urn:microsoft.com/office/officeart/2018/2/layout/IconVerticalSolidList"/>
    <dgm:cxn modelId="{A9BE281E-41AB-4BA9-BA20-5056A313A99A}" type="presParOf" srcId="{08263905-A970-42A4-9459-A49C3B2C536A}" destId="{F3519010-0228-4A89-AF96-D364FD69E5A1}" srcOrd="1" destOrd="0" presId="urn:microsoft.com/office/officeart/2018/2/layout/IconVerticalSolidList"/>
    <dgm:cxn modelId="{039DA0C4-B600-44BD-83B1-1D6F5073FEA3}" type="presParOf" srcId="{08263905-A970-42A4-9459-A49C3B2C536A}" destId="{433C0DEB-4EFB-4FF6-A64A-FEAD4F060288}" srcOrd="2" destOrd="0" presId="urn:microsoft.com/office/officeart/2018/2/layout/IconVerticalSolidList"/>
    <dgm:cxn modelId="{39BB0967-8BF1-480D-A8F1-22CA92BB4974}" type="presParOf" srcId="{08263905-A970-42A4-9459-A49C3B2C536A}" destId="{9EB4E151-6671-4046-B00C-D5C0D2B1AA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A29476-9FFB-4553-A2EF-0135554E0605}" type="doc">
      <dgm:prSet loTypeId="urn:microsoft.com/office/officeart/2005/8/layout/default" loCatId="list" qsTypeId="urn:microsoft.com/office/officeart/2005/8/quickstyle/simple1" qsCatId="simple" csTypeId="urn:microsoft.com/office/officeart/2005/8/colors/accent1_5" csCatId="accent1"/>
      <dgm:spPr/>
      <dgm:t>
        <a:bodyPr/>
        <a:lstStyle/>
        <a:p>
          <a:endParaRPr lang="en-US"/>
        </a:p>
      </dgm:t>
    </dgm:pt>
    <dgm:pt modelId="{2040D254-9416-4F10-8820-501A9BA39990}">
      <dgm:prSet/>
      <dgm:spPr/>
      <dgm:t>
        <a:bodyPr/>
        <a:lstStyle/>
        <a:p>
          <a:r>
            <a:rPr lang="pt-BR" b="0" i="0"/>
            <a:t>Conceitos e características do Big Data. </a:t>
          </a:r>
          <a:endParaRPr lang="en-US"/>
        </a:p>
      </dgm:t>
    </dgm:pt>
    <dgm:pt modelId="{96BCD78C-9D42-4897-BFD8-E4FFB7E3E146}" type="parTrans" cxnId="{BDA29BD6-C119-4931-8CBF-C50EF9EB2B62}">
      <dgm:prSet/>
      <dgm:spPr/>
      <dgm:t>
        <a:bodyPr/>
        <a:lstStyle/>
        <a:p>
          <a:endParaRPr lang="en-US"/>
        </a:p>
      </dgm:t>
    </dgm:pt>
    <dgm:pt modelId="{DF5CBBE4-23E8-42FD-8CD3-CA3BAA8B4A15}" type="sibTrans" cxnId="{BDA29BD6-C119-4931-8CBF-C50EF9EB2B62}">
      <dgm:prSet/>
      <dgm:spPr/>
      <dgm:t>
        <a:bodyPr/>
        <a:lstStyle/>
        <a:p>
          <a:endParaRPr lang="en-US"/>
        </a:p>
      </dgm:t>
    </dgm:pt>
    <dgm:pt modelId="{4E7A33E8-6F3D-49ED-8E49-5E3ABF7F9AFC}">
      <dgm:prSet/>
      <dgm:spPr/>
      <dgm:t>
        <a:bodyPr/>
        <a:lstStyle/>
        <a:p>
          <a:r>
            <a:rPr lang="pt-BR" b="0" i="0"/>
            <a:t>Desafios e oportunidades na era do Big Data. </a:t>
          </a:r>
          <a:endParaRPr lang="en-US"/>
        </a:p>
      </dgm:t>
    </dgm:pt>
    <dgm:pt modelId="{462D3A19-8FA3-48EF-9A42-032755A3D873}" type="parTrans" cxnId="{3C01553A-6906-4232-9787-3DF13C827231}">
      <dgm:prSet/>
      <dgm:spPr/>
      <dgm:t>
        <a:bodyPr/>
        <a:lstStyle/>
        <a:p>
          <a:endParaRPr lang="en-US"/>
        </a:p>
      </dgm:t>
    </dgm:pt>
    <dgm:pt modelId="{24207800-BC16-42A5-A9AF-A3C440FD7175}" type="sibTrans" cxnId="{3C01553A-6906-4232-9787-3DF13C827231}">
      <dgm:prSet/>
      <dgm:spPr/>
      <dgm:t>
        <a:bodyPr/>
        <a:lstStyle/>
        <a:p>
          <a:endParaRPr lang="en-US"/>
        </a:p>
      </dgm:t>
    </dgm:pt>
    <dgm:pt modelId="{9F274566-5F30-4671-9108-83748DD46048}">
      <dgm:prSet/>
      <dgm:spPr/>
      <dgm:t>
        <a:bodyPr/>
        <a:lstStyle/>
        <a:p>
          <a:r>
            <a:rPr lang="pt-BR" b="0" i="0"/>
            <a:t>Aplicações e impactos nas diversas áreas. </a:t>
          </a:r>
          <a:endParaRPr lang="en-US"/>
        </a:p>
      </dgm:t>
    </dgm:pt>
    <dgm:pt modelId="{C9858D2A-1C9D-4C7E-9C45-175FA7759D60}" type="parTrans" cxnId="{FA141303-5DEA-48C0-B835-26ED5EA287D3}">
      <dgm:prSet/>
      <dgm:spPr/>
      <dgm:t>
        <a:bodyPr/>
        <a:lstStyle/>
        <a:p>
          <a:endParaRPr lang="en-US"/>
        </a:p>
      </dgm:t>
    </dgm:pt>
    <dgm:pt modelId="{A4B0568F-2DB4-45A7-8C4E-3D6391FB5E70}" type="sibTrans" cxnId="{FA141303-5DEA-48C0-B835-26ED5EA287D3}">
      <dgm:prSet/>
      <dgm:spPr/>
      <dgm:t>
        <a:bodyPr/>
        <a:lstStyle/>
        <a:p>
          <a:endParaRPr lang="en-US"/>
        </a:p>
      </dgm:t>
    </dgm:pt>
    <dgm:pt modelId="{AE0D7732-0083-4AE1-9B85-443A9A6EB005}">
      <dgm:prSet/>
      <dgm:spPr/>
      <dgm:t>
        <a:bodyPr/>
        <a:lstStyle/>
        <a:p>
          <a:r>
            <a:rPr lang="pt-BR" b="0" i="0"/>
            <a:t>Arquiteturas de armazenamento e processamento distribuído</a:t>
          </a:r>
          <a:endParaRPr lang="en-US"/>
        </a:p>
      </dgm:t>
    </dgm:pt>
    <dgm:pt modelId="{3695AC53-79E5-47FC-9A5C-055AD2A1BC72}" type="parTrans" cxnId="{B0F05B26-53DB-4E8D-B8EF-FDC44F4CCAF7}">
      <dgm:prSet/>
      <dgm:spPr/>
      <dgm:t>
        <a:bodyPr/>
        <a:lstStyle/>
        <a:p>
          <a:endParaRPr lang="en-US"/>
        </a:p>
      </dgm:t>
    </dgm:pt>
    <dgm:pt modelId="{CC0C85A4-70A1-45C1-8AAB-92C0C958CF06}" type="sibTrans" cxnId="{B0F05B26-53DB-4E8D-B8EF-FDC44F4CCAF7}">
      <dgm:prSet/>
      <dgm:spPr/>
      <dgm:t>
        <a:bodyPr/>
        <a:lstStyle/>
        <a:p>
          <a:endParaRPr lang="en-US"/>
        </a:p>
      </dgm:t>
    </dgm:pt>
    <dgm:pt modelId="{3EE411F6-7B73-4889-9AAE-C93DEB967D74}">
      <dgm:prSet/>
      <dgm:spPr/>
      <dgm:t>
        <a:bodyPr/>
        <a:lstStyle/>
        <a:p>
          <a:r>
            <a:rPr lang="pt-BR" b="0" i="0"/>
            <a:t>Plataformas e ferramentas para o gerenciamento de Big Data.</a:t>
          </a:r>
          <a:endParaRPr lang="en-US"/>
        </a:p>
      </dgm:t>
    </dgm:pt>
    <dgm:pt modelId="{DAB00BF5-401C-4085-88A0-6518091A566A}" type="parTrans" cxnId="{A9864B98-761D-4271-AA8D-D5765D27E38C}">
      <dgm:prSet/>
      <dgm:spPr/>
      <dgm:t>
        <a:bodyPr/>
        <a:lstStyle/>
        <a:p>
          <a:endParaRPr lang="en-US"/>
        </a:p>
      </dgm:t>
    </dgm:pt>
    <dgm:pt modelId="{4ED97D4F-67EE-462F-B8FB-696BA7C1CF16}" type="sibTrans" cxnId="{A9864B98-761D-4271-AA8D-D5765D27E38C}">
      <dgm:prSet/>
      <dgm:spPr/>
      <dgm:t>
        <a:bodyPr/>
        <a:lstStyle/>
        <a:p>
          <a:endParaRPr lang="en-US"/>
        </a:p>
      </dgm:t>
    </dgm:pt>
    <dgm:pt modelId="{3AB37450-6C61-4F28-83D7-F6B6FE3196F5}">
      <dgm:prSet/>
      <dgm:spPr/>
      <dgm:t>
        <a:bodyPr/>
        <a:lstStyle/>
        <a:p>
          <a:r>
            <a:rPr lang="pt-BR" b="0" i="0"/>
            <a:t>Técnicas e algoritmos para processamento de grandes volumes de dados</a:t>
          </a:r>
          <a:endParaRPr lang="en-US"/>
        </a:p>
      </dgm:t>
    </dgm:pt>
    <dgm:pt modelId="{A486B38A-5A63-41FA-9CE6-23B751AF16B0}" type="parTrans" cxnId="{F80D978C-91DE-499C-9BA7-B9240B06B05A}">
      <dgm:prSet/>
      <dgm:spPr/>
      <dgm:t>
        <a:bodyPr/>
        <a:lstStyle/>
        <a:p>
          <a:endParaRPr lang="en-US"/>
        </a:p>
      </dgm:t>
    </dgm:pt>
    <dgm:pt modelId="{DCE35EFB-2C19-40BA-A2F6-ECF4A1533DB7}" type="sibTrans" cxnId="{F80D978C-91DE-499C-9BA7-B9240B06B05A}">
      <dgm:prSet/>
      <dgm:spPr/>
      <dgm:t>
        <a:bodyPr/>
        <a:lstStyle/>
        <a:p>
          <a:endParaRPr lang="en-US"/>
        </a:p>
      </dgm:t>
    </dgm:pt>
    <dgm:pt modelId="{24433BD4-218A-41F8-A07E-E03C90C91435}">
      <dgm:prSet/>
      <dgm:spPr/>
      <dgm:t>
        <a:bodyPr/>
        <a:lstStyle/>
        <a:p>
          <a:r>
            <a:rPr lang="pt-BR" b="0" i="0"/>
            <a:t>Computação distribuída e paralela. </a:t>
          </a:r>
          <a:endParaRPr lang="en-US"/>
        </a:p>
      </dgm:t>
    </dgm:pt>
    <dgm:pt modelId="{BAC18CB9-3A89-435C-BCEF-8D4482519A45}" type="parTrans" cxnId="{623B25D0-EC1D-46D2-AC59-E310A1E879B8}">
      <dgm:prSet/>
      <dgm:spPr/>
      <dgm:t>
        <a:bodyPr/>
        <a:lstStyle/>
        <a:p>
          <a:endParaRPr lang="en-US"/>
        </a:p>
      </dgm:t>
    </dgm:pt>
    <dgm:pt modelId="{2458345A-65F4-4503-8DEE-F2FFB06210F7}" type="sibTrans" cxnId="{623B25D0-EC1D-46D2-AC59-E310A1E879B8}">
      <dgm:prSet/>
      <dgm:spPr/>
      <dgm:t>
        <a:bodyPr/>
        <a:lstStyle/>
        <a:p>
          <a:endParaRPr lang="en-US"/>
        </a:p>
      </dgm:t>
    </dgm:pt>
    <dgm:pt modelId="{786D1DC4-7F86-4D13-861A-A544F37C8E8A}">
      <dgm:prSet/>
      <dgm:spPr/>
      <dgm:t>
        <a:bodyPr/>
        <a:lstStyle/>
        <a:p>
          <a:r>
            <a:rPr lang="pt-BR" b="0" i="0"/>
            <a:t>Estratégias e ferramentas para análise de dados em tempo real. </a:t>
          </a:r>
          <a:endParaRPr lang="en-US"/>
        </a:p>
      </dgm:t>
    </dgm:pt>
    <dgm:pt modelId="{7252B152-DF09-402B-A10A-DE4735F7E4D0}" type="parTrans" cxnId="{E48EFD3A-4EB8-4F09-A6F2-2CCB75EC078E}">
      <dgm:prSet/>
      <dgm:spPr/>
      <dgm:t>
        <a:bodyPr/>
        <a:lstStyle/>
        <a:p>
          <a:endParaRPr lang="en-US"/>
        </a:p>
      </dgm:t>
    </dgm:pt>
    <dgm:pt modelId="{3B21403F-BC3E-450B-93F3-26DAF4466CA1}" type="sibTrans" cxnId="{E48EFD3A-4EB8-4F09-A6F2-2CCB75EC078E}">
      <dgm:prSet/>
      <dgm:spPr/>
      <dgm:t>
        <a:bodyPr/>
        <a:lstStyle/>
        <a:p>
          <a:endParaRPr lang="en-US"/>
        </a:p>
      </dgm:t>
    </dgm:pt>
    <dgm:pt modelId="{EEAC58FD-5308-4386-BAFF-9D272D6A9E35}">
      <dgm:prSet/>
      <dgm:spPr/>
      <dgm:t>
        <a:bodyPr/>
        <a:lstStyle/>
        <a:p>
          <a:r>
            <a:rPr lang="pt-BR" b="0" i="0"/>
            <a:t>Processamento de stream de dados. Sistemas e aplicações com Big Data. </a:t>
          </a:r>
          <a:endParaRPr lang="en-US"/>
        </a:p>
      </dgm:t>
    </dgm:pt>
    <dgm:pt modelId="{CA0E8E34-8F51-4DA5-BFEB-49E849E45268}" type="parTrans" cxnId="{9A86EDB9-E8E8-4763-A507-3357BEEE7370}">
      <dgm:prSet/>
      <dgm:spPr/>
      <dgm:t>
        <a:bodyPr/>
        <a:lstStyle/>
        <a:p>
          <a:endParaRPr lang="en-US"/>
        </a:p>
      </dgm:t>
    </dgm:pt>
    <dgm:pt modelId="{5C059023-796C-4495-9DC5-9F3D9200399C}" type="sibTrans" cxnId="{9A86EDB9-E8E8-4763-A507-3357BEEE7370}">
      <dgm:prSet/>
      <dgm:spPr/>
      <dgm:t>
        <a:bodyPr/>
        <a:lstStyle/>
        <a:p>
          <a:endParaRPr lang="en-US"/>
        </a:p>
      </dgm:t>
    </dgm:pt>
    <dgm:pt modelId="{D9B8787A-CC11-4547-A4E7-6C87F677595E}">
      <dgm:prSet/>
      <dgm:spPr/>
      <dgm:t>
        <a:bodyPr/>
        <a:lstStyle/>
        <a:p>
          <a:r>
            <a:rPr lang="pt-BR" b="0" i="0"/>
            <a:t>Princípios de aprendizado de máquina aplicados a conjuntos de dados volumosos. </a:t>
          </a:r>
          <a:endParaRPr lang="en-US"/>
        </a:p>
      </dgm:t>
    </dgm:pt>
    <dgm:pt modelId="{CD03A15F-C66C-4D0B-B21D-D9520FCD08E2}" type="parTrans" cxnId="{F377D3AE-8D53-428B-B1CB-E44B58D55F8B}">
      <dgm:prSet/>
      <dgm:spPr/>
      <dgm:t>
        <a:bodyPr/>
        <a:lstStyle/>
        <a:p>
          <a:endParaRPr lang="en-US"/>
        </a:p>
      </dgm:t>
    </dgm:pt>
    <dgm:pt modelId="{16E75095-A92A-47EC-9F84-8C2F6D0F0AD8}" type="sibTrans" cxnId="{F377D3AE-8D53-428B-B1CB-E44B58D55F8B}">
      <dgm:prSet/>
      <dgm:spPr/>
      <dgm:t>
        <a:bodyPr/>
        <a:lstStyle/>
        <a:p>
          <a:endParaRPr lang="en-US"/>
        </a:p>
      </dgm:t>
    </dgm:pt>
    <dgm:pt modelId="{50CA7558-D676-4DDC-9AFE-1872CA3031B0}">
      <dgm:prSet/>
      <dgm:spPr/>
      <dgm:t>
        <a:bodyPr/>
        <a:lstStyle/>
        <a:p>
          <a:r>
            <a:rPr lang="pt-BR" b="0" i="0"/>
            <a:t>Modelagem e avaliação de modelos em Big Data. </a:t>
          </a:r>
          <a:endParaRPr lang="en-US"/>
        </a:p>
      </dgm:t>
    </dgm:pt>
    <dgm:pt modelId="{B95523EF-6077-4D4F-A584-BA3826348017}" type="parTrans" cxnId="{D23FB4C4-3635-4F8A-AE4A-E161D4D4196F}">
      <dgm:prSet/>
      <dgm:spPr/>
      <dgm:t>
        <a:bodyPr/>
        <a:lstStyle/>
        <a:p>
          <a:endParaRPr lang="en-US"/>
        </a:p>
      </dgm:t>
    </dgm:pt>
    <dgm:pt modelId="{BD9B007B-2928-46F5-925D-90BF80BAE3BD}" type="sibTrans" cxnId="{D23FB4C4-3635-4F8A-AE4A-E161D4D4196F}">
      <dgm:prSet/>
      <dgm:spPr/>
      <dgm:t>
        <a:bodyPr/>
        <a:lstStyle/>
        <a:p>
          <a:endParaRPr lang="en-US"/>
        </a:p>
      </dgm:t>
    </dgm:pt>
    <dgm:pt modelId="{B6A60FB6-865C-4034-85C3-3C6CE48DE229}">
      <dgm:prSet/>
      <dgm:spPr/>
      <dgm:t>
        <a:bodyPr/>
        <a:lstStyle/>
        <a:p>
          <a:r>
            <a:rPr lang="pt-BR" b="0" i="0"/>
            <a:t>Questões éticas e legais no uso de dados em larga escala. </a:t>
          </a:r>
          <a:endParaRPr lang="en-US"/>
        </a:p>
      </dgm:t>
    </dgm:pt>
    <dgm:pt modelId="{3DA6D0FC-BE20-4D0C-B283-D8DBC61829B4}" type="parTrans" cxnId="{88F606F3-CCF5-4B7E-B8A8-6FFEA8B93053}">
      <dgm:prSet/>
      <dgm:spPr/>
      <dgm:t>
        <a:bodyPr/>
        <a:lstStyle/>
        <a:p>
          <a:endParaRPr lang="en-US"/>
        </a:p>
      </dgm:t>
    </dgm:pt>
    <dgm:pt modelId="{AC9CAE3C-9E10-40F0-91C1-5100A1FDA2CE}" type="sibTrans" cxnId="{88F606F3-CCF5-4B7E-B8A8-6FFEA8B93053}">
      <dgm:prSet/>
      <dgm:spPr/>
      <dgm:t>
        <a:bodyPr/>
        <a:lstStyle/>
        <a:p>
          <a:endParaRPr lang="en-US"/>
        </a:p>
      </dgm:t>
    </dgm:pt>
    <dgm:pt modelId="{64EB3B92-F660-4025-A724-EC7636D42169}">
      <dgm:prSet/>
      <dgm:spPr/>
      <dgm:t>
        <a:bodyPr/>
        <a:lstStyle/>
        <a:p>
          <a:r>
            <a:rPr lang="pt-BR" b="0" i="0"/>
            <a:t>Privacidade, segurança e transparência na manipulação de dados sensíveis.</a:t>
          </a:r>
          <a:endParaRPr lang="en-US"/>
        </a:p>
      </dgm:t>
    </dgm:pt>
    <dgm:pt modelId="{B80C3722-6104-4CC4-BBA8-D5D50AF39E52}" type="parTrans" cxnId="{F37BF3AD-4B94-42B6-B24C-695D7E32AF66}">
      <dgm:prSet/>
      <dgm:spPr/>
      <dgm:t>
        <a:bodyPr/>
        <a:lstStyle/>
        <a:p>
          <a:endParaRPr lang="en-US"/>
        </a:p>
      </dgm:t>
    </dgm:pt>
    <dgm:pt modelId="{6F5A306B-F21B-485D-B6DB-A5D97AB2ADF8}" type="sibTrans" cxnId="{F37BF3AD-4B94-42B6-B24C-695D7E32AF66}">
      <dgm:prSet/>
      <dgm:spPr/>
      <dgm:t>
        <a:bodyPr/>
        <a:lstStyle/>
        <a:p>
          <a:endParaRPr lang="en-US"/>
        </a:p>
      </dgm:t>
    </dgm:pt>
    <dgm:pt modelId="{30D2FCFD-1699-4656-BBEA-AA82426F65BA}" type="pres">
      <dgm:prSet presAssocID="{95A29476-9FFB-4553-A2EF-0135554E0605}" presName="diagram" presStyleCnt="0">
        <dgm:presLayoutVars>
          <dgm:dir/>
          <dgm:resizeHandles val="exact"/>
        </dgm:presLayoutVars>
      </dgm:prSet>
      <dgm:spPr/>
    </dgm:pt>
    <dgm:pt modelId="{1EBC1F4E-94FF-4050-9E47-B8B5006449B2}" type="pres">
      <dgm:prSet presAssocID="{2040D254-9416-4F10-8820-501A9BA39990}" presName="node" presStyleLbl="node1" presStyleIdx="0" presStyleCnt="13">
        <dgm:presLayoutVars>
          <dgm:bulletEnabled val="1"/>
        </dgm:presLayoutVars>
      </dgm:prSet>
      <dgm:spPr/>
    </dgm:pt>
    <dgm:pt modelId="{9C25FB4D-3938-4D8A-B486-7C21AD37780D}" type="pres">
      <dgm:prSet presAssocID="{DF5CBBE4-23E8-42FD-8CD3-CA3BAA8B4A15}" presName="sibTrans" presStyleCnt="0"/>
      <dgm:spPr/>
    </dgm:pt>
    <dgm:pt modelId="{DE08A290-98FD-4709-9D27-C476DAD0B771}" type="pres">
      <dgm:prSet presAssocID="{4E7A33E8-6F3D-49ED-8E49-5E3ABF7F9AFC}" presName="node" presStyleLbl="node1" presStyleIdx="1" presStyleCnt="13">
        <dgm:presLayoutVars>
          <dgm:bulletEnabled val="1"/>
        </dgm:presLayoutVars>
      </dgm:prSet>
      <dgm:spPr/>
    </dgm:pt>
    <dgm:pt modelId="{91288305-DCA2-4EC5-B8C2-418F147DED9A}" type="pres">
      <dgm:prSet presAssocID="{24207800-BC16-42A5-A9AF-A3C440FD7175}" presName="sibTrans" presStyleCnt="0"/>
      <dgm:spPr/>
    </dgm:pt>
    <dgm:pt modelId="{F89C8273-B03E-4C28-9D92-D0E49CCEE117}" type="pres">
      <dgm:prSet presAssocID="{9F274566-5F30-4671-9108-83748DD46048}" presName="node" presStyleLbl="node1" presStyleIdx="2" presStyleCnt="13">
        <dgm:presLayoutVars>
          <dgm:bulletEnabled val="1"/>
        </dgm:presLayoutVars>
      </dgm:prSet>
      <dgm:spPr/>
    </dgm:pt>
    <dgm:pt modelId="{83D0F255-A41C-4D6D-B41A-A0E62BC7C5BE}" type="pres">
      <dgm:prSet presAssocID="{A4B0568F-2DB4-45A7-8C4E-3D6391FB5E70}" presName="sibTrans" presStyleCnt="0"/>
      <dgm:spPr/>
    </dgm:pt>
    <dgm:pt modelId="{2C67A4B3-F936-4A43-9245-F6C1149F9552}" type="pres">
      <dgm:prSet presAssocID="{AE0D7732-0083-4AE1-9B85-443A9A6EB005}" presName="node" presStyleLbl="node1" presStyleIdx="3" presStyleCnt="13">
        <dgm:presLayoutVars>
          <dgm:bulletEnabled val="1"/>
        </dgm:presLayoutVars>
      </dgm:prSet>
      <dgm:spPr/>
    </dgm:pt>
    <dgm:pt modelId="{41E0E4AD-99A3-46BF-805C-84C1F134F53A}" type="pres">
      <dgm:prSet presAssocID="{CC0C85A4-70A1-45C1-8AAB-92C0C958CF06}" presName="sibTrans" presStyleCnt="0"/>
      <dgm:spPr/>
    </dgm:pt>
    <dgm:pt modelId="{4E82D180-F4B3-477E-9F90-F8A9BA4AE6AB}" type="pres">
      <dgm:prSet presAssocID="{3EE411F6-7B73-4889-9AAE-C93DEB967D74}" presName="node" presStyleLbl="node1" presStyleIdx="4" presStyleCnt="13">
        <dgm:presLayoutVars>
          <dgm:bulletEnabled val="1"/>
        </dgm:presLayoutVars>
      </dgm:prSet>
      <dgm:spPr/>
    </dgm:pt>
    <dgm:pt modelId="{F36D75D6-2E4C-4A78-A46A-5E7E71FC6424}" type="pres">
      <dgm:prSet presAssocID="{4ED97D4F-67EE-462F-B8FB-696BA7C1CF16}" presName="sibTrans" presStyleCnt="0"/>
      <dgm:spPr/>
    </dgm:pt>
    <dgm:pt modelId="{5C317282-33CC-4AC0-B4F7-85746AA37F0A}" type="pres">
      <dgm:prSet presAssocID="{3AB37450-6C61-4F28-83D7-F6B6FE3196F5}" presName="node" presStyleLbl="node1" presStyleIdx="5" presStyleCnt="13">
        <dgm:presLayoutVars>
          <dgm:bulletEnabled val="1"/>
        </dgm:presLayoutVars>
      </dgm:prSet>
      <dgm:spPr/>
    </dgm:pt>
    <dgm:pt modelId="{C3274AF4-5C62-46EA-9298-84835746061F}" type="pres">
      <dgm:prSet presAssocID="{DCE35EFB-2C19-40BA-A2F6-ECF4A1533DB7}" presName="sibTrans" presStyleCnt="0"/>
      <dgm:spPr/>
    </dgm:pt>
    <dgm:pt modelId="{880B1E10-500A-4C7A-8003-C1E75EEF4FFB}" type="pres">
      <dgm:prSet presAssocID="{24433BD4-218A-41F8-A07E-E03C90C91435}" presName="node" presStyleLbl="node1" presStyleIdx="6" presStyleCnt="13">
        <dgm:presLayoutVars>
          <dgm:bulletEnabled val="1"/>
        </dgm:presLayoutVars>
      </dgm:prSet>
      <dgm:spPr/>
    </dgm:pt>
    <dgm:pt modelId="{AD61F8E2-6E42-4E0E-B4AE-9BAAF4B08AC6}" type="pres">
      <dgm:prSet presAssocID="{2458345A-65F4-4503-8DEE-F2FFB06210F7}" presName="sibTrans" presStyleCnt="0"/>
      <dgm:spPr/>
    </dgm:pt>
    <dgm:pt modelId="{5CE92C7A-B524-4989-AF8A-670CD7736281}" type="pres">
      <dgm:prSet presAssocID="{786D1DC4-7F86-4D13-861A-A544F37C8E8A}" presName="node" presStyleLbl="node1" presStyleIdx="7" presStyleCnt="13">
        <dgm:presLayoutVars>
          <dgm:bulletEnabled val="1"/>
        </dgm:presLayoutVars>
      </dgm:prSet>
      <dgm:spPr/>
    </dgm:pt>
    <dgm:pt modelId="{B81942E8-C42A-475A-B016-FD0CB0548A05}" type="pres">
      <dgm:prSet presAssocID="{3B21403F-BC3E-450B-93F3-26DAF4466CA1}" presName="sibTrans" presStyleCnt="0"/>
      <dgm:spPr/>
    </dgm:pt>
    <dgm:pt modelId="{7BDF2970-8F56-479B-BE42-E11C79DE0F77}" type="pres">
      <dgm:prSet presAssocID="{EEAC58FD-5308-4386-BAFF-9D272D6A9E35}" presName="node" presStyleLbl="node1" presStyleIdx="8" presStyleCnt="13">
        <dgm:presLayoutVars>
          <dgm:bulletEnabled val="1"/>
        </dgm:presLayoutVars>
      </dgm:prSet>
      <dgm:spPr/>
    </dgm:pt>
    <dgm:pt modelId="{92043A32-E9EE-4069-9F54-CC49A747360F}" type="pres">
      <dgm:prSet presAssocID="{5C059023-796C-4495-9DC5-9F3D9200399C}" presName="sibTrans" presStyleCnt="0"/>
      <dgm:spPr/>
    </dgm:pt>
    <dgm:pt modelId="{C74BBAD0-B467-4749-9C3F-D2968CEE13EA}" type="pres">
      <dgm:prSet presAssocID="{D9B8787A-CC11-4547-A4E7-6C87F677595E}" presName="node" presStyleLbl="node1" presStyleIdx="9" presStyleCnt="13">
        <dgm:presLayoutVars>
          <dgm:bulletEnabled val="1"/>
        </dgm:presLayoutVars>
      </dgm:prSet>
      <dgm:spPr/>
    </dgm:pt>
    <dgm:pt modelId="{D9CCD5E2-3226-4A46-99E4-D552623F3DB7}" type="pres">
      <dgm:prSet presAssocID="{16E75095-A92A-47EC-9F84-8C2F6D0F0AD8}" presName="sibTrans" presStyleCnt="0"/>
      <dgm:spPr/>
    </dgm:pt>
    <dgm:pt modelId="{711CC6BD-E14E-4A08-900F-7B264E662006}" type="pres">
      <dgm:prSet presAssocID="{50CA7558-D676-4DDC-9AFE-1872CA3031B0}" presName="node" presStyleLbl="node1" presStyleIdx="10" presStyleCnt="13">
        <dgm:presLayoutVars>
          <dgm:bulletEnabled val="1"/>
        </dgm:presLayoutVars>
      </dgm:prSet>
      <dgm:spPr/>
    </dgm:pt>
    <dgm:pt modelId="{AF3D80C4-6438-4123-8736-3B90B2134B87}" type="pres">
      <dgm:prSet presAssocID="{BD9B007B-2928-46F5-925D-90BF80BAE3BD}" presName="sibTrans" presStyleCnt="0"/>
      <dgm:spPr/>
    </dgm:pt>
    <dgm:pt modelId="{55729229-F067-4776-AF97-112710E1A27D}" type="pres">
      <dgm:prSet presAssocID="{B6A60FB6-865C-4034-85C3-3C6CE48DE229}" presName="node" presStyleLbl="node1" presStyleIdx="11" presStyleCnt="13">
        <dgm:presLayoutVars>
          <dgm:bulletEnabled val="1"/>
        </dgm:presLayoutVars>
      </dgm:prSet>
      <dgm:spPr/>
    </dgm:pt>
    <dgm:pt modelId="{17C7B21E-EE8D-4AFC-8522-A5A2E9F76206}" type="pres">
      <dgm:prSet presAssocID="{AC9CAE3C-9E10-40F0-91C1-5100A1FDA2CE}" presName="sibTrans" presStyleCnt="0"/>
      <dgm:spPr/>
    </dgm:pt>
    <dgm:pt modelId="{05A00B47-4E42-4FBD-ADC1-513EED3C9190}" type="pres">
      <dgm:prSet presAssocID="{64EB3B92-F660-4025-A724-EC7636D42169}" presName="node" presStyleLbl="node1" presStyleIdx="12" presStyleCnt="13">
        <dgm:presLayoutVars>
          <dgm:bulletEnabled val="1"/>
        </dgm:presLayoutVars>
      </dgm:prSet>
      <dgm:spPr/>
    </dgm:pt>
  </dgm:ptLst>
  <dgm:cxnLst>
    <dgm:cxn modelId="{9E3D7E02-72D2-46C5-B4BB-2D712F8F7BB4}" type="presOf" srcId="{2040D254-9416-4F10-8820-501A9BA39990}" destId="{1EBC1F4E-94FF-4050-9E47-B8B5006449B2}" srcOrd="0" destOrd="0" presId="urn:microsoft.com/office/officeart/2005/8/layout/default"/>
    <dgm:cxn modelId="{FA141303-5DEA-48C0-B835-26ED5EA287D3}" srcId="{95A29476-9FFB-4553-A2EF-0135554E0605}" destId="{9F274566-5F30-4671-9108-83748DD46048}" srcOrd="2" destOrd="0" parTransId="{C9858D2A-1C9D-4C7E-9C45-175FA7759D60}" sibTransId="{A4B0568F-2DB4-45A7-8C4E-3D6391FB5E70}"/>
    <dgm:cxn modelId="{EA4AB517-0C6E-4F14-B879-D97C19DD7537}" type="presOf" srcId="{50CA7558-D676-4DDC-9AFE-1872CA3031B0}" destId="{711CC6BD-E14E-4A08-900F-7B264E662006}" srcOrd="0" destOrd="0" presId="urn:microsoft.com/office/officeart/2005/8/layout/default"/>
    <dgm:cxn modelId="{F8E62D1E-493E-4706-B835-B9FE7D367749}" type="presOf" srcId="{B6A60FB6-865C-4034-85C3-3C6CE48DE229}" destId="{55729229-F067-4776-AF97-112710E1A27D}" srcOrd="0" destOrd="0" presId="urn:microsoft.com/office/officeart/2005/8/layout/default"/>
    <dgm:cxn modelId="{B0F05B26-53DB-4E8D-B8EF-FDC44F4CCAF7}" srcId="{95A29476-9FFB-4553-A2EF-0135554E0605}" destId="{AE0D7732-0083-4AE1-9B85-443A9A6EB005}" srcOrd="3" destOrd="0" parTransId="{3695AC53-79E5-47FC-9A5C-055AD2A1BC72}" sibTransId="{CC0C85A4-70A1-45C1-8AAB-92C0C958CF06}"/>
    <dgm:cxn modelId="{3C01553A-6906-4232-9787-3DF13C827231}" srcId="{95A29476-9FFB-4553-A2EF-0135554E0605}" destId="{4E7A33E8-6F3D-49ED-8E49-5E3ABF7F9AFC}" srcOrd="1" destOrd="0" parTransId="{462D3A19-8FA3-48EF-9A42-032755A3D873}" sibTransId="{24207800-BC16-42A5-A9AF-A3C440FD7175}"/>
    <dgm:cxn modelId="{E48EFD3A-4EB8-4F09-A6F2-2CCB75EC078E}" srcId="{95A29476-9FFB-4553-A2EF-0135554E0605}" destId="{786D1DC4-7F86-4D13-861A-A544F37C8E8A}" srcOrd="7" destOrd="0" parTransId="{7252B152-DF09-402B-A10A-DE4735F7E4D0}" sibTransId="{3B21403F-BC3E-450B-93F3-26DAF4466CA1}"/>
    <dgm:cxn modelId="{C2EF5A5D-6045-4EB2-9342-051CE0583714}" type="presOf" srcId="{64EB3B92-F660-4025-A724-EC7636D42169}" destId="{05A00B47-4E42-4FBD-ADC1-513EED3C9190}" srcOrd="0" destOrd="0" presId="urn:microsoft.com/office/officeart/2005/8/layout/default"/>
    <dgm:cxn modelId="{3E095660-5991-4EC6-A3F4-B9E3A8CEEECB}" type="presOf" srcId="{EEAC58FD-5308-4386-BAFF-9D272D6A9E35}" destId="{7BDF2970-8F56-479B-BE42-E11C79DE0F77}" srcOrd="0" destOrd="0" presId="urn:microsoft.com/office/officeart/2005/8/layout/default"/>
    <dgm:cxn modelId="{AB641346-474E-47A3-AF65-BB39B02D041F}" type="presOf" srcId="{D9B8787A-CC11-4547-A4E7-6C87F677595E}" destId="{C74BBAD0-B467-4749-9C3F-D2968CEE13EA}" srcOrd="0" destOrd="0" presId="urn:microsoft.com/office/officeart/2005/8/layout/default"/>
    <dgm:cxn modelId="{08C2E255-8D79-412E-AD40-B3EB63282099}" type="presOf" srcId="{95A29476-9FFB-4553-A2EF-0135554E0605}" destId="{30D2FCFD-1699-4656-BBEA-AA82426F65BA}" srcOrd="0" destOrd="0" presId="urn:microsoft.com/office/officeart/2005/8/layout/default"/>
    <dgm:cxn modelId="{2D23FD83-616E-4D60-836E-1106326C9979}" type="presOf" srcId="{9F274566-5F30-4671-9108-83748DD46048}" destId="{F89C8273-B03E-4C28-9D92-D0E49CCEE117}" srcOrd="0" destOrd="0" presId="urn:microsoft.com/office/officeart/2005/8/layout/default"/>
    <dgm:cxn modelId="{EBB60685-9820-4D60-AB2A-5D2990868CC9}" type="presOf" srcId="{AE0D7732-0083-4AE1-9B85-443A9A6EB005}" destId="{2C67A4B3-F936-4A43-9245-F6C1149F9552}" srcOrd="0" destOrd="0" presId="urn:microsoft.com/office/officeart/2005/8/layout/default"/>
    <dgm:cxn modelId="{F80D978C-91DE-499C-9BA7-B9240B06B05A}" srcId="{95A29476-9FFB-4553-A2EF-0135554E0605}" destId="{3AB37450-6C61-4F28-83D7-F6B6FE3196F5}" srcOrd="5" destOrd="0" parTransId="{A486B38A-5A63-41FA-9CE6-23B751AF16B0}" sibTransId="{DCE35EFB-2C19-40BA-A2F6-ECF4A1533DB7}"/>
    <dgm:cxn modelId="{A9864B98-761D-4271-AA8D-D5765D27E38C}" srcId="{95A29476-9FFB-4553-A2EF-0135554E0605}" destId="{3EE411F6-7B73-4889-9AAE-C93DEB967D74}" srcOrd="4" destOrd="0" parTransId="{DAB00BF5-401C-4085-88A0-6518091A566A}" sibTransId="{4ED97D4F-67EE-462F-B8FB-696BA7C1CF16}"/>
    <dgm:cxn modelId="{F37BF3AD-4B94-42B6-B24C-695D7E32AF66}" srcId="{95A29476-9FFB-4553-A2EF-0135554E0605}" destId="{64EB3B92-F660-4025-A724-EC7636D42169}" srcOrd="12" destOrd="0" parTransId="{B80C3722-6104-4CC4-BBA8-D5D50AF39E52}" sibTransId="{6F5A306B-F21B-485D-B6DB-A5D97AB2ADF8}"/>
    <dgm:cxn modelId="{F377D3AE-8D53-428B-B1CB-E44B58D55F8B}" srcId="{95A29476-9FFB-4553-A2EF-0135554E0605}" destId="{D9B8787A-CC11-4547-A4E7-6C87F677595E}" srcOrd="9" destOrd="0" parTransId="{CD03A15F-C66C-4D0B-B21D-D9520FCD08E2}" sibTransId="{16E75095-A92A-47EC-9F84-8C2F6D0F0AD8}"/>
    <dgm:cxn modelId="{9A86EDB9-E8E8-4763-A507-3357BEEE7370}" srcId="{95A29476-9FFB-4553-A2EF-0135554E0605}" destId="{EEAC58FD-5308-4386-BAFF-9D272D6A9E35}" srcOrd="8" destOrd="0" parTransId="{CA0E8E34-8F51-4DA5-BFEB-49E849E45268}" sibTransId="{5C059023-796C-4495-9DC5-9F3D9200399C}"/>
    <dgm:cxn modelId="{C35592BD-1923-4411-A454-602AA222C98E}" type="presOf" srcId="{3AB37450-6C61-4F28-83D7-F6B6FE3196F5}" destId="{5C317282-33CC-4AC0-B4F7-85746AA37F0A}" srcOrd="0" destOrd="0" presId="urn:microsoft.com/office/officeart/2005/8/layout/default"/>
    <dgm:cxn modelId="{C4E350C1-7FFE-4C02-B26A-A1FF7CB4C528}" type="presOf" srcId="{786D1DC4-7F86-4D13-861A-A544F37C8E8A}" destId="{5CE92C7A-B524-4989-AF8A-670CD7736281}" srcOrd="0" destOrd="0" presId="urn:microsoft.com/office/officeart/2005/8/layout/default"/>
    <dgm:cxn modelId="{2FAC7CC4-0977-4621-97E6-0233F3523BAB}" type="presOf" srcId="{3EE411F6-7B73-4889-9AAE-C93DEB967D74}" destId="{4E82D180-F4B3-477E-9F90-F8A9BA4AE6AB}" srcOrd="0" destOrd="0" presId="urn:microsoft.com/office/officeart/2005/8/layout/default"/>
    <dgm:cxn modelId="{D23FB4C4-3635-4F8A-AE4A-E161D4D4196F}" srcId="{95A29476-9FFB-4553-A2EF-0135554E0605}" destId="{50CA7558-D676-4DDC-9AFE-1872CA3031B0}" srcOrd="10" destOrd="0" parTransId="{B95523EF-6077-4D4F-A584-BA3826348017}" sibTransId="{BD9B007B-2928-46F5-925D-90BF80BAE3BD}"/>
    <dgm:cxn modelId="{623B25D0-EC1D-46D2-AC59-E310A1E879B8}" srcId="{95A29476-9FFB-4553-A2EF-0135554E0605}" destId="{24433BD4-218A-41F8-A07E-E03C90C91435}" srcOrd="6" destOrd="0" parTransId="{BAC18CB9-3A89-435C-BCEF-8D4482519A45}" sibTransId="{2458345A-65F4-4503-8DEE-F2FFB06210F7}"/>
    <dgm:cxn modelId="{BDA29BD6-C119-4931-8CBF-C50EF9EB2B62}" srcId="{95A29476-9FFB-4553-A2EF-0135554E0605}" destId="{2040D254-9416-4F10-8820-501A9BA39990}" srcOrd="0" destOrd="0" parTransId="{96BCD78C-9D42-4897-BFD8-E4FFB7E3E146}" sibTransId="{DF5CBBE4-23E8-42FD-8CD3-CA3BAA8B4A15}"/>
    <dgm:cxn modelId="{B023CCF1-91F1-4689-A8A9-976F7F8129C5}" type="presOf" srcId="{4E7A33E8-6F3D-49ED-8E49-5E3ABF7F9AFC}" destId="{DE08A290-98FD-4709-9D27-C476DAD0B771}" srcOrd="0" destOrd="0" presId="urn:microsoft.com/office/officeart/2005/8/layout/default"/>
    <dgm:cxn modelId="{88F606F3-CCF5-4B7E-B8A8-6FFEA8B93053}" srcId="{95A29476-9FFB-4553-A2EF-0135554E0605}" destId="{B6A60FB6-865C-4034-85C3-3C6CE48DE229}" srcOrd="11" destOrd="0" parTransId="{3DA6D0FC-BE20-4D0C-B283-D8DBC61829B4}" sibTransId="{AC9CAE3C-9E10-40F0-91C1-5100A1FDA2CE}"/>
    <dgm:cxn modelId="{A046EBF3-FA54-41A6-B376-1F1422FBE41B}" type="presOf" srcId="{24433BD4-218A-41F8-A07E-E03C90C91435}" destId="{880B1E10-500A-4C7A-8003-C1E75EEF4FFB}" srcOrd="0" destOrd="0" presId="urn:microsoft.com/office/officeart/2005/8/layout/default"/>
    <dgm:cxn modelId="{B4B2BC4C-C035-44C4-A4A4-21658F1C017E}" type="presParOf" srcId="{30D2FCFD-1699-4656-BBEA-AA82426F65BA}" destId="{1EBC1F4E-94FF-4050-9E47-B8B5006449B2}" srcOrd="0" destOrd="0" presId="urn:microsoft.com/office/officeart/2005/8/layout/default"/>
    <dgm:cxn modelId="{EA14843D-5A56-4FA8-BE50-2E7A073ACE55}" type="presParOf" srcId="{30D2FCFD-1699-4656-BBEA-AA82426F65BA}" destId="{9C25FB4D-3938-4D8A-B486-7C21AD37780D}" srcOrd="1" destOrd="0" presId="urn:microsoft.com/office/officeart/2005/8/layout/default"/>
    <dgm:cxn modelId="{36E60F7B-BE1B-4B22-BDB0-AF4A531EEF06}" type="presParOf" srcId="{30D2FCFD-1699-4656-BBEA-AA82426F65BA}" destId="{DE08A290-98FD-4709-9D27-C476DAD0B771}" srcOrd="2" destOrd="0" presId="urn:microsoft.com/office/officeart/2005/8/layout/default"/>
    <dgm:cxn modelId="{02499E95-7184-4053-B5B5-1BDEFA7980C3}" type="presParOf" srcId="{30D2FCFD-1699-4656-BBEA-AA82426F65BA}" destId="{91288305-DCA2-4EC5-B8C2-418F147DED9A}" srcOrd="3" destOrd="0" presId="urn:microsoft.com/office/officeart/2005/8/layout/default"/>
    <dgm:cxn modelId="{A739899E-4DB3-40C5-B499-BCE4AC9B57AF}" type="presParOf" srcId="{30D2FCFD-1699-4656-BBEA-AA82426F65BA}" destId="{F89C8273-B03E-4C28-9D92-D0E49CCEE117}" srcOrd="4" destOrd="0" presId="urn:microsoft.com/office/officeart/2005/8/layout/default"/>
    <dgm:cxn modelId="{F7F5ED3A-DBBC-4FFA-8BC4-776EDB0A7BB1}" type="presParOf" srcId="{30D2FCFD-1699-4656-BBEA-AA82426F65BA}" destId="{83D0F255-A41C-4D6D-B41A-A0E62BC7C5BE}" srcOrd="5" destOrd="0" presId="urn:microsoft.com/office/officeart/2005/8/layout/default"/>
    <dgm:cxn modelId="{48CD0628-5A44-4260-AC33-7700FAF11C8D}" type="presParOf" srcId="{30D2FCFD-1699-4656-BBEA-AA82426F65BA}" destId="{2C67A4B3-F936-4A43-9245-F6C1149F9552}" srcOrd="6" destOrd="0" presId="urn:microsoft.com/office/officeart/2005/8/layout/default"/>
    <dgm:cxn modelId="{8DD5386D-CFF8-4092-B2F2-19C81F97EF24}" type="presParOf" srcId="{30D2FCFD-1699-4656-BBEA-AA82426F65BA}" destId="{41E0E4AD-99A3-46BF-805C-84C1F134F53A}" srcOrd="7" destOrd="0" presId="urn:microsoft.com/office/officeart/2005/8/layout/default"/>
    <dgm:cxn modelId="{2F3850AD-1DEA-4757-9691-6C00ABEC30F8}" type="presParOf" srcId="{30D2FCFD-1699-4656-BBEA-AA82426F65BA}" destId="{4E82D180-F4B3-477E-9F90-F8A9BA4AE6AB}" srcOrd="8" destOrd="0" presId="urn:microsoft.com/office/officeart/2005/8/layout/default"/>
    <dgm:cxn modelId="{FAA6E913-7DFA-4DA0-B7FB-D35881B76AE4}" type="presParOf" srcId="{30D2FCFD-1699-4656-BBEA-AA82426F65BA}" destId="{F36D75D6-2E4C-4A78-A46A-5E7E71FC6424}" srcOrd="9" destOrd="0" presId="urn:microsoft.com/office/officeart/2005/8/layout/default"/>
    <dgm:cxn modelId="{D6895423-A2AA-42ED-BCD9-504FFFEE6272}" type="presParOf" srcId="{30D2FCFD-1699-4656-BBEA-AA82426F65BA}" destId="{5C317282-33CC-4AC0-B4F7-85746AA37F0A}" srcOrd="10" destOrd="0" presId="urn:microsoft.com/office/officeart/2005/8/layout/default"/>
    <dgm:cxn modelId="{AFF7C161-9FD0-4708-B35C-BFE21417B26A}" type="presParOf" srcId="{30D2FCFD-1699-4656-BBEA-AA82426F65BA}" destId="{C3274AF4-5C62-46EA-9298-84835746061F}" srcOrd="11" destOrd="0" presId="urn:microsoft.com/office/officeart/2005/8/layout/default"/>
    <dgm:cxn modelId="{06DCF3C9-4C2E-4F86-A60E-8C02EB4A690A}" type="presParOf" srcId="{30D2FCFD-1699-4656-BBEA-AA82426F65BA}" destId="{880B1E10-500A-4C7A-8003-C1E75EEF4FFB}" srcOrd="12" destOrd="0" presId="urn:microsoft.com/office/officeart/2005/8/layout/default"/>
    <dgm:cxn modelId="{55C7DC00-E1C0-4591-90E2-E1A518D9CCDC}" type="presParOf" srcId="{30D2FCFD-1699-4656-BBEA-AA82426F65BA}" destId="{AD61F8E2-6E42-4E0E-B4AE-9BAAF4B08AC6}" srcOrd="13" destOrd="0" presId="urn:microsoft.com/office/officeart/2005/8/layout/default"/>
    <dgm:cxn modelId="{BF31F4A3-42C1-42CA-9DF7-DA5E946D90B8}" type="presParOf" srcId="{30D2FCFD-1699-4656-BBEA-AA82426F65BA}" destId="{5CE92C7A-B524-4989-AF8A-670CD7736281}" srcOrd="14" destOrd="0" presId="urn:microsoft.com/office/officeart/2005/8/layout/default"/>
    <dgm:cxn modelId="{9F138A62-D1DB-4688-8674-CF2EE09E157D}" type="presParOf" srcId="{30D2FCFD-1699-4656-BBEA-AA82426F65BA}" destId="{B81942E8-C42A-475A-B016-FD0CB0548A05}" srcOrd="15" destOrd="0" presId="urn:microsoft.com/office/officeart/2005/8/layout/default"/>
    <dgm:cxn modelId="{9BB5BB17-6E79-4835-9EE0-EEAA739DE724}" type="presParOf" srcId="{30D2FCFD-1699-4656-BBEA-AA82426F65BA}" destId="{7BDF2970-8F56-479B-BE42-E11C79DE0F77}" srcOrd="16" destOrd="0" presId="urn:microsoft.com/office/officeart/2005/8/layout/default"/>
    <dgm:cxn modelId="{38D9A4E1-B953-43E9-B6A5-AA76664BC455}" type="presParOf" srcId="{30D2FCFD-1699-4656-BBEA-AA82426F65BA}" destId="{92043A32-E9EE-4069-9F54-CC49A747360F}" srcOrd="17" destOrd="0" presId="urn:microsoft.com/office/officeart/2005/8/layout/default"/>
    <dgm:cxn modelId="{10F08E11-FEC9-4439-B879-0762BE44F6E8}" type="presParOf" srcId="{30D2FCFD-1699-4656-BBEA-AA82426F65BA}" destId="{C74BBAD0-B467-4749-9C3F-D2968CEE13EA}" srcOrd="18" destOrd="0" presId="urn:microsoft.com/office/officeart/2005/8/layout/default"/>
    <dgm:cxn modelId="{C56C38D4-3C3D-489F-A556-F577FA754CBE}" type="presParOf" srcId="{30D2FCFD-1699-4656-BBEA-AA82426F65BA}" destId="{D9CCD5E2-3226-4A46-99E4-D552623F3DB7}" srcOrd="19" destOrd="0" presId="urn:microsoft.com/office/officeart/2005/8/layout/default"/>
    <dgm:cxn modelId="{2AD39D16-47A8-4EF9-BCC6-4F9C726CC186}" type="presParOf" srcId="{30D2FCFD-1699-4656-BBEA-AA82426F65BA}" destId="{711CC6BD-E14E-4A08-900F-7B264E662006}" srcOrd="20" destOrd="0" presId="urn:microsoft.com/office/officeart/2005/8/layout/default"/>
    <dgm:cxn modelId="{F17F9A7C-B042-4FC2-B0D4-42096AFC173E}" type="presParOf" srcId="{30D2FCFD-1699-4656-BBEA-AA82426F65BA}" destId="{AF3D80C4-6438-4123-8736-3B90B2134B87}" srcOrd="21" destOrd="0" presId="urn:microsoft.com/office/officeart/2005/8/layout/default"/>
    <dgm:cxn modelId="{6475C398-196E-4E88-A0C8-B0988F529A58}" type="presParOf" srcId="{30D2FCFD-1699-4656-BBEA-AA82426F65BA}" destId="{55729229-F067-4776-AF97-112710E1A27D}" srcOrd="22" destOrd="0" presId="urn:microsoft.com/office/officeart/2005/8/layout/default"/>
    <dgm:cxn modelId="{370D5468-4BFB-4878-9CB7-AB32EB96009D}" type="presParOf" srcId="{30D2FCFD-1699-4656-BBEA-AA82426F65BA}" destId="{17C7B21E-EE8D-4AFC-8522-A5A2E9F76206}" srcOrd="23" destOrd="0" presId="urn:microsoft.com/office/officeart/2005/8/layout/default"/>
    <dgm:cxn modelId="{200241AD-D292-48E6-B201-FC797CAEF9D4}" type="presParOf" srcId="{30D2FCFD-1699-4656-BBEA-AA82426F65BA}" destId="{05A00B47-4E42-4FBD-ADC1-513EED3C9190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96E1C0-7A48-43C5-B27F-8F09F8A412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7AE04E-D992-49E7-8742-353A6EC66D2B}">
      <dgm:prSet/>
      <dgm:spPr/>
      <dgm:t>
        <a:bodyPr/>
        <a:lstStyle/>
        <a:p>
          <a:r>
            <a:rPr lang="pt-BR" b="0" i="0" dirty="0"/>
            <a:t>Compreender os fundamentos e conceitos essenciais do Big Data e suas tecnologias associadas.</a:t>
          </a:r>
          <a:endParaRPr lang="en-US" dirty="0"/>
        </a:p>
      </dgm:t>
    </dgm:pt>
    <dgm:pt modelId="{4B8FE7D5-A0F5-45E8-8492-1CF6A7DBFF7C}" type="parTrans" cxnId="{1187A816-8C99-4490-B004-4E08D88F9FB4}">
      <dgm:prSet/>
      <dgm:spPr/>
      <dgm:t>
        <a:bodyPr/>
        <a:lstStyle/>
        <a:p>
          <a:endParaRPr lang="en-US"/>
        </a:p>
      </dgm:t>
    </dgm:pt>
    <dgm:pt modelId="{86304FFF-BCD2-4101-B6CF-E716E8BE8500}" type="sibTrans" cxnId="{1187A816-8C99-4490-B004-4E08D88F9FB4}">
      <dgm:prSet/>
      <dgm:spPr/>
      <dgm:t>
        <a:bodyPr/>
        <a:lstStyle/>
        <a:p>
          <a:endParaRPr lang="en-US"/>
        </a:p>
      </dgm:t>
    </dgm:pt>
    <dgm:pt modelId="{460A7018-4F3D-4C9F-961B-C0561625733F}">
      <dgm:prSet/>
      <dgm:spPr/>
      <dgm:t>
        <a:bodyPr/>
        <a:lstStyle/>
        <a:p>
          <a:r>
            <a:rPr lang="pt-BR" b="0" i="0"/>
            <a:t>Utilizar plataformas e ferramentas de Big Data para processamento e análise de dados em larga escala.</a:t>
          </a:r>
          <a:endParaRPr lang="en-US"/>
        </a:p>
      </dgm:t>
    </dgm:pt>
    <dgm:pt modelId="{D7527784-2796-4C6E-94DE-A05E2123F185}" type="parTrans" cxnId="{1A269BED-DA9F-43EA-ADC2-55C6E8C16709}">
      <dgm:prSet/>
      <dgm:spPr/>
      <dgm:t>
        <a:bodyPr/>
        <a:lstStyle/>
        <a:p>
          <a:endParaRPr lang="en-US"/>
        </a:p>
      </dgm:t>
    </dgm:pt>
    <dgm:pt modelId="{F6530647-17F3-439A-AE78-3738C337D6EF}" type="sibTrans" cxnId="{1A269BED-DA9F-43EA-ADC2-55C6E8C16709}">
      <dgm:prSet/>
      <dgm:spPr/>
      <dgm:t>
        <a:bodyPr/>
        <a:lstStyle/>
        <a:p>
          <a:endParaRPr lang="en-US"/>
        </a:p>
      </dgm:t>
    </dgm:pt>
    <dgm:pt modelId="{E139BA6E-0C24-48BD-9BF0-867B69C3AA7A}">
      <dgm:prSet/>
      <dgm:spPr/>
      <dgm:t>
        <a:bodyPr/>
        <a:lstStyle/>
        <a:p>
          <a:r>
            <a:rPr lang="pt-BR" b="0" i="0"/>
            <a:t>Aplicar técnicas de aprendizado de máquina e análise preditiva em contextos de Big Data.</a:t>
          </a:r>
          <a:endParaRPr lang="en-US"/>
        </a:p>
      </dgm:t>
    </dgm:pt>
    <dgm:pt modelId="{F838802D-A6A1-497B-8039-1B9FB54E1E53}" type="parTrans" cxnId="{1199DEA9-D9B0-41E4-9901-BBC68F61AACE}">
      <dgm:prSet/>
      <dgm:spPr/>
      <dgm:t>
        <a:bodyPr/>
        <a:lstStyle/>
        <a:p>
          <a:endParaRPr lang="en-US"/>
        </a:p>
      </dgm:t>
    </dgm:pt>
    <dgm:pt modelId="{839ADB1C-0B18-443F-BF7F-00BB2B8AB702}" type="sibTrans" cxnId="{1199DEA9-D9B0-41E4-9901-BBC68F61AACE}">
      <dgm:prSet/>
      <dgm:spPr/>
      <dgm:t>
        <a:bodyPr/>
        <a:lstStyle/>
        <a:p>
          <a:endParaRPr lang="en-US"/>
        </a:p>
      </dgm:t>
    </dgm:pt>
    <dgm:pt modelId="{478C2076-BFE2-401E-A5E1-2A732A3F7A10}">
      <dgm:prSet/>
      <dgm:spPr/>
      <dgm:t>
        <a:bodyPr/>
        <a:lstStyle/>
        <a:p>
          <a:r>
            <a:rPr lang="pt-BR" b="0" i="0"/>
            <a:t>Gerenciar aspectos éticos e lega relacionados à coleta, uso e compartilhamento de dados em Big Data.</a:t>
          </a:r>
          <a:endParaRPr lang="en-US"/>
        </a:p>
      </dgm:t>
    </dgm:pt>
    <dgm:pt modelId="{11FBC37C-DA56-48C1-A245-2F443986DB79}" type="parTrans" cxnId="{A3162805-5986-48A2-9E59-CD4243535486}">
      <dgm:prSet/>
      <dgm:spPr/>
      <dgm:t>
        <a:bodyPr/>
        <a:lstStyle/>
        <a:p>
          <a:endParaRPr lang="en-US"/>
        </a:p>
      </dgm:t>
    </dgm:pt>
    <dgm:pt modelId="{149D58CC-6E8F-4CC0-8FD0-6C9902423630}" type="sibTrans" cxnId="{A3162805-5986-48A2-9E59-CD4243535486}">
      <dgm:prSet/>
      <dgm:spPr/>
      <dgm:t>
        <a:bodyPr/>
        <a:lstStyle/>
        <a:p>
          <a:endParaRPr lang="en-US"/>
        </a:p>
      </dgm:t>
    </dgm:pt>
    <dgm:pt modelId="{2C4567C8-681F-49A7-8FCA-FFFD9B5CC765}" type="pres">
      <dgm:prSet presAssocID="{9B96E1C0-7A48-43C5-B27F-8F09F8A412E0}" presName="linear" presStyleCnt="0">
        <dgm:presLayoutVars>
          <dgm:animLvl val="lvl"/>
          <dgm:resizeHandles val="exact"/>
        </dgm:presLayoutVars>
      </dgm:prSet>
      <dgm:spPr/>
    </dgm:pt>
    <dgm:pt modelId="{B0BB8EE6-5B3A-4575-B6D6-26C98C089123}" type="pres">
      <dgm:prSet presAssocID="{887AE04E-D992-49E7-8742-353A6EC66D2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3833891-B87C-4AF2-8875-23889C13594A}" type="pres">
      <dgm:prSet presAssocID="{86304FFF-BCD2-4101-B6CF-E716E8BE8500}" presName="spacer" presStyleCnt="0"/>
      <dgm:spPr/>
    </dgm:pt>
    <dgm:pt modelId="{F2FCBBC9-C326-48DA-B408-A1696D5C985A}" type="pres">
      <dgm:prSet presAssocID="{460A7018-4F3D-4C9F-961B-C0561625733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2A3DAF-48EC-4F9C-972C-B493766C93CB}" type="pres">
      <dgm:prSet presAssocID="{F6530647-17F3-439A-AE78-3738C337D6EF}" presName="spacer" presStyleCnt="0"/>
      <dgm:spPr/>
    </dgm:pt>
    <dgm:pt modelId="{F74AAAAE-D368-45A5-8AFF-76BCF8EAE47F}" type="pres">
      <dgm:prSet presAssocID="{E139BA6E-0C24-48BD-9BF0-867B69C3AA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E2B0A1-4408-499D-815E-88B35DA607C2}" type="pres">
      <dgm:prSet presAssocID="{839ADB1C-0B18-443F-BF7F-00BB2B8AB702}" presName="spacer" presStyleCnt="0"/>
      <dgm:spPr/>
    </dgm:pt>
    <dgm:pt modelId="{2BCE21AC-760F-4EF3-A62F-DF06A9D54841}" type="pres">
      <dgm:prSet presAssocID="{478C2076-BFE2-401E-A5E1-2A732A3F7A1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3162805-5986-48A2-9E59-CD4243535486}" srcId="{9B96E1C0-7A48-43C5-B27F-8F09F8A412E0}" destId="{478C2076-BFE2-401E-A5E1-2A732A3F7A10}" srcOrd="3" destOrd="0" parTransId="{11FBC37C-DA56-48C1-A245-2F443986DB79}" sibTransId="{149D58CC-6E8F-4CC0-8FD0-6C9902423630}"/>
    <dgm:cxn modelId="{6506F506-55CD-4F42-9C7E-F6D99908C138}" type="presOf" srcId="{478C2076-BFE2-401E-A5E1-2A732A3F7A10}" destId="{2BCE21AC-760F-4EF3-A62F-DF06A9D54841}" srcOrd="0" destOrd="0" presId="urn:microsoft.com/office/officeart/2005/8/layout/vList2"/>
    <dgm:cxn modelId="{AFADF408-B892-4942-BD61-A965101E6C53}" type="presOf" srcId="{E139BA6E-0C24-48BD-9BF0-867B69C3AA7A}" destId="{F74AAAAE-D368-45A5-8AFF-76BCF8EAE47F}" srcOrd="0" destOrd="0" presId="urn:microsoft.com/office/officeart/2005/8/layout/vList2"/>
    <dgm:cxn modelId="{1187A816-8C99-4490-B004-4E08D88F9FB4}" srcId="{9B96E1C0-7A48-43C5-B27F-8F09F8A412E0}" destId="{887AE04E-D992-49E7-8742-353A6EC66D2B}" srcOrd="0" destOrd="0" parTransId="{4B8FE7D5-A0F5-45E8-8492-1CF6A7DBFF7C}" sibTransId="{86304FFF-BCD2-4101-B6CF-E716E8BE8500}"/>
    <dgm:cxn modelId="{DEFDD53F-EA25-42DC-8514-C1BF7DBB1BE9}" type="presOf" srcId="{460A7018-4F3D-4C9F-961B-C0561625733F}" destId="{F2FCBBC9-C326-48DA-B408-A1696D5C985A}" srcOrd="0" destOrd="0" presId="urn:microsoft.com/office/officeart/2005/8/layout/vList2"/>
    <dgm:cxn modelId="{F0F3E15B-2E7C-4300-B218-0BA5C5669985}" type="presOf" srcId="{9B96E1C0-7A48-43C5-B27F-8F09F8A412E0}" destId="{2C4567C8-681F-49A7-8FCA-FFFD9B5CC765}" srcOrd="0" destOrd="0" presId="urn:microsoft.com/office/officeart/2005/8/layout/vList2"/>
    <dgm:cxn modelId="{1199DEA9-D9B0-41E4-9901-BBC68F61AACE}" srcId="{9B96E1C0-7A48-43C5-B27F-8F09F8A412E0}" destId="{E139BA6E-0C24-48BD-9BF0-867B69C3AA7A}" srcOrd="2" destOrd="0" parTransId="{F838802D-A6A1-497B-8039-1B9FB54E1E53}" sibTransId="{839ADB1C-0B18-443F-BF7F-00BB2B8AB702}"/>
    <dgm:cxn modelId="{0E5B76E2-2612-43C2-B580-9D05F4A0E1C6}" type="presOf" srcId="{887AE04E-D992-49E7-8742-353A6EC66D2B}" destId="{B0BB8EE6-5B3A-4575-B6D6-26C98C089123}" srcOrd="0" destOrd="0" presId="urn:microsoft.com/office/officeart/2005/8/layout/vList2"/>
    <dgm:cxn modelId="{1A269BED-DA9F-43EA-ADC2-55C6E8C16709}" srcId="{9B96E1C0-7A48-43C5-B27F-8F09F8A412E0}" destId="{460A7018-4F3D-4C9F-961B-C0561625733F}" srcOrd="1" destOrd="0" parTransId="{D7527784-2796-4C6E-94DE-A05E2123F185}" sibTransId="{F6530647-17F3-439A-AE78-3738C337D6EF}"/>
    <dgm:cxn modelId="{E1B0FAEF-0D97-4F97-A544-EBA9B458BB1A}" type="presParOf" srcId="{2C4567C8-681F-49A7-8FCA-FFFD9B5CC765}" destId="{B0BB8EE6-5B3A-4575-B6D6-26C98C089123}" srcOrd="0" destOrd="0" presId="urn:microsoft.com/office/officeart/2005/8/layout/vList2"/>
    <dgm:cxn modelId="{0506CE1E-C37E-48FC-B8BF-7DEBBB6DBCD6}" type="presParOf" srcId="{2C4567C8-681F-49A7-8FCA-FFFD9B5CC765}" destId="{D3833891-B87C-4AF2-8875-23889C13594A}" srcOrd="1" destOrd="0" presId="urn:microsoft.com/office/officeart/2005/8/layout/vList2"/>
    <dgm:cxn modelId="{9BE70F33-5AEC-49AF-B82D-9D78549FE3D3}" type="presParOf" srcId="{2C4567C8-681F-49A7-8FCA-FFFD9B5CC765}" destId="{F2FCBBC9-C326-48DA-B408-A1696D5C985A}" srcOrd="2" destOrd="0" presId="urn:microsoft.com/office/officeart/2005/8/layout/vList2"/>
    <dgm:cxn modelId="{1D03E513-7E7C-4989-86A3-193DABEC2D3F}" type="presParOf" srcId="{2C4567C8-681F-49A7-8FCA-FFFD9B5CC765}" destId="{9B2A3DAF-48EC-4F9C-972C-B493766C93CB}" srcOrd="3" destOrd="0" presId="urn:microsoft.com/office/officeart/2005/8/layout/vList2"/>
    <dgm:cxn modelId="{EA8FF970-0E59-4D4E-8A49-A3EC436588A2}" type="presParOf" srcId="{2C4567C8-681F-49A7-8FCA-FFFD9B5CC765}" destId="{F74AAAAE-D368-45A5-8AFF-76BCF8EAE47F}" srcOrd="4" destOrd="0" presId="urn:microsoft.com/office/officeart/2005/8/layout/vList2"/>
    <dgm:cxn modelId="{F5057BDB-70F1-4D5E-A767-A4F9478DC06F}" type="presParOf" srcId="{2C4567C8-681F-49A7-8FCA-FFFD9B5CC765}" destId="{34E2B0A1-4408-499D-815E-88B35DA607C2}" srcOrd="5" destOrd="0" presId="urn:microsoft.com/office/officeart/2005/8/layout/vList2"/>
    <dgm:cxn modelId="{99B87DBB-F9AA-4885-9928-E4C1275C74F1}" type="presParOf" srcId="{2C4567C8-681F-49A7-8FCA-FFFD9B5CC765}" destId="{2BCE21AC-760F-4EF3-A62F-DF06A9D5484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E2573C-76D4-43A9-A499-B3EF7B8E6E0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97488B69-D72A-46F9-B71F-8868F8BD996A}">
      <dgm:prSet/>
      <dgm:spPr/>
      <dgm:t>
        <a:bodyPr/>
        <a:lstStyle/>
        <a:p>
          <a:r>
            <a:rPr lang="pt-BR" b="0" i="0" baseline="0"/>
            <a:t>Para o elemento Conhecimento:</a:t>
          </a:r>
          <a:endParaRPr lang="en-US"/>
        </a:p>
      </dgm:t>
    </dgm:pt>
    <dgm:pt modelId="{DE72FC5B-8B1C-4D8E-BC73-D7FCA33AEAA1}" type="parTrans" cxnId="{41D2B360-6434-49E2-9663-EF952691C849}">
      <dgm:prSet/>
      <dgm:spPr/>
      <dgm:t>
        <a:bodyPr/>
        <a:lstStyle/>
        <a:p>
          <a:endParaRPr lang="en-US"/>
        </a:p>
      </dgm:t>
    </dgm:pt>
    <dgm:pt modelId="{26B9A812-1DCE-4721-A4C5-E81C2E178FDB}" type="sibTrans" cxnId="{41D2B360-6434-49E2-9663-EF952691C849}">
      <dgm:prSet/>
      <dgm:spPr/>
      <dgm:t>
        <a:bodyPr/>
        <a:lstStyle/>
        <a:p>
          <a:endParaRPr lang="en-US"/>
        </a:p>
      </dgm:t>
    </dgm:pt>
    <dgm:pt modelId="{3AEC79D3-EEC4-426B-A1D2-FE632E640617}">
      <dgm:prSet/>
      <dgm:spPr/>
      <dgm:t>
        <a:bodyPr/>
        <a:lstStyle/>
        <a:p>
          <a:r>
            <a:rPr lang="pt-BR" b="0" i="0" baseline="0" dirty="0"/>
            <a:t>Aula expositiva dialogada, análise de estudos de caso, textos e artigos.</a:t>
          </a:r>
          <a:endParaRPr lang="en-US" dirty="0"/>
        </a:p>
      </dgm:t>
    </dgm:pt>
    <dgm:pt modelId="{67F0EE1C-4D3A-44D9-881D-DA6004750379}" type="parTrans" cxnId="{C507BA3D-983B-4C52-9682-B4B80A66650B}">
      <dgm:prSet/>
      <dgm:spPr/>
      <dgm:t>
        <a:bodyPr/>
        <a:lstStyle/>
        <a:p>
          <a:endParaRPr lang="en-US"/>
        </a:p>
      </dgm:t>
    </dgm:pt>
    <dgm:pt modelId="{BC9A3B1F-7D89-40F1-A527-F4B841B2439E}" type="sibTrans" cxnId="{C507BA3D-983B-4C52-9682-B4B80A66650B}">
      <dgm:prSet/>
      <dgm:spPr/>
      <dgm:t>
        <a:bodyPr/>
        <a:lstStyle/>
        <a:p>
          <a:endParaRPr lang="en-US"/>
        </a:p>
      </dgm:t>
    </dgm:pt>
    <dgm:pt modelId="{6DA69FC3-C1B0-4140-8C1F-45CB62E3BD5F}">
      <dgm:prSet/>
      <dgm:spPr/>
      <dgm:t>
        <a:bodyPr/>
        <a:lstStyle/>
        <a:p>
          <a:r>
            <a:rPr lang="pt-BR" b="0" i="0" baseline="0"/>
            <a:t>Para o elemento Habilidade:</a:t>
          </a:r>
          <a:endParaRPr lang="en-US"/>
        </a:p>
      </dgm:t>
    </dgm:pt>
    <dgm:pt modelId="{6FEA4AC5-0057-4132-B81C-CB2881518D75}" type="parTrans" cxnId="{0B82499E-6A88-4DD5-AAC4-4C111E31DC6D}">
      <dgm:prSet/>
      <dgm:spPr/>
      <dgm:t>
        <a:bodyPr/>
        <a:lstStyle/>
        <a:p>
          <a:endParaRPr lang="en-US"/>
        </a:p>
      </dgm:t>
    </dgm:pt>
    <dgm:pt modelId="{D072CE51-8732-4CBE-9A3A-0C695261980B}" type="sibTrans" cxnId="{0B82499E-6A88-4DD5-AAC4-4C111E31DC6D}">
      <dgm:prSet/>
      <dgm:spPr/>
      <dgm:t>
        <a:bodyPr/>
        <a:lstStyle/>
        <a:p>
          <a:endParaRPr lang="en-US"/>
        </a:p>
      </dgm:t>
    </dgm:pt>
    <dgm:pt modelId="{D6E01DC1-9B2D-42E7-98A1-0801652FCACC}">
      <dgm:prSet/>
      <dgm:spPr/>
      <dgm:t>
        <a:bodyPr/>
        <a:lstStyle/>
        <a:p>
          <a:r>
            <a:rPr lang="pt-BR" b="0" i="0" baseline="0" dirty="0"/>
            <a:t>Pesquisas individuais, seminários, construção de estudos de caso.</a:t>
          </a:r>
          <a:endParaRPr lang="en-US" dirty="0"/>
        </a:p>
      </dgm:t>
    </dgm:pt>
    <dgm:pt modelId="{DD584700-BD4E-4872-A5D9-9085B654165B}" type="parTrans" cxnId="{5528B41F-8C11-4C9B-BDE5-1A47E39E1BC7}">
      <dgm:prSet/>
      <dgm:spPr/>
      <dgm:t>
        <a:bodyPr/>
        <a:lstStyle/>
        <a:p>
          <a:endParaRPr lang="en-US"/>
        </a:p>
      </dgm:t>
    </dgm:pt>
    <dgm:pt modelId="{CED4133D-E200-4C54-9D25-48563F6EE570}" type="sibTrans" cxnId="{5528B41F-8C11-4C9B-BDE5-1A47E39E1BC7}">
      <dgm:prSet/>
      <dgm:spPr/>
      <dgm:t>
        <a:bodyPr/>
        <a:lstStyle/>
        <a:p>
          <a:endParaRPr lang="en-US"/>
        </a:p>
      </dgm:t>
    </dgm:pt>
    <dgm:pt modelId="{B80119E6-1498-40FA-B2D0-231B03779441}">
      <dgm:prSet/>
      <dgm:spPr/>
      <dgm:t>
        <a:bodyPr/>
        <a:lstStyle/>
        <a:p>
          <a:r>
            <a:rPr lang="pt-BR" b="0" i="0" baseline="0"/>
            <a:t>Para o elemento Atitude:</a:t>
          </a:r>
          <a:endParaRPr lang="en-US"/>
        </a:p>
      </dgm:t>
    </dgm:pt>
    <dgm:pt modelId="{EC24F884-4FDF-4ABC-B2D5-93FF411E3E5F}" type="parTrans" cxnId="{4A998533-497A-4EDE-B95B-A689A8EA0906}">
      <dgm:prSet/>
      <dgm:spPr/>
      <dgm:t>
        <a:bodyPr/>
        <a:lstStyle/>
        <a:p>
          <a:endParaRPr lang="en-US"/>
        </a:p>
      </dgm:t>
    </dgm:pt>
    <dgm:pt modelId="{860AC357-2FDD-4B39-BDC7-4F7F9DF2D1FC}" type="sibTrans" cxnId="{4A998533-497A-4EDE-B95B-A689A8EA0906}">
      <dgm:prSet/>
      <dgm:spPr/>
      <dgm:t>
        <a:bodyPr/>
        <a:lstStyle/>
        <a:p>
          <a:endParaRPr lang="en-US"/>
        </a:p>
      </dgm:t>
    </dgm:pt>
    <dgm:pt modelId="{7348CB13-3D3B-4EBC-BEDE-1B2085C0DFFF}">
      <dgm:prSet/>
      <dgm:spPr/>
      <dgm:t>
        <a:bodyPr/>
        <a:lstStyle/>
        <a:p>
          <a:r>
            <a:rPr lang="pt-BR" b="0" i="0" baseline="0" dirty="0"/>
            <a:t>Atividades que estimulem a liderança, a comunicação e articulação de grupos;</a:t>
          </a:r>
          <a:endParaRPr lang="en-US" dirty="0"/>
        </a:p>
      </dgm:t>
    </dgm:pt>
    <dgm:pt modelId="{2CB7754F-B33C-452B-B56E-51F0163ACCA3}" type="parTrans" cxnId="{CA8ED63C-DA49-4F57-9510-DAC4BB3EBA56}">
      <dgm:prSet/>
      <dgm:spPr/>
      <dgm:t>
        <a:bodyPr/>
        <a:lstStyle/>
        <a:p>
          <a:endParaRPr lang="en-US"/>
        </a:p>
      </dgm:t>
    </dgm:pt>
    <dgm:pt modelId="{4C875A2D-B27D-4477-B460-A65BA7B65995}" type="sibTrans" cxnId="{CA8ED63C-DA49-4F57-9510-DAC4BB3EBA56}">
      <dgm:prSet/>
      <dgm:spPr/>
      <dgm:t>
        <a:bodyPr/>
        <a:lstStyle/>
        <a:p>
          <a:endParaRPr lang="en-US"/>
        </a:p>
      </dgm:t>
    </dgm:pt>
    <dgm:pt modelId="{0DFF69E1-D3DC-47AE-AA42-30E51FCA0477}">
      <dgm:prSet/>
      <dgm:spPr/>
      <dgm:t>
        <a:bodyPr/>
        <a:lstStyle/>
        <a:p>
          <a:r>
            <a:rPr lang="pt-BR" b="0" i="0" baseline="0" dirty="0"/>
            <a:t>Aplicação da Ética no cotidiano do curso; autoavaliação e avaliação de seus pares</a:t>
          </a:r>
          <a:endParaRPr lang="en-US" dirty="0"/>
        </a:p>
      </dgm:t>
    </dgm:pt>
    <dgm:pt modelId="{EA20BC28-A13D-460F-B134-4B4D6FC1601D}" type="parTrans" cxnId="{6CDA0836-F2A3-4727-A100-DA6BF8E2DB02}">
      <dgm:prSet/>
      <dgm:spPr/>
      <dgm:t>
        <a:bodyPr/>
        <a:lstStyle/>
        <a:p>
          <a:endParaRPr lang="en-US"/>
        </a:p>
      </dgm:t>
    </dgm:pt>
    <dgm:pt modelId="{0728CC8C-17F6-455F-86A3-64DAAD554FD8}" type="sibTrans" cxnId="{6CDA0836-F2A3-4727-A100-DA6BF8E2DB02}">
      <dgm:prSet/>
      <dgm:spPr/>
      <dgm:t>
        <a:bodyPr/>
        <a:lstStyle/>
        <a:p>
          <a:endParaRPr lang="en-US"/>
        </a:p>
      </dgm:t>
    </dgm:pt>
    <dgm:pt modelId="{1C373EB2-A3ED-46FF-A835-E8654BC94FE9}" type="pres">
      <dgm:prSet presAssocID="{A8E2573C-76D4-43A9-A499-B3EF7B8E6E0E}" presName="root" presStyleCnt="0">
        <dgm:presLayoutVars>
          <dgm:dir/>
          <dgm:resizeHandles val="exact"/>
        </dgm:presLayoutVars>
      </dgm:prSet>
      <dgm:spPr/>
    </dgm:pt>
    <dgm:pt modelId="{6D1D89FA-EC30-43F1-A0E0-AD2EEAECD17C}" type="pres">
      <dgm:prSet presAssocID="{97488B69-D72A-46F9-B71F-8868F8BD996A}" presName="compNode" presStyleCnt="0"/>
      <dgm:spPr/>
    </dgm:pt>
    <dgm:pt modelId="{0A15EE87-684E-436A-815E-36A9C7DA519B}" type="pres">
      <dgm:prSet presAssocID="{97488B69-D72A-46F9-B71F-8868F8BD996A}" presName="bgRect" presStyleLbl="bgShp" presStyleIdx="0" presStyleCnt="3"/>
      <dgm:spPr/>
    </dgm:pt>
    <dgm:pt modelId="{FA5E793E-EB9D-41B7-BF58-B936F7848444}" type="pres">
      <dgm:prSet presAssocID="{97488B69-D72A-46F9-B71F-8868F8BD99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E36548CB-0F52-40BF-BC91-55F2EC8C8FFC}" type="pres">
      <dgm:prSet presAssocID="{97488B69-D72A-46F9-B71F-8868F8BD996A}" presName="spaceRect" presStyleCnt="0"/>
      <dgm:spPr/>
    </dgm:pt>
    <dgm:pt modelId="{13373A7F-5960-4995-9214-1F1D3F3D057B}" type="pres">
      <dgm:prSet presAssocID="{97488B69-D72A-46F9-B71F-8868F8BD996A}" presName="parTx" presStyleLbl="revTx" presStyleIdx="0" presStyleCnt="6">
        <dgm:presLayoutVars>
          <dgm:chMax val="0"/>
          <dgm:chPref val="0"/>
        </dgm:presLayoutVars>
      </dgm:prSet>
      <dgm:spPr/>
    </dgm:pt>
    <dgm:pt modelId="{CE57F31E-A84C-4837-A511-BF0632F893D7}" type="pres">
      <dgm:prSet presAssocID="{97488B69-D72A-46F9-B71F-8868F8BD996A}" presName="desTx" presStyleLbl="revTx" presStyleIdx="1" presStyleCnt="6">
        <dgm:presLayoutVars/>
      </dgm:prSet>
      <dgm:spPr/>
    </dgm:pt>
    <dgm:pt modelId="{4F092F48-1050-4DF9-B9DB-32664B082464}" type="pres">
      <dgm:prSet presAssocID="{26B9A812-1DCE-4721-A4C5-E81C2E178FDB}" presName="sibTrans" presStyleCnt="0"/>
      <dgm:spPr/>
    </dgm:pt>
    <dgm:pt modelId="{D51BE664-74B9-4FF2-8071-E1BE73DB7EAE}" type="pres">
      <dgm:prSet presAssocID="{6DA69FC3-C1B0-4140-8C1F-45CB62E3BD5F}" presName="compNode" presStyleCnt="0"/>
      <dgm:spPr/>
    </dgm:pt>
    <dgm:pt modelId="{BC081EE3-CA6A-4725-B9CC-F91245E72ADC}" type="pres">
      <dgm:prSet presAssocID="{6DA69FC3-C1B0-4140-8C1F-45CB62E3BD5F}" presName="bgRect" presStyleLbl="bgShp" presStyleIdx="1" presStyleCnt="3"/>
      <dgm:spPr/>
    </dgm:pt>
    <dgm:pt modelId="{1D500C0F-74F3-4870-8B2F-E7C00C9CE2F7}" type="pres">
      <dgm:prSet presAssocID="{6DA69FC3-C1B0-4140-8C1F-45CB62E3BD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197F3EB-EEC5-4694-A0DD-5FE350361CCF}" type="pres">
      <dgm:prSet presAssocID="{6DA69FC3-C1B0-4140-8C1F-45CB62E3BD5F}" presName="spaceRect" presStyleCnt="0"/>
      <dgm:spPr/>
    </dgm:pt>
    <dgm:pt modelId="{4AF2E442-213F-4912-831A-95FAA6BC040D}" type="pres">
      <dgm:prSet presAssocID="{6DA69FC3-C1B0-4140-8C1F-45CB62E3BD5F}" presName="parTx" presStyleLbl="revTx" presStyleIdx="2" presStyleCnt="6">
        <dgm:presLayoutVars>
          <dgm:chMax val="0"/>
          <dgm:chPref val="0"/>
        </dgm:presLayoutVars>
      </dgm:prSet>
      <dgm:spPr/>
    </dgm:pt>
    <dgm:pt modelId="{F06337C6-41CA-4C92-BBC9-78C7D9E2E0D2}" type="pres">
      <dgm:prSet presAssocID="{6DA69FC3-C1B0-4140-8C1F-45CB62E3BD5F}" presName="desTx" presStyleLbl="revTx" presStyleIdx="3" presStyleCnt="6">
        <dgm:presLayoutVars/>
      </dgm:prSet>
      <dgm:spPr/>
    </dgm:pt>
    <dgm:pt modelId="{F837BBA1-7D27-4890-8246-63E1D54C5EA5}" type="pres">
      <dgm:prSet presAssocID="{D072CE51-8732-4CBE-9A3A-0C695261980B}" presName="sibTrans" presStyleCnt="0"/>
      <dgm:spPr/>
    </dgm:pt>
    <dgm:pt modelId="{3CC6758C-6EC4-49A1-B74C-8198901AF868}" type="pres">
      <dgm:prSet presAssocID="{B80119E6-1498-40FA-B2D0-231B03779441}" presName="compNode" presStyleCnt="0"/>
      <dgm:spPr/>
    </dgm:pt>
    <dgm:pt modelId="{C5626DAB-E9ED-4C23-AFD9-D77B02FFEED0}" type="pres">
      <dgm:prSet presAssocID="{B80119E6-1498-40FA-B2D0-231B03779441}" presName="bgRect" presStyleLbl="bgShp" presStyleIdx="2" presStyleCnt="3"/>
      <dgm:spPr/>
    </dgm:pt>
    <dgm:pt modelId="{6D9E41C3-0D22-4364-BCD4-A0B89AB1F9D2}" type="pres">
      <dgm:prSet presAssocID="{B80119E6-1498-40FA-B2D0-231B0377944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88DCD6C-BFBD-4E98-A5FA-53F974A59790}" type="pres">
      <dgm:prSet presAssocID="{B80119E6-1498-40FA-B2D0-231B03779441}" presName="spaceRect" presStyleCnt="0"/>
      <dgm:spPr/>
    </dgm:pt>
    <dgm:pt modelId="{A21E7603-C478-4E99-B7EC-7F126684057B}" type="pres">
      <dgm:prSet presAssocID="{B80119E6-1498-40FA-B2D0-231B03779441}" presName="parTx" presStyleLbl="revTx" presStyleIdx="4" presStyleCnt="6">
        <dgm:presLayoutVars>
          <dgm:chMax val="0"/>
          <dgm:chPref val="0"/>
        </dgm:presLayoutVars>
      </dgm:prSet>
      <dgm:spPr/>
    </dgm:pt>
    <dgm:pt modelId="{06247584-5F01-44ED-B676-80328D78C7E0}" type="pres">
      <dgm:prSet presAssocID="{B80119E6-1498-40FA-B2D0-231B03779441}" presName="desTx" presStyleLbl="revTx" presStyleIdx="5" presStyleCnt="6">
        <dgm:presLayoutVars/>
      </dgm:prSet>
      <dgm:spPr/>
    </dgm:pt>
  </dgm:ptLst>
  <dgm:cxnLst>
    <dgm:cxn modelId="{14AA6A17-3C78-43F6-8541-F3A1C4FDE68D}" type="presOf" srcId="{B80119E6-1498-40FA-B2D0-231B03779441}" destId="{A21E7603-C478-4E99-B7EC-7F126684057B}" srcOrd="0" destOrd="0" presId="urn:microsoft.com/office/officeart/2018/2/layout/IconVerticalSolidList"/>
    <dgm:cxn modelId="{47398117-2580-45CF-9A4D-DE3ADE6E85F2}" type="presOf" srcId="{7348CB13-3D3B-4EBC-BEDE-1B2085C0DFFF}" destId="{06247584-5F01-44ED-B676-80328D78C7E0}" srcOrd="0" destOrd="0" presId="urn:microsoft.com/office/officeart/2018/2/layout/IconVerticalSolidList"/>
    <dgm:cxn modelId="{9D9C1B18-248F-4E45-9E60-170258270EEF}" type="presOf" srcId="{97488B69-D72A-46F9-B71F-8868F8BD996A}" destId="{13373A7F-5960-4995-9214-1F1D3F3D057B}" srcOrd="0" destOrd="0" presId="urn:microsoft.com/office/officeart/2018/2/layout/IconVerticalSolidList"/>
    <dgm:cxn modelId="{AE09A619-3507-48EF-A084-C7E1B89D71EF}" type="presOf" srcId="{A8E2573C-76D4-43A9-A499-B3EF7B8E6E0E}" destId="{1C373EB2-A3ED-46FF-A835-E8654BC94FE9}" srcOrd="0" destOrd="0" presId="urn:microsoft.com/office/officeart/2018/2/layout/IconVerticalSolidList"/>
    <dgm:cxn modelId="{5528B41F-8C11-4C9B-BDE5-1A47E39E1BC7}" srcId="{6DA69FC3-C1B0-4140-8C1F-45CB62E3BD5F}" destId="{D6E01DC1-9B2D-42E7-98A1-0801652FCACC}" srcOrd="0" destOrd="0" parTransId="{DD584700-BD4E-4872-A5D9-9085B654165B}" sibTransId="{CED4133D-E200-4C54-9D25-48563F6EE570}"/>
    <dgm:cxn modelId="{66BBC627-9242-4C2D-AD7D-5F65C5BE9257}" type="presOf" srcId="{3AEC79D3-EEC4-426B-A1D2-FE632E640617}" destId="{CE57F31E-A84C-4837-A511-BF0632F893D7}" srcOrd="0" destOrd="0" presId="urn:microsoft.com/office/officeart/2018/2/layout/IconVerticalSolidList"/>
    <dgm:cxn modelId="{4A998533-497A-4EDE-B95B-A689A8EA0906}" srcId="{A8E2573C-76D4-43A9-A499-B3EF7B8E6E0E}" destId="{B80119E6-1498-40FA-B2D0-231B03779441}" srcOrd="2" destOrd="0" parTransId="{EC24F884-4FDF-4ABC-B2D5-93FF411E3E5F}" sibTransId="{860AC357-2FDD-4B39-BDC7-4F7F9DF2D1FC}"/>
    <dgm:cxn modelId="{6CDA0836-F2A3-4727-A100-DA6BF8E2DB02}" srcId="{B80119E6-1498-40FA-B2D0-231B03779441}" destId="{0DFF69E1-D3DC-47AE-AA42-30E51FCA0477}" srcOrd="1" destOrd="0" parTransId="{EA20BC28-A13D-460F-B134-4B4D6FC1601D}" sibTransId="{0728CC8C-17F6-455F-86A3-64DAAD554FD8}"/>
    <dgm:cxn modelId="{CA8ED63C-DA49-4F57-9510-DAC4BB3EBA56}" srcId="{B80119E6-1498-40FA-B2D0-231B03779441}" destId="{7348CB13-3D3B-4EBC-BEDE-1B2085C0DFFF}" srcOrd="0" destOrd="0" parTransId="{2CB7754F-B33C-452B-B56E-51F0163ACCA3}" sibTransId="{4C875A2D-B27D-4477-B460-A65BA7B65995}"/>
    <dgm:cxn modelId="{C507BA3D-983B-4C52-9682-B4B80A66650B}" srcId="{97488B69-D72A-46F9-B71F-8868F8BD996A}" destId="{3AEC79D3-EEC4-426B-A1D2-FE632E640617}" srcOrd="0" destOrd="0" parTransId="{67F0EE1C-4D3A-44D9-881D-DA6004750379}" sibTransId="{BC9A3B1F-7D89-40F1-A527-F4B841B2439E}"/>
    <dgm:cxn modelId="{41D2B360-6434-49E2-9663-EF952691C849}" srcId="{A8E2573C-76D4-43A9-A499-B3EF7B8E6E0E}" destId="{97488B69-D72A-46F9-B71F-8868F8BD996A}" srcOrd="0" destOrd="0" parTransId="{DE72FC5B-8B1C-4D8E-BC73-D7FCA33AEAA1}" sibTransId="{26B9A812-1DCE-4721-A4C5-E81C2E178FDB}"/>
    <dgm:cxn modelId="{0B82499E-6A88-4DD5-AAC4-4C111E31DC6D}" srcId="{A8E2573C-76D4-43A9-A499-B3EF7B8E6E0E}" destId="{6DA69FC3-C1B0-4140-8C1F-45CB62E3BD5F}" srcOrd="1" destOrd="0" parTransId="{6FEA4AC5-0057-4132-B81C-CB2881518D75}" sibTransId="{D072CE51-8732-4CBE-9A3A-0C695261980B}"/>
    <dgm:cxn modelId="{F2817EAA-7F1C-4598-89BE-AB638D38ACF9}" type="presOf" srcId="{D6E01DC1-9B2D-42E7-98A1-0801652FCACC}" destId="{F06337C6-41CA-4C92-BBC9-78C7D9E2E0D2}" srcOrd="0" destOrd="0" presId="urn:microsoft.com/office/officeart/2018/2/layout/IconVerticalSolidList"/>
    <dgm:cxn modelId="{2EA3DDE0-3DCD-4542-B42F-77573752C622}" type="presOf" srcId="{0DFF69E1-D3DC-47AE-AA42-30E51FCA0477}" destId="{06247584-5F01-44ED-B676-80328D78C7E0}" srcOrd="0" destOrd="1" presId="urn:microsoft.com/office/officeart/2018/2/layout/IconVerticalSolidList"/>
    <dgm:cxn modelId="{5F610FEE-05A9-40D0-8DE3-0956263CC64B}" type="presOf" srcId="{6DA69FC3-C1B0-4140-8C1F-45CB62E3BD5F}" destId="{4AF2E442-213F-4912-831A-95FAA6BC040D}" srcOrd="0" destOrd="0" presId="urn:microsoft.com/office/officeart/2018/2/layout/IconVerticalSolidList"/>
    <dgm:cxn modelId="{EFDB6AD9-6C95-4956-9B6D-DAC3FD9E3A1D}" type="presParOf" srcId="{1C373EB2-A3ED-46FF-A835-E8654BC94FE9}" destId="{6D1D89FA-EC30-43F1-A0E0-AD2EEAECD17C}" srcOrd="0" destOrd="0" presId="urn:microsoft.com/office/officeart/2018/2/layout/IconVerticalSolidList"/>
    <dgm:cxn modelId="{C05F1312-CE91-4312-8A31-18F44BB2DB2A}" type="presParOf" srcId="{6D1D89FA-EC30-43F1-A0E0-AD2EEAECD17C}" destId="{0A15EE87-684E-436A-815E-36A9C7DA519B}" srcOrd="0" destOrd="0" presId="urn:microsoft.com/office/officeart/2018/2/layout/IconVerticalSolidList"/>
    <dgm:cxn modelId="{F8558665-4A9B-4456-8128-1634FC9A743D}" type="presParOf" srcId="{6D1D89FA-EC30-43F1-A0E0-AD2EEAECD17C}" destId="{FA5E793E-EB9D-41B7-BF58-B936F7848444}" srcOrd="1" destOrd="0" presId="urn:microsoft.com/office/officeart/2018/2/layout/IconVerticalSolidList"/>
    <dgm:cxn modelId="{E59BB8D9-610A-4523-A446-DD531D500199}" type="presParOf" srcId="{6D1D89FA-EC30-43F1-A0E0-AD2EEAECD17C}" destId="{E36548CB-0F52-40BF-BC91-55F2EC8C8FFC}" srcOrd="2" destOrd="0" presId="urn:microsoft.com/office/officeart/2018/2/layout/IconVerticalSolidList"/>
    <dgm:cxn modelId="{E529797D-243E-4AC8-B41C-92123DB7D3F0}" type="presParOf" srcId="{6D1D89FA-EC30-43F1-A0E0-AD2EEAECD17C}" destId="{13373A7F-5960-4995-9214-1F1D3F3D057B}" srcOrd="3" destOrd="0" presId="urn:microsoft.com/office/officeart/2018/2/layout/IconVerticalSolidList"/>
    <dgm:cxn modelId="{6CA40856-E4DC-4B6A-B242-C62626EC206C}" type="presParOf" srcId="{6D1D89FA-EC30-43F1-A0E0-AD2EEAECD17C}" destId="{CE57F31E-A84C-4837-A511-BF0632F893D7}" srcOrd="4" destOrd="0" presId="urn:microsoft.com/office/officeart/2018/2/layout/IconVerticalSolidList"/>
    <dgm:cxn modelId="{1042A75D-89E4-4CAF-AD71-CA7B34361ADD}" type="presParOf" srcId="{1C373EB2-A3ED-46FF-A835-E8654BC94FE9}" destId="{4F092F48-1050-4DF9-B9DB-32664B082464}" srcOrd="1" destOrd="0" presId="urn:microsoft.com/office/officeart/2018/2/layout/IconVerticalSolidList"/>
    <dgm:cxn modelId="{2B3F0A48-9701-4840-B7AA-3B417DA8EE83}" type="presParOf" srcId="{1C373EB2-A3ED-46FF-A835-E8654BC94FE9}" destId="{D51BE664-74B9-4FF2-8071-E1BE73DB7EAE}" srcOrd="2" destOrd="0" presId="urn:microsoft.com/office/officeart/2018/2/layout/IconVerticalSolidList"/>
    <dgm:cxn modelId="{9B502F92-3EC7-48BE-BEF0-17B11D89CA81}" type="presParOf" srcId="{D51BE664-74B9-4FF2-8071-E1BE73DB7EAE}" destId="{BC081EE3-CA6A-4725-B9CC-F91245E72ADC}" srcOrd="0" destOrd="0" presId="urn:microsoft.com/office/officeart/2018/2/layout/IconVerticalSolidList"/>
    <dgm:cxn modelId="{55A6A961-80CD-45A5-906C-EE888D614514}" type="presParOf" srcId="{D51BE664-74B9-4FF2-8071-E1BE73DB7EAE}" destId="{1D500C0F-74F3-4870-8B2F-E7C00C9CE2F7}" srcOrd="1" destOrd="0" presId="urn:microsoft.com/office/officeart/2018/2/layout/IconVerticalSolidList"/>
    <dgm:cxn modelId="{0FD233FD-2ED6-4E9F-B3AE-1C72DB9D1205}" type="presParOf" srcId="{D51BE664-74B9-4FF2-8071-E1BE73DB7EAE}" destId="{8197F3EB-EEC5-4694-A0DD-5FE350361CCF}" srcOrd="2" destOrd="0" presId="urn:microsoft.com/office/officeart/2018/2/layout/IconVerticalSolidList"/>
    <dgm:cxn modelId="{8B898F27-8264-4417-98D1-4445439C0E6E}" type="presParOf" srcId="{D51BE664-74B9-4FF2-8071-E1BE73DB7EAE}" destId="{4AF2E442-213F-4912-831A-95FAA6BC040D}" srcOrd="3" destOrd="0" presId="urn:microsoft.com/office/officeart/2018/2/layout/IconVerticalSolidList"/>
    <dgm:cxn modelId="{5E773976-9CAA-450F-BC7A-E68F5D3DC988}" type="presParOf" srcId="{D51BE664-74B9-4FF2-8071-E1BE73DB7EAE}" destId="{F06337C6-41CA-4C92-BBC9-78C7D9E2E0D2}" srcOrd="4" destOrd="0" presId="urn:microsoft.com/office/officeart/2018/2/layout/IconVerticalSolidList"/>
    <dgm:cxn modelId="{E942B3ED-E1A7-41E2-845F-62D957CC833A}" type="presParOf" srcId="{1C373EB2-A3ED-46FF-A835-E8654BC94FE9}" destId="{F837BBA1-7D27-4890-8246-63E1D54C5EA5}" srcOrd="3" destOrd="0" presId="urn:microsoft.com/office/officeart/2018/2/layout/IconVerticalSolidList"/>
    <dgm:cxn modelId="{BDA1CB3E-1B8B-4D52-B69A-C2FFD5E6D6E2}" type="presParOf" srcId="{1C373EB2-A3ED-46FF-A835-E8654BC94FE9}" destId="{3CC6758C-6EC4-49A1-B74C-8198901AF868}" srcOrd="4" destOrd="0" presId="urn:microsoft.com/office/officeart/2018/2/layout/IconVerticalSolidList"/>
    <dgm:cxn modelId="{CDF654F3-9253-44BD-9BF4-9997B36CF012}" type="presParOf" srcId="{3CC6758C-6EC4-49A1-B74C-8198901AF868}" destId="{C5626DAB-E9ED-4C23-AFD9-D77B02FFEED0}" srcOrd="0" destOrd="0" presId="urn:microsoft.com/office/officeart/2018/2/layout/IconVerticalSolidList"/>
    <dgm:cxn modelId="{80C6D349-AB38-44D1-9EC9-6F1BAA8D9368}" type="presParOf" srcId="{3CC6758C-6EC4-49A1-B74C-8198901AF868}" destId="{6D9E41C3-0D22-4364-BCD4-A0B89AB1F9D2}" srcOrd="1" destOrd="0" presId="urn:microsoft.com/office/officeart/2018/2/layout/IconVerticalSolidList"/>
    <dgm:cxn modelId="{DC8CC5DA-FA79-4F6D-891E-A227E4E2AB58}" type="presParOf" srcId="{3CC6758C-6EC4-49A1-B74C-8198901AF868}" destId="{888DCD6C-BFBD-4E98-A5FA-53F974A59790}" srcOrd="2" destOrd="0" presId="urn:microsoft.com/office/officeart/2018/2/layout/IconVerticalSolidList"/>
    <dgm:cxn modelId="{6180F01F-26EC-4E8F-B32D-473113970301}" type="presParOf" srcId="{3CC6758C-6EC4-49A1-B74C-8198901AF868}" destId="{A21E7603-C478-4E99-B7EC-7F126684057B}" srcOrd="3" destOrd="0" presId="urn:microsoft.com/office/officeart/2018/2/layout/IconVerticalSolidList"/>
    <dgm:cxn modelId="{79C75FCA-AD38-47F1-B2ED-7F92A02BFF48}" type="presParOf" srcId="{3CC6758C-6EC4-49A1-B74C-8198901AF868}" destId="{06247584-5F01-44ED-B676-80328D78C7E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F4DD2C-88E6-41F4-AAB2-850EA0C67F1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548DA1-B7C2-4232-8B12-73B6687A488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C2 - Propor soluções e inovações tecnológicas no desenvolvimento de projetos, materiais, ferramentas, técnicas e soluções na área de dados;</a:t>
          </a:r>
          <a:endParaRPr lang="en-US"/>
        </a:p>
      </dgm:t>
    </dgm:pt>
    <dgm:pt modelId="{1103B8B0-F95C-452F-85FD-F515CFCF2E56}" type="parTrans" cxnId="{89939C2E-D4F5-46DC-99A2-5D25164094E0}">
      <dgm:prSet/>
      <dgm:spPr/>
      <dgm:t>
        <a:bodyPr/>
        <a:lstStyle/>
        <a:p>
          <a:endParaRPr lang="en-US"/>
        </a:p>
      </dgm:t>
    </dgm:pt>
    <dgm:pt modelId="{A39E00CE-DF37-4ECD-B458-6EC1FD50C8DF}" type="sibTrans" cxnId="{89939C2E-D4F5-46DC-99A2-5D25164094E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645D19-62BD-492A-BCCF-254C3A8A93C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C10 - Compreender os fatos essenciais, os conceitos, os princípios e as teorias relacionadas ao ciclo de vida da descoberta do conhecimento e suas aplicações;</a:t>
          </a:r>
          <a:endParaRPr lang="en-US"/>
        </a:p>
      </dgm:t>
    </dgm:pt>
    <dgm:pt modelId="{A8EC26AB-C0E9-49BB-83F9-AD61A504CBD8}" type="parTrans" cxnId="{6BE19477-DA75-4801-8728-F014057B7BDA}">
      <dgm:prSet/>
      <dgm:spPr/>
      <dgm:t>
        <a:bodyPr/>
        <a:lstStyle/>
        <a:p>
          <a:endParaRPr lang="en-US"/>
        </a:p>
      </dgm:t>
    </dgm:pt>
    <dgm:pt modelId="{56877412-1437-496C-9E03-14DD5399876B}" type="sibTrans" cxnId="{6BE19477-DA75-4801-8728-F014057B7BD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A234D0-8052-4389-82C2-0D99727575A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C13 - Estar apto a construir um rico banco de dados com toda a informação demandada para a construção de um modelo baseado em algoritmos de aprendizagem de máquina (Machine Learning);</a:t>
          </a:r>
          <a:endParaRPr lang="en-US"/>
        </a:p>
      </dgm:t>
    </dgm:pt>
    <dgm:pt modelId="{F9A64104-C40E-42A9-85F8-82306C6AC39F}" type="parTrans" cxnId="{EC1AE82A-9311-4D34-92B2-EE4A055325E7}">
      <dgm:prSet/>
      <dgm:spPr/>
      <dgm:t>
        <a:bodyPr/>
        <a:lstStyle/>
        <a:p>
          <a:endParaRPr lang="en-US"/>
        </a:p>
      </dgm:t>
    </dgm:pt>
    <dgm:pt modelId="{4AC4CB18-E1D7-447A-9856-153DAB69442C}" type="sibTrans" cxnId="{EC1AE82A-9311-4D34-92B2-EE4A055325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EDF134-A0F3-4024-A06F-DF06C4B90CF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C14 - Integração de ferramentas computacionais no processo de tomada de decisão baseada em modelos de aprendizagem de máquina (Machine Learning).</a:t>
          </a:r>
          <a:endParaRPr lang="en-US"/>
        </a:p>
      </dgm:t>
    </dgm:pt>
    <dgm:pt modelId="{DC34D034-CDD0-4743-8A9C-6A8DAD506A99}" type="parTrans" cxnId="{976A8EAE-1B43-4D06-8476-C80AC9952331}">
      <dgm:prSet/>
      <dgm:spPr/>
      <dgm:t>
        <a:bodyPr/>
        <a:lstStyle/>
        <a:p>
          <a:endParaRPr lang="en-US"/>
        </a:p>
      </dgm:t>
    </dgm:pt>
    <dgm:pt modelId="{0E436466-8B8B-4341-A264-3950D5AAFCFC}" type="sibTrans" cxnId="{976A8EAE-1B43-4D06-8476-C80AC9952331}">
      <dgm:prSet/>
      <dgm:spPr/>
      <dgm:t>
        <a:bodyPr/>
        <a:lstStyle/>
        <a:p>
          <a:endParaRPr lang="en-US"/>
        </a:p>
      </dgm:t>
    </dgm:pt>
    <dgm:pt modelId="{988EBB3F-FA65-4EAC-860D-DDC5B7956D26}" type="pres">
      <dgm:prSet presAssocID="{71F4DD2C-88E6-41F4-AAB2-850EA0C67F18}" presName="root" presStyleCnt="0">
        <dgm:presLayoutVars>
          <dgm:dir/>
          <dgm:resizeHandles val="exact"/>
        </dgm:presLayoutVars>
      </dgm:prSet>
      <dgm:spPr/>
    </dgm:pt>
    <dgm:pt modelId="{E643E44F-A8C7-433F-8DF6-52E0FD731118}" type="pres">
      <dgm:prSet presAssocID="{71F4DD2C-88E6-41F4-AAB2-850EA0C67F18}" presName="container" presStyleCnt="0">
        <dgm:presLayoutVars>
          <dgm:dir/>
          <dgm:resizeHandles val="exact"/>
        </dgm:presLayoutVars>
      </dgm:prSet>
      <dgm:spPr/>
    </dgm:pt>
    <dgm:pt modelId="{14704145-2C46-4E52-A6A8-EC55AEB51C12}" type="pres">
      <dgm:prSet presAssocID="{31548DA1-B7C2-4232-8B12-73B6687A4886}" presName="compNode" presStyleCnt="0"/>
      <dgm:spPr/>
    </dgm:pt>
    <dgm:pt modelId="{A92CB376-9516-4DBE-890E-32AAB5F07D6C}" type="pres">
      <dgm:prSet presAssocID="{31548DA1-B7C2-4232-8B12-73B6687A4886}" presName="iconBgRect" presStyleLbl="bgShp" presStyleIdx="0" presStyleCnt="4"/>
      <dgm:spPr/>
    </dgm:pt>
    <dgm:pt modelId="{11ABE88A-D272-4A62-819A-DA30FD8D092D}" type="pres">
      <dgm:prSet presAssocID="{31548DA1-B7C2-4232-8B12-73B6687A488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66687D16-041F-48AE-BFED-FAF21E2FD3D9}" type="pres">
      <dgm:prSet presAssocID="{31548DA1-B7C2-4232-8B12-73B6687A4886}" presName="spaceRect" presStyleCnt="0"/>
      <dgm:spPr/>
    </dgm:pt>
    <dgm:pt modelId="{F7926F1D-28A0-434B-99CD-FEB966AC54D6}" type="pres">
      <dgm:prSet presAssocID="{31548DA1-B7C2-4232-8B12-73B6687A4886}" presName="textRect" presStyleLbl="revTx" presStyleIdx="0" presStyleCnt="4">
        <dgm:presLayoutVars>
          <dgm:chMax val="1"/>
          <dgm:chPref val="1"/>
        </dgm:presLayoutVars>
      </dgm:prSet>
      <dgm:spPr/>
    </dgm:pt>
    <dgm:pt modelId="{1C3B55B7-AB1A-4563-8D9B-B6DABB780927}" type="pres">
      <dgm:prSet presAssocID="{A39E00CE-DF37-4ECD-B458-6EC1FD50C8DF}" presName="sibTrans" presStyleLbl="sibTrans2D1" presStyleIdx="0" presStyleCnt="0"/>
      <dgm:spPr/>
    </dgm:pt>
    <dgm:pt modelId="{CDF8C0BE-1EA7-41A1-8731-23FA21070E1F}" type="pres">
      <dgm:prSet presAssocID="{61645D19-62BD-492A-BCCF-254C3A8A93C3}" presName="compNode" presStyleCnt="0"/>
      <dgm:spPr/>
    </dgm:pt>
    <dgm:pt modelId="{5BC8F59B-F38E-42DE-9611-05E05BEFC428}" type="pres">
      <dgm:prSet presAssocID="{61645D19-62BD-492A-BCCF-254C3A8A93C3}" presName="iconBgRect" presStyleLbl="bgShp" presStyleIdx="1" presStyleCnt="4"/>
      <dgm:spPr/>
    </dgm:pt>
    <dgm:pt modelId="{33F71C07-2E41-4BB5-9A55-231E010834B4}" type="pres">
      <dgm:prSet presAssocID="{61645D19-62BD-492A-BCCF-254C3A8A93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irinto"/>
        </a:ext>
      </dgm:extLst>
    </dgm:pt>
    <dgm:pt modelId="{1E0E4135-48A5-452D-954C-31DFC9B369C3}" type="pres">
      <dgm:prSet presAssocID="{61645D19-62BD-492A-BCCF-254C3A8A93C3}" presName="spaceRect" presStyleCnt="0"/>
      <dgm:spPr/>
    </dgm:pt>
    <dgm:pt modelId="{F5797B8B-A92F-4F59-9B8D-40CE30076256}" type="pres">
      <dgm:prSet presAssocID="{61645D19-62BD-492A-BCCF-254C3A8A93C3}" presName="textRect" presStyleLbl="revTx" presStyleIdx="1" presStyleCnt="4">
        <dgm:presLayoutVars>
          <dgm:chMax val="1"/>
          <dgm:chPref val="1"/>
        </dgm:presLayoutVars>
      </dgm:prSet>
      <dgm:spPr/>
    </dgm:pt>
    <dgm:pt modelId="{6B09C4D1-D141-4A26-9696-D6E6EC068EA6}" type="pres">
      <dgm:prSet presAssocID="{56877412-1437-496C-9E03-14DD5399876B}" presName="sibTrans" presStyleLbl="sibTrans2D1" presStyleIdx="0" presStyleCnt="0"/>
      <dgm:spPr/>
    </dgm:pt>
    <dgm:pt modelId="{FCC25641-7F77-40B4-B1D0-425AEC74511C}" type="pres">
      <dgm:prSet presAssocID="{89A234D0-8052-4389-82C2-0D99727575AB}" presName="compNode" presStyleCnt="0"/>
      <dgm:spPr/>
    </dgm:pt>
    <dgm:pt modelId="{455D31E3-0D9F-465A-A406-9059465B07B9}" type="pres">
      <dgm:prSet presAssocID="{89A234D0-8052-4389-82C2-0D99727575AB}" presName="iconBgRect" presStyleLbl="bgShp" presStyleIdx="2" presStyleCnt="4"/>
      <dgm:spPr/>
    </dgm:pt>
    <dgm:pt modelId="{37CA3031-27F1-4205-98EF-6B4BD1F1A94D}" type="pres">
      <dgm:prSet presAssocID="{89A234D0-8052-4389-82C2-0D99727575A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FC4A1EE9-7C38-46A6-A77E-5AFC9EED7CFA}" type="pres">
      <dgm:prSet presAssocID="{89A234D0-8052-4389-82C2-0D99727575AB}" presName="spaceRect" presStyleCnt="0"/>
      <dgm:spPr/>
    </dgm:pt>
    <dgm:pt modelId="{709A46B0-72FB-41AF-A234-12C4568A9C6E}" type="pres">
      <dgm:prSet presAssocID="{89A234D0-8052-4389-82C2-0D99727575AB}" presName="textRect" presStyleLbl="revTx" presStyleIdx="2" presStyleCnt="4">
        <dgm:presLayoutVars>
          <dgm:chMax val="1"/>
          <dgm:chPref val="1"/>
        </dgm:presLayoutVars>
      </dgm:prSet>
      <dgm:spPr/>
    </dgm:pt>
    <dgm:pt modelId="{048606E5-A68F-40A7-ABC4-961FE634E39B}" type="pres">
      <dgm:prSet presAssocID="{4AC4CB18-E1D7-447A-9856-153DAB69442C}" presName="sibTrans" presStyleLbl="sibTrans2D1" presStyleIdx="0" presStyleCnt="0"/>
      <dgm:spPr/>
    </dgm:pt>
    <dgm:pt modelId="{533FA067-C5E8-4C37-9677-E4DC68456814}" type="pres">
      <dgm:prSet presAssocID="{0CEDF134-A0F3-4024-A06F-DF06C4B90CFB}" presName="compNode" presStyleCnt="0"/>
      <dgm:spPr/>
    </dgm:pt>
    <dgm:pt modelId="{7A29AA02-8E0C-4205-8D1D-85B332834DB3}" type="pres">
      <dgm:prSet presAssocID="{0CEDF134-A0F3-4024-A06F-DF06C4B90CFB}" presName="iconBgRect" presStyleLbl="bgShp" presStyleIdx="3" presStyleCnt="4"/>
      <dgm:spPr/>
    </dgm:pt>
    <dgm:pt modelId="{54BC86A8-2399-43C5-9C20-3E43C5E89CED}" type="pres">
      <dgm:prSet presAssocID="{0CEDF134-A0F3-4024-A06F-DF06C4B90C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342422E-5918-4C4D-A2EB-701746ACAFA5}" type="pres">
      <dgm:prSet presAssocID="{0CEDF134-A0F3-4024-A06F-DF06C4B90CFB}" presName="spaceRect" presStyleCnt="0"/>
      <dgm:spPr/>
    </dgm:pt>
    <dgm:pt modelId="{E1ABBC7C-4C8E-4816-B0BC-A336E1139005}" type="pres">
      <dgm:prSet presAssocID="{0CEDF134-A0F3-4024-A06F-DF06C4B90CF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C1AE82A-9311-4D34-92B2-EE4A055325E7}" srcId="{71F4DD2C-88E6-41F4-AAB2-850EA0C67F18}" destId="{89A234D0-8052-4389-82C2-0D99727575AB}" srcOrd="2" destOrd="0" parTransId="{F9A64104-C40E-42A9-85F8-82306C6AC39F}" sibTransId="{4AC4CB18-E1D7-447A-9856-153DAB69442C}"/>
    <dgm:cxn modelId="{89939C2E-D4F5-46DC-99A2-5D25164094E0}" srcId="{71F4DD2C-88E6-41F4-AAB2-850EA0C67F18}" destId="{31548DA1-B7C2-4232-8B12-73B6687A4886}" srcOrd="0" destOrd="0" parTransId="{1103B8B0-F95C-452F-85FD-F515CFCF2E56}" sibTransId="{A39E00CE-DF37-4ECD-B458-6EC1FD50C8DF}"/>
    <dgm:cxn modelId="{6BE19477-DA75-4801-8728-F014057B7BDA}" srcId="{71F4DD2C-88E6-41F4-AAB2-850EA0C67F18}" destId="{61645D19-62BD-492A-BCCF-254C3A8A93C3}" srcOrd="1" destOrd="0" parTransId="{A8EC26AB-C0E9-49BB-83F9-AD61A504CBD8}" sibTransId="{56877412-1437-496C-9E03-14DD5399876B}"/>
    <dgm:cxn modelId="{212D4C78-838F-4620-9B77-33579DCD29B2}" type="presOf" srcId="{56877412-1437-496C-9E03-14DD5399876B}" destId="{6B09C4D1-D141-4A26-9696-D6E6EC068EA6}" srcOrd="0" destOrd="0" presId="urn:microsoft.com/office/officeart/2018/2/layout/IconCircleList"/>
    <dgm:cxn modelId="{B0BA0E7D-863C-49B4-8BF9-9F9AFF9A8026}" type="presOf" srcId="{0CEDF134-A0F3-4024-A06F-DF06C4B90CFB}" destId="{E1ABBC7C-4C8E-4816-B0BC-A336E1139005}" srcOrd="0" destOrd="0" presId="urn:microsoft.com/office/officeart/2018/2/layout/IconCircleList"/>
    <dgm:cxn modelId="{147CB492-3A0F-440D-8F3E-88B88D60FD18}" type="presOf" srcId="{31548DA1-B7C2-4232-8B12-73B6687A4886}" destId="{F7926F1D-28A0-434B-99CD-FEB966AC54D6}" srcOrd="0" destOrd="0" presId="urn:microsoft.com/office/officeart/2018/2/layout/IconCircleList"/>
    <dgm:cxn modelId="{CA7D21A5-CE33-4B03-9D79-7D691B73F3BC}" type="presOf" srcId="{4AC4CB18-E1D7-447A-9856-153DAB69442C}" destId="{048606E5-A68F-40A7-ABC4-961FE634E39B}" srcOrd="0" destOrd="0" presId="urn:microsoft.com/office/officeart/2018/2/layout/IconCircleList"/>
    <dgm:cxn modelId="{976A8EAE-1B43-4D06-8476-C80AC9952331}" srcId="{71F4DD2C-88E6-41F4-AAB2-850EA0C67F18}" destId="{0CEDF134-A0F3-4024-A06F-DF06C4B90CFB}" srcOrd="3" destOrd="0" parTransId="{DC34D034-CDD0-4743-8A9C-6A8DAD506A99}" sibTransId="{0E436466-8B8B-4341-A264-3950D5AAFCFC}"/>
    <dgm:cxn modelId="{B47B9BC0-3DBC-4C64-9E37-71BC762E88E8}" type="presOf" srcId="{A39E00CE-DF37-4ECD-B458-6EC1FD50C8DF}" destId="{1C3B55B7-AB1A-4563-8D9B-B6DABB780927}" srcOrd="0" destOrd="0" presId="urn:microsoft.com/office/officeart/2018/2/layout/IconCircleList"/>
    <dgm:cxn modelId="{A8FED5CE-AAB4-4FFF-BDDE-C742DF0A838E}" type="presOf" srcId="{61645D19-62BD-492A-BCCF-254C3A8A93C3}" destId="{F5797B8B-A92F-4F59-9B8D-40CE30076256}" srcOrd="0" destOrd="0" presId="urn:microsoft.com/office/officeart/2018/2/layout/IconCircleList"/>
    <dgm:cxn modelId="{23B2BFDB-CA1A-418D-BCD1-731FB6F3D11F}" type="presOf" srcId="{89A234D0-8052-4389-82C2-0D99727575AB}" destId="{709A46B0-72FB-41AF-A234-12C4568A9C6E}" srcOrd="0" destOrd="0" presId="urn:microsoft.com/office/officeart/2018/2/layout/IconCircleList"/>
    <dgm:cxn modelId="{0ACD15F2-7410-4A25-B0AD-CFA73681EE4B}" type="presOf" srcId="{71F4DD2C-88E6-41F4-AAB2-850EA0C67F18}" destId="{988EBB3F-FA65-4EAC-860D-DDC5B7956D26}" srcOrd="0" destOrd="0" presId="urn:microsoft.com/office/officeart/2018/2/layout/IconCircleList"/>
    <dgm:cxn modelId="{06266C15-1D1B-4F32-9D4A-97FB1DAC0E42}" type="presParOf" srcId="{988EBB3F-FA65-4EAC-860D-DDC5B7956D26}" destId="{E643E44F-A8C7-433F-8DF6-52E0FD731118}" srcOrd="0" destOrd="0" presId="urn:microsoft.com/office/officeart/2018/2/layout/IconCircleList"/>
    <dgm:cxn modelId="{C4167D5A-A284-438D-A173-C721FB51EF91}" type="presParOf" srcId="{E643E44F-A8C7-433F-8DF6-52E0FD731118}" destId="{14704145-2C46-4E52-A6A8-EC55AEB51C12}" srcOrd="0" destOrd="0" presId="urn:microsoft.com/office/officeart/2018/2/layout/IconCircleList"/>
    <dgm:cxn modelId="{A1F9651B-12F2-4EFA-8D74-FC705E3DF622}" type="presParOf" srcId="{14704145-2C46-4E52-A6A8-EC55AEB51C12}" destId="{A92CB376-9516-4DBE-890E-32AAB5F07D6C}" srcOrd="0" destOrd="0" presId="urn:microsoft.com/office/officeart/2018/2/layout/IconCircleList"/>
    <dgm:cxn modelId="{D7E211B0-8FA5-4D4F-8E2A-FC53EB0F5E68}" type="presParOf" srcId="{14704145-2C46-4E52-A6A8-EC55AEB51C12}" destId="{11ABE88A-D272-4A62-819A-DA30FD8D092D}" srcOrd="1" destOrd="0" presId="urn:microsoft.com/office/officeart/2018/2/layout/IconCircleList"/>
    <dgm:cxn modelId="{FF2430F4-7BF9-4E99-8DAC-1655F36AEDD8}" type="presParOf" srcId="{14704145-2C46-4E52-A6A8-EC55AEB51C12}" destId="{66687D16-041F-48AE-BFED-FAF21E2FD3D9}" srcOrd="2" destOrd="0" presId="urn:microsoft.com/office/officeart/2018/2/layout/IconCircleList"/>
    <dgm:cxn modelId="{B8D965FD-CB3C-4A96-A2DB-81FB267147B2}" type="presParOf" srcId="{14704145-2C46-4E52-A6A8-EC55AEB51C12}" destId="{F7926F1D-28A0-434B-99CD-FEB966AC54D6}" srcOrd="3" destOrd="0" presId="urn:microsoft.com/office/officeart/2018/2/layout/IconCircleList"/>
    <dgm:cxn modelId="{22EABA85-1100-4C22-BDDA-CB8DBD9A3D9B}" type="presParOf" srcId="{E643E44F-A8C7-433F-8DF6-52E0FD731118}" destId="{1C3B55B7-AB1A-4563-8D9B-B6DABB780927}" srcOrd="1" destOrd="0" presId="urn:microsoft.com/office/officeart/2018/2/layout/IconCircleList"/>
    <dgm:cxn modelId="{5C3A6992-FC62-4B56-BEF8-DE1C8471121A}" type="presParOf" srcId="{E643E44F-A8C7-433F-8DF6-52E0FD731118}" destId="{CDF8C0BE-1EA7-41A1-8731-23FA21070E1F}" srcOrd="2" destOrd="0" presId="urn:microsoft.com/office/officeart/2018/2/layout/IconCircleList"/>
    <dgm:cxn modelId="{32D2D778-6388-4BE2-AD4F-B8548B27466E}" type="presParOf" srcId="{CDF8C0BE-1EA7-41A1-8731-23FA21070E1F}" destId="{5BC8F59B-F38E-42DE-9611-05E05BEFC428}" srcOrd="0" destOrd="0" presId="urn:microsoft.com/office/officeart/2018/2/layout/IconCircleList"/>
    <dgm:cxn modelId="{F0CD6A21-318F-47DF-B78F-8A6E3B1FA5BC}" type="presParOf" srcId="{CDF8C0BE-1EA7-41A1-8731-23FA21070E1F}" destId="{33F71C07-2E41-4BB5-9A55-231E010834B4}" srcOrd="1" destOrd="0" presId="urn:microsoft.com/office/officeart/2018/2/layout/IconCircleList"/>
    <dgm:cxn modelId="{95797E0E-F2B7-4AE0-8FEB-0F300DAB1E2C}" type="presParOf" srcId="{CDF8C0BE-1EA7-41A1-8731-23FA21070E1F}" destId="{1E0E4135-48A5-452D-954C-31DFC9B369C3}" srcOrd="2" destOrd="0" presId="urn:microsoft.com/office/officeart/2018/2/layout/IconCircleList"/>
    <dgm:cxn modelId="{82B350F5-08F6-44FB-A970-23E311C63D6C}" type="presParOf" srcId="{CDF8C0BE-1EA7-41A1-8731-23FA21070E1F}" destId="{F5797B8B-A92F-4F59-9B8D-40CE30076256}" srcOrd="3" destOrd="0" presId="urn:microsoft.com/office/officeart/2018/2/layout/IconCircleList"/>
    <dgm:cxn modelId="{D8848883-2D45-4336-A5B7-9A1580CF3E8F}" type="presParOf" srcId="{E643E44F-A8C7-433F-8DF6-52E0FD731118}" destId="{6B09C4D1-D141-4A26-9696-D6E6EC068EA6}" srcOrd="3" destOrd="0" presId="urn:microsoft.com/office/officeart/2018/2/layout/IconCircleList"/>
    <dgm:cxn modelId="{6F9BC002-B031-4370-8A58-092450EFCE31}" type="presParOf" srcId="{E643E44F-A8C7-433F-8DF6-52E0FD731118}" destId="{FCC25641-7F77-40B4-B1D0-425AEC74511C}" srcOrd="4" destOrd="0" presId="urn:microsoft.com/office/officeart/2018/2/layout/IconCircleList"/>
    <dgm:cxn modelId="{84A138E4-6C5C-46CD-9666-37F2129002FC}" type="presParOf" srcId="{FCC25641-7F77-40B4-B1D0-425AEC74511C}" destId="{455D31E3-0D9F-465A-A406-9059465B07B9}" srcOrd="0" destOrd="0" presId="urn:microsoft.com/office/officeart/2018/2/layout/IconCircleList"/>
    <dgm:cxn modelId="{1A40683A-2C08-4805-8BB4-16D1FD8E64F5}" type="presParOf" srcId="{FCC25641-7F77-40B4-B1D0-425AEC74511C}" destId="{37CA3031-27F1-4205-98EF-6B4BD1F1A94D}" srcOrd="1" destOrd="0" presId="urn:microsoft.com/office/officeart/2018/2/layout/IconCircleList"/>
    <dgm:cxn modelId="{D55E9787-C34E-4362-BAA1-624BD41DD532}" type="presParOf" srcId="{FCC25641-7F77-40B4-B1D0-425AEC74511C}" destId="{FC4A1EE9-7C38-46A6-A77E-5AFC9EED7CFA}" srcOrd="2" destOrd="0" presId="urn:microsoft.com/office/officeart/2018/2/layout/IconCircleList"/>
    <dgm:cxn modelId="{E58E7A95-525E-4EAD-8842-F801E91F8A19}" type="presParOf" srcId="{FCC25641-7F77-40B4-B1D0-425AEC74511C}" destId="{709A46B0-72FB-41AF-A234-12C4568A9C6E}" srcOrd="3" destOrd="0" presId="urn:microsoft.com/office/officeart/2018/2/layout/IconCircleList"/>
    <dgm:cxn modelId="{9C8A8AA2-1A0C-438B-9685-B87A65345F64}" type="presParOf" srcId="{E643E44F-A8C7-433F-8DF6-52E0FD731118}" destId="{048606E5-A68F-40A7-ABC4-961FE634E39B}" srcOrd="5" destOrd="0" presId="urn:microsoft.com/office/officeart/2018/2/layout/IconCircleList"/>
    <dgm:cxn modelId="{3FD06C23-9785-4B08-A32A-48947E0E7CFC}" type="presParOf" srcId="{E643E44F-A8C7-433F-8DF6-52E0FD731118}" destId="{533FA067-C5E8-4C37-9677-E4DC68456814}" srcOrd="6" destOrd="0" presId="urn:microsoft.com/office/officeart/2018/2/layout/IconCircleList"/>
    <dgm:cxn modelId="{D7113BEB-6110-43E0-8CF7-F372BABB5087}" type="presParOf" srcId="{533FA067-C5E8-4C37-9677-E4DC68456814}" destId="{7A29AA02-8E0C-4205-8D1D-85B332834DB3}" srcOrd="0" destOrd="0" presId="urn:microsoft.com/office/officeart/2018/2/layout/IconCircleList"/>
    <dgm:cxn modelId="{EF8C8564-78A3-4B5E-8887-1EE4F2342FC5}" type="presParOf" srcId="{533FA067-C5E8-4C37-9677-E4DC68456814}" destId="{54BC86A8-2399-43C5-9C20-3E43C5E89CED}" srcOrd="1" destOrd="0" presId="urn:microsoft.com/office/officeart/2018/2/layout/IconCircleList"/>
    <dgm:cxn modelId="{2B1CF56C-010A-4AB1-80FA-8D8D74D53F41}" type="presParOf" srcId="{533FA067-C5E8-4C37-9677-E4DC68456814}" destId="{D342422E-5918-4C4D-A2EB-701746ACAFA5}" srcOrd="2" destOrd="0" presId="urn:microsoft.com/office/officeart/2018/2/layout/IconCircleList"/>
    <dgm:cxn modelId="{8FC541F8-D023-4247-9905-051A0A128753}" type="presParOf" srcId="{533FA067-C5E8-4C37-9677-E4DC68456814}" destId="{E1ABBC7C-4C8E-4816-B0BC-A336E113900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1504C5-AF1A-4F06-A302-7A392EE2C0F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BFE35CE-C0D4-4333-8203-A1598046E3A5}">
      <dgm:prSet/>
      <dgm:spPr/>
      <dgm:t>
        <a:bodyPr/>
        <a:lstStyle/>
        <a:p>
          <a:pPr>
            <a:defRPr cap="all"/>
          </a:pPr>
          <a:r>
            <a:rPr lang="pt-BR" b="0" i="0"/>
            <a:t>Configurar e administrar ambientes de Big Data utilizando tecnologias como Hadoop, Spark e sistemas de gerenciamento de bancos de dados NoSQL.</a:t>
          </a:r>
          <a:endParaRPr lang="en-US"/>
        </a:p>
      </dgm:t>
    </dgm:pt>
    <dgm:pt modelId="{58198D4D-029C-4A49-8245-95E61B49FDA7}" type="parTrans" cxnId="{99E9ED5B-CEC2-4065-A609-A071CA9CB753}">
      <dgm:prSet/>
      <dgm:spPr/>
      <dgm:t>
        <a:bodyPr/>
        <a:lstStyle/>
        <a:p>
          <a:endParaRPr lang="en-US"/>
        </a:p>
      </dgm:t>
    </dgm:pt>
    <dgm:pt modelId="{50BEDF1B-BF18-47B7-9E1D-7EFBB4649DAC}" type="sibTrans" cxnId="{99E9ED5B-CEC2-4065-A609-A071CA9CB753}">
      <dgm:prSet/>
      <dgm:spPr/>
      <dgm:t>
        <a:bodyPr/>
        <a:lstStyle/>
        <a:p>
          <a:endParaRPr lang="en-US"/>
        </a:p>
      </dgm:t>
    </dgm:pt>
    <dgm:pt modelId="{AD2DC002-4E20-411D-A1DB-984C82DDE079}">
      <dgm:prSet/>
      <dgm:spPr/>
      <dgm:t>
        <a:bodyPr/>
        <a:lstStyle/>
        <a:p>
          <a:pPr>
            <a:defRPr cap="all"/>
          </a:pPr>
          <a:r>
            <a:rPr lang="pt-BR" b="0" i="0"/>
            <a:t>Desenvolver pipelines de dados eficientes para processamento e análise de grandes volumes de dados.</a:t>
          </a:r>
          <a:endParaRPr lang="en-US"/>
        </a:p>
      </dgm:t>
    </dgm:pt>
    <dgm:pt modelId="{C2EC1951-8FAC-48B7-B509-A6717B3CC490}" type="parTrans" cxnId="{5FBFB8F7-DF91-4687-85D7-452731DA1DEC}">
      <dgm:prSet/>
      <dgm:spPr/>
      <dgm:t>
        <a:bodyPr/>
        <a:lstStyle/>
        <a:p>
          <a:endParaRPr lang="en-US"/>
        </a:p>
      </dgm:t>
    </dgm:pt>
    <dgm:pt modelId="{CE9875B2-CFC6-4033-A3EE-FE9EA059086A}" type="sibTrans" cxnId="{5FBFB8F7-DF91-4687-85D7-452731DA1DEC}">
      <dgm:prSet/>
      <dgm:spPr/>
      <dgm:t>
        <a:bodyPr/>
        <a:lstStyle/>
        <a:p>
          <a:endParaRPr lang="en-US"/>
        </a:p>
      </dgm:t>
    </dgm:pt>
    <dgm:pt modelId="{2AA44AA3-1897-4911-AA5F-0E165A190D26}">
      <dgm:prSet/>
      <dgm:spPr/>
      <dgm:t>
        <a:bodyPr/>
        <a:lstStyle/>
        <a:p>
          <a:pPr>
            <a:defRPr cap="all"/>
          </a:pPr>
          <a:r>
            <a:rPr lang="pt-BR" b="0" i="0"/>
            <a:t>Aplicar técnicas de machine learning e análise estatística em conjuntos de dados complexos.</a:t>
          </a:r>
          <a:endParaRPr lang="en-US"/>
        </a:p>
      </dgm:t>
    </dgm:pt>
    <dgm:pt modelId="{0CE7C518-BE69-4211-BC0F-1411B37BB6C3}" type="parTrans" cxnId="{257DC700-70C3-4707-8157-A295B7D87F23}">
      <dgm:prSet/>
      <dgm:spPr/>
      <dgm:t>
        <a:bodyPr/>
        <a:lstStyle/>
        <a:p>
          <a:endParaRPr lang="en-US"/>
        </a:p>
      </dgm:t>
    </dgm:pt>
    <dgm:pt modelId="{9C69E9B5-9514-450F-B374-70F8096ED409}" type="sibTrans" cxnId="{257DC700-70C3-4707-8157-A295B7D87F23}">
      <dgm:prSet/>
      <dgm:spPr/>
      <dgm:t>
        <a:bodyPr/>
        <a:lstStyle/>
        <a:p>
          <a:endParaRPr lang="en-US"/>
        </a:p>
      </dgm:t>
    </dgm:pt>
    <dgm:pt modelId="{CB474BCE-003F-40E9-B707-088CB13472D2}">
      <dgm:prSet/>
      <dgm:spPr/>
      <dgm:t>
        <a:bodyPr/>
        <a:lstStyle/>
        <a:p>
          <a:pPr>
            <a:defRPr cap="all"/>
          </a:pPr>
          <a:r>
            <a:rPr lang="pt-BR" b="0" i="0"/>
            <a:t>Avaliar e propor soluções éticas e seguras para desafios relacionados à privacidade e segurança em Big Data.</a:t>
          </a:r>
          <a:endParaRPr lang="en-US"/>
        </a:p>
      </dgm:t>
    </dgm:pt>
    <dgm:pt modelId="{2311ED7D-477D-4946-8D28-0BE403D8AACB}" type="parTrans" cxnId="{A5267E3C-6DFC-47D1-9849-37ABECA832E6}">
      <dgm:prSet/>
      <dgm:spPr/>
      <dgm:t>
        <a:bodyPr/>
        <a:lstStyle/>
        <a:p>
          <a:endParaRPr lang="en-US"/>
        </a:p>
      </dgm:t>
    </dgm:pt>
    <dgm:pt modelId="{F4976265-EB81-4053-8659-1282332E16E7}" type="sibTrans" cxnId="{A5267E3C-6DFC-47D1-9849-37ABECA832E6}">
      <dgm:prSet/>
      <dgm:spPr/>
      <dgm:t>
        <a:bodyPr/>
        <a:lstStyle/>
        <a:p>
          <a:endParaRPr lang="en-US"/>
        </a:p>
      </dgm:t>
    </dgm:pt>
    <dgm:pt modelId="{1CFCBB41-58D4-46FB-BD8C-4DD3325E4B44}" type="pres">
      <dgm:prSet presAssocID="{921504C5-AF1A-4F06-A302-7A392EE2C0FE}" presName="root" presStyleCnt="0">
        <dgm:presLayoutVars>
          <dgm:dir/>
          <dgm:resizeHandles val="exact"/>
        </dgm:presLayoutVars>
      </dgm:prSet>
      <dgm:spPr/>
    </dgm:pt>
    <dgm:pt modelId="{451A11D4-DC52-455C-9A0A-EE9BFC2BD0AD}" type="pres">
      <dgm:prSet presAssocID="{CBFE35CE-C0D4-4333-8203-A1598046E3A5}" presName="compNode" presStyleCnt="0"/>
      <dgm:spPr/>
    </dgm:pt>
    <dgm:pt modelId="{9601BD95-9DE5-49CA-9E09-D2651AB853B1}" type="pres">
      <dgm:prSet presAssocID="{CBFE35CE-C0D4-4333-8203-A1598046E3A5}" presName="iconBgRect" presStyleLbl="bgShp" presStyleIdx="0" presStyleCnt="4"/>
      <dgm:spPr/>
    </dgm:pt>
    <dgm:pt modelId="{78B55FC3-6589-48AA-91C3-110778AD434E}" type="pres">
      <dgm:prSet presAssocID="{CBFE35CE-C0D4-4333-8203-A1598046E3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81AB68B8-B022-4140-A7DF-9758BA133621}" type="pres">
      <dgm:prSet presAssocID="{CBFE35CE-C0D4-4333-8203-A1598046E3A5}" presName="spaceRect" presStyleCnt="0"/>
      <dgm:spPr/>
    </dgm:pt>
    <dgm:pt modelId="{A203C39C-AFF5-4827-A1AF-66623915959A}" type="pres">
      <dgm:prSet presAssocID="{CBFE35CE-C0D4-4333-8203-A1598046E3A5}" presName="textRect" presStyleLbl="revTx" presStyleIdx="0" presStyleCnt="4">
        <dgm:presLayoutVars>
          <dgm:chMax val="1"/>
          <dgm:chPref val="1"/>
        </dgm:presLayoutVars>
      </dgm:prSet>
      <dgm:spPr/>
    </dgm:pt>
    <dgm:pt modelId="{82BB872A-D21D-480C-90BD-E84895ACA948}" type="pres">
      <dgm:prSet presAssocID="{50BEDF1B-BF18-47B7-9E1D-7EFBB4649DAC}" presName="sibTrans" presStyleCnt="0"/>
      <dgm:spPr/>
    </dgm:pt>
    <dgm:pt modelId="{3A193DA4-2130-43C5-8693-A42AFF27B02E}" type="pres">
      <dgm:prSet presAssocID="{AD2DC002-4E20-411D-A1DB-984C82DDE079}" presName="compNode" presStyleCnt="0"/>
      <dgm:spPr/>
    </dgm:pt>
    <dgm:pt modelId="{38AB31CE-7E4C-4B85-BA98-F5766DC48E75}" type="pres">
      <dgm:prSet presAssocID="{AD2DC002-4E20-411D-A1DB-984C82DDE079}" presName="iconBgRect" presStyleLbl="bgShp" presStyleIdx="1" presStyleCnt="4"/>
      <dgm:spPr/>
    </dgm:pt>
    <dgm:pt modelId="{CC9063CB-9F34-49DF-B3E6-1B4C51F72A77}" type="pres">
      <dgm:prSet presAssocID="{AD2DC002-4E20-411D-A1DB-984C82DDE07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689F0341-8532-4E5C-A348-052AEC3EB32A}" type="pres">
      <dgm:prSet presAssocID="{AD2DC002-4E20-411D-A1DB-984C82DDE079}" presName="spaceRect" presStyleCnt="0"/>
      <dgm:spPr/>
    </dgm:pt>
    <dgm:pt modelId="{ECBF81FC-5E56-4B4E-B513-2792DCB3C56A}" type="pres">
      <dgm:prSet presAssocID="{AD2DC002-4E20-411D-A1DB-984C82DDE079}" presName="textRect" presStyleLbl="revTx" presStyleIdx="1" presStyleCnt="4">
        <dgm:presLayoutVars>
          <dgm:chMax val="1"/>
          <dgm:chPref val="1"/>
        </dgm:presLayoutVars>
      </dgm:prSet>
      <dgm:spPr/>
    </dgm:pt>
    <dgm:pt modelId="{CFE77A60-1F33-4584-BB51-8C72A76697ED}" type="pres">
      <dgm:prSet presAssocID="{CE9875B2-CFC6-4033-A3EE-FE9EA059086A}" presName="sibTrans" presStyleCnt="0"/>
      <dgm:spPr/>
    </dgm:pt>
    <dgm:pt modelId="{A1672317-FBFA-409B-A7C2-130C96E4B8B2}" type="pres">
      <dgm:prSet presAssocID="{2AA44AA3-1897-4911-AA5F-0E165A190D26}" presName="compNode" presStyleCnt="0"/>
      <dgm:spPr/>
    </dgm:pt>
    <dgm:pt modelId="{7E8B03E6-CC8F-4D35-8464-B6DCD47EB951}" type="pres">
      <dgm:prSet presAssocID="{2AA44AA3-1897-4911-AA5F-0E165A190D26}" presName="iconBgRect" presStyleLbl="bgShp" presStyleIdx="2" presStyleCnt="4"/>
      <dgm:spPr/>
    </dgm:pt>
    <dgm:pt modelId="{AFA0C0ED-F8CF-4464-A3D5-38B6666549C0}" type="pres">
      <dgm:prSet presAssocID="{2AA44AA3-1897-4911-AA5F-0E165A190D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6367B74-29F1-45AC-A4EB-996503A8256F}" type="pres">
      <dgm:prSet presAssocID="{2AA44AA3-1897-4911-AA5F-0E165A190D26}" presName="spaceRect" presStyleCnt="0"/>
      <dgm:spPr/>
    </dgm:pt>
    <dgm:pt modelId="{AE0C5B5A-7E70-425D-B960-A497769302DA}" type="pres">
      <dgm:prSet presAssocID="{2AA44AA3-1897-4911-AA5F-0E165A190D26}" presName="textRect" presStyleLbl="revTx" presStyleIdx="2" presStyleCnt="4">
        <dgm:presLayoutVars>
          <dgm:chMax val="1"/>
          <dgm:chPref val="1"/>
        </dgm:presLayoutVars>
      </dgm:prSet>
      <dgm:spPr/>
    </dgm:pt>
    <dgm:pt modelId="{EA0A319A-679E-4866-893D-633DD402B2F3}" type="pres">
      <dgm:prSet presAssocID="{9C69E9B5-9514-450F-B374-70F8096ED409}" presName="sibTrans" presStyleCnt="0"/>
      <dgm:spPr/>
    </dgm:pt>
    <dgm:pt modelId="{70388CAC-83DB-40DD-9A96-C0F899F8B9E8}" type="pres">
      <dgm:prSet presAssocID="{CB474BCE-003F-40E9-B707-088CB13472D2}" presName="compNode" presStyleCnt="0"/>
      <dgm:spPr/>
    </dgm:pt>
    <dgm:pt modelId="{89541EE5-B45F-48B0-A2BF-2594E45477B0}" type="pres">
      <dgm:prSet presAssocID="{CB474BCE-003F-40E9-B707-088CB13472D2}" presName="iconBgRect" presStyleLbl="bgShp" presStyleIdx="3" presStyleCnt="4"/>
      <dgm:spPr/>
    </dgm:pt>
    <dgm:pt modelId="{CDEA6C92-CFEA-441E-8072-5216664429F9}" type="pres">
      <dgm:prSet presAssocID="{CB474BCE-003F-40E9-B707-088CB13472D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16B9152B-31F4-434D-AAEE-61C88ABD64E8}" type="pres">
      <dgm:prSet presAssocID="{CB474BCE-003F-40E9-B707-088CB13472D2}" presName="spaceRect" presStyleCnt="0"/>
      <dgm:spPr/>
    </dgm:pt>
    <dgm:pt modelId="{179F06F9-7E9C-4E93-A874-BD7978DEAC9A}" type="pres">
      <dgm:prSet presAssocID="{CB474BCE-003F-40E9-B707-088CB13472D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57DC700-70C3-4707-8157-A295B7D87F23}" srcId="{921504C5-AF1A-4F06-A302-7A392EE2C0FE}" destId="{2AA44AA3-1897-4911-AA5F-0E165A190D26}" srcOrd="2" destOrd="0" parTransId="{0CE7C518-BE69-4211-BC0F-1411B37BB6C3}" sibTransId="{9C69E9B5-9514-450F-B374-70F8096ED409}"/>
    <dgm:cxn modelId="{1E9FFA08-7144-4D6F-B2E5-618542D783E2}" type="presOf" srcId="{921504C5-AF1A-4F06-A302-7A392EE2C0FE}" destId="{1CFCBB41-58D4-46FB-BD8C-4DD3325E4B44}" srcOrd="0" destOrd="0" presId="urn:microsoft.com/office/officeart/2018/5/layout/IconCircleLabelList"/>
    <dgm:cxn modelId="{A5267E3C-6DFC-47D1-9849-37ABECA832E6}" srcId="{921504C5-AF1A-4F06-A302-7A392EE2C0FE}" destId="{CB474BCE-003F-40E9-B707-088CB13472D2}" srcOrd="3" destOrd="0" parTransId="{2311ED7D-477D-4946-8D28-0BE403D8AACB}" sibTransId="{F4976265-EB81-4053-8659-1282332E16E7}"/>
    <dgm:cxn modelId="{99E9ED5B-CEC2-4065-A609-A071CA9CB753}" srcId="{921504C5-AF1A-4F06-A302-7A392EE2C0FE}" destId="{CBFE35CE-C0D4-4333-8203-A1598046E3A5}" srcOrd="0" destOrd="0" parTransId="{58198D4D-029C-4A49-8245-95E61B49FDA7}" sibTransId="{50BEDF1B-BF18-47B7-9E1D-7EFBB4649DAC}"/>
    <dgm:cxn modelId="{B705FB6C-1CF5-49A7-9E77-BFA2AF595B7C}" type="presOf" srcId="{CB474BCE-003F-40E9-B707-088CB13472D2}" destId="{179F06F9-7E9C-4E93-A874-BD7978DEAC9A}" srcOrd="0" destOrd="0" presId="urn:microsoft.com/office/officeart/2018/5/layout/IconCircleLabelList"/>
    <dgm:cxn modelId="{6B7801B0-29D7-4FA1-BBE8-801C793A5EFC}" type="presOf" srcId="{CBFE35CE-C0D4-4333-8203-A1598046E3A5}" destId="{A203C39C-AFF5-4827-A1AF-66623915959A}" srcOrd="0" destOrd="0" presId="urn:microsoft.com/office/officeart/2018/5/layout/IconCircleLabelList"/>
    <dgm:cxn modelId="{80BA92CC-9F24-490E-A6B3-9ACDF84CA0CF}" type="presOf" srcId="{2AA44AA3-1897-4911-AA5F-0E165A190D26}" destId="{AE0C5B5A-7E70-425D-B960-A497769302DA}" srcOrd="0" destOrd="0" presId="urn:microsoft.com/office/officeart/2018/5/layout/IconCircleLabelList"/>
    <dgm:cxn modelId="{EBBF9BE7-FE24-473E-A091-2D534D4B84A8}" type="presOf" srcId="{AD2DC002-4E20-411D-A1DB-984C82DDE079}" destId="{ECBF81FC-5E56-4B4E-B513-2792DCB3C56A}" srcOrd="0" destOrd="0" presId="urn:microsoft.com/office/officeart/2018/5/layout/IconCircleLabelList"/>
    <dgm:cxn modelId="{5FBFB8F7-DF91-4687-85D7-452731DA1DEC}" srcId="{921504C5-AF1A-4F06-A302-7A392EE2C0FE}" destId="{AD2DC002-4E20-411D-A1DB-984C82DDE079}" srcOrd="1" destOrd="0" parTransId="{C2EC1951-8FAC-48B7-B509-A6717B3CC490}" sibTransId="{CE9875B2-CFC6-4033-A3EE-FE9EA059086A}"/>
    <dgm:cxn modelId="{568FF8A0-8018-49B8-9B19-12FC2943ACAA}" type="presParOf" srcId="{1CFCBB41-58D4-46FB-BD8C-4DD3325E4B44}" destId="{451A11D4-DC52-455C-9A0A-EE9BFC2BD0AD}" srcOrd="0" destOrd="0" presId="urn:microsoft.com/office/officeart/2018/5/layout/IconCircleLabelList"/>
    <dgm:cxn modelId="{EA58797B-2EE8-42D3-B943-CDF188AA79DD}" type="presParOf" srcId="{451A11D4-DC52-455C-9A0A-EE9BFC2BD0AD}" destId="{9601BD95-9DE5-49CA-9E09-D2651AB853B1}" srcOrd="0" destOrd="0" presId="urn:microsoft.com/office/officeart/2018/5/layout/IconCircleLabelList"/>
    <dgm:cxn modelId="{5E1CAD7D-59FB-4AAB-884A-518FC08F6855}" type="presParOf" srcId="{451A11D4-DC52-455C-9A0A-EE9BFC2BD0AD}" destId="{78B55FC3-6589-48AA-91C3-110778AD434E}" srcOrd="1" destOrd="0" presId="urn:microsoft.com/office/officeart/2018/5/layout/IconCircleLabelList"/>
    <dgm:cxn modelId="{B0EFACAC-FC54-4C9F-A0E0-9DBA6A5A3A8B}" type="presParOf" srcId="{451A11D4-DC52-455C-9A0A-EE9BFC2BD0AD}" destId="{81AB68B8-B022-4140-A7DF-9758BA133621}" srcOrd="2" destOrd="0" presId="urn:microsoft.com/office/officeart/2018/5/layout/IconCircleLabelList"/>
    <dgm:cxn modelId="{1F034F8E-8687-4601-A3C6-BC3BA2BAED68}" type="presParOf" srcId="{451A11D4-DC52-455C-9A0A-EE9BFC2BD0AD}" destId="{A203C39C-AFF5-4827-A1AF-66623915959A}" srcOrd="3" destOrd="0" presId="urn:microsoft.com/office/officeart/2018/5/layout/IconCircleLabelList"/>
    <dgm:cxn modelId="{413E5CCF-9B75-41C4-87BE-A78F750EA0CC}" type="presParOf" srcId="{1CFCBB41-58D4-46FB-BD8C-4DD3325E4B44}" destId="{82BB872A-D21D-480C-90BD-E84895ACA948}" srcOrd="1" destOrd="0" presId="urn:microsoft.com/office/officeart/2018/5/layout/IconCircleLabelList"/>
    <dgm:cxn modelId="{A7E34A11-605B-4F64-B08D-2DBAFDA87CBF}" type="presParOf" srcId="{1CFCBB41-58D4-46FB-BD8C-4DD3325E4B44}" destId="{3A193DA4-2130-43C5-8693-A42AFF27B02E}" srcOrd="2" destOrd="0" presId="urn:microsoft.com/office/officeart/2018/5/layout/IconCircleLabelList"/>
    <dgm:cxn modelId="{81A08F7B-B0A9-4AE9-848F-A265FC60B2D0}" type="presParOf" srcId="{3A193DA4-2130-43C5-8693-A42AFF27B02E}" destId="{38AB31CE-7E4C-4B85-BA98-F5766DC48E75}" srcOrd="0" destOrd="0" presId="urn:microsoft.com/office/officeart/2018/5/layout/IconCircleLabelList"/>
    <dgm:cxn modelId="{FDFC9815-7D2B-4981-B00B-5A4636E1FFCE}" type="presParOf" srcId="{3A193DA4-2130-43C5-8693-A42AFF27B02E}" destId="{CC9063CB-9F34-49DF-B3E6-1B4C51F72A77}" srcOrd="1" destOrd="0" presId="urn:microsoft.com/office/officeart/2018/5/layout/IconCircleLabelList"/>
    <dgm:cxn modelId="{2C1367FD-8743-4E19-9555-85C66E1467A9}" type="presParOf" srcId="{3A193DA4-2130-43C5-8693-A42AFF27B02E}" destId="{689F0341-8532-4E5C-A348-052AEC3EB32A}" srcOrd="2" destOrd="0" presId="urn:microsoft.com/office/officeart/2018/5/layout/IconCircleLabelList"/>
    <dgm:cxn modelId="{AA55C2CD-077C-40D6-8FD6-675440958DF2}" type="presParOf" srcId="{3A193DA4-2130-43C5-8693-A42AFF27B02E}" destId="{ECBF81FC-5E56-4B4E-B513-2792DCB3C56A}" srcOrd="3" destOrd="0" presId="urn:microsoft.com/office/officeart/2018/5/layout/IconCircleLabelList"/>
    <dgm:cxn modelId="{5E44FED7-DE10-49A8-BAAD-C90119412FE2}" type="presParOf" srcId="{1CFCBB41-58D4-46FB-BD8C-4DD3325E4B44}" destId="{CFE77A60-1F33-4584-BB51-8C72A76697ED}" srcOrd="3" destOrd="0" presId="urn:microsoft.com/office/officeart/2018/5/layout/IconCircleLabelList"/>
    <dgm:cxn modelId="{3E1D755C-5213-4D0A-9602-9C1928D85562}" type="presParOf" srcId="{1CFCBB41-58D4-46FB-BD8C-4DD3325E4B44}" destId="{A1672317-FBFA-409B-A7C2-130C96E4B8B2}" srcOrd="4" destOrd="0" presId="urn:microsoft.com/office/officeart/2018/5/layout/IconCircleLabelList"/>
    <dgm:cxn modelId="{11C32BDA-BCF7-4826-8C07-56BC73B733A2}" type="presParOf" srcId="{A1672317-FBFA-409B-A7C2-130C96E4B8B2}" destId="{7E8B03E6-CC8F-4D35-8464-B6DCD47EB951}" srcOrd="0" destOrd="0" presId="urn:microsoft.com/office/officeart/2018/5/layout/IconCircleLabelList"/>
    <dgm:cxn modelId="{91BF3A96-A054-4A17-A0AE-BB15C0E874BF}" type="presParOf" srcId="{A1672317-FBFA-409B-A7C2-130C96E4B8B2}" destId="{AFA0C0ED-F8CF-4464-A3D5-38B6666549C0}" srcOrd="1" destOrd="0" presId="urn:microsoft.com/office/officeart/2018/5/layout/IconCircleLabelList"/>
    <dgm:cxn modelId="{A671552D-7DC9-45CD-8975-5B0F4933CF9E}" type="presParOf" srcId="{A1672317-FBFA-409B-A7C2-130C96E4B8B2}" destId="{C6367B74-29F1-45AC-A4EB-996503A8256F}" srcOrd="2" destOrd="0" presId="urn:microsoft.com/office/officeart/2018/5/layout/IconCircleLabelList"/>
    <dgm:cxn modelId="{14C21DC0-804D-4038-978B-447208AB9BAF}" type="presParOf" srcId="{A1672317-FBFA-409B-A7C2-130C96E4B8B2}" destId="{AE0C5B5A-7E70-425D-B960-A497769302DA}" srcOrd="3" destOrd="0" presId="urn:microsoft.com/office/officeart/2018/5/layout/IconCircleLabelList"/>
    <dgm:cxn modelId="{6A11C154-9A85-4EAE-B2B2-FEA3EACD3E18}" type="presParOf" srcId="{1CFCBB41-58D4-46FB-BD8C-4DD3325E4B44}" destId="{EA0A319A-679E-4866-893D-633DD402B2F3}" srcOrd="5" destOrd="0" presId="urn:microsoft.com/office/officeart/2018/5/layout/IconCircleLabelList"/>
    <dgm:cxn modelId="{91C5CD50-8885-4121-98DE-7B3CD7E3426F}" type="presParOf" srcId="{1CFCBB41-58D4-46FB-BD8C-4DD3325E4B44}" destId="{70388CAC-83DB-40DD-9A96-C0F899F8B9E8}" srcOrd="6" destOrd="0" presId="urn:microsoft.com/office/officeart/2018/5/layout/IconCircleLabelList"/>
    <dgm:cxn modelId="{8EDED8D8-D679-4980-A94B-142C8AE2EF39}" type="presParOf" srcId="{70388CAC-83DB-40DD-9A96-C0F899F8B9E8}" destId="{89541EE5-B45F-48B0-A2BF-2594E45477B0}" srcOrd="0" destOrd="0" presId="urn:microsoft.com/office/officeart/2018/5/layout/IconCircleLabelList"/>
    <dgm:cxn modelId="{C3B69B85-8D71-42B8-961F-D791D5957CF8}" type="presParOf" srcId="{70388CAC-83DB-40DD-9A96-C0F899F8B9E8}" destId="{CDEA6C92-CFEA-441E-8072-5216664429F9}" srcOrd="1" destOrd="0" presId="urn:microsoft.com/office/officeart/2018/5/layout/IconCircleLabelList"/>
    <dgm:cxn modelId="{A53AA4C1-C74C-4995-8152-8E55F287C27D}" type="presParOf" srcId="{70388CAC-83DB-40DD-9A96-C0F899F8B9E8}" destId="{16B9152B-31F4-434D-AAEE-61C88ABD64E8}" srcOrd="2" destOrd="0" presId="urn:microsoft.com/office/officeart/2018/5/layout/IconCircleLabelList"/>
    <dgm:cxn modelId="{B727521F-A262-4BC0-A4BB-159DB1ADAACC}" type="presParOf" srcId="{70388CAC-83DB-40DD-9A96-C0F899F8B9E8}" destId="{179F06F9-7E9C-4E93-A874-BD7978DEAC9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BA57A97-D7C6-43AF-9EC4-04DDEC4FEFA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81759B-550D-402E-B4A3-69FEDD3E06C7}">
      <dgm:prSet custT="1"/>
      <dgm:spPr/>
      <dgm:t>
        <a:bodyPr/>
        <a:lstStyle/>
        <a:p>
          <a:r>
            <a:rPr lang="pt-BR" sz="1100" b="1"/>
            <a:t>Introdução ao Big Data</a:t>
          </a:r>
          <a:endParaRPr lang="en-US" sz="1100" dirty="0"/>
        </a:p>
      </dgm:t>
    </dgm:pt>
    <dgm:pt modelId="{A0A83230-8D14-4027-AC3C-C636B409CD0B}" type="parTrans" cxnId="{BEE99BAF-DD77-45A2-AE2A-8B23BA00DEE2}">
      <dgm:prSet/>
      <dgm:spPr/>
      <dgm:t>
        <a:bodyPr/>
        <a:lstStyle/>
        <a:p>
          <a:endParaRPr lang="en-US" sz="2000"/>
        </a:p>
      </dgm:t>
    </dgm:pt>
    <dgm:pt modelId="{35C77413-514B-41CF-8B05-081C581107CA}" type="sibTrans" cxnId="{BEE99BAF-DD77-45A2-AE2A-8B23BA00DEE2}">
      <dgm:prSet/>
      <dgm:spPr/>
      <dgm:t>
        <a:bodyPr/>
        <a:lstStyle/>
        <a:p>
          <a:endParaRPr lang="en-US" sz="2000"/>
        </a:p>
      </dgm:t>
    </dgm:pt>
    <dgm:pt modelId="{366F43E3-292C-4A2C-878B-9C5CD4B4C0AF}">
      <dgm:prSet custT="1"/>
      <dgm:spPr/>
      <dgm:t>
        <a:bodyPr/>
        <a:lstStyle/>
        <a:p>
          <a:r>
            <a:rPr lang="pt-BR" sz="1100" b="1" dirty="0"/>
            <a:t>Tecnologias e Infraestrutura para Big Data</a:t>
          </a:r>
        </a:p>
      </dgm:t>
    </dgm:pt>
    <dgm:pt modelId="{166F543A-B494-4F24-8A52-426654452410}" type="parTrans" cxnId="{7B7B38BE-C0F0-4CB9-A3B3-31FF03236D66}">
      <dgm:prSet/>
      <dgm:spPr/>
      <dgm:t>
        <a:bodyPr/>
        <a:lstStyle/>
        <a:p>
          <a:endParaRPr lang="pt-BR"/>
        </a:p>
      </dgm:t>
    </dgm:pt>
    <dgm:pt modelId="{5B166383-B97F-4071-B239-0802DF8317EF}" type="sibTrans" cxnId="{7B7B38BE-C0F0-4CB9-A3B3-31FF03236D66}">
      <dgm:prSet/>
      <dgm:spPr/>
      <dgm:t>
        <a:bodyPr/>
        <a:lstStyle/>
        <a:p>
          <a:endParaRPr lang="pt-BR"/>
        </a:p>
      </dgm:t>
    </dgm:pt>
    <dgm:pt modelId="{04FEF2FE-2E78-464B-A6C8-BABCD9000AF0}">
      <dgm:prSet custT="1"/>
      <dgm:spPr/>
      <dgm:t>
        <a:bodyPr/>
        <a:lstStyle/>
        <a:p>
          <a:r>
            <a:rPr lang="pt-BR" sz="1100" b="1" dirty="0"/>
            <a:t>Processamento de Dados em Escala</a:t>
          </a:r>
        </a:p>
      </dgm:t>
    </dgm:pt>
    <dgm:pt modelId="{DC487B2B-4D8D-4099-854C-D75C46DD9811}" type="parTrans" cxnId="{BE5E4D25-01AF-420C-A4DC-E24B56AD74B0}">
      <dgm:prSet/>
      <dgm:spPr/>
      <dgm:t>
        <a:bodyPr/>
        <a:lstStyle/>
        <a:p>
          <a:endParaRPr lang="pt-BR"/>
        </a:p>
      </dgm:t>
    </dgm:pt>
    <dgm:pt modelId="{25132983-9615-4A5D-84D1-9B92DA21B1F2}" type="sibTrans" cxnId="{BE5E4D25-01AF-420C-A4DC-E24B56AD74B0}">
      <dgm:prSet/>
      <dgm:spPr/>
      <dgm:t>
        <a:bodyPr/>
        <a:lstStyle/>
        <a:p>
          <a:endParaRPr lang="pt-BR"/>
        </a:p>
      </dgm:t>
    </dgm:pt>
    <dgm:pt modelId="{B2DE6412-2FA7-45C3-9232-FA8245FA51AF}">
      <dgm:prSet custT="1"/>
      <dgm:spPr/>
      <dgm:t>
        <a:bodyPr/>
        <a:lstStyle/>
        <a:p>
          <a:r>
            <a:rPr lang="pt-BR" sz="1100" b="1" dirty="0"/>
            <a:t>Análise de Dados em Tempo Real</a:t>
          </a:r>
        </a:p>
      </dgm:t>
    </dgm:pt>
    <dgm:pt modelId="{029D6360-7DEE-48E1-BDE0-0F045E400682}" type="parTrans" cxnId="{6AC79D6F-EEF9-442D-B121-B9F7C3CC171E}">
      <dgm:prSet/>
      <dgm:spPr/>
      <dgm:t>
        <a:bodyPr/>
        <a:lstStyle/>
        <a:p>
          <a:endParaRPr lang="pt-BR"/>
        </a:p>
      </dgm:t>
    </dgm:pt>
    <dgm:pt modelId="{4B60071B-6D48-4BF0-B977-D7B491F52498}" type="sibTrans" cxnId="{6AC79D6F-EEF9-442D-B121-B9F7C3CC171E}">
      <dgm:prSet/>
      <dgm:spPr/>
      <dgm:t>
        <a:bodyPr/>
        <a:lstStyle/>
        <a:p>
          <a:endParaRPr lang="pt-BR"/>
        </a:p>
      </dgm:t>
    </dgm:pt>
    <dgm:pt modelId="{EF0A341A-B146-4049-AE65-D5D411C94210}">
      <dgm:prSet custT="1"/>
      <dgm:spPr/>
      <dgm:t>
        <a:bodyPr/>
        <a:lstStyle/>
        <a:p>
          <a:r>
            <a:rPr lang="pt-BR" sz="1100" b="1" dirty="0"/>
            <a:t>Aprendizado de Máquina em Big Data</a:t>
          </a:r>
        </a:p>
      </dgm:t>
    </dgm:pt>
    <dgm:pt modelId="{F38D2FD9-B485-4409-ADEB-38BD616203F4}" type="parTrans" cxnId="{27D8885A-5AD0-4024-829F-BABFAAFC1110}">
      <dgm:prSet/>
      <dgm:spPr/>
      <dgm:t>
        <a:bodyPr/>
        <a:lstStyle/>
        <a:p>
          <a:endParaRPr lang="pt-BR"/>
        </a:p>
      </dgm:t>
    </dgm:pt>
    <dgm:pt modelId="{E79DE9F9-C637-42B4-81FC-2E42E2D7B799}" type="sibTrans" cxnId="{27D8885A-5AD0-4024-829F-BABFAAFC1110}">
      <dgm:prSet/>
      <dgm:spPr/>
      <dgm:t>
        <a:bodyPr/>
        <a:lstStyle/>
        <a:p>
          <a:endParaRPr lang="pt-BR"/>
        </a:p>
      </dgm:t>
    </dgm:pt>
    <dgm:pt modelId="{0A429E9A-1660-449F-AB7A-E48ED31C55CE}">
      <dgm:prSet custT="1"/>
      <dgm:spPr/>
      <dgm:t>
        <a:bodyPr/>
        <a:lstStyle/>
        <a:p>
          <a:r>
            <a:rPr lang="pt-BR" sz="1100" b="1" dirty="0"/>
            <a:t>Ética e Privacidade em Big Data</a:t>
          </a:r>
        </a:p>
      </dgm:t>
    </dgm:pt>
    <dgm:pt modelId="{C99C09CE-37AD-486F-8071-0FA73A5AFCE7}" type="parTrans" cxnId="{488D6E5F-8117-4385-8C99-6B323FA05B58}">
      <dgm:prSet/>
      <dgm:spPr/>
      <dgm:t>
        <a:bodyPr/>
        <a:lstStyle/>
        <a:p>
          <a:endParaRPr lang="pt-BR"/>
        </a:p>
      </dgm:t>
    </dgm:pt>
    <dgm:pt modelId="{F8366662-DF9E-4480-8F92-7D132ED98840}" type="sibTrans" cxnId="{488D6E5F-8117-4385-8C99-6B323FA05B58}">
      <dgm:prSet/>
      <dgm:spPr/>
      <dgm:t>
        <a:bodyPr/>
        <a:lstStyle/>
        <a:p>
          <a:endParaRPr lang="pt-BR"/>
        </a:p>
      </dgm:t>
    </dgm:pt>
    <dgm:pt modelId="{4ED64435-F494-431B-9681-8E71DD6EFB22}" type="pres">
      <dgm:prSet presAssocID="{FBA57A97-D7C6-43AF-9EC4-04DDEC4FEFAB}" presName="diagram" presStyleCnt="0">
        <dgm:presLayoutVars>
          <dgm:dir/>
          <dgm:resizeHandles val="exact"/>
        </dgm:presLayoutVars>
      </dgm:prSet>
      <dgm:spPr/>
    </dgm:pt>
    <dgm:pt modelId="{E387989C-4C75-415D-B608-3AA260E5CD94}" type="pres">
      <dgm:prSet presAssocID="{D781759B-550D-402E-B4A3-69FEDD3E06C7}" presName="node" presStyleLbl="node1" presStyleIdx="0" presStyleCnt="6">
        <dgm:presLayoutVars>
          <dgm:bulletEnabled val="1"/>
        </dgm:presLayoutVars>
      </dgm:prSet>
      <dgm:spPr/>
    </dgm:pt>
    <dgm:pt modelId="{D9E14618-E7A1-41EB-91FB-209AC94635BC}" type="pres">
      <dgm:prSet presAssocID="{35C77413-514B-41CF-8B05-081C581107CA}" presName="sibTrans" presStyleCnt="0"/>
      <dgm:spPr/>
    </dgm:pt>
    <dgm:pt modelId="{7BC536EA-F728-43BA-87D1-B96C64813930}" type="pres">
      <dgm:prSet presAssocID="{366F43E3-292C-4A2C-878B-9C5CD4B4C0AF}" presName="node" presStyleLbl="node1" presStyleIdx="1" presStyleCnt="6">
        <dgm:presLayoutVars>
          <dgm:bulletEnabled val="1"/>
        </dgm:presLayoutVars>
      </dgm:prSet>
      <dgm:spPr/>
    </dgm:pt>
    <dgm:pt modelId="{3FDF5F08-040B-4BDC-842B-A50D438D6A38}" type="pres">
      <dgm:prSet presAssocID="{5B166383-B97F-4071-B239-0802DF8317EF}" presName="sibTrans" presStyleCnt="0"/>
      <dgm:spPr/>
    </dgm:pt>
    <dgm:pt modelId="{3D64395E-1C55-4A4D-BD68-CF0FA65F5505}" type="pres">
      <dgm:prSet presAssocID="{04FEF2FE-2E78-464B-A6C8-BABCD9000AF0}" presName="node" presStyleLbl="node1" presStyleIdx="2" presStyleCnt="6">
        <dgm:presLayoutVars>
          <dgm:bulletEnabled val="1"/>
        </dgm:presLayoutVars>
      </dgm:prSet>
      <dgm:spPr/>
    </dgm:pt>
    <dgm:pt modelId="{B7F01215-79D1-45A4-B479-9D9F15E32CF7}" type="pres">
      <dgm:prSet presAssocID="{25132983-9615-4A5D-84D1-9B92DA21B1F2}" presName="sibTrans" presStyleCnt="0"/>
      <dgm:spPr/>
    </dgm:pt>
    <dgm:pt modelId="{6CEB5033-5F6E-44EC-AD95-6F8804F82935}" type="pres">
      <dgm:prSet presAssocID="{B2DE6412-2FA7-45C3-9232-FA8245FA51AF}" presName="node" presStyleLbl="node1" presStyleIdx="3" presStyleCnt="6">
        <dgm:presLayoutVars>
          <dgm:bulletEnabled val="1"/>
        </dgm:presLayoutVars>
      </dgm:prSet>
      <dgm:spPr/>
    </dgm:pt>
    <dgm:pt modelId="{628AC983-87CE-4189-9C27-7A86D1C9BEC3}" type="pres">
      <dgm:prSet presAssocID="{4B60071B-6D48-4BF0-B977-D7B491F52498}" presName="sibTrans" presStyleCnt="0"/>
      <dgm:spPr/>
    </dgm:pt>
    <dgm:pt modelId="{34DE67BC-DC71-49BD-9ED7-86F0A912ACCB}" type="pres">
      <dgm:prSet presAssocID="{EF0A341A-B146-4049-AE65-D5D411C94210}" presName="node" presStyleLbl="node1" presStyleIdx="4" presStyleCnt="6">
        <dgm:presLayoutVars>
          <dgm:bulletEnabled val="1"/>
        </dgm:presLayoutVars>
      </dgm:prSet>
      <dgm:spPr/>
    </dgm:pt>
    <dgm:pt modelId="{36825AFA-D8B6-4180-91E5-4BDB6EF46012}" type="pres">
      <dgm:prSet presAssocID="{E79DE9F9-C637-42B4-81FC-2E42E2D7B799}" presName="sibTrans" presStyleCnt="0"/>
      <dgm:spPr/>
    </dgm:pt>
    <dgm:pt modelId="{CA25937D-D0DA-48FF-AD7C-E52EDEF65999}" type="pres">
      <dgm:prSet presAssocID="{0A429E9A-1660-449F-AB7A-E48ED31C55CE}" presName="node" presStyleLbl="node1" presStyleIdx="5" presStyleCnt="6">
        <dgm:presLayoutVars>
          <dgm:bulletEnabled val="1"/>
        </dgm:presLayoutVars>
      </dgm:prSet>
      <dgm:spPr/>
    </dgm:pt>
  </dgm:ptLst>
  <dgm:cxnLst>
    <dgm:cxn modelId="{7C863800-498C-475C-B074-8223E5EBD72B}" type="presOf" srcId="{B2DE6412-2FA7-45C3-9232-FA8245FA51AF}" destId="{6CEB5033-5F6E-44EC-AD95-6F8804F82935}" srcOrd="0" destOrd="0" presId="urn:microsoft.com/office/officeart/2005/8/layout/default"/>
    <dgm:cxn modelId="{BE5E4D25-01AF-420C-A4DC-E24B56AD74B0}" srcId="{FBA57A97-D7C6-43AF-9EC4-04DDEC4FEFAB}" destId="{04FEF2FE-2E78-464B-A6C8-BABCD9000AF0}" srcOrd="2" destOrd="0" parTransId="{DC487B2B-4D8D-4099-854C-D75C46DD9811}" sibTransId="{25132983-9615-4A5D-84D1-9B92DA21B1F2}"/>
    <dgm:cxn modelId="{281F3F2D-3AB6-4F4A-B25C-92841EB7BE38}" type="presOf" srcId="{04FEF2FE-2E78-464B-A6C8-BABCD9000AF0}" destId="{3D64395E-1C55-4A4D-BD68-CF0FA65F5505}" srcOrd="0" destOrd="0" presId="urn:microsoft.com/office/officeart/2005/8/layout/default"/>
    <dgm:cxn modelId="{94FA3D39-EE89-47C7-825E-9AA3392C7008}" type="presOf" srcId="{FBA57A97-D7C6-43AF-9EC4-04DDEC4FEFAB}" destId="{4ED64435-F494-431B-9681-8E71DD6EFB22}" srcOrd="0" destOrd="0" presId="urn:microsoft.com/office/officeart/2005/8/layout/default"/>
    <dgm:cxn modelId="{488D6E5F-8117-4385-8C99-6B323FA05B58}" srcId="{FBA57A97-D7C6-43AF-9EC4-04DDEC4FEFAB}" destId="{0A429E9A-1660-449F-AB7A-E48ED31C55CE}" srcOrd="5" destOrd="0" parTransId="{C99C09CE-37AD-486F-8071-0FA73A5AFCE7}" sibTransId="{F8366662-DF9E-4480-8F92-7D132ED98840}"/>
    <dgm:cxn modelId="{6AC79D6F-EEF9-442D-B121-B9F7C3CC171E}" srcId="{FBA57A97-D7C6-43AF-9EC4-04DDEC4FEFAB}" destId="{B2DE6412-2FA7-45C3-9232-FA8245FA51AF}" srcOrd="3" destOrd="0" parTransId="{029D6360-7DEE-48E1-BDE0-0F045E400682}" sibTransId="{4B60071B-6D48-4BF0-B977-D7B491F52498}"/>
    <dgm:cxn modelId="{27D8885A-5AD0-4024-829F-BABFAAFC1110}" srcId="{FBA57A97-D7C6-43AF-9EC4-04DDEC4FEFAB}" destId="{EF0A341A-B146-4049-AE65-D5D411C94210}" srcOrd="4" destOrd="0" parTransId="{F38D2FD9-B485-4409-ADEB-38BD616203F4}" sibTransId="{E79DE9F9-C637-42B4-81FC-2E42E2D7B799}"/>
    <dgm:cxn modelId="{BEE99BAF-DD77-45A2-AE2A-8B23BA00DEE2}" srcId="{FBA57A97-D7C6-43AF-9EC4-04DDEC4FEFAB}" destId="{D781759B-550D-402E-B4A3-69FEDD3E06C7}" srcOrd="0" destOrd="0" parTransId="{A0A83230-8D14-4027-AC3C-C636B409CD0B}" sibTransId="{35C77413-514B-41CF-8B05-081C581107CA}"/>
    <dgm:cxn modelId="{7B7B38BE-C0F0-4CB9-A3B3-31FF03236D66}" srcId="{FBA57A97-D7C6-43AF-9EC4-04DDEC4FEFAB}" destId="{366F43E3-292C-4A2C-878B-9C5CD4B4C0AF}" srcOrd="1" destOrd="0" parTransId="{166F543A-B494-4F24-8A52-426654452410}" sibTransId="{5B166383-B97F-4071-B239-0802DF8317EF}"/>
    <dgm:cxn modelId="{D1EF0BC0-CC61-4489-BCCF-19C0797F2F36}" type="presOf" srcId="{D781759B-550D-402E-B4A3-69FEDD3E06C7}" destId="{E387989C-4C75-415D-B608-3AA260E5CD94}" srcOrd="0" destOrd="0" presId="urn:microsoft.com/office/officeart/2005/8/layout/default"/>
    <dgm:cxn modelId="{AA68C3D2-0B27-4F21-B8FD-C6076781DAA8}" type="presOf" srcId="{366F43E3-292C-4A2C-878B-9C5CD4B4C0AF}" destId="{7BC536EA-F728-43BA-87D1-B96C64813930}" srcOrd="0" destOrd="0" presId="urn:microsoft.com/office/officeart/2005/8/layout/default"/>
    <dgm:cxn modelId="{04A905DA-A481-4EA3-AEB3-8E48546BB46E}" type="presOf" srcId="{EF0A341A-B146-4049-AE65-D5D411C94210}" destId="{34DE67BC-DC71-49BD-9ED7-86F0A912ACCB}" srcOrd="0" destOrd="0" presId="urn:microsoft.com/office/officeart/2005/8/layout/default"/>
    <dgm:cxn modelId="{631340DC-EA33-4489-A377-6C860C093336}" type="presOf" srcId="{0A429E9A-1660-449F-AB7A-E48ED31C55CE}" destId="{CA25937D-D0DA-48FF-AD7C-E52EDEF65999}" srcOrd="0" destOrd="0" presId="urn:microsoft.com/office/officeart/2005/8/layout/default"/>
    <dgm:cxn modelId="{B7CA40C6-FD8F-469C-9F83-64C81BBF1242}" type="presParOf" srcId="{4ED64435-F494-431B-9681-8E71DD6EFB22}" destId="{E387989C-4C75-415D-B608-3AA260E5CD94}" srcOrd="0" destOrd="0" presId="urn:microsoft.com/office/officeart/2005/8/layout/default"/>
    <dgm:cxn modelId="{BBFBD123-02AA-4B3A-BF3D-ED463076BFED}" type="presParOf" srcId="{4ED64435-F494-431B-9681-8E71DD6EFB22}" destId="{D9E14618-E7A1-41EB-91FB-209AC94635BC}" srcOrd="1" destOrd="0" presId="urn:microsoft.com/office/officeart/2005/8/layout/default"/>
    <dgm:cxn modelId="{097915B1-9393-4282-8467-04629CCA8D68}" type="presParOf" srcId="{4ED64435-F494-431B-9681-8E71DD6EFB22}" destId="{7BC536EA-F728-43BA-87D1-B96C64813930}" srcOrd="2" destOrd="0" presId="urn:microsoft.com/office/officeart/2005/8/layout/default"/>
    <dgm:cxn modelId="{F5D22C49-1E71-414C-BB8B-E7B8ED50CC26}" type="presParOf" srcId="{4ED64435-F494-431B-9681-8E71DD6EFB22}" destId="{3FDF5F08-040B-4BDC-842B-A50D438D6A38}" srcOrd="3" destOrd="0" presId="urn:microsoft.com/office/officeart/2005/8/layout/default"/>
    <dgm:cxn modelId="{7454B043-6654-4536-80BB-580A739A962D}" type="presParOf" srcId="{4ED64435-F494-431B-9681-8E71DD6EFB22}" destId="{3D64395E-1C55-4A4D-BD68-CF0FA65F5505}" srcOrd="4" destOrd="0" presId="urn:microsoft.com/office/officeart/2005/8/layout/default"/>
    <dgm:cxn modelId="{FA57DA13-507D-4FAE-B77B-7994F844C9A3}" type="presParOf" srcId="{4ED64435-F494-431B-9681-8E71DD6EFB22}" destId="{B7F01215-79D1-45A4-B479-9D9F15E32CF7}" srcOrd="5" destOrd="0" presId="urn:microsoft.com/office/officeart/2005/8/layout/default"/>
    <dgm:cxn modelId="{028C152E-0183-4C7C-869B-4712CBAE5B79}" type="presParOf" srcId="{4ED64435-F494-431B-9681-8E71DD6EFB22}" destId="{6CEB5033-5F6E-44EC-AD95-6F8804F82935}" srcOrd="6" destOrd="0" presId="urn:microsoft.com/office/officeart/2005/8/layout/default"/>
    <dgm:cxn modelId="{3916F2F4-647B-4E1E-BC18-F481F5E91A3C}" type="presParOf" srcId="{4ED64435-F494-431B-9681-8E71DD6EFB22}" destId="{628AC983-87CE-4189-9C27-7A86D1C9BEC3}" srcOrd="7" destOrd="0" presId="urn:microsoft.com/office/officeart/2005/8/layout/default"/>
    <dgm:cxn modelId="{D6877836-E893-48B0-B43D-94992F2C7649}" type="presParOf" srcId="{4ED64435-F494-431B-9681-8E71DD6EFB22}" destId="{34DE67BC-DC71-49BD-9ED7-86F0A912ACCB}" srcOrd="8" destOrd="0" presId="urn:microsoft.com/office/officeart/2005/8/layout/default"/>
    <dgm:cxn modelId="{8C5717EA-E71B-4F28-9C18-48F262F4E0E5}" type="presParOf" srcId="{4ED64435-F494-431B-9681-8E71DD6EFB22}" destId="{36825AFA-D8B6-4180-91E5-4BDB6EF46012}" srcOrd="9" destOrd="0" presId="urn:microsoft.com/office/officeart/2005/8/layout/default"/>
    <dgm:cxn modelId="{DE1F1D14-106C-4FB2-AB0F-738120EF5FAF}" type="presParOf" srcId="{4ED64435-F494-431B-9681-8E71DD6EFB22}" destId="{CA25937D-D0DA-48FF-AD7C-E52EDEF6599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941C0CC-8539-43DF-8F3F-25223E1FF2D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C6F1ED-0CD2-44FD-9EBE-5D7BDCDB1D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 dirty="0"/>
            <a:t>Computadores ou dispositivos móveis com conexão com a Internet.</a:t>
          </a:r>
          <a:endParaRPr lang="en-US" sz="1200" dirty="0"/>
        </a:p>
      </dgm:t>
    </dgm:pt>
    <dgm:pt modelId="{2E528EE3-F0D2-47DF-B418-BDB84AD25438}" type="parTrans" cxnId="{8B357325-C2AD-4038-90A7-89EB9D54ABAF}">
      <dgm:prSet/>
      <dgm:spPr/>
      <dgm:t>
        <a:bodyPr/>
        <a:lstStyle/>
        <a:p>
          <a:endParaRPr lang="en-US" sz="1400"/>
        </a:p>
      </dgm:t>
    </dgm:pt>
    <dgm:pt modelId="{A7A3904E-7BE7-4F3A-90C8-A5B7E1332C0B}" type="sibTrans" cxnId="{8B357325-C2AD-4038-90A7-89EB9D54ABAF}">
      <dgm:prSet/>
      <dgm:spPr/>
      <dgm:t>
        <a:bodyPr/>
        <a:lstStyle/>
        <a:p>
          <a:endParaRPr lang="en-US" sz="1600"/>
        </a:p>
      </dgm:t>
    </dgm:pt>
    <dgm:pt modelId="{E425703E-EBEB-4F3D-8860-04FE25F2F69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Quadro branco em sala de aula convencional ou laboratório.</a:t>
          </a:r>
          <a:endParaRPr lang="en-US" sz="1200"/>
        </a:p>
      </dgm:t>
    </dgm:pt>
    <dgm:pt modelId="{C5417DD2-E539-4E39-8659-9DEB29F0CA30}" type="parTrans" cxnId="{37C67937-2158-43D1-8C26-131CA369D049}">
      <dgm:prSet/>
      <dgm:spPr/>
      <dgm:t>
        <a:bodyPr/>
        <a:lstStyle/>
        <a:p>
          <a:endParaRPr lang="en-US" sz="1400"/>
        </a:p>
      </dgm:t>
    </dgm:pt>
    <dgm:pt modelId="{0D7D3856-804D-41BE-A202-AA76C726BD94}" type="sibTrans" cxnId="{37C67937-2158-43D1-8C26-131CA369D049}">
      <dgm:prSet/>
      <dgm:spPr/>
      <dgm:t>
        <a:bodyPr/>
        <a:lstStyle/>
        <a:p>
          <a:endParaRPr lang="en-US" sz="1600"/>
        </a:p>
      </dgm:t>
    </dgm:pt>
    <dgm:pt modelId="{636AC5F4-AC59-4C9F-8A1E-A6222E2141B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Recursos audiovisuais (projetor multimídia, tela, equipamento de áudio, vídeos)</a:t>
          </a:r>
          <a:endParaRPr lang="en-US" sz="1200"/>
        </a:p>
      </dgm:t>
    </dgm:pt>
    <dgm:pt modelId="{15DF7FC3-14D5-4BC8-8389-ECB03EE69E32}" type="parTrans" cxnId="{6630EBDB-6B07-4482-991A-D057A1A32086}">
      <dgm:prSet/>
      <dgm:spPr/>
      <dgm:t>
        <a:bodyPr/>
        <a:lstStyle/>
        <a:p>
          <a:endParaRPr lang="en-US" sz="1400"/>
        </a:p>
      </dgm:t>
    </dgm:pt>
    <dgm:pt modelId="{45625DEC-E5B5-4AE5-A077-C220E886690B}" type="sibTrans" cxnId="{6630EBDB-6B07-4482-991A-D057A1A32086}">
      <dgm:prSet/>
      <dgm:spPr/>
      <dgm:t>
        <a:bodyPr/>
        <a:lstStyle/>
        <a:p>
          <a:endParaRPr lang="en-US" sz="1600"/>
        </a:p>
      </dgm:t>
    </dgm:pt>
    <dgm:pt modelId="{74A1159A-B6F5-41F0-8EB2-561CAFB0DE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Ambiente do SGI, notadamente para aspectos administrativos da disciplina (frequência, menções, comunicados).</a:t>
          </a:r>
          <a:endParaRPr lang="en-US" sz="1200"/>
        </a:p>
      </dgm:t>
    </dgm:pt>
    <dgm:pt modelId="{7353C099-A249-464D-B101-ED31BBD35766}" type="parTrans" cxnId="{B42EB706-3378-4271-B054-6F90B5599210}">
      <dgm:prSet/>
      <dgm:spPr/>
      <dgm:t>
        <a:bodyPr/>
        <a:lstStyle/>
        <a:p>
          <a:endParaRPr lang="en-US" sz="1400"/>
        </a:p>
      </dgm:t>
    </dgm:pt>
    <dgm:pt modelId="{22CF3817-7A62-40FE-A1E4-7984DD7B9588}" type="sibTrans" cxnId="{B42EB706-3378-4271-B054-6F90B5599210}">
      <dgm:prSet/>
      <dgm:spPr/>
      <dgm:t>
        <a:bodyPr/>
        <a:lstStyle/>
        <a:p>
          <a:endParaRPr lang="en-US" sz="1600"/>
        </a:p>
      </dgm:t>
    </dgm:pt>
    <dgm:pt modelId="{ECD162EE-11F2-47AC-8E4F-30FD819DB85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Ambiente Moodle (Sala Online) será utilizado como apoio às atividades pedagógicas, incluindo conteúdo, atividades e avisos.</a:t>
          </a:r>
          <a:endParaRPr lang="en-US" sz="1200"/>
        </a:p>
      </dgm:t>
    </dgm:pt>
    <dgm:pt modelId="{9D91DB58-8AB9-4001-B474-168D271EE5D4}" type="parTrans" cxnId="{430C998D-7A19-4B44-A14B-EF6650EF43F8}">
      <dgm:prSet/>
      <dgm:spPr/>
      <dgm:t>
        <a:bodyPr/>
        <a:lstStyle/>
        <a:p>
          <a:endParaRPr lang="en-US" sz="1400"/>
        </a:p>
      </dgm:t>
    </dgm:pt>
    <dgm:pt modelId="{6E0AA0C2-1357-45F6-8F12-9D7D4A9CA3A6}" type="sibTrans" cxnId="{430C998D-7A19-4B44-A14B-EF6650EF43F8}">
      <dgm:prSet/>
      <dgm:spPr/>
      <dgm:t>
        <a:bodyPr/>
        <a:lstStyle/>
        <a:p>
          <a:endParaRPr lang="en-US" sz="1600"/>
        </a:p>
      </dgm:t>
    </dgm:pt>
    <dgm:pt modelId="{072B57C4-6A91-43FB-8ACA-341A09A323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Livros e artigos relativos à disciplina.</a:t>
          </a:r>
          <a:endParaRPr lang="en-US" sz="1200"/>
        </a:p>
      </dgm:t>
    </dgm:pt>
    <dgm:pt modelId="{879CC280-A172-480D-9C63-4A6745A0CFDC}" type="parTrans" cxnId="{D05D897D-4E81-4E88-AE94-FCEF66168238}">
      <dgm:prSet/>
      <dgm:spPr/>
      <dgm:t>
        <a:bodyPr/>
        <a:lstStyle/>
        <a:p>
          <a:endParaRPr lang="en-US" sz="1400"/>
        </a:p>
      </dgm:t>
    </dgm:pt>
    <dgm:pt modelId="{52284A9A-BD81-410D-A673-B1619FC36B7D}" type="sibTrans" cxnId="{D05D897D-4E81-4E88-AE94-FCEF66168238}">
      <dgm:prSet/>
      <dgm:spPr/>
      <dgm:t>
        <a:bodyPr/>
        <a:lstStyle/>
        <a:p>
          <a:endParaRPr lang="en-US" sz="1600"/>
        </a:p>
      </dgm:t>
    </dgm:pt>
    <dgm:pt modelId="{3ADD6EDE-0FBB-4456-8E82-04E31AB0387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Outros softwares online ou ferramentas gratuitas poderão ser empregados em proveito do processo de ensino e aprendizagem. </a:t>
          </a:r>
          <a:endParaRPr lang="en-US" sz="1200"/>
        </a:p>
      </dgm:t>
    </dgm:pt>
    <dgm:pt modelId="{C85CD55F-8279-4023-A753-6F96D9B37DC8}" type="parTrans" cxnId="{FA4E728B-1745-4066-97E6-27E51B9A899A}">
      <dgm:prSet/>
      <dgm:spPr/>
      <dgm:t>
        <a:bodyPr/>
        <a:lstStyle/>
        <a:p>
          <a:endParaRPr lang="en-US" sz="1400"/>
        </a:p>
      </dgm:t>
    </dgm:pt>
    <dgm:pt modelId="{B134658A-6C2E-48F1-B337-3E778664A2F5}" type="sibTrans" cxnId="{FA4E728B-1745-4066-97E6-27E51B9A899A}">
      <dgm:prSet/>
      <dgm:spPr/>
      <dgm:t>
        <a:bodyPr/>
        <a:lstStyle/>
        <a:p>
          <a:endParaRPr lang="en-US" sz="1600"/>
        </a:p>
      </dgm:t>
    </dgm:pt>
    <dgm:pt modelId="{61EF93F7-6989-4A39-AA3B-455100503E09}" type="pres">
      <dgm:prSet presAssocID="{E941C0CC-8539-43DF-8F3F-25223E1FF2D4}" presName="root" presStyleCnt="0">
        <dgm:presLayoutVars>
          <dgm:dir/>
          <dgm:resizeHandles val="exact"/>
        </dgm:presLayoutVars>
      </dgm:prSet>
      <dgm:spPr/>
    </dgm:pt>
    <dgm:pt modelId="{80D25C5C-14D0-4CEB-9003-B2F676CFBA1B}" type="pres">
      <dgm:prSet presAssocID="{35C6F1ED-0CD2-44FD-9EBE-5D7BDCDB1D7D}" presName="compNode" presStyleCnt="0"/>
      <dgm:spPr/>
    </dgm:pt>
    <dgm:pt modelId="{25FBE828-1D2D-44C4-B0A4-B232B578644C}" type="pres">
      <dgm:prSet presAssocID="{35C6F1ED-0CD2-44FD-9EBE-5D7BDCDB1D7D}" presName="bgRect" presStyleLbl="bgShp" presStyleIdx="0" presStyleCnt="7"/>
      <dgm:spPr/>
    </dgm:pt>
    <dgm:pt modelId="{44B3E565-3701-4B93-9CD8-5E0D351295BF}" type="pres">
      <dgm:prSet presAssocID="{35C6F1ED-0CD2-44FD-9EBE-5D7BDCDB1D7D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m fio"/>
        </a:ext>
      </dgm:extLst>
    </dgm:pt>
    <dgm:pt modelId="{4B8C8AC1-D64C-4200-AC05-4661A02449E8}" type="pres">
      <dgm:prSet presAssocID="{35C6F1ED-0CD2-44FD-9EBE-5D7BDCDB1D7D}" presName="spaceRect" presStyleCnt="0"/>
      <dgm:spPr/>
    </dgm:pt>
    <dgm:pt modelId="{3D3CB6E1-37B6-457D-82BE-52CBBD116C70}" type="pres">
      <dgm:prSet presAssocID="{35C6F1ED-0CD2-44FD-9EBE-5D7BDCDB1D7D}" presName="parTx" presStyleLbl="revTx" presStyleIdx="0" presStyleCnt="7">
        <dgm:presLayoutVars>
          <dgm:chMax val="0"/>
          <dgm:chPref val="0"/>
        </dgm:presLayoutVars>
      </dgm:prSet>
      <dgm:spPr/>
    </dgm:pt>
    <dgm:pt modelId="{248BA354-0EC3-4380-B5E0-5943973A5F27}" type="pres">
      <dgm:prSet presAssocID="{A7A3904E-7BE7-4F3A-90C8-A5B7E1332C0B}" presName="sibTrans" presStyleCnt="0"/>
      <dgm:spPr/>
    </dgm:pt>
    <dgm:pt modelId="{0CDC5C4F-EA57-4DA1-B2CB-638F6A8BD9A9}" type="pres">
      <dgm:prSet presAssocID="{E425703E-EBEB-4F3D-8860-04FE25F2F69C}" presName="compNode" presStyleCnt="0"/>
      <dgm:spPr/>
    </dgm:pt>
    <dgm:pt modelId="{D90FDEFD-FBC6-42AC-ABC5-A04C626E1E4A}" type="pres">
      <dgm:prSet presAssocID="{E425703E-EBEB-4F3D-8860-04FE25F2F69C}" presName="bgRect" presStyleLbl="bgShp" presStyleIdx="1" presStyleCnt="7"/>
      <dgm:spPr/>
    </dgm:pt>
    <dgm:pt modelId="{6CCB4D1F-9FC5-43A9-8585-CA731D025BCA}" type="pres">
      <dgm:prSet presAssocID="{E425703E-EBEB-4F3D-8860-04FE25F2F69C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entista"/>
        </a:ext>
      </dgm:extLst>
    </dgm:pt>
    <dgm:pt modelId="{E1564873-6A3E-4EC1-B3E1-C5DB96C7A0B3}" type="pres">
      <dgm:prSet presAssocID="{E425703E-EBEB-4F3D-8860-04FE25F2F69C}" presName="spaceRect" presStyleCnt="0"/>
      <dgm:spPr/>
    </dgm:pt>
    <dgm:pt modelId="{990A413C-CD31-4DBA-AF30-436BEA4F0B16}" type="pres">
      <dgm:prSet presAssocID="{E425703E-EBEB-4F3D-8860-04FE25F2F69C}" presName="parTx" presStyleLbl="revTx" presStyleIdx="1" presStyleCnt="7">
        <dgm:presLayoutVars>
          <dgm:chMax val="0"/>
          <dgm:chPref val="0"/>
        </dgm:presLayoutVars>
      </dgm:prSet>
      <dgm:spPr/>
    </dgm:pt>
    <dgm:pt modelId="{066205BC-6E3D-4806-94BB-0A363E6C9FE5}" type="pres">
      <dgm:prSet presAssocID="{0D7D3856-804D-41BE-A202-AA76C726BD94}" presName="sibTrans" presStyleCnt="0"/>
      <dgm:spPr/>
    </dgm:pt>
    <dgm:pt modelId="{37218F2B-BB01-46A2-BC0D-5A36985427F3}" type="pres">
      <dgm:prSet presAssocID="{636AC5F4-AC59-4C9F-8A1E-A6222E2141BF}" presName="compNode" presStyleCnt="0"/>
      <dgm:spPr/>
    </dgm:pt>
    <dgm:pt modelId="{E3348C30-67E4-4AFB-82C6-50E12912AE79}" type="pres">
      <dgm:prSet presAssocID="{636AC5F4-AC59-4C9F-8A1E-A6222E2141BF}" presName="bgRect" presStyleLbl="bgShp" presStyleIdx="2" presStyleCnt="7"/>
      <dgm:spPr/>
    </dgm:pt>
    <dgm:pt modelId="{20759C0C-341E-4405-81B7-774A86E838C6}" type="pres">
      <dgm:prSet presAssocID="{636AC5F4-AC59-4C9F-8A1E-A6222E2141B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3F297AFC-C572-4CF0-AFE6-4EAA8A5A54D9}" type="pres">
      <dgm:prSet presAssocID="{636AC5F4-AC59-4C9F-8A1E-A6222E2141BF}" presName="spaceRect" presStyleCnt="0"/>
      <dgm:spPr/>
    </dgm:pt>
    <dgm:pt modelId="{66D72721-BB15-4E63-ACE8-834A4D87CF80}" type="pres">
      <dgm:prSet presAssocID="{636AC5F4-AC59-4C9F-8A1E-A6222E2141BF}" presName="parTx" presStyleLbl="revTx" presStyleIdx="2" presStyleCnt="7">
        <dgm:presLayoutVars>
          <dgm:chMax val="0"/>
          <dgm:chPref val="0"/>
        </dgm:presLayoutVars>
      </dgm:prSet>
      <dgm:spPr/>
    </dgm:pt>
    <dgm:pt modelId="{118B3464-E6B8-48C6-81FC-50C041CAA297}" type="pres">
      <dgm:prSet presAssocID="{45625DEC-E5B5-4AE5-A077-C220E886690B}" presName="sibTrans" presStyleCnt="0"/>
      <dgm:spPr/>
    </dgm:pt>
    <dgm:pt modelId="{288EE377-65C8-4B09-9F99-A56C7DFCE3B2}" type="pres">
      <dgm:prSet presAssocID="{74A1159A-B6F5-41F0-8EB2-561CAFB0DE38}" presName="compNode" presStyleCnt="0"/>
      <dgm:spPr/>
    </dgm:pt>
    <dgm:pt modelId="{C6FB527D-3C50-4012-A84B-62C2412447F6}" type="pres">
      <dgm:prSet presAssocID="{74A1159A-B6F5-41F0-8EB2-561CAFB0DE38}" presName="bgRect" presStyleLbl="bgShp" presStyleIdx="3" presStyleCnt="7"/>
      <dgm:spPr/>
    </dgm:pt>
    <dgm:pt modelId="{F4A42C8D-4547-46B3-BA86-C7E07E495E45}" type="pres">
      <dgm:prSet presAssocID="{74A1159A-B6F5-41F0-8EB2-561CAFB0DE3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6002B25F-E984-4ADD-A60A-7C8146F018B7}" type="pres">
      <dgm:prSet presAssocID="{74A1159A-B6F5-41F0-8EB2-561CAFB0DE38}" presName="spaceRect" presStyleCnt="0"/>
      <dgm:spPr/>
    </dgm:pt>
    <dgm:pt modelId="{29182CC9-795B-46A3-8B65-D3BEC1BFDA1B}" type="pres">
      <dgm:prSet presAssocID="{74A1159A-B6F5-41F0-8EB2-561CAFB0DE38}" presName="parTx" presStyleLbl="revTx" presStyleIdx="3" presStyleCnt="7">
        <dgm:presLayoutVars>
          <dgm:chMax val="0"/>
          <dgm:chPref val="0"/>
        </dgm:presLayoutVars>
      </dgm:prSet>
      <dgm:spPr/>
    </dgm:pt>
    <dgm:pt modelId="{50A02880-A7DA-48C2-8D77-6FDADC64D6DB}" type="pres">
      <dgm:prSet presAssocID="{22CF3817-7A62-40FE-A1E4-7984DD7B9588}" presName="sibTrans" presStyleCnt="0"/>
      <dgm:spPr/>
    </dgm:pt>
    <dgm:pt modelId="{3729F1BE-7350-41BD-BD80-0C94C937E608}" type="pres">
      <dgm:prSet presAssocID="{ECD162EE-11F2-47AC-8E4F-30FD819DB856}" presName="compNode" presStyleCnt="0"/>
      <dgm:spPr/>
    </dgm:pt>
    <dgm:pt modelId="{0427A985-A16E-4492-8BB7-53AD3BB6D43C}" type="pres">
      <dgm:prSet presAssocID="{ECD162EE-11F2-47AC-8E4F-30FD819DB856}" presName="bgRect" presStyleLbl="bgShp" presStyleIdx="4" presStyleCnt="7"/>
      <dgm:spPr/>
    </dgm:pt>
    <dgm:pt modelId="{30110F25-7C77-4D32-8397-348AC6CCA13B}" type="pres">
      <dgm:prSet presAssocID="{ECD162EE-11F2-47AC-8E4F-30FD819DB85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leia"/>
        </a:ext>
      </dgm:extLst>
    </dgm:pt>
    <dgm:pt modelId="{4347CB49-0B16-4AB1-8928-B879886445F4}" type="pres">
      <dgm:prSet presAssocID="{ECD162EE-11F2-47AC-8E4F-30FD819DB856}" presName="spaceRect" presStyleCnt="0"/>
      <dgm:spPr/>
    </dgm:pt>
    <dgm:pt modelId="{3E6F38B7-7287-470A-B57D-C644D6878497}" type="pres">
      <dgm:prSet presAssocID="{ECD162EE-11F2-47AC-8E4F-30FD819DB856}" presName="parTx" presStyleLbl="revTx" presStyleIdx="4" presStyleCnt="7">
        <dgm:presLayoutVars>
          <dgm:chMax val="0"/>
          <dgm:chPref val="0"/>
        </dgm:presLayoutVars>
      </dgm:prSet>
      <dgm:spPr/>
    </dgm:pt>
    <dgm:pt modelId="{9175D6B3-F25B-414D-B22B-9B61762D469C}" type="pres">
      <dgm:prSet presAssocID="{6E0AA0C2-1357-45F6-8F12-9D7D4A9CA3A6}" presName="sibTrans" presStyleCnt="0"/>
      <dgm:spPr/>
    </dgm:pt>
    <dgm:pt modelId="{D427043F-4292-4D1B-A068-99891F91C2A9}" type="pres">
      <dgm:prSet presAssocID="{072B57C4-6A91-43FB-8ACA-341A09A323D0}" presName="compNode" presStyleCnt="0"/>
      <dgm:spPr/>
    </dgm:pt>
    <dgm:pt modelId="{F07DFD8B-DF01-4905-A6BB-87D4DF46F977}" type="pres">
      <dgm:prSet presAssocID="{072B57C4-6A91-43FB-8ACA-341A09A323D0}" presName="bgRect" presStyleLbl="bgShp" presStyleIdx="5" presStyleCnt="7"/>
      <dgm:spPr/>
    </dgm:pt>
    <dgm:pt modelId="{A4C6F6F3-4A31-433B-AC1D-0B8652EE3DB9}" type="pres">
      <dgm:prSet presAssocID="{072B57C4-6A91-43FB-8ACA-341A09A323D0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3BD566E9-73E2-4EC2-9408-9EB2C024851B}" type="pres">
      <dgm:prSet presAssocID="{072B57C4-6A91-43FB-8ACA-341A09A323D0}" presName="spaceRect" presStyleCnt="0"/>
      <dgm:spPr/>
    </dgm:pt>
    <dgm:pt modelId="{23B2F73A-A459-4A3D-8384-EB16E36C22DA}" type="pres">
      <dgm:prSet presAssocID="{072B57C4-6A91-43FB-8ACA-341A09A323D0}" presName="parTx" presStyleLbl="revTx" presStyleIdx="5" presStyleCnt="7">
        <dgm:presLayoutVars>
          <dgm:chMax val="0"/>
          <dgm:chPref val="0"/>
        </dgm:presLayoutVars>
      </dgm:prSet>
      <dgm:spPr/>
    </dgm:pt>
    <dgm:pt modelId="{B756DEDF-4B94-4CD5-8959-CB57B262F369}" type="pres">
      <dgm:prSet presAssocID="{52284A9A-BD81-410D-A673-B1619FC36B7D}" presName="sibTrans" presStyleCnt="0"/>
      <dgm:spPr/>
    </dgm:pt>
    <dgm:pt modelId="{95FB7548-01A2-4AF2-A7F7-4473E360CA71}" type="pres">
      <dgm:prSet presAssocID="{3ADD6EDE-0FBB-4456-8E82-04E31AB03872}" presName="compNode" presStyleCnt="0"/>
      <dgm:spPr/>
    </dgm:pt>
    <dgm:pt modelId="{1FFCAD5C-3D44-440C-ACAA-9347161A5508}" type="pres">
      <dgm:prSet presAssocID="{3ADD6EDE-0FBB-4456-8E82-04E31AB03872}" presName="bgRect" presStyleLbl="bgShp" presStyleIdx="6" presStyleCnt="7"/>
      <dgm:spPr/>
    </dgm:pt>
    <dgm:pt modelId="{F0F8A4A5-74F3-49E8-9282-04206E2E5C70}" type="pres">
      <dgm:prSet presAssocID="{3ADD6EDE-0FBB-4456-8E82-04E31AB03872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1994BBF9-DA0F-4A00-A615-86464BBD3BA2}" type="pres">
      <dgm:prSet presAssocID="{3ADD6EDE-0FBB-4456-8E82-04E31AB03872}" presName="spaceRect" presStyleCnt="0"/>
      <dgm:spPr/>
    </dgm:pt>
    <dgm:pt modelId="{74232418-C9BC-4FDB-8D2B-A1583F28BBA4}" type="pres">
      <dgm:prSet presAssocID="{3ADD6EDE-0FBB-4456-8E82-04E31AB03872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42EB706-3378-4271-B054-6F90B5599210}" srcId="{E941C0CC-8539-43DF-8F3F-25223E1FF2D4}" destId="{74A1159A-B6F5-41F0-8EB2-561CAFB0DE38}" srcOrd="3" destOrd="0" parTransId="{7353C099-A249-464D-B101-ED31BBD35766}" sibTransId="{22CF3817-7A62-40FE-A1E4-7984DD7B9588}"/>
    <dgm:cxn modelId="{7CFF5007-9947-4F2E-9478-12DBD5F01043}" type="presOf" srcId="{35C6F1ED-0CD2-44FD-9EBE-5D7BDCDB1D7D}" destId="{3D3CB6E1-37B6-457D-82BE-52CBBD116C70}" srcOrd="0" destOrd="0" presId="urn:microsoft.com/office/officeart/2018/2/layout/IconVerticalSolidList"/>
    <dgm:cxn modelId="{9C062E16-17A7-4BA1-90B2-C6752BD29066}" type="presOf" srcId="{ECD162EE-11F2-47AC-8E4F-30FD819DB856}" destId="{3E6F38B7-7287-470A-B57D-C644D6878497}" srcOrd="0" destOrd="0" presId="urn:microsoft.com/office/officeart/2018/2/layout/IconVerticalSolidList"/>
    <dgm:cxn modelId="{8B357325-C2AD-4038-90A7-89EB9D54ABAF}" srcId="{E941C0CC-8539-43DF-8F3F-25223E1FF2D4}" destId="{35C6F1ED-0CD2-44FD-9EBE-5D7BDCDB1D7D}" srcOrd="0" destOrd="0" parTransId="{2E528EE3-F0D2-47DF-B418-BDB84AD25438}" sibTransId="{A7A3904E-7BE7-4F3A-90C8-A5B7E1332C0B}"/>
    <dgm:cxn modelId="{DA6CBE2A-88C2-4BDE-B6C0-9FDC3166EC47}" type="presOf" srcId="{E425703E-EBEB-4F3D-8860-04FE25F2F69C}" destId="{990A413C-CD31-4DBA-AF30-436BEA4F0B16}" srcOrd="0" destOrd="0" presId="urn:microsoft.com/office/officeart/2018/2/layout/IconVerticalSolidList"/>
    <dgm:cxn modelId="{E5DF4437-EF14-481E-B899-60B04429E0B5}" type="presOf" srcId="{74A1159A-B6F5-41F0-8EB2-561CAFB0DE38}" destId="{29182CC9-795B-46A3-8B65-D3BEC1BFDA1B}" srcOrd="0" destOrd="0" presId="urn:microsoft.com/office/officeart/2018/2/layout/IconVerticalSolidList"/>
    <dgm:cxn modelId="{37C67937-2158-43D1-8C26-131CA369D049}" srcId="{E941C0CC-8539-43DF-8F3F-25223E1FF2D4}" destId="{E425703E-EBEB-4F3D-8860-04FE25F2F69C}" srcOrd="1" destOrd="0" parTransId="{C5417DD2-E539-4E39-8659-9DEB29F0CA30}" sibTransId="{0D7D3856-804D-41BE-A202-AA76C726BD94}"/>
    <dgm:cxn modelId="{EBF8123A-08E8-409A-8E3D-F3B2DA397772}" type="presOf" srcId="{3ADD6EDE-0FBB-4456-8E82-04E31AB03872}" destId="{74232418-C9BC-4FDB-8D2B-A1583F28BBA4}" srcOrd="0" destOrd="0" presId="urn:microsoft.com/office/officeart/2018/2/layout/IconVerticalSolidList"/>
    <dgm:cxn modelId="{D05D897D-4E81-4E88-AE94-FCEF66168238}" srcId="{E941C0CC-8539-43DF-8F3F-25223E1FF2D4}" destId="{072B57C4-6A91-43FB-8ACA-341A09A323D0}" srcOrd="5" destOrd="0" parTransId="{879CC280-A172-480D-9C63-4A6745A0CFDC}" sibTransId="{52284A9A-BD81-410D-A673-B1619FC36B7D}"/>
    <dgm:cxn modelId="{D417AE81-FBE6-416B-9ABD-C8CD9AEA54FE}" type="presOf" srcId="{636AC5F4-AC59-4C9F-8A1E-A6222E2141BF}" destId="{66D72721-BB15-4E63-ACE8-834A4D87CF80}" srcOrd="0" destOrd="0" presId="urn:microsoft.com/office/officeart/2018/2/layout/IconVerticalSolidList"/>
    <dgm:cxn modelId="{FA4E728B-1745-4066-97E6-27E51B9A899A}" srcId="{E941C0CC-8539-43DF-8F3F-25223E1FF2D4}" destId="{3ADD6EDE-0FBB-4456-8E82-04E31AB03872}" srcOrd="6" destOrd="0" parTransId="{C85CD55F-8279-4023-A753-6F96D9B37DC8}" sibTransId="{B134658A-6C2E-48F1-B337-3E778664A2F5}"/>
    <dgm:cxn modelId="{430C998D-7A19-4B44-A14B-EF6650EF43F8}" srcId="{E941C0CC-8539-43DF-8F3F-25223E1FF2D4}" destId="{ECD162EE-11F2-47AC-8E4F-30FD819DB856}" srcOrd="4" destOrd="0" parTransId="{9D91DB58-8AB9-4001-B474-168D271EE5D4}" sibTransId="{6E0AA0C2-1357-45F6-8F12-9D7D4A9CA3A6}"/>
    <dgm:cxn modelId="{C7C4DAD7-E71E-43A3-B70F-7759843EE1FE}" type="presOf" srcId="{E941C0CC-8539-43DF-8F3F-25223E1FF2D4}" destId="{61EF93F7-6989-4A39-AA3B-455100503E09}" srcOrd="0" destOrd="0" presId="urn:microsoft.com/office/officeart/2018/2/layout/IconVerticalSolidList"/>
    <dgm:cxn modelId="{6630EBDB-6B07-4482-991A-D057A1A32086}" srcId="{E941C0CC-8539-43DF-8F3F-25223E1FF2D4}" destId="{636AC5F4-AC59-4C9F-8A1E-A6222E2141BF}" srcOrd="2" destOrd="0" parTransId="{15DF7FC3-14D5-4BC8-8389-ECB03EE69E32}" sibTransId="{45625DEC-E5B5-4AE5-A077-C220E886690B}"/>
    <dgm:cxn modelId="{C07DEDE1-E0B3-4A1C-BCD4-FCB5366A7E27}" type="presOf" srcId="{072B57C4-6A91-43FB-8ACA-341A09A323D0}" destId="{23B2F73A-A459-4A3D-8384-EB16E36C22DA}" srcOrd="0" destOrd="0" presId="urn:microsoft.com/office/officeart/2018/2/layout/IconVerticalSolidList"/>
    <dgm:cxn modelId="{758397BF-D213-4624-84C8-BD1FFCB5CB92}" type="presParOf" srcId="{61EF93F7-6989-4A39-AA3B-455100503E09}" destId="{80D25C5C-14D0-4CEB-9003-B2F676CFBA1B}" srcOrd="0" destOrd="0" presId="urn:microsoft.com/office/officeart/2018/2/layout/IconVerticalSolidList"/>
    <dgm:cxn modelId="{97315047-3923-44E1-BC24-310B25DF5409}" type="presParOf" srcId="{80D25C5C-14D0-4CEB-9003-B2F676CFBA1B}" destId="{25FBE828-1D2D-44C4-B0A4-B232B578644C}" srcOrd="0" destOrd="0" presId="urn:microsoft.com/office/officeart/2018/2/layout/IconVerticalSolidList"/>
    <dgm:cxn modelId="{47BDCA41-1769-4902-B4F7-AB00104110CF}" type="presParOf" srcId="{80D25C5C-14D0-4CEB-9003-B2F676CFBA1B}" destId="{44B3E565-3701-4B93-9CD8-5E0D351295BF}" srcOrd="1" destOrd="0" presId="urn:microsoft.com/office/officeart/2018/2/layout/IconVerticalSolidList"/>
    <dgm:cxn modelId="{C5137CEC-0B6B-4C2B-A181-5FB09CB0EBDA}" type="presParOf" srcId="{80D25C5C-14D0-4CEB-9003-B2F676CFBA1B}" destId="{4B8C8AC1-D64C-4200-AC05-4661A02449E8}" srcOrd="2" destOrd="0" presId="urn:microsoft.com/office/officeart/2018/2/layout/IconVerticalSolidList"/>
    <dgm:cxn modelId="{49BB723B-0367-4F8A-AB87-A7A161EF46AF}" type="presParOf" srcId="{80D25C5C-14D0-4CEB-9003-B2F676CFBA1B}" destId="{3D3CB6E1-37B6-457D-82BE-52CBBD116C70}" srcOrd="3" destOrd="0" presId="urn:microsoft.com/office/officeart/2018/2/layout/IconVerticalSolidList"/>
    <dgm:cxn modelId="{016B4F77-2ABA-453A-9B46-AB7202F8826B}" type="presParOf" srcId="{61EF93F7-6989-4A39-AA3B-455100503E09}" destId="{248BA354-0EC3-4380-B5E0-5943973A5F27}" srcOrd="1" destOrd="0" presId="urn:microsoft.com/office/officeart/2018/2/layout/IconVerticalSolidList"/>
    <dgm:cxn modelId="{123A4FAD-1797-42CE-9C34-586D3349065C}" type="presParOf" srcId="{61EF93F7-6989-4A39-AA3B-455100503E09}" destId="{0CDC5C4F-EA57-4DA1-B2CB-638F6A8BD9A9}" srcOrd="2" destOrd="0" presId="urn:microsoft.com/office/officeart/2018/2/layout/IconVerticalSolidList"/>
    <dgm:cxn modelId="{203BB2F1-37B8-447B-9BAF-E858FF3D1954}" type="presParOf" srcId="{0CDC5C4F-EA57-4DA1-B2CB-638F6A8BD9A9}" destId="{D90FDEFD-FBC6-42AC-ABC5-A04C626E1E4A}" srcOrd="0" destOrd="0" presId="urn:microsoft.com/office/officeart/2018/2/layout/IconVerticalSolidList"/>
    <dgm:cxn modelId="{1B041430-1354-456E-86DF-74FD2B703432}" type="presParOf" srcId="{0CDC5C4F-EA57-4DA1-B2CB-638F6A8BD9A9}" destId="{6CCB4D1F-9FC5-43A9-8585-CA731D025BCA}" srcOrd="1" destOrd="0" presId="urn:microsoft.com/office/officeart/2018/2/layout/IconVerticalSolidList"/>
    <dgm:cxn modelId="{F15B4921-9F04-4632-ACB0-A747F43A7031}" type="presParOf" srcId="{0CDC5C4F-EA57-4DA1-B2CB-638F6A8BD9A9}" destId="{E1564873-6A3E-4EC1-B3E1-C5DB96C7A0B3}" srcOrd="2" destOrd="0" presId="urn:microsoft.com/office/officeart/2018/2/layout/IconVerticalSolidList"/>
    <dgm:cxn modelId="{2AD5900C-E12F-46E9-9214-5AF115A48D93}" type="presParOf" srcId="{0CDC5C4F-EA57-4DA1-B2CB-638F6A8BD9A9}" destId="{990A413C-CD31-4DBA-AF30-436BEA4F0B16}" srcOrd="3" destOrd="0" presId="urn:microsoft.com/office/officeart/2018/2/layout/IconVerticalSolidList"/>
    <dgm:cxn modelId="{FCB2CB29-FCBC-4887-95D5-533A7F548A21}" type="presParOf" srcId="{61EF93F7-6989-4A39-AA3B-455100503E09}" destId="{066205BC-6E3D-4806-94BB-0A363E6C9FE5}" srcOrd="3" destOrd="0" presId="urn:microsoft.com/office/officeart/2018/2/layout/IconVerticalSolidList"/>
    <dgm:cxn modelId="{5D6A3A49-6251-4F62-9DE8-B0B46E7FE5D8}" type="presParOf" srcId="{61EF93F7-6989-4A39-AA3B-455100503E09}" destId="{37218F2B-BB01-46A2-BC0D-5A36985427F3}" srcOrd="4" destOrd="0" presId="urn:microsoft.com/office/officeart/2018/2/layout/IconVerticalSolidList"/>
    <dgm:cxn modelId="{16609246-6FD4-4B04-B0AA-5C4E41733526}" type="presParOf" srcId="{37218F2B-BB01-46A2-BC0D-5A36985427F3}" destId="{E3348C30-67E4-4AFB-82C6-50E12912AE79}" srcOrd="0" destOrd="0" presId="urn:microsoft.com/office/officeart/2018/2/layout/IconVerticalSolidList"/>
    <dgm:cxn modelId="{1EA6A460-172C-4162-BBF2-B6F1CA63E2E1}" type="presParOf" srcId="{37218F2B-BB01-46A2-BC0D-5A36985427F3}" destId="{20759C0C-341E-4405-81B7-774A86E838C6}" srcOrd="1" destOrd="0" presId="urn:microsoft.com/office/officeart/2018/2/layout/IconVerticalSolidList"/>
    <dgm:cxn modelId="{6E6434C1-72D2-4B09-B1B1-F4D3EA1171A7}" type="presParOf" srcId="{37218F2B-BB01-46A2-BC0D-5A36985427F3}" destId="{3F297AFC-C572-4CF0-AFE6-4EAA8A5A54D9}" srcOrd="2" destOrd="0" presId="urn:microsoft.com/office/officeart/2018/2/layout/IconVerticalSolidList"/>
    <dgm:cxn modelId="{CF42D319-7188-4D66-A9CD-5E6A6D58A3AC}" type="presParOf" srcId="{37218F2B-BB01-46A2-BC0D-5A36985427F3}" destId="{66D72721-BB15-4E63-ACE8-834A4D87CF80}" srcOrd="3" destOrd="0" presId="urn:microsoft.com/office/officeart/2018/2/layout/IconVerticalSolidList"/>
    <dgm:cxn modelId="{08CF31F3-998B-4C1E-BB2F-22E49B7D737E}" type="presParOf" srcId="{61EF93F7-6989-4A39-AA3B-455100503E09}" destId="{118B3464-E6B8-48C6-81FC-50C041CAA297}" srcOrd="5" destOrd="0" presId="urn:microsoft.com/office/officeart/2018/2/layout/IconVerticalSolidList"/>
    <dgm:cxn modelId="{8238CC8C-5932-40DF-96D4-5C4FB9234D28}" type="presParOf" srcId="{61EF93F7-6989-4A39-AA3B-455100503E09}" destId="{288EE377-65C8-4B09-9F99-A56C7DFCE3B2}" srcOrd="6" destOrd="0" presId="urn:microsoft.com/office/officeart/2018/2/layout/IconVerticalSolidList"/>
    <dgm:cxn modelId="{447828FE-B59B-4632-926A-DFBF2B8A14D0}" type="presParOf" srcId="{288EE377-65C8-4B09-9F99-A56C7DFCE3B2}" destId="{C6FB527D-3C50-4012-A84B-62C2412447F6}" srcOrd="0" destOrd="0" presId="urn:microsoft.com/office/officeart/2018/2/layout/IconVerticalSolidList"/>
    <dgm:cxn modelId="{70994A6F-1A87-4D95-B69C-897C8D103C1C}" type="presParOf" srcId="{288EE377-65C8-4B09-9F99-A56C7DFCE3B2}" destId="{F4A42C8D-4547-46B3-BA86-C7E07E495E45}" srcOrd="1" destOrd="0" presId="urn:microsoft.com/office/officeart/2018/2/layout/IconVerticalSolidList"/>
    <dgm:cxn modelId="{6996D41D-FDBE-40E8-BF15-FF48CE61EA47}" type="presParOf" srcId="{288EE377-65C8-4B09-9F99-A56C7DFCE3B2}" destId="{6002B25F-E984-4ADD-A60A-7C8146F018B7}" srcOrd="2" destOrd="0" presId="urn:microsoft.com/office/officeart/2018/2/layout/IconVerticalSolidList"/>
    <dgm:cxn modelId="{990EEFB8-3913-4FDA-BA2A-E2F2D429E8EA}" type="presParOf" srcId="{288EE377-65C8-4B09-9F99-A56C7DFCE3B2}" destId="{29182CC9-795B-46A3-8B65-D3BEC1BFDA1B}" srcOrd="3" destOrd="0" presId="urn:microsoft.com/office/officeart/2018/2/layout/IconVerticalSolidList"/>
    <dgm:cxn modelId="{FE955EED-1DE4-499C-92D5-B3128934C59D}" type="presParOf" srcId="{61EF93F7-6989-4A39-AA3B-455100503E09}" destId="{50A02880-A7DA-48C2-8D77-6FDADC64D6DB}" srcOrd="7" destOrd="0" presId="urn:microsoft.com/office/officeart/2018/2/layout/IconVerticalSolidList"/>
    <dgm:cxn modelId="{E027D9C5-7ACF-4BE8-8A03-2DDBBFB71F8D}" type="presParOf" srcId="{61EF93F7-6989-4A39-AA3B-455100503E09}" destId="{3729F1BE-7350-41BD-BD80-0C94C937E608}" srcOrd="8" destOrd="0" presId="urn:microsoft.com/office/officeart/2018/2/layout/IconVerticalSolidList"/>
    <dgm:cxn modelId="{155CEA0A-56DF-4010-8578-B0A0E660CAA5}" type="presParOf" srcId="{3729F1BE-7350-41BD-BD80-0C94C937E608}" destId="{0427A985-A16E-4492-8BB7-53AD3BB6D43C}" srcOrd="0" destOrd="0" presId="urn:microsoft.com/office/officeart/2018/2/layout/IconVerticalSolidList"/>
    <dgm:cxn modelId="{D5134C12-4F15-4A29-A491-607DDFD396EF}" type="presParOf" srcId="{3729F1BE-7350-41BD-BD80-0C94C937E608}" destId="{30110F25-7C77-4D32-8397-348AC6CCA13B}" srcOrd="1" destOrd="0" presId="urn:microsoft.com/office/officeart/2018/2/layout/IconVerticalSolidList"/>
    <dgm:cxn modelId="{B7FB0457-750E-4EB2-A495-6E139985F8E3}" type="presParOf" srcId="{3729F1BE-7350-41BD-BD80-0C94C937E608}" destId="{4347CB49-0B16-4AB1-8928-B879886445F4}" srcOrd="2" destOrd="0" presId="urn:microsoft.com/office/officeart/2018/2/layout/IconVerticalSolidList"/>
    <dgm:cxn modelId="{A722D0AC-136E-4A55-B635-79133AED5635}" type="presParOf" srcId="{3729F1BE-7350-41BD-BD80-0C94C937E608}" destId="{3E6F38B7-7287-470A-B57D-C644D6878497}" srcOrd="3" destOrd="0" presId="urn:microsoft.com/office/officeart/2018/2/layout/IconVerticalSolidList"/>
    <dgm:cxn modelId="{3F81F0E2-2D61-47A7-B5E4-E149B830D3B3}" type="presParOf" srcId="{61EF93F7-6989-4A39-AA3B-455100503E09}" destId="{9175D6B3-F25B-414D-B22B-9B61762D469C}" srcOrd="9" destOrd="0" presId="urn:microsoft.com/office/officeart/2018/2/layout/IconVerticalSolidList"/>
    <dgm:cxn modelId="{CAD5049E-D21E-4A5D-B777-73AA6498317F}" type="presParOf" srcId="{61EF93F7-6989-4A39-AA3B-455100503E09}" destId="{D427043F-4292-4D1B-A068-99891F91C2A9}" srcOrd="10" destOrd="0" presId="urn:microsoft.com/office/officeart/2018/2/layout/IconVerticalSolidList"/>
    <dgm:cxn modelId="{5C12FAB3-8D11-456B-A419-014F8CCD6103}" type="presParOf" srcId="{D427043F-4292-4D1B-A068-99891F91C2A9}" destId="{F07DFD8B-DF01-4905-A6BB-87D4DF46F977}" srcOrd="0" destOrd="0" presId="urn:microsoft.com/office/officeart/2018/2/layout/IconVerticalSolidList"/>
    <dgm:cxn modelId="{44B90F27-EDC8-4464-A9F0-26B549880F53}" type="presParOf" srcId="{D427043F-4292-4D1B-A068-99891F91C2A9}" destId="{A4C6F6F3-4A31-433B-AC1D-0B8652EE3DB9}" srcOrd="1" destOrd="0" presId="urn:microsoft.com/office/officeart/2018/2/layout/IconVerticalSolidList"/>
    <dgm:cxn modelId="{9CDC967D-A6A7-40D4-9451-B221D72FCEDA}" type="presParOf" srcId="{D427043F-4292-4D1B-A068-99891F91C2A9}" destId="{3BD566E9-73E2-4EC2-9408-9EB2C024851B}" srcOrd="2" destOrd="0" presId="urn:microsoft.com/office/officeart/2018/2/layout/IconVerticalSolidList"/>
    <dgm:cxn modelId="{C20CBE8F-73F3-428D-8EB8-045D8A5ED1CE}" type="presParOf" srcId="{D427043F-4292-4D1B-A068-99891F91C2A9}" destId="{23B2F73A-A459-4A3D-8384-EB16E36C22DA}" srcOrd="3" destOrd="0" presId="urn:microsoft.com/office/officeart/2018/2/layout/IconVerticalSolidList"/>
    <dgm:cxn modelId="{CC0A63B5-6B9C-4304-B57A-D95D3F2C53CB}" type="presParOf" srcId="{61EF93F7-6989-4A39-AA3B-455100503E09}" destId="{B756DEDF-4B94-4CD5-8959-CB57B262F369}" srcOrd="11" destOrd="0" presId="urn:microsoft.com/office/officeart/2018/2/layout/IconVerticalSolidList"/>
    <dgm:cxn modelId="{3F53B2FF-34FA-4100-8B52-1AC9E203C146}" type="presParOf" srcId="{61EF93F7-6989-4A39-AA3B-455100503E09}" destId="{95FB7548-01A2-4AF2-A7F7-4473E360CA71}" srcOrd="12" destOrd="0" presId="urn:microsoft.com/office/officeart/2018/2/layout/IconVerticalSolidList"/>
    <dgm:cxn modelId="{AA21D0EE-D2A6-4F6B-BA7E-9500FC57F061}" type="presParOf" srcId="{95FB7548-01A2-4AF2-A7F7-4473E360CA71}" destId="{1FFCAD5C-3D44-440C-ACAA-9347161A5508}" srcOrd="0" destOrd="0" presId="urn:microsoft.com/office/officeart/2018/2/layout/IconVerticalSolidList"/>
    <dgm:cxn modelId="{5AAFCE53-7025-4FFC-9A53-B6612C7E06BA}" type="presParOf" srcId="{95FB7548-01A2-4AF2-A7F7-4473E360CA71}" destId="{F0F8A4A5-74F3-49E8-9282-04206E2E5C70}" srcOrd="1" destOrd="0" presId="urn:microsoft.com/office/officeart/2018/2/layout/IconVerticalSolidList"/>
    <dgm:cxn modelId="{3C7B97E8-8FD2-41BB-8370-A43F5D310B76}" type="presParOf" srcId="{95FB7548-01A2-4AF2-A7F7-4473E360CA71}" destId="{1994BBF9-DA0F-4A00-A615-86464BBD3BA2}" srcOrd="2" destOrd="0" presId="urn:microsoft.com/office/officeart/2018/2/layout/IconVerticalSolidList"/>
    <dgm:cxn modelId="{AF0FE842-94E5-4EC7-9AE4-401815405A10}" type="presParOf" srcId="{95FB7548-01A2-4AF2-A7F7-4473E360CA71}" destId="{74232418-C9BC-4FDB-8D2B-A1583F28BB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057BCE9-C1B8-4B4D-85F1-62DF65BCA7AA}" type="doc">
      <dgm:prSet loTypeId="urn:microsoft.com/office/officeart/2005/8/layout/vProcess5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13FEF934-E50F-40C8-B936-8B27E2DFB455}">
      <dgm:prSet/>
      <dgm:spPr/>
      <dgm:t>
        <a:bodyPr/>
        <a:lstStyle/>
        <a:p>
          <a:r>
            <a:rPr lang="pt-BR"/>
            <a:t>Baseado no Regimento Geral do CEUB, Título IV, Capítulo I, Subseção V, a apuração do rendimento escolar será feita abrangendo os aspectos de assiduidade e aproveitamento, eliminatórios por si mesmos.</a:t>
          </a:r>
          <a:endParaRPr lang="en-US"/>
        </a:p>
      </dgm:t>
    </dgm:pt>
    <dgm:pt modelId="{D1C9C8A2-FD90-475A-AD98-5FC5E6922647}" type="parTrans" cxnId="{1D92D7B3-C582-4DCB-BE81-4B5CE32D6835}">
      <dgm:prSet/>
      <dgm:spPr/>
      <dgm:t>
        <a:bodyPr/>
        <a:lstStyle/>
        <a:p>
          <a:endParaRPr lang="en-US"/>
        </a:p>
      </dgm:t>
    </dgm:pt>
    <dgm:pt modelId="{F6814C1E-26EE-4112-9E04-66747A6E6E09}" type="sibTrans" cxnId="{1D92D7B3-C582-4DCB-BE81-4B5CE32D6835}">
      <dgm:prSet/>
      <dgm:spPr/>
      <dgm:t>
        <a:bodyPr/>
        <a:lstStyle/>
        <a:p>
          <a:endParaRPr lang="en-US"/>
        </a:p>
      </dgm:t>
    </dgm:pt>
    <dgm:pt modelId="{E4F60E65-69ED-42AB-AC56-DF34B3C81EA0}">
      <dgm:prSet/>
      <dgm:spPr/>
      <dgm:t>
        <a:bodyPr/>
        <a:lstStyle/>
        <a:p>
          <a:r>
            <a:rPr lang="pt-BR"/>
            <a:t>A assiduidade será verificada pela frequência às aulas e às atividades da disciplina. </a:t>
          </a:r>
          <a:endParaRPr lang="en-US"/>
        </a:p>
      </dgm:t>
    </dgm:pt>
    <dgm:pt modelId="{FD7698C9-8600-4DEE-BDAC-D6F881B54307}" type="parTrans" cxnId="{3F2978A1-18BB-464E-AFE6-F4895E88610D}">
      <dgm:prSet/>
      <dgm:spPr/>
      <dgm:t>
        <a:bodyPr/>
        <a:lstStyle/>
        <a:p>
          <a:endParaRPr lang="en-US"/>
        </a:p>
      </dgm:t>
    </dgm:pt>
    <dgm:pt modelId="{BFCB4D71-1E73-4425-A164-CEDCC676EACF}" type="sibTrans" cxnId="{3F2978A1-18BB-464E-AFE6-F4895E88610D}">
      <dgm:prSet/>
      <dgm:spPr/>
      <dgm:t>
        <a:bodyPr/>
        <a:lstStyle/>
        <a:p>
          <a:endParaRPr lang="en-US"/>
        </a:p>
      </dgm:t>
    </dgm:pt>
    <dgm:pt modelId="{9E98F076-07E6-4015-A005-26AC3C95A9E4}">
      <dgm:prSet/>
      <dgm:spPr/>
      <dgm:t>
        <a:bodyPr/>
        <a:lstStyle/>
        <a:p>
          <a:r>
            <a:rPr lang="pt-BR" dirty="0"/>
            <a:t>O aproveitamento será aferido mediante a exigência da assimilação progressiva dos conhecimentos ministrados, avaliado em provas e em outras tarefas ministradas ao longo do período letivo.</a:t>
          </a:r>
          <a:endParaRPr lang="en-US" dirty="0"/>
        </a:p>
      </dgm:t>
    </dgm:pt>
    <dgm:pt modelId="{5A68D9FF-EBEB-4C85-B9FF-F42576A18EC6}" type="parTrans" cxnId="{E40DDBE8-823E-451B-BC46-A8F0D6835732}">
      <dgm:prSet/>
      <dgm:spPr/>
      <dgm:t>
        <a:bodyPr/>
        <a:lstStyle/>
        <a:p>
          <a:endParaRPr lang="en-US"/>
        </a:p>
      </dgm:t>
    </dgm:pt>
    <dgm:pt modelId="{82F69728-9A7A-46D8-91A6-83F2E2E7D832}" type="sibTrans" cxnId="{E40DDBE8-823E-451B-BC46-A8F0D6835732}">
      <dgm:prSet/>
      <dgm:spPr/>
      <dgm:t>
        <a:bodyPr/>
        <a:lstStyle/>
        <a:p>
          <a:endParaRPr lang="en-US"/>
        </a:p>
      </dgm:t>
    </dgm:pt>
    <dgm:pt modelId="{E883C9FC-92E1-4F19-A0FE-79C24757796B}">
      <dgm:prSet/>
      <dgm:spPr/>
      <dgm:t>
        <a:bodyPr/>
        <a:lstStyle/>
        <a:p>
          <a:r>
            <a:rPr lang="pt-BR"/>
            <a:t>A menção final (MF) representará o julgamento global do aproveitamento INDIVIDUAL nos estudos dentro de suas respectivas proporções de equivalência.</a:t>
          </a:r>
          <a:endParaRPr lang="en-US"/>
        </a:p>
      </dgm:t>
    </dgm:pt>
    <dgm:pt modelId="{90313CFD-92C3-4EDF-B554-79AD40B2BB92}" type="parTrans" cxnId="{B0A7396E-AA39-40CC-A1F7-85A214117727}">
      <dgm:prSet/>
      <dgm:spPr/>
      <dgm:t>
        <a:bodyPr/>
        <a:lstStyle/>
        <a:p>
          <a:endParaRPr lang="en-US"/>
        </a:p>
      </dgm:t>
    </dgm:pt>
    <dgm:pt modelId="{AA06BC8D-CB3A-4897-B262-6051D74F9B7B}" type="sibTrans" cxnId="{B0A7396E-AA39-40CC-A1F7-85A214117727}">
      <dgm:prSet/>
      <dgm:spPr/>
      <dgm:t>
        <a:bodyPr/>
        <a:lstStyle/>
        <a:p>
          <a:endParaRPr lang="en-US"/>
        </a:p>
      </dgm:t>
    </dgm:pt>
    <dgm:pt modelId="{C04049E3-11E4-4263-AACE-CD6798E5375D}">
      <dgm:prSet/>
      <dgm:spPr/>
      <dgm:t>
        <a:bodyPr/>
        <a:lstStyle/>
        <a:p>
          <a:r>
            <a:rPr lang="pt-BR"/>
            <a:t>O </a:t>
          </a:r>
          <a:r>
            <a:rPr lang="pt-BR" dirty="0"/>
            <a:t>aproveitamento nos estudos será traduzido pelas seguintes menções: SS (Superior); MS (Médio Superior); MM (Médio); MI (Médio Inferior); II (Inferior); SR (Sem Rendimento) e RF (Reprovado por Falta).</a:t>
          </a:r>
          <a:endParaRPr lang="en-US" dirty="0"/>
        </a:p>
      </dgm:t>
    </dgm:pt>
    <dgm:pt modelId="{89C21ABF-E3D4-4FAD-8E68-E415EC703D7A}" type="parTrans" cxnId="{A0D6F30A-F1E6-4754-8A42-1AC15A4B23C3}">
      <dgm:prSet/>
      <dgm:spPr/>
      <dgm:t>
        <a:bodyPr/>
        <a:lstStyle/>
        <a:p>
          <a:endParaRPr lang="pt-BR"/>
        </a:p>
      </dgm:t>
    </dgm:pt>
    <dgm:pt modelId="{B6B1C992-725F-423D-9D6F-0709CFF2A6FF}" type="sibTrans" cxnId="{A0D6F30A-F1E6-4754-8A42-1AC15A4B23C3}">
      <dgm:prSet/>
      <dgm:spPr/>
      <dgm:t>
        <a:bodyPr/>
        <a:lstStyle/>
        <a:p>
          <a:endParaRPr lang="pt-BR"/>
        </a:p>
      </dgm:t>
    </dgm:pt>
    <dgm:pt modelId="{B2660908-CCD8-431E-9BF2-AF195F59BF37}" type="pres">
      <dgm:prSet presAssocID="{0057BCE9-C1B8-4B4D-85F1-62DF65BCA7AA}" presName="outerComposite" presStyleCnt="0">
        <dgm:presLayoutVars>
          <dgm:chMax val="5"/>
          <dgm:dir/>
          <dgm:resizeHandles val="exact"/>
        </dgm:presLayoutVars>
      </dgm:prSet>
      <dgm:spPr/>
    </dgm:pt>
    <dgm:pt modelId="{F189A2F6-471A-48CC-B82B-C8984EA9F188}" type="pres">
      <dgm:prSet presAssocID="{0057BCE9-C1B8-4B4D-85F1-62DF65BCA7AA}" presName="dummyMaxCanvas" presStyleCnt="0">
        <dgm:presLayoutVars/>
      </dgm:prSet>
      <dgm:spPr/>
    </dgm:pt>
    <dgm:pt modelId="{F3F96554-9D40-4C90-826F-7345399A8895}" type="pres">
      <dgm:prSet presAssocID="{0057BCE9-C1B8-4B4D-85F1-62DF65BCA7AA}" presName="FiveNodes_1" presStyleLbl="node1" presStyleIdx="0" presStyleCnt="5">
        <dgm:presLayoutVars>
          <dgm:bulletEnabled val="1"/>
        </dgm:presLayoutVars>
      </dgm:prSet>
      <dgm:spPr/>
    </dgm:pt>
    <dgm:pt modelId="{A4DA07B0-3941-40B1-8092-9567E76853AD}" type="pres">
      <dgm:prSet presAssocID="{0057BCE9-C1B8-4B4D-85F1-62DF65BCA7AA}" presName="FiveNodes_2" presStyleLbl="node1" presStyleIdx="1" presStyleCnt="5">
        <dgm:presLayoutVars>
          <dgm:bulletEnabled val="1"/>
        </dgm:presLayoutVars>
      </dgm:prSet>
      <dgm:spPr/>
    </dgm:pt>
    <dgm:pt modelId="{F3AA50EB-93EC-41D3-92A5-3CDAD605777F}" type="pres">
      <dgm:prSet presAssocID="{0057BCE9-C1B8-4B4D-85F1-62DF65BCA7AA}" presName="FiveNodes_3" presStyleLbl="node1" presStyleIdx="2" presStyleCnt="5">
        <dgm:presLayoutVars>
          <dgm:bulletEnabled val="1"/>
        </dgm:presLayoutVars>
      </dgm:prSet>
      <dgm:spPr/>
    </dgm:pt>
    <dgm:pt modelId="{B754D3FA-91C7-4695-B81D-345EF437EF7F}" type="pres">
      <dgm:prSet presAssocID="{0057BCE9-C1B8-4B4D-85F1-62DF65BCA7AA}" presName="FiveNodes_4" presStyleLbl="node1" presStyleIdx="3" presStyleCnt="5">
        <dgm:presLayoutVars>
          <dgm:bulletEnabled val="1"/>
        </dgm:presLayoutVars>
      </dgm:prSet>
      <dgm:spPr/>
    </dgm:pt>
    <dgm:pt modelId="{4F9122E9-50A0-4496-892C-9593020D3D92}" type="pres">
      <dgm:prSet presAssocID="{0057BCE9-C1B8-4B4D-85F1-62DF65BCA7AA}" presName="FiveNodes_5" presStyleLbl="node1" presStyleIdx="4" presStyleCnt="5">
        <dgm:presLayoutVars>
          <dgm:bulletEnabled val="1"/>
        </dgm:presLayoutVars>
      </dgm:prSet>
      <dgm:spPr/>
    </dgm:pt>
    <dgm:pt modelId="{3C23C661-2FAD-4AD9-BC54-B0469EA85725}" type="pres">
      <dgm:prSet presAssocID="{0057BCE9-C1B8-4B4D-85F1-62DF65BCA7AA}" presName="FiveConn_1-2" presStyleLbl="fgAccFollowNode1" presStyleIdx="0" presStyleCnt="4">
        <dgm:presLayoutVars>
          <dgm:bulletEnabled val="1"/>
        </dgm:presLayoutVars>
      </dgm:prSet>
      <dgm:spPr/>
    </dgm:pt>
    <dgm:pt modelId="{9520941A-44C6-4468-A54E-6F3BF87B55AE}" type="pres">
      <dgm:prSet presAssocID="{0057BCE9-C1B8-4B4D-85F1-62DF65BCA7AA}" presName="FiveConn_2-3" presStyleLbl="fgAccFollowNode1" presStyleIdx="1" presStyleCnt="4">
        <dgm:presLayoutVars>
          <dgm:bulletEnabled val="1"/>
        </dgm:presLayoutVars>
      </dgm:prSet>
      <dgm:spPr/>
    </dgm:pt>
    <dgm:pt modelId="{BB05CB52-03EE-4A28-AF18-60F4EA7D78FB}" type="pres">
      <dgm:prSet presAssocID="{0057BCE9-C1B8-4B4D-85F1-62DF65BCA7AA}" presName="FiveConn_3-4" presStyleLbl="fgAccFollowNode1" presStyleIdx="2" presStyleCnt="4">
        <dgm:presLayoutVars>
          <dgm:bulletEnabled val="1"/>
        </dgm:presLayoutVars>
      </dgm:prSet>
      <dgm:spPr/>
    </dgm:pt>
    <dgm:pt modelId="{229B61A7-082F-4969-A0B2-62C02D20B095}" type="pres">
      <dgm:prSet presAssocID="{0057BCE9-C1B8-4B4D-85F1-62DF65BCA7AA}" presName="FiveConn_4-5" presStyleLbl="fgAccFollowNode1" presStyleIdx="3" presStyleCnt="4">
        <dgm:presLayoutVars>
          <dgm:bulletEnabled val="1"/>
        </dgm:presLayoutVars>
      </dgm:prSet>
      <dgm:spPr/>
    </dgm:pt>
    <dgm:pt modelId="{D93C7677-F568-4DA5-BEE2-EDD56611E581}" type="pres">
      <dgm:prSet presAssocID="{0057BCE9-C1B8-4B4D-85F1-62DF65BCA7AA}" presName="FiveNodes_1_text" presStyleLbl="node1" presStyleIdx="4" presStyleCnt="5">
        <dgm:presLayoutVars>
          <dgm:bulletEnabled val="1"/>
        </dgm:presLayoutVars>
      </dgm:prSet>
      <dgm:spPr/>
    </dgm:pt>
    <dgm:pt modelId="{023C32DD-B5AF-4C03-9A52-0DE07C6D8C4F}" type="pres">
      <dgm:prSet presAssocID="{0057BCE9-C1B8-4B4D-85F1-62DF65BCA7AA}" presName="FiveNodes_2_text" presStyleLbl="node1" presStyleIdx="4" presStyleCnt="5">
        <dgm:presLayoutVars>
          <dgm:bulletEnabled val="1"/>
        </dgm:presLayoutVars>
      </dgm:prSet>
      <dgm:spPr/>
    </dgm:pt>
    <dgm:pt modelId="{ECCA4FAB-2C18-406E-BC39-1A18FB6DFEF1}" type="pres">
      <dgm:prSet presAssocID="{0057BCE9-C1B8-4B4D-85F1-62DF65BCA7AA}" presName="FiveNodes_3_text" presStyleLbl="node1" presStyleIdx="4" presStyleCnt="5">
        <dgm:presLayoutVars>
          <dgm:bulletEnabled val="1"/>
        </dgm:presLayoutVars>
      </dgm:prSet>
      <dgm:spPr/>
    </dgm:pt>
    <dgm:pt modelId="{51DF2185-B1C1-4D82-B8AD-914A9CB4FADC}" type="pres">
      <dgm:prSet presAssocID="{0057BCE9-C1B8-4B4D-85F1-62DF65BCA7AA}" presName="FiveNodes_4_text" presStyleLbl="node1" presStyleIdx="4" presStyleCnt="5">
        <dgm:presLayoutVars>
          <dgm:bulletEnabled val="1"/>
        </dgm:presLayoutVars>
      </dgm:prSet>
      <dgm:spPr/>
    </dgm:pt>
    <dgm:pt modelId="{ED47351F-40DE-4041-99E0-6E49C84AB61A}" type="pres">
      <dgm:prSet presAssocID="{0057BCE9-C1B8-4B4D-85F1-62DF65BCA7A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0D6F30A-F1E6-4754-8A42-1AC15A4B23C3}" srcId="{0057BCE9-C1B8-4B4D-85F1-62DF65BCA7AA}" destId="{C04049E3-11E4-4263-AACE-CD6798E5375D}" srcOrd="3" destOrd="0" parTransId="{89C21ABF-E3D4-4FAD-8E68-E415EC703D7A}" sibTransId="{B6B1C992-725F-423D-9D6F-0709CFF2A6FF}"/>
    <dgm:cxn modelId="{5E45FB45-81E9-4A95-A475-C352A57D780E}" type="presOf" srcId="{B6B1C992-725F-423D-9D6F-0709CFF2A6FF}" destId="{229B61A7-082F-4969-A0B2-62C02D20B095}" srcOrd="0" destOrd="0" presId="urn:microsoft.com/office/officeart/2005/8/layout/vProcess5"/>
    <dgm:cxn modelId="{C5E2AD67-42FF-409C-A031-1C1DCE9743CE}" type="presOf" srcId="{F6814C1E-26EE-4112-9E04-66747A6E6E09}" destId="{3C23C661-2FAD-4AD9-BC54-B0469EA85725}" srcOrd="0" destOrd="0" presId="urn:microsoft.com/office/officeart/2005/8/layout/vProcess5"/>
    <dgm:cxn modelId="{1AEE444A-0F29-42CC-A93F-27BCE91244C2}" type="presOf" srcId="{C04049E3-11E4-4263-AACE-CD6798E5375D}" destId="{B754D3FA-91C7-4695-B81D-345EF437EF7F}" srcOrd="0" destOrd="0" presId="urn:microsoft.com/office/officeart/2005/8/layout/vProcess5"/>
    <dgm:cxn modelId="{B0A7396E-AA39-40CC-A1F7-85A214117727}" srcId="{0057BCE9-C1B8-4B4D-85F1-62DF65BCA7AA}" destId="{E883C9FC-92E1-4F19-A0FE-79C24757796B}" srcOrd="4" destOrd="0" parTransId="{90313CFD-92C3-4EDF-B554-79AD40B2BB92}" sibTransId="{AA06BC8D-CB3A-4897-B262-6051D74F9B7B}"/>
    <dgm:cxn modelId="{962C456F-8077-42AF-8FCD-C0ED0C032FE6}" type="presOf" srcId="{C04049E3-11E4-4263-AACE-CD6798E5375D}" destId="{51DF2185-B1C1-4D82-B8AD-914A9CB4FADC}" srcOrd="1" destOrd="0" presId="urn:microsoft.com/office/officeart/2005/8/layout/vProcess5"/>
    <dgm:cxn modelId="{E93BFE70-66B2-4E1C-988B-B8DD69825C60}" type="presOf" srcId="{E883C9FC-92E1-4F19-A0FE-79C24757796B}" destId="{4F9122E9-50A0-4496-892C-9593020D3D92}" srcOrd="0" destOrd="0" presId="urn:microsoft.com/office/officeart/2005/8/layout/vProcess5"/>
    <dgm:cxn modelId="{21BC5B52-B6DD-4025-9C6C-90ACADDE7192}" type="presOf" srcId="{82F69728-9A7A-46D8-91A6-83F2E2E7D832}" destId="{BB05CB52-03EE-4A28-AF18-60F4EA7D78FB}" srcOrd="0" destOrd="0" presId="urn:microsoft.com/office/officeart/2005/8/layout/vProcess5"/>
    <dgm:cxn modelId="{2840E977-4368-40D6-85F7-0704D6AFC356}" type="presOf" srcId="{13FEF934-E50F-40C8-B936-8B27E2DFB455}" destId="{F3F96554-9D40-4C90-826F-7345399A8895}" srcOrd="0" destOrd="0" presId="urn:microsoft.com/office/officeart/2005/8/layout/vProcess5"/>
    <dgm:cxn modelId="{785B127E-3CFF-4674-9BA1-946DA083DB7F}" type="presOf" srcId="{13FEF934-E50F-40C8-B936-8B27E2DFB455}" destId="{D93C7677-F568-4DA5-BEE2-EDD56611E581}" srcOrd="1" destOrd="0" presId="urn:microsoft.com/office/officeart/2005/8/layout/vProcess5"/>
    <dgm:cxn modelId="{4003A580-686F-4BAC-8B82-D21992C08E34}" type="presOf" srcId="{E883C9FC-92E1-4F19-A0FE-79C24757796B}" destId="{ED47351F-40DE-4041-99E0-6E49C84AB61A}" srcOrd="1" destOrd="0" presId="urn:microsoft.com/office/officeart/2005/8/layout/vProcess5"/>
    <dgm:cxn modelId="{31F98482-810C-4CAB-B221-AD7576F28A5D}" type="presOf" srcId="{BFCB4D71-1E73-4425-A164-CEDCC676EACF}" destId="{9520941A-44C6-4468-A54E-6F3BF87B55AE}" srcOrd="0" destOrd="0" presId="urn:microsoft.com/office/officeart/2005/8/layout/vProcess5"/>
    <dgm:cxn modelId="{060AA884-B7B7-4F54-B29C-22FBB055A948}" type="presOf" srcId="{E4F60E65-69ED-42AB-AC56-DF34B3C81EA0}" destId="{023C32DD-B5AF-4C03-9A52-0DE07C6D8C4F}" srcOrd="1" destOrd="0" presId="urn:microsoft.com/office/officeart/2005/8/layout/vProcess5"/>
    <dgm:cxn modelId="{3F2978A1-18BB-464E-AFE6-F4895E88610D}" srcId="{0057BCE9-C1B8-4B4D-85F1-62DF65BCA7AA}" destId="{E4F60E65-69ED-42AB-AC56-DF34B3C81EA0}" srcOrd="1" destOrd="0" parTransId="{FD7698C9-8600-4DEE-BDAC-D6F881B54307}" sibTransId="{BFCB4D71-1E73-4425-A164-CEDCC676EACF}"/>
    <dgm:cxn modelId="{1D92D7B3-C582-4DCB-BE81-4B5CE32D6835}" srcId="{0057BCE9-C1B8-4B4D-85F1-62DF65BCA7AA}" destId="{13FEF934-E50F-40C8-B936-8B27E2DFB455}" srcOrd="0" destOrd="0" parTransId="{D1C9C8A2-FD90-475A-AD98-5FC5E6922647}" sibTransId="{F6814C1E-26EE-4112-9E04-66747A6E6E09}"/>
    <dgm:cxn modelId="{184579BF-4BC5-4188-893F-044D30A31EAD}" type="presOf" srcId="{0057BCE9-C1B8-4B4D-85F1-62DF65BCA7AA}" destId="{B2660908-CCD8-431E-9BF2-AF195F59BF37}" srcOrd="0" destOrd="0" presId="urn:microsoft.com/office/officeart/2005/8/layout/vProcess5"/>
    <dgm:cxn modelId="{212316D0-EB2F-41D4-A920-3128B4B8D4E9}" type="presOf" srcId="{9E98F076-07E6-4015-A005-26AC3C95A9E4}" destId="{F3AA50EB-93EC-41D3-92A5-3CDAD605777F}" srcOrd="0" destOrd="0" presId="urn:microsoft.com/office/officeart/2005/8/layout/vProcess5"/>
    <dgm:cxn modelId="{078C88DC-C699-45D5-B3C7-001B8640A669}" type="presOf" srcId="{E4F60E65-69ED-42AB-AC56-DF34B3C81EA0}" destId="{A4DA07B0-3941-40B1-8092-9567E76853AD}" srcOrd="0" destOrd="0" presId="urn:microsoft.com/office/officeart/2005/8/layout/vProcess5"/>
    <dgm:cxn modelId="{E40DDBE8-823E-451B-BC46-A8F0D6835732}" srcId="{0057BCE9-C1B8-4B4D-85F1-62DF65BCA7AA}" destId="{9E98F076-07E6-4015-A005-26AC3C95A9E4}" srcOrd="2" destOrd="0" parTransId="{5A68D9FF-EBEB-4C85-B9FF-F42576A18EC6}" sibTransId="{82F69728-9A7A-46D8-91A6-83F2E2E7D832}"/>
    <dgm:cxn modelId="{64A193F3-8236-4B0B-9322-BB8982009BCC}" type="presOf" srcId="{9E98F076-07E6-4015-A005-26AC3C95A9E4}" destId="{ECCA4FAB-2C18-406E-BC39-1A18FB6DFEF1}" srcOrd="1" destOrd="0" presId="urn:microsoft.com/office/officeart/2005/8/layout/vProcess5"/>
    <dgm:cxn modelId="{74EE33A3-1B9A-47CE-BA80-E1CAB4FC029A}" type="presParOf" srcId="{B2660908-CCD8-431E-9BF2-AF195F59BF37}" destId="{F189A2F6-471A-48CC-B82B-C8984EA9F188}" srcOrd="0" destOrd="0" presId="urn:microsoft.com/office/officeart/2005/8/layout/vProcess5"/>
    <dgm:cxn modelId="{13E85391-C150-4CCE-93AE-BBDDBFCD0147}" type="presParOf" srcId="{B2660908-CCD8-431E-9BF2-AF195F59BF37}" destId="{F3F96554-9D40-4C90-826F-7345399A8895}" srcOrd="1" destOrd="0" presId="urn:microsoft.com/office/officeart/2005/8/layout/vProcess5"/>
    <dgm:cxn modelId="{4F77F374-FAA4-442B-A584-BEBC81B1A7F5}" type="presParOf" srcId="{B2660908-CCD8-431E-9BF2-AF195F59BF37}" destId="{A4DA07B0-3941-40B1-8092-9567E76853AD}" srcOrd="2" destOrd="0" presId="urn:microsoft.com/office/officeart/2005/8/layout/vProcess5"/>
    <dgm:cxn modelId="{456DE7B3-1589-43F8-A73A-6AE94FB43084}" type="presParOf" srcId="{B2660908-CCD8-431E-9BF2-AF195F59BF37}" destId="{F3AA50EB-93EC-41D3-92A5-3CDAD605777F}" srcOrd="3" destOrd="0" presId="urn:microsoft.com/office/officeart/2005/8/layout/vProcess5"/>
    <dgm:cxn modelId="{279CB11B-B952-48A0-84AF-8E9B34679674}" type="presParOf" srcId="{B2660908-CCD8-431E-9BF2-AF195F59BF37}" destId="{B754D3FA-91C7-4695-B81D-345EF437EF7F}" srcOrd="4" destOrd="0" presId="urn:microsoft.com/office/officeart/2005/8/layout/vProcess5"/>
    <dgm:cxn modelId="{104A1D62-EA40-4FEF-844B-A48DA8853C98}" type="presParOf" srcId="{B2660908-CCD8-431E-9BF2-AF195F59BF37}" destId="{4F9122E9-50A0-4496-892C-9593020D3D92}" srcOrd="5" destOrd="0" presId="urn:microsoft.com/office/officeart/2005/8/layout/vProcess5"/>
    <dgm:cxn modelId="{7002DC54-441A-4A0F-B9C6-881DA8B794E9}" type="presParOf" srcId="{B2660908-CCD8-431E-9BF2-AF195F59BF37}" destId="{3C23C661-2FAD-4AD9-BC54-B0469EA85725}" srcOrd="6" destOrd="0" presId="urn:microsoft.com/office/officeart/2005/8/layout/vProcess5"/>
    <dgm:cxn modelId="{13B56540-2658-4CE3-AF77-73CA5EF21D4F}" type="presParOf" srcId="{B2660908-CCD8-431E-9BF2-AF195F59BF37}" destId="{9520941A-44C6-4468-A54E-6F3BF87B55AE}" srcOrd="7" destOrd="0" presId="urn:microsoft.com/office/officeart/2005/8/layout/vProcess5"/>
    <dgm:cxn modelId="{584812EC-9EF5-4980-B0E2-71B4B67A7CF0}" type="presParOf" srcId="{B2660908-CCD8-431E-9BF2-AF195F59BF37}" destId="{BB05CB52-03EE-4A28-AF18-60F4EA7D78FB}" srcOrd="8" destOrd="0" presId="urn:microsoft.com/office/officeart/2005/8/layout/vProcess5"/>
    <dgm:cxn modelId="{3C6FE9B9-2A6B-40A2-8E7B-2DC64FA118AE}" type="presParOf" srcId="{B2660908-CCD8-431E-9BF2-AF195F59BF37}" destId="{229B61A7-082F-4969-A0B2-62C02D20B095}" srcOrd="9" destOrd="0" presId="urn:microsoft.com/office/officeart/2005/8/layout/vProcess5"/>
    <dgm:cxn modelId="{9457888B-D793-49EF-B191-772D11011279}" type="presParOf" srcId="{B2660908-CCD8-431E-9BF2-AF195F59BF37}" destId="{D93C7677-F568-4DA5-BEE2-EDD56611E581}" srcOrd="10" destOrd="0" presId="urn:microsoft.com/office/officeart/2005/8/layout/vProcess5"/>
    <dgm:cxn modelId="{BCF0B8AC-3EB7-4244-8F52-63D0456245B2}" type="presParOf" srcId="{B2660908-CCD8-431E-9BF2-AF195F59BF37}" destId="{023C32DD-B5AF-4C03-9A52-0DE07C6D8C4F}" srcOrd="11" destOrd="0" presId="urn:microsoft.com/office/officeart/2005/8/layout/vProcess5"/>
    <dgm:cxn modelId="{5E864640-6E16-46ED-AE6D-936605C0671E}" type="presParOf" srcId="{B2660908-CCD8-431E-9BF2-AF195F59BF37}" destId="{ECCA4FAB-2C18-406E-BC39-1A18FB6DFEF1}" srcOrd="12" destOrd="0" presId="urn:microsoft.com/office/officeart/2005/8/layout/vProcess5"/>
    <dgm:cxn modelId="{135CBE4E-08C4-4E8C-9ED2-F9F51C10077D}" type="presParOf" srcId="{B2660908-CCD8-431E-9BF2-AF195F59BF37}" destId="{51DF2185-B1C1-4D82-B8AD-914A9CB4FADC}" srcOrd="13" destOrd="0" presId="urn:microsoft.com/office/officeart/2005/8/layout/vProcess5"/>
    <dgm:cxn modelId="{394A4006-BD70-4237-BE2D-C8268EACEFAA}" type="presParOf" srcId="{B2660908-CCD8-431E-9BF2-AF195F59BF37}" destId="{ED47351F-40DE-4041-99E0-6E49C84AB61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AE621C3-F849-48C0-AFB8-DC3F06848184}" type="doc">
      <dgm:prSet loTypeId="urn:microsoft.com/office/officeart/2005/8/layout/hList1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FE78F974-81F5-42AA-AFA4-F6DE82B7C959}">
      <dgm:prSet/>
      <dgm:spPr/>
      <dgm:t>
        <a:bodyPr/>
        <a:lstStyle/>
        <a:p>
          <a:r>
            <a:rPr lang="pt-BR"/>
            <a:t>Menção Parcial 01:</a:t>
          </a:r>
          <a:endParaRPr lang="en-US"/>
        </a:p>
      </dgm:t>
    </dgm:pt>
    <dgm:pt modelId="{13BDE5E8-8A38-4EF5-8F6C-BA8FB2AEB2B5}" type="parTrans" cxnId="{038FF06A-FDA9-4BF2-ABD9-6A7DE1B0C2A9}">
      <dgm:prSet/>
      <dgm:spPr/>
      <dgm:t>
        <a:bodyPr/>
        <a:lstStyle/>
        <a:p>
          <a:endParaRPr lang="en-US"/>
        </a:p>
      </dgm:t>
    </dgm:pt>
    <dgm:pt modelId="{D9862D28-5A24-44FF-BABE-C3BF082E6356}" type="sibTrans" cxnId="{038FF06A-FDA9-4BF2-ABD9-6A7DE1B0C2A9}">
      <dgm:prSet/>
      <dgm:spPr/>
      <dgm:t>
        <a:bodyPr/>
        <a:lstStyle/>
        <a:p>
          <a:endParaRPr lang="en-US"/>
        </a:p>
      </dgm:t>
    </dgm:pt>
    <dgm:pt modelId="{F7A6629B-833A-43DF-B8AF-535F5A13E441}">
      <dgm:prSet/>
      <dgm:spPr/>
      <dgm:t>
        <a:bodyPr/>
        <a:lstStyle/>
        <a:p>
          <a:r>
            <a:rPr lang="pt-BR"/>
            <a:t>1ª Avaliação Presencial.Será composta com o conteúdo trabalhado no primeiro bimestre de aulas, ministrada de forma individual e sem consulta.A aplicação ocorrerá em dia a ser informado no Plano de Aula, com publicação no Espaço Aluno e no AVA da disciplina.</a:t>
          </a:r>
          <a:endParaRPr lang="en-US"/>
        </a:p>
      </dgm:t>
    </dgm:pt>
    <dgm:pt modelId="{CB71CDE4-FD65-4F3D-A7BE-7F537D22155B}" type="parTrans" cxnId="{7161BACD-C8C6-4A21-B6BB-E2727D188230}">
      <dgm:prSet/>
      <dgm:spPr/>
      <dgm:t>
        <a:bodyPr/>
        <a:lstStyle/>
        <a:p>
          <a:endParaRPr lang="en-US"/>
        </a:p>
      </dgm:t>
    </dgm:pt>
    <dgm:pt modelId="{15122A55-9808-4D1D-A8DC-41EFBDC5BFF3}" type="sibTrans" cxnId="{7161BACD-C8C6-4A21-B6BB-E2727D188230}">
      <dgm:prSet/>
      <dgm:spPr/>
      <dgm:t>
        <a:bodyPr/>
        <a:lstStyle/>
        <a:p>
          <a:endParaRPr lang="en-US"/>
        </a:p>
      </dgm:t>
    </dgm:pt>
    <dgm:pt modelId="{2750F943-5732-4DB9-94F1-A98B193EF0E1}">
      <dgm:prSet/>
      <dgm:spPr/>
      <dgm:t>
        <a:bodyPr/>
        <a:lstStyle/>
        <a:p>
          <a:r>
            <a:rPr lang="pt-BR"/>
            <a:t>Menção Parcial 02:</a:t>
          </a:r>
          <a:endParaRPr lang="en-US"/>
        </a:p>
      </dgm:t>
    </dgm:pt>
    <dgm:pt modelId="{B1EF81AB-5B35-450C-AFDC-41BEBA7A3293}" type="parTrans" cxnId="{D0E00635-6A3A-4A6F-B687-DABFB79B16EC}">
      <dgm:prSet/>
      <dgm:spPr/>
      <dgm:t>
        <a:bodyPr/>
        <a:lstStyle/>
        <a:p>
          <a:endParaRPr lang="en-US"/>
        </a:p>
      </dgm:t>
    </dgm:pt>
    <dgm:pt modelId="{8D9A3532-D44A-431F-BBB6-96F254FF68F8}" type="sibTrans" cxnId="{D0E00635-6A3A-4A6F-B687-DABFB79B16EC}">
      <dgm:prSet/>
      <dgm:spPr/>
      <dgm:t>
        <a:bodyPr/>
        <a:lstStyle/>
        <a:p>
          <a:endParaRPr lang="en-US"/>
        </a:p>
      </dgm:t>
    </dgm:pt>
    <dgm:pt modelId="{9211D830-5D17-452F-A603-AADBAB91B136}">
      <dgm:prSet/>
      <dgm:spPr/>
      <dgm:t>
        <a:bodyPr/>
        <a:lstStyle/>
        <a:p>
          <a:r>
            <a:rPr lang="pt-BR"/>
            <a:t>Avaliação Geral dos trabalhos e atividades do 1º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/>
        </a:p>
      </dgm:t>
    </dgm:pt>
    <dgm:pt modelId="{969423E7-C648-43A7-A8E9-6F07C9B6C119}" type="parTrans" cxnId="{DC17FF09-E140-4D98-BB72-125F5DFC32C2}">
      <dgm:prSet/>
      <dgm:spPr/>
      <dgm:t>
        <a:bodyPr/>
        <a:lstStyle/>
        <a:p>
          <a:endParaRPr lang="en-US"/>
        </a:p>
      </dgm:t>
    </dgm:pt>
    <dgm:pt modelId="{F186C93E-5DFE-42A3-AF85-19501D51CFD5}" type="sibTrans" cxnId="{DC17FF09-E140-4D98-BB72-125F5DFC32C2}">
      <dgm:prSet/>
      <dgm:spPr/>
      <dgm:t>
        <a:bodyPr/>
        <a:lstStyle/>
        <a:p>
          <a:endParaRPr lang="en-US"/>
        </a:p>
      </dgm:t>
    </dgm:pt>
    <dgm:pt modelId="{DD5DCDF7-BBC6-486B-B6D8-549658FD7C3E}">
      <dgm:prSet/>
      <dgm:spPr/>
      <dgm:t>
        <a:bodyPr/>
        <a:lstStyle/>
        <a:p>
          <a:r>
            <a:rPr lang="pt-BR"/>
            <a:t>A avaliação ocorrerá durante o primeiro bimestre com a publicação do resultado até o final do semestre letivo.</a:t>
          </a:r>
          <a:endParaRPr lang="en-US"/>
        </a:p>
      </dgm:t>
    </dgm:pt>
    <dgm:pt modelId="{2B70F7EB-5CBC-4ADE-AD23-3DEB154C84F0}" type="parTrans" cxnId="{B1C86D3E-7D6F-47CF-8821-C39BD9B1E825}">
      <dgm:prSet/>
      <dgm:spPr/>
      <dgm:t>
        <a:bodyPr/>
        <a:lstStyle/>
        <a:p>
          <a:endParaRPr lang="en-US"/>
        </a:p>
      </dgm:t>
    </dgm:pt>
    <dgm:pt modelId="{89D68DA7-C540-4B7F-B6FB-D8EB9A922759}" type="sibTrans" cxnId="{B1C86D3E-7D6F-47CF-8821-C39BD9B1E825}">
      <dgm:prSet/>
      <dgm:spPr/>
      <dgm:t>
        <a:bodyPr/>
        <a:lstStyle/>
        <a:p>
          <a:endParaRPr lang="en-US"/>
        </a:p>
      </dgm:t>
    </dgm:pt>
    <dgm:pt modelId="{F8EDA125-1CCE-4ED4-BD12-76C4D45D0BE6}">
      <dgm:prSet/>
      <dgm:spPr/>
      <dgm:t>
        <a:bodyPr/>
        <a:lstStyle/>
        <a:p>
          <a:r>
            <a:rPr lang="pt-BR" dirty="0"/>
            <a:t>Menção Parcial 03:</a:t>
          </a:r>
          <a:endParaRPr lang="en-US" dirty="0"/>
        </a:p>
      </dgm:t>
    </dgm:pt>
    <dgm:pt modelId="{C455C9EB-A1AB-4B2F-A54A-4F669DA3984E}" type="parTrans" cxnId="{4C857703-C9F0-4362-B3FF-9E3CDFB1D755}">
      <dgm:prSet/>
      <dgm:spPr/>
      <dgm:t>
        <a:bodyPr/>
        <a:lstStyle/>
        <a:p>
          <a:endParaRPr lang="en-US"/>
        </a:p>
      </dgm:t>
    </dgm:pt>
    <dgm:pt modelId="{D23B520F-D8D6-491E-A419-B4A2C60D83C2}" type="sibTrans" cxnId="{4C857703-C9F0-4362-B3FF-9E3CDFB1D755}">
      <dgm:prSet/>
      <dgm:spPr/>
      <dgm:t>
        <a:bodyPr/>
        <a:lstStyle/>
        <a:p>
          <a:endParaRPr lang="en-US"/>
        </a:p>
      </dgm:t>
    </dgm:pt>
    <dgm:pt modelId="{F9966893-4B7A-476F-8F87-BB985CA090AB}">
      <dgm:prSet/>
      <dgm:spPr/>
      <dgm:t>
        <a:bodyPr/>
        <a:lstStyle/>
        <a:p>
          <a:r>
            <a:rPr lang="pt-BR" dirty="0"/>
            <a:t>Avaliação Geral dos trabalhos e atividades do 2º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 dirty="0"/>
        </a:p>
      </dgm:t>
    </dgm:pt>
    <dgm:pt modelId="{79F842E8-7516-42E9-A279-EED2001EDB6F}" type="parTrans" cxnId="{00A2C559-7D44-478F-A762-271CCBB71D63}">
      <dgm:prSet/>
      <dgm:spPr/>
      <dgm:t>
        <a:bodyPr/>
        <a:lstStyle/>
        <a:p>
          <a:endParaRPr lang="en-US"/>
        </a:p>
      </dgm:t>
    </dgm:pt>
    <dgm:pt modelId="{1A6FB34C-1E41-41BC-A628-92C4BFA251D8}" type="sibTrans" cxnId="{00A2C559-7D44-478F-A762-271CCBB71D63}">
      <dgm:prSet/>
      <dgm:spPr/>
      <dgm:t>
        <a:bodyPr/>
        <a:lstStyle/>
        <a:p>
          <a:endParaRPr lang="en-US"/>
        </a:p>
      </dgm:t>
    </dgm:pt>
    <dgm:pt modelId="{51F68DBF-CC35-4706-84A3-4AE5DCD9BF5B}">
      <dgm:prSet/>
      <dgm:spPr/>
      <dgm:t>
        <a:bodyPr/>
        <a:lstStyle/>
        <a:p>
          <a:r>
            <a:rPr lang="pt-BR" dirty="0"/>
            <a:t>A avaliação ocorrerá durante o segundo bimestre com a publicação do resultado até o final do semestre letivo.</a:t>
          </a:r>
          <a:endParaRPr lang="en-US" dirty="0"/>
        </a:p>
      </dgm:t>
    </dgm:pt>
    <dgm:pt modelId="{BFC5F569-F7CC-4E01-AD78-F269202F3EAC}" type="parTrans" cxnId="{B9080520-39FF-480C-9FA6-ACAA73EB087F}">
      <dgm:prSet/>
      <dgm:spPr/>
      <dgm:t>
        <a:bodyPr/>
        <a:lstStyle/>
        <a:p>
          <a:endParaRPr lang="en-US"/>
        </a:p>
      </dgm:t>
    </dgm:pt>
    <dgm:pt modelId="{B51C9BE5-82CE-4BAB-9BA9-1F24FB1189EB}" type="sibTrans" cxnId="{B9080520-39FF-480C-9FA6-ACAA73EB087F}">
      <dgm:prSet/>
      <dgm:spPr/>
      <dgm:t>
        <a:bodyPr/>
        <a:lstStyle/>
        <a:p>
          <a:endParaRPr lang="en-US"/>
        </a:p>
      </dgm:t>
    </dgm:pt>
    <dgm:pt modelId="{9CDA9250-F815-4856-9692-5CCA7CB14E12}" type="pres">
      <dgm:prSet presAssocID="{EAE621C3-F849-48C0-AFB8-DC3F06848184}" presName="Name0" presStyleCnt="0">
        <dgm:presLayoutVars>
          <dgm:dir/>
          <dgm:animLvl val="lvl"/>
          <dgm:resizeHandles val="exact"/>
        </dgm:presLayoutVars>
      </dgm:prSet>
      <dgm:spPr/>
    </dgm:pt>
    <dgm:pt modelId="{1B577B29-58AE-4085-B40A-56192F17312B}" type="pres">
      <dgm:prSet presAssocID="{FE78F974-81F5-42AA-AFA4-F6DE82B7C959}" presName="composite" presStyleCnt="0"/>
      <dgm:spPr/>
    </dgm:pt>
    <dgm:pt modelId="{5DFFACDE-B77D-4ADB-85FA-198DD14BB2B5}" type="pres">
      <dgm:prSet presAssocID="{FE78F974-81F5-42AA-AFA4-F6DE82B7C95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9A834DD-F52C-49B0-8161-4C7BEC69B2BD}" type="pres">
      <dgm:prSet presAssocID="{FE78F974-81F5-42AA-AFA4-F6DE82B7C959}" presName="desTx" presStyleLbl="alignAccFollowNode1" presStyleIdx="0" presStyleCnt="3">
        <dgm:presLayoutVars>
          <dgm:bulletEnabled val="1"/>
        </dgm:presLayoutVars>
      </dgm:prSet>
      <dgm:spPr/>
    </dgm:pt>
    <dgm:pt modelId="{EC4EC94B-6259-4477-8561-C7AD9E7F83AC}" type="pres">
      <dgm:prSet presAssocID="{D9862D28-5A24-44FF-BABE-C3BF082E6356}" presName="space" presStyleCnt="0"/>
      <dgm:spPr/>
    </dgm:pt>
    <dgm:pt modelId="{C9886DA1-CA6C-4991-B34B-246129E56D5A}" type="pres">
      <dgm:prSet presAssocID="{2750F943-5732-4DB9-94F1-A98B193EF0E1}" presName="composite" presStyleCnt="0"/>
      <dgm:spPr/>
    </dgm:pt>
    <dgm:pt modelId="{02E27D1C-166F-43EA-9A6C-1EE18E916A40}" type="pres">
      <dgm:prSet presAssocID="{2750F943-5732-4DB9-94F1-A98B193EF0E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9FAE2A6-49D2-4426-802B-2325F85F7D65}" type="pres">
      <dgm:prSet presAssocID="{2750F943-5732-4DB9-94F1-A98B193EF0E1}" presName="desTx" presStyleLbl="alignAccFollowNode1" presStyleIdx="1" presStyleCnt="3">
        <dgm:presLayoutVars>
          <dgm:bulletEnabled val="1"/>
        </dgm:presLayoutVars>
      </dgm:prSet>
      <dgm:spPr/>
    </dgm:pt>
    <dgm:pt modelId="{33E72989-1014-44D7-AEA5-92205FF1C9ED}" type="pres">
      <dgm:prSet presAssocID="{8D9A3532-D44A-431F-BBB6-96F254FF68F8}" presName="space" presStyleCnt="0"/>
      <dgm:spPr/>
    </dgm:pt>
    <dgm:pt modelId="{C9E4D592-0C9D-4A4C-A948-61EC5AA1FA75}" type="pres">
      <dgm:prSet presAssocID="{F8EDA125-1CCE-4ED4-BD12-76C4D45D0BE6}" presName="composite" presStyleCnt="0"/>
      <dgm:spPr/>
    </dgm:pt>
    <dgm:pt modelId="{9091D9F8-6A9D-4B10-81A1-52E18C5C75A8}" type="pres">
      <dgm:prSet presAssocID="{F8EDA125-1CCE-4ED4-BD12-76C4D45D0BE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8AB50F8-3385-4519-A709-933B23D6DF83}" type="pres">
      <dgm:prSet presAssocID="{F8EDA125-1CCE-4ED4-BD12-76C4D45D0BE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C857703-C9F0-4362-B3FF-9E3CDFB1D755}" srcId="{EAE621C3-F849-48C0-AFB8-DC3F06848184}" destId="{F8EDA125-1CCE-4ED4-BD12-76C4D45D0BE6}" srcOrd="2" destOrd="0" parTransId="{C455C9EB-A1AB-4B2F-A54A-4F669DA3984E}" sibTransId="{D23B520F-D8D6-491E-A419-B4A2C60D83C2}"/>
    <dgm:cxn modelId="{DC17FF09-E140-4D98-BB72-125F5DFC32C2}" srcId="{2750F943-5732-4DB9-94F1-A98B193EF0E1}" destId="{9211D830-5D17-452F-A603-AADBAB91B136}" srcOrd="0" destOrd="0" parTransId="{969423E7-C648-43A7-A8E9-6F07C9B6C119}" sibTransId="{F186C93E-5DFE-42A3-AF85-19501D51CFD5}"/>
    <dgm:cxn modelId="{E3CBC211-852B-4EB2-A66A-8C8BC4AC4DBC}" type="presOf" srcId="{F7A6629B-833A-43DF-B8AF-535F5A13E441}" destId="{39A834DD-F52C-49B0-8161-4C7BEC69B2BD}" srcOrd="0" destOrd="0" presId="urn:microsoft.com/office/officeart/2005/8/layout/hList1"/>
    <dgm:cxn modelId="{B9080520-39FF-480C-9FA6-ACAA73EB087F}" srcId="{F8EDA125-1CCE-4ED4-BD12-76C4D45D0BE6}" destId="{51F68DBF-CC35-4706-84A3-4AE5DCD9BF5B}" srcOrd="1" destOrd="0" parTransId="{BFC5F569-F7CC-4E01-AD78-F269202F3EAC}" sibTransId="{B51C9BE5-82CE-4BAB-9BA9-1F24FB1189EB}"/>
    <dgm:cxn modelId="{D0E00635-6A3A-4A6F-B687-DABFB79B16EC}" srcId="{EAE621C3-F849-48C0-AFB8-DC3F06848184}" destId="{2750F943-5732-4DB9-94F1-A98B193EF0E1}" srcOrd="1" destOrd="0" parTransId="{B1EF81AB-5B35-450C-AFDC-41BEBA7A3293}" sibTransId="{8D9A3532-D44A-431F-BBB6-96F254FF68F8}"/>
    <dgm:cxn modelId="{B1C86D3E-7D6F-47CF-8821-C39BD9B1E825}" srcId="{2750F943-5732-4DB9-94F1-A98B193EF0E1}" destId="{DD5DCDF7-BBC6-486B-B6D8-549658FD7C3E}" srcOrd="1" destOrd="0" parTransId="{2B70F7EB-5CBC-4ADE-AD23-3DEB154C84F0}" sibTransId="{89D68DA7-C540-4B7F-B6FB-D8EB9A922759}"/>
    <dgm:cxn modelId="{598EFB60-FF46-4393-81AF-9A6787AE372E}" type="presOf" srcId="{EAE621C3-F849-48C0-AFB8-DC3F06848184}" destId="{9CDA9250-F815-4856-9692-5CCA7CB14E12}" srcOrd="0" destOrd="0" presId="urn:microsoft.com/office/officeart/2005/8/layout/hList1"/>
    <dgm:cxn modelId="{038FF06A-FDA9-4BF2-ABD9-6A7DE1B0C2A9}" srcId="{EAE621C3-F849-48C0-AFB8-DC3F06848184}" destId="{FE78F974-81F5-42AA-AFA4-F6DE82B7C959}" srcOrd="0" destOrd="0" parTransId="{13BDE5E8-8A38-4EF5-8F6C-BA8FB2AEB2B5}" sibTransId="{D9862D28-5A24-44FF-BABE-C3BF082E6356}"/>
    <dgm:cxn modelId="{00A2C559-7D44-478F-A762-271CCBB71D63}" srcId="{F8EDA125-1CCE-4ED4-BD12-76C4D45D0BE6}" destId="{F9966893-4B7A-476F-8F87-BB985CA090AB}" srcOrd="0" destOrd="0" parTransId="{79F842E8-7516-42E9-A279-EED2001EDB6F}" sibTransId="{1A6FB34C-1E41-41BC-A628-92C4BFA251D8}"/>
    <dgm:cxn modelId="{B96343B6-8C2E-42AF-A372-1EB1392522D2}" type="presOf" srcId="{FE78F974-81F5-42AA-AFA4-F6DE82B7C959}" destId="{5DFFACDE-B77D-4ADB-85FA-198DD14BB2B5}" srcOrd="0" destOrd="0" presId="urn:microsoft.com/office/officeart/2005/8/layout/hList1"/>
    <dgm:cxn modelId="{A872B9B9-5D7C-4299-B97B-AD2E77E46ECA}" type="presOf" srcId="{DD5DCDF7-BBC6-486B-B6D8-549658FD7C3E}" destId="{49FAE2A6-49D2-4426-802B-2325F85F7D65}" srcOrd="0" destOrd="1" presId="urn:microsoft.com/office/officeart/2005/8/layout/hList1"/>
    <dgm:cxn modelId="{7161BACD-C8C6-4A21-B6BB-E2727D188230}" srcId="{FE78F974-81F5-42AA-AFA4-F6DE82B7C959}" destId="{F7A6629B-833A-43DF-B8AF-535F5A13E441}" srcOrd="0" destOrd="0" parTransId="{CB71CDE4-FD65-4F3D-A7BE-7F537D22155B}" sibTransId="{15122A55-9808-4D1D-A8DC-41EFBDC5BFF3}"/>
    <dgm:cxn modelId="{5B8CDBCE-C232-458C-B3BE-6323BE9A9603}" type="presOf" srcId="{2750F943-5732-4DB9-94F1-A98B193EF0E1}" destId="{02E27D1C-166F-43EA-9A6C-1EE18E916A40}" srcOrd="0" destOrd="0" presId="urn:microsoft.com/office/officeart/2005/8/layout/hList1"/>
    <dgm:cxn modelId="{C9B55CE9-D42E-42D8-A8F2-B5BCBE55A958}" type="presOf" srcId="{F8EDA125-1CCE-4ED4-BD12-76C4D45D0BE6}" destId="{9091D9F8-6A9D-4B10-81A1-52E18C5C75A8}" srcOrd="0" destOrd="0" presId="urn:microsoft.com/office/officeart/2005/8/layout/hList1"/>
    <dgm:cxn modelId="{2B41CCF8-B199-4727-A88E-045762D6E250}" type="presOf" srcId="{9211D830-5D17-452F-A603-AADBAB91B136}" destId="{49FAE2A6-49D2-4426-802B-2325F85F7D65}" srcOrd="0" destOrd="0" presId="urn:microsoft.com/office/officeart/2005/8/layout/hList1"/>
    <dgm:cxn modelId="{EFA8D4FA-5123-4A1C-B1DE-B08207F899AA}" type="presOf" srcId="{F9966893-4B7A-476F-8F87-BB985CA090AB}" destId="{C8AB50F8-3385-4519-A709-933B23D6DF83}" srcOrd="0" destOrd="0" presId="urn:microsoft.com/office/officeart/2005/8/layout/hList1"/>
    <dgm:cxn modelId="{5226E0FE-72FB-4F65-BAE8-171CD4247274}" type="presOf" srcId="{51F68DBF-CC35-4706-84A3-4AE5DCD9BF5B}" destId="{C8AB50F8-3385-4519-A709-933B23D6DF83}" srcOrd="0" destOrd="1" presId="urn:microsoft.com/office/officeart/2005/8/layout/hList1"/>
    <dgm:cxn modelId="{4E354EA8-757E-4930-B519-8FC8F654C9FA}" type="presParOf" srcId="{9CDA9250-F815-4856-9692-5CCA7CB14E12}" destId="{1B577B29-58AE-4085-B40A-56192F17312B}" srcOrd="0" destOrd="0" presId="urn:microsoft.com/office/officeart/2005/8/layout/hList1"/>
    <dgm:cxn modelId="{F82BAEB1-D467-403A-8C75-4ECB1C405D9E}" type="presParOf" srcId="{1B577B29-58AE-4085-B40A-56192F17312B}" destId="{5DFFACDE-B77D-4ADB-85FA-198DD14BB2B5}" srcOrd="0" destOrd="0" presId="urn:microsoft.com/office/officeart/2005/8/layout/hList1"/>
    <dgm:cxn modelId="{846C075E-76A3-43D4-92F8-251128AB0E32}" type="presParOf" srcId="{1B577B29-58AE-4085-B40A-56192F17312B}" destId="{39A834DD-F52C-49B0-8161-4C7BEC69B2BD}" srcOrd="1" destOrd="0" presId="urn:microsoft.com/office/officeart/2005/8/layout/hList1"/>
    <dgm:cxn modelId="{1D522CED-DCE2-48C3-9062-5DE856DD3F20}" type="presParOf" srcId="{9CDA9250-F815-4856-9692-5CCA7CB14E12}" destId="{EC4EC94B-6259-4477-8561-C7AD9E7F83AC}" srcOrd="1" destOrd="0" presId="urn:microsoft.com/office/officeart/2005/8/layout/hList1"/>
    <dgm:cxn modelId="{F92166ED-6368-4825-8EFF-72B87DD009FA}" type="presParOf" srcId="{9CDA9250-F815-4856-9692-5CCA7CB14E12}" destId="{C9886DA1-CA6C-4991-B34B-246129E56D5A}" srcOrd="2" destOrd="0" presId="urn:microsoft.com/office/officeart/2005/8/layout/hList1"/>
    <dgm:cxn modelId="{FCED414E-B0FA-42F6-96E5-515A92CDB637}" type="presParOf" srcId="{C9886DA1-CA6C-4991-B34B-246129E56D5A}" destId="{02E27D1C-166F-43EA-9A6C-1EE18E916A40}" srcOrd="0" destOrd="0" presId="urn:microsoft.com/office/officeart/2005/8/layout/hList1"/>
    <dgm:cxn modelId="{01EDA844-4B8E-4DF1-8666-B5E5F1F285D8}" type="presParOf" srcId="{C9886DA1-CA6C-4991-B34B-246129E56D5A}" destId="{49FAE2A6-49D2-4426-802B-2325F85F7D65}" srcOrd="1" destOrd="0" presId="urn:microsoft.com/office/officeart/2005/8/layout/hList1"/>
    <dgm:cxn modelId="{5BC2BF50-F6CC-4297-B573-0C2A8D6375AB}" type="presParOf" srcId="{9CDA9250-F815-4856-9692-5CCA7CB14E12}" destId="{33E72989-1014-44D7-AEA5-92205FF1C9ED}" srcOrd="3" destOrd="0" presId="urn:microsoft.com/office/officeart/2005/8/layout/hList1"/>
    <dgm:cxn modelId="{95442E5B-E1E4-4991-A7BB-4FCD107249D8}" type="presParOf" srcId="{9CDA9250-F815-4856-9692-5CCA7CB14E12}" destId="{C9E4D592-0C9D-4A4C-A948-61EC5AA1FA75}" srcOrd="4" destOrd="0" presId="urn:microsoft.com/office/officeart/2005/8/layout/hList1"/>
    <dgm:cxn modelId="{316F3A7C-DD6E-474C-AA88-CAEFCEB23476}" type="presParOf" srcId="{C9E4D592-0C9D-4A4C-A948-61EC5AA1FA75}" destId="{9091D9F8-6A9D-4B10-81A1-52E18C5C75A8}" srcOrd="0" destOrd="0" presId="urn:microsoft.com/office/officeart/2005/8/layout/hList1"/>
    <dgm:cxn modelId="{47FA1066-F286-467A-B9C5-4CA1784E6B27}" type="presParOf" srcId="{C9E4D592-0C9D-4A4C-A948-61EC5AA1FA75}" destId="{C8AB50F8-3385-4519-A709-933B23D6DF8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3956516-AA9D-42CA-B527-4A6375A5387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12F3C6-07D3-4882-8245-F19812AFABF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Como descrito no parágrafo 3°do artigo 50 do regimento interno do CEUB, a menção final é um conceito, não representa a média das menções parciais, devendo, antes, significar um julgamento final e global do aproveitamento nos estudos. Sendo assim, a menção final levará também em consideração o desempenho do aluno ao longo do semestre letivo, por meio da análise dos seguintes aspectos: conhecimento, dedicação, pontualidade, assiduidade e participação.</a:t>
          </a:r>
          <a:endParaRPr lang="en-US"/>
        </a:p>
      </dgm:t>
    </dgm:pt>
    <dgm:pt modelId="{9FB3340C-60F3-4B51-8856-BD41CFE1018B}" type="parTrans" cxnId="{BE1DC0D6-530F-48C9-A2A4-F0325F4073C6}">
      <dgm:prSet/>
      <dgm:spPr/>
      <dgm:t>
        <a:bodyPr/>
        <a:lstStyle/>
        <a:p>
          <a:endParaRPr lang="en-US"/>
        </a:p>
      </dgm:t>
    </dgm:pt>
    <dgm:pt modelId="{6B09E710-BEAC-465C-A7B3-59C5B169161C}" type="sibTrans" cxnId="{BE1DC0D6-530F-48C9-A2A4-F0325F4073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E5B33D0-D66C-4E2F-BF55-07FD73C14EC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Além da avaliação pela menção, para ser aprovado na disciplina o aluno que obtiver frequência igual ou superior a 75% do total de aulas ou atividades realizadas. </a:t>
          </a:r>
          <a:endParaRPr lang="en-US"/>
        </a:p>
      </dgm:t>
    </dgm:pt>
    <dgm:pt modelId="{55EA4806-6708-4E43-9E44-B12454475554}" type="parTrans" cxnId="{33C29DA5-0D98-4111-9825-0AF584E7D1B0}">
      <dgm:prSet/>
      <dgm:spPr/>
      <dgm:t>
        <a:bodyPr/>
        <a:lstStyle/>
        <a:p>
          <a:endParaRPr lang="en-US"/>
        </a:p>
      </dgm:t>
    </dgm:pt>
    <dgm:pt modelId="{140BE3A3-BCA7-417B-82F8-C4EB9FF6B66F}" type="sibTrans" cxnId="{33C29DA5-0D98-4111-9825-0AF584E7D1B0}">
      <dgm:prSet/>
      <dgm:spPr/>
      <dgm:t>
        <a:bodyPr/>
        <a:lstStyle/>
        <a:p>
          <a:endParaRPr lang="en-US"/>
        </a:p>
      </dgm:t>
    </dgm:pt>
    <dgm:pt modelId="{3F0DAAD3-F823-4CE7-84C0-29FBBAAE6670}" type="pres">
      <dgm:prSet presAssocID="{23956516-AA9D-42CA-B527-4A6375A53878}" presName="root" presStyleCnt="0">
        <dgm:presLayoutVars>
          <dgm:dir/>
          <dgm:resizeHandles val="exact"/>
        </dgm:presLayoutVars>
      </dgm:prSet>
      <dgm:spPr/>
    </dgm:pt>
    <dgm:pt modelId="{3EDD8EED-E826-403E-BAE9-A9C80E55FF44}" type="pres">
      <dgm:prSet presAssocID="{23956516-AA9D-42CA-B527-4A6375A53878}" presName="container" presStyleCnt="0">
        <dgm:presLayoutVars>
          <dgm:dir/>
          <dgm:resizeHandles val="exact"/>
        </dgm:presLayoutVars>
      </dgm:prSet>
      <dgm:spPr/>
    </dgm:pt>
    <dgm:pt modelId="{C9F2D882-A889-4728-852A-A84A91E15603}" type="pres">
      <dgm:prSet presAssocID="{CC12F3C6-07D3-4882-8245-F19812AFABFA}" presName="compNode" presStyleCnt="0"/>
      <dgm:spPr/>
    </dgm:pt>
    <dgm:pt modelId="{BE45B588-F469-4499-8B7A-4DC5492CB7A2}" type="pres">
      <dgm:prSet presAssocID="{CC12F3C6-07D3-4882-8245-F19812AFABFA}" presName="iconBgRect" presStyleLbl="bgShp" presStyleIdx="0" presStyleCnt="2"/>
      <dgm:spPr/>
    </dgm:pt>
    <dgm:pt modelId="{77FF8424-11CA-4937-8259-FA229161F81F}" type="pres">
      <dgm:prSet presAssocID="{CC12F3C6-07D3-4882-8245-F19812AFABF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330C2E5B-DC5E-4BFC-BC5D-4198801DEB3C}" type="pres">
      <dgm:prSet presAssocID="{CC12F3C6-07D3-4882-8245-F19812AFABFA}" presName="spaceRect" presStyleCnt="0"/>
      <dgm:spPr/>
    </dgm:pt>
    <dgm:pt modelId="{2197E136-D830-4EB5-BCD2-83DDC601452C}" type="pres">
      <dgm:prSet presAssocID="{CC12F3C6-07D3-4882-8245-F19812AFABFA}" presName="textRect" presStyleLbl="revTx" presStyleIdx="0" presStyleCnt="2">
        <dgm:presLayoutVars>
          <dgm:chMax val="1"/>
          <dgm:chPref val="1"/>
        </dgm:presLayoutVars>
      </dgm:prSet>
      <dgm:spPr/>
    </dgm:pt>
    <dgm:pt modelId="{7D672081-942D-4DEE-A27C-083EF98F8BCD}" type="pres">
      <dgm:prSet presAssocID="{6B09E710-BEAC-465C-A7B3-59C5B169161C}" presName="sibTrans" presStyleLbl="sibTrans2D1" presStyleIdx="0" presStyleCnt="0"/>
      <dgm:spPr/>
    </dgm:pt>
    <dgm:pt modelId="{918CE02E-A0F4-45F1-8981-85CF405ECAFC}" type="pres">
      <dgm:prSet presAssocID="{5E5B33D0-D66C-4E2F-BF55-07FD73C14EC2}" presName="compNode" presStyleCnt="0"/>
      <dgm:spPr/>
    </dgm:pt>
    <dgm:pt modelId="{40371F49-4261-4972-8CF2-7E5803D58CCB}" type="pres">
      <dgm:prSet presAssocID="{5E5B33D0-D66C-4E2F-BF55-07FD73C14EC2}" presName="iconBgRect" presStyleLbl="bgShp" presStyleIdx="1" presStyleCnt="2"/>
      <dgm:spPr/>
    </dgm:pt>
    <dgm:pt modelId="{17E89E5C-CEEC-4F6C-8805-AE3AEF4910B1}" type="pres">
      <dgm:prSet presAssocID="{5E5B33D0-D66C-4E2F-BF55-07FD73C14EC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BA0B6BE8-50BF-4D11-B2C6-73B0BF1CFC62}" type="pres">
      <dgm:prSet presAssocID="{5E5B33D0-D66C-4E2F-BF55-07FD73C14EC2}" presName="spaceRect" presStyleCnt="0"/>
      <dgm:spPr/>
    </dgm:pt>
    <dgm:pt modelId="{2E8D1255-20C3-4BFD-B906-42FEC3B7E7EE}" type="pres">
      <dgm:prSet presAssocID="{5E5B33D0-D66C-4E2F-BF55-07FD73C14EC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AE1A371-0C76-4C92-8C3D-CE4CB5691756}" type="presOf" srcId="{6B09E710-BEAC-465C-A7B3-59C5B169161C}" destId="{7D672081-942D-4DEE-A27C-083EF98F8BCD}" srcOrd="0" destOrd="0" presId="urn:microsoft.com/office/officeart/2018/2/layout/IconCircleList"/>
    <dgm:cxn modelId="{5CFDDE7D-C0F7-41F8-8000-26756458FEEB}" type="presOf" srcId="{23956516-AA9D-42CA-B527-4A6375A53878}" destId="{3F0DAAD3-F823-4CE7-84C0-29FBBAAE6670}" srcOrd="0" destOrd="0" presId="urn:microsoft.com/office/officeart/2018/2/layout/IconCircleList"/>
    <dgm:cxn modelId="{33C29DA5-0D98-4111-9825-0AF584E7D1B0}" srcId="{23956516-AA9D-42CA-B527-4A6375A53878}" destId="{5E5B33D0-D66C-4E2F-BF55-07FD73C14EC2}" srcOrd="1" destOrd="0" parTransId="{55EA4806-6708-4E43-9E44-B12454475554}" sibTransId="{140BE3A3-BCA7-417B-82F8-C4EB9FF6B66F}"/>
    <dgm:cxn modelId="{DD9590AE-F17A-4D42-A950-594869733D1B}" type="presOf" srcId="{CC12F3C6-07D3-4882-8245-F19812AFABFA}" destId="{2197E136-D830-4EB5-BCD2-83DDC601452C}" srcOrd="0" destOrd="0" presId="urn:microsoft.com/office/officeart/2018/2/layout/IconCircleList"/>
    <dgm:cxn modelId="{E239B4B4-EE0D-4440-835F-E22D502FEB32}" type="presOf" srcId="{5E5B33D0-D66C-4E2F-BF55-07FD73C14EC2}" destId="{2E8D1255-20C3-4BFD-B906-42FEC3B7E7EE}" srcOrd="0" destOrd="0" presId="urn:microsoft.com/office/officeart/2018/2/layout/IconCircleList"/>
    <dgm:cxn modelId="{BE1DC0D6-530F-48C9-A2A4-F0325F4073C6}" srcId="{23956516-AA9D-42CA-B527-4A6375A53878}" destId="{CC12F3C6-07D3-4882-8245-F19812AFABFA}" srcOrd="0" destOrd="0" parTransId="{9FB3340C-60F3-4B51-8856-BD41CFE1018B}" sibTransId="{6B09E710-BEAC-465C-A7B3-59C5B169161C}"/>
    <dgm:cxn modelId="{506FC652-5E41-4FE6-BF11-9A8491BB9D9C}" type="presParOf" srcId="{3F0DAAD3-F823-4CE7-84C0-29FBBAAE6670}" destId="{3EDD8EED-E826-403E-BAE9-A9C80E55FF44}" srcOrd="0" destOrd="0" presId="urn:microsoft.com/office/officeart/2018/2/layout/IconCircleList"/>
    <dgm:cxn modelId="{6F36A7A5-F0DA-4DF5-8B37-33CD7DDA8882}" type="presParOf" srcId="{3EDD8EED-E826-403E-BAE9-A9C80E55FF44}" destId="{C9F2D882-A889-4728-852A-A84A91E15603}" srcOrd="0" destOrd="0" presId="urn:microsoft.com/office/officeart/2018/2/layout/IconCircleList"/>
    <dgm:cxn modelId="{813C4319-45A0-464F-9F33-AC2EA2089804}" type="presParOf" srcId="{C9F2D882-A889-4728-852A-A84A91E15603}" destId="{BE45B588-F469-4499-8B7A-4DC5492CB7A2}" srcOrd="0" destOrd="0" presId="urn:microsoft.com/office/officeart/2018/2/layout/IconCircleList"/>
    <dgm:cxn modelId="{55276098-BCD2-4C4A-BC7E-9DDC77654518}" type="presParOf" srcId="{C9F2D882-A889-4728-852A-A84A91E15603}" destId="{77FF8424-11CA-4937-8259-FA229161F81F}" srcOrd="1" destOrd="0" presId="urn:microsoft.com/office/officeart/2018/2/layout/IconCircleList"/>
    <dgm:cxn modelId="{FEC82FB4-F957-4DC8-AA43-53E45E774408}" type="presParOf" srcId="{C9F2D882-A889-4728-852A-A84A91E15603}" destId="{330C2E5B-DC5E-4BFC-BC5D-4198801DEB3C}" srcOrd="2" destOrd="0" presId="urn:microsoft.com/office/officeart/2018/2/layout/IconCircleList"/>
    <dgm:cxn modelId="{7A79EF0E-252F-41D9-932B-B17E48B67A7C}" type="presParOf" srcId="{C9F2D882-A889-4728-852A-A84A91E15603}" destId="{2197E136-D830-4EB5-BCD2-83DDC601452C}" srcOrd="3" destOrd="0" presId="urn:microsoft.com/office/officeart/2018/2/layout/IconCircleList"/>
    <dgm:cxn modelId="{BA55BFB1-ECDC-4D99-92EB-2FA971C21CC0}" type="presParOf" srcId="{3EDD8EED-E826-403E-BAE9-A9C80E55FF44}" destId="{7D672081-942D-4DEE-A27C-083EF98F8BCD}" srcOrd="1" destOrd="0" presId="urn:microsoft.com/office/officeart/2018/2/layout/IconCircleList"/>
    <dgm:cxn modelId="{0F2786BF-4C21-492C-8F06-E3FC24590A49}" type="presParOf" srcId="{3EDD8EED-E826-403E-BAE9-A9C80E55FF44}" destId="{918CE02E-A0F4-45F1-8981-85CF405ECAFC}" srcOrd="2" destOrd="0" presId="urn:microsoft.com/office/officeart/2018/2/layout/IconCircleList"/>
    <dgm:cxn modelId="{F246A767-E70C-492E-ABF0-2CB06C953FD5}" type="presParOf" srcId="{918CE02E-A0F4-45F1-8981-85CF405ECAFC}" destId="{40371F49-4261-4972-8CF2-7E5803D58CCB}" srcOrd="0" destOrd="0" presId="urn:microsoft.com/office/officeart/2018/2/layout/IconCircleList"/>
    <dgm:cxn modelId="{9C42F292-3CC0-421A-84D5-DE9803E520CD}" type="presParOf" srcId="{918CE02E-A0F4-45F1-8981-85CF405ECAFC}" destId="{17E89E5C-CEEC-4F6C-8805-AE3AEF4910B1}" srcOrd="1" destOrd="0" presId="urn:microsoft.com/office/officeart/2018/2/layout/IconCircleList"/>
    <dgm:cxn modelId="{D22E802F-760A-40A4-9D77-90797C19E76C}" type="presParOf" srcId="{918CE02E-A0F4-45F1-8981-85CF405ECAFC}" destId="{BA0B6BE8-50BF-4D11-B2C6-73B0BF1CFC62}" srcOrd="2" destOrd="0" presId="urn:microsoft.com/office/officeart/2018/2/layout/IconCircleList"/>
    <dgm:cxn modelId="{87B3CABD-8DAD-4705-968A-A7D456779C32}" type="presParOf" srcId="{918CE02E-A0F4-45F1-8981-85CF405ECAFC}" destId="{2E8D1255-20C3-4BFD-B906-42FEC3B7E7E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5969DC0-2881-467C-B6D8-4DC12D7BE686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E4D4559-42AE-49BA-8604-4C5C55434E9D}">
      <dgm:prSet/>
      <dgm:spPr/>
      <dgm:t>
        <a:bodyPr/>
        <a:lstStyle/>
        <a:p>
          <a:r>
            <a:rPr lang="pt-BR"/>
            <a:t>Básica</a:t>
          </a:r>
          <a:endParaRPr lang="en-US"/>
        </a:p>
      </dgm:t>
    </dgm:pt>
    <dgm:pt modelId="{CAAE76EF-515C-42A1-B720-03FC2D4ACD56}" type="parTrans" cxnId="{B6705D75-33FB-4741-A959-56608352E6DC}">
      <dgm:prSet/>
      <dgm:spPr/>
      <dgm:t>
        <a:bodyPr/>
        <a:lstStyle/>
        <a:p>
          <a:endParaRPr lang="en-US"/>
        </a:p>
      </dgm:t>
    </dgm:pt>
    <dgm:pt modelId="{AC1E474B-32F3-4DF1-A67C-30A4F4DB0319}" type="sibTrans" cxnId="{B6705D75-33FB-4741-A959-56608352E6DC}">
      <dgm:prSet/>
      <dgm:spPr/>
      <dgm:t>
        <a:bodyPr/>
        <a:lstStyle/>
        <a:p>
          <a:endParaRPr lang="en-US"/>
        </a:p>
      </dgm:t>
    </dgm:pt>
    <dgm:pt modelId="{BF2A6656-53A9-4E45-9F54-B5159DA85B99}">
      <dgm:prSet/>
      <dgm:spPr/>
      <dgm:t>
        <a:bodyPr/>
        <a:lstStyle/>
        <a:p>
          <a:r>
            <a:rPr lang="pt-BR"/>
            <a:t>Complementar </a:t>
          </a:r>
          <a:endParaRPr lang="en-US"/>
        </a:p>
      </dgm:t>
    </dgm:pt>
    <dgm:pt modelId="{2ED7B577-657C-4D33-AC2E-80D4C26B830C}" type="parTrans" cxnId="{52692DC9-BA2E-4D21-8188-5421A54A70BB}">
      <dgm:prSet/>
      <dgm:spPr/>
      <dgm:t>
        <a:bodyPr/>
        <a:lstStyle/>
        <a:p>
          <a:endParaRPr lang="en-US"/>
        </a:p>
      </dgm:t>
    </dgm:pt>
    <dgm:pt modelId="{1E2201ED-8C50-4CCB-970F-D5D9EEB9AEA5}" type="sibTrans" cxnId="{52692DC9-BA2E-4D21-8188-5421A54A70BB}">
      <dgm:prSet/>
      <dgm:spPr/>
      <dgm:t>
        <a:bodyPr/>
        <a:lstStyle/>
        <a:p>
          <a:endParaRPr lang="en-US"/>
        </a:p>
      </dgm:t>
    </dgm:pt>
    <dgm:pt modelId="{EA619002-0EE0-4B38-A1D4-A8BB379E8B8B}">
      <dgm:prSet/>
      <dgm:spPr/>
      <dgm:t>
        <a:bodyPr/>
        <a:lstStyle/>
        <a:p>
          <a:r>
            <a:rPr lang="pt-BR" dirty="0"/>
            <a:t>ARAÚJO, </a:t>
          </a:r>
          <a:r>
            <a:rPr lang="pt-BR" dirty="0" err="1"/>
            <a:t>Roberson</a:t>
          </a:r>
          <a:r>
            <a:rPr lang="pt-BR" dirty="0"/>
            <a:t> Cesar Alves de. </a:t>
          </a:r>
          <a:r>
            <a:rPr lang="pt-BR" dirty="0" err="1"/>
            <a:t>Urban</a:t>
          </a:r>
          <a:r>
            <a:rPr lang="pt-BR" dirty="0"/>
            <a:t> data </a:t>
          </a:r>
          <a:r>
            <a:rPr lang="pt-BR" dirty="0" err="1"/>
            <a:t>analytics</a:t>
          </a:r>
          <a:r>
            <a:rPr lang="pt-BR" dirty="0"/>
            <a:t>, </a:t>
          </a:r>
          <a:r>
            <a:rPr lang="pt-BR" dirty="0" err="1"/>
            <a:t>urban</a:t>
          </a:r>
          <a:r>
            <a:rPr lang="pt-BR" dirty="0"/>
            <a:t> big data e IOT. 1. ed. Curitiba: </a:t>
          </a:r>
          <a:r>
            <a:rPr lang="pt-BR" dirty="0" err="1"/>
            <a:t>Contentus</a:t>
          </a:r>
          <a:r>
            <a:rPr lang="pt-BR" dirty="0"/>
            <a:t>, 2020. PEARSON</a:t>
          </a:r>
          <a:endParaRPr lang="en-US" dirty="0"/>
        </a:p>
      </dgm:t>
    </dgm:pt>
    <dgm:pt modelId="{2D313EED-4F4D-46F5-BCB3-A91FE191792D}" type="parTrans" cxnId="{2AB53F90-5A1F-4005-A4C3-E60E2F9111C8}">
      <dgm:prSet/>
      <dgm:spPr/>
      <dgm:t>
        <a:bodyPr/>
        <a:lstStyle/>
        <a:p>
          <a:endParaRPr lang="en-US"/>
        </a:p>
      </dgm:t>
    </dgm:pt>
    <dgm:pt modelId="{BC98ACC5-6D72-49B6-A9E9-7EC90D294082}" type="sibTrans" cxnId="{2AB53F90-5A1F-4005-A4C3-E60E2F9111C8}">
      <dgm:prSet/>
      <dgm:spPr/>
      <dgm:t>
        <a:bodyPr/>
        <a:lstStyle/>
        <a:p>
          <a:endParaRPr lang="en-US"/>
        </a:p>
      </dgm:t>
    </dgm:pt>
    <dgm:pt modelId="{763B8615-6AFE-414D-9D28-F9C680F73ACF}">
      <dgm:prSet/>
      <dgm:spPr/>
      <dgm:t>
        <a:bodyPr/>
        <a:lstStyle/>
        <a:p>
          <a:r>
            <a:rPr lang="pt-BR" dirty="0"/>
            <a:t>PADILHA, Juliana; SOARES, Juliane. </a:t>
          </a:r>
          <a:r>
            <a:rPr lang="pt-BR" dirty="0" err="1"/>
            <a:t>Analytics</a:t>
          </a:r>
          <a:r>
            <a:rPr lang="pt-BR" dirty="0"/>
            <a:t> para big data. Porto Alegre: Grupo A, 2022. MINHA BIBLIOTECA</a:t>
          </a:r>
          <a:endParaRPr lang="en-US" dirty="0"/>
        </a:p>
      </dgm:t>
    </dgm:pt>
    <dgm:pt modelId="{3225B12B-D851-4878-A42E-C416EA385EA0}" type="sibTrans" cxnId="{B2209B7F-61B9-4AA2-9C20-39E34F033A3B}">
      <dgm:prSet/>
      <dgm:spPr/>
      <dgm:t>
        <a:bodyPr/>
        <a:lstStyle/>
        <a:p>
          <a:endParaRPr lang="en-US"/>
        </a:p>
      </dgm:t>
    </dgm:pt>
    <dgm:pt modelId="{99B453E2-B124-4521-BB62-BA4C883E4FCD}" type="parTrans" cxnId="{B2209B7F-61B9-4AA2-9C20-39E34F033A3B}">
      <dgm:prSet/>
      <dgm:spPr/>
      <dgm:t>
        <a:bodyPr/>
        <a:lstStyle/>
        <a:p>
          <a:endParaRPr lang="en-US"/>
        </a:p>
      </dgm:t>
    </dgm:pt>
    <dgm:pt modelId="{E7CAB626-220E-46A6-A80A-AB3A2A5DCB1A}">
      <dgm:prSet/>
      <dgm:spPr/>
      <dgm:t>
        <a:bodyPr/>
        <a:lstStyle/>
        <a:p>
          <a:r>
            <a:rPr lang="pt-BR"/>
            <a:t>PEREIRA, Mariana; BERLINCK, Fabiano. Framework de Big Data. Porto Alegre: Grupo A, 2020. MINHA BIBLIOTECA</a:t>
          </a:r>
        </a:p>
      </dgm:t>
    </dgm:pt>
    <dgm:pt modelId="{898E401B-8060-4F3A-A983-05E17ED2664E}" type="parTrans" cxnId="{654DE4F3-5E5D-450B-953D-266F5902A288}">
      <dgm:prSet/>
      <dgm:spPr/>
      <dgm:t>
        <a:bodyPr/>
        <a:lstStyle/>
        <a:p>
          <a:endParaRPr lang="pt-BR"/>
        </a:p>
      </dgm:t>
    </dgm:pt>
    <dgm:pt modelId="{B2769615-859E-4F58-A724-8F0CAFF2ACC3}" type="sibTrans" cxnId="{654DE4F3-5E5D-450B-953D-266F5902A288}">
      <dgm:prSet/>
      <dgm:spPr/>
      <dgm:t>
        <a:bodyPr/>
        <a:lstStyle/>
        <a:p>
          <a:endParaRPr lang="pt-BR"/>
        </a:p>
      </dgm:t>
    </dgm:pt>
    <dgm:pt modelId="{B10A6AD4-4818-4D81-92AB-A1A67F2D481B}">
      <dgm:prSet/>
      <dgm:spPr/>
      <dgm:t>
        <a:bodyPr/>
        <a:lstStyle/>
        <a:p>
          <a:r>
            <a:rPr lang="pt-BR"/>
            <a:t>SANTOS, Roger; BORDIN, Maycon. Fundamentos de Big Data. Porto Alegre: Grupo A, 2021. MINHA BIBLIOTECA</a:t>
          </a:r>
        </a:p>
      </dgm:t>
    </dgm:pt>
    <dgm:pt modelId="{CDA045AF-8FC9-4332-BFEA-13B1B436A8F7}" type="parTrans" cxnId="{4F2C35D1-80AA-4947-BC05-C8AB54F3F31F}">
      <dgm:prSet/>
      <dgm:spPr/>
      <dgm:t>
        <a:bodyPr/>
        <a:lstStyle/>
        <a:p>
          <a:endParaRPr lang="pt-BR"/>
        </a:p>
      </dgm:t>
    </dgm:pt>
    <dgm:pt modelId="{804D6D03-37BC-4F92-9F61-11D47B444890}" type="sibTrans" cxnId="{4F2C35D1-80AA-4947-BC05-C8AB54F3F31F}">
      <dgm:prSet/>
      <dgm:spPr/>
      <dgm:t>
        <a:bodyPr/>
        <a:lstStyle/>
        <a:p>
          <a:endParaRPr lang="pt-BR"/>
        </a:p>
      </dgm:t>
    </dgm:pt>
    <dgm:pt modelId="{CB8045D3-BD8A-41BE-8F88-F4E4D3A00C51}">
      <dgm:prSet/>
      <dgm:spPr/>
      <dgm:t>
        <a:bodyPr/>
        <a:lstStyle/>
        <a:p>
          <a:r>
            <a:rPr lang="pt-BR" dirty="0"/>
            <a:t>AGRIZZI, R. Introdução ao Big Data. REVISTA DE TRABALHOS ACADÊMICOS – UNIVERSO BELO HORIZONTE, v. 2, n. 3, 2018. Disponível em: http://revista.universo.edu.br/index.php?journal=3universobelohorizonte3&amp;page=article&amp;op=view&amp;path%5B%5D=7294</a:t>
          </a:r>
        </a:p>
      </dgm:t>
    </dgm:pt>
    <dgm:pt modelId="{E6C99946-88AF-4DB6-85B1-FFC691C41CC4}" type="parTrans" cxnId="{2367EE9E-69A2-4018-ADB2-5C564C6FFE5B}">
      <dgm:prSet/>
      <dgm:spPr/>
      <dgm:t>
        <a:bodyPr/>
        <a:lstStyle/>
        <a:p>
          <a:endParaRPr lang="pt-BR"/>
        </a:p>
      </dgm:t>
    </dgm:pt>
    <dgm:pt modelId="{35A3BBF9-9D1D-493C-90CB-8E0084D8839B}" type="sibTrans" cxnId="{2367EE9E-69A2-4018-ADB2-5C564C6FFE5B}">
      <dgm:prSet/>
      <dgm:spPr/>
      <dgm:t>
        <a:bodyPr/>
        <a:lstStyle/>
        <a:p>
          <a:endParaRPr lang="pt-BR"/>
        </a:p>
      </dgm:t>
    </dgm:pt>
    <dgm:pt modelId="{B644C883-7BCF-4BF9-9E47-0403062136FD}">
      <dgm:prSet/>
      <dgm:spPr/>
      <dgm:t>
        <a:bodyPr/>
        <a:lstStyle/>
        <a:p>
          <a:r>
            <a:rPr lang="pt-BR"/>
            <a:t>BASSO, Douglas Eduardo. Big data. Curitiba: Contentus, 2020. PEARSON</a:t>
          </a:r>
        </a:p>
      </dgm:t>
    </dgm:pt>
    <dgm:pt modelId="{7C6A84DD-2A9F-403C-B9E1-D3F9A83EB2D2}" type="parTrans" cxnId="{9E75A299-6035-4FD4-B3CD-C4F6307A367A}">
      <dgm:prSet/>
      <dgm:spPr/>
      <dgm:t>
        <a:bodyPr/>
        <a:lstStyle/>
        <a:p>
          <a:endParaRPr lang="pt-BR"/>
        </a:p>
      </dgm:t>
    </dgm:pt>
    <dgm:pt modelId="{0D827411-CB92-4DFC-B286-8BE0D05EACBF}" type="sibTrans" cxnId="{9E75A299-6035-4FD4-B3CD-C4F6307A367A}">
      <dgm:prSet/>
      <dgm:spPr/>
      <dgm:t>
        <a:bodyPr/>
        <a:lstStyle/>
        <a:p>
          <a:endParaRPr lang="pt-BR"/>
        </a:p>
      </dgm:t>
    </dgm:pt>
    <dgm:pt modelId="{66FB9910-838B-4DA0-878C-3D4599410079}">
      <dgm:prSet/>
      <dgm:spPr/>
      <dgm:t>
        <a:bodyPr/>
        <a:lstStyle/>
        <a:p>
          <a:r>
            <a:rPr lang="en-US"/>
            <a:t>BISHOP, Christopher. Pattern recognition and machine learning. Cambridge: Springer. 2007. Disponível em: https://www.microsoft.com/en-us/research/uploads/prod/2006/01/Bishop-Pattern-Recognition-and-Machine-Learning-2006.pdf</a:t>
          </a:r>
        </a:p>
      </dgm:t>
    </dgm:pt>
    <dgm:pt modelId="{0A26F57F-7AB0-4454-A716-7BCBD9F7A122}" type="parTrans" cxnId="{E1923885-06EE-4FB4-A871-D8FE5A3C3079}">
      <dgm:prSet/>
      <dgm:spPr/>
      <dgm:t>
        <a:bodyPr/>
        <a:lstStyle/>
        <a:p>
          <a:endParaRPr lang="pt-BR"/>
        </a:p>
      </dgm:t>
    </dgm:pt>
    <dgm:pt modelId="{1C01878F-22C4-46E0-AE8D-E78746E0E8FC}" type="sibTrans" cxnId="{E1923885-06EE-4FB4-A871-D8FE5A3C3079}">
      <dgm:prSet/>
      <dgm:spPr/>
      <dgm:t>
        <a:bodyPr/>
        <a:lstStyle/>
        <a:p>
          <a:endParaRPr lang="pt-BR"/>
        </a:p>
      </dgm:t>
    </dgm:pt>
    <dgm:pt modelId="{1DAB1C80-3BD4-48C5-93CE-D687DAA35EB8}">
      <dgm:prSet/>
      <dgm:spPr/>
      <dgm:t>
        <a:bodyPr/>
        <a:lstStyle/>
        <a:p>
          <a:r>
            <a:rPr lang="pt-BR"/>
            <a:t>GOMES, Elisabeth ; BRAGA, Fabiane. Inteligência Competitiva Tempos Big Data. Rio de Janeiro: Alta Books. 2017. MINHA BIBLIOTECA</a:t>
          </a:r>
        </a:p>
      </dgm:t>
    </dgm:pt>
    <dgm:pt modelId="{80BA3453-7572-458C-A5BB-DF23F038BDDC}" type="parTrans" cxnId="{3C844D52-9709-430C-A85B-4063197CC2FA}">
      <dgm:prSet/>
      <dgm:spPr/>
      <dgm:t>
        <a:bodyPr/>
        <a:lstStyle/>
        <a:p>
          <a:endParaRPr lang="pt-BR"/>
        </a:p>
      </dgm:t>
    </dgm:pt>
    <dgm:pt modelId="{04E22DAF-ADEA-410F-8C89-6A63B0593083}" type="sibTrans" cxnId="{3C844D52-9709-430C-A85B-4063197CC2FA}">
      <dgm:prSet/>
      <dgm:spPr/>
      <dgm:t>
        <a:bodyPr/>
        <a:lstStyle/>
        <a:p>
          <a:endParaRPr lang="pt-BR"/>
        </a:p>
      </dgm:t>
    </dgm:pt>
    <dgm:pt modelId="{CC95E25B-EEBA-422C-858A-C57EB0621927}">
      <dgm:prSet/>
      <dgm:spPr/>
      <dgm:t>
        <a:bodyPr/>
        <a:lstStyle/>
        <a:p>
          <a:r>
            <a:rPr lang="pt-BR"/>
            <a:t>LACERDA, Paulo S; ARAÚJO, Mariana. Programação em Big Data com R. Porto Alegre: Grupo A, 2021. MINHA BIBLIOTECA</a:t>
          </a:r>
        </a:p>
      </dgm:t>
    </dgm:pt>
    <dgm:pt modelId="{B9B2E958-3C69-43EC-A732-6B8763D23F58}" type="parTrans" cxnId="{C61D32AB-9D17-426D-A7B0-3EEDBE8756A3}">
      <dgm:prSet/>
      <dgm:spPr/>
      <dgm:t>
        <a:bodyPr/>
        <a:lstStyle/>
        <a:p>
          <a:endParaRPr lang="pt-BR"/>
        </a:p>
      </dgm:t>
    </dgm:pt>
    <dgm:pt modelId="{98664927-9E5A-4486-8C9A-952777740EA6}" type="sibTrans" cxnId="{C61D32AB-9D17-426D-A7B0-3EEDBE8756A3}">
      <dgm:prSet/>
      <dgm:spPr/>
      <dgm:t>
        <a:bodyPr/>
        <a:lstStyle/>
        <a:p>
          <a:endParaRPr lang="pt-BR"/>
        </a:p>
      </dgm:t>
    </dgm:pt>
    <dgm:pt modelId="{B688A639-3A1F-49F2-96A2-0366247341FA}">
      <dgm:prSet/>
      <dgm:spPr/>
      <dgm:t>
        <a:bodyPr/>
        <a:lstStyle/>
        <a:p>
          <a:r>
            <a:rPr lang="pt-BR"/>
            <a:t>TAURION, Cezar. Big data. 1. ed. Rio de Janeiro: Brasport, 2013. PEARSON</a:t>
          </a:r>
        </a:p>
      </dgm:t>
    </dgm:pt>
    <dgm:pt modelId="{0060D8C3-A344-4761-A3C7-4710FFBE9F49}" type="parTrans" cxnId="{E826C127-DE25-4E38-A773-F8E765A26F09}">
      <dgm:prSet/>
      <dgm:spPr/>
      <dgm:t>
        <a:bodyPr/>
        <a:lstStyle/>
        <a:p>
          <a:endParaRPr lang="pt-BR"/>
        </a:p>
      </dgm:t>
    </dgm:pt>
    <dgm:pt modelId="{8ADFA431-E183-421E-9780-DD7B85EDCC6D}" type="sibTrans" cxnId="{E826C127-DE25-4E38-A773-F8E765A26F09}">
      <dgm:prSet/>
      <dgm:spPr/>
      <dgm:t>
        <a:bodyPr/>
        <a:lstStyle/>
        <a:p>
          <a:endParaRPr lang="pt-BR"/>
        </a:p>
      </dgm:t>
    </dgm:pt>
    <dgm:pt modelId="{D0C6F33C-ED80-4E2C-99C8-D0B0587FE0DB}">
      <dgm:prSet/>
      <dgm:spPr/>
      <dgm:t>
        <a:bodyPr/>
        <a:lstStyle/>
        <a:p>
          <a:r>
            <a:rPr lang="pt-BR"/>
            <a:t>UA1 - Arquiteturas de computadores - 44720</a:t>
          </a:r>
        </a:p>
      </dgm:t>
    </dgm:pt>
    <dgm:pt modelId="{660DFFE4-9B24-4EE8-BB1A-3BED72DF16E5}" type="parTrans" cxnId="{CAFC6D11-7730-4A9F-B281-0DC0A109F2D0}">
      <dgm:prSet/>
      <dgm:spPr/>
      <dgm:t>
        <a:bodyPr/>
        <a:lstStyle/>
        <a:p>
          <a:endParaRPr lang="pt-BR"/>
        </a:p>
      </dgm:t>
    </dgm:pt>
    <dgm:pt modelId="{D2D898EC-B6EF-4673-9B96-9B9412E0F9F3}" type="sibTrans" cxnId="{CAFC6D11-7730-4A9F-B281-0DC0A109F2D0}">
      <dgm:prSet/>
      <dgm:spPr/>
      <dgm:t>
        <a:bodyPr/>
        <a:lstStyle/>
        <a:p>
          <a:endParaRPr lang="pt-BR"/>
        </a:p>
      </dgm:t>
    </dgm:pt>
    <dgm:pt modelId="{5F057DD3-BC26-4AD4-829B-C205BAA066A1}">
      <dgm:prSet/>
      <dgm:spPr/>
      <dgm:t>
        <a:bodyPr/>
        <a:lstStyle/>
        <a:p>
          <a:r>
            <a:rPr lang="pt-BR"/>
            <a:t>UA2 - Ferramentas utilizadas em ciência de dados e Big Data - 31614</a:t>
          </a:r>
        </a:p>
      </dgm:t>
    </dgm:pt>
    <dgm:pt modelId="{DC224F76-9C22-4D8D-A424-1C2C22DE4E3F}" type="parTrans" cxnId="{5CC7B4EB-82A3-4700-AA70-9522EB957A07}">
      <dgm:prSet/>
      <dgm:spPr/>
      <dgm:t>
        <a:bodyPr/>
        <a:lstStyle/>
        <a:p>
          <a:endParaRPr lang="pt-BR"/>
        </a:p>
      </dgm:t>
    </dgm:pt>
    <dgm:pt modelId="{CA966673-BB48-464E-8521-07AD95375EA9}" type="sibTrans" cxnId="{5CC7B4EB-82A3-4700-AA70-9522EB957A07}">
      <dgm:prSet/>
      <dgm:spPr/>
      <dgm:t>
        <a:bodyPr/>
        <a:lstStyle/>
        <a:p>
          <a:endParaRPr lang="pt-BR"/>
        </a:p>
      </dgm:t>
    </dgm:pt>
    <dgm:pt modelId="{DC396495-AD93-46AA-A1CE-FC7A0772FBE1}">
      <dgm:prSet/>
      <dgm:spPr/>
      <dgm:t>
        <a:bodyPr/>
        <a:lstStyle/>
        <a:p>
          <a:r>
            <a:rPr lang="pt-BR"/>
            <a:t>UA3 - Ciência de dados e Big Data - 19897</a:t>
          </a:r>
        </a:p>
      </dgm:t>
    </dgm:pt>
    <dgm:pt modelId="{9D1BBAA2-78A0-4157-9C24-0FDE2749A87C}" type="parTrans" cxnId="{6C8B679F-DC5F-4275-9DBF-AA6DEFBD1DBA}">
      <dgm:prSet/>
      <dgm:spPr/>
      <dgm:t>
        <a:bodyPr/>
        <a:lstStyle/>
        <a:p>
          <a:endParaRPr lang="pt-BR"/>
        </a:p>
      </dgm:t>
    </dgm:pt>
    <dgm:pt modelId="{96E4932C-70DD-4ADB-B1D9-BCC6A2B4BA66}" type="sibTrans" cxnId="{6C8B679F-DC5F-4275-9DBF-AA6DEFBD1DBA}">
      <dgm:prSet/>
      <dgm:spPr/>
      <dgm:t>
        <a:bodyPr/>
        <a:lstStyle/>
        <a:p>
          <a:endParaRPr lang="pt-BR"/>
        </a:p>
      </dgm:t>
    </dgm:pt>
    <dgm:pt modelId="{6F9EFB26-DD6E-440A-8D82-28BF666DBA7E}">
      <dgm:prSet/>
      <dgm:spPr/>
      <dgm:t>
        <a:bodyPr/>
        <a:lstStyle/>
        <a:p>
          <a:r>
            <a:rPr lang="pt-BR" dirty="0"/>
            <a:t>UA4 - Papéis dos envolvidos em projetos de Big Data e ciência dos dados - 31616</a:t>
          </a:r>
        </a:p>
      </dgm:t>
    </dgm:pt>
    <dgm:pt modelId="{09DAAF23-D0F7-42AE-85E1-10A41F6CD606}" type="parTrans" cxnId="{666A1EF2-6317-4727-8D7C-C73AE65C3C99}">
      <dgm:prSet/>
      <dgm:spPr/>
      <dgm:t>
        <a:bodyPr/>
        <a:lstStyle/>
        <a:p>
          <a:endParaRPr lang="pt-BR"/>
        </a:p>
      </dgm:t>
    </dgm:pt>
    <dgm:pt modelId="{5DB56606-08EC-4CD9-838B-F9662A561089}" type="sibTrans" cxnId="{666A1EF2-6317-4727-8D7C-C73AE65C3C99}">
      <dgm:prSet/>
      <dgm:spPr/>
      <dgm:t>
        <a:bodyPr/>
        <a:lstStyle/>
        <a:p>
          <a:endParaRPr lang="pt-BR"/>
        </a:p>
      </dgm:t>
    </dgm:pt>
    <dgm:pt modelId="{A55BA91D-AF74-4A3E-8A0A-BE27CA01EF8E}" type="pres">
      <dgm:prSet presAssocID="{55969DC0-2881-467C-B6D8-4DC12D7BE686}" presName="linear" presStyleCnt="0">
        <dgm:presLayoutVars>
          <dgm:dir/>
          <dgm:animLvl val="lvl"/>
          <dgm:resizeHandles val="exact"/>
        </dgm:presLayoutVars>
      </dgm:prSet>
      <dgm:spPr/>
    </dgm:pt>
    <dgm:pt modelId="{7FDE1489-F82B-422F-AAA2-C1D233D99846}" type="pres">
      <dgm:prSet presAssocID="{FE4D4559-42AE-49BA-8604-4C5C55434E9D}" presName="parentLin" presStyleCnt="0"/>
      <dgm:spPr/>
    </dgm:pt>
    <dgm:pt modelId="{BE16A6D6-8FA0-4F09-8336-B3C006DF2041}" type="pres">
      <dgm:prSet presAssocID="{FE4D4559-42AE-49BA-8604-4C5C55434E9D}" presName="parentLeftMargin" presStyleLbl="node1" presStyleIdx="0" presStyleCnt="2"/>
      <dgm:spPr/>
    </dgm:pt>
    <dgm:pt modelId="{30C84674-8782-4053-A0FE-3FA9D9E9CA80}" type="pres">
      <dgm:prSet presAssocID="{FE4D4559-42AE-49BA-8604-4C5C55434E9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856C1B-1BF8-4615-9635-AD526FBE6747}" type="pres">
      <dgm:prSet presAssocID="{FE4D4559-42AE-49BA-8604-4C5C55434E9D}" presName="negativeSpace" presStyleCnt="0"/>
      <dgm:spPr/>
    </dgm:pt>
    <dgm:pt modelId="{B2F3E913-60CE-4329-A56A-E080B85FFFFB}" type="pres">
      <dgm:prSet presAssocID="{FE4D4559-42AE-49BA-8604-4C5C55434E9D}" presName="childText" presStyleLbl="conFgAcc1" presStyleIdx="0" presStyleCnt="2">
        <dgm:presLayoutVars>
          <dgm:bulletEnabled val="1"/>
        </dgm:presLayoutVars>
      </dgm:prSet>
      <dgm:spPr/>
    </dgm:pt>
    <dgm:pt modelId="{8B021C1D-D543-4570-9341-CC1DE3FC200B}" type="pres">
      <dgm:prSet presAssocID="{AC1E474B-32F3-4DF1-A67C-30A4F4DB0319}" presName="spaceBetweenRectangles" presStyleCnt="0"/>
      <dgm:spPr/>
    </dgm:pt>
    <dgm:pt modelId="{7C5DB9ED-ED4F-45B6-B570-C16684318DCA}" type="pres">
      <dgm:prSet presAssocID="{BF2A6656-53A9-4E45-9F54-B5159DA85B99}" presName="parentLin" presStyleCnt="0"/>
      <dgm:spPr/>
    </dgm:pt>
    <dgm:pt modelId="{ED5A10E1-DDB8-45CB-BC10-E5F4EA7FB6CB}" type="pres">
      <dgm:prSet presAssocID="{BF2A6656-53A9-4E45-9F54-B5159DA85B99}" presName="parentLeftMargin" presStyleLbl="node1" presStyleIdx="0" presStyleCnt="2"/>
      <dgm:spPr/>
    </dgm:pt>
    <dgm:pt modelId="{651EAF6A-BD44-4106-B67A-BD27DF6A5F08}" type="pres">
      <dgm:prSet presAssocID="{BF2A6656-53A9-4E45-9F54-B5159DA85B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B43D27E-1B1C-4720-9648-46D658D0CAE7}" type="pres">
      <dgm:prSet presAssocID="{BF2A6656-53A9-4E45-9F54-B5159DA85B99}" presName="negativeSpace" presStyleCnt="0"/>
      <dgm:spPr/>
    </dgm:pt>
    <dgm:pt modelId="{F19856E2-0B45-4814-8E2A-2FE76D02A899}" type="pres">
      <dgm:prSet presAssocID="{BF2A6656-53A9-4E45-9F54-B5159DA85B9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AFC6D11-7730-4A9F-B281-0DC0A109F2D0}" srcId="{BF2A6656-53A9-4E45-9F54-B5159DA85B99}" destId="{D0C6F33C-ED80-4E2C-99C8-D0B0587FE0DB}" srcOrd="6" destOrd="0" parTransId="{660DFFE4-9B24-4EE8-BB1A-3BED72DF16E5}" sibTransId="{D2D898EC-B6EF-4673-9B96-9B9412E0F9F3}"/>
    <dgm:cxn modelId="{0A76EE1B-9A9D-4A94-920B-DC6356043153}" type="presOf" srcId="{55969DC0-2881-467C-B6D8-4DC12D7BE686}" destId="{A55BA91D-AF74-4A3E-8A0A-BE27CA01EF8E}" srcOrd="0" destOrd="0" presId="urn:microsoft.com/office/officeart/2005/8/layout/list1"/>
    <dgm:cxn modelId="{E826C127-DE25-4E38-A773-F8E765A26F09}" srcId="{BF2A6656-53A9-4E45-9F54-B5159DA85B99}" destId="{B688A639-3A1F-49F2-96A2-0366247341FA}" srcOrd="5" destOrd="0" parTransId="{0060D8C3-A344-4761-A3C7-4710FFBE9F49}" sibTransId="{8ADFA431-E183-421E-9780-DD7B85EDCC6D}"/>
    <dgm:cxn modelId="{BDE8B443-6DB9-4594-88FF-4A4786C2F861}" type="presOf" srcId="{B10A6AD4-4818-4D81-92AB-A1A67F2D481B}" destId="{B2F3E913-60CE-4329-A56A-E080B85FFFFB}" srcOrd="0" destOrd="2" presId="urn:microsoft.com/office/officeart/2005/8/layout/list1"/>
    <dgm:cxn modelId="{3EEEF944-A556-49A4-A6DE-DFC94D8A3421}" type="presOf" srcId="{763B8615-6AFE-414D-9D28-F9C680F73ACF}" destId="{B2F3E913-60CE-4329-A56A-E080B85FFFFB}" srcOrd="0" destOrd="0" presId="urn:microsoft.com/office/officeart/2005/8/layout/list1"/>
    <dgm:cxn modelId="{B6DBE666-8A5D-4ED2-96F5-F2D49E2439BC}" type="presOf" srcId="{5F057DD3-BC26-4AD4-829B-C205BAA066A1}" destId="{F19856E2-0B45-4814-8E2A-2FE76D02A899}" srcOrd="0" destOrd="7" presId="urn:microsoft.com/office/officeart/2005/8/layout/list1"/>
    <dgm:cxn modelId="{BD419268-0A40-4F6E-991F-9E94182767B2}" type="presOf" srcId="{B688A639-3A1F-49F2-96A2-0366247341FA}" destId="{F19856E2-0B45-4814-8E2A-2FE76D02A899}" srcOrd="0" destOrd="5" presId="urn:microsoft.com/office/officeart/2005/8/layout/list1"/>
    <dgm:cxn modelId="{848AB74B-6F50-4461-8747-2B0B30990A8C}" type="presOf" srcId="{1DAB1C80-3BD4-48C5-93CE-D687DAA35EB8}" destId="{F19856E2-0B45-4814-8E2A-2FE76D02A899}" srcOrd="0" destOrd="3" presId="urn:microsoft.com/office/officeart/2005/8/layout/list1"/>
    <dgm:cxn modelId="{AD70A150-32B8-4208-BBAB-178AF9C697F3}" type="presOf" srcId="{66FB9910-838B-4DA0-878C-3D4599410079}" destId="{F19856E2-0B45-4814-8E2A-2FE76D02A899}" srcOrd="0" destOrd="2" presId="urn:microsoft.com/office/officeart/2005/8/layout/list1"/>
    <dgm:cxn modelId="{3C844D52-9709-430C-A85B-4063197CC2FA}" srcId="{BF2A6656-53A9-4E45-9F54-B5159DA85B99}" destId="{1DAB1C80-3BD4-48C5-93CE-D687DAA35EB8}" srcOrd="3" destOrd="0" parTransId="{80BA3453-7572-458C-A5BB-DF23F038BDDC}" sibTransId="{04E22DAF-ADEA-410F-8C89-6A63B0593083}"/>
    <dgm:cxn modelId="{8F27C472-688A-4E74-959D-5467F2BED5C9}" type="presOf" srcId="{DC396495-AD93-46AA-A1CE-FC7A0772FBE1}" destId="{F19856E2-0B45-4814-8E2A-2FE76D02A899}" srcOrd="0" destOrd="8" presId="urn:microsoft.com/office/officeart/2005/8/layout/list1"/>
    <dgm:cxn modelId="{A7E7DE72-4E26-4585-B91A-392D528EBDB0}" type="presOf" srcId="{BF2A6656-53A9-4E45-9F54-B5159DA85B99}" destId="{ED5A10E1-DDB8-45CB-BC10-E5F4EA7FB6CB}" srcOrd="0" destOrd="0" presId="urn:microsoft.com/office/officeart/2005/8/layout/list1"/>
    <dgm:cxn modelId="{97E95F73-16A6-4ADC-8BF5-8D9C5316F7E3}" type="presOf" srcId="{EA619002-0EE0-4B38-A1D4-A8BB379E8B8B}" destId="{F19856E2-0B45-4814-8E2A-2FE76D02A899}" srcOrd="0" destOrd="0" presId="urn:microsoft.com/office/officeart/2005/8/layout/list1"/>
    <dgm:cxn modelId="{B6705D75-33FB-4741-A959-56608352E6DC}" srcId="{55969DC0-2881-467C-B6D8-4DC12D7BE686}" destId="{FE4D4559-42AE-49BA-8604-4C5C55434E9D}" srcOrd="0" destOrd="0" parTransId="{CAAE76EF-515C-42A1-B720-03FC2D4ACD56}" sibTransId="{AC1E474B-32F3-4DF1-A67C-30A4F4DB0319}"/>
    <dgm:cxn modelId="{80975B57-58B0-4D2D-98D7-98FC7F1419E4}" type="presOf" srcId="{6F9EFB26-DD6E-440A-8D82-28BF666DBA7E}" destId="{F19856E2-0B45-4814-8E2A-2FE76D02A899}" srcOrd="0" destOrd="9" presId="urn:microsoft.com/office/officeart/2005/8/layout/list1"/>
    <dgm:cxn modelId="{B2209B7F-61B9-4AA2-9C20-39E34F033A3B}" srcId="{FE4D4559-42AE-49BA-8604-4C5C55434E9D}" destId="{763B8615-6AFE-414D-9D28-F9C680F73ACF}" srcOrd="0" destOrd="0" parTransId="{99B453E2-B124-4521-BB62-BA4C883E4FCD}" sibTransId="{3225B12B-D851-4878-A42E-C416EA385EA0}"/>
    <dgm:cxn modelId="{E1923885-06EE-4FB4-A871-D8FE5A3C3079}" srcId="{BF2A6656-53A9-4E45-9F54-B5159DA85B99}" destId="{66FB9910-838B-4DA0-878C-3D4599410079}" srcOrd="2" destOrd="0" parTransId="{0A26F57F-7AB0-4454-A716-7BCBD9F7A122}" sibTransId="{1C01878F-22C4-46E0-AE8D-E78746E0E8FC}"/>
    <dgm:cxn modelId="{2AB53F90-5A1F-4005-A4C3-E60E2F9111C8}" srcId="{BF2A6656-53A9-4E45-9F54-B5159DA85B99}" destId="{EA619002-0EE0-4B38-A1D4-A8BB379E8B8B}" srcOrd="0" destOrd="0" parTransId="{2D313EED-4F4D-46F5-BCB3-A91FE191792D}" sibTransId="{BC98ACC5-6D72-49B6-A9E9-7EC90D294082}"/>
    <dgm:cxn modelId="{ABDE8692-F5D1-48A9-AE38-9EDD9BEBF933}" type="presOf" srcId="{BF2A6656-53A9-4E45-9F54-B5159DA85B99}" destId="{651EAF6A-BD44-4106-B67A-BD27DF6A5F08}" srcOrd="1" destOrd="0" presId="urn:microsoft.com/office/officeart/2005/8/layout/list1"/>
    <dgm:cxn modelId="{98776E94-2226-4169-9561-C255B93FA689}" type="presOf" srcId="{CB8045D3-BD8A-41BE-8F88-F4E4D3A00C51}" destId="{B2F3E913-60CE-4329-A56A-E080B85FFFFB}" srcOrd="0" destOrd="3" presId="urn:microsoft.com/office/officeart/2005/8/layout/list1"/>
    <dgm:cxn modelId="{F059E597-1B69-4408-8741-4E02534560BB}" type="presOf" srcId="{FE4D4559-42AE-49BA-8604-4C5C55434E9D}" destId="{30C84674-8782-4053-A0FE-3FA9D9E9CA80}" srcOrd="1" destOrd="0" presId="urn:microsoft.com/office/officeart/2005/8/layout/list1"/>
    <dgm:cxn modelId="{9E75A299-6035-4FD4-B3CD-C4F6307A367A}" srcId="{BF2A6656-53A9-4E45-9F54-B5159DA85B99}" destId="{B644C883-7BCF-4BF9-9E47-0403062136FD}" srcOrd="1" destOrd="0" parTransId="{7C6A84DD-2A9F-403C-B9E1-D3F9A83EB2D2}" sibTransId="{0D827411-CB92-4DFC-B286-8BE0D05EACBF}"/>
    <dgm:cxn modelId="{2367EE9E-69A2-4018-ADB2-5C564C6FFE5B}" srcId="{FE4D4559-42AE-49BA-8604-4C5C55434E9D}" destId="{CB8045D3-BD8A-41BE-8F88-F4E4D3A00C51}" srcOrd="3" destOrd="0" parTransId="{E6C99946-88AF-4DB6-85B1-FFC691C41CC4}" sibTransId="{35A3BBF9-9D1D-493C-90CB-8E0084D8839B}"/>
    <dgm:cxn modelId="{6C8B679F-DC5F-4275-9DBF-AA6DEFBD1DBA}" srcId="{BF2A6656-53A9-4E45-9F54-B5159DA85B99}" destId="{DC396495-AD93-46AA-A1CE-FC7A0772FBE1}" srcOrd="8" destOrd="0" parTransId="{9D1BBAA2-78A0-4157-9C24-0FDE2749A87C}" sibTransId="{96E4932C-70DD-4ADB-B1D9-BCC6A2B4BA66}"/>
    <dgm:cxn modelId="{C61D32AB-9D17-426D-A7B0-3EEDBE8756A3}" srcId="{BF2A6656-53A9-4E45-9F54-B5159DA85B99}" destId="{CC95E25B-EEBA-422C-858A-C57EB0621927}" srcOrd="4" destOrd="0" parTransId="{B9B2E958-3C69-43EC-A732-6B8763D23F58}" sibTransId="{98664927-9E5A-4486-8C9A-952777740EA6}"/>
    <dgm:cxn modelId="{893DFCB4-CDF7-4325-9AF6-A2BC85E72122}" type="presOf" srcId="{E7CAB626-220E-46A6-A80A-AB3A2A5DCB1A}" destId="{B2F3E913-60CE-4329-A56A-E080B85FFFFB}" srcOrd="0" destOrd="1" presId="urn:microsoft.com/office/officeart/2005/8/layout/list1"/>
    <dgm:cxn modelId="{26DA1CB8-3656-4A7A-B40C-C94DBC9A20C6}" type="presOf" srcId="{FE4D4559-42AE-49BA-8604-4C5C55434E9D}" destId="{BE16A6D6-8FA0-4F09-8336-B3C006DF2041}" srcOrd="0" destOrd="0" presId="urn:microsoft.com/office/officeart/2005/8/layout/list1"/>
    <dgm:cxn modelId="{52692DC9-BA2E-4D21-8188-5421A54A70BB}" srcId="{55969DC0-2881-467C-B6D8-4DC12D7BE686}" destId="{BF2A6656-53A9-4E45-9F54-B5159DA85B99}" srcOrd="1" destOrd="0" parTransId="{2ED7B577-657C-4D33-AC2E-80D4C26B830C}" sibTransId="{1E2201ED-8C50-4CCB-970F-D5D9EEB9AEA5}"/>
    <dgm:cxn modelId="{388E94CA-3C7C-4C15-8A39-554674D09C04}" type="presOf" srcId="{B644C883-7BCF-4BF9-9E47-0403062136FD}" destId="{F19856E2-0B45-4814-8E2A-2FE76D02A899}" srcOrd="0" destOrd="1" presId="urn:microsoft.com/office/officeart/2005/8/layout/list1"/>
    <dgm:cxn modelId="{4F2C35D1-80AA-4947-BC05-C8AB54F3F31F}" srcId="{FE4D4559-42AE-49BA-8604-4C5C55434E9D}" destId="{B10A6AD4-4818-4D81-92AB-A1A67F2D481B}" srcOrd="2" destOrd="0" parTransId="{CDA045AF-8FC9-4332-BFEA-13B1B436A8F7}" sibTransId="{804D6D03-37BC-4F92-9F61-11D47B444890}"/>
    <dgm:cxn modelId="{5CC7B4EB-82A3-4700-AA70-9522EB957A07}" srcId="{BF2A6656-53A9-4E45-9F54-B5159DA85B99}" destId="{5F057DD3-BC26-4AD4-829B-C205BAA066A1}" srcOrd="7" destOrd="0" parTransId="{DC224F76-9C22-4D8D-A424-1C2C22DE4E3F}" sibTransId="{CA966673-BB48-464E-8521-07AD95375EA9}"/>
    <dgm:cxn modelId="{0937FCEF-86FE-4757-B572-BD5057408593}" type="presOf" srcId="{CC95E25B-EEBA-422C-858A-C57EB0621927}" destId="{F19856E2-0B45-4814-8E2A-2FE76D02A899}" srcOrd="0" destOrd="4" presId="urn:microsoft.com/office/officeart/2005/8/layout/list1"/>
    <dgm:cxn modelId="{361660F0-606A-4CC3-96AF-C70D8B434150}" type="presOf" srcId="{D0C6F33C-ED80-4E2C-99C8-D0B0587FE0DB}" destId="{F19856E2-0B45-4814-8E2A-2FE76D02A899}" srcOrd="0" destOrd="6" presId="urn:microsoft.com/office/officeart/2005/8/layout/list1"/>
    <dgm:cxn modelId="{666A1EF2-6317-4727-8D7C-C73AE65C3C99}" srcId="{BF2A6656-53A9-4E45-9F54-B5159DA85B99}" destId="{6F9EFB26-DD6E-440A-8D82-28BF666DBA7E}" srcOrd="9" destOrd="0" parTransId="{09DAAF23-D0F7-42AE-85E1-10A41F6CD606}" sibTransId="{5DB56606-08EC-4CD9-838B-F9662A561089}"/>
    <dgm:cxn modelId="{654DE4F3-5E5D-450B-953D-266F5902A288}" srcId="{FE4D4559-42AE-49BA-8604-4C5C55434E9D}" destId="{E7CAB626-220E-46A6-A80A-AB3A2A5DCB1A}" srcOrd="1" destOrd="0" parTransId="{898E401B-8060-4F3A-A983-05E17ED2664E}" sibTransId="{B2769615-859E-4F58-A724-8F0CAFF2ACC3}"/>
    <dgm:cxn modelId="{30154633-1C2C-4A80-A654-00D0C47FF961}" type="presParOf" srcId="{A55BA91D-AF74-4A3E-8A0A-BE27CA01EF8E}" destId="{7FDE1489-F82B-422F-AAA2-C1D233D99846}" srcOrd="0" destOrd="0" presId="urn:microsoft.com/office/officeart/2005/8/layout/list1"/>
    <dgm:cxn modelId="{084DC765-1E1E-45E4-B89D-6DC2CE6CED3D}" type="presParOf" srcId="{7FDE1489-F82B-422F-AAA2-C1D233D99846}" destId="{BE16A6D6-8FA0-4F09-8336-B3C006DF2041}" srcOrd="0" destOrd="0" presId="urn:microsoft.com/office/officeart/2005/8/layout/list1"/>
    <dgm:cxn modelId="{14D141D9-4BE9-4012-8755-5548188FF424}" type="presParOf" srcId="{7FDE1489-F82B-422F-AAA2-C1D233D99846}" destId="{30C84674-8782-4053-A0FE-3FA9D9E9CA80}" srcOrd="1" destOrd="0" presId="urn:microsoft.com/office/officeart/2005/8/layout/list1"/>
    <dgm:cxn modelId="{21B01D5E-6A8D-4999-AE23-47DE6D5E4D9D}" type="presParOf" srcId="{A55BA91D-AF74-4A3E-8A0A-BE27CA01EF8E}" destId="{88856C1B-1BF8-4615-9635-AD526FBE6747}" srcOrd="1" destOrd="0" presId="urn:microsoft.com/office/officeart/2005/8/layout/list1"/>
    <dgm:cxn modelId="{809FEB68-870E-4E29-8EAA-12CB880A89B6}" type="presParOf" srcId="{A55BA91D-AF74-4A3E-8A0A-BE27CA01EF8E}" destId="{B2F3E913-60CE-4329-A56A-E080B85FFFFB}" srcOrd="2" destOrd="0" presId="urn:microsoft.com/office/officeart/2005/8/layout/list1"/>
    <dgm:cxn modelId="{284D558A-DECA-4520-9DA7-5AE5A4FD49E7}" type="presParOf" srcId="{A55BA91D-AF74-4A3E-8A0A-BE27CA01EF8E}" destId="{8B021C1D-D543-4570-9341-CC1DE3FC200B}" srcOrd="3" destOrd="0" presId="urn:microsoft.com/office/officeart/2005/8/layout/list1"/>
    <dgm:cxn modelId="{FBA43A43-D6D6-406C-92F5-0514FBC65A29}" type="presParOf" srcId="{A55BA91D-AF74-4A3E-8A0A-BE27CA01EF8E}" destId="{7C5DB9ED-ED4F-45B6-B570-C16684318DCA}" srcOrd="4" destOrd="0" presId="urn:microsoft.com/office/officeart/2005/8/layout/list1"/>
    <dgm:cxn modelId="{880DC25E-6A84-48AC-83C8-90933ADDEEBF}" type="presParOf" srcId="{7C5DB9ED-ED4F-45B6-B570-C16684318DCA}" destId="{ED5A10E1-DDB8-45CB-BC10-E5F4EA7FB6CB}" srcOrd="0" destOrd="0" presId="urn:microsoft.com/office/officeart/2005/8/layout/list1"/>
    <dgm:cxn modelId="{9943790C-84B5-4256-B810-8DAC6BECBE98}" type="presParOf" srcId="{7C5DB9ED-ED4F-45B6-B570-C16684318DCA}" destId="{651EAF6A-BD44-4106-B67A-BD27DF6A5F08}" srcOrd="1" destOrd="0" presId="urn:microsoft.com/office/officeart/2005/8/layout/list1"/>
    <dgm:cxn modelId="{6A2F593C-7A41-4FF4-BE9D-495F76CC8DB7}" type="presParOf" srcId="{A55BA91D-AF74-4A3E-8A0A-BE27CA01EF8E}" destId="{BB43D27E-1B1C-4720-9648-46D658D0CAE7}" srcOrd="5" destOrd="0" presId="urn:microsoft.com/office/officeart/2005/8/layout/list1"/>
    <dgm:cxn modelId="{DEAFDD85-8B29-4982-A839-BD97FD2B2FC9}" type="presParOf" srcId="{A55BA91D-AF74-4A3E-8A0A-BE27CA01EF8E}" destId="{F19856E2-0B45-4814-8E2A-2FE76D02A89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C7811-E1C2-434C-992A-86A4652B6E8C}">
      <dsp:nvSpPr>
        <dsp:cNvPr id="0" name=""/>
        <dsp:cNvSpPr/>
      </dsp:nvSpPr>
      <dsp:spPr>
        <a:xfrm>
          <a:off x="0" y="337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B697A3-FBEF-456D-B197-149D4F8EDF72}">
      <dsp:nvSpPr>
        <dsp:cNvPr id="0" name=""/>
        <dsp:cNvSpPr/>
      </dsp:nvSpPr>
      <dsp:spPr>
        <a:xfrm>
          <a:off x="140651" y="104954"/>
          <a:ext cx="255730" cy="2557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310AA-1A0D-4641-9370-11C3871CC811}">
      <dsp:nvSpPr>
        <dsp:cNvPr id="0" name=""/>
        <dsp:cNvSpPr/>
      </dsp:nvSpPr>
      <dsp:spPr>
        <a:xfrm>
          <a:off x="537034" y="337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Dinâmica Quebra-gelo;</a:t>
          </a:r>
          <a:endParaRPr lang="en-US" sz="1600" kern="1200" dirty="0"/>
        </a:p>
      </dsp:txBody>
      <dsp:txXfrm>
        <a:off x="537034" y="337"/>
        <a:ext cx="4146914" cy="464964"/>
      </dsp:txXfrm>
    </dsp:sp>
    <dsp:sp modelId="{72892262-BD10-41B0-B5E5-BF181C704C2F}">
      <dsp:nvSpPr>
        <dsp:cNvPr id="0" name=""/>
        <dsp:cNvSpPr/>
      </dsp:nvSpPr>
      <dsp:spPr>
        <a:xfrm>
          <a:off x="0" y="581543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3FA014-C41E-4A8C-AA17-49664AF2FC27}">
      <dsp:nvSpPr>
        <dsp:cNvPr id="0" name=""/>
        <dsp:cNvSpPr/>
      </dsp:nvSpPr>
      <dsp:spPr>
        <a:xfrm>
          <a:off x="140651" y="686160"/>
          <a:ext cx="255730" cy="2557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A7E0D-2B4D-4D40-B504-46CA0B156D79}">
      <dsp:nvSpPr>
        <dsp:cNvPr id="0" name=""/>
        <dsp:cNvSpPr/>
      </dsp:nvSpPr>
      <dsp:spPr>
        <a:xfrm>
          <a:off x="537034" y="581543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Ementa;</a:t>
          </a:r>
          <a:endParaRPr lang="en-US" sz="1600" kern="1200" dirty="0"/>
        </a:p>
      </dsp:txBody>
      <dsp:txXfrm>
        <a:off x="537034" y="581543"/>
        <a:ext cx="4146914" cy="464964"/>
      </dsp:txXfrm>
    </dsp:sp>
    <dsp:sp modelId="{F4100E4B-55C8-4BEB-918C-74E19EF737D0}">
      <dsp:nvSpPr>
        <dsp:cNvPr id="0" name=""/>
        <dsp:cNvSpPr/>
      </dsp:nvSpPr>
      <dsp:spPr>
        <a:xfrm>
          <a:off x="0" y="1162749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7342A-8011-4747-9427-1BDEA951B614}">
      <dsp:nvSpPr>
        <dsp:cNvPr id="0" name=""/>
        <dsp:cNvSpPr/>
      </dsp:nvSpPr>
      <dsp:spPr>
        <a:xfrm>
          <a:off x="140651" y="1267366"/>
          <a:ext cx="255730" cy="2557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11CF8A-FA3C-4E75-86A1-3E0EE78568ED}">
      <dsp:nvSpPr>
        <dsp:cNvPr id="0" name=""/>
        <dsp:cNvSpPr/>
      </dsp:nvSpPr>
      <dsp:spPr>
        <a:xfrm>
          <a:off x="537034" y="1162749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Competência;</a:t>
          </a:r>
          <a:endParaRPr lang="en-US" sz="1600" kern="1200" dirty="0"/>
        </a:p>
      </dsp:txBody>
      <dsp:txXfrm>
        <a:off x="537034" y="1162749"/>
        <a:ext cx="4146914" cy="464964"/>
      </dsp:txXfrm>
    </dsp:sp>
    <dsp:sp modelId="{3CB70F82-A2BE-4870-9A1C-54D5181D7193}">
      <dsp:nvSpPr>
        <dsp:cNvPr id="0" name=""/>
        <dsp:cNvSpPr/>
      </dsp:nvSpPr>
      <dsp:spPr>
        <a:xfrm>
          <a:off x="0" y="1743955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46683C-DF73-41FF-9D5A-3D17450D46A7}">
      <dsp:nvSpPr>
        <dsp:cNvPr id="0" name=""/>
        <dsp:cNvSpPr/>
      </dsp:nvSpPr>
      <dsp:spPr>
        <a:xfrm>
          <a:off x="140651" y="1848572"/>
          <a:ext cx="255730" cy="2557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679A5-5303-4EC4-B388-61973A16AB86}">
      <dsp:nvSpPr>
        <dsp:cNvPr id="0" name=""/>
        <dsp:cNvSpPr/>
      </dsp:nvSpPr>
      <dsp:spPr>
        <a:xfrm>
          <a:off x="537034" y="1743955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Habilidades;</a:t>
          </a:r>
          <a:endParaRPr lang="en-US" sz="1600" kern="1200"/>
        </a:p>
      </dsp:txBody>
      <dsp:txXfrm>
        <a:off x="537034" y="1743955"/>
        <a:ext cx="4146914" cy="464964"/>
      </dsp:txXfrm>
    </dsp:sp>
    <dsp:sp modelId="{2AA71A80-36DE-4E21-94F1-3A5C0E007378}">
      <dsp:nvSpPr>
        <dsp:cNvPr id="0" name=""/>
        <dsp:cNvSpPr/>
      </dsp:nvSpPr>
      <dsp:spPr>
        <a:xfrm>
          <a:off x="0" y="2325160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451037-3F6B-4432-94B5-9AC0D82BD5CB}">
      <dsp:nvSpPr>
        <dsp:cNvPr id="0" name=""/>
        <dsp:cNvSpPr/>
      </dsp:nvSpPr>
      <dsp:spPr>
        <a:xfrm>
          <a:off x="140651" y="2429778"/>
          <a:ext cx="255730" cy="2557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0F2ED-39CD-4F27-881D-833EA895EF48}">
      <dsp:nvSpPr>
        <dsp:cNvPr id="0" name=""/>
        <dsp:cNvSpPr/>
      </dsp:nvSpPr>
      <dsp:spPr>
        <a:xfrm>
          <a:off x="537034" y="2325160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Conteúdo Programático;</a:t>
          </a:r>
          <a:endParaRPr lang="en-US" sz="1600" kern="1200" dirty="0"/>
        </a:p>
      </dsp:txBody>
      <dsp:txXfrm>
        <a:off x="537034" y="2325160"/>
        <a:ext cx="4146914" cy="464964"/>
      </dsp:txXfrm>
    </dsp:sp>
    <dsp:sp modelId="{016690D3-3CF6-4437-B603-567B333D17A8}">
      <dsp:nvSpPr>
        <dsp:cNvPr id="0" name=""/>
        <dsp:cNvSpPr/>
      </dsp:nvSpPr>
      <dsp:spPr>
        <a:xfrm>
          <a:off x="0" y="2906366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1946C-1D82-4391-96C9-29AAAB88B0B4}">
      <dsp:nvSpPr>
        <dsp:cNvPr id="0" name=""/>
        <dsp:cNvSpPr/>
      </dsp:nvSpPr>
      <dsp:spPr>
        <a:xfrm>
          <a:off x="140651" y="3010983"/>
          <a:ext cx="255730" cy="25573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D29C5-DDAD-424E-BD90-1EEC12221C20}">
      <dsp:nvSpPr>
        <dsp:cNvPr id="0" name=""/>
        <dsp:cNvSpPr/>
      </dsp:nvSpPr>
      <dsp:spPr>
        <a:xfrm>
          <a:off x="537034" y="2906366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Avaliações e expectativas</a:t>
          </a:r>
          <a:endParaRPr lang="en-US" sz="1600" kern="1200" dirty="0"/>
        </a:p>
      </dsp:txBody>
      <dsp:txXfrm>
        <a:off x="537034" y="2906366"/>
        <a:ext cx="4146914" cy="464964"/>
      </dsp:txXfrm>
    </dsp:sp>
    <dsp:sp modelId="{D662E02F-A1C5-48F6-AA37-2E0F4E27B174}">
      <dsp:nvSpPr>
        <dsp:cNvPr id="0" name=""/>
        <dsp:cNvSpPr/>
      </dsp:nvSpPr>
      <dsp:spPr>
        <a:xfrm>
          <a:off x="0" y="3487572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19010-0228-4A89-AF96-D364FD69E5A1}">
      <dsp:nvSpPr>
        <dsp:cNvPr id="0" name=""/>
        <dsp:cNvSpPr/>
      </dsp:nvSpPr>
      <dsp:spPr>
        <a:xfrm>
          <a:off x="140651" y="3592189"/>
          <a:ext cx="255730" cy="25573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4E151-6671-4046-B00C-D5C0D2B1AAF8}">
      <dsp:nvSpPr>
        <dsp:cNvPr id="0" name=""/>
        <dsp:cNvSpPr/>
      </dsp:nvSpPr>
      <dsp:spPr>
        <a:xfrm>
          <a:off x="537034" y="3487572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Encerramento com </a:t>
          </a:r>
          <a:r>
            <a:rPr lang="pt-BR" sz="1600" kern="1200" dirty="0" err="1"/>
            <a:t>check-out</a:t>
          </a:r>
          <a:r>
            <a:rPr lang="pt-BR" sz="1600" kern="1200" dirty="0"/>
            <a:t> interativo</a:t>
          </a:r>
          <a:endParaRPr lang="en-US" sz="1600" kern="1200" dirty="0"/>
        </a:p>
      </dsp:txBody>
      <dsp:txXfrm>
        <a:off x="537034" y="3487572"/>
        <a:ext cx="4146914" cy="464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BC1F4E-94FF-4050-9E47-B8B5006449B2}">
      <dsp:nvSpPr>
        <dsp:cNvPr id="0" name=""/>
        <dsp:cNvSpPr/>
      </dsp:nvSpPr>
      <dsp:spPr>
        <a:xfrm>
          <a:off x="2801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Conceitos e características do Big Data. </a:t>
          </a:r>
          <a:endParaRPr lang="en-US" sz="1100" kern="1200"/>
        </a:p>
      </dsp:txBody>
      <dsp:txXfrm>
        <a:off x="2801" y="55585"/>
        <a:ext cx="1516716" cy="910029"/>
      </dsp:txXfrm>
    </dsp:sp>
    <dsp:sp modelId="{DE08A290-98FD-4709-9D27-C476DAD0B771}">
      <dsp:nvSpPr>
        <dsp:cNvPr id="0" name=""/>
        <dsp:cNvSpPr/>
      </dsp:nvSpPr>
      <dsp:spPr>
        <a:xfrm>
          <a:off x="1671189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Desafios e oportunidades na era do Big Data. </a:t>
          </a:r>
          <a:endParaRPr lang="en-US" sz="1100" kern="1200"/>
        </a:p>
      </dsp:txBody>
      <dsp:txXfrm>
        <a:off x="1671189" y="55585"/>
        <a:ext cx="1516716" cy="910029"/>
      </dsp:txXfrm>
    </dsp:sp>
    <dsp:sp modelId="{F89C8273-B03E-4C28-9D92-D0E49CCEE117}">
      <dsp:nvSpPr>
        <dsp:cNvPr id="0" name=""/>
        <dsp:cNvSpPr/>
      </dsp:nvSpPr>
      <dsp:spPr>
        <a:xfrm>
          <a:off x="3339577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Aplicações e impactos nas diversas áreas. </a:t>
          </a:r>
          <a:endParaRPr lang="en-US" sz="1100" kern="1200"/>
        </a:p>
      </dsp:txBody>
      <dsp:txXfrm>
        <a:off x="3339577" y="55585"/>
        <a:ext cx="1516716" cy="910029"/>
      </dsp:txXfrm>
    </dsp:sp>
    <dsp:sp modelId="{2C67A4B3-F936-4A43-9245-F6C1149F9552}">
      <dsp:nvSpPr>
        <dsp:cNvPr id="0" name=""/>
        <dsp:cNvSpPr/>
      </dsp:nvSpPr>
      <dsp:spPr>
        <a:xfrm>
          <a:off x="5007965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Arquiteturas de armazenamento e processamento distribuído</a:t>
          </a:r>
          <a:endParaRPr lang="en-US" sz="1100" kern="1200"/>
        </a:p>
      </dsp:txBody>
      <dsp:txXfrm>
        <a:off x="5007965" y="55585"/>
        <a:ext cx="1516716" cy="910029"/>
      </dsp:txXfrm>
    </dsp:sp>
    <dsp:sp modelId="{4E82D180-F4B3-477E-9F90-F8A9BA4AE6AB}">
      <dsp:nvSpPr>
        <dsp:cNvPr id="0" name=""/>
        <dsp:cNvSpPr/>
      </dsp:nvSpPr>
      <dsp:spPr>
        <a:xfrm>
          <a:off x="6676353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Plataformas e ferramentas para o gerenciamento de Big Data.</a:t>
          </a:r>
          <a:endParaRPr lang="en-US" sz="1100" kern="1200"/>
        </a:p>
      </dsp:txBody>
      <dsp:txXfrm>
        <a:off x="6676353" y="55585"/>
        <a:ext cx="1516716" cy="910029"/>
      </dsp:txXfrm>
    </dsp:sp>
    <dsp:sp modelId="{5C317282-33CC-4AC0-B4F7-85746AA37F0A}">
      <dsp:nvSpPr>
        <dsp:cNvPr id="0" name=""/>
        <dsp:cNvSpPr/>
      </dsp:nvSpPr>
      <dsp:spPr>
        <a:xfrm>
          <a:off x="2801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Técnicas e algoritmos para processamento de grandes volumes de dados</a:t>
          </a:r>
          <a:endParaRPr lang="en-US" sz="1100" kern="1200"/>
        </a:p>
      </dsp:txBody>
      <dsp:txXfrm>
        <a:off x="2801" y="1117287"/>
        <a:ext cx="1516716" cy="910029"/>
      </dsp:txXfrm>
    </dsp:sp>
    <dsp:sp modelId="{880B1E10-500A-4C7A-8003-C1E75EEF4FFB}">
      <dsp:nvSpPr>
        <dsp:cNvPr id="0" name=""/>
        <dsp:cNvSpPr/>
      </dsp:nvSpPr>
      <dsp:spPr>
        <a:xfrm>
          <a:off x="1671189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Computação distribuída e paralela. </a:t>
          </a:r>
          <a:endParaRPr lang="en-US" sz="1100" kern="1200"/>
        </a:p>
      </dsp:txBody>
      <dsp:txXfrm>
        <a:off x="1671189" y="1117287"/>
        <a:ext cx="1516716" cy="910029"/>
      </dsp:txXfrm>
    </dsp:sp>
    <dsp:sp modelId="{5CE92C7A-B524-4989-AF8A-670CD7736281}">
      <dsp:nvSpPr>
        <dsp:cNvPr id="0" name=""/>
        <dsp:cNvSpPr/>
      </dsp:nvSpPr>
      <dsp:spPr>
        <a:xfrm>
          <a:off x="3339577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Estratégias e ferramentas para análise de dados em tempo real. </a:t>
          </a:r>
          <a:endParaRPr lang="en-US" sz="1100" kern="1200"/>
        </a:p>
      </dsp:txBody>
      <dsp:txXfrm>
        <a:off x="3339577" y="1117287"/>
        <a:ext cx="1516716" cy="910029"/>
      </dsp:txXfrm>
    </dsp:sp>
    <dsp:sp modelId="{7BDF2970-8F56-479B-BE42-E11C79DE0F77}">
      <dsp:nvSpPr>
        <dsp:cNvPr id="0" name=""/>
        <dsp:cNvSpPr/>
      </dsp:nvSpPr>
      <dsp:spPr>
        <a:xfrm>
          <a:off x="5007965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Processamento de stream de dados. Sistemas e aplicações com Big Data. </a:t>
          </a:r>
          <a:endParaRPr lang="en-US" sz="1100" kern="1200"/>
        </a:p>
      </dsp:txBody>
      <dsp:txXfrm>
        <a:off x="5007965" y="1117287"/>
        <a:ext cx="1516716" cy="910029"/>
      </dsp:txXfrm>
    </dsp:sp>
    <dsp:sp modelId="{C74BBAD0-B467-4749-9C3F-D2968CEE13EA}">
      <dsp:nvSpPr>
        <dsp:cNvPr id="0" name=""/>
        <dsp:cNvSpPr/>
      </dsp:nvSpPr>
      <dsp:spPr>
        <a:xfrm>
          <a:off x="6676353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Princípios de aprendizado de máquina aplicados a conjuntos de dados volumosos. </a:t>
          </a:r>
          <a:endParaRPr lang="en-US" sz="1100" kern="1200"/>
        </a:p>
      </dsp:txBody>
      <dsp:txXfrm>
        <a:off x="6676353" y="1117287"/>
        <a:ext cx="1516716" cy="910029"/>
      </dsp:txXfrm>
    </dsp:sp>
    <dsp:sp modelId="{711CC6BD-E14E-4A08-900F-7B264E662006}">
      <dsp:nvSpPr>
        <dsp:cNvPr id="0" name=""/>
        <dsp:cNvSpPr/>
      </dsp:nvSpPr>
      <dsp:spPr>
        <a:xfrm>
          <a:off x="1671189" y="2178988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Modelagem e avaliação de modelos em Big Data. </a:t>
          </a:r>
          <a:endParaRPr lang="en-US" sz="1100" kern="1200"/>
        </a:p>
      </dsp:txBody>
      <dsp:txXfrm>
        <a:off x="1671189" y="2178988"/>
        <a:ext cx="1516716" cy="910029"/>
      </dsp:txXfrm>
    </dsp:sp>
    <dsp:sp modelId="{55729229-F067-4776-AF97-112710E1A27D}">
      <dsp:nvSpPr>
        <dsp:cNvPr id="0" name=""/>
        <dsp:cNvSpPr/>
      </dsp:nvSpPr>
      <dsp:spPr>
        <a:xfrm>
          <a:off x="3339577" y="2178988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Questões éticas e legais no uso de dados em larga escala. </a:t>
          </a:r>
          <a:endParaRPr lang="en-US" sz="1100" kern="1200"/>
        </a:p>
      </dsp:txBody>
      <dsp:txXfrm>
        <a:off x="3339577" y="2178988"/>
        <a:ext cx="1516716" cy="910029"/>
      </dsp:txXfrm>
    </dsp:sp>
    <dsp:sp modelId="{05A00B47-4E42-4FBD-ADC1-513EED3C9190}">
      <dsp:nvSpPr>
        <dsp:cNvPr id="0" name=""/>
        <dsp:cNvSpPr/>
      </dsp:nvSpPr>
      <dsp:spPr>
        <a:xfrm>
          <a:off x="5007965" y="2178988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Privacidade, segurança e transparência na manipulação de dados sensíveis.</a:t>
          </a:r>
          <a:endParaRPr lang="en-US" sz="1100" kern="1200"/>
        </a:p>
      </dsp:txBody>
      <dsp:txXfrm>
        <a:off x="5007965" y="2178988"/>
        <a:ext cx="1516716" cy="9100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B8EE6-5B3A-4575-B6D6-26C98C089123}">
      <dsp:nvSpPr>
        <dsp:cNvPr id="0" name=""/>
        <dsp:cNvSpPr/>
      </dsp:nvSpPr>
      <dsp:spPr>
        <a:xfrm>
          <a:off x="0" y="3803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dirty="0"/>
            <a:t>Compreender os fundamentos e conceitos essenciais do Big Data e suas tecnologias associadas.</a:t>
          </a:r>
          <a:endParaRPr lang="en-US" sz="1900" kern="1200" dirty="0"/>
        </a:p>
      </dsp:txBody>
      <dsp:txXfrm>
        <a:off x="36896" y="74928"/>
        <a:ext cx="7812908" cy="682028"/>
      </dsp:txXfrm>
    </dsp:sp>
    <dsp:sp modelId="{F2FCBBC9-C326-48DA-B408-A1696D5C985A}">
      <dsp:nvSpPr>
        <dsp:cNvPr id="0" name=""/>
        <dsp:cNvSpPr/>
      </dsp:nvSpPr>
      <dsp:spPr>
        <a:xfrm>
          <a:off x="0" y="84857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/>
            <a:t>Utilizar plataformas e ferramentas de Big Data para processamento e análise de dados em larga escala.</a:t>
          </a:r>
          <a:endParaRPr lang="en-US" sz="1900" kern="1200"/>
        </a:p>
      </dsp:txBody>
      <dsp:txXfrm>
        <a:off x="36896" y="885468"/>
        <a:ext cx="7812908" cy="682028"/>
      </dsp:txXfrm>
    </dsp:sp>
    <dsp:sp modelId="{F74AAAAE-D368-45A5-8AFF-76BCF8EAE47F}">
      <dsp:nvSpPr>
        <dsp:cNvPr id="0" name=""/>
        <dsp:cNvSpPr/>
      </dsp:nvSpPr>
      <dsp:spPr>
        <a:xfrm>
          <a:off x="0" y="165911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/>
            <a:t>Aplicar técnicas de aprendizado de máquina e análise preditiva em contextos de Big Data.</a:t>
          </a:r>
          <a:endParaRPr lang="en-US" sz="1900" kern="1200"/>
        </a:p>
      </dsp:txBody>
      <dsp:txXfrm>
        <a:off x="36896" y="1696008"/>
        <a:ext cx="7812908" cy="682028"/>
      </dsp:txXfrm>
    </dsp:sp>
    <dsp:sp modelId="{2BCE21AC-760F-4EF3-A62F-DF06A9D54841}">
      <dsp:nvSpPr>
        <dsp:cNvPr id="0" name=""/>
        <dsp:cNvSpPr/>
      </dsp:nvSpPr>
      <dsp:spPr>
        <a:xfrm>
          <a:off x="0" y="246965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/>
            <a:t>Gerenciar aspectos éticos e lega relacionados à coleta, uso e compartilhamento de dados em Big Data.</a:t>
          </a:r>
          <a:endParaRPr lang="en-US" sz="1900" kern="1200"/>
        </a:p>
      </dsp:txBody>
      <dsp:txXfrm>
        <a:off x="36896" y="2506548"/>
        <a:ext cx="7812908" cy="6820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5EE87-684E-436A-815E-36A9C7DA519B}">
      <dsp:nvSpPr>
        <dsp:cNvPr id="0" name=""/>
        <dsp:cNvSpPr/>
      </dsp:nvSpPr>
      <dsp:spPr>
        <a:xfrm>
          <a:off x="0" y="1393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E793E-EB9D-41B7-BF58-B936F7848444}">
      <dsp:nvSpPr>
        <dsp:cNvPr id="0" name=""/>
        <dsp:cNvSpPr/>
      </dsp:nvSpPr>
      <dsp:spPr>
        <a:xfrm>
          <a:off x="197140" y="148026"/>
          <a:ext cx="358436" cy="3584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73A7F-5960-4995-9214-1F1D3F3D057B}">
      <dsp:nvSpPr>
        <dsp:cNvPr id="0" name=""/>
        <dsp:cNvSpPr/>
      </dsp:nvSpPr>
      <dsp:spPr>
        <a:xfrm>
          <a:off x="752717" y="1393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Conhecimento:</a:t>
          </a:r>
          <a:endParaRPr lang="en-US" sz="1900" kern="1200"/>
        </a:p>
      </dsp:txBody>
      <dsp:txXfrm>
        <a:off x="752717" y="1393"/>
        <a:ext cx="3539788" cy="651703"/>
      </dsp:txXfrm>
    </dsp:sp>
    <dsp:sp modelId="{CE57F31E-A84C-4837-A511-BF0632F893D7}">
      <dsp:nvSpPr>
        <dsp:cNvPr id="0" name=""/>
        <dsp:cNvSpPr/>
      </dsp:nvSpPr>
      <dsp:spPr>
        <a:xfrm>
          <a:off x="4292505" y="1393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Aula expositiva dialogada, análise de estudos de caso, textos e artigos.</a:t>
          </a:r>
          <a:endParaRPr lang="en-US" sz="1100" kern="1200" dirty="0"/>
        </a:p>
      </dsp:txBody>
      <dsp:txXfrm>
        <a:off x="4292505" y="1393"/>
        <a:ext cx="3572954" cy="651703"/>
      </dsp:txXfrm>
    </dsp:sp>
    <dsp:sp modelId="{BC081EE3-CA6A-4725-B9CC-F91245E72ADC}">
      <dsp:nvSpPr>
        <dsp:cNvPr id="0" name=""/>
        <dsp:cNvSpPr/>
      </dsp:nvSpPr>
      <dsp:spPr>
        <a:xfrm>
          <a:off x="0" y="816022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00C0F-74F3-4870-8B2F-E7C00C9CE2F7}">
      <dsp:nvSpPr>
        <dsp:cNvPr id="0" name=""/>
        <dsp:cNvSpPr/>
      </dsp:nvSpPr>
      <dsp:spPr>
        <a:xfrm>
          <a:off x="197140" y="962656"/>
          <a:ext cx="358436" cy="3584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2E442-213F-4912-831A-95FAA6BC040D}">
      <dsp:nvSpPr>
        <dsp:cNvPr id="0" name=""/>
        <dsp:cNvSpPr/>
      </dsp:nvSpPr>
      <dsp:spPr>
        <a:xfrm>
          <a:off x="752717" y="816022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Habilidade:</a:t>
          </a:r>
          <a:endParaRPr lang="en-US" sz="1900" kern="1200"/>
        </a:p>
      </dsp:txBody>
      <dsp:txXfrm>
        <a:off x="752717" y="816022"/>
        <a:ext cx="3539788" cy="651703"/>
      </dsp:txXfrm>
    </dsp:sp>
    <dsp:sp modelId="{F06337C6-41CA-4C92-BBC9-78C7D9E2E0D2}">
      <dsp:nvSpPr>
        <dsp:cNvPr id="0" name=""/>
        <dsp:cNvSpPr/>
      </dsp:nvSpPr>
      <dsp:spPr>
        <a:xfrm>
          <a:off x="4292505" y="816022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Pesquisas individuais, seminários, construção de estudos de caso.</a:t>
          </a:r>
          <a:endParaRPr lang="en-US" sz="1100" kern="1200" dirty="0"/>
        </a:p>
      </dsp:txBody>
      <dsp:txXfrm>
        <a:off x="4292505" y="816022"/>
        <a:ext cx="3572954" cy="651703"/>
      </dsp:txXfrm>
    </dsp:sp>
    <dsp:sp modelId="{C5626DAB-E9ED-4C23-AFD9-D77B02FFEED0}">
      <dsp:nvSpPr>
        <dsp:cNvPr id="0" name=""/>
        <dsp:cNvSpPr/>
      </dsp:nvSpPr>
      <dsp:spPr>
        <a:xfrm>
          <a:off x="0" y="1630652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E41C3-0D22-4364-BCD4-A0B89AB1F9D2}">
      <dsp:nvSpPr>
        <dsp:cNvPr id="0" name=""/>
        <dsp:cNvSpPr/>
      </dsp:nvSpPr>
      <dsp:spPr>
        <a:xfrm>
          <a:off x="197140" y="1777285"/>
          <a:ext cx="358436" cy="3584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E7603-C478-4E99-B7EC-7F126684057B}">
      <dsp:nvSpPr>
        <dsp:cNvPr id="0" name=""/>
        <dsp:cNvSpPr/>
      </dsp:nvSpPr>
      <dsp:spPr>
        <a:xfrm>
          <a:off x="752717" y="1630652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Atitude:</a:t>
          </a:r>
          <a:endParaRPr lang="en-US" sz="1900" kern="1200"/>
        </a:p>
      </dsp:txBody>
      <dsp:txXfrm>
        <a:off x="752717" y="1630652"/>
        <a:ext cx="3539788" cy="651703"/>
      </dsp:txXfrm>
    </dsp:sp>
    <dsp:sp modelId="{06247584-5F01-44ED-B676-80328D78C7E0}">
      <dsp:nvSpPr>
        <dsp:cNvPr id="0" name=""/>
        <dsp:cNvSpPr/>
      </dsp:nvSpPr>
      <dsp:spPr>
        <a:xfrm>
          <a:off x="4292505" y="1630652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Atividades que estimulem a liderança, a comunicação e articulação de grupos;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Aplicação da Ética no cotidiano do curso; autoavaliação e avaliação de seus pares</a:t>
          </a:r>
          <a:endParaRPr lang="en-US" sz="1100" kern="1200" dirty="0"/>
        </a:p>
      </dsp:txBody>
      <dsp:txXfrm>
        <a:off x="4292505" y="1630652"/>
        <a:ext cx="3572954" cy="6517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CB376-9516-4DBE-890E-32AAB5F07D6C}">
      <dsp:nvSpPr>
        <dsp:cNvPr id="0" name=""/>
        <dsp:cNvSpPr/>
      </dsp:nvSpPr>
      <dsp:spPr>
        <a:xfrm>
          <a:off x="146116" y="288043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BE88A-D272-4A62-819A-DA30FD8D092D}">
      <dsp:nvSpPr>
        <dsp:cNvPr id="0" name=""/>
        <dsp:cNvSpPr/>
      </dsp:nvSpPr>
      <dsp:spPr>
        <a:xfrm>
          <a:off x="383358" y="525285"/>
          <a:ext cx="655237" cy="6552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26F1D-28A0-434B-99CD-FEB966AC54D6}">
      <dsp:nvSpPr>
        <dsp:cNvPr id="0" name=""/>
        <dsp:cNvSpPr/>
      </dsp:nvSpPr>
      <dsp:spPr>
        <a:xfrm>
          <a:off x="1517920" y="288043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C2 - Propor soluções e inovações tecnológicas no desenvolvimento de projetos, materiais, ferramentas, técnicas e soluções na área de dados;</a:t>
          </a:r>
          <a:endParaRPr lang="en-US" sz="1200" kern="1200"/>
        </a:p>
      </dsp:txBody>
      <dsp:txXfrm>
        <a:off x="1517920" y="288043"/>
        <a:ext cx="2662912" cy="1129720"/>
      </dsp:txXfrm>
    </dsp:sp>
    <dsp:sp modelId="{5BC8F59B-F38E-42DE-9611-05E05BEFC428}">
      <dsp:nvSpPr>
        <dsp:cNvPr id="0" name=""/>
        <dsp:cNvSpPr/>
      </dsp:nvSpPr>
      <dsp:spPr>
        <a:xfrm>
          <a:off x="4644825" y="288043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71C07-2E41-4BB5-9A55-231E010834B4}">
      <dsp:nvSpPr>
        <dsp:cNvPr id="0" name=""/>
        <dsp:cNvSpPr/>
      </dsp:nvSpPr>
      <dsp:spPr>
        <a:xfrm>
          <a:off x="4882067" y="525285"/>
          <a:ext cx="655237" cy="6552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97B8B-A92F-4F59-9B8D-40CE30076256}">
      <dsp:nvSpPr>
        <dsp:cNvPr id="0" name=""/>
        <dsp:cNvSpPr/>
      </dsp:nvSpPr>
      <dsp:spPr>
        <a:xfrm>
          <a:off x="6016629" y="288043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C10 - Compreender os fatos essenciais, os conceitos, os princípios e as teorias relacionadas ao ciclo de vida da descoberta do conhecimento e suas aplicações;</a:t>
          </a:r>
          <a:endParaRPr lang="en-US" sz="1200" kern="1200"/>
        </a:p>
      </dsp:txBody>
      <dsp:txXfrm>
        <a:off x="6016629" y="288043"/>
        <a:ext cx="2662912" cy="1129720"/>
      </dsp:txXfrm>
    </dsp:sp>
    <dsp:sp modelId="{455D31E3-0D9F-465A-A406-9059465B07B9}">
      <dsp:nvSpPr>
        <dsp:cNvPr id="0" name=""/>
        <dsp:cNvSpPr/>
      </dsp:nvSpPr>
      <dsp:spPr>
        <a:xfrm>
          <a:off x="146116" y="1998535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A3031-27F1-4205-98EF-6B4BD1F1A94D}">
      <dsp:nvSpPr>
        <dsp:cNvPr id="0" name=""/>
        <dsp:cNvSpPr/>
      </dsp:nvSpPr>
      <dsp:spPr>
        <a:xfrm>
          <a:off x="383358" y="2235776"/>
          <a:ext cx="655237" cy="6552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A46B0-72FB-41AF-A234-12C4568A9C6E}">
      <dsp:nvSpPr>
        <dsp:cNvPr id="0" name=""/>
        <dsp:cNvSpPr/>
      </dsp:nvSpPr>
      <dsp:spPr>
        <a:xfrm>
          <a:off x="1517920" y="1998535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C13 - Estar apto a construir um rico banco de dados com toda a informação demandada para a construção de um modelo baseado em algoritmos de aprendizagem de máquina (Machine Learning);</a:t>
          </a:r>
          <a:endParaRPr lang="en-US" sz="1200" kern="1200"/>
        </a:p>
      </dsp:txBody>
      <dsp:txXfrm>
        <a:off x="1517920" y="1998535"/>
        <a:ext cx="2662912" cy="1129720"/>
      </dsp:txXfrm>
    </dsp:sp>
    <dsp:sp modelId="{7A29AA02-8E0C-4205-8D1D-85B332834DB3}">
      <dsp:nvSpPr>
        <dsp:cNvPr id="0" name=""/>
        <dsp:cNvSpPr/>
      </dsp:nvSpPr>
      <dsp:spPr>
        <a:xfrm>
          <a:off x="4644825" y="1998535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C86A8-2399-43C5-9C20-3E43C5E89CED}">
      <dsp:nvSpPr>
        <dsp:cNvPr id="0" name=""/>
        <dsp:cNvSpPr/>
      </dsp:nvSpPr>
      <dsp:spPr>
        <a:xfrm>
          <a:off x="4882067" y="2235776"/>
          <a:ext cx="655237" cy="6552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BBC7C-4C8E-4816-B0BC-A336E1139005}">
      <dsp:nvSpPr>
        <dsp:cNvPr id="0" name=""/>
        <dsp:cNvSpPr/>
      </dsp:nvSpPr>
      <dsp:spPr>
        <a:xfrm>
          <a:off x="6016629" y="1998535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C14 - Integração de ferramentas computacionais no processo de tomada de decisão baseada em modelos de aprendizagem de máquina (Machine Learning).</a:t>
          </a:r>
          <a:endParaRPr lang="en-US" sz="1200" kern="1200"/>
        </a:p>
      </dsp:txBody>
      <dsp:txXfrm>
        <a:off x="6016629" y="1998535"/>
        <a:ext cx="2662912" cy="11297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1BD95-9DE5-49CA-9E09-D2651AB853B1}">
      <dsp:nvSpPr>
        <dsp:cNvPr id="0" name=""/>
        <dsp:cNvSpPr/>
      </dsp:nvSpPr>
      <dsp:spPr>
        <a:xfrm>
          <a:off x="376435" y="123526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55FC3-6589-48AA-91C3-110778AD434E}">
      <dsp:nvSpPr>
        <dsp:cNvPr id="0" name=""/>
        <dsp:cNvSpPr/>
      </dsp:nvSpPr>
      <dsp:spPr>
        <a:xfrm>
          <a:off x="610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3C39C-AFF5-4827-A1AF-66623915959A}">
      <dsp:nvSpPr>
        <dsp:cNvPr id="0" name=""/>
        <dsp:cNvSpPr/>
      </dsp:nvSpPr>
      <dsp:spPr>
        <a:xfrm>
          <a:off x="25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Configurar e administrar ambientes de Big Data utilizando tecnologias como Hadoop, Spark e sistemas de gerenciamento de bancos de dados NoSQL.</a:t>
          </a:r>
          <a:endParaRPr lang="en-US" sz="1100" kern="1200"/>
        </a:p>
      </dsp:txBody>
      <dsp:txXfrm>
        <a:off x="25435" y="1563527"/>
        <a:ext cx="1800000" cy="1080000"/>
      </dsp:txXfrm>
    </dsp:sp>
    <dsp:sp modelId="{38AB31CE-7E4C-4B85-BA98-F5766DC48E75}">
      <dsp:nvSpPr>
        <dsp:cNvPr id="0" name=""/>
        <dsp:cNvSpPr/>
      </dsp:nvSpPr>
      <dsp:spPr>
        <a:xfrm>
          <a:off x="2491435" y="123526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9063CB-9F34-49DF-B3E6-1B4C51F72A77}">
      <dsp:nvSpPr>
        <dsp:cNvPr id="0" name=""/>
        <dsp:cNvSpPr/>
      </dsp:nvSpPr>
      <dsp:spPr>
        <a:xfrm>
          <a:off x="2725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F81FC-5E56-4B4E-B513-2792DCB3C56A}">
      <dsp:nvSpPr>
        <dsp:cNvPr id="0" name=""/>
        <dsp:cNvSpPr/>
      </dsp:nvSpPr>
      <dsp:spPr>
        <a:xfrm>
          <a:off x="2140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Desenvolver pipelines de dados eficientes para processamento e análise de grandes volumes de dados.</a:t>
          </a:r>
          <a:endParaRPr lang="en-US" sz="1100" kern="1200"/>
        </a:p>
      </dsp:txBody>
      <dsp:txXfrm>
        <a:off x="2140435" y="1563527"/>
        <a:ext cx="1800000" cy="1080000"/>
      </dsp:txXfrm>
    </dsp:sp>
    <dsp:sp modelId="{7E8B03E6-CC8F-4D35-8464-B6DCD47EB951}">
      <dsp:nvSpPr>
        <dsp:cNvPr id="0" name=""/>
        <dsp:cNvSpPr/>
      </dsp:nvSpPr>
      <dsp:spPr>
        <a:xfrm>
          <a:off x="4606435" y="123526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0C0ED-F8CF-4464-A3D5-38B6666549C0}">
      <dsp:nvSpPr>
        <dsp:cNvPr id="0" name=""/>
        <dsp:cNvSpPr/>
      </dsp:nvSpPr>
      <dsp:spPr>
        <a:xfrm>
          <a:off x="4840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C5B5A-7E70-425D-B960-A497769302DA}">
      <dsp:nvSpPr>
        <dsp:cNvPr id="0" name=""/>
        <dsp:cNvSpPr/>
      </dsp:nvSpPr>
      <dsp:spPr>
        <a:xfrm>
          <a:off x="4255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Aplicar técnicas de machine learning e análise estatística em conjuntos de dados complexos.</a:t>
          </a:r>
          <a:endParaRPr lang="en-US" sz="1100" kern="1200"/>
        </a:p>
      </dsp:txBody>
      <dsp:txXfrm>
        <a:off x="4255435" y="1563527"/>
        <a:ext cx="1800000" cy="1080000"/>
      </dsp:txXfrm>
    </dsp:sp>
    <dsp:sp modelId="{89541EE5-B45F-48B0-A2BF-2594E45477B0}">
      <dsp:nvSpPr>
        <dsp:cNvPr id="0" name=""/>
        <dsp:cNvSpPr/>
      </dsp:nvSpPr>
      <dsp:spPr>
        <a:xfrm>
          <a:off x="6721435" y="123526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EA6C92-CFEA-441E-8072-5216664429F9}">
      <dsp:nvSpPr>
        <dsp:cNvPr id="0" name=""/>
        <dsp:cNvSpPr/>
      </dsp:nvSpPr>
      <dsp:spPr>
        <a:xfrm>
          <a:off x="6955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F06F9-7E9C-4E93-A874-BD7978DEAC9A}">
      <dsp:nvSpPr>
        <dsp:cNvPr id="0" name=""/>
        <dsp:cNvSpPr/>
      </dsp:nvSpPr>
      <dsp:spPr>
        <a:xfrm>
          <a:off x="6370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Avaliar e propor soluções éticas e seguras para desafios relacionados à privacidade e segurança em Big Data.</a:t>
          </a:r>
          <a:endParaRPr lang="en-US" sz="1100" kern="1200"/>
        </a:p>
      </dsp:txBody>
      <dsp:txXfrm>
        <a:off x="6370435" y="1563527"/>
        <a:ext cx="1800000" cy="108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7989C-4C75-415D-B608-3AA260E5CD94}">
      <dsp:nvSpPr>
        <dsp:cNvPr id="0" name=""/>
        <dsp:cNvSpPr/>
      </dsp:nvSpPr>
      <dsp:spPr>
        <a:xfrm>
          <a:off x="0" y="360207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Introdução ao Big Data</a:t>
          </a:r>
          <a:endParaRPr lang="en-US" sz="1100" kern="1200" dirty="0"/>
        </a:p>
      </dsp:txBody>
      <dsp:txXfrm>
        <a:off x="0" y="360207"/>
        <a:ext cx="2813359" cy="1688015"/>
      </dsp:txXfrm>
    </dsp:sp>
    <dsp:sp modelId="{7BC536EA-F728-43BA-87D1-B96C64813930}">
      <dsp:nvSpPr>
        <dsp:cNvPr id="0" name=""/>
        <dsp:cNvSpPr/>
      </dsp:nvSpPr>
      <dsp:spPr>
        <a:xfrm>
          <a:off x="3094695" y="360207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Tecnologias e Infraestrutura para Big Data</a:t>
          </a:r>
        </a:p>
      </dsp:txBody>
      <dsp:txXfrm>
        <a:off x="3094695" y="360207"/>
        <a:ext cx="2813359" cy="1688015"/>
      </dsp:txXfrm>
    </dsp:sp>
    <dsp:sp modelId="{3D64395E-1C55-4A4D-BD68-CF0FA65F5505}">
      <dsp:nvSpPr>
        <dsp:cNvPr id="0" name=""/>
        <dsp:cNvSpPr/>
      </dsp:nvSpPr>
      <dsp:spPr>
        <a:xfrm>
          <a:off x="6189391" y="360207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Processamento de Dados em Escala</a:t>
          </a:r>
        </a:p>
      </dsp:txBody>
      <dsp:txXfrm>
        <a:off x="6189391" y="360207"/>
        <a:ext cx="2813359" cy="1688015"/>
      </dsp:txXfrm>
    </dsp:sp>
    <dsp:sp modelId="{6CEB5033-5F6E-44EC-AD95-6F8804F82935}">
      <dsp:nvSpPr>
        <dsp:cNvPr id="0" name=""/>
        <dsp:cNvSpPr/>
      </dsp:nvSpPr>
      <dsp:spPr>
        <a:xfrm>
          <a:off x="0" y="2329558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Análise de Dados em Tempo Real</a:t>
          </a:r>
        </a:p>
      </dsp:txBody>
      <dsp:txXfrm>
        <a:off x="0" y="2329558"/>
        <a:ext cx="2813359" cy="1688015"/>
      </dsp:txXfrm>
    </dsp:sp>
    <dsp:sp modelId="{34DE67BC-DC71-49BD-9ED7-86F0A912ACCB}">
      <dsp:nvSpPr>
        <dsp:cNvPr id="0" name=""/>
        <dsp:cNvSpPr/>
      </dsp:nvSpPr>
      <dsp:spPr>
        <a:xfrm>
          <a:off x="3094695" y="2329558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Aprendizado de Máquina em Big Data</a:t>
          </a:r>
        </a:p>
      </dsp:txBody>
      <dsp:txXfrm>
        <a:off x="3094695" y="2329558"/>
        <a:ext cx="2813359" cy="1688015"/>
      </dsp:txXfrm>
    </dsp:sp>
    <dsp:sp modelId="{CA25937D-D0DA-48FF-AD7C-E52EDEF65999}">
      <dsp:nvSpPr>
        <dsp:cNvPr id="0" name=""/>
        <dsp:cNvSpPr/>
      </dsp:nvSpPr>
      <dsp:spPr>
        <a:xfrm>
          <a:off x="6189391" y="2329558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Ética e Privacidade em Big Data</a:t>
          </a:r>
        </a:p>
      </dsp:txBody>
      <dsp:txXfrm>
        <a:off x="6189391" y="2329558"/>
        <a:ext cx="2813359" cy="16880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BE828-1D2D-44C4-B0A4-B232B578644C}">
      <dsp:nvSpPr>
        <dsp:cNvPr id="0" name=""/>
        <dsp:cNvSpPr/>
      </dsp:nvSpPr>
      <dsp:spPr>
        <a:xfrm>
          <a:off x="0" y="417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3E565-3701-4B93-9CD8-5E0D351295BF}">
      <dsp:nvSpPr>
        <dsp:cNvPr id="0" name=""/>
        <dsp:cNvSpPr/>
      </dsp:nvSpPr>
      <dsp:spPr>
        <a:xfrm>
          <a:off x="173762" y="129662"/>
          <a:ext cx="315932" cy="3159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CB6E1-37B6-457D-82BE-52CBBD116C70}">
      <dsp:nvSpPr>
        <dsp:cNvPr id="0" name=""/>
        <dsp:cNvSpPr/>
      </dsp:nvSpPr>
      <dsp:spPr>
        <a:xfrm>
          <a:off x="663458" y="417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 dirty="0"/>
            <a:t>Computadores ou dispositivos móveis com conexão com a Internet.</a:t>
          </a:r>
          <a:endParaRPr lang="en-US" sz="1200" kern="1200" dirty="0"/>
        </a:p>
      </dsp:txBody>
      <dsp:txXfrm>
        <a:off x="663458" y="417"/>
        <a:ext cx="4708963" cy="574422"/>
      </dsp:txXfrm>
    </dsp:sp>
    <dsp:sp modelId="{D90FDEFD-FBC6-42AC-ABC5-A04C626E1E4A}">
      <dsp:nvSpPr>
        <dsp:cNvPr id="0" name=""/>
        <dsp:cNvSpPr/>
      </dsp:nvSpPr>
      <dsp:spPr>
        <a:xfrm>
          <a:off x="0" y="718445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B4D1F-9FC5-43A9-8585-CA731D025BCA}">
      <dsp:nvSpPr>
        <dsp:cNvPr id="0" name=""/>
        <dsp:cNvSpPr/>
      </dsp:nvSpPr>
      <dsp:spPr>
        <a:xfrm>
          <a:off x="173762" y="847690"/>
          <a:ext cx="315932" cy="3159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A413C-CD31-4DBA-AF30-436BEA4F0B16}">
      <dsp:nvSpPr>
        <dsp:cNvPr id="0" name=""/>
        <dsp:cNvSpPr/>
      </dsp:nvSpPr>
      <dsp:spPr>
        <a:xfrm>
          <a:off x="663458" y="718445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Quadro branco em sala de aula convencional ou laboratório.</a:t>
          </a:r>
          <a:endParaRPr lang="en-US" sz="1200" kern="1200"/>
        </a:p>
      </dsp:txBody>
      <dsp:txXfrm>
        <a:off x="663458" y="718445"/>
        <a:ext cx="4708963" cy="574422"/>
      </dsp:txXfrm>
    </dsp:sp>
    <dsp:sp modelId="{E3348C30-67E4-4AFB-82C6-50E12912AE79}">
      <dsp:nvSpPr>
        <dsp:cNvPr id="0" name=""/>
        <dsp:cNvSpPr/>
      </dsp:nvSpPr>
      <dsp:spPr>
        <a:xfrm>
          <a:off x="0" y="1436474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59C0C-341E-4405-81B7-774A86E838C6}">
      <dsp:nvSpPr>
        <dsp:cNvPr id="0" name=""/>
        <dsp:cNvSpPr/>
      </dsp:nvSpPr>
      <dsp:spPr>
        <a:xfrm>
          <a:off x="173762" y="1565719"/>
          <a:ext cx="315932" cy="3159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72721-BB15-4E63-ACE8-834A4D87CF80}">
      <dsp:nvSpPr>
        <dsp:cNvPr id="0" name=""/>
        <dsp:cNvSpPr/>
      </dsp:nvSpPr>
      <dsp:spPr>
        <a:xfrm>
          <a:off x="663458" y="1436474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Recursos audiovisuais (projetor multimídia, tela, equipamento de áudio, vídeos)</a:t>
          </a:r>
          <a:endParaRPr lang="en-US" sz="1200" kern="1200"/>
        </a:p>
      </dsp:txBody>
      <dsp:txXfrm>
        <a:off x="663458" y="1436474"/>
        <a:ext cx="4708963" cy="574422"/>
      </dsp:txXfrm>
    </dsp:sp>
    <dsp:sp modelId="{C6FB527D-3C50-4012-A84B-62C2412447F6}">
      <dsp:nvSpPr>
        <dsp:cNvPr id="0" name=""/>
        <dsp:cNvSpPr/>
      </dsp:nvSpPr>
      <dsp:spPr>
        <a:xfrm>
          <a:off x="0" y="2154502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42C8D-4547-46B3-BA86-C7E07E495E45}">
      <dsp:nvSpPr>
        <dsp:cNvPr id="0" name=""/>
        <dsp:cNvSpPr/>
      </dsp:nvSpPr>
      <dsp:spPr>
        <a:xfrm>
          <a:off x="173762" y="2283747"/>
          <a:ext cx="315932" cy="3159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82CC9-795B-46A3-8B65-D3BEC1BFDA1B}">
      <dsp:nvSpPr>
        <dsp:cNvPr id="0" name=""/>
        <dsp:cNvSpPr/>
      </dsp:nvSpPr>
      <dsp:spPr>
        <a:xfrm>
          <a:off x="663458" y="2154502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Ambiente do SGI, notadamente para aspectos administrativos da disciplina (frequência, menções, comunicados).</a:t>
          </a:r>
          <a:endParaRPr lang="en-US" sz="1200" kern="1200"/>
        </a:p>
      </dsp:txBody>
      <dsp:txXfrm>
        <a:off x="663458" y="2154502"/>
        <a:ext cx="4708963" cy="574422"/>
      </dsp:txXfrm>
    </dsp:sp>
    <dsp:sp modelId="{0427A985-A16E-4492-8BB7-53AD3BB6D43C}">
      <dsp:nvSpPr>
        <dsp:cNvPr id="0" name=""/>
        <dsp:cNvSpPr/>
      </dsp:nvSpPr>
      <dsp:spPr>
        <a:xfrm>
          <a:off x="0" y="2872531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10F25-7C77-4D32-8397-348AC6CCA13B}">
      <dsp:nvSpPr>
        <dsp:cNvPr id="0" name=""/>
        <dsp:cNvSpPr/>
      </dsp:nvSpPr>
      <dsp:spPr>
        <a:xfrm>
          <a:off x="173762" y="3001776"/>
          <a:ext cx="315932" cy="31593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F38B7-7287-470A-B57D-C644D6878497}">
      <dsp:nvSpPr>
        <dsp:cNvPr id="0" name=""/>
        <dsp:cNvSpPr/>
      </dsp:nvSpPr>
      <dsp:spPr>
        <a:xfrm>
          <a:off x="663458" y="2872531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Ambiente Moodle (Sala Online) será utilizado como apoio às atividades pedagógicas, incluindo conteúdo, atividades e avisos.</a:t>
          </a:r>
          <a:endParaRPr lang="en-US" sz="1200" kern="1200"/>
        </a:p>
      </dsp:txBody>
      <dsp:txXfrm>
        <a:off x="663458" y="2872531"/>
        <a:ext cx="4708963" cy="574422"/>
      </dsp:txXfrm>
    </dsp:sp>
    <dsp:sp modelId="{F07DFD8B-DF01-4905-A6BB-87D4DF46F977}">
      <dsp:nvSpPr>
        <dsp:cNvPr id="0" name=""/>
        <dsp:cNvSpPr/>
      </dsp:nvSpPr>
      <dsp:spPr>
        <a:xfrm>
          <a:off x="0" y="3590559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6F6F3-4A31-433B-AC1D-0B8652EE3DB9}">
      <dsp:nvSpPr>
        <dsp:cNvPr id="0" name=""/>
        <dsp:cNvSpPr/>
      </dsp:nvSpPr>
      <dsp:spPr>
        <a:xfrm>
          <a:off x="173762" y="3719804"/>
          <a:ext cx="315932" cy="31593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2F73A-A459-4A3D-8384-EB16E36C22DA}">
      <dsp:nvSpPr>
        <dsp:cNvPr id="0" name=""/>
        <dsp:cNvSpPr/>
      </dsp:nvSpPr>
      <dsp:spPr>
        <a:xfrm>
          <a:off x="663458" y="3590559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Livros e artigos relativos à disciplina.</a:t>
          </a:r>
          <a:endParaRPr lang="en-US" sz="1200" kern="1200"/>
        </a:p>
      </dsp:txBody>
      <dsp:txXfrm>
        <a:off x="663458" y="3590559"/>
        <a:ext cx="4708963" cy="574422"/>
      </dsp:txXfrm>
    </dsp:sp>
    <dsp:sp modelId="{1FFCAD5C-3D44-440C-ACAA-9347161A5508}">
      <dsp:nvSpPr>
        <dsp:cNvPr id="0" name=""/>
        <dsp:cNvSpPr/>
      </dsp:nvSpPr>
      <dsp:spPr>
        <a:xfrm>
          <a:off x="0" y="4308587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8A4A5-74F3-49E8-9282-04206E2E5C70}">
      <dsp:nvSpPr>
        <dsp:cNvPr id="0" name=""/>
        <dsp:cNvSpPr/>
      </dsp:nvSpPr>
      <dsp:spPr>
        <a:xfrm>
          <a:off x="173762" y="4437833"/>
          <a:ext cx="315932" cy="31593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32418-C9BC-4FDB-8D2B-A1583F28BBA4}">
      <dsp:nvSpPr>
        <dsp:cNvPr id="0" name=""/>
        <dsp:cNvSpPr/>
      </dsp:nvSpPr>
      <dsp:spPr>
        <a:xfrm>
          <a:off x="663458" y="4308587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Outros softwares online ou ferramentas gratuitas poderão ser empregados em proveito do processo de ensino e aprendizagem. </a:t>
          </a:r>
          <a:endParaRPr lang="en-US" sz="1200" kern="1200"/>
        </a:p>
      </dsp:txBody>
      <dsp:txXfrm>
        <a:off x="663458" y="4308587"/>
        <a:ext cx="4708963" cy="57442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96554-9D40-4C90-826F-7345399A8895}">
      <dsp:nvSpPr>
        <dsp:cNvPr id="0" name=""/>
        <dsp:cNvSpPr/>
      </dsp:nvSpPr>
      <dsp:spPr>
        <a:xfrm>
          <a:off x="0" y="0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Baseado no Regimento Geral do CEUB, Título IV, Capítulo I, Subseção V, a apuração do rendimento escolar será feita abrangendo os aspectos de assiduidade e aproveitamento, eliminatórios por si mesmos.</a:t>
          </a:r>
          <a:endParaRPr lang="en-US" sz="1000" kern="1200"/>
        </a:p>
      </dsp:txBody>
      <dsp:txXfrm>
        <a:off x="16578" y="16578"/>
        <a:ext cx="5633807" cy="532872"/>
      </dsp:txXfrm>
    </dsp:sp>
    <dsp:sp modelId="{A4DA07B0-3941-40B1-8092-9567E76853AD}">
      <dsp:nvSpPr>
        <dsp:cNvPr id="0" name=""/>
        <dsp:cNvSpPr/>
      </dsp:nvSpPr>
      <dsp:spPr>
        <a:xfrm>
          <a:off x="471262" y="644643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2753"/>
            <a:satOff val="-9438"/>
            <a:lumOff val="85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A assiduidade será verificada pela frequência às aulas e às atividades da disciplina. </a:t>
          </a:r>
          <a:endParaRPr lang="en-US" sz="1000" kern="1200"/>
        </a:p>
      </dsp:txBody>
      <dsp:txXfrm>
        <a:off x="487840" y="661221"/>
        <a:ext cx="5438483" cy="532872"/>
      </dsp:txXfrm>
    </dsp:sp>
    <dsp:sp modelId="{F3AA50EB-93EC-41D3-92A5-3CDAD605777F}">
      <dsp:nvSpPr>
        <dsp:cNvPr id="0" name=""/>
        <dsp:cNvSpPr/>
      </dsp:nvSpPr>
      <dsp:spPr>
        <a:xfrm>
          <a:off x="942525" y="1289287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5506"/>
            <a:satOff val="-18875"/>
            <a:lumOff val="170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O aproveitamento será aferido mediante a exigência da assimilação progressiva dos conhecimentos ministrados, avaliado em provas e em outras tarefas ministradas ao longo do período letivo.</a:t>
          </a:r>
          <a:endParaRPr lang="en-US" sz="1000" kern="1200" dirty="0"/>
        </a:p>
      </dsp:txBody>
      <dsp:txXfrm>
        <a:off x="959103" y="1305865"/>
        <a:ext cx="5438483" cy="532872"/>
      </dsp:txXfrm>
    </dsp:sp>
    <dsp:sp modelId="{B754D3FA-91C7-4695-B81D-345EF437EF7F}">
      <dsp:nvSpPr>
        <dsp:cNvPr id="0" name=""/>
        <dsp:cNvSpPr/>
      </dsp:nvSpPr>
      <dsp:spPr>
        <a:xfrm>
          <a:off x="1413787" y="1933931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8259"/>
            <a:satOff val="-28313"/>
            <a:lumOff val="255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O </a:t>
          </a:r>
          <a:r>
            <a:rPr lang="pt-BR" sz="1000" kern="1200" dirty="0"/>
            <a:t>aproveitamento nos estudos será traduzido pelas seguintes menções: SS (Superior); MS (Médio Superior); MM (Médio); MI (Médio Inferior); II (Inferior); SR (Sem Rendimento) e RF (Reprovado por Falta).</a:t>
          </a:r>
          <a:endParaRPr lang="en-US" sz="1000" kern="1200" dirty="0"/>
        </a:p>
      </dsp:txBody>
      <dsp:txXfrm>
        <a:off x="1430365" y="1950509"/>
        <a:ext cx="5438483" cy="532872"/>
      </dsp:txXfrm>
    </dsp:sp>
    <dsp:sp modelId="{4F9122E9-50A0-4496-892C-9593020D3D92}">
      <dsp:nvSpPr>
        <dsp:cNvPr id="0" name=""/>
        <dsp:cNvSpPr/>
      </dsp:nvSpPr>
      <dsp:spPr>
        <a:xfrm>
          <a:off x="1885050" y="2578575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1011"/>
            <a:satOff val="-37751"/>
            <a:lumOff val="340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A menção final (MF) representará o julgamento global do aproveitamento INDIVIDUAL nos estudos dentro de suas respectivas proporções de equivalência.</a:t>
          </a:r>
          <a:endParaRPr lang="en-US" sz="1000" kern="1200"/>
        </a:p>
      </dsp:txBody>
      <dsp:txXfrm>
        <a:off x="1901628" y="2595153"/>
        <a:ext cx="5438483" cy="532872"/>
      </dsp:txXfrm>
    </dsp:sp>
    <dsp:sp modelId="{3C23C661-2FAD-4AD9-BC54-B0469EA85725}">
      <dsp:nvSpPr>
        <dsp:cNvPr id="0" name=""/>
        <dsp:cNvSpPr/>
      </dsp:nvSpPr>
      <dsp:spPr>
        <a:xfrm>
          <a:off x="5942902" y="413515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025684" y="413515"/>
        <a:ext cx="202354" cy="276858"/>
      </dsp:txXfrm>
    </dsp:sp>
    <dsp:sp modelId="{9520941A-44C6-4468-A54E-6F3BF87B55AE}">
      <dsp:nvSpPr>
        <dsp:cNvPr id="0" name=""/>
        <dsp:cNvSpPr/>
      </dsp:nvSpPr>
      <dsp:spPr>
        <a:xfrm>
          <a:off x="6414164" y="1058159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496946" y="1058159"/>
        <a:ext cx="202354" cy="276858"/>
      </dsp:txXfrm>
    </dsp:sp>
    <dsp:sp modelId="{BB05CB52-03EE-4A28-AF18-60F4EA7D78FB}">
      <dsp:nvSpPr>
        <dsp:cNvPr id="0" name=""/>
        <dsp:cNvSpPr/>
      </dsp:nvSpPr>
      <dsp:spPr>
        <a:xfrm>
          <a:off x="6885427" y="1693369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968209" y="1693369"/>
        <a:ext cx="202354" cy="276858"/>
      </dsp:txXfrm>
    </dsp:sp>
    <dsp:sp modelId="{229B61A7-082F-4969-A0B2-62C02D20B095}">
      <dsp:nvSpPr>
        <dsp:cNvPr id="0" name=""/>
        <dsp:cNvSpPr/>
      </dsp:nvSpPr>
      <dsp:spPr>
        <a:xfrm>
          <a:off x="7356689" y="2344302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/>
        </a:p>
      </dsp:txBody>
      <dsp:txXfrm>
        <a:off x="7439471" y="2344302"/>
        <a:ext cx="202354" cy="2768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FACDE-B77D-4ADB-85FA-198DD14BB2B5}">
      <dsp:nvSpPr>
        <dsp:cNvPr id="0" name=""/>
        <dsp:cNvSpPr/>
      </dsp:nvSpPr>
      <dsp:spPr>
        <a:xfrm>
          <a:off x="2561" y="155147"/>
          <a:ext cx="2497179" cy="316800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Menção Parcial 01:</a:t>
          </a:r>
          <a:endParaRPr lang="en-US" sz="1100" kern="1200"/>
        </a:p>
      </dsp:txBody>
      <dsp:txXfrm>
        <a:off x="2561" y="155147"/>
        <a:ext cx="2497179" cy="316800"/>
      </dsp:txXfrm>
    </dsp:sp>
    <dsp:sp modelId="{39A834DD-F52C-49B0-8161-4C7BEC69B2BD}">
      <dsp:nvSpPr>
        <dsp:cNvPr id="0" name=""/>
        <dsp:cNvSpPr/>
      </dsp:nvSpPr>
      <dsp:spPr>
        <a:xfrm>
          <a:off x="2561" y="471947"/>
          <a:ext cx="2497179" cy="251750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1ª Avaliação Presencial.Será composta com o conteúdo trabalhado no primeiro bimestre de aulas, ministrada de forma individual e sem consulta.A aplicação ocorrerá em dia a ser informado no Plano de Aula, com publicação no Espaço Aluno e no AVA da disciplina.</a:t>
          </a:r>
          <a:endParaRPr lang="en-US" sz="1100" kern="1200"/>
        </a:p>
      </dsp:txBody>
      <dsp:txXfrm>
        <a:off x="2561" y="471947"/>
        <a:ext cx="2497179" cy="2517508"/>
      </dsp:txXfrm>
    </dsp:sp>
    <dsp:sp modelId="{02E27D1C-166F-43EA-9A6C-1EE18E916A40}">
      <dsp:nvSpPr>
        <dsp:cNvPr id="0" name=""/>
        <dsp:cNvSpPr/>
      </dsp:nvSpPr>
      <dsp:spPr>
        <a:xfrm>
          <a:off x="2849345" y="155147"/>
          <a:ext cx="2497179" cy="316800"/>
        </a:xfrm>
        <a:prstGeom prst="rect">
          <a:avLst/>
        </a:prstGeom>
        <a:solidFill>
          <a:schemeClr val="accent2">
            <a:shade val="80000"/>
            <a:hueOff val="-141046"/>
            <a:satOff val="2194"/>
            <a:lumOff val="11710"/>
            <a:alphaOff val="0"/>
          </a:schemeClr>
        </a:solidFill>
        <a:ln w="19050" cap="flat" cmpd="sng" algn="ctr">
          <a:solidFill>
            <a:schemeClr val="accent2">
              <a:shade val="80000"/>
              <a:hueOff val="-141046"/>
              <a:satOff val="2194"/>
              <a:lumOff val="117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Menção Parcial 02:</a:t>
          </a:r>
          <a:endParaRPr lang="en-US" sz="1100" kern="1200"/>
        </a:p>
      </dsp:txBody>
      <dsp:txXfrm>
        <a:off x="2849345" y="155147"/>
        <a:ext cx="2497179" cy="316800"/>
      </dsp:txXfrm>
    </dsp:sp>
    <dsp:sp modelId="{49FAE2A6-49D2-4426-802B-2325F85F7D65}">
      <dsp:nvSpPr>
        <dsp:cNvPr id="0" name=""/>
        <dsp:cNvSpPr/>
      </dsp:nvSpPr>
      <dsp:spPr>
        <a:xfrm>
          <a:off x="2849345" y="471947"/>
          <a:ext cx="2497179" cy="251750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Avaliação Geral dos trabalhos e atividades do 1º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A avaliação ocorrerá durante o primeiro bimestre com a publicação do resultado até o final do semestre letivo.</a:t>
          </a:r>
          <a:endParaRPr lang="en-US" sz="1100" kern="1200"/>
        </a:p>
      </dsp:txBody>
      <dsp:txXfrm>
        <a:off x="2849345" y="471947"/>
        <a:ext cx="2497179" cy="2517508"/>
      </dsp:txXfrm>
    </dsp:sp>
    <dsp:sp modelId="{9091D9F8-6A9D-4B10-81A1-52E18C5C75A8}">
      <dsp:nvSpPr>
        <dsp:cNvPr id="0" name=""/>
        <dsp:cNvSpPr/>
      </dsp:nvSpPr>
      <dsp:spPr>
        <a:xfrm>
          <a:off x="5696130" y="155147"/>
          <a:ext cx="2497179" cy="316800"/>
        </a:xfrm>
        <a:prstGeom prst="rect">
          <a:avLst/>
        </a:prstGeom>
        <a:solidFill>
          <a:schemeClr val="accent2">
            <a:shade val="80000"/>
            <a:hueOff val="-282092"/>
            <a:satOff val="4387"/>
            <a:lumOff val="23420"/>
            <a:alphaOff val="0"/>
          </a:schemeClr>
        </a:solidFill>
        <a:ln w="19050" cap="flat" cmpd="sng" algn="ctr">
          <a:solidFill>
            <a:schemeClr val="accent2">
              <a:shade val="80000"/>
              <a:hueOff val="-282092"/>
              <a:satOff val="4387"/>
              <a:lumOff val="234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Menção Parcial 03:</a:t>
          </a:r>
          <a:endParaRPr lang="en-US" sz="1100" kern="1200" dirty="0"/>
        </a:p>
      </dsp:txBody>
      <dsp:txXfrm>
        <a:off x="5696130" y="155147"/>
        <a:ext cx="2497179" cy="316800"/>
      </dsp:txXfrm>
    </dsp:sp>
    <dsp:sp modelId="{C8AB50F8-3385-4519-A709-933B23D6DF83}">
      <dsp:nvSpPr>
        <dsp:cNvPr id="0" name=""/>
        <dsp:cNvSpPr/>
      </dsp:nvSpPr>
      <dsp:spPr>
        <a:xfrm>
          <a:off x="5696130" y="471947"/>
          <a:ext cx="2497179" cy="251750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 dirty="0"/>
            <a:t>Avaliação Geral dos trabalhos e atividades do 2º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 dirty="0"/>
            <a:t>A avaliação ocorrerá durante o segundo bimestre com a publicação do resultado até o final do semestre letivo.</a:t>
          </a:r>
          <a:endParaRPr lang="en-US" sz="1100" kern="1200" dirty="0"/>
        </a:p>
      </dsp:txBody>
      <dsp:txXfrm>
        <a:off x="5696130" y="471947"/>
        <a:ext cx="2497179" cy="251750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5B588-F469-4499-8B7A-4DC5492CB7A2}">
      <dsp:nvSpPr>
        <dsp:cNvPr id="0" name=""/>
        <dsp:cNvSpPr/>
      </dsp:nvSpPr>
      <dsp:spPr>
        <a:xfrm>
          <a:off x="18535" y="1032239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F8424-11CA-4937-8259-FA229161F81F}">
      <dsp:nvSpPr>
        <dsp:cNvPr id="0" name=""/>
        <dsp:cNvSpPr/>
      </dsp:nvSpPr>
      <dsp:spPr>
        <a:xfrm>
          <a:off x="245361" y="125906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7E136-D830-4EB5-BCD2-83DDC601452C}">
      <dsp:nvSpPr>
        <dsp:cNvPr id="0" name=""/>
        <dsp:cNvSpPr/>
      </dsp:nvSpPr>
      <dsp:spPr>
        <a:xfrm>
          <a:off x="1330115" y="103223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Como descrito no parágrafo 3°do artigo 50 do regimento interno do CEUB, a menção final é um conceito, não representa a média das menções parciais, devendo, antes, significar um julgamento final e global do aproveitamento nos estudos. Sendo assim, a menção final levará também em consideração o desempenho do aluno ao longo do semestre letivo, por meio da análise dos seguintes aspectos: conhecimento, dedicação, pontualidade, assiduidade e participação.</a:t>
          </a:r>
          <a:endParaRPr lang="en-US" sz="1100" kern="1200"/>
        </a:p>
      </dsp:txBody>
      <dsp:txXfrm>
        <a:off x="1330115" y="1032239"/>
        <a:ext cx="2546008" cy="1080124"/>
      </dsp:txXfrm>
    </dsp:sp>
    <dsp:sp modelId="{40371F49-4261-4972-8CF2-7E5803D58CCB}">
      <dsp:nvSpPr>
        <dsp:cNvPr id="0" name=""/>
        <dsp:cNvSpPr/>
      </dsp:nvSpPr>
      <dsp:spPr>
        <a:xfrm>
          <a:off x="4319746" y="1032239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89E5C-CEEC-4F6C-8805-AE3AEF4910B1}">
      <dsp:nvSpPr>
        <dsp:cNvPr id="0" name=""/>
        <dsp:cNvSpPr/>
      </dsp:nvSpPr>
      <dsp:spPr>
        <a:xfrm>
          <a:off x="4546573" y="125906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D1255-20C3-4BFD-B906-42FEC3B7E7EE}">
      <dsp:nvSpPr>
        <dsp:cNvPr id="0" name=""/>
        <dsp:cNvSpPr/>
      </dsp:nvSpPr>
      <dsp:spPr>
        <a:xfrm>
          <a:off x="5631327" y="103223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Além da avaliação pela menção, para ser aprovado na disciplina o aluno que obtiver frequência igual ou superior a 75% do total de aulas ou atividades realizadas. </a:t>
          </a:r>
          <a:endParaRPr lang="en-US" sz="1100" kern="1200"/>
        </a:p>
      </dsp:txBody>
      <dsp:txXfrm>
        <a:off x="5631327" y="1032239"/>
        <a:ext cx="2546008" cy="108012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3E913-60CE-4329-A56A-E080B85FFFFB}">
      <dsp:nvSpPr>
        <dsp:cNvPr id="0" name=""/>
        <dsp:cNvSpPr/>
      </dsp:nvSpPr>
      <dsp:spPr>
        <a:xfrm>
          <a:off x="0" y="479096"/>
          <a:ext cx="8913542" cy="1071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790" tIns="208280" rIns="69179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PADILHA, Juliana; SOARES, Juliane. </a:t>
          </a:r>
          <a:r>
            <a:rPr lang="pt-BR" sz="1000" kern="1200" dirty="0" err="1"/>
            <a:t>Analytics</a:t>
          </a:r>
          <a:r>
            <a:rPr lang="pt-BR" sz="1000" kern="1200" dirty="0"/>
            <a:t> para big data. Porto Alegre: Grupo A, 2022. MINHA BIBLIOTECA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PEREIRA, Mariana; BERLINCK, Fabiano. Framework de Big Data. Porto Alegre: Grupo A, 2020.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SANTOS, Roger; BORDIN, Maycon. Fundamentos de Big Data. Porto Alegre: Grupo A, 2021.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AGRIZZI, R. Introdução ao Big Data. REVISTA DE TRABALHOS ACADÊMICOS – UNIVERSO BELO HORIZONTE, v. 2, n. 3, 2018. Disponível em: http://revista.universo.edu.br/index.php?journal=3universobelohorizonte3&amp;page=article&amp;op=view&amp;path%5B%5D=7294</a:t>
          </a:r>
        </a:p>
      </dsp:txBody>
      <dsp:txXfrm>
        <a:off x="0" y="479096"/>
        <a:ext cx="8913542" cy="1071000"/>
      </dsp:txXfrm>
    </dsp:sp>
    <dsp:sp modelId="{30C84674-8782-4053-A0FE-3FA9D9E9CA80}">
      <dsp:nvSpPr>
        <dsp:cNvPr id="0" name=""/>
        <dsp:cNvSpPr/>
      </dsp:nvSpPr>
      <dsp:spPr>
        <a:xfrm>
          <a:off x="445677" y="331496"/>
          <a:ext cx="6239479" cy="29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37" tIns="0" rIns="235837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Básica</a:t>
          </a:r>
          <a:endParaRPr lang="en-US" sz="1000" kern="1200"/>
        </a:p>
      </dsp:txBody>
      <dsp:txXfrm>
        <a:off x="460087" y="345906"/>
        <a:ext cx="6210659" cy="266380"/>
      </dsp:txXfrm>
    </dsp:sp>
    <dsp:sp modelId="{F19856E2-0B45-4814-8E2A-2FE76D02A899}">
      <dsp:nvSpPr>
        <dsp:cNvPr id="0" name=""/>
        <dsp:cNvSpPr/>
      </dsp:nvSpPr>
      <dsp:spPr>
        <a:xfrm>
          <a:off x="0" y="1751696"/>
          <a:ext cx="8913542" cy="2079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790" tIns="208280" rIns="69179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ARAÚJO, </a:t>
          </a:r>
          <a:r>
            <a:rPr lang="pt-BR" sz="1000" kern="1200" dirty="0" err="1"/>
            <a:t>Roberson</a:t>
          </a:r>
          <a:r>
            <a:rPr lang="pt-BR" sz="1000" kern="1200" dirty="0"/>
            <a:t> Cesar Alves de. </a:t>
          </a:r>
          <a:r>
            <a:rPr lang="pt-BR" sz="1000" kern="1200" dirty="0" err="1"/>
            <a:t>Urban</a:t>
          </a:r>
          <a:r>
            <a:rPr lang="pt-BR" sz="1000" kern="1200" dirty="0"/>
            <a:t> data </a:t>
          </a:r>
          <a:r>
            <a:rPr lang="pt-BR" sz="1000" kern="1200" dirty="0" err="1"/>
            <a:t>analytics</a:t>
          </a:r>
          <a:r>
            <a:rPr lang="pt-BR" sz="1000" kern="1200" dirty="0"/>
            <a:t>, </a:t>
          </a:r>
          <a:r>
            <a:rPr lang="pt-BR" sz="1000" kern="1200" dirty="0" err="1"/>
            <a:t>urban</a:t>
          </a:r>
          <a:r>
            <a:rPr lang="pt-BR" sz="1000" kern="1200" dirty="0"/>
            <a:t> big data e IOT. 1. ed. Curitiba: </a:t>
          </a:r>
          <a:r>
            <a:rPr lang="pt-BR" sz="1000" kern="1200" dirty="0" err="1"/>
            <a:t>Contentus</a:t>
          </a:r>
          <a:r>
            <a:rPr lang="pt-BR" sz="1000" kern="1200" dirty="0"/>
            <a:t>, 2020. PEARSON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BASSO, Douglas Eduardo. Big data. Curitiba: Contentus, 2020. PEARSON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BISHOP, Christopher. Pattern recognition and machine learning. Cambridge: Springer. 2007. Disponível em: https://www.microsoft.com/en-us/research/uploads/prod/2006/01/Bishop-Pattern-Recognition-and-Machine-Learning-2006.pdf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GOMES, Elisabeth ; BRAGA, Fabiane. Inteligência Competitiva Tempos Big Data. Rio de Janeiro: Alta Books. 2017.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LACERDA, Paulo S; ARAÚJO, Mariana. Programação em Big Data com R. Porto Alegre: Grupo A, 2021.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TAURION, Cezar. Big data. 1. ed. Rio de Janeiro: Brasport, 2013. PEARSON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UA1 - Arquiteturas de computadores - 44720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UA2 - Ferramentas utilizadas em ciência de dados e Big Data - 31614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UA3 - Ciência de dados e Big Data - 19897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UA4 - Papéis dos envolvidos em projetos de Big Data e ciência dos dados - 31616</a:t>
          </a:r>
        </a:p>
      </dsp:txBody>
      <dsp:txXfrm>
        <a:off x="0" y="1751696"/>
        <a:ext cx="8913542" cy="2079000"/>
      </dsp:txXfrm>
    </dsp:sp>
    <dsp:sp modelId="{651EAF6A-BD44-4106-B67A-BD27DF6A5F08}">
      <dsp:nvSpPr>
        <dsp:cNvPr id="0" name=""/>
        <dsp:cNvSpPr/>
      </dsp:nvSpPr>
      <dsp:spPr>
        <a:xfrm>
          <a:off x="445677" y="1604096"/>
          <a:ext cx="6239479" cy="29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37" tIns="0" rIns="235837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Complementar </a:t>
          </a:r>
          <a:endParaRPr lang="en-US" sz="1000" kern="1200"/>
        </a:p>
      </dsp:txBody>
      <dsp:txXfrm>
        <a:off x="460087" y="1618506"/>
        <a:ext cx="6210659" cy="266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2860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0849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Fundamentos de Big Data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30789" y="1069225"/>
            <a:ext cx="6858000" cy="1241700"/>
          </a:xfrm>
        </p:spPr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pic>
        <p:nvPicPr>
          <p:cNvPr id="8" name="Google Shape;4260;p45">
            <a:extLst>
              <a:ext uri="{FF2B5EF4-FFF2-40B4-BE49-F238E27FC236}">
                <a16:creationId xmlns:a16="http://schemas.microsoft.com/office/drawing/2014/main" id="{87FBC10B-15F8-292B-B4F3-43803AA1CEF6}"/>
              </a:ext>
            </a:extLst>
          </p:cNvPr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265400" y="144284"/>
            <a:ext cx="1465948" cy="1465948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" name="Imagem 8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B3FCF127-81AB-0118-F37E-42B871DD99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781" y="2813666"/>
            <a:ext cx="928448" cy="928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0C91E172-EC42-5AD6-F709-05397B9CACE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578" y="2833323"/>
            <a:ext cx="928448" cy="9284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A17C4FBD-6869-B5CC-2857-0FE30A890F7D}"/>
              </a:ext>
            </a:extLst>
          </p:cNvPr>
          <p:cNvGrpSpPr/>
          <p:nvPr/>
        </p:nvGrpSpPr>
        <p:grpSpPr>
          <a:xfrm>
            <a:off x="7117084" y="2816623"/>
            <a:ext cx="979960" cy="961848"/>
            <a:chOff x="6260836" y="-12941"/>
            <a:chExt cx="979960" cy="961848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B12CA78D-5AEF-208D-80C0-9F234FA04F01}"/>
                </a:ext>
              </a:extLst>
            </p:cNvPr>
            <p:cNvSpPr/>
            <p:nvPr/>
          </p:nvSpPr>
          <p:spPr>
            <a:xfrm>
              <a:off x="6337534" y="45791"/>
              <a:ext cx="826565" cy="82656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" name="Imagem 10" descr="Logotipo&#10;&#10;Descrição gerada automaticamente">
              <a:extLst>
                <a:ext uri="{FF2B5EF4-FFF2-40B4-BE49-F238E27FC236}">
                  <a16:creationId xmlns:a16="http://schemas.microsoft.com/office/drawing/2014/main" id="{3B5148E7-1537-300F-0BB7-580554660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0836" y="-12941"/>
              <a:ext cx="979960" cy="9618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3836;p13">
            <a:extLst>
              <a:ext uri="{FF2B5EF4-FFF2-40B4-BE49-F238E27FC236}">
                <a16:creationId xmlns:a16="http://schemas.microsoft.com/office/drawing/2014/main" id="{D8A20C6E-4687-E5C4-6F79-5222EE1C2AF3}"/>
              </a:ext>
            </a:extLst>
          </p:cNvPr>
          <p:cNvSpPr txBox="1">
            <a:spLocks/>
          </p:cNvSpPr>
          <p:nvPr/>
        </p:nvSpPr>
        <p:spPr>
          <a:xfrm>
            <a:off x="2098211" y="450432"/>
            <a:ext cx="2630809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US" sz="2800" dirty="0" err="1">
                <a:solidFill>
                  <a:schemeClr val="bg1"/>
                </a:solidFill>
              </a:rPr>
              <a:t>Sobre</a:t>
            </a:r>
            <a:r>
              <a:rPr lang="en-US" sz="2800" dirty="0">
                <a:solidFill>
                  <a:schemeClr val="bg1"/>
                </a:solidFill>
              </a:rPr>
              <a:t> o professor</a:t>
            </a:r>
            <a:endParaRPr lang="pt-B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898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726801-AA1F-7181-A680-DBA3E16E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32" y="2121997"/>
            <a:ext cx="4912143" cy="2508344"/>
          </a:xfrm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 Apresentar a estrutura da disciplina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 Definir expectativas e objetivos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 Explicar a metodologia de ensino e avaliação</a:t>
            </a:r>
          </a:p>
        </p:txBody>
      </p: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489" y="1485663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CC96B-7230-10CE-E9E0-91036F59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279CDFBD-5D8A-9406-6B71-4A769513E7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3322993"/>
              </p:ext>
            </p:extLst>
          </p:nvPr>
        </p:nvGraphicFramePr>
        <p:xfrm>
          <a:off x="3831401" y="952499"/>
          <a:ext cx="4683949" cy="3952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837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2892262-BD10-41B0-B5E5-BF181C704C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72892262-BD10-41B0-B5E5-BF181C704C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03FA014-C41E-4A8C-AA17-49664AF2FC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203FA014-C41E-4A8C-AA17-49664AF2FC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1A7E0D-2B4D-4D40-B504-46CA0B156D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311A7E0D-2B4D-4D40-B504-46CA0B156D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4100E4B-55C8-4BEB-918C-74E19EF737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F4100E4B-55C8-4BEB-918C-74E19EF737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A77342A-8011-4747-9427-1BDEA951B6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2A77342A-8011-4747-9427-1BDEA951B6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311CF8A-FA3C-4E75-86A1-3E0EE78568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6311CF8A-FA3C-4E75-86A1-3E0EE78568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B70F82-A2BE-4870-9A1C-54D5181D71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graphicEl>
                                              <a:dgm id="{3CB70F82-A2BE-4870-9A1C-54D5181D71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B46683C-DF73-41FF-9D5A-3D17450D46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FB46683C-DF73-41FF-9D5A-3D17450D46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9679A5-5303-4EC4-B388-61973A16A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dgm id="{019679A5-5303-4EC4-B388-61973A16AB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AA71A80-36DE-4E21-94F1-3A5C0E0073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graphicEl>
                                              <a:dgm id="{2AA71A80-36DE-4E21-94F1-3A5C0E0073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8451037-3F6B-4432-94B5-9AC0D82BD5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graphicEl>
                                              <a:dgm id="{38451037-3F6B-4432-94B5-9AC0D82BD5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AC0F2ED-39CD-4F27-881D-833EA895EF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graphicEl>
                                              <a:dgm id="{3AC0F2ED-39CD-4F27-881D-833EA895EF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8B697A3-FBEF-456D-B197-149D4F8EDF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graphicEl>
                                              <a:dgm id="{88B697A3-FBEF-456D-B197-149D4F8EDF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67C7811-E1C2-434C-992A-86A4652B6E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">
                                            <p:graphicEl>
                                              <a:dgm id="{967C7811-E1C2-434C-992A-86A4652B6E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5310AA-1A0D-4641-9370-11C3871CC8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graphicEl>
                                              <a:dgm id="{B95310AA-1A0D-4641-9370-11C3871CC8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1946C-1D82-4391-96C9-29AAAB88B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graphicEl>
                                              <a:dgm id="{3CE1946C-1D82-4391-96C9-29AAAB88B0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6690D3-3CF6-4437-B603-567B333D17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5">
                                            <p:graphicEl>
                                              <a:dgm id="{016690D3-3CF6-4437-B603-567B333D17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A1D29C5-DDAD-424E-BD90-1EEC12221C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2A1D29C5-DDAD-424E-BD90-1EEC12221C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3519010-0228-4A89-AF96-D364FD69E5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">
                                            <p:graphicEl>
                                              <a:dgm id="{F3519010-0228-4A89-AF96-D364FD69E5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662E02F-A1C5-48F6-AA37-2E0F4E27B1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D662E02F-A1C5-48F6-AA37-2E0F4E27B1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EB4E151-6671-4046-B00C-D5C0D2B1AA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9EB4E151-6671-4046-B00C-D5C0D2B1AA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00B601-98D6-C9DD-116F-D92E93B039AC}"/>
              </a:ext>
            </a:extLst>
          </p:cNvPr>
          <p:cNvSpPr txBox="1"/>
          <p:nvPr/>
        </p:nvSpPr>
        <p:spPr>
          <a:xfrm>
            <a:off x="4739268" y="462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https://www.menti.com/alk8si7cfkr6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D82947-74EB-B352-5985-9C69CA02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941" y="-58732"/>
            <a:ext cx="2627365" cy="26304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FF19E0-E9BB-CAF4-F5A3-8622DD9BF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2472861"/>
            <a:ext cx="2630482" cy="4178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D44237-FAED-A38B-FEA4-5235C2A6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177" y="2506773"/>
            <a:ext cx="2600688" cy="3439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80C9F-7211-148C-E600-76A0C453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Ementa do Curso</a:t>
            </a:r>
          </a:p>
        </p:txBody>
      </p:sp>
      <p:graphicFrame>
        <p:nvGraphicFramePr>
          <p:cNvPr id="9" name="Espaço Reservado para Conteúdo 2">
            <a:extLst>
              <a:ext uri="{FF2B5EF4-FFF2-40B4-BE49-F238E27FC236}">
                <a16:creationId xmlns:a16="http://schemas.microsoft.com/office/drawing/2014/main" id="{7D310A8C-4BF4-4BD4-D8C9-7F7501C6E6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7343324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19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DD346-707A-07DF-7094-DF086AF7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Geral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432EA9D-A8CF-96AA-4433-2236649EB1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56616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FD238E-1BA6-020E-F17B-1BB9755AE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Procedimento Metodológico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7402B-807C-C7F3-F5E6-15872ED31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413958"/>
            <a:ext cx="7293023" cy="1015135"/>
          </a:xfrm>
        </p:spPr>
        <p:txBody>
          <a:bodyPr anchor="ctr">
            <a:normAutofit/>
          </a:bodyPr>
          <a:lstStyle/>
          <a:p>
            <a:r>
              <a:rPr lang="pt-BR" sz="1500" dirty="0"/>
              <a:t>Metodologia centrada na multidisciplinaridade, aprendizado ativo e participativo.</a:t>
            </a:r>
          </a:p>
          <a:p>
            <a:r>
              <a:rPr lang="pt-BR" sz="1500" dirty="0"/>
              <a:t>Foco na participação do estudante para desenvolvimento intelectual e reflexão crítica.</a:t>
            </a:r>
          </a:p>
        </p:txBody>
      </p:sp>
      <p:graphicFrame>
        <p:nvGraphicFramePr>
          <p:cNvPr id="4" name="Rectangle 1">
            <a:extLst>
              <a:ext uri="{FF2B5EF4-FFF2-40B4-BE49-F238E27FC236}">
                <a16:creationId xmlns:a16="http://schemas.microsoft.com/office/drawing/2014/main" id="{CC4E06D3-C555-14B3-BFCE-DC6A9BDC47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8984156"/>
              </p:ext>
            </p:extLst>
          </p:nvPr>
        </p:nvGraphicFramePr>
        <p:xfrm>
          <a:off x="649154" y="2429093"/>
          <a:ext cx="7866196" cy="2283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066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15EE87-684E-436A-815E-36A9C7DA51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0A15EE87-684E-436A-815E-36A9C7DA51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5E793E-EB9D-41B7-BF58-B936F7848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FA5E793E-EB9D-41B7-BF58-B936F78484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3373A7F-5960-4995-9214-1F1D3F3D0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graphicEl>
                                              <a:dgm id="{13373A7F-5960-4995-9214-1F1D3F3D05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57F31E-A84C-4837-A511-BF0632F89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CE57F31E-A84C-4837-A511-BF0632F893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C081EE3-CA6A-4725-B9CC-F91245E72A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BC081EE3-CA6A-4725-B9CC-F91245E72A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D500C0F-74F3-4870-8B2F-E7C00C9CE2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1D500C0F-74F3-4870-8B2F-E7C00C9CE2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F2E442-213F-4912-831A-95FAA6BC04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graphicEl>
                                              <a:dgm id="{4AF2E442-213F-4912-831A-95FAA6BC04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06337C6-41CA-4C92-BBC9-78C7D9E2E0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F06337C6-41CA-4C92-BBC9-78C7D9E2E0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626DAB-E9ED-4C23-AFD9-D77B02FFEE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C5626DAB-E9ED-4C23-AFD9-D77B02FFEE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D9E41C3-0D22-4364-BCD4-A0B89AB1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graphicEl>
                                              <a:dgm id="{6D9E41C3-0D22-4364-BCD4-A0B89AB1F9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1E7603-C478-4E99-B7EC-7F1266840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graphicEl>
                                              <a:dgm id="{A21E7603-C478-4E99-B7EC-7F12668405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247584-5F01-44ED-B676-80328D78C7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graphicEl>
                                              <a:dgm id="{06247584-5F01-44ED-B676-80328D78C7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DD346-707A-07DF-7094-DF086AF7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Competências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39BA3F1-9C9A-66A0-C723-02EBF83CF0C6}"/>
              </a:ext>
            </a:extLst>
          </p:cNvPr>
          <p:cNvGraphicFramePr>
            <a:graphicFrameLocks/>
          </p:cNvGraphicFramePr>
          <p:nvPr/>
        </p:nvGraphicFramePr>
        <p:xfrm>
          <a:off x="230559" y="1250188"/>
          <a:ext cx="88256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743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BF8EF7-7E81-4F90-5668-6A67DABB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Habilidades</a:t>
            </a:r>
          </a:p>
        </p:txBody>
      </p:sp>
      <p:graphicFrame>
        <p:nvGraphicFramePr>
          <p:cNvPr id="6" name="CaixaDeTexto 3">
            <a:extLst>
              <a:ext uri="{FF2B5EF4-FFF2-40B4-BE49-F238E27FC236}">
                <a16:creationId xmlns:a16="http://schemas.microsoft.com/office/drawing/2014/main" id="{EE5647AC-07A5-BB48-3E56-9C4D19E0FA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4109998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7521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1A6DC-BB9B-2814-A393-E46B49C7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0"/>
            <a:ext cx="7886700" cy="994172"/>
          </a:xfrm>
        </p:spPr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Conteúdo Programático</a:t>
            </a:r>
          </a:p>
        </p:txBody>
      </p:sp>
      <p:graphicFrame>
        <p:nvGraphicFramePr>
          <p:cNvPr id="4" name="Espaço Reservado para Conteúdo 2">
            <a:extLst>
              <a:ext uri="{FF2B5EF4-FFF2-40B4-BE49-F238E27FC236}">
                <a16:creationId xmlns:a16="http://schemas.microsoft.com/office/drawing/2014/main" id="{23B6C899-4C48-FC59-CC44-DE8AF97CA6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7571863"/>
              </p:ext>
            </p:extLst>
          </p:nvPr>
        </p:nvGraphicFramePr>
        <p:xfrm>
          <a:off x="70624" y="706245"/>
          <a:ext cx="9002751" cy="4377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827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387989C-4C75-415D-B608-3AA260E5CD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E387989C-4C75-415D-B608-3AA260E5CD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C536EA-F728-43BA-87D1-B96C648139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7BC536EA-F728-43BA-87D1-B96C648139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64395E-1C55-4A4D-BD68-CF0FA65F55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3D64395E-1C55-4A4D-BD68-CF0FA65F55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B5033-5F6E-44EC-AD95-6F8804F829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6CEB5033-5F6E-44EC-AD95-6F8804F829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DE67BC-DC71-49BD-9ED7-86F0A912A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34DE67BC-DC71-49BD-9ED7-86F0A912AC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A25937D-D0DA-48FF-AD7C-E52EDEF65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CA25937D-D0DA-48FF-AD7C-E52EDEF659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05096-D0AA-046A-8671-608FD5D2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Recurso Didático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0F1DA24-C51C-520E-DE29-AF6F991B36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688148"/>
              </p:ext>
            </p:extLst>
          </p:nvPr>
        </p:nvGraphicFramePr>
        <p:xfrm>
          <a:off x="3673856" y="111682"/>
          <a:ext cx="5372422" cy="4883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741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5FBE828-1D2D-44C4-B0A4-B232B57864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25FBE828-1D2D-44C4-B0A4-B232B57864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4B3E565-3701-4B93-9CD8-5E0D351295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44B3E565-3701-4B93-9CD8-5E0D351295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3CB6E1-37B6-457D-82BE-52CBBD116C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dgm id="{3D3CB6E1-37B6-457D-82BE-52CBBD116C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90FDEFD-FBC6-42AC-ABC5-A04C626E1E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D90FDEFD-FBC6-42AC-ABC5-A04C626E1E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CCB4D1F-9FC5-43A9-8585-CA731D025B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6CCB4D1F-9FC5-43A9-8585-CA731D025B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90A413C-CD31-4DBA-AF30-436BEA4F0B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990A413C-CD31-4DBA-AF30-436BEA4F0B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348C30-67E4-4AFB-82C6-50E12912AE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graphicEl>
                                              <a:dgm id="{E3348C30-67E4-4AFB-82C6-50E12912AE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0759C0C-341E-4405-81B7-774A86E838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20759C0C-341E-4405-81B7-774A86E838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6D72721-BB15-4E63-ACE8-834A4D87CF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graphicEl>
                                              <a:dgm id="{66D72721-BB15-4E63-ACE8-834A4D87CF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4A42C8D-4547-46B3-BA86-C7E07E495E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graphicEl>
                                              <a:dgm id="{F4A42C8D-4547-46B3-BA86-C7E07E495E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6FB527D-3C50-4012-A84B-62C2412447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graphicEl>
                                              <a:dgm id="{C6FB527D-3C50-4012-A84B-62C2412447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9182CC9-795B-46A3-8B65-D3BEC1BFDA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graphicEl>
                                              <a:dgm id="{29182CC9-795B-46A3-8B65-D3BEC1BFDA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427A985-A16E-4492-8BB7-53AD3BB6D4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graphicEl>
                                              <a:dgm id="{0427A985-A16E-4492-8BB7-53AD3BB6D4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0110F25-7C77-4D32-8397-348AC6CCA1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graphicEl>
                                              <a:dgm id="{30110F25-7C77-4D32-8397-348AC6CCA1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E6F38B7-7287-470A-B57D-C644D6878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graphicEl>
                                              <a:dgm id="{3E6F38B7-7287-470A-B57D-C644D68784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4C6F6F3-4A31-433B-AC1D-0B8652EE3D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graphicEl>
                                              <a:dgm id="{A4C6F6F3-4A31-433B-AC1D-0B8652EE3D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07DFD8B-DF01-4905-A6BB-87D4DF46F9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6">
                                            <p:graphicEl>
                                              <a:dgm id="{F07DFD8B-DF01-4905-A6BB-87D4DF46F9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3B2F73A-A459-4A3D-8384-EB16E36C22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">
                                            <p:graphicEl>
                                              <a:dgm id="{23B2F73A-A459-4A3D-8384-EB16E36C22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0F8A4A5-74F3-49E8-9282-04206E2E5C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6">
                                            <p:graphicEl>
                                              <a:dgm id="{F0F8A4A5-74F3-49E8-9282-04206E2E5C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FFCAD5C-3D44-440C-ACAA-9347161A55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6">
                                            <p:graphicEl>
                                              <a:dgm id="{1FFCAD5C-3D44-440C-ACAA-9347161A55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4232418-C9BC-4FDB-8D2B-A1583F28B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>
                                            <p:graphicEl>
                                              <a:dgm id="{74232418-C9BC-4FDB-8D2B-A1583F28BB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D3EB0C-1181-E4E4-92FC-A07F31AF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Avaliação</a:t>
            </a:r>
          </a:p>
        </p:txBody>
      </p:sp>
      <p:graphicFrame>
        <p:nvGraphicFramePr>
          <p:cNvPr id="11" name="Espaço Reservado para Conteúdo 5">
            <a:extLst>
              <a:ext uri="{FF2B5EF4-FFF2-40B4-BE49-F238E27FC236}">
                <a16:creationId xmlns:a16="http://schemas.microsoft.com/office/drawing/2014/main" id="{AF38CC1B-E7AE-4585-F8A2-B05A0E41C5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9983142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2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3F96554-9D40-4C90-826F-7345399A8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graphicEl>
                                              <a:dgm id="{F3F96554-9D40-4C90-826F-7345399A88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3C23C661-2FAD-4AD9-BC54-B0469EA857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graphicEl>
                                              <a:dgm id="{3C23C661-2FAD-4AD9-BC54-B0469EA857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A4DA07B0-3941-40B1-8092-9567E76853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graphicEl>
                                              <a:dgm id="{A4DA07B0-3941-40B1-8092-9567E76853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9520941A-44C6-4468-A54E-6F3BF87B55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graphicEl>
                                              <a:dgm id="{9520941A-44C6-4468-A54E-6F3BF87B55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3AA50EB-93EC-41D3-92A5-3CDAD60577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graphicEl>
                                              <a:dgm id="{F3AA50EB-93EC-41D3-92A5-3CDAD60577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BB05CB52-03EE-4A28-AF18-60F4EA7D78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>
                                            <p:graphicEl>
                                              <a:dgm id="{BB05CB52-03EE-4A28-AF18-60F4EA7D78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B754D3FA-91C7-4695-B81D-345EF437EF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">
                                            <p:graphicEl>
                                              <a:dgm id="{B754D3FA-91C7-4695-B81D-345EF437EF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229B61A7-082F-4969-A0B2-62C02D20B0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>
                                            <p:graphicEl>
                                              <a:dgm id="{229B61A7-082F-4969-A0B2-62C02D20B0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4F9122E9-50A0-4496-892C-9593020D3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1">
                                            <p:graphicEl>
                                              <a:dgm id="{4F9122E9-50A0-4496-892C-9593020D3D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D3EB0C-1181-E4E4-92FC-A07F31AF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Instrumentos de Avaliação</a:t>
            </a:r>
          </a:p>
        </p:txBody>
      </p:sp>
      <p:graphicFrame>
        <p:nvGraphicFramePr>
          <p:cNvPr id="22" name="Espaço Reservado para Conteúdo 2">
            <a:extLst>
              <a:ext uri="{FF2B5EF4-FFF2-40B4-BE49-F238E27FC236}">
                <a16:creationId xmlns:a16="http://schemas.microsoft.com/office/drawing/2014/main" id="{13766250-61E2-F99A-DBF5-1CEDE7A62B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79487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20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5DFFACDE-B77D-4ADB-85FA-198DD14BB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2">
                                            <p:graphicEl>
                                              <a:dgm id="{5DFFACDE-B77D-4ADB-85FA-198DD14BB2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39A834DD-F52C-49B0-8161-4C7BEC69B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2">
                                            <p:graphicEl>
                                              <a:dgm id="{39A834DD-F52C-49B0-8161-4C7BEC69B2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02E27D1C-166F-43EA-9A6C-1EE18E916A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2">
                                            <p:graphicEl>
                                              <a:dgm id="{02E27D1C-166F-43EA-9A6C-1EE18E916A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49FAE2A6-49D2-4426-802B-2325F85F7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2">
                                            <p:graphicEl>
                                              <a:dgm id="{49FAE2A6-49D2-4426-802B-2325F85F7D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9091D9F8-6A9D-4B10-81A1-52E18C5C75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2">
                                            <p:graphicEl>
                                              <a:dgm id="{9091D9F8-6A9D-4B10-81A1-52E18C5C75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C8AB50F8-3385-4519-A709-933B23D6DF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2">
                                            <p:graphicEl>
                                              <a:dgm id="{C8AB50F8-3385-4519-A709-933B23D6DF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201A5D-19FF-2F52-1D83-203B8F4D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Critérios para Aprovação na Disciplina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EAA88A5-3613-D77F-A84C-B5D9B0647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619085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766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201A5D-19FF-2F52-1D83-203B8F4D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Bibliografia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5CE8B91-85A8-7466-DCB4-E8EF914E9F97}"/>
              </a:ext>
            </a:extLst>
          </p:cNvPr>
          <p:cNvSpPr txBox="1">
            <a:spLocks/>
          </p:cNvSpPr>
          <p:nvPr/>
        </p:nvSpPr>
        <p:spPr>
          <a:xfrm>
            <a:off x="1028697" y="261648"/>
            <a:ext cx="7533018" cy="658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>
                <a:solidFill>
                  <a:srgbClr val="FFFFFF"/>
                </a:solidFill>
              </a:rPr>
              <a:t>Bibliografia</a:t>
            </a:r>
            <a:endParaRPr lang="pt-BR" sz="3000" dirty="0">
              <a:solidFill>
                <a:srgbClr val="FFFFFF"/>
              </a:solidFill>
            </a:endParaRPr>
          </a:p>
        </p:txBody>
      </p:sp>
      <p:graphicFrame>
        <p:nvGraphicFramePr>
          <p:cNvPr id="7" name="Espaço Reservado para Conteúdo 2">
            <a:extLst>
              <a:ext uri="{FF2B5EF4-FFF2-40B4-BE49-F238E27FC236}">
                <a16:creationId xmlns:a16="http://schemas.microsoft.com/office/drawing/2014/main" id="{A53432CF-0512-7361-075B-8844AFDEA3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118657"/>
              </p:ext>
            </p:extLst>
          </p:nvPr>
        </p:nvGraphicFramePr>
        <p:xfrm>
          <a:off x="104078" y="981307"/>
          <a:ext cx="8913542" cy="4162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023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0C84674-8782-4053-A0FE-3FA9D9E9CA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30C84674-8782-4053-A0FE-3FA9D9E9CA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2F3E913-60CE-4329-A56A-E080B85FFF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B2F3E913-60CE-4329-A56A-E080B85FFF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51EAF6A-BD44-4106-B67A-BD27DF6A5F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651EAF6A-BD44-4106-B67A-BD27DF6A5F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19856E2-0B45-4814-8E2A-2FE76D02A8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F19856E2-0B45-4814-8E2A-2FE76D02A8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2133600" y="2981325"/>
            <a:ext cx="601027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Without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big data, 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you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are 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blind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and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deaf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in 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the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middle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of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a 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freeway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.”— Geoffrey Moore, autor e consultor de negócios.</a:t>
            </a:r>
          </a:p>
          <a:p>
            <a:pPr algn="r"/>
            <a:r>
              <a:rPr lang="pt-BR" sz="1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(Tradução: "Sem Big Data, você está cego e surdo no meio de uma rodovia.")</a:t>
            </a:r>
            <a:endParaRPr lang="pt-BR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11157</TotalTime>
  <Words>1546</Words>
  <Application>Microsoft Office PowerPoint</Application>
  <PresentationFormat>Apresentação na tela (16:9)</PresentationFormat>
  <Paragraphs>114</Paragraphs>
  <Slides>21</Slides>
  <Notes>9</Notes>
  <HiddenSlides>4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8" baseType="lpstr">
      <vt:lpstr>Aptos Display</vt:lpstr>
      <vt:lpstr>Aptos</vt:lpstr>
      <vt:lpstr>Söhne</vt:lpstr>
      <vt:lpstr>Wingdings</vt:lpstr>
      <vt:lpstr>Tahoma</vt:lpstr>
      <vt:lpstr>Arial</vt:lpstr>
      <vt:lpstr>Tema do Office</vt:lpstr>
      <vt:lpstr>Fundamentos de Big Data</vt:lpstr>
      <vt:lpstr>Apresentação do PowerPoint</vt:lpstr>
      <vt:lpstr>Objetivo da aula</vt:lpstr>
      <vt:lpstr>Agenda</vt:lpstr>
      <vt:lpstr>Apresentação do PowerPoint</vt:lpstr>
      <vt:lpstr>Ementa do Curso</vt:lpstr>
      <vt:lpstr>Objetivo Geral</vt:lpstr>
      <vt:lpstr>Procedimento Metodológico</vt:lpstr>
      <vt:lpstr>Competências</vt:lpstr>
      <vt:lpstr>Habilidades</vt:lpstr>
      <vt:lpstr>Conteúdo Programático</vt:lpstr>
      <vt:lpstr>Recurso Didático</vt:lpstr>
      <vt:lpstr>Avaliação</vt:lpstr>
      <vt:lpstr>Instrumentos de Avaliação</vt:lpstr>
      <vt:lpstr>Critérios para Aprovação na Disciplina</vt:lpstr>
      <vt:lpstr>Bibliografia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8</cp:revision>
  <dcterms:modified xsi:type="dcterms:W3CDTF">2025-02-07T13:01:30Z</dcterms:modified>
</cp:coreProperties>
</file>