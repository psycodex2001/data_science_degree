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31"/>
  </p:notesMasterIdLst>
  <p:sldIdLst>
    <p:sldId id="256" r:id="rId5"/>
    <p:sldId id="319" r:id="rId6"/>
    <p:sldId id="988" r:id="rId7"/>
    <p:sldId id="1067" r:id="rId8"/>
    <p:sldId id="1068" r:id="rId9"/>
    <p:sldId id="1069" r:id="rId10"/>
    <p:sldId id="1070" r:id="rId11"/>
    <p:sldId id="958" r:id="rId12"/>
    <p:sldId id="258" r:id="rId13"/>
    <p:sldId id="1059" r:id="rId14"/>
    <p:sldId id="260" r:id="rId15"/>
    <p:sldId id="261" r:id="rId16"/>
    <p:sldId id="1060" r:id="rId17"/>
    <p:sldId id="1061" r:id="rId18"/>
    <p:sldId id="264" r:id="rId19"/>
    <p:sldId id="1063" r:id="rId20"/>
    <p:sldId id="1064" r:id="rId21"/>
    <p:sldId id="1065" r:id="rId22"/>
    <p:sldId id="265" r:id="rId23"/>
    <p:sldId id="1009" r:id="rId24"/>
    <p:sldId id="266" r:id="rId25"/>
    <p:sldId id="302" r:id="rId26"/>
    <p:sldId id="300" r:id="rId27"/>
    <p:sldId id="299" r:id="rId28"/>
    <p:sldId id="259" r:id="rId29"/>
    <p:sldId id="257" r:id="rId30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32"/>
      <p:bold r:id="rId3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2E62"/>
    <a:srgbClr val="9227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68" y="-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2" Type="http://schemas.openxmlformats.org/officeDocument/2006/relationships/image" Target="../media/image34.svg"/><Relationship Id="rId16" Type="http://schemas.openxmlformats.org/officeDocument/2006/relationships/image" Target="../media/image48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Relationship Id="rId14" Type="http://schemas.openxmlformats.org/officeDocument/2006/relationships/image" Target="../media/image4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56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svg"/><Relationship Id="rId3" Type="http://schemas.openxmlformats.org/officeDocument/2006/relationships/image" Target="../media/image57.png"/><Relationship Id="rId7" Type="http://schemas.openxmlformats.org/officeDocument/2006/relationships/image" Target="../media/image82.png"/><Relationship Id="rId2" Type="http://schemas.openxmlformats.org/officeDocument/2006/relationships/image" Target="../media/image78.svg"/><Relationship Id="rId1" Type="http://schemas.openxmlformats.org/officeDocument/2006/relationships/image" Target="../media/image77.png"/><Relationship Id="rId6" Type="http://schemas.openxmlformats.org/officeDocument/2006/relationships/image" Target="../media/image81.svg"/><Relationship Id="rId5" Type="http://schemas.openxmlformats.org/officeDocument/2006/relationships/image" Target="../media/image80.png"/><Relationship Id="rId10" Type="http://schemas.openxmlformats.org/officeDocument/2006/relationships/image" Target="../media/image85.svg"/><Relationship Id="rId4" Type="http://schemas.openxmlformats.org/officeDocument/2006/relationships/image" Target="../media/image79.svg"/><Relationship Id="rId9" Type="http://schemas.openxmlformats.org/officeDocument/2006/relationships/image" Target="../media/image84.pn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svg"/><Relationship Id="rId1" Type="http://schemas.openxmlformats.org/officeDocument/2006/relationships/image" Target="../media/image86.png"/><Relationship Id="rId6" Type="http://schemas.openxmlformats.org/officeDocument/2006/relationships/image" Target="../media/image91.svg"/><Relationship Id="rId5" Type="http://schemas.openxmlformats.org/officeDocument/2006/relationships/image" Target="../media/image90.png"/><Relationship Id="rId10" Type="http://schemas.openxmlformats.org/officeDocument/2006/relationships/image" Target="../media/image95.svg"/><Relationship Id="rId4" Type="http://schemas.openxmlformats.org/officeDocument/2006/relationships/image" Target="../media/image89.svg"/><Relationship Id="rId9" Type="http://schemas.openxmlformats.org/officeDocument/2006/relationships/image" Target="../media/image94.pn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svg"/><Relationship Id="rId1" Type="http://schemas.openxmlformats.org/officeDocument/2006/relationships/image" Target="../media/image96.png"/><Relationship Id="rId6" Type="http://schemas.openxmlformats.org/officeDocument/2006/relationships/image" Target="../media/image101.svg"/><Relationship Id="rId5" Type="http://schemas.openxmlformats.org/officeDocument/2006/relationships/image" Target="../media/image100.png"/><Relationship Id="rId4" Type="http://schemas.openxmlformats.org/officeDocument/2006/relationships/image" Target="../media/image9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2" Type="http://schemas.openxmlformats.org/officeDocument/2006/relationships/image" Target="../media/image34.svg"/><Relationship Id="rId16" Type="http://schemas.openxmlformats.org/officeDocument/2006/relationships/image" Target="../media/image48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Relationship Id="rId14" Type="http://schemas.openxmlformats.org/officeDocument/2006/relationships/image" Target="../media/image4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56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svg"/><Relationship Id="rId3" Type="http://schemas.openxmlformats.org/officeDocument/2006/relationships/image" Target="../media/image57.png"/><Relationship Id="rId7" Type="http://schemas.openxmlformats.org/officeDocument/2006/relationships/image" Target="../media/image82.png"/><Relationship Id="rId2" Type="http://schemas.openxmlformats.org/officeDocument/2006/relationships/image" Target="../media/image78.svg"/><Relationship Id="rId1" Type="http://schemas.openxmlformats.org/officeDocument/2006/relationships/image" Target="../media/image77.png"/><Relationship Id="rId6" Type="http://schemas.openxmlformats.org/officeDocument/2006/relationships/image" Target="../media/image81.svg"/><Relationship Id="rId5" Type="http://schemas.openxmlformats.org/officeDocument/2006/relationships/image" Target="../media/image80.png"/><Relationship Id="rId10" Type="http://schemas.openxmlformats.org/officeDocument/2006/relationships/image" Target="../media/image85.svg"/><Relationship Id="rId4" Type="http://schemas.openxmlformats.org/officeDocument/2006/relationships/image" Target="../media/image79.svg"/><Relationship Id="rId9" Type="http://schemas.openxmlformats.org/officeDocument/2006/relationships/image" Target="../media/image84.pn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svg"/><Relationship Id="rId1" Type="http://schemas.openxmlformats.org/officeDocument/2006/relationships/image" Target="../media/image86.png"/><Relationship Id="rId6" Type="http://schemas.openxmlformats.org/officeDocument/2006/relationships/image" Target="../media/image91.svg"/><Relationship Id="rId5" Type="http://schemas.openxmlformats.org/officeDocument/2006/relationships/image" Target="../media/image90.png"/><Relationship Id="rId10" Type="http://schemas.openxmlformats.org/officeDocument/2006/relationships/image" Target="../media/image95.svg"/><Relationship Id="rId4" Type="http://schemas.openxmlformats.org/officeDocument/2006/relationships/image" Target="../media/image89.svg"/><Relationship Id="rId9" Type="http://schemas.openxmlformats.org/officeDocument/2006/relationships/image" Target="../media/image94.pn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svg"/><Relationship Id="rId1" Type="http://schemas.openxmlformats.org/officeDocument/2006/relationships/image" Target="../media/image96.png"/><Relationship Id="rId6" Type="http://schemas.openxmlformats.org/officeDocument/2006/relationships/image" Target="../media/image101.svg"/><Relationship Id="rId5" Type="http://schemas.openxmlformats.org/officeDocument/2006/relationships/image" Target="../media/image100.png"/><Relationship Id="rId4" Type="http://schemas.openxmlformats.org/officeDocument/2006/relationships/image" Target="../media/image9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AF87F1-5A68-4B85-B7EC-053B7222F39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DAE7C33-8E26-445C-9E3F-03E4F39F11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Quebra-Gelo</a:t>
          </a:r>
        </a:p>
      </dgm:t>
    </dgm:pt>
    <dgm:pt modelId="{2C2CE212-FF2F-4912-93F0-17D91B243E13}" type="parTrans" cxnId="{C2C403C8-D4A8-4B82-86CE-AC906A913CC6}">
      <dgm:prSet/>
      <dgm:spPr/>
      <dgm:t>
        <a:bodyPr/>
        <a:lstStyle/>
        <a:p>
          <a:endParaRPr lang="en-US"/>
        </a:p>
      </dgm:t>
    </dgm:pt>
    <dgm:pt modelId="{16D38FF1-B313-41C8-B2A9-10C83D1400B5}" type="sibTrans" cxnId="{C2C403C8-D4A8-4B82-86CE-AC906A913CC6}">
      <dgm:prSet/>
      <dgm:spPr/>
      <dgm:t>
        <a:bodyPr/>
        <a:lstStyle/>
        <a:p>
          <a:endParaRPr lang="en-US"/>
        </a:p>
      </dgm:t>
    </dgm:pt>
    <dgm:pt modelId="{8E99A0BD-42B6-4620-8710-96049476AF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</a:t>
          </a:r>
          <a:r>
            <a:rPr lang="en-US" dirty="0" err="1"/>
            <a:t>Revisão</a:t>
          </a:r>
          <a:r>
            <a:rPr lang="en-US" dirty="0"/>
            <a:t> </a:t>
          </a:r>
          <a:r>
            <a:rPr lang="en-US" dirty="0" err="1"/>
            <a:t>por</a:t>
          </a:r>
          <a:r>
            <a:rPr lang="en-US" dirty="0"/>
            <a:t> </a:t>
          </a:r>
          <a:r>
            <a:rPr lang="en-US" dirty="0" err="1"/>
            <a:t>Tópicos</a:t>
          </a:r>
          <a:endParaRPr lang="en-US" dirty="0"/>
        </a:p>
      </dgm:t>
    </dgm:pt>
    <dgm:pt modelId="{D509E262-CAB3-47AF-8726-86FF0EF7BF58}" type="parTrans" cxnId="{53AD76C9-EF4C-453D-8C1C-9D0AD216A24C}">
      <dgm:prSet/>
      <dgm:spPr/>
      <dgm:t>
        <a:bodyPr/>
        <a:lstStyle/>
        <a:p>
          <a:endParaRPr lang="en-US"/>
        </a:p>
      </dgm:t>
    </dgm:pt>
    <dgm:pt modelId="{43B43CDB-4997-4081-98EC-2410D7B6D8FC}" type="sibTrans" cxnId="{53AD76C9-EF4C-453D-8C1C-9D0AD216A24C}">
      <dgm:prSet/>
      <dgm:spPr/>
      <dgm:t>
        <a:bodyPr/>
        <a:lstStyle/>
        <a:p>
          <a:endParaRPr lang="en-US"/>
        </a:p>
      </dgm:t>
    </dgm:pt>
    <dgm:pt modelId="{F7B0D6E1-6725-4829-86FB-9350869935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</a:t>
          </a:r>
          <a:r>
            <a:rPr lang="en-US" dirty="0" err="1"/>
            <a:t>Dinamica</a:t>
          </a:r>
          <a:r>
            <a:rPr lang="en-US" dirty="0"/>
            <a:t> </a:t>
          </a:r>
          <a:r>
            <a:rPr lang="en-US" dirty="0" err="1"/>
            <a:t>Interativo</a:t>
          </a:r>
          <a:endParaRPr lang="en-US" dirty="0"/>
        </a:p>
      </dgm:t>
    </dgm:pt>
    <dgm:pt modelId="{C6501996-100D-4B4F-AA2B-C330A0D0CE4F}" type="parTrans" cxnId="{53B22EA2-A594-4ED5-952D-E24C104765F0}">
      <dgm:prSet/>
      <dgm:spPr/>
      <dgm:t>
        <a:bodyPr/>
        <a:lstStyle/>
        <a:p>
          <a:endParaRPr lang="en-US"/>
        </a:p>
      </dgm:t>
    </dgm:pt>
    <dgm:pt modelId="{DB32DA4E-AEF8-4EDD-BA55-2363DFB52688}" type="sibTrans" cxnId="{53B22EA2-A594-4ED5-952D-E24C104765F0}">
      <dgm:prSet/>
      <dgm:spPr/>
      <dgm:t>
        <a:bodyPr/>
        <a:lstStyle/>
        <a:p>
          <a:endParaRPr lang="en-US"/>
        </a:p>
      </dgm:t>
    </dgm:pt>
    <dgm:pt modelId="{CCBF0112-9D6D-486A-BF91-7F3AD0684D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</a:t>
          </a:r>
          <a:r>
            <a:rPr lang="en-US" dirty="0" err="1"/>
            <a:t>Questão</a:t>
          </a:r>
          <a:r>
            <a:rPr lang="en-US" dirty="0"/>
            <a:t> Aberta de </a:t>
          </a:r>
          <a:r>
            <a:rPr lang="en-US" dirty="0" err="1"/>
            <a:t>Treino</a:t>
          </a:r>
          <a:endParaRPr lang="en-US" dirty="0"/>
        </a:p>
      </dgm:t>
    </dgm:pt>
    <dgm:pt modelId="{482C4E0F-502E-4059-BD1E-14411235C2A3}" type="parTrans" cxnId="{F63AE93E-394D-4F39-A2D1-F71C45CFBBB1}">
      <dgm:prSet/>
      <dgm:spPr/>
      <dgm:t>
        <a:bodyPr/>
        <a:lstStyle/>
        <a:p>
          <a:endParaRPr lang="en-US"/>
        </a:p>
      </dgm:t>
    </dgm:pt>
    <dgm:pt modelId="{93142100-A6A4-4E4A-A360-C39F958B6A2A}" type="sibTrans" cxnId="{F63AE93E-394D-4F39-A2D1-F71C45CFBBB1}">
      <dgm:prSet/>
      <dgm:spPr/>
      <dgm:t>
        <a:bodyPr/>
        <a:lstStyle/>
        <a:p>
          <a:endParaRPr lang="en-US"/>
        </a:p>
      </dgm:t>
    </dgm:pt>
    <dgm:pt modelId="{96FCE686-A176-4FB6-B26D-5110523633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</a:t>
          </a:r>
          <a:r>
            <a:rPr lang="en-US" dirty="0" err="1"/>
            <a:t>Dúvidas</a:t>
          </a:r>
          <a:r>
            <a:rPr lang="en-US" dirty="0"/>
            <a:t> e </a:t>
          </a:r>
          <a:r>
            <a:rPr lang="en-US" dirty="0" err="1"/>
            <a:t>Orientações</a:t>
          </a:r>
          <a:r>
            <a:rPr lang="en-US" dirty="0"/>
            <a:t> </a:t>
          </a:r>
          <a:r>
            <a:rPr lang="en-US" dirty="0" err="1"/>
            <a:t>sobre</a:t>
          </a:r>
          <a:r>
            <a:rPr lang="en-US" dirty="0"/>
            <a:t> o </a:t>
          </a:r>
          <a:r>
            <a:rPr lang="en-US" dirty="0" err="1"/>
            <a:t>Trabalho</a:t>
          </a:r>
          <a:endParaRPr lang="en-US" dirty="0"/>
        </a:p>
      </dgm:t>
    </dgm:pt>
    <dgm:pt modelId="{8D35E21A-1F1F-4B95-8756-F261C59B7C6C}" type="parTrans" cxnId="{77205BED-8DA3-4B61-A9F8-7C5F9D2E332D}">
      <dgm:prSet/>
      <dgm:spPr/>
      <dgm:t>
        <a:bodyPr/>
        <a:lstStyle/>
        <a:p>
          <a:endParaRPr lang="en-US"/>
        </a:p>
      </dgm:t>
    </dgm:pt>
    <dgm:pt modelId="{BF15F2ED-C7CA-412A-959F-547B0AFE5A23}" type="sibTrans" cxnId="{77205BED-8DA3-4B61-A9F8-7C5F9D2E332D}">
      <dgm:prSet/>
      <dgm:spPr/>
      <dgm:t>
        <a:bodyPr/>
        <a:lstStyle/>
        <a:p>
          <a:endParaRPr lang="en-US"/>
        </a:p>
      </dgm:t>
    </dgm:pt>
    <dgm:pt modelId="{06E4A14B-AE1F-466A-A211-5B132DE817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Check-out</a:t>
          </a:r>
        </a:p>
      </dgm:t>
    </dgm:pt>
    <dgm:pt modelId="{91022F8E-E114-486C-832B-F7E01F355FFA}" type="parTrans" cxnId="{28A2531B-2C8B-44EB-9E12-0F5E9228F461}">
      <dgm:prSet/>
      <dgm:spPr/>
      <dgm:t>
        <a:bodyPr/>
        <a:lstStyle/>
        <a:p>
          <a:endParaRPr lang="en-US"/>
        </a:p>
      </dgm:t>
    </dgm:pt>
    <dgm:pt modelId="{DDF5D00A-BF7E-422B-918A-28BE19EEEA1F}" type="sibTrans" cxnId="{28A2531B-2C8B-44EB-9E12-0F5E9228F461}">
      <dgm:prSet/>
      <dgm:spPr/>
      <dgm:t>
        <a:bodyPr/>
        <a:lstStyle/>
        <a:p>
          <a:endParaRPr lang="en-US"/>
        </a:p>
      </dgm:t>
    </dgm:pt>
    <dgm:pt modelId="{11D25BD1-12B5-4D12-8EFE-60BD49EBDD56}" type="pres">
      <dgm:prSet presAssocID="{F3AF87F1-5A68-4B85-B7EC-053B7222F391}" presName="root" presStyleCnt="0">
        <dgm:presLayoutVars>
          <dgm:dir/>
          <dgm:resizeHandles val="exact"/>
        </dgm:presLayoutVars>
      </dgm:prSet>
      <dgm:spPr/>
    </dgm:pt>
    <dgm:pt modelId="{CC49FBA9-7560-493F-B3E9-3AC24B6542C2}" type="pres">
      <dgm:prSet presAssocID="{BDAE7C33-8E26-445C-9E3F-03E4F39F11E3}" presName="compNode" presStyleCnt="0"/>
      <dgm:spPr/>
    </dgm:pt>
    <dgm:pt modelId="{8693B5F1-09E7-484F-8235-09886FDF9E58}" type="pres">
      <dgm:prSet presAssocID="{BDAE7C33-8E26-445C-9E3F-03E4F39F11E3}" presName="bgRect" presStyleLbl="bgShp" presStyleIdx="0" presStyleCnt="6"/>
      <dgm:spPr/>
    </dgm:pt>
    <dgm:pt modelId="{C2126156-143B-4BF8-9AD7-0A2558C2C5DF}" type="pres">
      <dgm:prSet presAssocID="{BDAE7C33-8E26-445C-9E3F-03E4F39F11E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fé"/>
        </a:ext>
      </dgm:extLst>
    </dgm:pt>
    <dgm:pt modelId="{64FE2968-3B53-41BD-BE09-E3B4284C7ACD}" type="pres">
      <dgm:prSet presAssocID="{BDAE7C33-8E26-445C-9E3F-03E4F39F11E3}" presName="spaceRect" presStyleCnt="0"/>
      <dgm:spPr/>
    </dgm:pt>
    <dgm:pt modelId="{81A02C8E-AE0C-41BC-965F-7FEEAA335A6C}" type="pres">
      <dgm:prSet presAssocID="{BDAE7C33-8E26-445C-9E3F-03E4F39F11E3}" presName="parTx" presStyleLbl="revTx" presStyleIdx="0" presStyleCnt="6">
        <dgm:presLayoutVars>
          <dgm:chMax val="0"/>
          <dgm:chPref val="0"/>
        </dgm:presLayoutVars>
      </dgm:prSet>
      <dgm:spPr/>
    </dgm:pt>
    <dgm:pt modelId="{D71AEC40-5CD2-44D6-A23E-39173A6BA094}" type="pres">
      <dgm:prSet presAssocID="{16D38FF1-B313-41C8-B2A9-10C83D1400B5}" presName="sibTrans" presStyleCnt="0"/>
      <dgm:spPr/>
    </dgm:pt>
    <dgm:pt modelId="{BDAFCD6A-3D22-46AC-B06F-7CB132A2A313}" type="pres">
      <dgm:prSet presAssocID="{8E99A0BD-42B6-4620-8710-96049476AF4E}" presName="compNode" presStyleCnt="0"/>
      <dgm:spPr/>
    </dgm:pt>
    <dgm:pt modelId="{80A07747-E7F0-4111-9907-D2F1F8619CA5}" type="pres">
      <dgm:prSet presAssocID="{8E99A0BD-42B6-4620-8710-96049476AF4E}" presName="bgRect" presStyleLbl="bgShp" presStyleIdx="1" presStyleCnt="6"/>
      <dgm:spPr/>
    </dgm:pt>
    <dgm:pt modelId="{A79AC060-632C-424C-B5D4-17B8D31FE6EA}" type="pres">
      <dgm:prSet presAssocID="{8E99A0BD-42B6-4620-8710-96049476AF4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AEDB36B3-38B0-4C4D-A2FE-88D993704DD0}" type="pres">
      <dgm:prSet presAssocID="{8E99A0BD-42B6-4620-8710-96049476AF4E}" presName="spaceRect" presStyleCnt="0"/>
      <dgm:spPr/>
    </dgm:pt>
    <dgm:pt modelId="{91C47D33-1BAF-40D3-98B6-DF11D4B62B64}" type="pres">
      <dgm:prSet presAssocID="{8E99A0BD-42B6-4620-8710-96049476AF4E}" presName="parTx" presStyleLbl="revTx" presStyleIdx="1" presStyleCnt="6">
        <dgm:presLayoutVars>
          <dgm:chMax val="0"/>
          <dgm:chPref val="0"/>
        </dgm:presLayoutVars>
      </dgm:prSet>
      <dgm:spPr/>
    </dgm:pt>
    <dgm:pt modelId="{A617B771-DE61-41B0-9882-1BC2C6673B11}" type="pres">
      <dgm:prSet presAssocID="{43B43CDB-4997-4081-98EC-2410D7B6D8FC}" presName="sibTrans" presStyleCnt="0"/>
      <dgm:spPr/>
    </dgm:pt>
    <dgm:pt modelId="{6C7EA0EF-1110-419F-A451-6C785D8C06B9}" type="pres">
      <dgm:prSet presAssocID="{F7B0D6E1-6725-4829-86FB-9350869935E7}" presName="compNode" presStyleCnt="0"/>
      <dgm:spPr/>
    </dgm:pt>
    <dgm:pt modelId="{E5B22AA8-EF8C-4057-83E1-89DA70AC2A04}" type="pres">
      <dgm:prSet presAssocID="{F7B0D6E1-6725-4829-86FB-9350869935E7}" presName="bgRect" presStyleLbl="bgShp" presStyleIdx="2" presStyleCnt="6"/>
      <dgm:spPr/>
    </dgm:pt>
    <dgm:pt modelId="{A8DE018B-93D3-4472-B88D-B151F22DF9AD}" type="pres">
      <dgm:prSet presAssocID="{F7B0D6E1-6725-4829-86FB-9350869935E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E0E315A5-4000-4C51-AFB4-4FA084335660}" type="pres">
      <dgm:prSet presAssocID="{F7B0D6E1-6725-4829-86FB-9350869935E7}" presName="spaceRect" presStyleCnt="0"/>
      <dgm:spPr/>
    </dgm:pt>
    <dgm:pt modelId="{DF251ED2-FB63-42F5-8C00-437616E75EBC}" type="pres">
      <dgm:prSet presAssocID="{F7B0D6E1-6725-4829-86FB-9350869935E7}" presName="parTx" presStyleLbl="revTx" presStyleIdx="2" presStyleCnt="6">
        <dgm:presLayoutVars>
          <dgm:chMax val="0"/>
          <dgm:chPref val="0"/>
        </dgm:presLayoutVars>
      </dgm:prSet>
      <dgm:spPr/>
    </dgm:pt>
    <dgm:pt modelId="{04DA1E08-1BC7-479A-8A76-EBB2FF9D2072}" type="pres">
      <dgm:prSet presAssocID="{DB32DA4E-AEF8-4EDD-BA55-2363DFB52688}" presName="sibTrans" presStyleCnt="0"/>
      <dgm:spPr/>
    </dgm:pt>
    <dgm:pt modelId="{AA9E926C-D836-4C5E-89E0-6506D67D4E43}" type="pres">
      <dgm:prSet presAssocID="{CCBF0112-9D6D-486A-BF91-7F3AD0684D85}" presName="compNode" presStyleCnt="0"/>
      <dgm:spPr/>
    </dgm:pt>
    <dgm:pt modelId="{A4D2DA49-BB14-4799-B397-41A105EE855A}" type="pres">
      <dgm:prSet presAssocID="{CCBF0112-9D6D-486A-BF91-7F3AD0684D85}" presName="bgRect" presStyleLbl="bgShp" presStyleIdx="3" presStyleCnt="6"/>
      <dgm:spPr/>
    </dgm:pt>
    <dgm:pt modelId="{F5973365-1CD1-40B1-AA43-2EB7FFA633E3}" type="pres">
      <dgm:prSet presAssocID="{CCBF0112-9D6D-486A-BF91-7F3AD0684D8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ltere"/>
        </a:ext>
      </dgm:extLst>
    </dgm:pt>
    <dgm:pt modelId="{7450357E-F0C5-445B-9F30-59653A121CDD}" type="pres">
      <dgm:prSet presAssocID="{CCBF0112-9D6D-486A-BF91-7F3AD0684D85}" presName="spaceRect" presStyleCnt="0"/>
      <dgm:spPr/>
    </dgm:pt>
    <dgm:pt modelId="{C7918A03-538B-4401-BEB9-C3BD3F9E1351}" type="pres">
      <dgm:prSet presAssocID="{CCBF0112-9D6D-486A-BF91-7F3AD0684D85}" presName="parTx" presStyleLbl="revTx" presStyleIdx="3" presStyleCnt="6">
        <dgm:presLayoutVars>
          <dgm:chMax val="0"/>
          <dgm:chPref val="0"/>
        </dgm:presLayoutVars>
      </dgm:prSet>
      <dgm:spPr/>
    </dgm:pt>
    <dgm:pt modelId="{3E0CA58A-3A99-4115-B982-FEDEC73FA0E1}" type="pres">
      <dgm:prSet presAssocID="{93142100-A6A4-4E4A-A360-C39F958B6A2A}" presName="sibTrans" presStyleCnt="0"/>
      <dgm:spPr/>
    </dgm:pt>
    <dgm:pt modelId="{E880A544-CD94-4B55-A79B-3A5DF63F796B}" type="pres">
      <dgm:prSet presAssocID="{96FCE686-A176-4FB6-B26D-51105236330C}" presName="compNode" presStyleCnt="0"/>
      <dgm:spPr/>
    </dgm:pt>
    <dgm:pt modelId="{93E0BCBB-7D6C-432E-88F6-B75160958536}" type="pres">
      <dgm:prSet presAssocID="{96FCE686-A176-4FB6-B26D-51105236330C}" presName="bgRect" presStyleLbl="bgShp" presStyleIdx="4" presStyleCnt="6"/>
      <dgm:spPr/>
    </dgm:pt>
    <dgm:pt modelId="{931E85F9-DF3E-4084-A17D-FAE58DA230BC}" type="pres">
      <dgm:prSet presAssocID="{96FCE686-A176-4FB6-B26D-51105236330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guntas"/>
        </a:ext>
      </dgm:extLst>
    </dgm:pt>
    <dgm:pt modelId="{1CD3819F-F1CC-4B22-96B7-D884E10A7A5E}" type="pres">
      <dgm:prSet presAssocID="{96FCE686-A176-4FB6-B26D-51105236330C}" presName="spaceRect" presStyleCnt="0"/>
      <dgm:spPr/>
    </dgm:pt>
    <dgm:pt modelId="{424D9345-53AD-4CDE-B4A9-DD99DB7D067E}" type="pres">
      <dgm:prSet presAssocID="{96FCE686-A176-4FB6-B26D-51105236330C}" presName="parTx" presStyleLbl="revTx" presStyleIdx="4" presStyleCnt="6">
        <dgm:presLayoutVars>
          <dgm:chMax val="0"/>
          <dgm:chPref val="0"/>
        </dgm:presLayoutVars>
      </dgm:prSet>
      <dgm:spPr/>
    </dgm:pt>
    <dgm:pt modelId="{BC0C182C-DCC4-41A5-898F-5923D2F48FCE}" type="pres">
      <dgm:prSet presAssocID="{BF15F2ED-C7CA-412A-959F-547B0AFE5A23}" presName="sibTrans" presStyleCnt="0"/>
      <dgm:spPr/>
    </dgm:pt>
    <dgm:pt modelId="{360119CD-DEE5-46DE-AF49-98FE36F730E1}" type="pres">
      <dgm:prSet presAssocID="{06E4A14B-AE1F-466A-A211-5B132DE8178C}" presName="compNode" presStyleCnt="0"/>
      <dgm:spPr/>
    </dgm:pt>
    <dgm:pt modelId="{5ADBE883-D81C-4C33-939F-41AEA2C80CCC}" type="pres">
      <dgm:prSet presAssocID="{06E4A14B-AE1F-466A-A211-5B132DE8178C}" presName="bgRect" presStyleLbl="bgShp" presStyleIdx="5" presStyleCnt="6"/>
      <dgm:spPr/>
    </dgm:pt>
    <dgm:pt modelId="{CD064CED-467F-4474-A1F2-8FCB334D6099}" type="pres">
      <dgm:prSet presAssocID="{06E4A14B-AE1F-466A-A211-5B132DE8178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gistrar"/>
        </a:ext>
      </dgm:extLst>
    </dgm:pt>
    <dgm:pt modelId="{11BABCB7-47E3-4962-ADFA-67161D4C7B29}" type="pres">
      <dgm:prSet presAssocID="{06E4A14B-AE1F-466A-A211-5B132DE8178C}" presName="spaceRect" presStyleCnt="0"/>
      <dgm:spPr/>
    </dgm:pt>
    <dgm:pt modelId="{A0E98AFF-5492-4D79-980C-1A18CE016D4B}" type="pres">
      <dgm:prSet presAssocID="{06E4A14B-AE1F-466A-A211-5B132DE8178C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646FA802-427F-49D9-B5F0-CE5132BD47F8}" type="presOf" srcId="{8E99A0BD-42B6-4620-8710-96049476AF4E}" destId="{91C47D33-1BAF-40D3-98B6-DF11D4B62B64}" srcOrd="0" destOrd="0" presId="urn:microsoft.com/office/officeart/2018/2/layout/IconVerticalSolidList"/>
    <dgm:cxn modelId="{28A2531B-2C8B-44EB-9E12-0F5E9228F461}" srcId="{F3AF87F1-5A68-4B85-B7EC-053B7222F391}" destId="{06E4A14B-AE1F-466A-A211-5B132DE8178C}" srcOrd="5" destOrd="0" parTransId="{91022F8E-E114-486C-832B-F7E01F355FFA}" sibTransId="{DDF5D00A-BF7E-422B-918A-28BE19EEEA1F}"/>
    <dgm:cxn modelId="{E53FD728-271F-458D-8911-F50E2262084C}" type="presOf" srcId="{CCBF0112-9D6D-486A-BF91-7F3AD0684D85}" destId="{C7918A03-538B-4401-BEB9-C3BD3F9E1351}" srcOrd="0" destOrd="0" presId="urn:microsoft.com/office/officeart/2018/2/layout/IconVerticalSolidList"/>
    <dgm:cxn modelId="{FB90702D-630A-4949-ACD2-924EEF2DCE1C}" type="presOf" srcId="{06E4A14B-AE1F-466A-A211-5B132DE8178C}" destId="{A0E98AFF-5492-4D79-980C-1A18CE016D4B}" srcOrd="0" destOrd="0" presId="urn:microsoft.com/office/officeart/2018/2/layout/IconVerticalSolidList"/>
    <dgm:cxn modelId="{F63AE93E-394D-4F39-A2D1-F71C45CFBBB1}" srcId="{F3AF87F1-5A68-4B85-B7EC-053B7222F391}" destId="{CCBF0112-9D6D-486A-BF91-7F3AD0684D85}" srcOrd="3" destOrd="0" parTransId="{482C4E0F-502E-4059-BD1E-14411235C2A3}" sibTransId="{93142100-A6A4-4E4A-A360-C39F958B6A2A}"/>
    <dgm:cxn modelId="{F7A40D42-A225-412B-B9C7-C8B0B32BAEA1}" type="presOf" srcId="{F3AF87F1-5A68-4B85-B7EC-053B7222F391}" destId="{11D25BD1-12B5-4D12-8EFE-60BD49EBDD56}" srcOrd="0" destOrd="0" presId="urn:microsoft.com/office/officeart/2018/2/layout/IconVerticalSolidList"/>
    <dgm:cxn modelId="{E81FBD8C-B106-4575-B3CC-FD025D2D3E6D}" type="presOf" srcId="{96FCE686-A176-4FB6-B26D-51105236330C}" destId="{424D9345-53AD-4CDE-B4A9-DD99DB7D067E}" srcOrd="0" destOrd="0" presId="urn:microsoft.com/office/officeart/2018/2/layout/IconVerticalSolidList"/>
    <dgm:cxn modelId="{53B22EA2-A594-4ED5-952D-E24C104765F0}" srcId="{F3AF87F1-5A68-4B85-B7EC-053B7222F391}" destId="{F7B0D6E1-6725-4829-86FB-9350869935E7}" srcOrd="2" destOrd="0" parTransId="{C6501996-100D-4B4F-AA2B-C330A0D0CE4F}" sibTransId="{DB32DA4E-AEF8-4EDD-BA55-2363DFB52688}"/>
    <dgm:cxn modelId="{C2C403C8-D4A8-4B82-86CE-AC906A913CC6}" srcId="{F3AF87F1-5A68-4B85-B7EC-053B7222F391}" destId="{BDAE7C33-8E26-445C-9E3F-03E4F39F11E3}" srcOrd="0" destOrd="0" parTransId="{2C2CE212-FF2F-4912-93F0-17D91B243E13}" sibTransId="{16D38FF1-B313-41C8-B2A9-10C83D1400B5}"/>
    <dgm:cxn modelId="{53AD76C9-EF4C-453D-8C1C-9D0AD216A24C}" srcId="{F3AF87F1-5A68-4B85-B7EC-053B7222F391}" destId="{8E99A0BD-42B6-4620-8710-96049476AF4E}" srcOrd="1" destOrd="0" parTransId="{D509E262-CAB3-47AF-8726-86FF0EF7BF58}" sibTransId="{43B43CDB-4997-4081-98EC-2410D7B6D8FC}"/>
    <dgm:cxn modelId="{9E5086E3-15B3-45FD-9957-3B3EDC5F2A6B}" type="presOf" srcId="{F7B0D6E1-6725-4829-86FB-9350869935E7}" destId="{DF251ED2-FB63-42F5-8C00-437616E75EBC}" srcOrd="0" destOrd="0" presId="urn:microsoft.com/office/officeart/2018/2/layout/IconVerticalSolidList"/>
    <dgm:cxn modelId="{77205BED-8DA3-4B61-A9F8-7C5F9D2E332D}" srcId="{F3AF87F1-5A68-4B85-B7EC-053B7222F391}" destId="{96FCE686-A176-4FB6-B26D-51105236330C}" srcOrd="4" destOrd="0" parTransId="{8D35E21A-1F1F-4B95-8756-F261C59B7C6C}" sibTransId="{BF15F2ED-C7CA-412A-959F-547B0AFE5A23}"/>
    <dgm:cxn modelId="{656940FA-E3A9-481E-8CAE-041DADD08D9F}" type="presOf" srcId="{BDAE7C33-8E26-445C-9E3F-03E4F39F11E3}" destId="{81A02C8E-AE0C-41BC-965F-7FEEAA335A6C}" srcOrd="0" destOrd="0" presId="urn:microsoft.com/office/officeart/2018/2/layout/IconVerticalSolidList"/>
    <dgm:cxn modelId="{C91EE0AA-570C-46F3-9FE1-4CB0E6987678}" type="presParOf" srcId="{11D25BD1-12B5-4D12-8EFE-60BD49EBDD56}" destId="{CC49FBA9-7560-493F-B3E9-3AC24B6542C2}" srcOrd="0" destOrd="0" presId="urn:microsoft.com/office/officeart/2018/2/layout/IconVerticalSolidList"/>
    <dgm:cxn modelId="{66F4A3F3-C9CC-41D1-9F87-4FE612D135D2}" type="presParOf" srcId="{CC49FBA9-7560-493F-B3E9-3AC24B6542C2}" destId="{8693B5F1-09E7-484F-8235-09886FDF9E58}" srcOrd="0" destOrd="0" presId="urn:microsoft.com/office/officeart/2018/2/layout/IconVerticalSolidList"/>
    <dgm:cxn modelId="{49303F60-90B1-4A5E-8796-837DEA5A630E}" type="presParOf" srcId="{CC49FBA9-7560-493F-B3E9-3AC24B6542C2}" destId="{C2126156-143B-4BF8-9AD7-0A2558C2C5DF}" srcOrd="1" destOrd="0" presId="urn:microsoft.com/office/officeart/2018/2/layout/IconVerticalSolidList"/>
    <dgm:cxn modelId="{4CD5CE96-F030-4FD4-BBD6-4880A88DE34F}" type="presParOf" srcId="{CC49FBA9-7560-493F-B3E9-3AC24B6542C2}" destId="{64FE2968-3B53-41BD-BE09-E3B4284C7ACD}" srcOrd="2" destOrd="0" presId="urn:microsoft.com/office/officeart/2018/2/layout/IconVerticalSolidList"/>
    <dgm:cxn modelId="{5D7F2A9A-7E26-4F6F-BB84-92F6BBB28479}" type="presParOf" srcId="{CC49FBA9-7560-493F-B3E9-3AC24B6542C2}" destId="{81A02C8E-AE0C-41BC-965F-7FEEAA335A6C}" srcOrd="3" destOrd="0" presId="urn:microsoft.com/office/officeart/2018/2/layout/IconVerticalSolidList"/>
    <dgm:cxn modelId="{E315BC10-ED6D-44F5-956B-686BAC739328}" type="presParOf" srcId="{11D25BD1-12B5-4D12-8EFE-60BD49EBDD56}" destId="{D71AEC40-5CD2-44D6-A23E-39173A6BA094}" srcOrd="1" destOrd="0" presId="urn:microsoft.com/office/officeart/2018/2/layout/IconVerticalSolidList"/>
    <dgm:cxn modelId="{4252B155-A202-498D-B063-BABE8821638E}" type="presParOf" srcId="{11D25BD1-12B5-4D12-8EFE-60BD49EBDD56}" destId="{BDAFCD6A-3D22-46AC-B06F-7CB132A2A313}" srcOrd="2" destOrd="0" presId="urn:microsoft.com/office/officeart/2018/2/layout/IconVerticalSolidList"/>
    <dgm:cxn modelId="{B3E0FE66-E82D-4036-972E-9E6AF9844D9F}" type="presParOf" srcId="{BDAFCD6A-3D22-46AC-B06F-7CB132A2A313}" destId="{80A07747-E7F0-4111-9907-D2F1F8619CA5}" srcOrd="0" destOrd="0" presId="urn:microsoft.com/office/officeart/2018/2/layout/IconVerticalSolidList"/>
    <dgm:cxn modelId="{1DE60B5B-3043-49E4-BDE6-F100AC01C676}" type="presParOf" srcId="{BDAFCD6A-3D22-46AC-B06F-7CB132A2A313}" destId="{A79AC060-632C-424C-B5D4-17B8D31FE6EA}" srcOrd="1" destOrd="0" presId="urn:microsoft.com/office/officeart/2018/2/layout/IconVerticalSolidList"/>
    <dgm:cxn modelId="{1DFE18B0-D212-45E5-80B0-1FDD7D45CF84}" type="presParOf" srcId="{BDAFCD6A-3D22-46AC-B06F-7CB132A2A313}" destId="{AEDB36B3-38B0-4C4D-A2FE-88D993704DD0}" srcOrd="2" destOrd="0" presId="urn:microsoft.com/office/officeart/2018/2/layout/IconVerticalSolidList"/>
    <dgm:cxn modelId="{91AB3146-5A1B-4B34-8A21-760A4F5D2F96}" type="presParOf" srcId="{BDAFCD6A-3D22-46AC-B06F-7CB132A2A313}" destId="{91C47D33-1BAF-40D3-98B6-DF11D4B62B64}" srcOrd="3" destOrd="0" presId="urn:microsoft.com/office/officeart/2018/2/layout/IconVerticalSolidList"/>
    <dgm:cxn modelId="{32D8079C-D764-4DB6-93FF-5D6E4F134F83}" type="presParOf" srcId="{11D25BD1-12B5-4D12-8EFE-60BD49EBDD56}" destId="{A617B771-DE61-41B0-9882-1BC2C6673B11}" srcOrd="3" destOrd="0" presId="urn:microsoft.com/office/officeart/2018/2/layout/IconVerticalSolidList"/>
    <dgm:cxn modelId="{FE29DBA4-EE67-4BD2-8B0F-421FD8193BC7}" type="presParOf" srcId="{11D25BD1-12B5-4D12-8EFE-60BD49EBDD56}" destId="{6C7EA0EF-1110-419F-A451-6C785D8C06B9}" srcOrd="4" destOrd="0" presId="urn:microsoft.com/office/officeart/2018/2/layout/IconVerticalSolidList"/>
    <dgm:cxn modelId="{E916E84C-EB49-4867-8FCB-4D1209DFB1B5}" type="presParOf" srcId="{6C7EA0EF-1110-419F-A451-6C785D8C06B9}" destId="{E5B22AA8-EF8C-4057-83E1-89DA70AC2A04}" srcOrd="0" destOrd="0" presId="urn:microsoft.com/office/officeart/2018/2/layout/IconVerticalSolidList"/>
    <dgm:cxn modelId="{BCD41804-656D-42CA-8D90-000B6A6098BB}" type="presParOf" srcId="{6C7EA0EF-1110-419F-A451-6C785D8C06B9}" destId="{A8DE018B-93D3-4472-B88D-B151F22DF9AD}" srcOrd="1" destOrd="0" presId="urn:microsoft.com/office/officeart/2018/2/layout/IconVerticalSolidList"/>
    <dgm:cxn modelId="{665074D0-C9CC-4ED8-9310-F71E039BF3B0}" type="presParOf" srcId="{6C7EA0EF-1110-419F-A451-6C785D8C06B9}" destId="{E0E315A5-4000-4C51-AFB4-4FA084335660}" srcOrd="2" destOrd="0" presId="urn:microsoft.com/office/officeart/2018/2/layout/IconVerticalSolidList"/>
    <dgm:cxn modelId="{F3232470-B20F-4FAD-A39B-B865E50483A0}" type="presParOf" srcId="{6C7EA0EF-1110-419F-A451-6C785D8C06B9}" destId="{DF251ED2-FB63-42F5-8C00-437616E75EBC}" srcOrd="3" destOrd="0" presId="urn:microsoft.com/office/officeart/2018/2/layout/IconVerticalSolidList"/>
    <dgm:cxn modelId="{379711BE-04CC-49C3-BA64-06FDC21AC441}" type="presParOf" srcId="{11D25BD1-12B5-4D12-8EFE-60BD49EBDD56}" destId="{04DA1E08-1BC7-479A-8A76-EBB2FF9D2072}" srcOrd="5" destOrd="0" presId="urn:microsoft.com/office/officeart/2018/2/layout/IconVerticalSolidList"/>
    <dgm:cxn modelId="{304ED688-341F-4F68-A56D-97F5CB933B8F}" type="presParOf" srcId="{11D25BD1-12B5-4D12-8EFE-60BD49EBDD56}" destId="{AA9E926C-D836-4C5E-89E0-6506D67D4E43}" srcOrd="6" destOrd="0" presId="urn:microsoft.com/office/officeart/2018/2/layout/IconVerticalSolidList"/>
    <dgm:cxn modelId="{E36BED6E-6D19-4132-8F40-77C76E43E7B2}" type="presParOf" srcId="{AA9E926C-D836-4C5E-89E0-6506D67D4E43}" destId="{A4D2DA49-BB14-4799-B397-41A105EE855A}" srcOrd="0" destOrd="0" presId="urn:microsoft.com/office/officeart/2018/2/layout/IconVerticalSolidList"/>
    <dgm:cxn modelId="{71189027-91A5-43BB-827E-7412E65B2797}" type="presParOf" srcId="{AA9E926C-D836-4C5E-89E0-6506D67D4E43}" destId="{F5973365-1CD1-40B1-AA43-2EB7FFA633E3}" srcOrd="1" destOrd="0" presId="urn:microsoft.com/office/officeart/2018/2/layout/IconVerticalSolidList"/>
    <dgm:cxn modelId="{73E6E4A1-9923-4BA3-AE45-B608B7C7CAAC}" type="presParOf" srcId="{AA9E926C-D836-4C5E-89E0-6506D67D4E43}" destId="{7450357E-F0C5-445B-9F30-59653A121CDD}" srcOrd="2" destOrd="0" presId="urn:microsoft.com/office/officeart/2018/2/layout/IconVerticalSolidList"/>
    <dgm:cxn modelId="{3FEDBFDB-E5B8-4234-B6C7-D1D9BEB4BEFB}" type="presParOf" srcId="{AA9E926C-D836-4C5E-89E0-6506D67D4E43}" destId="{C7918A03-538B-4401-BEB9-C3BD3F9E1351}" srcOrd="3" destOrd="0" presId="urn:microsoft.com/office/officeart/2018/2/layout/IconVerticalSolidList"/>
    <dgm:cxn modelId="{8AE0033D-5C68-4DE7-B3F8-FC03B60E2958}" type="presParOf" srcId="{11D25BD1-12B5-4D12-8EFE-60BD49EBDD56}" destId="{3E0CA58A-3A99-4115-B982-FEDEC73FA0E1}" srcOrd="7" destOrd="0" presId="urn:microsoft.com/office/officeart/2018/2/layout/IconVerticalSolidList"/>
    <dgm:cxn modelId="{749E00B6-DF7D-49A9-970B-704D22066C62}" type="presParOf" srcId="{11D25BD1-12B5-4D12-8EFE-60BD49EBDD56}" destId="{E880A544-CD94-4B55-A79B-3A5DF63F796B}" srcOrd="8" destOrd="0" presId="urn:microsoft.com/office/officeart/2018/2/layout/IconVerticalSolidList"/>
    <dgm:cxn modelId="{FC013113-6BC3-4A5F-BD16-2895F9B6F400}" type="presParOf" srcId="{E880A544-CD94-4B55-A79B-3A5DF63F796B}" destId="{93E0BCBB-7D6C-432E-88F6-B75160958536}" srcOrd="0" destOrd="0" presId="urn:microsoft.com/office/officeart/2018/2/layout/IconVerticalSolidList"/>
    <dgm:cxn modelId="{9ACBC8CA-C2B9-474D-ACF9-5FAD829B5E35}" type="presParOf" srcId="{E880A544-CD94-4B55-A79B-3A5DF63F796B}" destId="{931E85F9-DF3E-4084-A17D-FAE58DA230BC}" srcOrd="1" destOrd="0" presId="urn:microsoft.com/office/officeart/2018/2/layout/IconVerticalSolidList"/>
    <dgm:cxn modelId="{EB7586BF-B4E0-4F23-8208-C2775DA46DAD}" type="presParOf" srcId="{E880A544-CD94-4B55-A79B-3A5DF63F796B}" destId="{1CD3819F-F1CC-4B22-96B7-D884E10A7A5E}" srcOrd="2" destOrd="0" presId="urn:microsoft.com/office/officeart/2018/2/layout/IconVerticalSolidList"/>
    <dgm:cxn modelId="{384110D0-095A-4245-B554-E488D4BFA2D6}" type="presParOf" srcId="{E880A544-CD94-4B55-A79B-3A5DF63F796B}" destId="{424D9345-53AD-4CDE-B4A9-DD99DB7D067E}" srcOrd="3" destOrd="0" presId="urn:microsoft.com/office/officeart/2018/2/layout/IconVerticalSolidList"/>
    <dgm:cxn modelId="{7222379B-BCEF-4C9F-9689-26095AB9FF07}" type="presParOf" srcId="{11D25BD1-12B5-4D12-8EFE-60BD49EBDD56}" destId="{BC0C182C-DCC4-41A5-898F-5923D2F48FCE}" srcOrd="9" destOrd="0" presId="urn:microsoft.com/office/officeart/2018/2/layout/IconVerticalSolidList"/>
    <dgm:cxn modelId="{B0BB3D9B-ACA0-40DD-BA2F-C3AF5E6A29C1}" type="presParOf" srcId="{11D25BD1-12B5-4D12-8EFE-60BD49EBDD56}" destId="{360119CD-DEE5-46DE-AF49-98FE36F730E1}" srcOrd="10" destOrd="0" presId="urn:microsoft.com/office/officeart/2018/2/layout/IconVerticalSolidList"/>
    <dgm:cxn modelId="{E0E859E7-2990-4357-8F01-4091308615D9}" type="presParOf" srcId="{360119CD-DEE5-46DE-AF49-98FE36F730E1}" destId="{5ADBE883-D81C-4C33-939F-41AEA2C80CCC}" srcOrd="0" destOrd="0" presId="urn:microsoft.com/office/officeart/2018/2/layout/IconVerticalSolidList"/>
    <dgm:cxn modelId="{43A11B35-E5C5-4FA9-B372-998A326B4352}" type="presParOf" srcId="{360119CD-DEE5-46DE-AF49-98FE36F730E1}" destId="{CD064CED-467F-4474-A1F2-8FCB334D6099}" srcOrd="1" destOrd="0" presId="urn:microsoft.com/office/officeart/2018/2/layout/IconVerticalSolidList"/>
    <dgm:cxn modelId="{BDB3E632-8E40-4137-B080-CF91097FE489}" type="presParOf" srcId="{360119CD-DEE5-46DE-AF49-98FE36F730E1}" destId="{11BABCB7-47E3-4962-ADFA-67161D4C7B29}" srcOrd="2" destOrd="0" presId="urn:microsoft.com/office/officeart/2018/2/layout/IconVerticalSolidList"/>
    <dgm:cxn modelId="{13F4ADA7-7F51-4279-86DE-B168F4CE1535}" type="presParOf" srcId="{360119CD-DEE5-46DE-AF49-98FE36F730E1}" destId="{A0E98AFF-5492-4D79-980C-1A18CE016D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94ED50-6D17-4C9D-B126-2BB9C32B2B5F}" type="doc">
      <dgm:prSet loTypeId="urn:microsoft.com/office/officeart/2008/layout/AlternatingHexagons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AC3E5B-6377-4A1A-B7A6-DFC73F4085EE}">
      <dgm:prSet/>
      <dgm:spPr/>
      <dgm:t>
        <a:bodyPr/>
        <a:lstStyle/>
        <a:p>
          <a:r>
            <a:rPr lang="pt-BR" dirty="0"/>
            <a:t>🧠 </a:t>
          </a:r>
          <a:r>
            <a:rPr lang="pt-BR" b="1" dirty="0"/>
            <a:t> “Fato ou Fake?” – Big Data </a:t>
          </a:r>
          <a:r>
            <a:rPr lang="pt-BR" b="1" dirty="0" err="1"/>
            <a:t>Edition</a:t>
          </a:r>
          <a:endParaRPr lang="en-US" dirty="0"/>
        </a:p>
      </dgm:t>
    </dgm:pt>
    <dgm:pt modelId="{209EA6A3-ECC6-4043-A114-649A8582BEB1}" type="parTrans" cxnId="{B6BA6049-D951-43F2-944E-7AC6BAF29119}">
      <dgm:prSet/>
      <dgm:spPr/>
      <dgm:t>
        <a:bodyPr/>
        <a:lstStyle/>
        <a:p>
          <a:endParaRPr lang="en-US"/>
        </a:p>
      </dgm:t>
    </dgm:pt>
    <dgm:pt modelId="{6C32D090-B86F-4F67-B4A4-2276850DE2BA}" type="sibTrans" cxnId="{B6BA6049-D951-43F2-944E-7AC6BAF29119}">
      <dgm:prSet/>
      <dgm:spPr/>
      <dgm:t>
        <a:bodyPr/>
        <a:lstStyle/>
        <a:p>
          <a:endParaRPr lang="en-US"/>
        </a:p>
      </dgm:t>
    </dgm:pt>
    <dgm:pt modelId="{49C35CDF-50FD-4638-A3E2-08AF3A29DDAF}">
      <dgm:prSet/>
      <dgm:spPr/>
      <dgm:t>
        <a:bodyPr/>
        <a:lstStyle/>
        <a:p>
          <a:r>
            <a:rPr lang="pt-BR" dirty="0"/>
            <a:t>🧩 </a:t>
          </a:r>
          <a:r>
            <a:rPr lang="pt-BR" b="1" dirty="0"/>
            <a:t> “Quem Sou Eu?” – Conceito Misterioso</a:t>
          </a:r>
          <a:endParaRPr lang="en-US" dirty="0"/>
        </a:p>
      </dgm:t>
    </dgm:pt>
    <dgm:pt modelId="{249821D9-8415-468C-B563-F85E0391C237}" type="parTrans" cxnId="{D16706AC-A022-4898-B463-EE3920FC28FF}">
      <dgm:prSet/>
      <dgm:spPr/>
      <dgm:t>
        <a:bodyPr/>
        <a:lstStyle/>
        <a:p>
          <a:endParaRPr lang="en-US"/>
        </a:p>
      </dgm:t>
    </dgm:pt>
    <dgm:pt modelId="{FAC95B73-19C8-4955-A932-89238C2E4643}" type="sibTrans" cxnId="{D16706AC-A022-4898-B463-EE3920FC28FF}">
      <dgm:prSet/>
      <dgm:spPr/>
      <dgm:t>
        <a:bodyPr/>
        <a:lstStyle/>
        <a:p>
          <a:endParaRPr lang="en-US"/>
        </a:p>
      </dgm:t>
    </dgm:pt>
    <dgm:pt modelId="{708FA083-ED13-4C42-82F6-A88F4FC377C1}" type="pres">
      <dgm:prSet presAssocID="{0694ED50-6D17-4C9D-B126-2BB9C32B2B5F}" presName="Name0" presStyleCnt="0">
        <dgm:presLayoutVars>
          <dgm:chMax/>
          <dgm:chPref/>
          <dgm:dir/>
          <dgm:animLvl val="lvl"/>
        </dgm:presLayoutVars>
      </dgm:prSet>
      <dgm:spPr/>
    </dgm:pt>
    <dgm:pt modelId="{681CF834-FE2C-4D4F-AA10-D2161F00789B}" type="pres">
      <dgm:prSet presAssocID="{BEAC3E5B-6377-4A1A-B7A6-DFC73F4085EE}" presName="composite" presStyleCnt="0"/>
      <dgm:spPr/>
    </dgm:pt>
    <dgm:pt modelId="{1A9DFDC3-A1A2-4525-A221-8CBDB8D6733C}" type="pres">
      <dgm:prSet presAssocID="{BEAC3E5B-6377-4A1A-B7A6-DFC73F4085EE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7B551E62-2031-4E56-94A3-FCC903D2EC3A}" type="pres">
      <dgm:prSet presAssocID="{BEAC3E5B-6377-4A1A-B7A6-DFC73F4085EE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088A1669-DC46-49F4-BAD4-9517E712C3D0}" type="pres">
      <dgm:prSet presAssocID="{BEAC3E5B-6377-4A1A-B7A6-DFC73F4085EE}" presName="BalanceSpacing" presStyleCnt="0"/>
      <dgm:spPr/>
    </dgm:pt>
    <dgm:pt modelId="{210D7946-E620-408E-8F2E-F7F3500753F4}" type="pres">
      <dgm:prSet presAssocID="{BEAC3E5B-6377-4A1A-B7A6-DFC73F4085EE}" presName="BalanceSpacing1" presStyleCnt="0"/>
      <dgm:spPr/>
    </dgm:pt>
    <dgm:pt modelId="{B8016733-06DE-4107-91BD-D37A32CEB434}" type="pres">
      <dgm:prSet presAssocID="{6C32D090-B86F-4F67-B4A4-2276850DE2BA}" presName="Accent1Text" presStyleLbl="node1" presStyleIdx="1" presStyleCnt="4"/>
      <dgm:spPr/>
    </dgm:pt>
    <dgm:pt modelId="{DBEEE4F2-4057-4CBD-A12F-B18A38E56241}" type="pres">
      <dgm:prSet presAssocID="{6C32D090-B86F-4F67-B4A4-2276850DE2BA}" presName="spaceBetweenRectangles" presStyleCnt="0"/>
      <dgm:spPr/>
    </dgm:pt>
    <dgm:pt modelId="{E61BB715-2202-4919-B7B3-8EFF1D160739}" type="pres">
      <dgm:prSet presAssocID="{49C35CDF-50FD-4638-A3E2-08AF3A29DDAF}" presName="composite" presStyleCnt="0"/>
      <dgm:spPr/>
    </dgm:pt>
    <dgm:pt modelId="{5835F7E0-860A-4AC2-9146-F1A9640359B7}" type="pres">
      <dgm:prSet presAssocID="{49C35CDF-50FD-4638-A3E2-08AF3A29DDAF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20DFAE60-ADAB-4A65-B69B-FB0D5615C405}" type="pres">
      <dgm:prSet presAssocID="{49C35CDF-50FD-4638-A3E2-08AF3A29DDAF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5E94E65F-1892-463F-A620-302BF02FE13B}" type="pres">
      <dgm:prSet presAssocID="{49C35CDF-50FD-4638-A3E2-08AF3A29DDAF}" presName="BalanceSpacing" presStyleCnt="0"/>
      <dgm:spPr/>
    </dgm:pt>
    <dgm:pt modelId="{0D896F25-0602-4735-AD52-957F0F9EBD88}" type="pres">
      <dgm:prSet presAssocID="{49C35CDF-50FD-4638-A3E2-08AF3A29DDAF}" presName="BalanceSpacing1" presStyleCnt="0"/>
      <dgm:spPr/>
    </dgm:pt>
    <dgm:pt modelId="{1D60DD90-AC4D-4F64-A9D8-ACA92AD365A3}" type="pres">
      <dgm:prSet presAssocID="{FAC95B73-19C8-4955-A932-89238C2E4643}" presName="Accent1Text" presStyleLbl="node1" presStyleIdx="3" presStyleCnt="4"/>
      <dgm:spPr/>
    </dgm:pt>
  </dgm:ptLst>
  <dgm:cxnLst>
    <dgm:cxn modelId="{3453120E-0AE4-4574-9574-4B26749C45EE}" type="presOf" srcId="{6C32D090-B86F-4F67-B4A4-2276850DE2BA}" destId="{B8016733-06DE-4107-91BD-D37A32CEB434}" srcOrd="0" destOrd="0" presId="urn:microsoft.com/office/officeart/2008/layout/AlternatingHexagons"/>
    <dgm:cxn modelId="{A5B4D634-B1BD-43DB-8F60-F8311AA3EF76}" type="presOf" srcId="{FAC95B73-19C8-4955-A932-89238C2E4643}" destId="{1D60DD90-AC4D-4F64-A9D8-ACA92AD365A3}" srcOrd="0" destOrd="0" presId="urn:microsoft.com/office/officeart/2008/layout/AlternatingHexagons"/>
    <dgm:cxn modelId="{B6BA6049-D951-43F2-944E-7AC6BAF29119}" srcId="{0694ED50-6D17-4C9D-B126-2BB9C32B2B5F}" destId="{BEAC3E5B-6377-4A1A-B7A6-DFC73F4085EE}" srcOrd="0" destOrd="0" parTransId="{209EA6A3-ECC6-4043-A114-649A8582BEB1}" sibTransId="{6C32D090-B86F-4F67-B4A4-2276850DE2BA}"/>
    <dgm:cxn modelId="{0227E892-5912-4223-8E2D-7787FFC44A04}" type="presOf" srcId="{49C35CDF-50FD-4638-A3E2-08AF3A29DDAF}" destId="{5835F7E0-860A-4AC2-9146-F1A9640359B7}" srcOrd="0" destOrd="0" presId="urn:microsoft.com/office/officeart/2008/layout/AlternatingHexagons"/>
    <dgm:cxn modelId="{D16706AC-A022-4898-B463-EE3920FC28FF}" srcId="{0694ED50-6D17-4C9D-B126-2BB9C32B2B5F}" destId="{49C35CDF-50FD-4638-A3E2-08AF3A29DDAF}" srcOrd="1" destOrd="0" parTransId="{249821D9-8415-468C-B563-F85E0391C237}" sibTransId="{FAC95B73-19C8-4955-A932-89238C2E4643}"/>
    <dgm:cxn modelId="{A39E66C4-91FE-4BF3-B7EC-7C6E97081886}" type="presOf" srcId="{0694ED50-6D17-4C9D-B126-2BB9C32B2B5F}" destId="{708FA083-ED13-4C42-82F6-A88F4FC377C1}" srcOrd="0" destOrd="0" presId="urn:microsoft.com/office/officeart/2008/layout/AlternatingHexagons"/>
    <dgm:cxn modelId="{3DEEA0CA-72F4-46AD-84AA-F412DD3B4E02}" type="presOf" srcId="{BEAC3E5B-6377-4A1A-B7A6-DFC73F4085EE}" destId="{1A9DFDC3-A1A2-4525-A221-8CBDB8D6733C}" srcOrd="0" destOrd="0" presId="urn:microsoft.com/office/officeart/2008/layout/AlternatingHexagons"/>
    <dgm:cxn modelId="{378F71BB-2708-40E0-970F-69AAE261C7DF}" type="presParOf" srcId="{708FA083-ED13-4C42-82F6-A88F4FC377C1}" destId="{681CF834-FE2C-4D4F-AA10-D2161F00789B}" srcOrd="0" destOrd="0" presId="urn:microsoft.com/office/officeart/2008/layout/AlternatingHexagons"/>
    <dgm:cxn modelId="{772920B4-121D-4E5E-A4EE-5F50724E5F5B}" type="presParOf" srcId="{681CF834-FE2C-4D4F-AA10-D2161F00789B}" destId="{1A9DFDC3-A1A2-4525-A221-8CBDB8D6733C}" srcOrd="0" destOrd="0" presId="urn:microsoft.com/office/officeart/2008/layout/AlternatingHexagons"/>
    <dgm:cxn modelId="{B884B4D3-95E4-410E-BF92-0061FE28A663}" type="presParOf" srcId="{681CF834-FE2C-4D4F-AA10-D2161F00789B}" destId="{7B551E62-2031-4E56-94A3-FCC903D2EC3A}" srcOrd="1" destOrd="0" presId="urn:microsoft.com/office/officeart/2008/layout/AlternatingHexagons"/>
    <dgm:cxn modelId="{641E50A4-03EC-41F0-ABF1-C5F37FBFAC85}" type="presParOf" srcId="{681CF834-FE2C-4D4F-AA10-D2161F00789B}" destId="{088A1669-DC46-49F4-BAD4-9517E712C3D0}" srcOrd="2" destOrd="0" presId="urn:microsoft.com/office/officeart/2008/layout/AlternatingHexagons"/>
    <dgm:cxn modelId="{1A8EADCD-1B02-4A64-933C-89DB7E0F85E3}" type="presParOf" srcId="{681CF834-FE2C-4D4F-AA10-D2161F00789B}" destId="{210D7946-E620-408E-8F2E-F7F3500753F4}" srcOrd="3" destOrd="0" presId="urn:microsoft.com/office/officeart/2008/layout/AlternatingHexagons"/>
    <dgm:cxn modelId="{F4B3A016-0B32-44A0-B25D-8226021F6A96}" type="presParOf" srcId="{681CF834-FE2C-4D4F-AA10-D2161F00789B}" destId="{B8016733-06DE-4107-91BD-D37A32CEB434}" srcOrd="4" destOrd="0" presId="urn:microsoft.com/office/officeart/2008/layout/AlternatingHexagons"/>
    <dgm:cxn modelId="{6EEEE611-2464-4189-AEC8-F942481A8377}" type="presParOf" srcId="{708FA083-ED13-4C42-82F6-A88F4FC377C1}" destId="{DBEEE4F2-4057-4CBD-A12F-B18A38E56241}" srcOrd="1" destOrd="0" presId="urn:microsoft.com/office/officeart/2008/layout/AlternatingHexagons"/>
    <dgm:cxn modelId="{86B1D612-C8D0-4847-9908-26FA391ABD3B}" type="presParOf" srcId="{708FA083-ED13-4C42-82F6-A88F4FC377C1}" destId="{E61BB715-2202-4919-B7B3-8EFF1D160739}" srcOrd="2" destOrd="0" presId="urn:microsoft.com/office/officeart/2008/layout/AlternatingHexagons"/>
    <dgm:cxn modelId="{222785F7-7862-4979-BD5B-9B1D95D65320}" type="presParOf" srcId="{E61BB715-2202-4919-B7B3-8EFF1D160739}" destId="{5835F7E0-860A-4AC2-9146-F1A9640359B7}" srcOrd="0" destOrd="0" presId="urn:microsoft.com/office/officeart/2008/layout/AlternatingHexagons"/>
    <dgm:cxn modelId="{78FDAE98-3DD0-414B-862E-B3ADE49754E1}" type="presParOf" srcId="{E61BB715-2202-4919-B7B3-8EFF1D160739}" destId="{20DFAE60-ADAB-4A65-B69B-FB0D5615C405}" srcOrd="1" destOrd="0" presId="urn:microsoft.com/office/officeart/2008/layout/AlternatingHexagons"/>
    <dgm:cxn modelId="{F8607E2D-0D96-4546-8CA7-46D54D229149}" type="presParOf" srcId="{E61BB715-2202-4919-B7B3-8EFF1D160739}" destId="{5E94E65F-1892-463F-A620-302BF02FE13B}" srcOrd="2" destOrd="0" presId="urn:microsoft.com/office/officeart/2008/layout/AlternatingHexagons"/>
    <dgm:cxn modelId="{4CA00CA7-B13F-4D16-A62F-80E3CB1FCFB4}" type="presParOf" srcId="{E61BB715-2202-4919-B7B3-8EFF1D160739}" destId="{0D896F25-0602-4735-AD52-957F0F9EBD88}" srcOrd="3" destOrd="0" presId="urn:microsoft.com/office/officeart/2008/layout/AlternatingHexagons"/>
    <dgm:cxn modelId="{FDDCA2AF-9222-43B1-B8CC-AB0F5A1C3364}" type="presParOf" srcId="{E61BB715-2202-4919-B7B3-8EFF1D160739}" destId="{1D60DD90-AC4D-4F64-A9D8-ACA92AD365A3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A3155D-49C2-4464-9E1C-33F146A7EA9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C4F9C21-625B-4C0F-AAEC-16B685A71CA3}">
      <dgm:prSet/>
      <dgm:spPr/>
      <dgm:t>
        <a:bodyPr/>
        <a:lstStyle/>
        <a:p>
          <a:r>
            <a:rPr lang="pt-BR" b="0" i="0" baseline="0"/>
            <a:t>“Big Data só serve para empresas de tecnologia.”</a:t>
          </a:r>
          <a:endParaRPr lang="en-US"/>
        </a:p>
      </dgm:t>
    </dgm:pt>
    <dgm:pt modelId="{2039FD07-F9D7-4687-AED9-FD54DD4458C4}" type="parTrans" cxnId="{3FC551B4-079C-4750-B10B-41E562498387}">
      <dgm:prSet/>
      <dgm:spPr/>
      <dgm:t>
        <a:bodyPr/>
        <a:lstStyle/>
        <a:p>
          <a:endParaRPr lang="en-US"/>
        </a:p>
      </dgm:t>
    </dgm:pt>
    <dgm:pt modelId="{D9D126EA-DEB4-449D-9756-CCEE6EA757EA}" type="sibTrans" cxnId="{3FC551B4-079C-4750-B10B-41E562498387}">
      <dgm:prSet/>
      <dgm:spPr/>
      <dgm:t>
        <a:bodyPr/>
        <a:lstStyle/>
        <a:p>
          <a:endParaRPr lang="en-US"/>
        </a:p>
      </dgm:t>
    </dgm:pt>
    <dgm:pt modelId="{5D202B6A-75C4-4E03-BCB6-87F39A64643F}">
      <dgm:prSet/>
      <dgm:spPr/>
      <dgm:t>
        <a:bodyPr/>
        <a:lstStyle/>
        <a:p>
          <a:r>
            <a:rPr lang="pt-BR" b="0" i="0" baseline="0"/>
            <a:t>(Fake)</a:t>
          </a:r>
          <a:endParaRPr lang="en-US"/>
        </a:p>
      </dgm:t>
    </dgm:pt>
    <dgm:pt modelId="{D91654D1-E906-4B32-BAC2-6D49A551E95E}" type="parTrans" cxnId="{0F8E7DC5-14D0-4632-8936-F9F282034D6C}">
      <dgm:prSet/>
      <dgm:spPr/>
      <dgm:t>
        <a:bodyPr/>
        <a:lstStyle/>
        <a:p>
          <a:endParaRPr lang="en-US"/>
        </a:p>
      </dgm:t>
    </dgm:pt>
    <dgm:pt modelId="{66253901-F53D-408F-B79F-1BEF7ED3C9AF}" type="sibTrans" cxnId="{0F8E7DC5-14D0-4632-8936-F9F282034D6C}">
      <dgm:prSet/>
      <dgm:spPr/>
      <dgm:t>
        <a:bodyPr/>
        <a:lstStyle/>
        <a:p>
          <a:endParaRPr lang="en-US"/>
        </a:p>
      </dgm:t>
    </dgm:pt>
    <dgm:pt modelId="{F6E29F81-3144-4636-8160-1010EBC37CA9}">
      <dgm:prSet/>
      <dgm:spPr/>
      <dgm:t>
        <a:bodyPr/>
        <a:lstStyle/>
        <a:p>
          <a:r>
            <a:rPr lang="pt-BR" b="0" i="0" baseline="0"/>
            <a:t>“O Spark é mais rápido que o Hadoop MapReduce.”</a:t>
          </a:r>
          <a:endParaRPr lang="en-US"/>
        </a:p>
      </dgm:t>
    </dgm:pt>
    <dgm:pt modelId="{F5EF697B-B64D-42A1-870E-D3A77AF1FADB}" type="parTrans" cxnId="{E06C4B86-6163-4C80-809F-C161931DDE10}">
      <dgm:prSet/>
      <dgm:spPr/>
      <dgm:t>
        <a:bodyPr/>
        <a:lstStyle/>
        <a:p>
          <a:endParaRPr lang="en-US"/>
        </a:p>
      </dgm:t>
    </dgm:pt>
    <dgm:pt modelId="{F5213E60-1512-4BD3-94F8-1B9311D2EB2A}" type="sibTrans" cxnId="{E06C4B86-6163-4C80-809F-C161931DDE10}">
      <dgm:prSet/>
      <dgm:spPr/>
      <dgm:t>
        <a:bodyPr/>
        <a:lstStyle/>
        <a:p>
          <a:endParaRPr lang="en-US"/>
        </a:p>
      </dgm:t>
    </dgm:pt>
    <dgm:pt modelId="{3CF66F6A-8AB1-4A1F-AF08-1BF9CEB8865D}">
      <dgm:prSet/>
      <dgm:spPr/>
      <dgm:t>
        <a:bodyPr/>
        <a:lstStyle/>
        <a:p>
          <a:r>
            <a:rPr lang="pt-BR" b="0" i="0" baseline="0"/>
            <a:t>(Fato)</a:t>
          </a:r>
          <a:endParaRPr lang="en-US"/>
        </a:p>
      </dgm:t>
    </dgm:pt>
    <dgm:pt modelId="{902A55E1-F37D-4147-ABEF-F0258A258607}" type="parTrans" cxnId="{AE1BCA87-A460-4E9E-9A75-573ED15579A5}">
      <dgm:prSet/>
      <dgm:spPr/>
      <dgm:t>
        <a:bodyPr/>
        <a:lstStyle/>
        <a:p>
          <a:endParaRPr lang="en-US"/>
        </a:p>
      </dgm:t>
    </dgm:pt>
    <dgm:pt modelId="{B107168E-1BB9-4155-980D-F229D2D57108}" type="sibTrans" cxnId="{AE1BCA87-A460-4E9E-9A75-573ED15579A5}">
      <dgm:prSet/>
      <dgm:spPr/>
      <dgm:t>
        <a:bodyPr/>
        <a:lstStyle/>
        <a:p>
          <a:endParaRPr lang="en-US"/>
        </a:p>
      </dgm:t>
    </dgm:pt>
    <dgm:pt modelId="{4F17D420-544D-43F1-AFAA-13BA0261666F}">
      <dgm:prSet/>
      <dgm:spPr/>
      <dgm:t>
        <a:bodyPr/>
        <a:lstStyle/>
        <a:p>
          <a:r>
            <a:rPr lang="pt-BR" b="0" i="0" baseline="0"/>
            <a:t>“Dados em tempo real são chamados de dados em streaming.”</a:t>
          </a:r>
          <a:endParaRPr lang="en-US"/>
        </a:p>
      </dgm:t>
    </dgm:pt>
    <dgm:pt modelId="{7F671045-FFEA-4A86-9D1B-E8E38FCFF9CB}" type="parTrans" cxnId="{630C8B1E-7138-4344-83FB-77294805D028}">
      <dgm:prSet/>
      <dgm:spPr/>
      <dgm:t>
        <a:bodyPr/>
        <a:lstStyle/>
        <a:p>
          <a:endParaRPr lang="en-US"/>
        </a:p>
      </dgm:t>
    </dgm:pt>
    <dgm:pt modelId="{B09342F5-6FB7-4EC8-929F-B2E8489C7EFB}" type="sibTrans" cxnId="{630C8B1E-7138-4344-83FB-77294805D028}">
      <dgm:prSet/>
      <dgm:spPr/>
      <dgm:t>
        <a:bodyPr/>
        <a:lstStyle/>
        <a:p>
          <a:endParaRPr lang="en-US"/>
        </a:p>
      </dgm:t>
    </dgm:pt>
    <dgm:pt modelId="{BD60B427-6370-4A29-BA4D-74D26BAEF168}">
      <dgm:prSet/>
      <dgm:spPr/>
      <dgm:t>
        <a:bodyPr/>
        <a:lstStyle/>
        <a:p>
          <a:r>
            <a:rPr lang="pt-BR" b="0" i="0" baseline="0"/>
            <a:t>(Fato)</a:t>
          </a:r>
          <a:endParaRPr lang="en-US"/>
        </a:p>
      </dgm:t>
    </dgm:pt>
    <dgm:pt modelId="{ACB0F905-F626-4302-8FA7-F44A8F92147E}" type="parTrans" cxnId="{BB3810BE-4B2F-4393-BD09-26A1E46AEC13}">
      <dgm:prSet/>
      <dgm:spPr/>
      <dgm:t>
        <a:bodyPr/>
        <a:lstStyle/>
        <a:p>
          <a:endParaRPr lang="en-US"/>
        </a:p>
      </dgm:t>
    </dgm:pt>
    <dgm:pt modelId="{845CB6A7-9815-48C4-A1B6-D06874937710}" type="sibTrans" cxnId="{BB3810BE-4B2F-4393-BD09-26A1E46AEC13}">
      <dgm:prSet/>
      <dgm:spPr/>
      <dgm:t>
        <a:bodyPr/>
        <a:lstStyle/>
        <a:p>
          <a:endParaRPr lang="en-US"/>
        </a:p>
      </dgm:t>
    </dgm:pt>
    <dgm:pt modelId="{0D50EAE8-C504-44BA-A5E5-8F737CECF0D0}">
      <dgm:prSet/>
      <dgm:spPr/>
      <dgm:t>
        <a:bodyPr/>
        <a:lstStyle/>
        <a:p>
          <a:r>
            <a:rPr lang="pt-BR" b="0" i="0" baseline="0"/>
            <a:t>“A LGPD só se aplica a empresas públicas.”</a:t>
          </a:r>
          <a:endParaRPr lang="en-US"/>
        </a:p>
      </dgm:t>
    </dgm:pt>
    <dgm:pt modelId="{FF5F3E45-219B-478D-B087-E68990C2E02E}" type="parTrans" cxnId="{5E0F861D-F32F-44C6-A7E6-7BB29865B9C8}">
      <dgm:prSet/>
      <dgm:spPr/>
      <dgm:t>
        <a:bodyPr/>
        <a:lstStyle/>
        <a:p>
          <a:endParaRPr lang="en-US"/>
        </a:p>
      </dgm:t>
    </dgm:pt>
    <dgm:pt modelId="{0695EA21-E6EB-4139-BD03-8B5DA9B84E43}" type="sibTrans" cxnId="{5E0F861D-F32F-44C6-A7E6-7BB29865B9C8}">
      <dgm:prSet/>
      <dgm:spPr/>
      <dgm:t>
        <a:bodyPr/>
        <a:lstStyle/>
        <a:p>
          <a:endParaRPr lang="en-US"/>
        </a:p>
      </dgm:t>
    </dgm:pt>
    <dgm:pt modelId="{63DE3571-CB21-4B16-8C79-EA4AC26B6A08}">
      <dgm:prSet/>
      <dgm:spPr/>
      <dgm:t>
        <a:bodyPr/>
        <a:lstStyle/>
        <a:p>
          <a:r>
            <a:rPr lang="pt-BR" b="0" i="0" baseline="0"/>
            <a:t>(Fake)</a:t>
          </a:r>
          <a:endParaRPr lang="en-US"/>
        </a:p>
      </dgm:t>
    </dgm:pt>
    <dgm:pt modelId="{B59A6BD7-30D3-43F4-8B93-4420B653B817}" type="parTrans" cxnId="{EDC6BF0B-38A0-4084-87CB-1D8E58899998}">
      <dgm:prSet/>
      <dgm:spPr/>
      <dgm:t>
        <a:bodyPr/>
        <a:lstStyle/>
        <a:p>
          <a:endParaRPr lang="en-US"/>
        </a:p>
      </dgm:t>
    </dgm:pt>
    <dgm:pt modelId="{3EFA7BA0-3B17-4D0B-8FA3-19628DE6015D}" type="sibTrans" cxnId="{EDC6BF0B-38A0-4084-87CB-1D8E58899998}">
      <dgm:prSet/>
      <dgm:spPr/>
      <dgm:t>
        <a:bodyPr/>
        <a:lstStyle/>
        <a:p>
          <a:endParaRPr lang="en-US"/>
        </a:p>
      </dgm:t>
    </dgm:pt>
    <dgm:pt modelId="{30B527D4-33E9-4A00-8203-BEC7902C4393}">
      <dgm:prSet/>
      <dgm:spPr/>
      <dgm:t>
        <a:bodyPr/>
        <a:lstStyle/>
        <a:p>
          <a:r>
            <a:rPr lang="pt-BR" b="0" i="0" baseline="0"/>
            <a:t>“Machine Learning é magia.”</a:t>
          </a:r>
          <a:endParaRPr lang="en-US"/>
        </a:p>
      </dgm:t>
    </dgm:pt>
    <dgm:pt modelId="{57643723-0E00-475A-B6D7-EB49E502302C}" type="parTrans" cxnId="{F8EEF46E-E475-4F13-BC9A-6729A7948610}">
      <dgm:prSet/>
      <dgm:spPr/>
      <dgm:t>
        <a:bodyPr/>
        <a:lstStyle/>
        <a:p>
          <a:endParaRPr lang="en-US"/>
        </a:p>
      </dgm:t>
    </dgm:pt>
    <dgm:pt modelId="{4E51BA46-D903-497E-AA63-BC0E4A6D2BCE}" type="sibTrans" cxnId="{F8EEF46E-E475-4F13-BC9A-6729A7948610}">
      <dgm:prSet/>
      <dgm:spPr/>
      <dgm:t>
        <a:bodyPr/>
        <a:lstStyle/>
        <a:p>
          <a:endParaRPr lang="en-US"/>
        </a:p>
      </dgm:t>
    </dgm:pt>
    <dgm:pt modelId="{8AB45BBA-21F3-4C26-B7D8-688BA97709BE}">
      <dgm:prSet/>
      <dgm:spPr/>
      <dgm:t>
        <a:bodyPr/>
        <a:lstStyle/>
        <a:p>
          <a:r>
            <a:rPr lang="pt-BR" b="0" i="0" baseline="0"/>
            <a:t>(Depende da fé do cientista 😅)</a:t>
          </a:r>
          <a:endParaRPr lang="en-US"/>
        </a:p>
      </dgm:t>
    </dgm:pt>
    <dgm:pt modelId="{7B776353-7AC2-4B20-B2E5-EDD6BB8310F6}" type="parTrans" cxnId="{90D53510-A8F8-4AE4-B1CA-06630DC47D09}">
      <dgm:prSet/>
      <dgm:spPr/>
      <dgm:t>
        <a:bodyPr/>
        <a:lstStyle/>
        <a:p>
          <a:endParaRPr lang="en-US"/>
        </a:p>
      </dgm:t>
    </dgm:pt>
    <dgm:pt modelId="{AB7C16D8-E6B9-448C-B83E-FF33B9E77BF2}" type="sibTrans" cxnId="{90D53510-A8F8-4AE4-B1CA-06630DC47D09}">
      <dgm:prSet/>
      <dgm:spPr/>
      <dgm:t>
        <a:bodyPr/>
        <a:lstStyle/>
        <a:p>
          <a:endParaRPr lang="en-US"/>
        </a:p>
      </dgm:t>
    </dgm:pt>
    <dgm:pt modelId="{04CE671D-D6C3-41A3-9C53-4A2F3E940C64}" type="pres">
      <dgm:prSet presAssocID="{1AA3155D-49C2-4464-9E1C-33F146A7EA93}" presName="root" presStyleCnt="0">
        <dgm:presLayoutVars>
          <dgm:dir/>
          <dgm:resizeHandles val="exact"/>
        </dgm:presLayoutVars>
      </dgm:prSet>
      <dgm:spPr/>
    </dgm:pt>
    <dgm:pt modelId="{A5CCBD9E-D944-4E2D-A3BA-AEF678432D88}" type="pres">
      <dgm:prSet presAssocID="{FC4F9C21-625B-4C0F-AAEC-16B685A71CA3}" presName="compNode" presStyleCnt="0"/>
      <dgm:spPr/>
    </dgm:pt>
    <dgm:pt modelId="{EACBCB28-0DA9-4D9F-93FE-06EA3B7B3291}" type="pres">
      <dgm:prSet presAssocID="{FC4F9C21-625B-4C0F-AAEC-16B685A71CA3}" presName="bgRect" presStyleLbl="bgShp" presStyleIdx="0" presStyleCnt="5"/>
      <dgm:spPr/>
    </dgm:pt>
    <dgm:pt modelId="{E9A160C6-5FDB-478B-9650-2A20B026DA60}" type="pres">
      <dgm:prSet presAssocID="{FC4F9C21-625B-4C0F-AAEC-16B685A71CA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drão"/>
        </a:ext>
      </dgm:extLst>
    </dgm:pt>
    <dgm:pt modelId="{7DE8A076-CBC6-4725-AB31-2D7EC66C6C8C}" type="pres">
      <dgm:prSet presAssocID="{FC4F9C21-625B-4C0F-AAEC-16B685A71CA3}" presName="spaceRect" presStyleCnt="0"/>
      <dgm:spPr/>
    </dgm:pt>
    <dgm:pt modelId="{FC1647B6-7211-422A-A55B-008E60BB98CE}" type="pres">
      <dgm:prSet presAssocID="{FC4F9C21-625B-4C0F-AAEC-16B685A71CA3}" presName="parTx" presStyleLbl="revTx" presStyleIdx="0" presStyleCnt="10">
        <dgm:presLayoutVars>
          <dgm:chMax val="0"/>
          <dgm:chPref val="0"/>
        </dgm:presLayoutVars>
      </dgm:prSet>
      <dgm:spPr/>
    </dgm:pt>
    <dgm:pt modelId="{9A705DE4-0737-4268-8DF2-4FEA46C8441A}" type="pres">
      <dgm:prSet presAssocID="{FC4F9C21-625B-4C0F-AAEC-16B685A71CA3}" presName="desTx" presStyleLbl="revTx" presStyleIdx="1" presStyleCnt="10">
        <dgm:presLayoutVars/>
      </dgm:prSet>
      <dgm:spPr/>
    </dgm:pt>
    <dgm:pt modelId="{47027F91-0644-49A4-A861-A5A7D6F313AC}" type="pres">
      <dgm:prSet presAssocID="{D9D126EA-DEB4-449D-9756-CCEE6EA757EA}" presName="sibTrans" presStyleCnt="0"/>
      <dgm:spPr/>
    </dgm:pt>
    <dgm:pt modelId="{8C0E4086-CF87-45B1-87C5-9682DD7E81F7}" type="pres">
      <dgm:prSet presAssocID="{F6E29F81-3144-4636-8160-1010EBC37CA9}" presName="compNode" presStyleCnt="0"/>
      <dgm:spPr/>
    </dgm:pt>
    <dgm:pt modelId="{BCA90D1E-EF23-494E-825A-44A709EAD3EF}" type="pres">
      <dgm:prSet presAssocID="{F6E29F81-3144-4636-8160-1010EBC37CA9}" presName="bgRect" presStyleLbl="bgShp" presStyleIdx="1" presStyleCnt="5"/>
      <dgm:spPr/>
    </dgm:pt>
    <dgm:pt modelId="{18553A31-B8C3-4787-9744-D2B23BC312FE}" type="pres">
      <dgm:prSet presAssocID="{F6E29F81-3144-4636-8160-1010EBC37CA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9B172AC3-EC13-44E7-95D6-21F624635E83}" type="pres">
      <dgm:prSet presAssocID="{F6E29F81-3144-4636-8160-1010EBC37CA9}" presName="spaceRect" presStyleCnt="0"/>
      <dgm:spPr/>
    </dgm:pt>
    <dgm:pt modelId="{92D64BBA-C428-4E5A-B7C7-9B2176E4BCDC}" type="pres">
      <dgm:prSet presAssocID="{F6E29F81-3144-4636-8160-1010EBC37CA9}" presName="parTx" presStyleLbl="revTx" presStyleIdx="2" presStyleCnt="10">
        <dgm:presLayoutVars>
          <dgm:chMax val="0"/>
          <dgm:chPref val="0"/>
        </dgm:presLayoutVars>
      </dgm:prSet>
      <dgm:spPr/>
    </dgm:pt>
    <dgm:pt modelId="{DF510517-D6B5-4C6E-94DA-4775D84D04FD}" type="pres">
      <dgm:prSet presAssocID="{F6E29F81-3144-4636-8160-1010EBC37CA9}" presName="desTx" presStyleLbl="revTx" presStyleIdx="3" presStyleCnt="10">
        <dgm:presLayoutVars/>
      </dgm:prSet>
      <dgm:spPr/>
    </dgm:pt>
    <dgm:pt modelId="{6136BF03-1ED4-46D1-A415-FB289781A83E}" type="pres">
      <dgm:prSet presAssocID="{F5213E60-1512-4BD3-94F8-1B9311D2EB2A}" presName="sibTrans" presStyleCnt="0"/>
      <dgm:spPr/>
    </dgm:pt>
    <dgm:pt modelId="{5A6A9E37-B4C4-49C6-94F7-F7D48E8F5EA3}" type="pres">
      <dgm:prSet presAssocID="{4F17D420-544D-43F1-AFAA-13BA0261666F}" presName="compNode" presStyleCnt="0"/>
      <dgm:spPr/>
    </dgm:pt>
    <dgm:pt modelId="{7A63E411-0C48-4DD1-9FB8-BD254FE3669F}" type="pres">
      <dgm:prSet presAssocID="{4F17D420-544D-43F1-AFAA-13BA0261666F}" presName="bgRect" presStyleLbl="bgShp" presStyleIdx="2" presStyleCnt="5"/>
      <dgm:spPr/>
    </dgm:pt>
    <dgm:pt modelId="{BDC7F969-3A9F-4432-BEED-B36EF03E5EA8}" type="pres">
      <dgm:prSet presAssocID="{4F17D420-544D-43F1-AFAA-13BA0261666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FD8F0532-9765-406F-8C25-513691E25001}" type="pres">
      <dgm:prSet presAssocID="{4F17D420-544D-43F1-AFAA-13BA0261666F}" presName="spaceRect" presStyleCnt="0"/>
      <dgm:spPr/>
    </dgm:pt>
    <dgm:pt modelId="{99CC9474-C1A0-457C-833C-49E8C73A151E}" type="pres">
      <dgm:prSet presAssocID="{4F17D420-544D-43F1-AFAA-13BA0261666F}" presName="parTx" presStyleLbl="revTx" presStyleIdx="4" presStyleCnt="10">
        <dgm:presLayoutVars>
          <dgm:chMax val="0"/>
          <dgm:chPref val="0"/>
        </dgm:presLayoutVars>
      </dgm:prSet>
      <dgm:spPr/>
    </dgm:pt>
    <dgm:pt modelId="{D72FFE97-E18F-417A-BCD1-E7EF2A1502A1}" type="pres">
      <dgm:prSet presAssocID="{4F17D420-544D-43F1-AFAA-13BA0261666F}" presName="desTx" presStyleLbl="revTx" presStyleIdx="5" presStyleCnt="10">
        <dgm:presLayoutVars/>
      </dgm:prSet>
      <dgm:spPr/>
    </dgm:pt>
    <dgm:pt modelId="{13534B11-8409-4C51-85F6-88D5F297F9E7}" type="pres">
      <dgm:prSet presAssocID="{B09342F5-6FB7-4EC8-929F-B2E8489C7EFB}" presName="sibTrans" presStyleCnt="0"/>
      <dgm:spPr/>
    </dgm:pt>
    <dgm:pt modelId="{C25AB409-B2FC-42DF-A789-14E890AEEE85}" type="pres">
      <dgm:prSet presAssocID="{0D50EAE8-C504-44BA-A5E5-8F737CECF0D0}" presName="compNode" presStyleCnt="0"/>
      <dgm:spPr/>
    </dgm:pt>
    <dgm:pt modelId="{684A5E24-BB94-488D-BDB4-003B1AB2D33F}" type="pres">
      <dgm:prSet presAssocID="{0D50EAE8-C504-44BA-A5E5-8F737CECF0D0}" presName="bgRect" presStyleLbl="bgShp" presStyleIdx="3" presStyleCnt="5"/>
      <dgm:spPr/>
    </dgm:pt>
    <dgm:pt modelId="{ED2DFA15-BECD-407E-B321-B96680A6A502}" type="pres">
      <dgm:prSet presAssocID="{0D50EAE8-C504-44BA-A5E5-8F737CECF0D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868261A8-B53C-4FE8-942F-399CD39782CF}" type="pres">
      <dgm:prSet presAssocID="{0D50EAE8-C504-44BA-A5E5-8F737CECF0D0}" presName="spaceRect" presStyleCnt="0"/>
      <dgm:spPr/>
    </dgm:pt>
    <dgm:pt modelId="{A4CA5C5E-C538-406A-9EA9-C478C499FAAB}" type="pres">
      <dgm:prSet presAssocID="{0D50EAE8-C504-44BA-A5E5-8F737CECF0D0}" presName="parTx" presStyleLbl="revTx" presStyleIdx="6" presStyleCnt="10">
        <dgm:presLayoutVars>
          <dgm:chMax val="0"/>
          <dgm:chPref val="0"/>
        </dgm:presLayoutVars>
      </dgm:prSet>
      <dgm:spPr/>
    </dgm:pt>
    <dgm:pt modelId="{4A82248E-EAC9-44BE-94AB-C1C9F9D4CF67}" type="pres">
      <dgm:prSet presAssocID="{0D50EAE8-C504-44BA-A5E5-8F737CECF0D0}" presName="desTx" presStyleLbl="revTx" presStyleIdx="7" presStyleCnt="10">
        <dgm:presLayoutVars/>
      </dgm:prSet>
      <dgm:spPr/>
    </dgm:pt>
    <dgm:pt modelId="{34A53E1A-F945-43A4-BA91-41F0BFEF86F3}" type="pres">
      <dgm:prSet presAssocID="{0695EA21-E6EB-4139-BD03-8B5DA9B84E43}" presName="sibTrans" presStyleCnt="0"/>
      <dgm:spPr/>
    </dgm:pt>
    <dgm:pt modelId="{EE4F1159-E9B3-4998-AD98-1FA684F56084}" type="pres">
      <dgm:prSet presAssocID="{30B527D4-33E9-4A00-8203-BEC7902C4393}" presName="compNode" presStyleCnt="0"/>
      <dgm:spPr/>
    </dgm:pt>
    <dgm:pt modelId="{3C6F5BBA-2DCD-4F57-AB9D-393E8B30485D}" type="pres">
      <dgm:prSet presAssocID="{30B527D4-33E9-4A00-8203-BEC7902C4393}" presName="bgRect" presStyleLbl="bgShp" presStyleIdx="4" presStyleCnt="5"/>
      <dgm:spPr/>
    </dgm:pt>
    <dgm:pt modelId="{033119E6-DCB1-449B-9249-72BB0B246E94}" type="pres">
      <dgm:prSet presAssocID="{30B527D4-33E9-4A00-8203-BEC7902C439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asco"/>
        </a:ext>
      </dgm:extLst>
    </dgm:pt>
    <dgm:pt modelId="{825BC18C-C5BC-4BF0-9105-F7587F593930}" type="pres">
      <dgm:prSet presAssocID="{30B527D4-33E9-4A00-8203-BEC7902C4393}" presName="spaceRect" presStyleCnt="0"/>
      <dgm:spPr/>
    </dgm:pt>
    <dgm:pt modelId="{2A9F2694-726B-4B3D-BE9F-D51774455819}" type="pres">
      <dgm:prSet presAssocID="{30B527D4-33E9-4A00-8203-BEC7902C4393}" presName="parTx" presStyleLbl="revTx" presStyleIdx="8" presStyleCnt="10">
        <dgm:presLayoutVars>
          <dgm:chMax val="0"/>
          <dgm:chPref val="0"/>
        </dgm:presLayoutVars>
      </dgm:prSet>
      <dgm:spPr/>
    </dgm:pt>
    <dgm:pt modelId="{E33BEA23-2407-4692-913A-0E260D6C9C13}" type="pres">
      <dgm:prSet presAssocID="{30B527D4-33E9-4A00-8203-BEC7902C4393}" presName="desTx" presStyleLbl="revTx" presStyleIdx="9" presStyleCnt="10">
        <dgm:presLayoutVars/>
      </dgm:prSet>
      <dgm:spPr/>
    </dgm:pt>
  </dgm:ptLst>
  <dgm:cxnLst>
    <dgm:cxn modelId="{EDC6BF0B-38A0-4084-87CB-1D8E58899998}" srcId="{0D50EAE8-C504-44BA-A5E5-8F737CECF0D0}" destId="{63DE3571-CB21-4B16-8C79-EA4AC26B6A08}" srcOrd="0" destOrd="0" parTransId="{B59A6BD7-30D3-43F4-8B93-4420B653B817}" sibTransId="{3EFA7BA0-3B17-4D0B-8FA3-19628DE6015D}"/>
    <dgm:cxn modelId="{12FEE00F-87EB-4127-A318-AF3EE111D700}" type="presOf" srcId="{4F17D420-544D-43F1-AFAA-13BA0261666F}" destId="{99CC9474-C1A0-457C-833C-49E8C73A151E}" srcOrd="0" destOrd="0" presId="urn:microsoft.com/office/officeart/2018/2/layout/IconVerticalSolidList"/>
    <dgm:cxn modelId="{90D53510-A8F8-4AE4-B1CA-06630DC47D09}" srcId="{30B527D4-33E9-4A00-8203-BEC7902C4393}" destId="{8AB45BBA-21F3-4C26-B7D8-688BA97709BE}" srcOrd="0" destOrd="0" parTransId="{7B776353-7AC2-4B20-B2E5-EDD6BB8310F6}" sibTransId="{AB7C16D8-E6B9-448C-B83E-FF33B9E77BF2}"/>
    <dgm:cxn modelId="{5A5A7317-60D9-435A-9B8F-B4007E872C6E}" type="presOf" srcId="{63DE3571-CB21-4B16-8C79-EA4AC26B6A08}" destId="{4A82248E-EAC9-44BE-94AB-C1C9F9D4CF67}" srcOrd="0" destOrd="0" presId="urn:microsoft.com/office/officeart/2018/2/layout/IconVerticalSolidList"/>
    <dgm:cxn modelId="{5E0F861D-F32F-44C6-A7E6-7BB29865B9C8}" srcId="{1AA3155D-49C2-4464-9E1C-33F146A7EA93}" destId="{0D50EAE8-C504-44BA-A5E5-8F737CECF0D0}" srcOrd="3" destOrd="0" parTransId="{FF5F3E45-219B-478D-B087-E68990C2E02E}" sibTransId="{0695EA21-E6EB-4139-BD03-8B5DA9B84E43}"/>
    <dgm:cxn modelId="{630C8B1E-7138-4344-83FB-77294805D028}" srcId="{1AA3155D-49C2-4464-9E1C-33F146A7EA93}" destId="{4F17D420-544D-43F1-AFAA-13BA0261666F}" srcOrd="2" destOrd="0" parTransId="{7F671045-FFEA-4A86-9D1B-E8E38FCFF9CB}" sibTransId="{B09342F5-6FB7-4EC8-929F-B2E8489C7EFB}"/>
    <dgm:cxn modelId="{3BF3B848-1439-49E8-802D-9FC2FFA89E96}" type="presOf" srcId="{5D202B6A-75C4-4E03-BCB6-87F39A64643F}" destId="{9A705DE4-0737-4268-8DF2-4FEA46C8441A}" srcOrd="0" destOrd="0" presId="urn:microsoft.com/office/officeart/2018/2/layout/IconVerticalSolidList"/>
    <dgm:cxn modelId="{C0B8B44E-5E3E-44C8-AE69-99C262989FDE}" type="presOf" srcId="{FC4F9C21-625B-4C0F-AAEC-16B685A71CA3}" destId="{FC1647B6-7211-422A-A55B-008E60BB98CE}" srcOrd="0" destOrd="0" presId="urn:microsoft.com/office/officeart/2018/2/layout/IconVerticalSolidList"/>
    <dgm:cxn modelId="{F8EEF46E-E475-4F13-BC9A-6729A7948610}" srcId="{1AA3155D-49C2-4464-9E1C-33F146A7EA93}" destId="{30B527D4-33E9-4A00-8203-BEC7902C4393}" srcOrd="4" destOrd="0" parTransId="{57643723-0E00-475A-B6D7-EB49E502302C}" sibTransId="{4E51BA46-D903-497E-AA63-BC0E4A6D2BCE}"/>
    <dgm:cxn modelId="{7CAB1C51-7E44-4F15-9A5F-E4D472621FA1}" type="presOf" srcId="{3CF66F6A-8AB1-4A1F-AF08-1BF9CEB8865D}" destId="{DF510517-D6B5-4C6E-94DA-4775D84D04FD}" srcOrd="0" destOrd="0" presId="urn:microsoft.com/office/officeart/2018/2/layout/IconVerticalSolidList"/>
    <dgm:cxn modelId="{CDC13F55-767A-48D8-B140-419EF6098AB9}" type="presOf" srcId="{30B527D4-33E9-4A00-8203-BEC7902C4393}" destId="{2A9F2694-726B-4B3D-BE9F-D51774455819}" srcOrd="0" destOrd="0" presId="urn:microsoft.com/office/officeart/2018/2/layout/IconVerticalSolidList"/>
    <dgm:cxn modelId="{E06C4B86-6163-4C80-809F-C161931DDE10}" srcId="{1AA3155D-49C2-4464-9E1C-33F146A7EA93}" destId="{F6E29F81-3144-4636-8160-1010EBC37CA9}" srcOrd="1" destOrd="0" parTransId="{F5EF697B-B64D-42A1-870E-D3A77AF1FADB}" sibTransId="{F5213E60-1512-4BD3-94F8-1B9311D2EB2A}"/>
    <dgm:cxn modelId="{AE1BCA87-A460-4E9E-9A75-573ED15579A5}" srcId="{F6E29F81-3144-4636-8160-1010EBC37CA9}" destId="{3CF66F6A-8AB1-4A1F-AF08-1BF9CEB8865D}" srcOrd="0" destOrd="0" parTransId="{902A55E1-F37D-4147-ABEF-F0258A258607}" sibTransId="{B107168E-1BB9-4155-980D-F229D2D57108}"/>
    <dgm:cxn modelId="{3FC551B4-079C-4750-B10B-41E562498387}" srcId="{1AA3155D-49C2-4464-9E1C-33F146A7EA93}" destId="{FC4F9C21-625B-4C0F-AAEC-16B685A71CA3}" srcOrd="0" destOrd="0" parTransId="{2039FD07-F9D7-4687-AED9-FD54DD4458C4}" sibTransId="{D9D126EA-DEB4-449D-9756-CCEE6EA757EA}"/>
    <dgm:cxn modelId="{BB3810BE-4B2F-4393-BD09-26A1E46AEC13}" srcId="{4F17D420-544D-43F1-AFAA-13BA0261666F}" destId="{BD60B427-6370-4A29-BA4D-74D26BAEF168}" srcOrd="0" destOrd="0" parTransId="{ACB0F905-F626-4302-8FA7-F44A8F92147E}" sibTransId="{845CB6A7-9815-48C4-A1B6-D06874937710}"/>
    <dgm:cxn modelId="{0F8E7DC5-14D0-4632-8936-F9F282034D6C}" srcId="{FC4F9C21-625B-4C0F-AAEC-16B685A71CA3}" destId="{5D202B6A-75C4-4E03-BCB6-87F39A64643F}" srcOrd="0" destOrd="0" parTransId="{D91654D1-E906-4B32-BAC2-6D49A551E95E}" sibTransId="{66253901-F53D-408F-B79F-1BEF7ED3C9AF}"/>
    <dgm:cxn modelId="{EA3736C7-410A-44A4-BDDC-5AD90167DC6F}" type="presOf" srcId="{F6E29F81-3144-4636-8160-1010EBC37CA9}" destId="{92D64BBA-C428-4E5A-B7C7-9B2176E4BCDC}" srcOrd="0" destOrd="0" presId="urn:microsoft.com/office/officeart/2018/2/layout/IconVerticalSolidList"/>
    <dgm:cxn modelId="{BFEDABD3-E184-4DEC-961F-A1FEEFF270AE}" type="presOf" srcId="{8AB45BBA-21F3-4C26-B7D8-688BA97709BE}" destId="{E33BEA23-2407-4692-913A-0E260D6C9C13}" srcOrd="0" destOrd="0" presId="urn:microsoft.com/office/officeart/2018/2/layout/IconVerticalSolidList"/>
    <dgm:cxn modelId="{80814ED6-8051-4A3E-8A87-F39267C4FD88}" type="presOf" srcId="{BD60B427-6370-4A29-BA4D-74D26BAEF168}" destId="{D72FFE97-E18F-417A-BCD1-E7EF2A1502A1}" srcOrd="0" destOrd="0" presId="urn:microsoft.com/office/officeart/2018/2/layout/IconVerticalSolidList"/>
    <dgm:cxn modelId="{54B1CADC-ABCA-49FA-A784-3391F233BE81}" type="presOf" srcId="{1AA3155D-49C2-4464-9E1C-33F146A7EA93}" destId="{04CE671D-D6C3-41A3-9C53-4A2F3E940C64}" srcOrd="0" destOrd="0" presId="urn:microsoft.com/office/officeart/2018/2/layout/IconVerticalSolidList"/>
    <dgm:cxn modelId="{673C35FE-47D1-450F-A631-52C4858E7814}" type="presOf" srcId="{0D50EAE8-C504-44BA-A5E5-8F737CECF0D0}" destId="{A4CA5C5E-C538-406A-9EA9-C478C499FAAB}" srcOrd="0" destOrd="0" presId="urn:microsoft.com/office/officeart/2018/2/layout/IconVerticalSolidList"/>
    <dgm:cxn modelId="{5F46F04D-F4A5-430F-ACC9-52A40BF52232}" type="presParOf" srcId="{04CE671D-D6C3-41A3-9C53-4A2F3E940C64}" destId="{A5CCBD9E-D944-4E2D-A3BA-AEF678432D88}" srcOrd="0" destOrd="0" presId="urn:microsoft.com/office/officeart/2018/2/layout/IconVerticalSolidList"/>
    <dgm:cxn modelId="{1C8147FD-2FAE-4E80-B5F1-E26DD63BB89C}" type="presParOf" srcId="{A5CCBD9E-D944-4E2D-A3BA-AEF678432D88}" destId="{EACBCB28-0DA9-4D9F-93FE-06EA3B7B3291}" srcOrd="0" destOrd="0" presId="urn:microsoft.com/office/officeart/2018/2/layout/IconVerticalSolidList"/>
    <dgm:cxn modelId="{4C98A7A3-FB59-4243-8596-904726C8CA45}" type="presParOf" srcId="{A5CCBD9E-D944-4E2D-A3BA-AEF678432D88}" destId="{E9A160C6-5FDB-478B-9650-2A20B026DA60}" srcOrd="1" destOrd="0" presId="urn:microsoft.com/office/officeart/2018/2/layout/IconVerticalSolidList"/>
    <dgm:cxn modelId="{8421DA9A-7151-467B-AD35-B703A768AA99}" type="presParOf" srcId="{A5CCBD9E-D944-4E2D-A3BA-AEF678432D88}" destId="{7DE8A076-CBC6-4725-AB31-2D7EC66C6C8C}" srcOrd="2" destOrd="0" presId="urn:microsoft.com/office/officeart/2018/2/layout/IconVerticalSolidList"/>
    <dgm:cxn modelId="{86C898F5-28D7-4D2D-8874-63F563DF49F7}" type="presParOf" srcId="{A5CCBD9E-D944-4E2D-A3BA-AEF678432D88}" destId="{FC1647B6-7211-422A-A55B-008E60BB98CE}" srcOrd="3" destOrd="0" presId="urn:microsoft.com/office/officeart/2018/2/layout/IconVerticalSolidList"/>
    <dgm:cxn modelId="{FA4EF261-CE4D-4892-8339-7B5A9859CB0F}" type="presParOf" srcId="{A5CCBD9E-D944-4E2D-A3BA-AEF678432D88}" destId="{9A705DE4-0737-4268-8DF2-4FEA46C8441A}" srcOrd="4" destOrd="0" presId="urn:microsoft.com/office/officeart/2018/2/layout/IconVerticalSolidList"/>
    <dgm:cxn modelId="{DBC80D60-33C2-4AF2-92C2-A6C11FF8B608}" type="presParOf" srcId="{04CE671D-D6C3-41A3-9C53-4A2F3E940C64}" destId="{47027F91-0644-49A4-A861-A5A7D6F313AC}" srcOrd="1" destOrd="0" presId="urn:microsoft.com/office/officeart/2018/2/layout/IconVerticalSolidList"/>
    <dgm:cxn modelId="{8A5E4212-D618-4D42-AF49-4E60DC3F55F4}" type="presParOf" srcId="{04CE671D-D6C3-41A3-9C53-4A2F3E940C64}" destId="{8C0E4086-CF87-45B1-87C5-9682DD7E81F7}" srcOrd="2" destOrd="0" presId="urn:microsoft.com/office/officeart/2018/2/layout/IconVerticalSolidList"/>
    <dgm:cxn modelId="{EE7C40C7-5B74-4D49-B6E8-80A63201160F}" type="presParOf" srcId="{8C0E4086-CF87-45B1-87C5-9682DD7E81F7}" destId="{BCA90D1E-EF23-494E-825A-44A709EAD3EF}" srcOrd="0" destOrd="0" presId="urn:microsoft.com/office/officeart/2018/2/layout/IconVerticalSolidList"/>
    <dgm:cxn modelId="{2342A40F-98A7-4459-ADB0-07BACC09B4FE}" type="presParOf" srcId="{8C0E4086-CF87-45B1-87C5-9682DD7E81F7}" destId="{18553A31-B8C3-4787-9744-D2B23BC312FE}" srcOrd="1" destOrd="0" presId="urn:microsoft.com/office/officeart/2018/2/layout/IconVerticalSolidList"/>
    <dgm:cxn modelId="{4424FC85-0F62-41C4-A39E-E399F92C04A6}" type="presParOf" srcId="{8C0E4086-CF87-45B1-87C5-9682DD7E81F7}" destId="{9B172AC3-EC13-44E7-95D6-21F624635E83}" srcOrd="2" destOrd="0" presId="urn:microsoft.com/office/officeart/2018/2/layout/IconVerticalSolidList"/>
    <dgm:cxn modelId="{07FEDFE7-4765-484A-8DF2-75BEDB50B2BC}" type="presParOf" srcId="{8C0E4086-CF87-45B1-87C5-9682DD7E81F7}" destId="{92D64BBA-C428-4E5A-B7C7-9B2176E4BCDC}" srcOrd="3" destOrd="0" presId="urn:microsoft.com/office/officeart/2018/2/layout/IconVerticalSolidList"/>
    <dgm:cxn modelId="{051B662E-B293-48A1-8DB9-97A288E22C98}" type="presParOf" srcId="{8C0E4086-CF87-45B1-87C5-9682DD7E81F7}" destId="{DF510517-D6B5-4C6E-94DA-4775D84D04FD}" srcOrd="4" destOrd="0" presId="urn:microsoft.com/office/officeart/2018/2/layout/IconVerticalSolidList"/>
    <dgm:cxn modelId="{0F4ECF20-1E9F-44D5-B8A7-41DAC6F95C50}" type="presParOf" srcId="{04CE671D-D6C3-41A3-9C53-4A2F3E940C64}" destId="{6136BF03-1ED4-46D1-A415-FB289781A83E}" srcOrd="3" destOrd="0" presId="urn:microsoft.com/office/officeart/2018/2/layout/IconVerticalSolidList"/>
    <dgm:cxn modelId="{7303B9EB-45CD-4D4E-A146-1A4E5C91B11E}" type="presParOf" srcId="{04CE671D-D6C3-41A3-9C53-4A2F3E940C64}" destId="{5A6A9E37-B4C4-49C6-94F7-F7D48E8F5EA3}" srcOrd="4" destOrd="0" presId="urn:microsoft.com/office/officeart/2018/2/layout/IconVerticalSolidList"/>
    <dgm:cxn modelId="{A233D83E-B009-4342-9950-A1316EEA00AE}" type="presParOf" srcId="{5A6A9E37-B4C4-49C6-94F7-F7D48E8F5EA3}" destId="{7A63E411-0C48-4DD1-9FB8-BD254FE3669F}" srcOrd="0" destOrd="0" presId="urn:microsoft.com/office/officeart/2018/2/layout/IconVerticalSolidList"/>
    <dgm:cxn modelId="{982A5E80-4DF4-461B-9DBB-BC43104EF83D}" type="presParOf" srcId="{5A6A9E37-B4C4-49C6-94F7-F7D48E8F5EA3}" destId="{BDC7F969-3A9F-4432-BEED-B36EF03E5EA8}" srcOrd="1" destOrd="0" presId="urn:microsoft.com/office/officeart/2018/2/layout/IconVerticalSolidList"/>
    <dgm:cxn modelId="{6F008AFE-5CB4-431E-8A9E-4362A61450D3}" type="presParOf" srcId="{5A6A9E37-B4C4-49C6-94F7-F7D48E8F5EA3}" destId="{FD8F0532-9765-406F-8C25-513691E25001}" srcOrd="2" destOrd="0" presId="urn:microsoft.com/office/officeart/2018/2/layout/IconVerticalSolidList"/>
    <dgm:cxn modelId="{B53DACBA-D896-4801-9B8E-D85E9F3698D7}" type="presParOf" srcId="{5A6A9E37-B4C4-49C6-94F7-F7D48E8F5EA3}" destId="{99CC9474-C1A0-457C-833C-49E8C73A151E}" srcOrd="3" destOrd="0" presId="urn:microsoft.com/office/officeart/2018/2/layout/IconVerticalSolidList"/>
    <dgm:cxn modelId="{A64D99CD-E38F-418C-8F85-4A29672DED63}" type="presParOf" srcId="{5A6A9E37-B4C4-49C6-94F7-F7D48E8F5EA3}" destId="{D72FFE97-E18F-417A-BCD1-E7EF2A1502A1}" srcOrd="4" destOrd="0" presId="urn:microsoft.com/office/officeart/2018/2/layout/IconVerticalSolidList"/>
    <dgm:cxn modelId="{571C0A20-A82F-4375-A477-1986799707AC}" type="presParOf" srcId="{04CE671D-D6C3-41A3-9C53-4A2F3E940C64}" destId="{13534B11-8409-4C51-85F6-88D5F297F9E7}" srcOrd="5" destOrd="0" presId="urn:microsoft.com/office/officeart/2018/2/layout/IconVerticalSolidList"/>
    <dgm:cxn modelId="{DDFD0C08-F34F-4FBC-B65D-250714030460}" type="presParOf" srcId="{04CE671D-D6C3-41A3-9C53-4A2F3E940C64}" destId="{C25AB409-B2FC-42DF-A789-14E890AEEE85}" srcOrd="6" destOrd="0" presId="urn:microsoft.com/office/officeart/2018/2/layout/IconVerticalSolidList"/>
    <dgm:cxn modelId="{67F1F9F7-5E47-427A-9DE3-4DFF78226D9F}" type="presParOf" srcId="{C25AB409-B2FC-42DF-A789-14E890AEEE85}" destId="{684A5E24-BB94-488D-BDB4-003B1AB2D33F}" srcOrd="0" destOrd="0" presId="urn:microsoft.com/office/officeart/2018/2/layout/IconVerticalSolidList"/>
    <dgm:cxn modelId="{BB8F9A2B-D934-47E0-A7C7-23DD964DA908}" type="presParOf" srcId="{C25AB409-B2FC-42DF-A789-14E890AEEE85}" destId="{ED2DFA15-BECD-407E-B321-B96680A6A502}" srcOrd="1" destOrd="0" presId="urn:microsoft.com/office/officeart/2018/2/layout/IconVerticalSolidList"/>
    <dgm:cxn modelId="{E02CE932-44A4-4835-99DF-B9140D1E3BE9}" type="presParOf" srcId="{C25AB409-B2FC-42DF-A789-14E890AEEE85}" destId="{868261A8-B53C-4FE8-942F-399CD39782CF}" srcOrd="2" destOrd="0" presId="urn:microsoft.com/office/officeart/2018/2/layout/IconVerticalSolidList"/>
    <dgm:cxn modelId="{36CBA779-B90F-4012-8F6B-BAFB919E0889}" type="presParOf" srcId="{C25AB409-B2FC-42DF-A789-14E890AEEE85}" destId="{A4CA5C5E-C538-406A-9EA9-C478C499FAAB}" srcOrd="3" destOrd="0" presId="urn:microsoft.com/office/officeart/2018/2/layout/IconVerticalSolidList"/>
    <dgm:cxn modelId="{2D158DA7-215E-43D7-A020-25A9170BFAB5}" type="presParOf" srcId="{C25AB409-B2FC-42DF-A789-14E890AEEE85}" destId="{4A82248E-EAC9-44BE-94AB-C1C9F9D4CF67}" srcOrd="4" destOrd="0" presId="urn:microsoft.com/office/officeart/2018/2/layout/IconVerticalSolidList"/>
    <dgm:cxn modelId="{510893A6-0970-4D1F-8D6B-878D695A0B5B}" type="presParOf" srcId="{04CE671D-D6C3-41A3-9C53-4A2F3E940C64}" destId="{34A53E1A-F945-43A4-BA91-41F0BFEF86F3}" srcOrd="7" destOrd="0" presId="urn:microsoft.com/office/officeart/2018/2/layout/IconVerticalSolidList"/>
    <dgm:cxn modelId="{C7FD9847-2AE8-43F9-8E89-03F1EE075372}" type="presParOf" srcId="{04CE671D-D6C3-41A3-9C53-4A2F3E940C64}" destId="{EE4F1159-E9B3-4998-AD98-1FA684F56084}" srcOrd="8" destOrd="0" presId="urn:microsoft.com/office/officeart/2018/2/layout/IconVerticalSolidList"/>
    <dgm:cxn modelId="{8E2523F3-544D-4CD4-B5B0-B8067E1FB00D}" type="presParOf" srcId="{EE4F1159-E9B3-4998-AD98-1FA684F56084}" destId="{3C6F5BBA-2DCD-4F57-AB9D-393E8B30485D}" srcOrd="0" destOrd="0" presId="urn:microsoft.com/office/officeart/2018/2/layout/IconVerticalSolidList"/>
    <dgm:cxn modelId="{65FB2E58-4DBA-482D-8A61-6D495C3BAC1B}" type="presParOf" srcId="{EE4F1159-E9B3-4998-AD98-1FA684F56084}" destId="{033119E6-DCB1-449B-9249-72BB0B246E94}" srcOrd="1" destOrd="0" presId="urn:microsoft.com/office/officeart/2018/2/layout/IconVerticalSolidList"/>
    <dgm:cxn modelId="{9F799BCA-0CC7-4F28-85BC-B2C38A2BE2C8}" type="presParOf" srcId="{EE4F1159-E9B3-4998-AD98-1FA684F56084}" destId="{825BC18C-C5BC-4BF0-9105-F7587F593930}" srcOrd="2" destOrd="0" presId="urn:microsoft.com/office/officeart/2018/2/layout/IconVerticalSolidList"/>
    <dgm:cxn modelId="{8644519D-90D1-4264-B107-F07FF50B80F3}" type="presParOf" srcId="{EE4F1159-E9B3-4998-AD98-1FA684F56084}" destId="{2A9F2694-726B-4B3D-BE9F-D51774455819}" srcOrd="3" destOrd="0" presId="urn:microsoft.com/office/officeart/2018/2/layout/IconVerticalSolidList"/>
    <dgm:cxn modelId="{BF42ADAC-EC0E-49DE-82B8-106273961582}" type="presParOf" srcId="{EE4F1159-E9B3-4998-AD98-1FA684F56084}" destId="{E33BEA23-2407-4692-913A-0E260D6C9C1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6A76F1-614D-43E3-80C4-26E00A3E03C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4C0DAAE-C4E6-4E88-A839-2093AAA597FD}">
      <dgm:prSet/>
      <dgm:spPr/>
      <dgm:t>
        <a:bodyPr/>
        <a:lstStyle/>
        <a:p>
          <a:pPr>
            <a:defRPr b="1"/>
          </a:pPr>
          <a:r>
            <a:rPr lang="pt-BR" b="0" i="0" baseline="0"/>
            <a:t>🧠 </a:t>
          </a:r>
          <a:r>
            <a:rPr lang="pt-BR" b="0" i="1" baseline="0"/>
            <a:t>“Sou rápido, gosto de memória RAM e odeio lentidão. Vivo em ambientes distribuídos e adoro MLlib. Quem sou eu?”</a:t>
          </a:r>
          <a:endParaRPr lang="en-US"/>
        </a:p>
      </dgm:t>
    </dgm:pt>
    <dgm:pt modelId="{692792A0-0645-4EB8-8C19-6CC75994E980}" type="parTrans" cxnId="{968D7C48-4192-470D-9851-99B27C9B0123}">
      <dgm:prSet/>
      <dgm:spPr/>
      <dgm:t>
        <a:bodyPr/>
        <a:lstStyle/>
        <a:p>
          <a:endParaRPr lang="en-US"/>
        </a:p>
      </dgm:t>
    </dgm:pt>
    <dgm:pt modelId="{3AB00220-7E10-4A0E-B8EC-F0EEAD55D5CE}" type="sibTrans" cxnId="{968D7C48-4192-470D-9851-99B27C9B0123}">
      <dgm:prSet/>
      <dgm:spPr/>
      <dgm:t>
        <a:bodyPr/>
        <a:lstStyle/>
        <a:p>
          <a:endParaRPr lang="en-US"/>
        </a:p>
      </dgm:t>
    </dgm:pt>
    <dgm:pt modelId="{E8BF0770-7AD4-4803-8003-617E51969D50}">
      <dgm:prSet/>
      <dgm:spPr/>
      <dgm:t>
        <a:bodyPr/>
        <a:lstStyle/>
        <a:p>
          <a:r>
            <a:rPr lang="pt-BR" b="0" i="0" baseline="0"/>
            <a:t>(Resposta: Spark)</a:t>
          </a:r>
          <a:endParaRPr lang="en-US"/>
        </a:p>
      </dgm:t>
    </dgm:pt>
    <dgm:pt modelId="{7E44317B-15D7-40B7-9C5C-72D16477D7FE}" type="parTrans" cxnId="{33DA8DD8-412A-4C7D-A398-DD81EB059F42}">
      <dgm:prSet/>
      <dgm:spPr/>
      <dgm:t>
        <a:bodyPr/>
        <a:lstStyle/>
        <a:p>
          <a:endParaRPr lang="en-US"/>
        </a:p>
      </dgm:t>
    </dgm:pt>
    <dgm:pt modelId="{C8273FCD-0FA3-468D-A9C4-09D623AEA804}" type="sibTrans" cxnId="{33DA8DD8-412A-4C7D-A398-DD81EB059F42}">
      <dgm:prSet/>
      <dgm:spPr/>
      <dgm:t>
        <a:bodyPr/>
        <a:lstStyle/>
        <a:p>
          <a:endParaRPr lang="en-US"/>
        </a:p>
      </dgm:t>
    </dgm:pt>
    <dgm:pt modelId="{9BA94552-6F57-443D-B07A-550BDE39B85E}">
      <dgm:prSet/>
      <dgm:spPr/>
      <dgm:t>
        <a:bodyPr/>
        <a:lstStyle/>
        <a:p>
          <a:pPr>
            <a:defRPr b="1"/>
          </a:pPr>
          <a:r>
            <a:rPr lang="pt-BR" b="0" i="0" baseline="0"/>
            <a:t>🛢 </a:t>
          </a:r>
          <a:r>
            <a:rPr lang="pt-BR" b="0" i="1" baseline="0"/>
            <a:t>“Guardo tudo, estruturado ou não. Não julgo ninguém, só armazeno. Às vezes sou confuso, mas flexível.”</a:t>
          </a:r>
          <a:endParaRPr lang="en-US"/>
        </a:p>
      </dgm:t>
    </dgm:pt>
    <dgm:pt modelId="{7BE11ED3-E227-429E-8DC6-6D1BC7D5605D}" type="parTrans" cxnId="{A937BE9A-A633-4513-A47F-9435FD671A92}">
      <dgm:prSet/>
      <dgm:spPr/>
      <dgm:t>
        <a:bodyPr/>
        <a:lstStyle/>
        <a:p>
          <a:endParaRPr lang="en-US"/>
        </a:p>
      </dgm:t>
    </dgm:pt>
    <dgm:pt modelId="{2084BCC0-2F8D-41E8-9FC3-4C48B905230D}" type="sibTrans" cxnId="{A937BE9A-A633-4513-A47F-9435FD671A92}">
      <dgm:prSet/>
      <dgm:spPr/>
      <dgm:t>
        <a:bodyPr/>
        <a:lstStyle/>
        <a:p>
          <a:endParaRPr lang="en-US"/>
        </a:p>
      </dgm:t>
    </dgm:pt>
    <dgm:pt modelId="{FD48592F-AB5C-45A9-BCD7-4AB202F68606}">
      <dgm:prSet/>
      <dgm:spPr/>
      <dgm:t>
        <a:bodyPr/>
        <a:lstStyle/>
        <a:p>
          <a:r>
            <a:rPr lang="pt-BR" b="0" i="0" baseline="0"/>
            <a:t>(Resposta: Data Lake)</a:t>
          </a:r>
          <a:endParaRPr lang="en-US"/>
        </a:p>
      </dgm:t>
    </dgm:pt>
    <dgm:pt modelId="{FADF24FC-1A81-452C-AB63-C5163FB9DFAB}" type="parTrans" cxnId="{38D58C23-628F-4875-80D7-7016E3A50B4D}">
      <dgm:prSet/>
      <dgm:spPr/>
      <dgm:t>
        <a:bodyPr/>
        <a:lstStyle/>
        <a:p>
          <a:endParaRPr lang="en-US"/>
        </a:p>
      </dgm:t>
    </dgm:pt>
    <dgm:pt modelId="{EE611DD4-BF83-43B0-9F48-3E5E7F59C86E}" type="sibTrans" cxnId="{38D58C23-628F-4875-80D7-7016E3A50B4D}">
      <dgm:prSet/>
      <dgm:spPr/>
      <dgm:t>
        <a:bodyPr/>
        <a:lstStyle/>
        <a:p>
          <a:endParaRPr lang="en-US"/>
        </a:p>
      </dgm:t>
    </dgm:pt>
    <dgm:pt modelId="{E53BCF61-4593-4E35-A039-FAEF974CAF0E}" type="pres">
      <dgm:prSet presAssocID="{C86A76F1-614D-43E3-80C4-26E00A3E03CB}" presName="root" presStyleCnt="0">
        <dgm:presLayoutVars>
          <dgm:dir/>
          <dgm:resizeHandles val="exact"/>
        </dgm:presLayoutVars>
      </dgm:prSet>
      <dgm:spPr/>
    </dgm:pt>
    <dgm:pt modelId="{738E6E24-6F0F-4EEF-97DD-4E3F823C9E3B}" type="pres">
      <dgm:prSet presAssocID="{14C0DAAE-C4E6-4E88-A839-2093AAA597FD}" presName="compNode" presStyleCnt="0"/>
      <dgm:spPr/>
    </dgm:pt>
    <dgm:pt modelId="{D735731A-7CFC-4359-851B-4CFC4057D345}" type="pres">
      <dgm:prSet presAssocID="{14C0DAAE-C4E6-4E88-A839-2093AAA597F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7D09CA99-5D19-4913-9E07-205ABB5C389F}" type="pres">
      <dgm:prSet presAssocID="{14C0DAAE-C4E6-4E88-A839-2093AAA597FD}" presName="iconSpace" presStyleCnt="0"/>
      <dgm:spPr/>
    </dgm:pt>
    <dgm:pt modelId="{151D0A9B-65DC-4D3F-B04F-05F09B454286}" type="pres">
      <dgm:prSet presAssocID="{14C0DAAE-C4E6-4E88-A839-2093AAA597FD}" presName="parTx" presStyleLbl="revTx" presStyleIdx="0" presStyleCnt="4">
        <dgm:presLayoutVars>
          <dgm:chMax val="0"/>
          <dgm:chPref val="0"/>
        </dgm:presLayoutVars>
      </dgm:prSet>
      <dgm:spPr/>
    </dgm:pt>
    <dgm:pt modelId="{4B8BFE12-2200-429C-9273-9AB2001CAACA}" type="pres">
      <dgm:prSet presAssocID="{14C0DAAE-C4E6-4E88-A839-2093AAA597FD}" presName="txSpace" presStyleCnt="0"/>
      <dgm:spPr/>
    </dgm:pt>
    <dgm:pt modelId="{EA5AE048-2E1B-4D90-8B8D-4B3639CFA109}" type="pres">
      <dgm:prSet presAssocID="{14C0DAAE-C4E6-4E88-A839-2093AAA597FD}" presName="desTx" presStyleLbl="revTx" presStyleIdx="1" presStyleCnt="4">
        <dgm:presLayoutVars/>
      </dgm:prSet>
      <dgm:spPr/>
    </dgm:pt>
    <dgm:pt modelId="{31EFADAC-E647-4DBF-99F6-7B5B7B5A2715}" type="pres">
      <dgm:prSet presAssocID="{3AB00220-7E10-4A0E-B8EC-F0EEAD55D5CE}" presName="sibTrans" presStyleCnt="0"/>
      <dgm:spPr/>
    </dgm:pt>
    <dgm:pt modelId="{CC9FB6F8-CA68-4352-A9FD-21030F8723FE}" type="pres">
      <dgm:prSet presAssocID="{9BA94552-6F57-443D-B07A-550BDE39B85E}" presName="compNode" presStyleCnt="0"/>
      <dgm:spPr/>
    </dgm:pt>
    <dgm:pt modelId="{2550B1E7-EE2B-4017-9B58-89C2CE55DFC5}" type="pres">
      <dgm:prSet presAssocID="{9BA94552-6F57-443D-B07A-550BDE39B85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5AD59040-C84B-4713-A8BC-71A2EBDC6D97}" type="pres">
      <dgm:prSet presAssocID="{9BA94552-6F57-443D-B07A-550BDE39B85E}" presName="iconSpace" presStyleCnt="0"/>
      <dgm:spPr/>
    </dgm:pt>
    <dgm:pt modelId="{500C5DFA-AB16-444E-9010-5E5F8794B10A}" type="pres">
      <dgm:prSet presAssocID="{9BA94552-6F57-443D-B07A-550BDE39B85E}" presName="parTx" presStyleLbl="revTx" presStyleIdx="2" presStyleCnt="4">
        <dgm:presLayoutVars>
          <dgm:chMax val="0"/>
          <dgm:chPref val="0"/>
        </dgm:presLayoutVars>
      </dgm:prSet>
      <dgm:spPr/>
    </dgm:pt>
    <dgm:pt modelId="{75814BF9-959C-4BAA-AF3D-43FA15942AD9}" type="pres">
      <dgm:prSet presAssocID="{9BA94552-6F57-443D-B07A-550BDE39B85E}" presName="txSpace" presStyleCnt="0"/>
      <dgm:spPr/>
    </dgm:pt>
    <dgm:pt modelId="{E00B511E-B8CE-49F9-9062-D3ED900F1F58}" type="pres">
      <dgm:prSet presAssocID="{9BA94552-6F57-443D-B07A-550BDE39B85E}" presName="desTx" presStyleLbl="revTx" presStyleIdx="3" presStyleCnt="4">
        <dgm:presLayoutVars/>
      </dgm:prSet>
      <dgm:spPr/>
    </dgm:pt>
  </dgm:ptLst>
  <dgm:cxnLst>
    <dgm:cxn modelId="{132AE403-CD4B-401C-90D3-74C9F9EF5AC7}" type="presOf" srcId="{E8BF0770-7AD4-4803-8003-617E51969D50}" destId="{EA5AE048-2E1B-4D90-8B8D-4B3639CFA109}" srcOrd="0" destOrd="0" presId="urn:microsoft.com/office/officeart/2018/2/layout/IconLabelDescriptionList"/>
    <dgm:cxn modelId="{38D58C23-628F-4875-80D7-7016E3A50B4D}" srcId="{9BA94552-6F57-443D-B07A-550BDE39B85E}" destId="{FD48592F-AB5C-45A9-BCD7-4AB202F68606}" srcOrd="0" destOrd="0" parTransId="{FADF24FC-1A81-452C-AB63-C5163FB9DFAB}" sibTransId="{EE611DD4-BF83-43B0-9F48-3E5E7F59C86E}"/>
    <dgm:cxn modelId="{A208AF5C-2131-439E-867C-56D735CDD889}" type="presOf" srcId="{FD48592F-AB5C-45A9-BCD7-4AB202F68606}" destId="{E00B511E-B8CE-49F9-9062-D3ED900F1F58}" srcOrd="0" destOrd="0" presId="urn:microsoft.com/office/officeart/2018/2/layout/IconLabelDescriptionList"/>
    <dgm:cxn modelId="{968D7C48-4192-470D-9851-99B27C9B0123}" srcId="{C86A76F1-614D-43E3-80C4-26E00A3E03CB}" destId="{14C0DAAE-C4E6-4E88-A839-2093AAA597FD}" srcOrd="0" destOrd="0" parTransId="{692792A0-0645-4EB8-8C19-6CC75994E980}" sibTransId="{3AB00220-7E10-4A0E-B8EC-F0EEAD55D5CE}"/>
    <dgm:cxn modelId="{9DADF586-C547-498A-BB2C-682852017D53}" type="presOf" srcId="{14C0DAAE-C4E6-4E88-A839-2093AAA597FD}" destId="{151D0A9B-65DC-4D3F-B04F-05F09B454286}" srcOrd="0" destOrd="0" presId="urn:microsoft.com/office/officeart/2018/2/layout/IconLabelDescriptionList"/>
    <dgm:cxn modelId="{A937BE9A-A633-4513-A47F-9435FD671A92}" srcId="{C86A76F1-614D-43E3-80C4-26E00A3E03CB}" destId="{9BA94552-6F57-443D-B07A-550BDE39B85E}" srcOrd="1" destOrd="0" parTransId="{7BE11ED3-E227-429E-8DC6-6D1BC7D5605D}" sibTransId="{2084BCC0-2F8D-41E8-9FC3-4C48B905230D}"/>
    <dgm:cxn modelId="{4B53529F-04D1-48EA-BFA2-0AAA3515F9DA}" type="presOf" srcId="{C86A76F1-614D-43E3-80C4-26E00A3E03CB}" destId="{E53BCF61-4593-4E35-A039-FAEF974CAF0E}" srcOrd="0" destOrd="0" presId="urn:microsoft.com/office/officeart/2018/2/layout/IconLabelDescriptionList"/>
    <dgm:cxn modelId="{7DD008D2-8C66-487C-B463-63E1A1EBDDFB}" type="presOf" srcId="{9BA94552-6F57-443D-B07A-550BDE39B85E}" destId="{500C5DFA-AB16-444E-9010-5E5F8794B10A}" srcOrd="0" destOrd="0" presId="urn:microsoft.com/office/officeart/2018/2/layout/IconLabelDescriptionList"/>
    <dgm:cxn modelId="{33DA8DD8-412A-4C7D-A398-DD81EB059F42}" srcId="{14C0DAAE-C4E6-4E88-A839-2093AAA597FD}" destId="{E8BF0770-7AD4-4803-8003-617E51969D50}" srcOrd="0" destOrd="0" parTransId="{7E44317B-15D7-40B7-9C5C-72D16477D7FE}" sibTransId="{C8273FCD-0FA3-468D-A9C4-09D623AEA804}"/>
    <dgm:cxn modelId="{557FF387-5ABA-4444-8B57-EB382022A918}" type="presParOf" srcId="{E53BCF61-4593-4E35-A039-FAEF974CAF0E}" destId="{738E6E24-6F0F-4EEF-97DD-4E3F823C9E3B}" srcOrd="0" destOrd="0" presId="urn:microsoft.com/office/officeart/2018/2/layout/IconLabelDescriptionList"/>
    <dgm:cxn modelId="{072644B6-293F-4098-8F74-34FD5A912508}" type="presParOf" srcId="{738E6E24-6F0F-4EEF-97DD-4E3F823C9E3B}" destId="{D735731A-7CFC-4359-851B-4CFC4057D345}" srcOrd="0" destOrd="0" presId="urn:microsoft.com/office/officeart/2018/2/layout/IconLabelDescriptionList"/>
    <dgm:cxn modelId="{1CFF070C-9898-4F38-9F4F-503689C3EC8C}" type="presParOf" srcId="{738E6E24-6F0F-4EEF-97DD-4E3F823C9E3B}" destId="{7D09CA99-5D19-4913-9E07-205ABB5C389F}" srcOrd="1" destOrd="0" presId="urn:microsoft.com/office/officeart/2018/2/layout/IconLabelDescriptionList"/>
    <dgm:cxn modelId="{AF753223-383C-4EC3-8DD3-AB30E26EE90C}" type="presParOf" srcId="{738E6E24-6F0F-4EEF-97DD-4E3F823C9E3B}" destId="{151D0A9B-65DC-4D3F-B04F-05F09B454286}" srcOrd="2" destOrd="0" presId="urn:microsoft.com/office/officeart/2018/2/layout/IconLabelDescriptionList"/>
    <dgm:cxn modelId="{7C93AE84-835A-41AA-995D-3C21C7496E79}" type="presParOf" srcId="{738E6E24-6F0F-4EEF-97DD-4E3F823C9E3B}" destId="{4B8BFE12-2200-429C-9273-9AB2001CAACA}" srcOrd="3" destOrd="0" presId="urn:microsoft.com/office/officeart/2018/2/layout/IconLabelDescriptionList"/>
    <dgm:cxn modelId="{5FADE26A-2810-48F0-A217-EDD27C49E676}" type="presParOf" srcId="{738E6E24-6F0F-4EEF-97DD-4E3F823C9E3B}" destId="{EA5AE048-2E1B-4D90-8B8D-4B3639CFA109}" srcOrd="4" destOrd="0" presId="urn:microsoft.com/office/officeart/2018/2/layout/IconLabelDescriptionList"/>
    <dgm:cxn modelId="{BE044B75-5527-49DB-A372-E7E2C14A1357}" type="presParOf" srcId="{E53BCF61-4593-4E35-A039-FAEF974CAF0E}" destId="{31EFADAC-E647-4DBF-99F6-7B5B7B5A2715}" srcOrd="1" destOrd="0" presId="urn:microsoft.com/office/officeart/2018/2/layout/IconLabelDescriptionList"/>
    <dgm:cxn modelId="{39161866-0239-4921-ADDC-B7D31155A0D7}" type="presParOf" srcId="{E53BCF61-4593-4E35-A039-FAEF974CAF0E}" destId="{CC9FB6F8-CA68-4352-A9FD-21030F8723FE}" srcOrd="2" destOrd="0" presId="urn:microsoft.com/office/officeart/2018/2/layout/IconLabelDescriptionList"/>
    <dgm:cxn modelId="{07E26122-7B55-462D-832B-EDF50ABE975C}" type="presParOf" srcId="{CC9FB6F8-CA68-4352-A9FD-21030F8723FE}" destId="{2550B1E7-EE2B-4017-9B58-89C2CE55DFC5}" srcOrd="0" destOrd="0" presId="urn:microsoft.com/office/officeart/2018/2/layout/IconLabelDescriptionList"/>
    <dgm:cxn modelId="{69FB973C-F75B-40DA-8EA5-98C6992F27E1}" type="presParOf" srcId="{CC9FB6F8-CA68-4352-A9FD-21030F8723FE}" destId="{5AD59040-C84B-4713-A8BC-71A2EBDC6D97}" srcOrd="1" destOrd="0" presId="urn:microsoft.com/office/officeart/2018/2/layout/IconLabelDescriptionList"/>
    <dgm:cxn modelId="{0D3C1D8D-0D8B-4030-A9A6-5011867059C9}" type="presParOf" srcId="{CC9FB6F8-CA68-4352-A9FD-21030F8723FE}" destId="{500C5DFA-AB16-444E-9010-5E5F8794B10A}" srcOrd="2" destOrd="0" presId="urn:microsoft.com/office/officeart/2018/2/layout/IconLabelDescriptionList"/>
    <dgm:cxn modelId="{58C93221-5E85-4748-800D-817E8C977BAC}" type="presParOf" srcId="{CC9FB6F8-CA68-4352-A9FD-21030F8723FE}" destId="{75814BF9-959C-4BAA-AF3D-43FA15942AD9}" srcOrd="3" destOrd="0" presId="urn:microsoft.com/office/officeart/2018/2/layout/IconLabelDescriptionList"/>
    <dgm:cxn modelId="{66AA2A90-ACA8-4E20-8143-345836AFAE6A}" type="presParOf" srcId="{CC9FB6F8-CA68-4352-A9FD-21030F8723FE}" destId="{E00B511E-B8CE-49F9-9062-D3ED900F1F5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AFFAAD6-23A2-4170-B72E-15B505743C9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2B9C494-10CC-4F61-9069-71613D5E373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Introdução à Disciplina</a:t>
          </a:r>
          <a:endParaRPr lang="en-US" dirty="0"/>
        </a:p>
      </dgm:t>
    </dgm:pt>
    <dgm:pt modelId="{24C26D46-EE37-403B-9E89-0D9B964A244C}" type="parTrans" cxnId="{68DDCE79-FB39-406B-9A33-4C54A640DBFA}">
      <dgm:prSet/>
      <dgm:spPr/>
      <dgm:t>
        <a:bodyPr/>
        <a:lstStyle/>
        <a:p>
          <a:endParaRPr lang="en-US"/>
        </a:p>
      </dgm:t>
    </dgm:pt>
    <dgm:pt modelId="{294F7E5E-4EDC-440D-BB30-F031C820C3F5}" type="sibTrans" cxnId="{68DDCE79-FB39-406B-9A33-4C54A640DBFA}">
      <dgm:prSet/>
      <dgm:spPr/>
      <dgm:t>
        <a:bodyPr/>
        <a:lstStyle/>
        <a:p>
          <a:endParaRPr lang="en-US"/>
        </a:p>
      </dgm:t>
    </dgm:pt>
    <dgm:pt modelId="{78EA0DEB-C4E7-4530-82C3-38F5D5F5871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Conceitos Fundamentais do Big Data</a:t>
          </a:r>
          <a:endParaRPr lang="en-US"/>
        </a:p>
      </dgm:t>
    </dgm:pt>
    <dgm:pt modelId="{52AF9BA1-A16A-40ED-B5F6-27A87F89571A}" type="parTrans" cxnId="{3C1C50D5-B50F-4A8F-8F18-CE943DA06CE0}">
      <dgm:prSet/>
      <dgm:spPr/>
      <dgm:t>
        <a:bodyPr/>
        <a:lstStyle/>
        <a:p>
          <a:endParaRPr lang="en-US"/>
        </a:p>
      </dgm:t>
    </dgm:pt>
    <dgm:pt modelId="{C3EF660D-BABE-46A9-B9F6-D4DD6E9A8B08}" type="sibTrans" cxnId="{3C1C50D5-B50F-4A8F-8F18-CE943DA06CE0}">
      <dgm:prSet/>
      <dgm:spPr/>
      <dgm:t>
        <a:bodyPr/>
        <a:lstStyle/>
        <a:p>
          <a:endParaRPr lang="en-US"/>
        </a:p>
      </dgm:t>
    </dgm:pt>
    <dgm:pt modelId="{E78B0644-B1DF-43FF-AF62-065CF917815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Tecnologias para Big Data</a:t>
          </a:r>
          <a:endParaRPr lang="en-US"/>
        </a:p>
      </dgm:t>
    </dgm:pt>
    <dgm:pt modelId="{4E7F3F2F-9C54-40DF-BE71-7F430E0582D3}" type="parTrans" cxnId="{24826FDC-5918-4D20-B49D-1B522F3D1F05}">
      <dgm:prSet/>
      <dgm:spPr/>
      <dgm:t>
        <a:bodyPr/>
        <a:lstStyle/>
        <a:p>
          <a:endParaRPr lang="en-US"/>
        </a:p>
      </dgm:t>
    </dgm:pt>
    <dgm:pt modelId="{BB43EFF6-6338-45A7-955C-EED362771463}" type="sibTrans" cxnId="{24826FDC-5918-4D20-B49D-1B522F3D1F05}">
      <dgm:prSet/>
      <dgm:spPr/>
      <dgm:t>
        <a:bodyPr/>
        <a:lstStyle/>
        <a:p>
          <a:endParaRPr lang="en-US"/>
        </a:p>
      </dgm:t>
    </dgm:pt>
    <dgm:pt modelId="{D60ACF92-21B5-45C7-9587-549A85AA87F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Infraestrutura para Big Data</a:t>
          </a:r>
          <a:endParaRPr lang="en-US" dirty="0"/>
        </a:p>
      </dgm:t>
    </dgm:pt>
    <dgm:pt modelId="{FB2CB69E-C810-44FA-95A9-B9DB93FACE6E}" type="parTrans" cxnId="{7E7ED465-4ECC-4454-9733-8BD3BD16B999}">
      <dgm:prSet/>
      <dgm:spPr/>
      <dgm:t>
        <a:bodyPr/>
        <a:lstStyle/>
        <a:p>
          <a:endParaRPr lang="en-US"/>
        </a:p>
      </dgm:t>
    </dgm:pt>
    <dgm:pt modelId="{544EE065-FE43-4F0B-A026-FAFC189C1977}" type="sibTrans" cxnId="{7E7ED465-4ECC-4454-9733-8BD3BD16B999}">
      <dgm:prSet/>
      <dgm:spPr/>
      <dgm:t>
        <a:bodyPr/>
        <a:lstStyle/>
        <a:p>
          <a:endParaRPr lang="en-US"/>
        </a:p>
      </dgm:t>
    </dgm:pt>
    <dgm:pt modelId="{F46B5934-A3BB-4DDC-BA3F-425595E724D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Processamento de Dados em Escala</a:t>
          </a:r>
          <a:endParaRPr lang="en-US" dirty="0"/>
        </a:p>
      </dgm:t>
    </dgm:pt>
    <dgm:pt modelId="{C6907365-8B9E-4E89-9004-457C5AF347C2}" type="parTrans" cxnId="{A49099EA-9530-4600-8DE6-3BAF558F952E}">
      <dgm:prSet/>
      <dgm:spPr/>
      <dgm:t>
        <a:bodyPr/>
        <a:lstStyle/>
        <a:p>
          <a:endParaRPr lang="en-US"/>
        </a:p>
      </dgm:t>
    </dgm:pt>
    <dgm:pt modelId="{CA04E64C-D352-4CFB-A6F4-BDEECDAD0063}" type="sibTrans" cxnId="{A49099EA-9530-4600-8DE6-3BAF558F952E}">
      <dgm:prSet/>
      <dgm:spPr/>
      <dgm:t>
        <a:bodyPr/>
        <a:lstStyle/>
        <a:p>
          <a:endParaRPr lang="en-US"/>
        </a:p>
      </dgm:t>
    </dgm:pt>
    <dgm:pt modelId="{6EC0A287-C64B-4757-B852-8087249853E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Streaming de Dados</a:t>
          </a:r>
          <a:endParaRPr lang="en-US" dirty="0"/>
        </a:p>
      </dgm:t>
    </dgm:pt>
    <dgm:pt modelId="{36BB961F-B43B-4B4C-8272-8B94FA72A022}" type="parTrans" cxnId="{938286A2-F460-406E-ADD9-B5B820EE72BB}">
      <dgm:prSet/>
      <dgm:spPr/>
      <dgm:t>
        <a:bodyPr/>
        <a:lstStyle/>
        <a:p>
          <a:endParaRPr lang="pt-BR"/>
        </a:p>
      </dgm:t>
    </dgm:pt>
    <dgm:pt modelId="{A470AB96-F8EF-438F-B32F-2342EC5A4FE4}" type="sibTrans" cxnId="{938286A2-F460-406E-ADD9-B5B820EE72BB}">
      <dgm:prSet/>
      <dgm:spPr/>
      <dgm:t>
        <a:bodyPr/>
        <a:lstStyle/>
        <a:p>
          <a:endParaRPr lang="pt-BR"/>
        </a:p>
      </dgm:t>
    </dgm:pt>
    <dgm:pt modelId="{963CB2C9-4445-40FF-B367-8A1CFD8DEC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Machine Learning</a:t>
          </a:r>
        </a:p>
      </dgm:t>
    </dgm:pt>
    <dgm:pt modelId="{A8DD76BF-9B6B-4648-913C-4D2E26F8585A}" type="parTrans" cxnId="{4554CF58-BF59-44FC-B970-FEAAB45C9057}">
      <dgm:prSet/>
      <dgm:spPr/>
      <dgm:t>
        <a:bodyPr/>
        <a:lstStyle/>
        <a:p>
          <a:endParaRPr lang="pt-BR"/>
        </a:p>
      </dgm:t>
    </dgm:pt>
    <dgm:pt modelId="{B7C57324-1118-4843-B965-0EA83480F54F}" type="sibTrans" cxnId="{4554CF58-BF59-44FC-B970-FEAAB45C9057}">
      <dgm:prSet/>
      <dgm:spPr/>
      <dgm:t>
        <a:bodyPr/>
        <a:lstStyle/>
        <a:p>
          <a:endParaRPr lang="pt-BR"/>
        </a:p>
      </dgm:t>
    </dgm:pt>
    <dgm:pt modelId="{FF16D444-251A-4E8F-B2BB-E711415B767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Ética e Privacidade em Big Data</a:t>
          </a:r>
          <a:endParaRPr lang="en-US" b="1" dirty="0"/>
        </a:p>
      </dgm:t>
    </dgm:pt>
    <dgm:pt modelId="{E402FA06-33D8-476C-874F-015877C043DA}" type="parTrans" cxnId="{B88ACBBF-4C09-4FAB-94E1-0B01F351E7C0}">
      <dgm:prSet/>
      <dgm:spPr/>
      <dgm:t>
        <a:bodyPr/>
        <a:lstStyle/>
        <a:p>
          <a:endParaRPr lang="pt-BR"/>
        </a:p>
      </dgm:t>
    </dgm:pt>
    <dgm:pt modelId="{FA3F79D5-35A0-4005-BEEF-09CCDC02216C}" type="sibTrans" cxnId="{B88ACBBF-4C09-4FAB-94E1-0B01F351E7C0}">
      <dgm:prSet/>
      <dgm:spPr/>
      <dgm:t>
        <a:bodyPr/>
        <a:lstStyle/>
        <a:p>
          <a:endParaRPr lang="pt-BR"/>
        </a:p>
      </dgm:t>
    </dgm:pt>
    <dgm:pt modelId="{BCAA5659-811A-4ECE-B9C9-BBDBD99F1F2A}" type="pres">
      <dgm:prSet presAssocID="{CAFFAAD6-23A2-4170-B72E-15B505743C95}" presName="root" presStyleCnt="0">
        <dgm:presLayoutVars>
          <dgm:dir/>
          <dgm:resizeHandles val="exact"/>
        </dgm:presLayoutVars>
      </dgm:prSet>
      <dgm:spPr/>
    </dgm:pt>
    <dgm:pt modelId="{3E6B942D-17FC-4F9B-9CF0-8F3764B88E21}" type="pres">
      <dgm:prSet presAssocID="{92B9C494-10CC-4F61-9069-71613D5E3736}" presName="compNode" presStyleCnt="0"/>
      <dgm:spPr/>
    </dgm:pt>
    <dgm:pt modelId="{3ED695EF-4E47-4C3F-8DF4-DF1DB637BB05}" type="pres">
      <dgm:prSet presAssocID="{92B9C494-10CC-4F61-9069-71613D5E3736}" presName="bgRect" presStyleLbl="bgShp" presStyleIdx="0" presStyleCnt="8" custLinFactNeighborX="13" custLinFactNeighborY="-23347"/>
      <dgm:spPr/>
    </dgm:pt>
    <dgm:pt modelId="{1F8562D3-E6D4-4EE1-B08E-8ADD11531FA1}" type="pres">
      <dgm:prSet presAssocID="{92B9C494-10CC-4F61-9069-71613D5E3736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35682939-A37D-4296-9AD7-3AA17A4E42E7}" type="pres">
      <dgm:prSet presAssocID="{92B9C494-10CC-4F61-9069-71613D5E3736}" presName="spaceRect" presStyleCnt="0"/>
      <dgm:spPr/>
    </dgm:pt>
    <dgm:pt modelId="{243E9226-43D9-4775-A20E-BC5D2BD8875A}" type="pres">
      <dgm:prSet presAssocID="{92B9C494-10CC-4F61-9069-71613D5E3736}" presName="parTx" presStyleLbl="revTx" presStyleIdx="0" presStyleCnt="8">
        <dgm:presLayoutVars>
          <dgm:chMax val="0"/>
          <dgm:chPref val="0"/>
        </dgm:presLayoutVars>
      </dgm:prSet>
      <dgm:spPr/>
    </dgm:pt>
    <dgm:pt modelId="{FA858C04-C8D6-4205-A010-2B4CAC043176}" type="pres">
      <dgm:prSet presAssocID="{294F7E5E-4EDC-440D-BB30-F031C820C3F5}" presName="sibTrans" presStyleCnt="0"/>
      <dgm:spPr/>
    </dgm:pt>
    <dgm:pt modelId="{D80CABC3-3F84-43F4-B574-0D026D6D65E1}" type="pres">
      <dgm:prSet presAssocID="{78EA0DEB-C4E7-4530-82C3-38F5D5F5871B}" presName="compNode" presStyleCnt="0"/>
      <dgm:spPr/>
    </dgm:pt>
    <dgm:pt modelId="{88B8DE9F-BFF9-40F9-827B-E1AB5395B1CC}" type="pres">
      <dgm:prSet presAssocID="{78EA0DEB-C4E7-4530-82C3-38F5D5F5871B}" presName="bgRect" presStyleLbl="bgShp" presStyleIdx="1" presStyleCnt="8"/>
      <dgm:spPr/>
    </dgm:pt>
    <dgm:pt modelId="{69C5A09E-B9AE-4014-B93F-C539F40E6D14}" type="pres">
      <dgm:prSet presAssocID="{78EA0DEB-C4E7-4530-82C3-38F5D5F5871B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5042474-A7DA-49BB-A7EA-F88789CD8A9A}" type="pres">
      <dgm:prSet presAssocID="{78EA0DEB-C4E7-4530-82C3-38F5D5F5871B}" presName="spaceRect" presStyleCnt="0"/>
      <dgm:spPr/>
    </dgm:pt>
    <dgm:pt modelId="{2D6D793E-B797-4586-A248-0B1C875C7641}" type="pres">
      <dgm:prSet presAssocID="{78EA0DEB-C4E7-4530-82C3-38F5D5F5871B}" presName="parTx" presStyleLbl="revTx" presStyleIdx="1" presStyleCnt="8">
        <dgm:presLayoutVars>
          <dgm:chMax val="0"/>
          <dgm:chPref val="0"/>
        </dgm:presLayoutVars>
      </dgm:prSet>
      <dgm:spPr/>
    </dgm:pt>
    <dgm:pt modelId="{5EE9E149-E9AE-4910-80C7-1C5581D09323}" type="pres">
      <dgm:prSet presAssocID="{C3EF660D-BABE-46A9-B9F6-D4DD6E9A8B08}" presName="sibTrans" presStyleCnt="0"/>
      <dgm:spPr/>
    </dgm:pt>
    <dgm:pt modelId="{8B03034F-301E-4B37-A1A4-48C01603F758}" type="pres">
      <dgm:prSet presAssocID="{E78B0644-B1DF-43FF-AF62-065CF917815F}" presName="compNode" presStyleCnt="0"/>
      <dgm:spPr/>
    </dgm:pt>
    <dgm:pt modelId="{12930027-1F86-4E37-AE86-4A255152A462}" type="pres">
      <dgm:prSet presAssocID="{E78B0644-B1DF-43FF-AF62-065CF917815F}" presName="bgRect" presStyleLbl="bgShp" presStyleIdx="2" presStyleCnt="8"/>
      <dgm:spPr/>
    </dgm:pt>
    <dgm:pt modelId="{10B74E8D-0F59-433C-9A33-E1E81D19EBBB}" type="pres">
      <dgm:prSet presAssocID="{E78B0644-B1DF-43FF-AF62-065CF917815F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5177647B-2874-473D-B700-AA43BE45D447}" type="pres">
      <dgm:prSet presAssocID="{E78B0644-B1DF-43FF-AF62-065CF917815F}" presName="spaceRect" presStyleCnt="0"/>
      <dgm:spPr/>
    </dgm:pt>
    <dgm:pt modelId="{9F7AA49A-30A1-441D-BB22-C76B7AD6BADB}" type="pres">
      <dgm:prSet presAssocID="{E78B0644-B1DF-43FF-AF62-065CF917815F}" presName="parTx" presStyleLbl="revTx" presStyleIdx="2" presStyleCnt="8">
        <dgm:presLayoutVars>
          <dgm:chMax val="0"/>
          <dgm:chPref val="0"/>
        </dgm:presLayoutVars>
      </dgm:prSet>
      <dgm:spPr/>
    </dgm:pt>
    <dgm:pt modelId="{92C06756-CA9A-44DB-AB68-1133918192A1}" type="pres">
      <dgm:prSet presAssocID="{BB43EFF6-6338-45A7-955C-EED362771463}" presName="sibTrans" presStyleCnt="0"/>
      <dgm:spPr/>
    </dgm:pt>
    <dgm:pt modelId="{73D314F4-41BC-40A1-8FD7-B898A81E79A2}" type="pres">
      <dgm:prSet presAssocID="{D60ACF92-21B5-45C7-9587-549A85AA87F2}" presName="compNode" presStyleCnt="0"/>
      <dgm:spPr/>
    </dgm:pt>
    <dgm:pt modelId="{401554BA-51F1-4008-8088-AEE5CD916FCC}" type="pres">
      <dgm:prSet presAssocID="{D60ACF92-21B5-45C7-9587-549A85AA87F2}" presName="bgRect" presStyleLbl="bgShp" presStyleIdx="3" presStyleCnt="8"/>
      <dgm:spPr/>
    </dgm:pt>
    <dgm:pt modelId="{0AA90B25-7E39-490C-94B8-5D7CC86616CA}" type="pres">
      <dgm:prSet presAssocID="{D60ACF92-21B5-45C7-9587-549A85AA87F2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1EEBE39F-912B-497B-8CF0-4498CD978813}" type="pres">
      <dgm:prSet presAssocID="{D60ACF92-21B5-45C7-9587-549A85AA87F2}" presName="spaceRect" presStyleCnt="0"/>
      <dgm:spPr/>
    </dgm:pt>
    <dgm:pt modelId="{2BD238F7-9C4F-4D7E-85AA-0685550F92AD}" type="pres">
      <dgm:prSet presAssocID="{D60ACF92-21B5-45C7-9587-549A85AA87F2}" presName="parTx" presStyleLbl="revTx" presStyleIdx="3" presStyleCnt="8">
        <dgm:presLayoutVars>
          <dgm:chMax val="0"/>
          <dgm:chPref val="0"/>
        </dgm:presLayoutVars>
      </dgm:prSet>
      <dgm:spPr/>
    </dgm:pt>
    <dgm:pt modelId="{2BE591CF-2895-4F42-B2B7-6C7B348F52D2}" type="pres">
      <dgm:prSet presAssocID="{544EE065-FE43-4F0B-A026-FAFC189C1977}" presName="sibTrans" presStyleCnt="0"/>
      <dgm:spPr/>
    </dgm:pt>
    <dgm:pt modelId="{DED5CF21-4790-47DF-B38F-095A2FC66C34}" type="pres">
      <dgm:prSet presAssocID="{F46B5934-A3BB-4DDC-BA3F-425595E724DE}" presName="compNode" presStyleCnt="0"/>
      <dgm:spPr/>
    </dgm:pt>
    <dgm:pt modelId="{3AEC4C33-D60D-498E-916B-2A4705EE4AE4}" type="pres">
      <dgm:prSet presAssocID="{F46B5934-A3BB-4DDC-BA3F-425595E724DE}" presName="bgRect" presStyleLbl="bgShp" presStyleIdx="4" presStyleCnt="8"/>
      <dgm:spPr/>
    </dgm:pt>
    <dgm:pt modelId="{D676761A-49C2-42D6-A526-68C3E3C2F9D2}" type="pres">
      <dgm:prSet presAssocID="{F46B5934-A3BB-4DDC-BA3F-425595E724DE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00556EE3-5D73-4D3A-8CDD-2B0B2B9961F5}" type="pres">
      <dgm:prSet presAssocID="{F46B5934-A3BB-4DDC-BA3F-425595E724DE}" presName="spaceRect" presStyleCnt="0"/>
      <dgm:spPr/>
    </dgm:pt>
    <dgm:pt modelId="{5CA27F93-2C26-4D78-85E9-A18B3B4EAA3A}" type="pres">
      <dgm:prSet presAssocID="{F46B5934-A3BB-4DDC-BA3F-425595E724DE}" presName="parTx" presStyleLbl="revTx" presStyleIdx="4" presStyleCnt="8">
        <dgm:presLayoutVars>
          <dgm:chMax val="0"/>
          <dgm:chPref val="0"/>
        </dgm:presLayoutVars>
      </dgm:prSet>
      <dgm:spPr/>
    </dgm:pt>
    <dgm:pt modelId="{20D40910-B169-4A22-8BF2-D44A6FDBC544}" type="pres">
      <dgm:prSet presAssocID="{CA04E64C-D352-4CFB-A6F4-BDEECDAD0063}" presName="sibTrans" presStyleCnt="0"/>
      <dgm:spPr/>
    </dgm:pt>
    <dgm:pt modelId="{03E3226B-19FC-49EB-91AE-8D36E69849B3}" type="pres">
      <dgm:prSet presAssocID="{6EC0A287-C64B-4757-B852-8087249853EB}" presName="compNode" presStyleCnt="0"/>
      <dgm:spPr/>
    </dgm:pt>
    <dgm:pt modelId="{3735C041-C77B-44F0-AC3F-EEA071678FFA}" type="pres">
      <dgm:prSet presAssocID="{6EC0A287-C64B-4757-B852-8087249853EB}" presName="bgRect" presStyleLbl="bgShp" presStyleIdx="5" presStyleCnt="8"/>
      <dgm:spPr/>
    </dgm:pt>
    <dgm:pt modelId="{9EC68228-A6F2-4FAC-80E6-17F8DCD63DF3}" type="pres">
      <dgm:prSet presAssocID="{6EC0A287-C64B-4757-B852-8087249853EB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onômetro 75% com preenchimento sólido"/>
        </a:ext>
      </dgm:extLst>
    </dgm:pt>
    <dgm:pt modelId="{0E4F19B6-A5C7-4D5A-8A70-44C3AC8822A3}" type="pres">
      <dgm:prSet presAssocID="{6EC0A287-C64B-4757-B852-8087249853EB}" presName="spaceRect" presStyleCnt="0"/>
      <dgm:spPr/>
    </dgm:pt>
    <dgm:pt modelId="{D4BF9A34-7B3A-4E60-B139-CFE6A68B2E02}" type="pres">
      <dgm:prSet presAssocID="{6EC0A287-C64B-4757-B852-8087249853EB}" presName="parTx" presStyleLbl="revTx" presStyleIdx="5" presStyleCnt="8">
        <dgm:presLayoutVars>
          <dgm:chMax val="0"/>
          <dgm:chPref val="0"/>
        </dgm:presLayoutVars>
      </dgm:prSet>
      <dgm:spPr/>
    </dgm:pt>
    <dgm:pt modelId="{16677FC6-42DC-48D3-9A0C-A275BDA47403}" type="pres">
      <dgm:prSet presAssocID="{A470AB96-F8EF-438F-B32F-2342EC5A4FE4}" presName="sibTrans" presStyleCnt="0"/>
      <dgm:spPr/>
    </dgm:pt>
    <dgm:pt modelId="{C1B0E1F7-DEB2-47A6-9473-6B1E1CD366B1}" type="pres">
      <dgm:prSet presAssocID="{963CB2C9-4445-40FF-B367-8A1CFD8DEC0D}" presName="compNode" presStyleCnt="0"/>
      <dgm:spPr/>
    </dgm:pt>
    <dgm:pt modelId="{004A9969-F1E3-4551-9D39-6F546E820C92}" type="pres">
      <dgm:prSet presAssocID="{963CB2C9-4445-40FF-B367-8A1CFD8DEC0D}" presName="bgRect" presStyleLbl="bgShp" presStyleIdx="6" presStyleCnt="8"/>
      <dgm:spPr/>
    </dgm:pt>
    <dgm:pt modelId="{A1ADA2DA-85F2-4B0F-BA34-D924668104B1}" type="pres">
      <dgm:prSet presAssocID="{963CB2C9-4445-40FF-B367-8A1CFD8DEC0D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ô com preenchimento sólido"/>
        </a:ext>
      </dgm:extLst>
    </dgm:pt>
    <dgm:pt modelId="{B7244026-F6D5-416B-A6BC-EF43A86D7BD9}" type="pres">
      <dgm:prSet presAssocID="{963CB2C9-4445-40FF-B367-8A1CFD8DEC0D}" presName="spaceRect" presStyleCnt="0"/>
      <dgm:spPr/>
    </dgm:pt>
    <dgm:pt modelId="{D7479BFA-D6A0-4D6B-84ED-6C58329FEF87}" type="pres">
      <dgm:prSet presAssocID="{963CB2C9-4445-40FF-B367-8A1CFD8DEC0D}" presName="parTx" presStyleLbl="revTx" presStyleIdx="6" presStyleCnt="8">
        <dgm:presLayoutVars>
          <dgm:chMax val="0"/>
          <dgm:chPref val="0"/>
        </dgm:presLayoutVars>
      </dgm:prSet>
      <dgm:spPr/>
    </dgm:pt>
    <dgm:pt modelId="{2046B996-3896-4C01-B381-E42519014F04}" type="pres">
      <dgm:prSet presAssocID="{B7C57324-1118-4843-B965-0EA83480F54F}" presName="sibTrans" presStyleCnt="0"/>
      <dgm:spPr/>
    </dgm:pt>
    <dgm:pt modelId="{AC36C0D2-DF6F-4C21-B5DC-8D3C91B8DB35}" type="pres">
      <dgm:prSet presAssocID="{FF16D444-251A-4E8F-B2BB-E711415B7675}" presName="compNode" presStyleCnt="0"/>
      <dgm:spPr/>
    </dgm:pt>
    <dgm:pt modelId="{B824FFB9-AA02-4DEF-A0C1-592D16AA58E2}" type="pres">
      <dgm:prSet presAssocID="{FF16D444-251A-4E8F-B2BB-E711415B7675}" presName="bgRect" presStyleLbl="bgShp" presStyleIdx="7" presStyleCnt="8" custLinFactNeighborX="-59328" custLinFactNeighborY="27098"/>
      <dgm:spPr/>
    </dgm:pt>
    <dgm:pt modelId="{7BA7FBED-0DA5-4510-BEED-7DB444785548}" type="pres">
      <dgm:prSet presAssocID="{FF16D444-251A-4E8F-B2BB-E711415B7675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âmera de segurança estrutura de tópicos"/>
        </a:ext>
      </dgm:extLst>
    </dgm:pt>
    <dgm:pt modelId="{7F8852A0-C507-4828-BF28-B42D8302066B}" type="pres">
      <dgm:prSet presAssocID="{FF16D444-251A-4E8F-B2BB-E711415B7675}" presName="spaceRect" presStyleCnt="0"/>
      <dgm:spPr/>
    </dgm:pt>
    <dgm:pt modelId="{5F3A1A70-3EBC-4418-B45D-F7B0E04D8A7A}" type="pres">
      <dgm:prSet presAssocID="{FF16D444-251A-4E8F-B2BB-E711415B7675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8A61C00C-8AA9-4143-A31E-8152BE0BBEA6}" type="presOf" srcId="{6EC0A287-C64B-4757-B852-8087249853EB}" destId="{D4BF9A34-7B3A-4E60-B139-CFE6A68B2E02}" srcOrd="0" destOrd="0" presId="urn:microsoft.com/office/officeart/2018/2/layout/IconVerticalSolidList"/>
    <dgm:cxn modelId="{A35EF712-3541-4F5D-8E22-2B7D23177F9B}" type="presOf" srcId="{E78B0644-B1DF-43FF-AF62-065CF917815F}" destId="{9F7AA49A-30A1-441D-BB22-C76B7AD6BADB}" srcOrd="0" destOrd="0" presId="urn:microsoft.com/office/officeart/2018/2/layout/IconVerticalSolidList"/>
    <dgm:cxn modelId="{A20E1E28-FD16-49A5-96DF-86FF4ED66F97}" type="presOf" srcId="{963CB2C9-4445-40FF-B367-8A1CFD8DEC0D}" destId="{D7479BFA-D6A0-4D6B-84ED-6C58329FEF87}" srcOrd="0" destOrd="0" presId="urn:microsoft.com/office/officeart/2018/2/layout/IconVerticalSolidList"/>
    <dgm:cxn modelId="{7E7ED465-4ECC-4454-9733-8BD3BD16B999}" srcId="{CAFFAAD6-23A2-4170-B72E-15B505743C95}" destId="{D60ACF92-21B5-45C7-9587-549A85AA87F2}" srcOrd="3" destOrd="0" parTransId="{FB2CB69E-C810-44FA-95A9-B9DB93FACE6E}" sibTransId="{544EE065-FE43-4F0B-A026-FAFC189C1977}"/>
    <dgm:cxn modelId="{280B2967-3275-46ED-BB4E-4FC3C55B1BEF}" type="presOf" srcId="{92B9C494-10CC-4F61-9069-71613D5E3736}" destId="{243E9226-43D9-4775-A20E-BC5D2BD8875A}" srcOrd="0" destOrd="0" presId="urn:microsoft.com/office/officeart/2018/2/layout/IconVerticalSolidList"/>
    <dgm:cxn modelId="{4554CF58-BF59-44FC-B970-FEAAB45C9057}" srcId="{CAFFAAD6-23A2-4170-B72E-15B505743C95}" destId="{963CB2C9-4445-40FF-B367-8A1CFD8DEC0D}" srcOrd="6" destOrd="0" parTransId="{A8DD76BF-9B6B-4648-913C-4D2E26F8585A}" sibTransId="{B7C57324-1118-4843-B965-0EA83480F54F}"/>
    <dgm:cxn modelId="{68DDCE79-FB39-406B-9A33-4C54A640DBFA}" srcId="{CAFFAAD6-23A2-4170-B72E-15B505743C95}" destId="{92B9C494-10CC-4F61-9069-71613D5E3736}" srcOrd="0" destOrd="0" parTransId="{24C26D46-EE37-403B-9E89-0D9B964A244C}" sibTransId="{294F7E5E-4EDC-440D-BB30-F031C820C3F5}"/>
    <dgm:cxn modelId="{F0A3469A-3C7A-4E87-9EBB-473987796DB0}" type="presOf" srcId="{F46B5934-A3BB-4DDC-BA3F-425595E724DE}" destId="{5CA27F93-2C26-4D78-85E9-A18B3B4EAA3A}" srcOrd="0" destOrd="0" presId="urn:microsoft.com/office/officeart/2018/2/layout/IconVerticalSolidList"/>
    <dgm:cxn modelId="{909687A1-D764-414B-8010-17006966C35D}" type="presOf" srcId="{D60ACF92-21B5-45C7-9587-549A85AA87F2}" destId="{2BD238F7-9C4F-4D7E-85AA-0685550F92AD}" srcOrd="0" destOrd="0" presId="urn:microsoft.com/office/officeart/2018/2/layout/IconVerticalSolidList"/>
    <dgm:cxn modelId="{938286A2-F460-406E-ADD9-B5B820EE72BB}" srcId="{CAFFAAD6-23A2-4170-B72E-15B505743C95}" destId="{6EC0A287-C64B-4757-B852-8087249853EB}" srcOrd="5" destOrd="0" parTransId="{36BB961F-B43B-4B4C-8272-8B94FA72A022}" sibTransId="{A470AB96-F8EF-438F-B32F-2342EC5A4FE4}"/>
    <dgm:cxn modelId="{B384C2BA-0257-4AC6-9B61-E804546FDE45}" type="presOf" srcId="{78EA0DEB-C4E7-4530-82C3-38F5D5F5871B}" destId="{2D6D793E-B797-4586-A248-0B1C875C7641}" srcOrd="0" destOrd="0" presId="urn:microsoft.com/office/officeart/2018/2/layout/IconVerticalSolidList"/>
    <dgm:cxn modelId="{B88ACBBF-4C09-4FAB-94E1-0B01F351E7C0}" srcId="{CAFFAAD6-23A2-4170-B72E-15B505743C95}" destId="{FF16D444-251A-4E8F-B2BB-E711415B7675}" srcOrd="7" destOrd="0" parTransId="{E402FA06-33D8-476C-874F-015877C043DA}" sibTransId="{FA3F79D5-35A0-4005-BEEF-09CCDC02216C}"/>
    <dgm:cxn modelId="{90509BC0-A690-40CF-984F-5D879DBCE5D7}" type="presOf" srcId="{FF16D444-251A-4E8F-B2BB-E711415B7675}" destId="{5F3A1A70-3EBC-4418-B45D-F7B0E04D8A7A}" srcOrd="0" destOrd="0" presId="urn:microsoft.com/office/officeart/2018/2/layout/IconVerticalSolidList"/>
    <dgm:cxn modelId="{6CFD5DC7-9479-4D6C-8F16-A668B4C7FA84}" type="presOf" srcId="{CAFFAAD6-23A2-4170-B72E-15B505743C95}" destId="{BCAA5659-811A-4ECE-B9C9-BBDBD99F1F2A}" srcOrd="0" destOrd="0" presId="urn:microsoft.com/office/officeart/2018/2/layout/IconVerticalSolidList"/>
    <dgm:cxn modelId="{3C1C50D5-B50F-4A8F-8F18-CE943DA06CE0}" srcId="{CAFFAAD6-23A2-4170-B72E-15B505743C95}" destId="{78EA0DEB-C4E7-4530-82C3-38F5D5F5871B}" srcOrd="1" destOrd="0" parTransId="{52AF9BA1-A16A-40ED-B5F6-27A87F89571A}" sibTransId="{C3EF660D-BABE-46A9-B9F6-D4DD6E9A8B08}"/>
    <dgm:cxn modelId="{24826FDC-5918-4D20-B49D-1B522F3D1F05}" srcId="{CAFFAAD6-23A2-4170-B72E-15B505743C95}" destId="{E78B0644-B1DF-43FF-AF62-065CF917815F}" srcOrd="2" destOrd="0" parTransId="{4E7F3F2F-9C54-40DF-BE71-7F430E0582D3}" sibTransId="{BB43EFF6-6338-45A7-955C-EED362771463}"/>
    <dgm:cxn modelId="{A49099EA-9530-4600-8DE6-3BAF558F952E}" srcId="{CAFFAAD6-23A2-4170-B72E-15B505743C95}" destId="{F46B5934-A3BB-4DDC-BA3F-425595E724DE}" srcOrd="4" destOrd="0" parTransId="{C6907365-8B9E-4E89-9004-457C5AF347C2}" sibTransId="{CA04E64C-D352-4CFB-A6F4-BDEECDAD0063}"/>
    <dgm:cxn modelId="{10D61AA4-472A-4385-B7F0-80008A0C407B}" type="presParOf" srcId="{BCAA5659-811A-4ECE-B9C9-BBDBD99F1F2A}" destId="{3E6B942D-17FC-4F9B-9CF0-8F3764B88E21}" srcOrd="0" destOrd="0" presId="urn:microsoft.com/office/officeart/2018/2/layout/IconVerticalSolidList"/>
    <dgm:cxn modelId="{17724C5F-08F9-41E6-BB32-A57721E91A4A}" type="presParOf" srcId="{3E6B942D-17FC-4F9B-9CF0-8F3764B88E21}" destId="{3ED695EF-4E47-4C3F-8DF4-DF1DB637BB05}" srcOrd="0" destOrd="0" presId="urn:microsoft.com/office/officeart/2018/2/layout/IconVerticalSolidList"/>
    <dgm:cxn modelId="{8E18331B-6893-45F6-95E5-924228905EE8}" type="presParOf" srcId="{3E6B942D-17FC-4F9B-9CF0-8F3764B88E21}" destId="{1F8562D3-E6D4-4EE1-B08E-8ADD11531FA1}" srcOrd="1" destOrd="0" presId="urn:microsoft.com/office/officeart/2018/2/layout/IconVerticalSolidList"/>
    <dgm:cxn modelId="{515AA1E0-369C-465F-A0D1-9152879A4117}" type="presParOf" srcId="{3E6B942D-17FC-4F9B-9CF0-8F3764B88E21}" destId="{35682939-A37D-4296-9AD7-3AA17A4E42E7}" srcOrd="2" destOrd="0" presId="urn:microsoft.com/office/officeart/2018/2/layout/IconVerticalSolidList"/>
    <dgm:cxn modelId="{5807A1A2-DBA5-40C7-9248-72C8DA21B053}" type="presParOf" srcId="{3E6B942D-17FC-4F9B-9CF0-8F3764B88E21}" destId="{243E9226-43D9-4775-A20E-BC5D2BD8875A}" srcOrd="3" destOrd="0" presId="urn:microsoft.com/office/officeart/2018/2/layout/IconVerticalSolidList"/>
    <dgm:cxn modelId="{FA7F0F32-8450-454D-B686-09FED498F099}" type="presParOf" srcId="{BCAA5659-811A-4ECE-B9C9-BBDBD99F1F2A}" destId="{FA858C04-C8D6-4205-A010-2B4CAC043176}" srcOrd="1" destOrd="0" presId="urn:microsoft.com/office/officeart/2018/2/layout/IconVerticalSolidList"/>
    <dgm:cxn modelId="{5F3D5769-6376-49F0-A2F5-E88B587BDBC8}" type="presParOf" srcId="{BCAA5659-811A-4ECE-B9C9-BBDBD99F1F2A}" destId="{D80CABC3-3F84-43F4-B574-0D026D6D65E1}" srcOrd="2" destOrd="0" presId="urn:microsoft.com/office/officeart/2018/2/layout/IconVerticalSolidList"/>
    <dgm:cxn modelId="{46D97A1C-0C00-474D-949C-558813E436CE}" type="presParOf" srcId="{D80CABC3-3F84-43F4-B574-0D026D6D65E1}" destId="{88B8DE9F-BFF9-40F9-827B-E1AB5395B1CC}" srcOrd="0" destOrd="0" presId="urn:microsoft.com/office/officeart/2018/2/layout/IconVerticalSolidList"/>
    <dgm:cxn modelId="{FA2748AF-1A7E-4BA8-B816-8B569995803A}" type="presParOf" srcId="{D80CABC3-3F84-43F4-B574-0D026D6D65E1}" destId="{69C5A09E-B9AE-4014-B93F-C539F40E6D14}" srcOrd="1" destOrd="0" presId="urn:microsoft.com/office/officeart/2018/2/layout/IconVerticalSolidList"/>
    <dgm:cxn modelId="{16E61D62-2DD6-4447-8B25-55992904F24D}" type="presParOf" srcId="{D80CABC3-3F84-43F4-B574-0D026D6D65E1}" destId="{B5042474-A7DA-49BB-A7EA-F88789CD8A9A}" srcOrd="2" destOrd="0" presId="urn:microsoft.com/office/officeart/2018/2/layout/IconVerticalSolidList"/>
    <dgm:cxn modelId="{4EF91659-423E-4C08-ABCB-EC7413064D12}" type="presParOf" srcId="{D80CABC3-3F84-43F4-B574-0D026D6D65E1}" destId="{2D6D793E-B797-4586-A248-0B1C875C7641}" srcOrd="3" destOrd="0" presId="urn:microsoft.com/office/officeart/2018/2/layout/IconVerticalSolidList"/>
    <dgm:cxn modelId="{190240D3-C249-4EDD-856F-254EE36B681A}" type="presParOf" srcId="{BCAA5659-811A-4ECE-B9C9-BBDBD99F1F2A}" destId="{5EE9E149-E9AE-4910-80C7-1C5581D09323}" srcOrd="3" destOrd="0" presId="urn:microsoft.com/office/officeart/2018/2/layout/IconVerticalSolidList"/>
    <dgm:cxn modelId="{6637B674-4DDC-45A3-A5CC-E2AECDDF4C7C}" type="presParOf" srcId="{BCAA5659-811A-4ECE-B9C9-BBDBD99F1F2A}" destId="{8B03034F-301E-4B37-A1A4-48C01603F758}" srcOrd="4" destOrd="0" presId="urn:microsoft.com/office/officeart/2018/2/layout/IconVerticalSolidList"/>
    <dgm:cxn modelId="{C464408D-EBB2-4291-9965-EDA237B6BD32}" type="presParOf" srcId="{8B03034F-301E-4B37-A1A4-48C01603F758}" destId="{12930027-1F86-4E37-AE86-4A255152A462}" srcOrd="0" destOrd="0" presId="urn:microsoft.com/office/officeart/2018/2/layout/IconVerticalSolidList"/>
    <dgm:cxn modelId="{5C04F949-FA32-49A2-8010-3AD02CDA60D3}" type="presParOf" srcId="{8B03034F-301E-4B37-A1A4-48C01603F758}" destId="{10B74E8D-0F59-433C-9A33-E1E81D19EBBB}" srcOrd="1" destOrd="0" presId="urn:microsoft.com/office/officeart/2018/2/layout/IconVerticalSolidList"/>
    <dgm:cxn modelId="{98B3568F-FA0D-4FCB-AC1E-806A041B3CB5}" type="presParOf" srcId="{8B03034F-301E-4B37-A1A4-48C01603F758}" destId="{5177647B-2874-473D-B700-AA43BE45D447}" srcOrd="2" destOrd="0" presId="urn:microsoft.com/office/officeart/2018/2/layout/IconVerticalSolidList"/>
    <dgm:cxn modelId="{05F4688B-6850-4E1F-841F-8DB566435FC8}" type="presParOf" srcId="{8B03034F-301E-4B37-A1A4-48C01603F758}" destId="{9F7AA49A-30A1-441D-BB22-C76B7AD6BADB}" srcOrd="3" destOrd="0" presId="urn:microsoft.com/office/officeart/2018/2/layout/IconVerticalSolidList"/>
    <dgm:cxn modelId="{19A62B42-22F4-4712-851E-B1D0C1983EBE}" type="presParOf" srcId="{BCAA5659-811A-4ECE-B9C9-BBDBD99F1F2A}" destId="{92C06756-CA9A-44DB-AB68-1133918192A1}" srcOrd="5" destOrd="0" presId="urn:microsoft.com/office/officeart/2018/2/layout/IconVerticalSolidList"/>
    <dgm:cxn modelId="{C1CFAE92-7991-4885-B6CC-2109B723BD2F}" type="presParOf" srcId="{BCAA5659-811A-4ECE-B9C9-BBDBD99F1F2A}" destId="{73D314F4-41BC-40A1-8FD7-B898A81E79A2}" srcOrd="6" destOrd="0" presId="urn:microsoft.com/office/officeart/2018/2/layout/IconVerticalSolidList"/>
    <dgm:cxn modelId="{9F386F8B-5D58-4198-B673-2A9789218372}" type="presParOf" srcId="{73D314F4-41BC-40A1-8FD7-B898A81E79A2}" destId="{401554BA-51F1-4008-8088-AEE5CD916FCC}" srcOrd="0" destOrd="0" presId="urn:microsoft.com/office/officeart/2018/2/layout/IconVerticalSolidList"/>
    <dgm:cxn modelId="{A0127FEF-CB8F-4FAB-9DF5-7D5B75B42373}" type="presParOf" srcId="{73D314F4-41BC-40A1-8FD7-B898A81E79A2}" destId="{0AA90B25-7E39-490C-94B8-5D7CC86616CA}" srcOrd="1" destOrd="0" presId="urn:microsoft.com/office/officeart/2018/2/layout/IconVerticalSolidList"/>
    <dgm:cxn modelId="{6F925634-29A4-4C4B-8032-B270C9FF9AB7}" type="presParOf" srcId="{73D314F4-41BC-40A1-8FD7-B898A81E79A2}" destId="{1EEBE39F-912B-497B-8CF0-4498CD978813}" srcOrd="2" destOrd="0" presId="urn:microsoft.com/office/officeart/2018/2/layout/IconVerticalSolidList"/>
    <dgm:cxn modelId="{B823F2CA-38F9-4E11-A207-7ACD5BC7BFCF}" type="presParOf" srcId="{73D314F4-41BC-40A1-8FD7-B898A81E79A2}" destId="{2BD238F7-9C4F-4D7E-85AA-0685550F92AD}" srcOrd="3" destOrd="0" presId="urn:microsoft.com/office/officeart/2018/2/layout/IconVerticalSolidList"/>
    <dgm:cxn modelId="{334DE66D-DB1B-4D25-B996-90C274AA2746}" type="presParOf" srcId="{BCAA5659-811A-4ECE-B9C9-BBDBD99F1F2A}" destId="{2BE591CF-2895-4F42-B2B7-6C7B348F52D2}" srcOrd="7" destOrd="0" presId="urn:microsoft.com/office/officeart/2018/2/layout/IconVerticalSolidList"/>
    <dgm:cxn modelId="{E02101AA-5FAE-4514-B5C3-31C58D04384E}" type="presParOf" srcId="{BCAA5659-811A-4ECE-B9C9-BBDBD99F1F2A}" destId="{DED5CF21-4790-47DF-B38F-095A2FC66C34}" srcOrd="8" destOrd="0" presId="urn:microsoft.com/office/officeart/2018/2/layout/IconVerticalSolidList"/>
    <dgm:cxn modelId="{3ED350BA-4AB0-44BC-9B22-29955A4134E4}" type="presParOf" srcId="{DED5CF21-4790-47DF-B38F-095A2FC66C34}" destId="{3AEC4C33-D60D-498E-916B-2A4705EE4AE4}" srcOrd="0" destOrd="0" presId="urn:microsoft.com/office/officeart/2018/2/layout/IconVerticalSolidList"/>
    <dgm:cxn modelId="{274FB4F4-BACF-4C15-B38E-580F55A70523}" type="presParOf" srcId="{DED5CF21-4790-47DF-B38F-095A2FC66C34}" destId="{D676761A-49C2-42D6-A526-68C3E3C2F9D2}" srcOrd="1" destOrd="0" presId="urn:microsoft.com/office/officeart/2018/2/layout/IconVerticalSolidList"/>
    <dgm:cxn modelId="{EECA9A14-DAAF-4132-A10D-7DE2166525E0}" type="presParOf" srcId="{DED5CF21-4790-47DF-B38F-095A2FC66C34}" destId="{00556EE3-5D73-4D3A-8CDD-2B0B2B9961F5}" srcOrd="2" destOrd="0" presId="urn:microsoft.com/office/officeart/2018/2/layout/IconVerticalSolidList"/>
    <dgm:cxn modelId="{B8DF3FC9-77B2-49F0-BE8D-B0549490DACA}" type="presParOf" srcId="{DED5CF21-4790-47DF-B38F-095A2FC66C34}" destId="{5CA27F93-2C26-4D78-85E9-A18B3B4EAA3A}" srcOrd="3" destOrd="0" presId="urn:microsoft.com/office/officeart/2018/2/layout/IconVerticalSolidList"/>
    <dgm:cxn modelId="{E7945399-1D9C-4727-B6BE-D9726EA51DAE}" type="presParOf" srcId="{BCAA5659-811A-4ECE-B9C9-BBDBD99F1F2A}" destId="{20D40910-B169-4A22-8BF2-D44A6FDBC544}" srcOrd="9" destOrd="0" presId="urn:microsoft.com/office/officeart/2018/2/layout/IconVerticalSolidList"/>
    <dgm:cxn modelId="{A42F9AC4-B8BC-435B-A966-59D2F5C9511D}" type="presParOf" srcId="{BCAA5659-811A-4ECE-B9C9-BBDBD99F1F2A}" destId="{03E3226B-19FC-49EB-91AE-8D36E69849B3}" srcOrd="10" destOrd="0" presId="urn:microsoft.com/office/officeart/2018/2/layout/IconVerticalSolidList"/>
    <dgm:cxn modelId="{6791D0F8-E2BC-4CD7-8F3D-0577687984BF}" type="presParOf" srcId="{03E3226B-19FC-49EB-91AE-8D36E69849B3}" destId="{3735C041-C77B-44F0-AC3F-EEA071678FFA}" srcOrd="0" destOrd="0" presId="urn:microsoft.com/office/officeart/2018/2/layout/IconVerticalSolidList"/>
    <dgm:cxn modelId="{497306D3-82F0-47E8-92E8-9E5AE03BB46D}" type="presParOf" srcId="{03E3226B-19FC-49EB-91AE-8D36E69849B3}" destId="{9EC68228-A6F2-4FAC-80E6-17F8DCD63DF3}" srcOrd="1" destOrd="0" presId="urn:microsoft.com/office/officeart/2018/2/layout/IconVerticalSolidList"/>
    <dgm:cxn modelId="{F1834E8F-4CE3-478F-AE8E-932DACEDDF43}" type="presParOf" srcId="{03E3226B-19FC-49EB-91AE-8D36E69849B3}" destId="{0E4F19B6-A5C7-4D5A-8A70-44C3AC8822A3}" srcOrd="2" destOrd="0" presId="urn:microsoft.com/office/officeart/2018/2/layout/IconVerticalSolidList"/>
    <dgm:cxn modelId="{B9FD1FEA-0682-48C1-A399-D04D968F6C9E}" type="presParOf" srcId="{03E3226B-19FC-49EB-91AE-8D36E69849B3}" destId="{D4BF9A34-7B3A-4E60-B139-CFE6A68B2E02}" srcOrd="3" destOrd="0" presId="urn:microsoft.com/office/officeart/2018/2/layout/IconVerticalSolidList"/>
    <dgm:cxn modelId="{871401DF-689F-4726-9E7B-C02B97F0BFC1}" type="presParOf" srcId="{BCAA5659-811A-4ECE-B9C9-BBDBD99F1F2A}" destId="{16677FC6-42DC-48D3-9A0C-A275BDA47403}" srcOrd="11" destOrd="0" presId="urn:microsoft.com/office/officeart/2018/2/layout/IconVerticalSolidList"/>
    <dgm:cxn modelId="{116C8213-4E65-482A-8767-9B87E8E69E98}" type="presParOf" srcId="{BCAA5659-811A-4ECE-B9C9-BBDBD99F1F2A}" destId="{C1B0E1F7-DEB2-47A6-9473-6B1E1CD366B1}" srcOrd="12" destOrd="0" presId="urn:microsoft.com/office/officeart/2018/2/layout/IconVerticalSolidList"/>
    <dgm:cxn modelId="{4D5EF211-B336-4E08-B840-681BC296AFE7}" type="presParOf" srcId="{C1B0E1F7-DEB2-47A6-9473-6B1E1CD366B1}" destId="{004A9969-F1E3-4551-9D39-6F546E820C92}" srcOrd="0" destOrd="0" presId="urn:microsoft.com/office/officeart/2018/2/layout/IconVerticalSolidList"/>
    <dgm:cxn modelId="{A4572649-9DBA-49A3-9AFB-E2C86508A9B1}" type="presParOf" srcId="{C1B0E1F7-DEB2-47A6-9473-6B1E1CD366B1}" destId="{A1ADA2DA-85F2-4B0F-BA34-D924668104B1}" srcOrd="1" destOrd="0" presId="urn:microsoft.com/office/officeart/2018/2/layout/IconVerticalSolidList"/>
    <dgm:cxn modelId="{E721FFD5-E1FD-4DC3-9F03-660BBFBD3D4F}" type="presParOf" srcId="{C1B0E1F7-DEB2-47A6-9473-6B1E1CD366B1}" destId="{B7244026-F6D5-416B-A6BC-EF43A86D7BD9}" srcOrd="2" destOrd="0" presId="urn:microsoft.com/office/officeart/2018/2/layout/IconVerticalSolidList"/>
    <dgm:cxn modelId="{F1204247-F8E1-4F33-87BC-4D7BF02E82F8}" type="presParOf" srcId="{C1B0E1F7-DEB2-47A6-9473-6B1E1CD366B1}" destId="{D7479BFA-D6A0-4D6B-84ED-6C58329FEF87}" srcOrd="3" destOrd="0" presId="urn:microsoft.com/office/officeart/2018/2/layout/IconVerticalSolidList"/>
    <dgm:cxn modelId="{51B41BC2-07AB-4991-8832-28B9EF9BC11E}" type="presParOf" srcId="{BCAA5659-811A-4ECE-B9C9-BBDBD99F1F2A}" destId="{2046B996-3896-4C01-B381-E42519014F04}" srcOrd="13" destOrd="0" presId="urn:microsoft.com/office/officeart/2018/2/layout/IconVerticalSolidList"/>
    <dgm:cxn modelId="{BFC07E92-5B0D-4E8C-9504-DB0D0036B769}" type="presParOf" srcId="{BCAA5659-811A-4ECE-B9C9-BBDBD99F1F2A}" destId="{AC36C0D2-DF6F-4C21-B5DC-8D3C91B8DB35}" srcOrd="14" destOrd="0" presId="urn:microsoft.com/office/officeart/2018/2/layout/IconVerticalSolidList"/>
    <dgm:cxn modelId="{E6F74A26-6677-4C90-A83D-47F4CCE6BC9B}" type="presParOf" srcId="{AC36C0D2-DF6F-4C21-B5DC-8D3C91B8DB35}" destId="{B824FFB9-AA02-4DEF-A0C1-592D16AA58E2}" srcOrd="0" destOrd="0" presId="urn:microsoft.com/office/officeart/2018/2/layout/IconVerticalSolidList"/>
    <dgm:cxn modelId="{5AA227E7-24AD-427F-A002-4A7B73F6CB86}" type="presParOf" srcId="{AC36C0D2-DF6F-4C21-B5DC-8D3C91B8DB35}" destId="{7BA7FBED-0DA5-4510-BEED-7DB444785548}" srcOrd="1" destOrd="0" presId="urn:microsoft.com/office/officeart/2018/2/layout/IconVerticalSolidList"/>
    <dgm:cxn modelId="{7919C581-D6A6-4064-9B77-8F436F046AF5}" type="presParOf" srcId="{AC36C0D2-DF6F-4C21-B5DC-8D3C91B8DB35}" destId="{7F8852A0-C507-4828-BF28-B42D8302066B}" srcOrd="2" destOrd="0" presId="urn:microsoft.com/office/officeart/2018/2/layout/IconVerticalSolidList"/>
    <dgm:cxn modelId="{C8F2E272-7F6D-4CE7-AA43-0D4E62BD8E94}" type="presParOf" srcId="{AC36C0D2-DF6F-4C21-B5DC-8D3C91B8DB35}" destId="{5F3A1A70-3EBC-4418-B45D-F7B0E04D8A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F8BF484-BF3F-4B50-BCF8-9FDDE2FFA6C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A17EE51-2B32-45D1-9E7B-D4E3DAB06B5E}">
      <dgm:prSet/>
      <dgm:spPr/>
      <dgm:t>
        <a:bodyPr/>
        <a:lstStyle/>
        <a:p>
          <a:r>
            <a:rPr lang="en-US" dirty="0"/>
            <a:t>Big Data = </a:t>
          </a:r>
          <a:r>
            <a:rPr lang="en-US" dirty="0" err="1"/>
            <a:t>grandes</a:t>
          </a:r>
          <a:r>
            <a:rPr lang="en-US" dirty="0"/>
            <a:t> volumes de dados </a:t>
          </a:r>
          <a:r>
            <a:rPr lang="en-US" dirty="0" err="1"/>
            <a:t>gerados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alta</a:t>
          </a:r>
          <a:r>
            <a:rPr lang="en-US" dirty="0"/>
            <a:t> </a:t>
          </a:r>
          <a:r>
            <a:rPr lang="en-US" dirty="0" err="1"/>
            <a:t>velocidade</a:t>
          </a:r>
          <a:r>
            <a:rPr lang="en-US" dirty="0"/>
            <a:t> e </a:t>
          </a:r>
          <a:r>
            <a:rPr lang="en-US" dirty="0" err="1"/>
            <a:t>variedade</a:t>
          </a:r>
          <a:endParaRPr lang="en-US" dirty="0"/>
        </a:p>
      </dgm:t>
    </dgm:pt>
    <dgm:pt modelId="{7B5E8F3D-56E2-4F18-A4B9-53EB4DBCF3CE}" type="parTrans" cxnId="{EE7144F8-E7C3-4D93-AC03-F77191015033}">
      <dgm:prSet/>
      <dgm:spPr/>
      <dgm:t>
        <a:bodyPr/>
        <a:lstStyle/>
        <a:p>
          <a:endParaRPr lang="en-US"/>
        </a:p>
      </dgm:t>
    </dgm:pt>
    <dgm:pt modelId="{CAE19A3D-FE18-4EE3-A02D-4433A2989D31}" type="sibTrans" cxnId="{EE7144F8-E7C3-4D93-AC03-F77191015033}">
      <dgm:prSet/>
      <dgm:spPr/>
      <dgm:t>
        <a:bodyPr/>
        <a:lstStyle/>
        <a:p>
          <a:endParaRPr lang="en-US"/>
        </a:p>
      </dgm:t>
    </dgm:pt>
    <dgm:pt modelId="{3316687D-8D2D-4EE4-A8DC-BE5140049174}">
      <dgm:prSet/>
      <dgm:spPr/>
      <dgm:t>
        <a:bodyPr/>
        <a:lstStyle/>
        <a:p>
          <a:r>
            <a:rPr lang="en-US" dirty="0"/>
            <a:t>5Vs: Volume, </a:t>
          </a:r>
          <a:r>
            <a:rPr lang="en-US" dirty="0" err="1"/>
            <a:t>Velocidade</a:t>
          </a:r>
          <a:r>
            <a:rPr lang="en-US" dirty="0"/>
            <a:t>, </a:t>
          </a:r>
          <a:r>
            <a:rPr lang="en-US" dirty="0" err="1"/>
            <a:t>Variedade</a:t>
          </a:r>
          <a:r>
            <a:rPr lang="en-US" dirty="0"/>
            <a:t>, </a:t>
          </a:r>
          <a:r>
            <a:rPr lang="en-US" dirty="0" err="1"/>
            <a:t>Veracidade</a:t>
          </a:r>
          <a:r>
            <a:rPr lang="en-US" dirty="0"/>
            <a:t>, Valor</a:t>
          </a:r>
        </a:p>
      </dgm:t>
    </dgm:pt>
    <dgm:pt modelId="{094354DD-1891-448E-B2C5-96176CBD48FE}" type="parTrans" cxnId="{34A280F0-60AB-4712-9FC7-0DEB7C420165}">
      <dgm:prSet/>
      <dgm:spPr/>
      <dgm:t>
        <a:bodyPr/>
        <a:lstStyle/>
        <a:p>
          <a:endParaRPr lang="en-US"/>
        </a:p>
      </dgm:t>
    </dgm:pt>
    <dgm:pt modelId="{A6A4C7BD-D1D7-4130-96C8-3722C943744C}" type="sibTrans" cxnId="{34A280F0-60AB-4712-9FC7-0DEB7C420165}">
      <dgm:prSet/>
      <dgm:spPr/>
      <dgm:t>
        <a:bodyPr/>
        <a:lstStyle/>
        <a:p>
          <a:endParaRPr lang="en-US"/>
        </a:p>
      </dgm:t>
    </dgm:pt>
    <dgm:pt modelId="{8294F658-D68D-48FD-A7B1-E38EEB7B9A34}">
      <dgm:prSet/>
      <dgm:spPr/>
      <dgm:t>
        <a:bodyPr/>
        <a:lstStyle/>
        <a:p>
          <a:r>
            <a:rPr lang="en-US" dirty="0" err="1"/>
            <a:t>Exemplo</a:t>
          </a:r>
          <a:r>
            <a:rPr lang="en-US" dirty="0"/>
            <a:t> </a:t>
          </a:r>
          <a:r>
            <a:rPr lang="en-US" dirty="0" err="1"/>
            <a:t>prático</a:t>
          </a:r>
          <a:r>
            <a:rPr lang="en-US" dirty="0"/>
            <a:t>: redes </a:t>
          </a:r>
          <a:r>
            <a:rPr lang="en-US" dirty="0" err="1"/>
            <a:t>sociais</a:t>
          </a:r>
          <a:r>
            <a:rPr lang="en-US" dirty="0"/>
            <a:t>, </a:t>
          </a:r>
          <a:r>
            <a:rPr lang="en-US" dirty="0" err="1"/>
            <a:t>sensores</a:t>
          </a:r>
          <a:r>
            <a:rPr lang="en-US" dirty="0"/>
            <a:t> IoT, e-commerce</a:t>
          </a:r>
        </a:p>
      </dgm:t>
    </dgm:pt>
    <dgm:pt modelId="{8A3B95FC-3B4E-4CE0-B5F3-0557D0891C30}" type="parTrans" cxnId="{106C6D52-9DE5-40F6-B9FE-D77A92D135F6}">
      <dgm:prSet/>
      <dgm:spPr/>
      <dgm:t>
        <a:bodyPr/>
        <a:lstStyle/>
        <a:p>
          <a:endParaRPr lang="en-US"/>
        </a:p>
      </dgm:t>
    </dgm:pt>
    <dgm:pt modelId="{15585771-893B-4698-888E-9407AD187FDC}" type="sibTrans" cxnId="{106C6D52-9DE5-40F6-B9FE-D77A92D135F6}">
      <dgm:prSet/>
      <dgm:spPr/>
      <dgm:t>
        <a:bodyPr/>
        <a:lstStyle/>
        <a:p>
          <a:endParaRPr lang="en-US"/>
        </a:p>
      </dgm:t>
    </dgm:pt>
    <dgm:pt modelId="{F90776AE-F5C1-430B-86D5-1AB717493808}" type="pres">
      <dgm:prSet presAssocID="{3F8BF484-BF3F-4B50-BCF8-9FDDE2FFA6C3}" presName="root" presStyleCnt="0">
        <dgm:presLayoutVars>
          <dgm:dir/>
          <dgm:resizeHandles val="exact"/>
        </dgm:presLayoutVars>
      </dgm:prSet>
      <dgm:spPr/>
    </dgm:pt>
    <dgm:pt modelId="{E8CDCAFD-4579-47E0-A2B4-A3D958C70CDF}" type="pres">
      <dgm:prSet presAssocID="{9A17EE51-2B32-45D1-9E7B-D4E3DAB06B5E}" presName="compNode" presStyleCnt="0"/>
      <dgm:spPr/>
    </dgm:pt>
    <dgm:pt modelId="{D67510AC-C7A5-4537-B6DC-4B014BFBDAFB}" type="pres">
      <dgm:prSet presAssocID="{9A17EE51-2B32-45D1-9E7B-D4E3DAB06B5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dor"/>
        </a:ext>
      </dgm:extLst>
    </dgm:pt>
    <dgm:pt modelId="{8F92F96C-49DE-4CB6-9AAE-ADA83C0C89AF}" type="pres">
      <dgm:prSet presAssocID="{9A17EE51-2B32-45D1-9E7B-D4E3DAB06B5E}" presName="spaceRect" presStyleCnt="0"/>
      <dgm:spPr/>
    </dgm:pt>
    <dgm:pt modelId="{6437E313-B36D-4E83-A169-1C30D7CAF238}" type="pres">
      <dgm:prSet presAssocID="{9A17EE51-2B32-45D1-9E7B-D4E3DAB06B5E}" presName="textRect" presStyleLbl="revTx" presStyleIdx="0" presStyleCnt="3">
        <dgm:presLayoutVars>
          <dgm:chMax val="1"/>
          <dgm:chPref val="1"/>
        </dgm:presLayoutVars>
      </dgm:prSet>
      <dgm:spPr/>
    </dgm:pt>
    <dgm:pt modelId="{5D7DD869-C652-4775-B84B-76B5CC59EED2}" type="pres">
      <dgm:prSet presAssocID="{CAE19A3D-FE18-4EE3-A02D-4433A2989D31}" presName="sibTrans" presStyleCnt="0"/>
      <dgm:spPr/>
    </dgm:pt>
    <dgm:pt modelId="{3308C4C0-197C-42D3-AE3C-E7B1BA0FD3E9}" type="pres">
      <dgm:prSet presAssocID="{3316687D-8D2D-4EE4-A8DC-BE5140049174}" presName="compNode" presStyleCnt="0"/>
      <dgm:spPr/>
    </dgm:pt>
    <dgm:pt modelId="{CCE0A2BF-816B-4325-BC58-594BDB7EE574}" type="pres">
      <dgm:prSet presAssocID="{3316687D-8D2D-4EE4-A8DC-BE514004917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guntas"/>
        </a:ext>
      </dgm:extLst>
    </dgm:pt>
    <dgm:pt modelId="{92EFB697-6D84-4FAE-824B-119A5DC6A35A}" type="pres">
      <dgm:prSet presAssocID="{3316687D-8D2D-4EE4-A8DC-BE5140049174}" presName="spaceRect" presStyleCnt="0"/>
      <dgm:spPr/>
    </dgm:pt>
    <dgm:pt modelId="{BFD47D4E-28BB-4C8A-9F8B-3C9C46B55929}" type="pres">
      <dgm:prSet presAssocID="{3316687D-8D2D-4EE4-A8DC-BE5140049174}" presName="textRect" presStyleLbl="revTx" presStyleIdx="1" presStyleCnt="3">
        <dgm:presLayoutVars>
          <dgm:chMax val="1"/>
          <dgm:chPref val="1"/>
        </dgm:presLayoutVars>
      </dgm:prSet>
      <dgm:spPr/>
    </dgm:pt>
    <dgm:pt modelId="{71A2F197-D51C-44A7-8C58-7162488D1B34}" type="pres">
      <dgm:prSet presAssocID="{A6A4C7BD-D1D7-4130-96C8-3722C943744C}" presName="sibTrans" presStyleCnt="0"/>
      <dgm:spPr/>
    </dgm:pt>
    <dgm:pt modelId="{9CC1175F-6A74-4DE3-9209-32216339BC5B}" type="pres">
      <dgm:prSet presAssocID="{8294F658-D68D-48FD-A7B1-E38EEB7B9A34}" presName="compNode" presStyleCnt="0"/>
      <dgm:spPr/>
    </dgm:pt>
    <dgm:pt modelId="{E4F84562-4469-453B-86BF-E570CD982876}" type="pres">
      <dgm:prSet presAssocID="{8294F658-D68D-48FD-A7B1-E38EEB7B9A3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EB1887DD-E981-4A4E-BE1B-F2AE2B79C43D}" type="pres">
      <dgm:prSet presAssocID="{8294F658-D68D-48FD-A7B1-E38EEB7B9A34}" presName="spaceRect" presStyleCnt="0"/>
      <dgm:spPr/>
    </dgm:pt>
    <dgm:pt modelId="{CF72987E-8FC6-4B4F-89DD-C1336D1F1FD3}" type="pres">
      <dgm:prSet presAssocID="{8294F658-D68D-48FD-A7B1-E38EEB7B9A3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06C6D52-9DE5-40F6-B9FE-D77A92D135F6}" srcId="{3F8BF484-BF3F-4B50-BCF8-9FDDE2FFA6C3}" destId="{8294F658-D68D-48FD-A7B1-E38EEB7B9A34}" srcOrd="2" destOrd="0" parTransId="{8A3B95FC-3B4E-4CE0-B5F3-0557D0891C30}" sibTransId="{15585771-893B-4698-888E-9407AD187FDC}"/>
    <dgm:cxn modelId="{3E2F7B88-247E-4AD4-83D7-1DDD04BDEAED}" type="presOf" srcId="{3316687D-8D2D-4EE4-A8DC-BE5140049174}" destId="{BFD47D4E-28BB-4C8A-9F8B-3C9C46B55929}" srcOrd="0" destOrd="0" presId="urn:microsoft.com/office/officeart/2018/2/layout/IconLabelList"/>
    <dgm:cxn modelId="{F47F2B91-37E1-4E32-AE0F-D7A051001AB6}" type="presOf" srcId="{8294F658-D68D-48FD-A7B1-E38EEB7B9A34}" destId="{CF72987E-8FC6-4B4F-89DD-C1336D1F1FD3}" srcOrd="0" destOrd="0" presId="urn:microsoft.com/office/officeart/2018/2/layout/IconLabelList"/>
    <dgm:cxn modelId="{50874BCD-3AED-4935-89E7-A6EA61FF07CB}" type="presOf" srcId="{3F8BF484-BF3F-4B50-BCF8-9FDDE2FFA6C3}" destId="{F90776AE-F5C1-430B-86D5-1AB717493808}" srcOrd="0" destOrd="0" presId="urn:microsoft.com/office/officeart/2018/2/layout/IconLabelList"/>
    <dgm:cxn modelId="{34A280F0-60AB-4712-9FC7-0DEB7C420165}" srcId="{3F8BF484-BF3F-4B50-BCF8-9FDDE2FFA6C3}" destId="{3316687D-8D2D-4EE4-A8DC-BE5140049174}" srcOrd="1" destOrd="0" parTransId="{094354DD-1891-448E-B2C5-96176CBD48FE}" sibTransId="{A6A4C7BD-D1D7-4130-96C8-3722C943744C}"/>
    <dgm:cxn modelId="{EE7144F8-E7C3-4D93-AC03-F77191015033}" srcId="{3F8BF484-BF3F-4B50-BCF8-9FDDE2FFA6C3}" destId="{9A17EE51-2B32-45D1-9E7B-D4E3DAB06B5E}" srcOrd="0" destOrd="0" parTransId="{7B5E8F3D-56E2-4F18-A4B9-53EB4DBCF3CE}" sibTransId="{CAE19A3D-FE18-4EE3-A02D-4433A2989D31}"/>
    <dgm:cxn modelId="{5BB9F8FA-3E88-4CA4-A08B-12C98C3A0E0E}" type="presOf" srcId="{9A17EE51-2B32-45D1-9E7B-D4E3DAB06B5E}" destId="{6437E313-B36D-4E83-A169-1C30D7CAF238}" srcOrd="0" destOrd="0" presId="urn:microsoft.com/office/officeart/2018/2/layout/IconLabelList"/>
    <dgm:cxn modelId="{09646926-496C-4E8D-80EC-C26226DF6D32}" type="presParOf" srcId="{F90776AE-F5C1-430B-86D5-1AB717493808}" destId="{E8CDCAFD-4579-47E0-A2B4-A3D958C70CDF}" srcOrd="0" destOrd="0" presId="urn:microsoft.com/office/officeart/2018/2/layout/IconLabelList"/>
    <dgm:cxn modelId="{B5BD93DD-5F72-47FF-BE81-AAC8F1EDE40D}" type="presParOf" srcId="{E8CDCAFD-4579-47E0-A2B4-A3D958C70CDF}" destId="{D67510AC-C7A5-4537-B6DC-4B014BFBDAFB}" srcOrd="0" destOrd="0" presId="urn:microsoft.com/office/officeart/2018/2/layout/IconLabelList"/>
    <dgm:cxn modelId="{25CE6E54-F04B-4D08-BD60-8614B06CA41F}" type="presParOf" srcId="{E8CDCAFD-4579-47E0-A2B4-A3D958C70CDF}" destId="{8F92F96C-49DE-4CB6-9AAE-ADA83C0C89AF}" srcOrd="1" destOrd="0" presId="urn:microsoft.com/office/officeart/2018/2/layout/IconLabelList"/>
    <dgm:cxn modelId="{124CD39B-8EE1-424C-A2A9-50D08DB92D92}" type="presParOf" srcId="{E8CDCAFD-4579-47E0-A2B4-A3D958C70CDF}" destId="{6437E313-B36D-4E83-A169-1C30D7CAF238}" srcOrd="2" destOrd="0" presId="urn:microsoft.com/office/officeart/2018/2/layout/IconLabelList"/>
    <dgm:cxn modelId="{7028670F-0B34-4323-B38C-CB8CAF8BF163}" type="presParOf" srcId="{F90776AE-F5C1-430B-86D5-1AB717493808}" destId="{5D7DD869-C652-4775-B84B-76B5CC59EED2}" srcOrd="1" destOrd="0" presId="urn:microsoft.com/office/officeart/2018/2/layout/IconLabelList"/>
    <dgm:cxn modelId="{FD6E2AE9-ACD8-4112-BC7D-49B727270BA5}" type="presParOf" srcId="{F90776AE-F5C1-430B-86D5-1AB717493808}" destId="{3308C4C0-197C-42D3-AE3C-E7B1BA0FD3E9}" srcOrd="2" destOrd="0" presId="urn:microsoft.com/office/officeart/2018/2/layout/IconLabelList"/>
    <dgm:cxn modelId="{DAD20C39-A849-4B72-B82E-356AEEB7CC9E}" type="presParOf" srcId="{3308C4C0-197C-42D3-AE3C-E7B1BA0FD3E9}" destId="{CCE0A2BF-816B-4325-BC58-594BDB7EE574}" srcOrd="0" destOrd="0" presId="urn:microsoft.com/office/officeart/2018/2/layout/IconLabelList"/>
    <dgm:cxn modelId="{8C80EDFA-E814-4520-842E-D885433F26AC}" type="presParOf" srcId="{3308C4C0-197C-42D3-AE3C-E7B1BA0FD3E9}" destId="{92EFB697-6D84-4FAE-824B-119A5DC6A35A}" srcOrd="1" destOrd="0" presId="urn:microsoft.com/office/officeart/2018/2/layout/IconLabelList"/>
    <dgm:cxn modelId="{7316F9D5-D042-4535-8D9D-F8F50C3C1530}" type="presParOf" srcId="{3308C4C0-197C-42D3-AE3C-E7B1BA0FD3E9}" destId="{BFD47D4E-28BB-4C8A-9F8B-3C9C46B55929}" srcOrd="2" destOrd="0" presId="urn:microsoft.com/office/officeart/2018/2/layout/IconLabelList"/>
    <dgm:cxn modelId="{751ACBEC-9A52-4AAC-9397-D387955A0C06}" type="presParOf" srcId="{F90776AE-F5C1-430B-86D5-1AB717493808}" destId="{71A2F197-D51C-44A7-8C58-7162488D1B34}" srcOrd="3" destOrd="0" presId="urn:microsoft.com/office/officeart/2018/2/layout/IconLabelList"/>
    <dgm:cxn modelId="{B54C98D1-2F1B-4B21-A5BC-243E37FDEFAB}" type="presParOf" srcId="{F90776AE-F5C1-430B-86D5-1AB717493808}" destId="{9CC1175F-6A74-4DE3-9209-32216339BC5B}" srcOrd="4" destOrd="0" presId="urn:microsoft.com/office/officeart/2018/2/layout/IconLabelList"/>
    <dgm:cxn modelId="{99750E8F-A161-4A8F-B887-16C48ECEC4E9}" type="presParOf" srcId="{9CC1175F-6A74-4DE3-9209-32216339BC5B}" destId="{E4F84562-4469-453B-86BF-E570CD982876}" srcOrd="0" destOrd="0" presId="urn:microsoft.com/office/officeart/2018/2/layout/IconLabelList"/>
    <dgm:cxn modelId="{9A2FD76C-2343-42AA-BA10-4CE93C1AA3FA}" type="presParOf" srcId="{9CC1175F-6A74-4DE3-9209-32216339BC5B}" destId="{EB1887DD-E981-4A4E-BE1B-F2AE2B79C43D}" srcOrd="1" destOrd="0" presId="urn:microsoft.com/office/officeart/2018/2/layout/IconLabelList"/>
    <dgm:cxn modelId="{CFA8BB5B-E9FD-4FB1-B965-F0E008E0BE1F}" type="presParOf" srcId="{9CC1175F-6A74-4DE3-9209-32216339BC5B}" destId="{CF72987E-8FC6-4B4F-89DD-C1336D1F1FD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9A65B45-FA9E-4F74-81FB-E4EE76C143F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D5F2DA5-A62A-4572-98F3-0DA467FCAB48}">
      <dgm:prSet/>
      <dgm:spPr/>
      <dgm:t>
        <a:bodyPr/>
        <a:lstStyle/>
        <a:p>
          <a:pPr>
            <a:defRPr cap="all"/>
          </a:pPr>
          <a:r>
            <a:rPr lang="en-US"/>
            <a:t>Hadoop: HDFS + MapReduce + YARN</a:t>
          </a:r>
        </a:p>
      </dgm:t>
    </dgm:pt>
    <dgm:pt modelId="{98CD1CD5-8D8A-470D-BF85-133DC464331F}" type="parTrans" cxnId="{3CEAA2B4-DEF5-458E-89C7-1137BD30A77E}">
      <dgm:prSet/>
      <dgm:spPr/>
      <dgm:t>
        <a:bodyPr/>
        <a:lstStyle/>
        <a:p>
          <a:endParaRPr lang="en-US"/>
        </a:p>
      </dgm:t>
    </dgm:pt>
    <dgm:pt modelId="{C4EEAD29-EA83-4249-B45F-BC5B8A2087BC}" type="sibTrans" cxnId="{3CEAA2B4-DEF5-458E-89C7-1137BD30A77E}">
      <dgm:prSet/>
      <dgm:spPr/>
      <dgm:t>
        <a:bodyPr/>
        <a:lstStyle/>
        <a:p>
          <a:endParaRPr lang="en-US"/>
        </a:p>
      </dgm:t>
    </dgm:pt>
    <dgm:pt modelId="{8D750ADA-2073-4B22-BBB9-90A778A0BB56}">
      <dgm:prSet/>
      <dgm:spPr/>
      <dgm:t>
        <a:bodyPr/>
        <a:lstStyle/>
        <a:p>
          <a:pPr>
            <a:defRPr cap="all"/>
          </a:pPr>
          <a:r>
            <a:rPr lang="en-US"/>
            <a:t>Spark: processamento em memória, mais rápido</a:t>
          </a:r>
        </a:p>
      </dgm:t>
    </dgm:pt>
    <dgm:pt modelId="{6E940F4F-E36C-49B1-B776-404BB937F31E}" type="parTrans" cxnId="{7A844786-EE5E-4663-84BE-CC2B60D463B8}">
      <dgm:prSet/>
      <dgm:spPr/>
      <dgm:t>
        <a:bodyPr/>
        <a:lstStyle/>
        <a:p>
          <a:endParaRPr lang="en-US"/>
        </a:p>
      </dgm:t>
    </dgm:pt>
    <dgm:pt modelId="{FF833D77-2990-4CB2-8000-B2EFBD53F804}" type="sibTrans" cxnId="{7A844786-EE5E-4663-84BE-CC2B60D463B8}">
      <dgm:prSet/>
      <dgm:spPr/>
      <dgm:t>
        <a:bodyPr/>
        <a:lstStyle/>
        <a:p>
          <a:endParaRPr lang="en-US"/>
        </a:p>
      </dgm:t>
    </dgm:pt>
    <dgm:pt modelId="{6D7A5E90-6D1A-4318-BFB0-E2291B9ABEEA}">
      <dgm:prSet/>
      <dgm:spPr/>
      <dgm:t>
        <a:bodyPr/>
        <a:lstStyle/>
        <a:p>
          <a:pPr>
            <a:defRPr cap="all"/>
          </a:pPr>
          <a:r>
            <a:rPr lang="en-US"/>
            <a:t>NoSQL: bancos não relacionais (MongoDB, Cassandra)</a:t>
          </a:r>
        </a:p>
      </dgm:t>
    </dgm:pt>
    <dgm:pt modelId="{93A30591-AB34-4352-B8B3-821F087E6085}" type="parTrans" cxnId="{6DCF22AF-B241-426A-8EC4-600D7B9F79B8}">
      <dgm:prSet/>
      <dgm:spPr/>
      <dgm:t>
        <a:bodyPr/>
        <a:lstStyle/>
        <a:p>
          <a:endParaRPr lang="en-US"/>
        </a:p>
      </dgm:t>
    </dgm:pt>
    <dgm:pt modelId="{C57F5C74-4726-40C5-ADC4-577A89068A5E}" type="sibTrans" cxnId="{6DCF22AF-B241-426A-8EC4-600D7B9F79B8}">
      <dgm:prSet/>
      <dgm:spPr/>
      <dgm:t>
        <a:bodyPr/>
        <a:lstStyle/>
        <a:p>
          <a:endParaRPr lang="en-US"/>
        </a:p>
      </dgm:t>
    </dgm:pt>
    <dgm:pt modelId="{F31321E6-1E88-4894-A556-C83DA316D170}">
      <dgm:prSet/>
      <dgm:spPr/>
      <dgm:t>
        <a:bodyPr/>
        <a:lstStyle/>
        <a:p>
          <a:pPr>
            <a:defRPr cap="all"/>
          </a:pPr>
          <a:r>
            <a:rPr lang="en-US"/>
            <a:t>Data Lake vs Data Warehouse</a:t>
          </a:r>
        </a:p>
      </dgm:t>
    </dgm:pt>
    <dgm:pt modelId="{EDB5E26D-0ED1-42E7-8FBD-0519DAE1D89B}" type="parTrans" cxnId="{7C6727ED-D81B-4C93-A454-19E5C6093C08}">
      <dgm:prSet/>
      <dgm:spPr/>
      <dgm:t>
        <a:bodyPr/>
        <a:lstStyle/>
        <a:p>
          <a:endParaRPr lang="en-US"/>
        </a:p>
      </dgm:t>
    </dgm:pt>
    <dgm:pt modelId="{2193131A-6696-44E7-B213-D06F3C671526}" type="sibTrans" cxnId="{7C6727ED-D81B-4C93-A454-19E5C6093C08}">
      <dgm:prSet/>
      <dgm:spPr/>
      <dgm:t>
        <a:bodyPr/>
        <a:lstStyle/>
        <a:p>
          <a:endParaRPr lang="en-US"/>
        </a:p>
      </dgm:t>
    </dgm:pt>
    <dgm:pt modelId="{D8F9E86D-F44A-4935-B401-4E918A8AFA57}" type="pres">
      <dgm:prSet presAssocID="{99A65B45-FA9E-4F74-81FB-E4EE76C143FB}" presName="root" presStyleCnt="0">
        <dgm:presLayoutVars>
          <dgm:dir/>
          <dgm:resizeHandles val="exact"/>
        </dgm:presLayoutVars>
      </dgm:prSet>
      <dgm:spPr/>
    </dgm:pt>
    <dgm:pt modelId="{6C3F319C-D3E8-40B5-9731-84245EFCF7BC}" type="pres">
      <dgm:prSet presAssocID="{2D5F2DA5-A62A-4572-98F3-0DA467FCAB48}" presName="compNode" presStyleCnt="0"/>
      <dgm:spPr/>
    </dgm:pt>
    <dgm:pt modelId="{72B88422-5B84-4418-9F11-F70F4E18C91B}" type="pres">
      <dgm:prSet presAssocID="{2D5F2DA5-A62A-4572-98F3-0DA467FCAB48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C31A65C-A77C-4F5B-910E-5857D3CD6C67}" type="pres">
      <dgm:prSet presAssocID="{2D5F2DA5-A62A-4572-98F3-0DA467FCAB4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AA1D6E42-D3DF-4362-9B1C-44C78625DCA1}" type="pres">
      <dgm:prSet presAssocID="{2D5F2DA5-A62A-4572-98F3-0DA467FCAB48}" presName="spaceRect" presStyleCnt="0"/>
      <dgm:spPr/>
    </dgm:pt>
    <dgm:pt modelId="{23A3F877-05F2-434B-9A69-2BB4785A72FC}" type="pres">
      <dgm:prSet presAssocID="{2D5F2DA5-A62A-4572-98F3-0DA467FCAB48}" presName="textRect" presStyleLbl="revTx" presStyleIdx="0" presStyleCnt="4">
        <dgm:presLayoutVars>
          <dgm:chMax val="1"/>
          <dgm:chPref val="1"/>
        </dgm:presLayoutVars>
      </dgm:prSet>
      <dgm:spPr/>
    </dgm:pt>
    <dgm:pt modelId="{218D5D0E-F3A1-47E2-B54A-2C678CBB2AA6}" type="pres">
      <dgm:prSet presAssocID="{C4EEAD29-EA83-4249-B45F-BC5B8A2087BC}" presName="sibTrans" presStyleCnt="0"/>
      <dgm:spPr/>
    </dgm:pt>
    <dgm:pt modelId="{74DDE9A4-570C-40FA-BA65-FA42CEDBB185}" type="pres">
      <dgm:prSet presAssocID="{8D750ADA-2073-4B22-BBB9-90A778A0BB56}" presName="compNode" presStyleCnt="0"/>
      <dgm:spPr/>
    </dgm:pt>
    <dgm:pt modelId="{77DC3A07-F0A4-46A1-8DF6-7108FDA3FB00}" type="pres">
      <dgm:prSet presAssocID="{8D750ADA-2073-4B22-BBB9-90A778A0BB56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B91E7AA-5452-4AC8-9E99-C67ADBE9F329}" type="pres">
      <dgm:prSet presAssocID="{8D750ADA-2073-4B22-BBB9-90A778A0BB5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gos de artifício"/>
        </a:ext>
      </dgm:extLst>
    </dgm:pt>
    <dgm:pt modelId="{C6648C16-B99B-4973-8DC8-4AF9A7A7E2D6}" type="pres">
      <dgm:prSet presAssocID="{8D750ADA-2073-4B22-BBB9-90A778A0BB56}" presName="spaceRect" presStyleCnt="0"/>
      <dgm:spPr/>
    </dgm:pt>
    <dgm:pt modelId="{ECF81393-BEAD-4172-A978-0F19D8BD16CA}" type="pres">
      <dgm:prSet presAssocID="{8D750ADA-2073-4B22-BBB9-90A778A0BB56}" presName="textRect" presStyleLbl="revTx" presStyleIdx="1" presStyleCnt="4">
        <dgm:presLayoutVars>
          <dgm:chMax val="1"/>
          <dgm:chPref val="1"/>
        </dgm:presLayoutVars>
      </dgm:prSet>
      <dgm:spPr/>
    </dgm:pt>
    <dgm:pt modelId="{CDFBC37D-7293-4DD5-90A4-CDBFCCF8A072}" type="pres">
      <dgm:prSet presAssocID="{FF833D77-2990-4CB2-8000-B2EFBD53F804}" presName="sibTrans" presStyleCnt="0"/>
      <dgm:spPr/>
    </dgm:pt>
    <dgm:pt modelId="{D461F7B1-DFD2-4BB7-A079-956E0E490B1C}" type="pres">
      <dgm:prSet presAssocID="{6D7A5E90-6D1A-4318-BFB0-E2291B9ABEEA}" presName="compNode" presStyleCnt="0"/>
      <dgm:spPr/>
    </dgm:pt>
    <dgm:pt modelId="{9BD2B912-F489-408F-A2BB-85D962E10FFF}" type="pres">
      <dgm:prSet presAssocID="{6D7A5E90-6D1A-4318-BFB0-E2291B9ABEEA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423619E-DEE9-4A09-8653-A231712B6CB6}" type="pres">
      <dgm:prSet presAssocID="{6D7A5E90-6D1A-4318-BFB0-E2291B9ABEE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D40F9F2B-7785-4E7D-9EA1-5172DE2CD322}" type="pres">
      <dgm:prSet presAssocID="{6D7A5E90-6D1A-4318-BFB0-E2291B9ABEEA}" presName="spaceRect" presStyleCnt="0"/>
      <dgm:spPr/>
    </dgm:pt>
    <dgm:pt modelId="{340EB5EA-8484-4B72-9D1B-37330E54BE94}" type="pres">
      <dgm:prSet presAssocID="{6D7A5E90-6D1A-4318-BFB0-E2291B9ABEEA}" presName="textRect" presStyleLbl="revTx" presStyleIdx="2" presStyleCnt="4">
        <dgm:presLayoutVars>
          <dgm:chMax val="1"/>
          <dgm:chPref val="1"/>
        </dgm:presLayoutVars>
      </dgm:prSet>
      <dgm:spPr/>
    </dgm:pt>
    <dgm:pt modelId="{D3C4BBB2-7A5F-43D6-B3ED-77CA9C9E8130}" type="pres">
      <dgm:prSet presAssocID="{C57F5C74-4726-40C5-ADC4-577A89068A5E}" presName="sibTrans" presStyleCnt="0"/>
      <dgm:spPr/>
    </dgm:pt>
    <dgm:pt modelId="{4A278A04-5585-463F-8771-6FF08DA46012}" type="pres">
      <dgm:prSet presAssocID="{F31321E6-1E88-4894-A556-C83DA316D170}" presName="compNode" presStyleCnt="0"/>
      <dgm:spPr/>
    </dgm:pt>
    <dgm:pt modelId="{C96FA457-5E09-4938-9573-29CB6E9E6DA2}" type="pres">
      <dgm:prSet presAssocID="{F31321E6-1E88-4894-A556-C83DA316D170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12515F9-B96B-4A8B-96BA-6E8FECA312C7}" type="pres">
      <dgm:prSet presAssocID="{F31321E6-1E88-4894-A556-C83DA316D17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4BB2440-0AED-40AA-A688-490E8B408599}" type="pres">
      <dgm:prSet presAssocID="{F31321E6-1E88-4894-A556-C83DA316D170}" presName="spaceRect" presStyleCnt="0"/>
      <dgm:spPr/>
    </dgm:pt>
    <dgm:pt modelId="{6A77CF7B-994D-421E-B6D1-8E15AA6CB111}" type="pres">
      <dgm:prSet presAssocID="{F31321E6-1E88-4894-A556-C83DA316D17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97B1B27-236C-4187-894C-1132F8DD080D}" type="presOf" srcId="{8D750ADA-2073-4B22-BBB9-90A778A0BB56}" destId="{ECF81393-BEAD-4172-A978-0F19D8BD16CA}" srcOrd="0" destOrd="0" presId="urn:microsoft.com/office/officeart/2018/5/layout/IconLeafLabelList"/>
    <dgm:cxn modelId="{60A4773C-F322-4EFB-A6D8-2C198E55DD33}" type="presOf" srcId="{6D7A5E90-6D1A-4318-BFB0-E2291B9ABEEA}" destId="{340EB5EA-8484-4B72-9D1B-37330E54BE94}" srcOrd="0" destOrd="0" presId="urn:microsoft.com/office/officeart/2018/5/layout/IconLeafLabelList"/>
    <dgm:cxn modelId="{7A844786-EE5E-4663-84BE-CC2B60D463B8}" srcId="{99A65B45-FA9E-4F74-81FB-E4EE76C143FB}" destId="{8D750ADA-2073-4B22-BBB9-90A778A0BB56}" srcOrd="1" destOrd="0" parTransId="{6E940F4F-E36C-49B1-B776-404BB937F31E}" sibTransId="{FF833D77-2990-4CB2-8000-B2EFBD53F804}"/>
    <dgm:cxn modelId="{FD075092-B3FF-4DA4-B51C-CCF6592FEE0A}" type="presOf" srcId="{99A65B45-FA9E-4F74-81FB-E4EE76C143FB}" destId="{D8F9E86D-F44A-4935-B401-4E918A8AFA57}" srcOrd="0" destOrd="0" presId="urn:microsoft.com/office/officeart/2018/5/layout/IconLeafLabelList"/>
    <dgm:cxn modelId="{6DCF22AF-B241-426A-8EC4-600D7B9F79B8}" srcId="{99A65B45-FA9E-4F74-81FB-E4EE76C143FB}" destId="{6D7A5E90-6D1A-4318-BFB0-E2291B9ABEEA}" srcOrd="2" destOrd="0" parTransId="{93A30591-AB34-4352-B8B3-821F087E6085}" sibTransId="{C57F5C74-4726-40C5-ADC4-577A89068A5E}"/>
    <dgm:cxn modelId="{3CEAA2B4-DEF5-458E-89C7-1137BD30A77E}" srcId="{99A65B45-FA9E-4F74-81FB-E4EE76C143FB}" destId="{2D5F2DA5-A62A-4572-98F3-0DA467FCAB48}" srcOrd="0" destOrd="0" parTransId="{98CD1CD5-8D8A-470D-BF85-133DC464331F}" sibTransId="{C4EEAD29-EA83-4249-B45F-BC5B8A2087BC}"/>
    <dgm:cxn modelId="{2031A9E9-C9AE-41DA-A9E6-003A717800EC}" type="presOf" srcId="{2D5F2DA5-A62A-4572-98F3-0DA467FCAB48}" destId="{23A3F877-05F2-434B-9A69-2BB4785A72FC}" srcOrd="0" destOrd="0" presId="urn:microsoft.com/office/officeart/2018/5/layout/IconLeafLabelList"/>
    <dgm:cxn modelId="{7C6727ED-D81B-4C93-A454-19E5C6093C08}" srcId="{99A65B45-FA9E-4F74-81FB-E4EE76C143FB}" destId="{F31321E6-1E88-4894-A556-C83DA316D170}" srcOrd="3" destOrd="0" parTransId="{EDB5E26D-0ED1-42E7-8FBD-0519DAE1D89B}" sibTransId="{2193131A-6696-44E7-B213-D06F3C671526}"/>
    <dgm:cxn modelId="{C815FBF1-AFB5-44AB-B9C2-8F78ACE27688}" type="presOf" srcId="{F31321E6-1E88-4894-A556-C83DA316D170}" destId="{6A77CF7B-994D-421E-B6D1-8E15AA6CB111}" srcOrd="0" destOrd="0" presId="urn:microsoft.com/office/officeart/2018/5/layout/IconLeafLabelList"/>
    <dgm:cxn modelId="{B07802C9-507E-4B8A-8D41-D9ACA3E7E8F3}" type="presParOf" srcId="{D8F9E86D-F44A-4935-B401-4E918A8AFA57}" destId="{6C3F319C-D3E8-40B5-9731-84245EFCF7BC}" srcOrd="0" destOrd="0" presId="urn:microsoft.com/office/officeart/2018/5/layout/IconLeafLabelList"/>
    <dgm:cxn modelId="{3ED7CEEA-A017-4E0E-902B-45DEAE1D1BD7}" type="presParOf" srcId="{6C3F319C-D3E8-40B5-9731-84245EFCF7BC}" destId="{72B88422-5B84-4418-9F11-F70F4E18C91B}" srcOrd="0" destOrd="0" presId="urn:microsoft.com/office/officeart/2018/5/layout/IconLeafLabelList"/>
    <dgm:cxn modelId="{83854F69-2673-4354-B45B-5FC397857EF4}" type="presParOf" srcId="{6C3F319C-D3E8-40B5-9731-84245EFCF7BC}" destId="{4C31A65C-A77C-4F5B-910E-5857D3CD6C67}" srcOrd="1" destOrd="0" presId="urn:microsoft.com/office/officeart/2018/5/layout/IconLeafLabelList"/>
    <dgm:cxn modelId="{4D7E6F5D-D578-4507-A9E0-768B2A3657A2}" type="presParOf" srcId="{6C3F319C-D3E8-40B5-9731-84245EFCF7BC}" destId="{AA1D6E42-D3DF-4362-9B1C-44C78625DCA1}" srcOrd="2" destOrd="0" presId="urn:microsoft.com/office/officeart/2018/5/layout/IconLeafLabelList"/>
    <dgm:cxn modelId="{29E11FC2-A47F-400B-B0D4-AA21E21E37A8}" type="presParOf" srcId="{6C3F319C-D3E8-40B5-9731-84245EFCF7BC}" destId="{23A3F877-05F2-434B-9A69-2BB4785A72FC}" srcOrd="3" destOrd="0" presId="urn:microsoft.com/office/officeart/2018/5/layout/IconLeafLabelList"/>
    <dgm:cxn modelId="{065E7C3F-3E13-41CC-8475-7B66041EE033}" type="presParOf" srcId="{D8F9E86D-F44A-4935-B401-4E918A8AFA57}" destId="{218D5D0E-F3A1-47E2-B54A-2C678CBB2AA6}" srcOrd="1" destOrd="0" presId="urn:microsoft.com/office/officeart/2018/5/layout/IconLeafLabelList"/>
    <dgm:cxn modelId="{00A1F3B9-B7DB-4430-9D56-6F9499AAF771}" type="presParOf" srcId="{D8F9E86D-F44A-4935-B401-4E918A8AFA57}" destId="{74DDE9A4-570C-40FA-BA65-FA42CEDBB185}" srcOrd="2" destOrd="0" presId="urn:microsoft.com/office/officeart/2018/5/layout/IconLeafLabelList"/>
    <dgm:cxn modelId="{A2A15096-FDB2-4F64-9F1C-8C444FF91362}" type="presParOf" srcId="{74DDE9A4-570C-40FA-BA65-FA42CEDBB185}" destId="{77DC3A07-F0A4-46A1-8DF6-7108FDA3FB00}" srcOrd="0" destOrd="0" presId="urn:microsoft.com/office/officeart/2018/5/layout/IconLeafLabelList"/>
    <dgm:cxn modelId="{85239C71-9458-45EA-A21A-C7E9400B0612}" type="presParOf" srcId="{74DDE9A4-570C-40FA-BA65-FA42CEDBB185}" destId="{4B91E7AA-5452-4AC8-9E99-C67ADBE9F329}" srcOrd="1" destOrd="0" presId="urn:microsoft.com/office/officeart/2018/5/layout/IconLeafLabelList"/>
    <dgm:cxn modelId="{72A28C08-2505-4DB6-A569-A99F7D5E395C}" type="presParOf" srcId="{74DDE9A4-570C-40FA-BA65-FA42CEDBB185}" destId="{C6648C16-B99B-4973-8DC8-4AF9A7A7E2D6}" srcOrd="2" destOrd="0" presId="urn:microsoft.com/office/officeart/2018/5/layout/IconLeafLabelList"/>
    <dgm:cxn modelId="{3439FEB0-B6EE-48DF-8FE9-040DF816E719}" type="presParOf" srcId="{74DDE9A4-570C-40FA-BA65-FA42CEDBB185}" destId="{ECF81393-BEAD-4172-A978-0F19D8BD16CA}" srcOrd="3" destOrd="0" presId="urn:microsoft.com/office/officeart/2018/5/layout/IconLeafLabelList"/>
    <dgm:cxn modelId="{42052057-6CFA-4B49-A35D-0B06F793C3C0}" type="presParOf" srcId="{D8F9E86D-F44A-4935-B401-4E918A8AFA57}" destId="{CDFBC37D-7293-4DD5-90A4-CDBFCCF8A072}" srcOrd="3" destOrd="0" presId="urn:microsoft.com/office/officeart/2018/5/layout/IconLeafLabelList"/>
    <dgm:cxn modelId="{7BAAB7C0-08EF-4A7F-9D68-353B14E1709F}" type="presParOf" srcId="{D8F9E86D-F44A-4935-B401-4E918A8AFA57}" destId="{D461F7B1-DFD2-4BB7-A079-956E0E490B1C}" srcOrd="4" destOrd="0" presId="urn:microsoft.com/office/officeart/2018/5/layout/IconLeafLabelList"/>
    <dgm:cxn modelId="{2E22EF0A-FBCF-4154-ABA8-1D8ACD8CACBF}" type="presParOf" srcId="{D461F7B1-DFD2-4BB7-A079-956E0E490B1C}" destId="{9BD2B912-F489-408F-A2BB-85D962E10FFF}" srcOrd="0" destOrd="0" presId="urn:microsoft.com/office/officeart/2018/5/layout/IconLeafLabelList"/>
    <dgm:cxn modelId="{23E33889-BC58-426D-B400-62CC7BD01AFE}" type="presParOf" srcId="{D461F7B1-DFD2-4BB7-A079-956E0E490B1C}" destId="{F423619E-DEE9-4A09-8653-A231712B6CB6}" srcOrd="1" destOrd="0" presId="urn:microsoft.com/office/officeart/2018/5/layout/IconLeafLabelList"/>
    <dgm:cxn modelId="{EE327029-9E83-44EC-AE51-005B0A0E33E6}" type="presParOf" srcId="{D461F7B1-DFD2-4BB7-A079-956E0E490B1C}" destId="{D40F9F2B-7785-4E7D-9EA1-5172DE2CD322}" srcOrd="2" destOrd="0" presId="urn:microsoft.com/office/officeart/2018/5/layout/IconLeafLabelList"/>
    <dgm:cxn modelId="{DEC39C01-65A6-4F48-8AF0-A76F1CFB0F22}" type="presParOf" srcId="{D461F7B1-DFD2-4BB7-A079-956E0E490B1C}" destId="{340EB5EA-8484-4B72-9D1B-37330E54BE94}" srcOrd="3" destOrd="0" presId="urn:microsoft.com/office/officeart/2018/5/layout/IconLeafLabelList"/>
    <dgm:cxn modelId="{CAAC5291-9663-4CE6-9E8D-6FD873395C53}" type="presParOf" srcId="{D8F9E86D-F44A-4935-B401-4E918A8AFA57}" destId="{D3C4BBB2-7A5F-43D6-B3ED-77CA9C9E8130}" srcOrd="5" destOrd="0" presId="urn:microsoft.com/office/officeart/2018/5/layout/IconLeafLabelList"/>
    <dgm:cxn modelId="{F0706C46-FEBD-44D8-9143-7F524291499B}" type="presParOf" srcId="{D8F9E86D-F44A-4935-B401-4E918A8AFA57}" destId="{4A278A04-5585-463F-8771-6FF08DA46012}" srcOrd="6" destOrd="0" presId="urn:microsoft.com/office/officeart/2018/5/layout/IconLeafLabelList"/>
    <dgm:cxn modelId="{5259C20C-580A-4BE8-B49E-7F0DAAF74D0B}" type="presParOf" srcId="{4A278A04-5585-463F-8771-6FF08DA46012}" destId="{C96FA457-5E09-4938-9573-29CB6E9E6DA2}" srcOrd="0" destOrd="0" presId="urn:microsoft.com/office/officeart/2018/5/layout/IconLeafLabelList"/>
    <dgm:cxn modelId="{BA71F4BF-6E24-4FB2-85A1-4D2972CBB289}" type="presParOf" srcId="{4A278A04-5585-463F-8771-6FF08DA46012}" destId="{012515F9-B96B-4A8B-96BA-6E8FECA312C7}" srcOrd="1" destOrd="0" presId="urn:microsoft.com/office/officeart/2018/5/layout/IconLeafLabelList"/>
    <dgm:cxn modelId="{3C243039-ED5A-4850-BFF5-0AA75067D311}" type="presParOf" srcId="{4A278A04-5585-463F-8771-6FF08DA46012}" destId="{34BB2440-0AED-40AA-A688-490E8B408599}" srcOrd="2" destOrd="0" presId="urn:microsoft.com/office/officeart/2018/5/layout/IconLeafLabelList"/>
    <dgm:cxn modelId="{322E0A85-E3B1-456D-A0D1-64B0F974589D}" type="presParOf" srcId="{4A278A04-5585-463F-8771-6FF08DA46012}" destId="{6A77CF7B-994D-421E-B6D1-8E15AA6CB11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11FF446-01BE-408E-94C5-09014DABE7D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6A771E0-1CB1-4EEF-83F8-CE51E24F9D66}">
      <dgm:prSet/>
      <dgm:spPr/>
      <dgm:t>
        <a:bodyPr/>
        <a:lstStyle/>
        <a:p>
          <a:r>
            <a:rPr lang="en-US" dirty="0" err="1"/>
            <a:t>Processamento</a:t>
          </a:r>
          <a:r>
            <a:rPr lang="en-US" dirty="0"/>
            <a:t> </a:t>
          </a:r>
          <a:r>
            <a:rPr lang="en-US" dirty="0" err="1"/>
            <a:t>Distribuído</a:t>
          </a:r>
          <a:r>
            <a:rPr lang="en-US" dirty="0"/>
            <a:t> e </a:t>
          </a:r>
          <a:r>
            <a:rPr lang="en-US" dirty="0" err="1"/>
            <a:t>Paralelismo</a:t>
          </a:r>
          <a:endParaRPr lang="en-US" dirty="0"/>
        </a:p>
      </dgm:t>
    </dgm:pt>
    <dgm:pt modelId="{32C06486-DBC3-4EE0-8FF2-077E67796745}" type="parTrans" cxnId="{7CAB94E4-1254-44E1-BFC8-48459EA6C22D}">
      <dgm:prSet/>
      <dgm:spPr/>
      <dgm:t>
        <a:bodyPr/>
        <a:lstStyle/>
        <a:p>
          <a:endParaRPr lang="en-US"/>
        </a:p>
      </dgm:t>
    </dgm:pt>
    <dgm:pt modelId="{739868AE-60A3-4CCC-85EC-6A353548A7A3}" type="sibTrans" cxnId="{7CAB94E4-1254-44E1-BFC8-48459EA6C22D}">
      <dgm:prSet/>
      <dgm:spPr/>
      <dgm:t>
        <a:bodyPr/>
        <a:lstStyle/>
        <a:p>
          <a:endParaRPr lang="en-US"/>
        </a:p>
      </dgm:t>
    </dgm:pt>
    <dgm:pt modelId="{7DB988D8-C224-481B-99CB-E093BDAAC34E}">
      <dgm:prSet/>
      <dgm:spPr/>
      <dgm:t>
        <a:bodyPr/>
        <a:lstStyle/>
        <a:p>
          <a:r>
            <a:rPr lang="en-US" dirty="0"/>
            <a:t>Batch Processing: dados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lotes</a:t>
          </a:r>
          <a:r>
            <a:rPr lang="en-US" dirty="0"/>
            <a:t>, </a:t>
          </a:r>
          <a:r>
            <a:rPr lang="en-US" dirty="0" err="1"/>
            <a:t>útil</a:t>
          </a:r>
          <a:r>
            <a:rPr lang="en-US" dirty="0"/>
            <a:t> para ETL</a:t>
          </a:r>
        </a:p>
      </dgm:t>
    </dgm:pt>
    <dgm:pt modelId="{B29407B9-57F5-4D31-87DE-930A176906CF}" type="parTrans" cxnId="{E57AA9CF-BB9C-4967-BFCB-0C89C33D4C15}">
      <dgm:prSet/>
      <dgm:spPr/>
      <dgm:t>
        <a:bodyPr/>
        <a:lstStyle/>
        <a:p>
          <a:endParaRPr lang="en-US"/>
        </a:p>
      </dgm:t>
    </dgm:pt>
    <dgm:pt modelId="{909D8DF6-F075-49BE-9071-3C285E067663}" type="sibTrans" cxnId="{E57AA9CF-BB9C-4967-BFCB-0C89C33D4C15}">
      <dgm:prSet/>
      <dgm:spPr/>
      <dgm:t>
        <a:bodyPr/>
        <a:lstStyle/>
        <a:p>
          <a:endParaRPr lang="en-US"/>
        </a:p>
      </dgm:t>
    </dgm:pt>
    <dgm:pt modelId="{F9D5E03F-EC63-4A08-8E5F-4A1FDF68719C}">
      <dgm:prSet/>
      <dgm:spPr/>
      <dgm:t>
        <a:bodyPr/>
        <a:lstStyle/>
        <a:p>
          <a:r>
            <a:rPr lang="en-US" dirty="0"/>
            <a:t>Stream Processing: dados </a:t>
          </a:r>
          <a:r>
            <a:rPr lang="en-US" dirty="0" err="1"/>
            <a:t>em</a:t>
          </a:r>
          <a:r>
            <a:rPr lang="en-US" dirty="0"/>
            <a:t> tempo real, </a:t>
          </a:r>
          <a:r>
            <a:rPr lang="en-US" dirty="0" err="1"/>
            <a:t>útil</a:t>
          </a:r>
          <a:r>
            <a:rPr lang="en-US" dirty="0"/>
            <a:t> para </a:t>
          </a:r>
          <a:r>
            <a:rPr lang="en-US" dirty="0" err="1"/>
            <a:t>alertas</a:t>
          </a:r>
          <a:endParaRPr lang="en-US" dirty="0"/>
        </a:p>
      </dgm:t>
    </dgm:pt>
    <dgm:pt modelId="{D38637D7-E2EA-4862-B4B0-76174B20FD40}" type="parTrans" cxnId="{8A578381-8E10-4081-A237-40603965126A}">
      <dgm:prSet/>
      <dgm:spPr/>
      <dgm:t>
        <a:bodyPr/>
        <a:lstStyle/>
        <a:p>
          <a:endParaRPr lang="en-US"/>
        </a:p>
      </dgm:t>
    </dgm:pt>
    <dgm:pt modelId="{26A8B871-095F-4F5B-9923-31336CE00593}" type="sibTrans" cxnId="{8A578381-8E10-4081-A237-40603965126A}">
      <dgm:prSet/>
      <dgm:spPr/>
      <dgm:t>
        <a:bodyPr/>
        <a:lstStyle/>
        <a:p>
          <a:endParaRPr lang="en-US"/>
        </a:p>
      </dgm:t>
    </dgm:pt>
    <dgm:pt modelId="{D59CFDC5-6A69-479E-B438-A0F08F9C404A}">
      <dgm:prSet/>
      <dgm:spPr/>
      <dgm:t>
        <a:bodyPr/>
        <a:lstStyle/>
        <a:p>
          <a:r>
            <a:rPr lang="en-US" dirty="0"/>
            <a:t>Ferramentas: Hadoop, Spark, Kafka</a:t>
          </a:r>
        </a:p>
      </dgm:t>
    </dgm:pt>
    <dgm:pt modelId="{93272420-2723-4ACA-95B4-5573E729437C}" type="parTrans" cxnId="{3F8ACC6A-14A5-4C6F-9FEB-3DF8D33A780C}">
      <dgm:prSet/>
      <dgm:spPr/>
      <dgm:t>
        <a:bodyPr/>
        <a:lstStyle/>
        <a:p>
          <a:endParaRPr lang="en-US"/>
        </a:p>
      </dgm:t>
    </dgm:pt>
    <dgm:pt modelId="{3719DFEA-63C8-4FE9-8DAB-495B2B95553E}" type="sibTrans" cxnId="{3F8ACC6A-14A5-4C6F-9FEB-3DF8D33A780C}">
      <dgm:prSet/>
      <dgm:spPr/>
      <dgm:t>
        <a:bodyPr/>
        <a:lstStyle/>
        <a:p>
          <a:endParaRPr lang="en-US"/>
        </a:p>
      </dgm:t>
    </dgm:pt>
    <dgm:pt modelId="{9F446FC0-77E5-495A-AFDD-B947C0E5AC19}" type="pres">
      <dgm:prSet presAssocID="{111FF446-01BE-408E-94C5-09014DABE7D7}" presName="root" presStyleCnt="0">
        <dgm:presLayoutVars>
          <dgm:dir/>
          <dgm:resizeHandles val="exact"/>
        </dgm:presLayoutVars>
      </dgm:prSet>
      <dgm:spPr/>
    </dgm:pt>
    <dgm:pt modelId="{10025010-2F45-4745-896C-DC0061F4BBEF}" type="pres">
      <dgm:prSet presAssocID="{96A771E0-1CB1-4EEF-83F8-CE51E24F9D66}" presName="compNode" presStyleCnt="0"/>
      <dgm:spPr/>
    </dgm:pt>
    <dgm:pt modelId="{9A618DB7-640F-4C5E-B1A0-A0B27E06356B}" type="pres">
      <dgm:prSet presAssocID="{96A771E0-1CB1-4EEF-83F8-CE51E24F9D66}" presName="bgRect" presStyleLbl="bgShp" presStyleIdx="0" presStyleCnt="4"/>
      <dgm:spPr/>
    </dgm:pt>
    <dgm:pt modelId="{D2165071-F482-4B70-815D-051DB0F36713}" type="pres">
      <dgm:prSet presAssocID="{96A771E0-1CB1-4EEF-83F8-CE51E24F9D6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D8CF776F-E321-4642-BA37-9E040B2DA156}" type="pres">
      <dgm:prSet presAssocID="{96A771E0-1CB1-4EEF-83F8-CE51E24F9D66}" presName="spaceRect" presStyleCnt="0"/>
      <dgm:spPr/>
    </dgm:pt>
    <dgm:pt modelId="{79851E71-E294-4187-852C-15CA7DB403EF}" type="pres">
      <dgm:prSet presAssocID="{96A771E0-1CB1-4EEF-83F8-CE51E24F9D66}" presName="parTx" presStyleLbl="revTx" presStyleIdx="0" presStyleCnt="4">
        <dgm:presLayoutVars>
          <dgm:chMax val="0"/>
          <dgm:chPref val="0"/>
        </dgm:presLayoutVars>
      </dgm:prSet>
      <dgm:spPr/>
    </dgm:pt>
    <dgm:pt modelId="{B8372C01-BB6E-42E1-A500-3A45ACFC50B1}" type="pres">
      <dgm:prSet presAssocID="{739868AE-60A3-4CCC-85EC-6A353548A7A3}" presName="sibTrans" presStyleCnt="0"/>
      <dgm:spPr/>
    </dgm:pt>
    <dgm:pt modelId="{F6603CDF-0E23-4A92-B7B5-417CC5D2D3B6}" type="pres">
      <dgm:prSet presAssocID="{7DB988D8-C224-481B-99CB-E093BDAAC34E}" presName="compNode" presStyleCnt="0"/>
      <dgm:spPr/>
    </dgm:pt>
    <dgm:pt modelId="{6B5A22B3-7DC9-4C71-B523-EB91DDB83DBC}" type="pres">
      <dgm:prSet presAssocID="{7DB988D8-C224-481B-99CB-E093BDAAC34E}" presName="bgRect" presStyleLbl="bgShp" presStyleIdx="1" presStyleCnt="4"/>
      <dgm:spPr/>
    </dgm:pt>
    <dgm:pt modelId="{EDB234E1-B0AE-49E6-9D62-275C1ACF8D49}" type="pres">
      <dgm:prSet presAssocID="{7DB988D8-C224-481B-99CB-E093BDAAC34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82D67832-267E-4B14-9B2D-4920E511406A}" type="pres">
      <dgm:prSet presAssocID="{7DB988D8-C224-481B-99CB-E093BDAAC34E}" presName="spaceRect" presStyleCnt="0"/>
      <dgm:spPr/>
    </dgm:pt>
    <dgm:pt modelId="{D00EB214-1E2E-4252-AAF3-EAB1B956A592}" type="pres">
      <dgm:prSet presAssocID="{7DB988D8-C224-481B-99CB-E093BDAAC34E}" presName="parTx" presStyleLbl="revTx" presStyleIdx="1" presStyleCnt="4">
        <dgm:presLayoutVars>
          <dgm:chMax val="0"/>
          <dgm:chPref val="0"/>
        </dgm:presLayoutVars>
      </dgm:prSet>
      <dgm:spPr/>
    </dgm:pt>
    <dgm:pt modelId="{45384099-9D5F-48DA-BF27-B36D23D6D05A}" type="pres">
      <dgm:prSet presAssocID="{909D8DF6-F075-49BE-9071-3C285E067663}" presName="sibTrans" presStyleCnt="0"/>
      <dgm:spPr/>
    </dgm:pt>
    <dgm:pt modelId="{E355C85D-83A8-4E7A-9B5C-C6B10B227B87}" type="pres">
      <dgm:prSet presAssocID="{F9D5E03F-EC63-4A08-8E5F-4A1FDF68719C}" presName="compNode" presStyleCnt="0"/>
      <dgm:spPr/>
    </dgm:pt>
    <dgm:pt modelId="{50255A9C-A1A5-4E99-BDB7-6D4ADED17E62}" type="pres">
      <dgm:prSet presAssocID="{F9D5E03F-EC63-4A08-8E5F-4A1FDF68719C}" presName="bgRect" presStyleLbl="bgShp" presStyleIdx="2" presStyleCnt="4"/>
      <dgm:spPr/>
    </dgm:pt>
    <dgm:pt modelId="{480D9EDA-CD3E-47EF-A633-1106AEFCB3FB}" type="pres">
      <dgm:prSet presAssocID="{F9D5E03F-EC63-4A08-8E5F-4A1FDF68719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5DCD34DB-8ABE-4B7C-87C6-998B07B15EF9}" type="pres">
      <dgm:prSet presAssocID="{F9D5E03F-EC63-4A08-8E5F-4A1FDF68719C}" presName="spaceRect" presStyleCnt="0"/>
      <dgm:spPr/>
    </dgm:pt>
    <dgm:pt modelId="{BC112536-E2C8-46BA-B76D-EDF9638A098D}" type="pres">
      <dgm:prSet presAssocID="{F9D5E03F-EC63-4A08-8E5F-4A1FDF68719C}" presName="parTx" presStyleLbl="revTx" presStyleIdx="2" presStyleCnt="4">
        <dgm:presLayoutVars>
          <dgm:chMax val="0"/>
          <dgm:chPref val="0"/>
        </dgm:presLayoutVars>
      </dgm:prSet>
      <dgm:spPr/>
    </dgm:pt>
    <dgm:pt modelId="{C7B4FA25-D37F-4270-964C-24F1D281B8BC}" type="pres">
      <dgm:prSet presAssocID="{26A8B871-095F-4F5B-9923-31336CE00593}" presName="sibTrans" presStyleCnt="0"/>
      <dgm:spPr/>
    </dgm:pt>
    <dgm:pt modelId="{3A629DB2-0BFF-4BEF-821C-3FD6F6983B07}" type="pres">
      <dgm:prSet presAssocID="{D59CFDC5-6A69-479E-B438-A0F08F9C404A}" presName="compNode" presStyleCnt="0"/>
      <dgm:spPr/>
    </dgm:pt>
    <dgm:pt modelId="{F01665E2-9B31-4D93-88EB-123922FA84B4}" type="pres">
      <dgm:prSet presAssocID="{D59CFDC5-6A69-479E-B438-A0F08F9C404A}" presName="bgRect" presStyleLbl="bgShp" presStyleIdx="3" presStyleCnt="4"/>
      <dgm:spPr/>
    </dgm:pt>
    <dgm:pt modelId="{40CA53E5-7987-4FFF-9D37-A8BF032FE031}" type="pres">
      <dgm:prSet presAssocID="{D59CFDC5-6A69-479E-B438-A0F08F9C404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mante"/>
        </a:ext>
      </dgm:extLst>
    </dgm:pt>
    <dgm:pt modelId="{C306EA74-5254-4493-B10D-58303AD478BE}" type="pres">
      <dgm:prSet presAssocID="{D59CFDC5-6A69-479E-B438-A0F08F9C404A}" presName="spaceRect" presStyleCnt="0"/>
      <dgm:spPr/>
    </dgm:pt>
    <dgm:pt modelId="{B9FAE8B2-3646-4423-BD18-86905794591F}" type="pres">
      <dgm:prSet presAssocID="{D59CFDC5-6A69-479E-B438-A0F08F9C404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98B4E0A-BB38-4764-93AD-1B4DD630B935}" type="presOf" srcId="{96A771E0-1CB1-4EEF-83F8-CE51E24F9D66}" destId="{79851E71-E294-4187-852C-15CA7DB403EF}" srcOrd="0" destOrd="0" presId="urn:microsoft.com/office/officeart/2018/2/layout/IconVerticalSolidList"/>
    <dgm:cxn modelId="{3F8ACC6A-14A5-4C6F-9FEB-3DF8D33A780C}" srcId="{111FF446-01BE-408E-94C5-09014DABE7D7}" destId="{D59CFDC5-6A69-479E-B438-A0F08F9C404A}" srcOrd="3" destOrd="0" parTransId="{93272420-2723-4ACA-95B4-5573E729437C}" sibTransId="{3719DFEA-63C8-4FE9-8DAB-495B2B95553E}"/>
    <dgm:cxn modelId="{06290B70-C240-4F9A-A4C2-1C5052F9DCD2}" type="presOf" srcId="{111FF446-01BE-408E-94C5-09014DABE7D7}" destId="{9F446FC0-77E5-495A-AFDD-B947C0E5AC19}" srcOrd="0" destOrd="0" presId="urn:microsoft.com/office/officeart/2018/2/layout/IconVerticalSolidList"/>
    <dgm:cxn modelId="{8A578381-8E10-4081-A237-40603965126A}" srcId="{111FF446-01BE-408E-94C5-09014DABE7D7}" destId="{F9D5E03F-EC63-4A08-8E5F-4A1FDF68719C}" srcOrd="2" destOrd="0" parTransId="{D38637D7-E2EA-4862-B4B0-76174B20FD40}" sibTransId="{26A8B871-095F-4F5B-9923-31336CE00593}"/>
    <dgm:cxn modelId="{FEFB2DBB-CEE6-49C3-9621-2A1CD3E920F3}" type="presOf" srcId="{F9D5E03F-EC63-4A08-8E5F-4A1FDF68719C}" destId="{BC112536-E2C8-46BA-B76D-EDF9638A098D}" srcOrd="0" destOrd="0" presId="urn:microsoft.com/office/officeart/2018/2/layout/IconVerticalSolidList"/>
    <dgm:cxn modelId="{9C78B8C2-AEF5-44D2-928C-443735B564A2}" type="presOf" srcId="{7DB988D8-C224-481B-99CB-E093BDAAC34E}" destId="{D00EB214-1E2E-4252-AAF3-EAB1B956A592}" srcOrd="0" destOrd="0" presId="urn:microsoft.com/office/officeart/2018/2/layout/IconVerticalSolidList"/>
    <dgm:cxn modelId="{E57AA9CF-BB9C-4967-BFCB-0C89C33D4C15}" srcId="{111FF446-01BE-408E-94C5-09014DABE7D7}" destId="{7DB988D8-C224-481B-99CB-E093BDAAC34E}" srcOrd="1" destOrd="0" parTransId="{B29407B9-57F5-4D31-87DE-930A176906CF}" sibTransId="{909D8DF6-F075-49BE-9071-3C285E067663}"/>
    <dgm:cxn modelId="{60A478D2-B74F-46E9-BBAA-22F2E19463A1}" type="presOf" srcId="{D59CFDC5-6A69-479E-B438-A0F08F9C404A}" destId="{B9FAE8B2-3646-4423-BD18-86905794591F}" srcOrd="0" destOrd="0" presId="urn:microsoft.com/office/officeart/2018/2/layout/IconVerticalSolidList"/>
    <dgm:cxn modelId="{7CAB94E4-1254-44E1-BFC8-48459EA6C22D}" srcId="{111FF446-01BE-408E-94C5-09014DABE7D7}" destId="{96A771E0-1CB1-4EEF-83F8-CE51E24F9D66}" srcOrd="0" destOrd="0" parTransId="{32C06486-DBC3-4EE0-8FF2-077E67796745}" sibTransId="{739868AE-60A3-4CCC-85EC-6A353548A7A3}"/>
    <dgm:cxn modelId="{0051E422-B39C-4025-A1A2-E1DA2CB19CFA}" type="presParOf" srcId="{9F446FC0-77E5-495A-AFDD-B947C0E5AC19}" destId="{10025010-2F45-4745-896C-DC0061F4BBEF}" srcOrd="0" destOrd="0" presId="urn:microsoft.com/office/officeart/2018/2/layout/IconVerticalSolidList"/>
    <dgm:cxn modelId="{E28DED2A-E4B8-40B2-86DA-5AAD2212E03F}" type="presParOf" srcId="{10025010-2F45-4745-896C-DC0061F4BBEF}" destId="{9A618DB7-640F-4C5E-B1A0-A0B27E06356B}" srcOrd="0" destOrd="0" presId="urn:microsoft.com/office/officeart/2018/2/layout/IconVerticalSolidList"/>
    <dgm:cxn modelId="{A6484C6A-6038-4F06-9849-6EE3A073BA39}" type="presParOf" srcId="{10025010-2F45-4745-896C-DC0061F4BBEF}" destId="{D2165071-F482-4B70-815D-051DB0F36713}" srcOrd="1" destOrd="0" presId="urn:microsoft.com/office/officeart/2018/2/layout/IconVerticalSolidList"/>
    <dgm:cxn modelId="{CC497AAF-DAFC-4301-B62E-0564061616E5}" type="presParOf" srcId="{10025010-2F45-4745-896C-DC0061F4BBEF}" destId="{D8CF776F-E321-4642-BA37-9E040B2DA156}" srcOrd="2" destOrd="0" presId="urn:microsoft.com/office/officeart/2018/2/layout/IconVerticalSolidList"/>
    <dgm:cxn modelId="{E8043197-52A2-4E9A-9041-1F6F46610941}" type="presParOf" srcId="{10025010-2F45-4745-896C-DC0061F4BBEF}" destId="{79851E71-E294-4187-852C-15CA7DB403EF}" srcOrd="3" destOrd="0" presId="urn:microsoft.com/office/officeart/2018/2/layout/IconVerticalSolidList"/>
    <dgm:cxn modelId="{E48F80C4-0F12-458A-A065-242EB6980A0C}" type="presParOf" srcId="{9F446FC0-77E5-495A-AFDD-B947C0E5AC19}" destId="{B8372C01-BB6E-42E1-A500-3A45ACFC50B1}" srcOrd="1" destOrd="0" presId="urn:microsoft.com/office/officeart/2018/2/layout/IconVerticalSolidList"/>
    <dgm:cxn modelId="{3008C092-CE77-4CF2-9DD8-F109284EDF4D}" type="presParOf" srcId="{9F446FC0-77E5-495A-AFDD-B947C0E5AC19}" destId="{F6603CDF-0E23-4A92-B7B5-417CC5D2D3B6}" srcOrd="2" destOrd="0" presId="urn:microsoft.com/office/officeart/2018/2/layout/IconVerticalSolidList"/>
    <dgm:cxn modelId="{565B215C-C286-409B-896E-E6EC5165FDA2}" type="presParOf" srcId="{F6603CDF-0E23-4A92-B7B5-417CC5D2D3B6}" destId="{6B5A22B3-7DC9-4C71-B523-EB91DDB83DBC}" srcOrd="0" destOrd="0" presId="urn:microsoft.com/office/officeart/2018/2/layout/IconVerticalSolidList"/>
    <dgm:cxn modelId="{424EA8C2-8B73-40E3-A607-CB971BA2EBC4}" type="presParOf" srcId="{F6603CDF-0E23-4A92-B7B5-417CC5D2D3B6}" destId="{EDB234E1-B0AE-49E6-9D62-275C1ACF8D49}" srcOrd="1" destOrd="0" presId="urn:microsoft.com/office/officeart/2018/2/layout/IconVerticalSolidList"/>
    <dgm:cxn modelId="{BB80C25D-07E4-49BB-A5B1-A0544A24353C}" type="presParOf" srcId="{F6603CDF-0E23-4A92-B7B5-417CC5D2D3B6}" destId="{82D67832-267E-4B14-9B2D-4920E511406A}" srcOrd="2" destOrd="0" presId="urn:microsoft.com/office/officeart/2018/2/layout/IconVerticalSolidList"/>
    <dgm:cxn modelId="{2B7523E2-99DB-48B5-9813-5161EA9C03A0}" type="presParOf" srcId="{F6603CDF-0E23-4A92-B7B5-417CC5D2D3B6}" destId="{D00EB214-1E2E-4252-AAF3-EAB1B956A592}" srcOrd="3" destOrd="0" presId="urn:microsoft.com/office/officeart/2018/2/layout/IconVerticalSolidList"/>
    <dgm:cxn modelId="{DDB79664-358E-49EE-9431-50D3A220AD73}" type="presParOf" srcId="{9F446FC0-77E5-495A-AFDD-B947C0E5AC19}" destId="{45384099-9D5F-48DA-BF27-B36D23D6D05A}" srcOrd="3" destOrd="0" presId="urn:microsoft.com/office/officeart/2018/2/layout/IconVerticalSolidList"/>
    <dgm:cxn modelId="{551A2A53-8A0A-402E-A7EC-0C1FE59BC4F4}" type="presParOf" srcId="{9F446FC0-77E5-495A-AFDD-B947C0E5AC19}" destId="{E355C85D-83A8-4E7A-9B5C-C6B10B227B87}" srcOrd="4" destOrd="0" presId="urn:microsoft.com/office/officeart/2018/2/layout/IconVerticalSolidList"/>
    <dgm:cxn modelId="{23EA9C04-B207-4D3F-B29F-25E4988480F7}" type="presParOf" srcId="{E355C85D-83A8-4E7A-9B5C-C6B10B227B87}" destId="{50255A9C-A1A5-4E99-BDB7-6D4ADED17E62}" srcOrd="0" destOrd="0" presId="urn:microsoft.com/office/officeart/2018/2/layout/IconVerticalSolidList"/>
    <dgm:cxn modelId="{AA372DA5-9A09-425D-9696-81A5DF94AFD5}" type="presParOf" srcId="{E355C85D-83A8-4E7A-9B5C-C6B10B227B87}" destId="{480D9EDA-CD3E-47EF-A633-1106AEFCB3FB}" srcOrd="1" destOrd="0" presId="urn:microsoft.com/office/officeart/2018/2/layout/IconVerticalSolidList"/>
    <dgm:cxn modelId="{27913B48-5460-42CE-B82B-AA2D906D3F41}" type="presParOf" srcId="{E355C85D-83A8-4E7A-9B5C-C6B10B227B87}" destId="{5DCD34DB-8ABE-4B7C-87C6-998B07B15EF9}" srcOrd="2" destOrd="0" presId="urn:microsoft.com/office/officeart/2018/2/layout/IconVerticalSolidList"/>
    <dgm:cxn modelId="{EAE30818-F562-4789-B90D-8C6D0E43670B}" type="presParOf" srcId="{E355C85D-83A8-4E7A-9B5C-C6B10B227B87}" destId="{BC112536-E2C8-46BA-B76D-EDF9638A098D}" srcOrd="3" destOrd="0" presId="urn:microsoft.com/office/officeart/2018/2/layout/IconVerticalSolidList"/>
    <dgm:cxn modelId="{42F7D749-E4B6-4161-AA87-C55E20E890CA}" type="presParOf" srcId="{9F446FC0-77E5-495A-AFDD-B947C0E5AC19}" destId="{C7B4FA25-D37F-4270-964C-24F1D281B8BC}" srcOrd="5" destOrd="0" presId="urn:microsoft.com/office/officeart/2018/2/layout/IconVerticalSolidList"/>
    <dgm:cxn modelId="{49AF7492-5E7E-449E-852A-3DDBE57743A9}" type="presParOf" srcId="{9F446FC0-77E5-495A-AFDD-B947C0E5AC19}" destId="{3A629DB2-0BFF-4BEF-821C-3FD6F6983B07}" srcOrd="6" destOrd="0" presId="urn:microsoft.com/office/officeart/2018/2/layout/IconVerticalSolidList"/>
    <dgm:cxn modelId="{B9C47059-E378-4E58-8AF2-D861FFCDFB28}" type="presParOf" srcId="{3A629DB2-0BFF-4BEF-821C-3FD6F6983B07}" destId="{F01665E2-9B31-4D93-88EB-123922FA84B4}" srcOrd="0" destOrd="0" presId="urn:microsoft.com/office/officeart/2018/2/layout/IconVerticalSolidList"/>
    <dgm:cxn modelId="{622921DB-9054-4B85-976C-862994781287}" type="presParOf" srcId="{3A629DB2-0BFF-4BEF-821C-3FD6F6983B07}" destId="{40CA53E5-7987-4FFF-9D37-A8BF032FE031}" srcOrd="1" destOrd="0" presId="urn:microsoft.com/office/officeart/2018/2/layout/IconVerticalSolidList"/>
    <dgm:cxn modelId="{966C60DB-298A-46B8-975B-619747688992}" type="presParOf" srcId="{3A629DB2-0BFF-4BEF-821C-3FD6F6983B07}" destId="{C306EA74-5254-4493-B10D-58303AD478BE}" srcOrd="2" destOrd="0" presId="urn:microsoft.com/office/officeart/2018/2/layout/IconVerticalSolidList"/>
    <dgm:cxn modelId="{E6E9DA20-3EA6-4262-BEC4-095D3F3EE12A}" type="presParOf" srcId="{3A629DB2-0BFF-4BEF-821C-3FD6F6983B07}" destId="{B9FAE8B2-3646-4423-BD18-8690579459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FA1C690-9BBD-4DE1-9CCA-29BF89CC9C4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588E3DC-E871-452C-A6A2-8663EBF4AB89}">
      <dgm:prSet/>
      <dgm:spPr/>
      <dgm:t>
        <a:bodyPr/>
        <a:lstStyle/>
        <a:p>
          <a:pPr>
            <a:defRPr cap="all"/>
          </a:pPr>
          <a:r>
            <a:rPr lang="en-US" dirty="0"/>
            <a:t>Streaming: </a:t>
          </a:r>
          <a:r>
            <a:rPr lang="en-US" dirty="0" err="1"/>
            <a:t>fluxo</a:t>
          </a:r>
          <a:r>
            <a:rPr lang="en-US" dirty="0"/>
            <a:t> </a:t>
          </a:r>
          <a:r>
            <a:rPr lang="en-US" dirty="0" err="1"/>
            <a:t>contínuo</a:t>
          </a:r>
          <a:r>
            <a:rPr lang="en-US" dirty="0"/>
            <a:t> de dados</a:t>
          </a:r>
        </a:p>
      </dgm:t>
    </dgm:pt>
    <dgm:pt modelId="{9F957D71-4502-4780-8897-D2A4352F5433}" type="parTrans" cxnId="{399FD688-EFED-4FDD-A3A7-0B5E1783A070}">
      <dgm:prSet/>
      <dgm:spPr/>
      <dgm:t>
        <a:bodyPr/>
        <a:lstStyle/>
        <a:p>
          <a:endParaRPr lang="en-US"/>
        </a:p>
      </dgm:t>
    </dgm:pt>
    <dgm:pt modelId="{938B2E46-3400-420F-AB76-D7AF067522DB}" type="sibTrans" cxnId="{399FD688-EFED-4FDD-A3A7-0B5E1783A070}">
      <dgm:prSet/>
      <dgm:spPr/>
      <dgm:t>
        <a:bodyPr/>
        <a:lstStyle/>
        <a:p>
          <a:endParaRPr lang="en-US"/>
        </a:p>
      </dgm:t>
    </dgm:pt>
    <dgm:pt modelId="{E104F5A2-4390-475E-8BC5-3FF0C6B5BCCB}">
      <dgm:prSet/>
      <dgm:spPr/>
      <dgm:t>
        <a:bodyPr/>
        <a:lstStyle/>
        <a:p>
          <a:pPr>
            <a:defRPr cap="all"/>
          </a:pPr>
          <a:r>
            <a:rPr lang="en-US" dirty="0"/>
            <a:t>Ferramentas: Apache Kafka, Spark Streaming, Flink</a:t>
          </a:r>
        </a:p>
      </dgm:t>
    </dgm:pt>
    <dgm:pt modelId="{C982ABB3-D31A-4B8D-9B70-2185781E0812}" type="parTrans" cxnId="{AB4D4E2E-C3FF-4CCF-8635-046304A051D6}">
      <dgm:prSet/>
      <dgm:spPr/>
      <dgm:t>
        <a:bodyPr/>
        <a:lstStyle/>
        <a:p>
          <a:endParaRPr lang="en-US"/>
        </a:p>
      </dgm:t>
    </dgm:pt>
    <dgm:pt modelId="{887B1E33-6519-4ACB-99BD-573CF6DB0354}" type="sibTrans" cxnId="{AB4D4E2E-C3FF-4CCF-8635-046304A051D6}">
      <dgm:prSet/>
      <dgm:spPr/>
      <dgm:t>
        <a:bodyPr/>
        <a:lstStyle/>
        <a:p>
          <a:endParaRPr lang="en-US"/>
        </a:p>
      </dgm:t>
    </dgm:pt>
    <dgm:pt modelId="{F9C60C6B-BFA3-45FD-A35C-F8F84AC95623}">
      <dgm:prSet/>
      <dgm:spPr/>
      <dgm:t>
        <a:bodyPr/>
        <a:lstStyle/>
        <a:p>
          <a:pPr>
            <a:defRPr cap="all"/>
          </a:pPr>
          <a:r>
            <a:rPr lang="en-US" dirty="0" err="1"/>
            <a:t>Aplicações</a:t>
          </a:r>
          <a:r>
            <a:rPr lang="en-US" dirty="0"/>
            <a:t>: Uber, YouTube, redes </a:t>
          </a:r>
          <a:r>
            <a:rPr lang="en-US" dirty="0" err="1"/>
            <a:t>sociais</a:t>
          </a:r>
          <a:r>
            <a:rPr lang="en-US" dirty="0"/>
            <a:t>, IoT</a:t>
          </a:r>
        </a:p>
      </dgm:t>
    </dgm:pt>
    <dgm:pt modelId="{FF1FDAF0-284F-4079-B08C-424087B1BA13}" type="parTrans" cxnId="{4E55612D-F292-4096-91ED-85EAA1AE3D81}">
      <dgm:prSet/>
      <dgm:spPr/>
      <dgm:t>
        <a:bodyPr/>
        <a:lstStyle/>
        <a:p>
          <a:endParaRPr lang="en-US"/>
        </a:p>
      </dgm:t>
    </dgm:pt>
    <dgm:pt modelId="{BC82123F-E1B0-43DA-92B2-E8B704F92598}" type="sibTrans" cxnId="{4E55612D-F292-4096-91ED-85EAA1AE3D81}">
      <dgm:prSet/>
      <dgm:spPr/>
      <dgm:t>
        <a:bodyPr/>
        <a:lstStyle/>
        <a:p>
          <a:endParaRPr lang="en-US"/>
        </a:p>
      </dgm:t>
    </dgm:pt>
    <dgm:pt modelId="{CB546DC0-F556-44A1-BFB8-F0745A241FFF}" type="pres">
      <dgm:prSet presAssocID="{BFA1C690-9BBD-4DE1-9CCA-29BF89CC9C40}" presName="root" presStyleCnt="0">
        <dgm:presLayoutVars>
          <dgm:dir/>
          <dgm:resizeHandles val="exact"/>
        </dgm:presLayoutVars>
      </dgm:prSet>
      <dgm:spPr/>
    </dgm:pt>
    <dgm:pt modelId="{06668919-A0DC-4890-B99B-39835C6D1D9A}" type="pres">
      <dgm:prSet presAssocID="{1588E3DC-E871-452C-A6A2-8663EBF4AB89}" presName="compNode" presStyleCnt="0"/>
      <dgm:spPr/>
    </dgm:pt>
    <dgm:pt modelId="{A59054B3-6509-4843-A3E4-7E739D32D967}" type="pres">
      <dgm:prSet presAssocID="{1588E3DC-E871-452C-A6A2-8663EBF4AB89}" presName="iconBgRect" presStyleLbl="bgShp" presStyleIdx="0" presStyleCnt="3"/>
      <dgm:spPr/>
    </dgm:pt>
    <dgm:pt modelId="{C53A9934-14A4-454C-BA08-A01A76B5E944}" type="pres">
      <dgm:prSet presAssocID="{1588E3DC-E871-452C-A6A2-8663EBF4AB8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91D9970A-6BEA-45AB-BB5C-7C0A2FFDDB12}" type="pres">
      <dgm:prSet presAssocID="{1588E3DC-E871-452C-A6A2-8663EBF4AB89}" presName="spaceRect" presStyleCnt="0"/>
      <dgm:spPr/>
    </dgm:pt>
    <dgm:pt modelId="{43A1D5B6-4F80-4505-A268-41D48D590F2D}" type="pres">
      <dgm:prSet presAssocID="{1588E3DC-E871-452C-A6A2-8663EBF4AB89}" presName="textRect" presStyleLbl="revTx" presStyleIdx="0" presStyleCnt="3">
        <dgm:presLayoutVars>
          <dgm:chMax val="1"/>
          <dgm:chPref val="1"/>
        </dgm:presLayoutVars>
      </dgm:prSet>
      <dgm:spPr/>
    </dgm:pt>
    <dgm:pt modelId="{5295E447-BF6F-4B24-A51E-2126562D2BA0}" type="pres">
      <dgm:prSet presAssocID="{938B2E46-3400-420F-AB76-D7AF067522DB}" presName="sibTrans" presStyleCnt="0"/>
      <dgm:spPr/>
    </dgm:pt>
    <dgm:pt modelId="{4F962A95-20C7-4C2C-8387-FCB1A1AE3098}" type="pres">
      <dgm:prSet presAssocID="{E104F5A2-4390-475E-8BC5-3FF0C6B5BCCB}" presName="compNode" presStyleCnt="0"/>
      <dgm:spPr/>
    </dgm:pt>
    <dgm:pt modelId="{B874E363-5397-42E1-A163-BE47AA26A834}" type="pres">
      <dgm:prSet presAssocID="{E104F5A2-4390-475E-8BC5-3FF0C6B5BCCB}" presName="iconBgRect" presStyleLbl="bgShp" presStyleIdx="1" presStyleCnt="3"/>
      <dgm:spPr/>
    </dgm:pt>
    <dgm:pt modelId="{71A1DA81-86C3-4938-9E5E-530E569DBA9F}" type="pres">
      <dgm:prSet presAssocID="{E104F5A2-4390-475E-8BC5-3FF0C6B5BCC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1E70F8B6-464F-44E7-A594-AF366145255D}" type="pres">
      <dgm:prSet presAssocID="{E104F5A2-4390-475E-8BC5-3FF0C6B5BCCB}" presName="spaceRect" presStyleCnt="0"/>
      <dgm:spPr/>
    </dgm:pt>
    <dgm:pt modelId="{15517DE0-BE70-4D36-907F-0FADDA132666}" type="pres">
      <dgm:prSet presAssocID="{E104F5A2-4390-475E-8BC5-3FF0C6B5BCCB}" presName="textRect" presStyleLbl="revTx" presStyleIdx="1" presStyleCnt="3">
        <dgm:presLayoutVars>
          <dgm:chMax val="1"/>
          <dgm:chPref val="1"/>
        </dgm:presLayoutVars>
      </dgm:prSet>
      <dgm:spPr/>
    </dgm:pt>
    <dgm:pt modelId="{C1E6881B-C8F9-4D5F-B829-4A66BE6B932C}" type="pres">
      <dgm:prSet presAssocID="{887B1E33-6519-4ACB-99BD-573CF6DB0354}" presName="sibTrans" presStyleCnt="0"/>
      <dgm:spPr/>
    </dgm:pt>
    <dgm:pt modelId="{39D35E8B-6EFE-44C2-A674-C955A8938889}" type="pres">
      <dgm:prSet presAssocID="{F9C60C6B-BFA3-45FD-A35C-F8F84AC95623}" presName="compNode" presStyleCnt="0"/>
      <dgm:spPr/>
    </dgm:pt>
    <dgm:pt modelId="{AC04A70C-56A3-4D3B-88E1-AAF22B941288}" type="pres">
      <dgm:prSet presAssocID="{F9C60C6B-BFA3-45FD-A35C-F8F84AC95623}" presName="iconBgRect" presStyleLbl="bgShp" presStyleIdx="2" presStyleCnt="3"/>
      <dgm:spPr/>
    </dgm:pt>
    <dgm:pt modelId="{37062046-8BF2-4EC6-AC4C-1E6D941DB0BC}" type="pres">
      <dgm:prSet presAssocID="{F9C60C6B-BFA3-45FD-A35C-F8F84AC9562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rfo"/>
        </a:ext>
      </dgm:extLst>
    </dgm:pt>
    <dgm:pt modelId="{F322F05B-EC43-4E12-9A22-6D38BCED7A6F}" type="pres">
      <dgm:prSet presAssocID="{F9C60C6B-BFA3-45FD-A35C-F8F84AC95623}" presName="spaceRect" presStyleCnt="0"/>
      <dgm:spPr/>
    </dgm:pt>
    <dgm:pt modelId="{02FFA5F3-9AD1-4668-86A1-9FF4EEC50784}" type="pres">
      <dgm:prSet presAssocID="{F9C60C6B-BFA3-45FD-A35C-F8F84AC9562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14F992C-E170-4B4C-8E42-0C977190002F}" type="presOf" srcId="{E104F5A2-4390-475E-8BC5-3FF0C6B5BCCB}" destId="{15517DE0-BE70-4D36-907F-0FADDA132666}" srcOrd="0" destOrd="0" presId="urn:microsoft.com/office/officeart/2018/5/layout/IconCircleLabelList"/>
    <dgm:cxn modelId="{4E55612D-F292-4096-91ED-85EAA1AE3D81}" srcId="{BFA1C690-9BBD-4DE1-9CCA-29BF89CC9C40}" destId="{F9C60C6B-BFA3-45FD-A35C-F8F84AC95623}" srcOrd="2" destOrd="0" parTransId="{FF1FDAF0-284F-4079-B08C-424087B1BA13}" sibTransId="{BC82123F-E1B0-43DA-92B2-E8B704F92598}"/>
    <dgm:cxn modelId="{AB4D4E2E-C3FF-4CCF-8635-046304A051D6}" srcId="{BFA1C690-9BBD-4DE1-9CCA-29BF89CC9C40}" destId="{E104F5A2-4390-475E-8BC5-3FF0C6B5BCCB}" srcOrd="1" destOrd="0" parTransId="{C982ABB3-D31A-4B8D-9B70-2185781E0812}" sibTransId="{887B1E33-6519-4ACB-99BD-573CF6DB0354}"/>
    <dgm:cxn modelId="{2D53217A-E552-444D-90D8-A1961A749509}" type="presOf" srcId="{1588E3DC-E871-452C-A6A2-8663EBF4AB89}" destId="{43A1D5B6-4F80-4505-A268-41D48D590F2D}" srcOrd="0" destOrd="0" presId="urn:microsoft.com/office/officeart/2018/5/layout/IconCircleLabelList"/>
    <dgm:cxn modelId="{C5B8C17C-C2F8-4168-A7C8-9404530D6D11}" type="presOf" srcId="{F9C60C6B-BFA3-45FD-A35C-F8F84AC95623}" destId="{02FFA5F3-9AD1-4668-86A1-9FF4EEC50784}" srcOrd="0" destOrd="0" presId="urn:microsoft.com/office/officeart/2018/5/layout/IconCircleLabelList"/>
    <dgm:cxn modelId="{399FD688-EFED-4FDD-A3A7-0B5E1783A070}" srcId="{BFA1C690-9BBD-4DE1-9CCA-29BF89CC9C40}" destId="{1588E3DC-E871-452C-A6A2-8663EBF4AB89}" srcOrd="0" destOrd="0" parTransId="{9F957D71-4502-4780-8897-D2A4352F5433}" sibTransId="{938B2E46-3400-420F-AB76-D7AF067522DB}"/>
    <dgm:cxn modelId="{365403C0-66D5-46C3-85A0-AA76545EF573}" type="presOf" srcId="{BFA1C690-9BBD-4DE1-9CCA-29BF89CC9C40}" destId="{CB546DC0-F556-44A1-BFB8-F0745A241FFF}" srcOrd="0" destOrd="0" presId="urn:microsoft.com/office/officeart/2018/5/layout/IconCircleLabelList"/>
    <dgm:cxn modelId="{8D5EE9AB-4620-42E2-AA4C-E41567460980}" type="presParOf" srcId="{CB546DC0-F556-44A1-BFB8-F0745A241FFF}" destId="{06668919-A0DC-4890-B99B-39835C6D1D9A}" srcOrd="0" destOrd="0" presId="urn:microsoft.com/office/officeart/2018/5/layout/IconCircleLabelList"/>
    <dgm:cxn modelId="{08748863-A437-434A-9207-D7FE6F8778D6}" type="presParOf" srcId="{06668919-A0DC-4890-B99B-39835C6D1D9A}" destId="{A59054B3-6509-4843-A3E4-7E739D32D967}" srcOrd="0" destOrd="0" presId="urn:microsoft.com/office/officeart/2018/5/layout/IconCircleLabelList"/>
    <dgm:cxn modelId="{FA33B2C3-3083-4A49-87FB-9B0B65138F60}" type="presParOf" srcId="{06668919-A0DC-4890-B99B-39835C6D1D9A}" destId="{C53A9934-14A4-454C-BA08-A01A76B5E944}" srcOrd="1" destOrd="0" presId="urn:microsoft.com/office/officeart/2018/5/layout/IconCircleLabelList"/>
    <dgm:cxn modelId="{0DFABCB4-907C-4B06-B122-C97B6E8864EB}" type="presParOf" srcId="{06668919-A0DC-4890-B99B-39835C6D1D9A}" destId="{91D9970A-6BEA-45AB-BB5C-7C0A2FFDDB12}" srcOrd="2" destOrd="0" presId="urn:microsoft.com/office/officeart/2018/5/layout/IconCircleLabelList"/>
    <dgm:cxn modelId="{023C7F5D-4B0A-43A2-AB63-115F7FDEC4F3}" type="presParOf" srcId="{06668919-A0DC-4890-B99B-39835C6D1D9A}" destId="{43A1D5B6-4F80-4505-A268-41D48D590F2D}" srcOrd="3" destOrd="0" presId="urn:microsoft.com/office/officeart/2018/5/layout/IconCircleLabelList"/>
    <dgm:cxn modelId="{12A1F90D-8707-4B6F-8AAA-84D28548D958}" type="presParOf" srcId="{CB546DC0-F556-44A1-BFB8-F0745A241FFF}" destId="{5295E447-BF6F-4B24-A51E-2126562D2BA0}" srcOrd="1" destOrd="0" presId="urn:microsoft.com/office/officeart/2018/5/layout/IconCircleLabelList"/>
    <dgm:cxn modelId="{1BCB4EB1-6E3E-470F-8C39-0021008C6A44}" type="presParOf" srcId="{CB546DC0-F556-44A1-BFB8-F0745A241FFF}" destId="{4F962A95-20C7-4C2C-8387-FCB1A1AE3098}" srcOrd="2" destOrd="0" presId="urn:microsoft.com/office/officeart/2018/5/layout/IconCircleLabelList"/>
    <dgm:cxn modelId="{866550F5-4CBA-4815-B668-8D21ABC71E5C}" type="presParOf" srcId="{4F962A95-20C7-4C2C-8387-FCB1A1AE3098}" destId="{B874E363-5397-42E1-A163-BE47AA26A834}" srcOrd="0" destOrd="0" presId="urn:microsoft.com/office/officeart/2018/5/layout/IconCircleLabelList"/>
    <dgm:cxn modelId="{A917CB9B-2573-49E8-ADDD-9BA4D731B4D5}" type="presParOf" srcId="{4F962A95-20C7-4C2C-8387-FCB1A1AE3098}" destId="{71A1DA81-86C3-4938-9E5E-530E569DBA9F}" srcOrd="1" destOrd="0" presId="urn:microsoft.com/office/officeart/2018/5/layout/IconCircleLabelList"/>
    <dgm:cxn modelId="{005329D3-32AD-482C-BF5C-0DF65D80209A}" type="presParOf" srcId="{4F962A95-20C7-4C2C-8387-FCB1A1AE3098}" destId="{1E70F8B6-464F-44E7-A594-AF366145255D}" srcOrd="2" destOrd="0" presId="urn:microsoft.com/office/officeart/2018/5/layout/IconCircleLabelList"/>
    <dgm:cxn modelId="{1BC830A1-9E87-4378-A746-FAAE1F9544E8}" type="presParOf" srcId="{4F962A95-20C7-4C2C-8387-FCB1A1AE3098}" destId="{15517DE0-BE70-4D36-907F-0FADDA132666}" srcOrd="3" destOrd="0" presId="urn:microsoft.com/office/officeart/2018/5/layout/IconCircleLabelList"/>
    <dgm:cxn modelId="{EF66F962-EAC2-42E3-ACA7-40BF0BFEC8D8}" type="presParOf" srcId="{CB546DC0-F556-44A1-BFB8-F0745A241FFF}" destId="{C1E6881B-C8F9-4D5F-B829-4A66BE6B932C}" srcOrd="3" destOrd="0" presId="urn:microsoft.com/office/officeart/2018/5/layout/IconCircleLabelList"/>
    <dgm:cxn modelId="{F8E921C5-519F-4990-AEC1-3B3D777B3A04}" type="presParOf" srcId="{CB546DC0-F556-44A1-BFB8-F0745A241FFF}" destId="{39D35E8B-6EFE-44C2-A674-C955A8938889}" srcOrd="4" destOrd="0" presId="urn:microsoft.com/office/officeart/2018/5/layout/IconCircleLabelList"/>
    <dgm:cxn modelId="{E8173D57-CB23-4F33-B522-A8AC0AB92494}" type="presParOf" srcId="{39D35E8B-6EFE-44C2-A674-C955A8938889}" destId="{AC04A70C-56A3-4D3B-88E1-AAF22B941288}" srcOrd="0" destOrd="0" presId="urn:microsoft.com/office/officeart/2018/5/layout/IconCircleLabelList"/>
    <dgm:cxn modelId="{06FBE784-529F-4A3B-B190-7F20AD399BB6}" type="presParOf" srcId="{39D35E8B-6EFE-44C2-A674-C955A8938889}" destId="{37062046-8BF2-4EC6-AC4C-1E6D941DB0BC}" srcOrd="1" destOrd="0" presId="urn:microsoft.com/office/officeart/2018/5/layout/IconCircleLabelList"/>
    <dgm:cxn modelId="{60269857-D9C8-47A5-8F9D-A5CE499AEC6B}" type="presParOf" srcId="{39D35E8B-6EFE-44C2-A674-C955A8938889}" destId="{F322F05B-EC43-4E12-9A22-6D38BCED7A6F}" srcOrd="2" destOrd="0" presId="urn:microsoft.com/office/officeart/2018/5/layout/IconCircleLabelList"/>
    <dgm:cxn modelId="{370D6C7B-9BBD-47FF-AB85-752ABC4934F0}" type="presParOf" srcId="{39D35E8B-6EFE-44C2-A674-C955A8938889}" destId="{02FFA5F3-9AD1-4668-86A1-9FF4EEC5078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A5213C9-C391-41B8-8974-E2E5B7CC75E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B5A7703-AE2D-4C3B-8392-25CDC5AAB032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Acurácia</a:t>
          </a:r>
          <a:r>
            <a:rPr lang="en-US" dirty="0"/>
            <a:t>:</a:t>
          </a:r>
        </a:p>
      </dgm:t>
    </dgm:pt>
    <dgm:pt modelId="{057F9A64-0CD0-4159-96C4-ACB55BA996C2}" type="parTrans" cxnId="{2E58A4FE-EEF3-47EE-A47C-29E9E47CD1CF}">
      <dgm:prSet/>
      <dgm:spPr/>
      <dgm:t>
        <a:bodyPr/>
        <a:lstStyle/>
        <a:p>
          <a:endParaRPr lang="en-US"/>
        </a:p>
      </dgm:t>
    </dgm:pt>
    <dgm:pt modelId="{3921747C-1AFE-442C-94FF-3901FED566BE}" type="sibTrans" cxnId="{2E58A4FE-EEF3-47EE-A47C-29E9E47CD1CF}">
      <dgm:prSet/>
      <dgm:spPr/>
      <dgm:t>
        <a:bodyPr/>
        <a:lstStyle/>
        <a:p>
          <a:endParaRPr lang="en-US"/>
        </a:p>
      </dgm:t>
    </dgm:pt>
    <dgm:pt modelId="{BE284A45-1E18-4B26-960D-B57B770E483A}">
      <dgm:prSet/>
      <dgm:spPr/>
      <dgm:t>
        <a:bodyPr/>
        <a:lstStyle/>
        <a:p>
          <a:r>
            <a:rPr lang="en-US" dirty="0"/>
            <a:t>taxa de </a:t>
          </a:r>
          <a:r>
            <a:rPr lang="en-US" dirty="0" err="1"/>
            <a:t>acertos</a:t>
          </a:r>
          <a:endParaRPr lang="en-US" dirty="0"/>
        </a:p>
      </dgm:t>
    </dgm:pt>
    <dgm:pt modelId="{18605489-A9EA-46D4-B04C-67442417026F}" type="parTrans" cxnId="{E2C4E32E-81BD-4722-90F9-DC8BFCA9B3B1}">
      <dgm:prSet/>
      <dgm:spPr/>
      <dgm:t>
        <a:bodyPr/>
        <a:lstStyle/>
        <a:p>
          <a:endParaRPr lang="en-US"/>
        </a:p>
      </dgm:t>
    </dgm:pt>
    <dgm:pt modelId="{E0092AC8-3446-4532-80CC-727FE670EC99}" type="sibTrans" cxnId="{E2C4E32E-81BD-4722-90F9-DC8BFCA9B3B1}">
      <dgm:prSet/>
      <dgm:spPr/>
      <dgm:t>
        <a:bodyPr/>
        <a:lstStyle/>
        <a:p>
          <a:endParaRPr lang="en-US"/>
        </a:p>
      </dgm:t>
    </dgm:pt>
    <dgm:pt modelId="{04FAB22F-ACE5-459A-89B6-DA2E1FCC80E7}">
      <dgm:prSet/>
      <dgm:spPr/>
      <dgm:t>
        <a:bodyPr/>
        <a:lstStyle/>
        <a:p>
          <a:r>
            <a:rPr lang="en-US"/>
            <a:t>- Precisão:</a:t>
          </a:r>
        </a:p>
      </dgm:t>
    </dgm:pt>
    <dgm:pt modelId="{AF3F83C9-065F-49D0-BD5D-2F1132EE5C5B}" type="parTrans" cxnId="{DA8D0FAB-5F58-4B95-AE5C-D5FE74412993}">
      <dgm:prSet/>
      <dgm:spPr/>
      <dgm:t>
        <a:bodyPr/>
        <a:lstStyle/>
        <a:p>
          <a:endParaRPr lang="en-US"/>
        </a:p>
      </dgm:t>
    </dgm:pt>
    <dgm:pt modelId="{D8604C22-C38A-40B3-8D4F-58A01E32896E}" type="sibTrans" cxnId="{DA8D0FAB-5F58-4B95-AE5C-D5FE74412993}">
      <dgm:prSet/>
      <dgm:spPr/>
      <dgm:t>
        <a:bodyPr/>
        <a:lstStyle/>
        <a:p>
          <a:endParaRPr lang="en-US"/>
        </a:p>
      </dgm:t>
    </dgm:pt>
    <dgm:pt modelId="{4131EA9E-F9BD-4CEC-992D-66077F603D51}">
      <dgm:prSet/>
      <dgm:spPr/>
      <dgm:t>
        <a:bodyPr/>
        <a:lstStyle/>
        <a:p>
          <a:r>
            <a:rPr lang="en-US" dirty="0"/>
            <a:t>entre </a:t>
          </a:r>
          <a:r>
            <a:rPr lang="en-US" dirty="0" err="1"/>
            <a:t>os</a:t>
          </a:r>
          <a:r>
            <a:rPr lang="en-US" dirty="0"/>
            <a:t> </a:t>
          </a:r>
          <a:r>
            <a:rPr lang="en-US" dirty="0" err="1"/>
            <a:t>positivos</a:t>
          </a:r>
          <a:r>
            <a:rPr lang="en-US" dirty="0"/>
            <a:t> </a:t>
          </a:r>
          <a:r>
            <a:rPr lang="en-US" dirty="0" err="1"/>
            <a:t>previstos</a:t>
          </a:r>
          <a:r>
            <a:rPr lang="en-US" dirty="0"/>
            <a:t>, </a:t>
          </a:r>
          <a:r>
            <a:rPr lang="en-US" dirty="0" err="1"/>
            <a:t>quantos</a:t>
          </a:r>
          <a:r>
            <a:rPr lang="en-US" dirty="0"/>
            <a:t> </a:t>
          </a:r>
          <a:r>
            <a:rPr lang="en-US" dirty="0" err="1"/>
            <a:t>estavam</a:t>
          </a:r>
          <a:r>
            <a:rPr lang="en-US" dirty="0"/>
            <a:t> </a:t>
          </a:r>
          <a:r>
            <a:rPr lang="en-US" dirty="0" err="1"/>
            <a:t>certos</a:t>
          </a:r>
          <a:r>
            <a:rPr lang="en-US" dirty="0"/>
            <a:t>?</a:t>
          </a:r>
        </a:p>
      </dgm:t>
    </dgm:pt>
    <dgm:pt modelId="{18636E43-36DF-4741-B887-9B1D6BAA03B1}" type="parTrans" cxnId="{1DC0288A-8397-43B0-BB09-B8EBAC4AD3A1}">
      <dgm:prSet/>
      <dgm:spPr/>
      <dgm:t>
        <a:bodyPr/>
        <a:lstStyle/>
        <a:p>
          <a:endParaRPr lang="en-US"/>
        </a:p>
      </dgm:t>
    </dgm:pt>
    <dgm:pt modelId="{77A41E4D-4045-4079-9AE1-D3CBA8A437DB}" type="sibTrans" cxnId="{1DC0288A-8397-43B0-BB09-B8EBAC4AD3A1}">
      <dgm:prSet/>
      <dgm:spPr/>
      <dgm:t>
        <a:bodyPr/>
        <a:lstStyle/>
        <a:p>
          <a:endParaRPr lang="en-US"/>
        </a:p>
      </dgm:t>
    </dgm:pt>
    <dgm:pt modelId="{F10F2CF0-AAF8-4C41-BBAD-8C1D6F33D351}">
      <dgm:prSet/>
      <dgm:spPr/>
      <dgm:t>
        <a:bodyPr/>
        <a:lstStyle/>
        <a:p>
          <a:r>
            <a:rPr lang="en-US"/>
            <a:t>- Recall:</a:t>
          </a:r>
        </a:p>
      </dgm:t>
    </dgm:pt>
    <dgm:pt modelId="{D1BE5734-400C-4F02-87F7-2CBD2964D9A1}" type="parTrans" cxnId="{9D5388CB-3F7F-41DB-84DB-0B189AB9BFED}">
      <dgm:prSet/>
      <dgm:spPr/>
      <dgm:t>
        <a:bodyPr/>
        <a:lstStyle/>
        <a:p>
          <a:endParaRPr lang="en-US"/>
        </a:p>
      </dgm:t>
    </dgm:pt>
    <dgm:pt modelId="{41694361-54B0-4017-BA18-92ECBB99FD2E}" type="sibTrans" cxnId="{9D5388CB-3F7F-41DB-84DB-0B189AB9BFED}">
      <dgm:prSet/>
      <dgm:spPr/>
      <dgm:t>
        <a:bodyPr/>
        <a:lstStyle/>
        <a:p>
          <a:endParaRPr lang="en-US"/>
        </a:p>
      </dgm:t>
    </dgm:pt>
    <dgm:pt modelId="{C0A860A7-B6A3-4258-88FB-B49187BE27BE}">
      <dgm:prSet/>
      <dgm:spPr/>
      <dgm:t>
        <a:bodyPr/>
        <a:lstStyle/>
        <a:p>
          <a:r>
            <a:rPr lang="en-US" dirty="0"/>
            <a:t>entre </a:t>
          </a:r>
          <a:r>
            <a:rPr lang="en-US" dirty="0" err="1"/>
            <a:t>os</a:t>
          </a:r>
          <a:r>
            <a:rPr lang="en-US" dirty="0"/>
            <a:t> </a:t>
          </a:r>
          <a:r>
            <a:rPr lang="en-US" dirty="0" err="1"/>
            <a:t>positivos</a:t>
          </a:r>
          <a:r>
            <a:rPr lang="en-US" dirty="0"/>
            <a:t> reais, </a:t>
          </a:r>
          <a:r>
            <a:rPr lang="en-US" dirty="0" err="1"/>
            <a:t>quantos</a:t>
          </a:r>
          <a:r>
            <a:rPr lang="en-US" dirty="0"/>
            <a:t> </a:t>
          </a:r>
          <a:r>
            <a:rPr lang="en-US" dirty="0" err="1"/>
            <a:t>foram</a:t>
          </a:r>
          <a:r>
            <a:rPr lang="en-US" dirty="0"/>
            <a:t> </a:t>
          </a:r>
          <a:r>
            <a:rPr lang="en-US" dirty="0" err="1"/>
            <a:t>previstos</a:t>
          </a:r>
          <a:r>
            <a:rPr lang="en-US" dirty="0"/>
            <a:t>?</a:t>
          </a:r>
        </a:p>
      </dgm:t>
    </dgm:pt>
    <dgm:pt modelId="{427FEB77-B34D-4B60-A4B1-BC95F9DBAB26}" type="parTrans" cxnId="{873A99F0-91D2-4EDB-9250-21D4E1283340}">
      <dgm:prSet/>
      <dgm:spPr/>
      <dgm:t>
        <a:bodyPr/>
        <a:lstStyle/>
        <a:p>
          <a:endParaRPr lang="en-US"/>
        </a:p>
      </dgm:t>
    </dgm:pt>
    <dgm:pt modelId="{801FD203-1204-48A1-A180-3B668E0B9300}" type="sibTrans" cxnId="{873A99F0-91D2-4EDB-9250-21D4E1283340}">
      <dgm:prSet/>
      <dgm:spPr/>
      <dgm:t>
        <a:bodyPr/>
        <a:lstStyle/>
        <a:p>
          <a:endParaRPr lang="en-US"/>
        </a:p>
      </dgm:t>
    </dgm:pt>
    <dgm:pt modelId="{FF6F233C-F0CD-4301-ABFB-49D30683484C}">
      <dgm:prSet/>
      <dgm:spPr/>
      <dgm:t>
        <a:bodyPr/>
        <a:lstStyle/>
        <a:p>
          <a:r>
            <a:rPr lang="en-US"/>
            <a:t>- F1-score:</a:t>
          </a:r>
        </a:p>
      </dgm:t>
    </dgm:pt>
    <dgm:pt modelId="{EBAD29D2-15CB-4A11-B694-757FDA1E98DD}" type="parTrans" cxnId="{58DA8C10-A213-40E9-94AC-3B39A53194E6}">
      <dgm:prSet/>
      <dgm:spPr/>
      <dgm:t>
        <a:bodyPr/>
        <a:lstStyle/>
        <a:p>
          <a:endParaRPr lang="en-US"/>
        </a:p>
      </dgm:t>
    </dgm:pt>
    <dgm:pt modelId="{49A38E1B-3A22-4A22-8B37-A4F47FB4564B}" type="sibTrans" cxnId="{58DA8C10-A213-40E9-94AC-3B39A53194E6}">
      <dgm:prSet/>
      <dgm:spPr/>
      <dgm:t>
        <a:bodyPr/>
        <a:lstStyle/>
        <a:p>
          <a:endParaRPr lang="en-US"/>
        </a:p>
      </dgm:t>
    </dgm:pt>
    <dgm:pt modelId="{E2A3976A-B5D7-4842-82D0-BC9076EFB314}">
      <dgm:prSet/>
      <dgm:spPr/>
      <dgm:t>
        <a:bodyPr/>
        <a:lstStyle/>
        <a:p>
          <a:r>
            <a:rPr lang="en-US" dirty="0" err="1"/>
            <a:t>equilíbrio</a:t>
          </a:r>
          <a:r>
            <a:rPr lang="en-US" dirty="0"/>
            <a:t> entre </a:t>
          </a:r>
          <a:r>
            <a:rPr lang="en-US" dirty="0" err="1"/>
            <a:t>precisão</a:t>
          </a:r>
          <a:r>
            <a:rPr lang="en-US" dirty="0"/>
            <a:t> e recall</a:t>
          </a:r>
        </a:p>
      </dgm:t>
    </dgm:pt>
    <dgm:pt modelId="{185CF24A-629F-4A43-8DFB-0A8214CAA44D}" type="parTrans" cxnId="{D85F0F2E-5F4C-4408-90F2-9EA043A90FFF}">
      <dgm:prSet/>
      <dgm:spPr/>
      <dgm:t>
        <a:bodyPr/>
        <a:lstStyle/>
        <a:p>
          <a:endParaRPr lang="en-US"/>
        </a:p>
      </dgm:t>
    </dgm:pt>
    <dgm:pt modelId="{0BF881C9-2BDC-41D8-9E80-079EA5F2FDC2}" type="sibTrans" cxnId="{D85F0F2E-5F4C-4408-90F2-9EA043A90FFF}">
      <dgm:prSet/>
      <dgm:spPr/>
      <dgm:t>
        <a:bodyPr/>
        <a:lstStyle/>
        <a:p>
          <a:endParaRPr lang="en-US"/>
        </a:p>
      </dgm:t>
    </dgm:pt>
    <dgm:pt modelId="{87835E5A-9A44-4ED7-B394-C1FF4A0FA915}">
      <dgm:prSet/>
      <dgm:spPr/>
      <dgm:t>
        <a:bodyPr/>
        <a:lstStyle/>
        <a:p>
          <a:r>
            <a:rPr lang="pt-BR" b="1"/>
            <a:t>“Entre todos os casos, quantos acertei?”</a:t>
          </a:r>
          <a:br>
            <a:rPr lang="pt-BR"/>
          </a:br>
          <a:r>
            <a:rPr lang="pt-BR"/>
            <a:t>👉 É o percentual total de acertos.</a:t>
          </a:r>
          <a:br>
            <a:rPr lang="pt-BR"/>
          </a:br>
          <a:r>
            <a:rPr lang="pt-BR"/>
            <a:t>💬 </a:t>
          </a:r>
          <a:r>
            <a:rPr lang="pt-BR" i="1"/>
            <a:t>Exemplo: De 100 candidatos, o sistema classificou 90 corretamente. A acurácia é 90%.</a:t>
          </a:r>
          <a:endParaRPr lang="en-US" dirty="0"/>
        </a:p>
      </dgm:t>
    </dgm:pt>
    <dgm:pt modelId="{313DABFF-636B-4CD0-87E9-11C56E36B838}" type="parTrans" cxnId="{527F92BD-0668-4885-8E89-5FB7833F4B2F}">
      <dgm:prSet/>
      <dgm:spPr/>
      <dgm:t>
        <a:bodyPr/>
        <a:lstStyle/>
        <a:p>
          <a:endParaRPr lang="pt-BR"/>
        </a:p>
      </dgm:t>
    </dgm:pt>
    <dgm:pt modelId="{BAB90CEC-776B-44A5-B2A8-7B31EFE8732D}" type="sibTrans" cxnId="{527F92BD-0668-4885-8E89-5FB7833F4B2F}">
      <dgm:prSet/>
      <dgm:spPr/>
      <dgm:t>
        <a:bodyPr/>
        <a:lstStyle/>
        <a:p>
          <a:endParaRPr lang="pt-BR"/>
        </a:p>
      </dgm:t>
    </dgm:pt>
    <dgm:pt modelId="{48C2E55C-A6B9-45F3-B47A-391AB68FC84A}">
      <dgm:prSet/>
      <dgm:spPr/>
      <dgm:t>
        <a:bodyPr/>
        <a:lstStyle/>
        <a:p>
          <a:pPr>
            <a:buNone/>
          </a:pPr>
          <a:r>
            <a:rPr lang="pt-BR" b="1"/>
            <a:t>“Entre os casos que o modelo disse que eram positivos, quantos realmente eram?”</a:t>
          </a:r>
          <a:br>
            <a:rPr lang="pt-BR"/>
          </a:br>
          <a:r>
            <a:rPr lang="pt-BR" b="1"/>
            <a:t>quantos dos alertas estavam certos</a:t>
          </a:r>
          <a:br>
            <a:rPr lang="pt-BR"/>
          </a:br>
          <a:r>
            <a:rPr lang="pt-BR" i="1"/>
            <a:t>Exemplo: O modelo disse que 10 currículos eram bons, mas só 6 realmente eram. A precisão é 60%.</a:t>
          </a:r>
          <a:endParaRPr lang="en-US" dirty="0"/>
        </a:p>
      </dgm:t>
    </dgm:pt>
    <dgm:pt modelId="{2E5C15D0-3966-403A-9D39-548BD91CD270}" type="parTrans" cxnId="{8C086C91-152A-43B2-85B1-E736E2DE500F}">
      <dgm:prSet/>
      <dgm:spPr/>
      <dgm:t>
        <a:bodyPr/>
        <a:lstStyle/>
        <a:p>
          <a:endParaRPr lang="pt-BR"/>
        </a:p>
      </dgm:t>
    </dgm:pt>
    <dgm:pt modelId="{E9FC6EE5-56D5-4C5C-8DEF-B2229CF207C4}" type="sibTrans" cxnId="{8C086C91-152A-43B2-85B1-E736E2DE500F}">
      <dgm:prSet/>
      <dgm:spPr/>
      <dgm:t>
        <a:bodyPr/>
        <a:lstStyle/>
        <a:p>
          <a:endParaRPr lang="pt-BR"/>
        </a:p>
      </dgm:t>
    </dgm:pt>
    <dgm:pt modelId="{3B99B409-BB68-4C5B-8B58-77023D39C343}">
      <dgm:prSet/>
      <dgm:spPr/>
      <dgm:t>
        <a:bodyPr/>
        <a:lstStyle/>
        <a:p>
          <a:pPr>
            <a:buNone/>
          </a:pPr>
          <a:r>
            <a:rPr lang="pt-BR" b="1"/>
            <a:t>“Entre os positivos reais, quantos o modelo conseguiu encontrar?”</a:t>
          </a:r>
          <a:br>
            <a:rPr lang="pt-BR"/>
          </a:br>
          <a:r>
            <a:rPr lang="pt-BR" b="1"/>
            <a:t>quantos dos bons casos ele conseguiu identificar</a:t>
          </a:r>
          <a:br>
            <a:rPr lang="pt-BR"/>
          </a:br>
          <a:r>
            <a:rPr lang="pt-BR" i="1"/>
            <a:t>Exemplo: Tinha 20 currículos bons. O modelo achou só 10. O recall é 50%.</a:t>
          </a:r>
          <a:endParaRPr lang="en-US" dirty="0"/>
        </a:p>
      </dgm:t>
    </dgm:pt>
    <dgm:pt modelId="{09F81AA0-7589-487E-8F13-074FBDF5A9D2}" type="parTrans" cxnId="{6C20CBD3-7809-482B-BFD9-D8CA86A9A7BF}">
      <dgm:prSet/>
      <dgm:spPr/>
      <dgm:t>
        <a:bodyPr/>
        <a:lstStyle/>
        <a:p>
          <a:endParaRPr lang="pt-BR"/>
        </a:p>
      </dgm:t>
    </dgm:pt>
    <dgm:pt modelId="{618D774C-A0B6-458A-80B9-96C6002FD43D}" type="sibTrans" cxnId="{6C20CBD3-7809-482B-BFD9-D8CA86A9A7BF}">
      <dgm:prSet/>
      <dgm:spPr/>
      <dgm:t>
        <a:bodyPr/>
        <a:lstStyle/>
        <a:p>
          <a:endParaRPr lang="pt-BR"/>
        </a:p>
      </dgm:t>
    </dgm:pt>
    <dgm:pt modelId="{D723C4D8-4AD2-4E60-860B-3E18310E4B03}">
      <dgm:prSet/>
      <dgm:spPr/>
      <dgm:t>
        <a:bodyPr/>
        <a:lstStyle/>
        <a:p>
          <a:pPr>
            <a:buNone/>
          </a:pPr>
          <a:r>
            <a:rPr lang="pt-BR" b="1"/>
            <a:t>“Quanto equilíbrio existe entre precisão e recall?”</a:t>
          </a:r>
          <a:br>
            <a:rPr lang="pt-BR"/>
          </a:br>
          <a:r>
            <a:rPr lang="pt-BR" b="1"/>
            <a:t>média harmônica</a:t>
          </a:r>
          <a:br>
            <a:rPr lang="pt-BR"/>
          </a:br>
          <a:r>
            <a:rPr lang="pt-BR" i="1"/>
            <a:t>Bom quando você quer um modelo que erre o mínimo possível tanto em falsos positivos quanto negativos.</a:t>
          </a:r>
          <a:endParaRPr lang="en-US" dirty="0"/>
        </a:p>
      </dgm:t>
    </dgm:pt>
    <dgm:pt modelId="{5EEBCBF0-859E-4268-9E13-79A47BDCBAF4}" type="parTrans" cxnId="{D0EC3F2C-9098-4544-A100-0BBFC1355A6B}">
      <dgm:prSet/>
      <dgm:spPr/>
      <dgm:t>
        <a:bodyPr/>
        <a:lstStyle/>
        <a:p>
          <a:endParaRPr lang="pt-BR"/>
        </a:p>
      </dgm:t>
    </dgm:pt>
    <dgm:pt modelId="{677C1641-865B-4D29-99CD-13DFC0D3B5B5}" type="sibTrans" cxnId="{D0EC3F2C-9098-4544-A100-0BBFC1355A6B}">
      <dgm:prSet/>
      <dgm:spPr/>
      <dgm:t>
        <a:bodyPr/>
        <a:lstStyle/>
        <a:p>
          <a:endParaRPr lang="pt-BR"/>
        </a:p>
      </dgm:t>
    </dgm:pt>
    <dgm:pt modelId="{3AD54CA1-0291-4528-BCA8-AF1DB709B53C}" type="pres">
      <dgm:prSet presAssocID="{2A5213C9-C391-41B8-8974-E2E5B7CC75E8}" presName="linear" presStyleCnt="0">
        <dgm:presLayoutVars>
          <dgm:animLvl val="lvl"/>
          <dgm:resizeHandles val="exact"/>
        </dgm:presLayoutVars>
      </dgm:prSet>
      <dgm:spPr/>
    </dgm:pt>
    <dgm:pt modelId="{06FF7A26-DE8B-4FBB-8A84-6D47103BC159}" type="pres">
      <dgm:prSet presAssocID="{9B5A7703-AE2D-4C3B-8392-25CDC5AAB03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E1D10C9-A477-495D-BA22-1F66D0D9601B}" type="pres">
      <dgm:prSet presAssocID="{9B5A7703-AE2D-4C3B-8392-25CDC5AAB032}" presName="childText" presStyleLbl="revTx" presStyleIdx="0" presStyleCnt="4">
        <dgm:presLayoutVars>
          <dgm:bulletEnabled val="1"/>
        </dgm:presLayoutVars>
      </dgm:prSet>
      <dgm:spPr/>
    </dgm:pt>
    <dgm:pt modelId="{88BB49A5-2489-4D7C-956C-A8FAFBD12C83}" type="pres">
      <dgm:prSet presAssocID="{04FAB22F-ACE5-459A-89B6-DA2E1FCC80E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F83EE32-A1B0-4684-B5CF-4C707857A494}" type="pres">
      <dgm:prSet presAssocID="{04FAB22F-ACE5-459A-89B6-DA2E1FCC80E7}" presName="childText" presStyleLbl="revTx" presStyleIdx="1" presStyleCnt="4">
        <dgm:presLayoutVars>
          <dgm:bulletEnabled val="1"/>
        </dgm:presLayoutVars>
      </dgm:prSet>
      <dgm:spPr/>
    </dgm:pt>
    <dgm:pt modelId="{1CC06BCD-DF7C-44AD-979F-CB8769735CB9}" type="pres">
      <dgm:prSet presAssocID="{F10F2CF0-AAF8-4C41-BBAD-8C1D6F33D35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D4678FB-F99B-47A7-944C-DE44D59189E3}" type="pres">
      <dgm:prSet presAssocID="{F10F2CF0-AAF8-4C41-BBAD-8C1D6F33D351}" presName="childText" presStyleLbl="revTx" presStyleIdx="2" presStyleCnt="4">
        <dgm:presLayoutVars>
          <dgm:bulletEnabled val="1"/>
        </dgm:presLayoutVars>
      </dgm:prSet>
      <dgm:spPr/>
    </dgm:pt>
    <dgm:pt modelId="{20D6499C-2A10-440C-AB66-EE3988834B91}" type="pres">
      <dgm:prSet presAssocID="{FF6F233C-F0CD-4301-ABFB-49D30683484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765156B-A23E-4A7C-8397-F506F243F941}" type="pres">
      <dgm:prSet presAssocID="{FF6F233C-F0CD-4301-ABFB-49D30683484C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58DA8C10-A213-40E9-94AC-3B39A53194E6}" srcId="{2A5213C9-C391-41B8-8974-E2E5B7CC75E8}" destId="{FF6F233C-F0CD-4301-ABFB-49D30683484C}" srcOrd="3" destOrd="0" parTransId="{EBAD29D2-15CB-4A11-B694-757FDA1E98DD}" sibTransId="{49A38E1B-3A22-4A22-8B37-A4F47FB4564B}"/>
    <dgm:cxn modelId="{5F91B615-24A7-4FCD-B2D2-85D89D76F36A}" type="presOf" srcId="{C0A860A7-B6A3-4258-88FB-B49187BE27BE}" destId="{FD4678FB-F99B-47A7-944C-DE44D59189E3}" srcOrd="0" destOrd="0" presId="urn:microsoft.com/office/officeart/2005/8/layout/vList2"/>
    <dgm:cxn modelId="{EFB83E1C-29B9-4965-BEF3-BDF137EA63E8}" type="presOf" srcId="{D723C4D8-4AD2-4E60-860B-3E18310E4B03}" destId="{F765156B-A23E-4A7C-8397-F506F243F941}" srcOrd="0" destOrd="1" presId="urn:microsoft.com/office/officeart/2005/8/layout/vList2"/>
    <dgm:cxn modelId="{4137BE1D-4156-4D5F-98D2-505D7DDE78FA}" type="presOf" srcId="{FF6F233C-F0CD-4301-ABFB-49D30683484C}" destId="{20D6499C-2A10-440C-AB66-EE3988834B91}" srcOrd="0" destOrd="0" presId="urn:microsoft.com/office/officeart/2005/8/layout/vList2"/>
    <dgm:cxn modelId="{F409A221-3719-4CF7-889C-F5219FAE70BB}" type="presOf" srcId="{9B5A7703-AE2D-4C3B-8392-25CDC5AAB032}" destId="{06FF7A26-DE8B-4FBB-8A84-6D47103BC159}" srcOrd="0" destOrd="0" presId="urn:microsoft.com/office/officeart/2005/8/layout/vList2"/>
    <dgm:cxn modelId="{D91CE12A-9790-40F4-A2A7-124602FB010A}" type="presOf" srcId="{4131EA9E-F9BD-4CEC-992D-66077F603D51}" destId="{1F83EE32-A1B0-4684-B5CF-4C707857A494}" srcOrd="0" destOrd="0" presId="urn:microsoft.com/office/officeart/2005/8/layout/vList2"/>
    <dgm:cxn modelId="{D0EC3F2C-9098-4544-A100-0BBFC1355A6B}" srcId="{E2A3976A-B5D7-4842-82D0-BC9076EFB314}" destId="{D723C4D8-4AD2-4E60-860B-3E18310E4B03}" srcOrd="0" destOrd="0" parTransId="{5EEBCBF0-859E-4268-9E13-79A47BDCBAF4}" sibTransId="{677C1641-865B-4D29-99CD-13DFC0D3B5B5}"/>
    <dgm:cxn modelId="{D85F0F2E-5F4C-4408-90F2-9EA043A90FFF}" srcId="{FF6F233C-F0CD-4301-ABFB-49D30683484C}" destId="{E2A3976A-B5D7-4842-82D0-BC9076EFB314}" srcOrd="0" destOrd="0" parTransId="{185CF24A-629F-4A43-8DFB-0A8214CAA44D}" sibTransId="{0BF881C9-2BDC-41D8-9E80-079EA5F2FDC2}"/>
    <dgm:cxn modelId="{E2C4E32E-81BD-4722-90F9-DC8BFCA9B3B1}" srcId="{9B5A7703-AE2D-4C3B-8392-25CDC5AAB032}" destId="{BE284A45-1E18-4B26-960D-B57B770E483A}" srcOrd="0" destOrd="0" parTransId="{18605489-A9EA-46D4-B04C-67442417026F}" sibTransId="{E0092AC8-3446-4532-80CC-727FE670EC99}"/>
    <dgm:cxn modelId="{D978F13A-3937-41CE-ADB0-77CCE7F97B67}" type="presOf" srcId="{3B99B409-BB68-4C5B-8B58-77023D39C343}" destId="{FD4678FB-F99B-47A7-944C-DE44D59189E3}" srcOrd="0" destOrd="1" presId="urn:microsoft.com/office/officeart/2005/8/layout/vList2"/>
    <dgm:cxn modelId="{B14C2340-D960-4A7E-8CF0-C61FA0E1929E}" type="presOf" srcId="{F10F2CF0-AAF8-4C41-BBAD-8C1D6F33D351}" destId="{1CC06BCD-DF7C-44AD-979F-CB8769735CB9}" srcOrd="0" destOrd="0" presId="urn:microsoft.com/office/officeart/2005/8/layout/vList2"/>
    <dgm:cxn modelId="{8E15AC62-5321-4292-A44E-BE6124E3EF33}" type="presOf" srcId="{48C2E55C-A6B9-45F3-B47A-391AB68FC84A}" destId="{1F83EE32-A1B0-4684-B5CF-4C707857A494}" srcOrd="0" destOrd="1" presId="urn:microsoft.com/office/officeart/2005/8/layout/vList2"/>
    <dgm:cxn modelId="{2A1F6F86-3B2A-4F8C-B7EB-28DC8B6466F0}" type="presOf" srcId="{04FAB22F-ACE5-459A-89B6-DA2E1FCC80E7}" destId="{88BB49A5-2489-4D7C-956C-A8FAFBD12C83}" srcOrd="0" destOrd="0" presId="urn:microsoft.com/office/officeart/2005/8/layout/vList2"/>
    <dgm:cxn modelId="{6B1C0987-9233-4DF8-B416-0DB2A508F9AB}" type="presOf" srcId="{2A5213C9-C391-41B8-8974-E2E5B7CC75E8}" destId="{3AD54CA1-0291-4528-BCA8-AF1DB709B53C}" srcOrd="0" destOrd="0" presId="urn:microsoft.com/office/officeart/2005/8/layout/vList2"/>
    <dgm:cxn modelId="{1DC0288A-8397-43B0-BB09-B8EBAC4AD3A1}" srcId="{04FAB22F-ACE5-459A-89B6-DA2E1FCC80E7}" destId="{4131EA9E-F9BD-4CEC-992D-66077F603D51}" srcOrd="0" destOrd="0" parTransId="{18636E43-36DF-4741-B887-9B1D6BAA03B1}" sibTransId="{77A41E4D-4045-4079-9AE1-D3CBA8A437DB}"/>
    <dgm:cxn modelId="{8C086C91-152A-43B2-85B1-E736E2DE500F}" srcId="{4131EA9E-F9BD-4CEC-992D-66077F603D51}" destId="{48C2E55C-A6B9-45F3-B47A-391AB68FC84A}" srcOrd="0" destOrd="0" parTransId="{2E5C15D0-3966-403A-9D39-548BD91CD270}" sibTransId="{E9FC6EE5-56D5-4C5C-8DEF-B2229CF207C4}"/>
    <dgm:cxn modelId="{275A8F96-516C-41C8-8BF5-22FD5624FE1D}" type="presOf" srcId="{87835E5A-9A44-4ED7-B394-C1FF4A0FA915}" destId="{8E1D10C9-A477-495D-BA22-1F66D0D9601B}" srcOrd="0" destOrd="1" presId="urn:microsoft.com/office/officeart/2005/8/layout/vList2"/>
    <dgm:cxn modelId="{C6C12397-4F2B-4EE8-8454-94FD194F0193}" type="presOf" srcId="{BE284A45-1E18-4B26-960D-B57B770E483A}" destId="{8E1D10C9-A477-495D-BA22-1F66D0D9601B}" srcOrd="0" destOrd="0" presId="urn:microsoft.com/office/officeart/2005/8/layout/vList2"/>
    <dgm:cxn modelId="{DA8D0FAB-5F58-4B95-AE5C-D5FE74412993}" srcId="{2A5213C9-C391-41B8-8974-E2E5B7CC75E8}" destId="{04FAB22F-ACE5-459A-89B6-DA2E1FCC80E7}" srcOrd="1" destOrd="0" parTransId="{AF3F83C9-065F-49D0-BD5D-2F1132EE5C5B}" sibTransId="{D8604C22-C38A-40B3-8D4F-58A01E32896E}"/>
    <dgm:cxn modelId="{66CC22B9-A01A-4272-9EE2-D2592454123F}" type="presOf" srcId="{E2A3976A-B5D7-4842-82D0-BC9076EFB314}" destId="{F765156B-A23E-4A7C-8397-F506F243F941}" srcOrd="0" destOrd="0" presId="urn:microsoft.com/office/officeart/2005/8/layout/vList2"/>
    <dgm:cxn modelId="{527F92BD-0668-4885-8E89-5FB7833F4B2F}" srcId="{BE284A45-1E18-4B26-960D-B57B770E483A}" destId="{87835E5A-9A44-4ED7-B394-C1FF4A0FA915}" srcOrd="0" destOrd="0" parTransId="{313DABFF-636B-4CD0-87E9-11C56E36B838}" sibTransId="{BAB90CEC-776B-44A5-B2A8-7B31EFE8732D}"/>
    <dgm:cxn modelId="{9D5388CB-3F7F-41DB-84DB-0B189AB9BFED}" srcId="{2A5213C9-C391-41B8-8974-E2E5B7CC75E8}" destId="{F10F2CF0-AAF8-4C41-BBAD-8C1D6F33D351}" srcOrd="2" destOrd="0" parTransId="{D1BE5734-400C-4F02-87F7-2CBD2964D9A1}" sibTransId="{41694361-54B0-4017-BA18-92ECBB99FD2E}"/>
    <dgm:cxn modelId="{6C20CBD3-7809-482B-BFD9-D8CA86A9A7BF}" srcId="{C0A860A7-B6A3-4258-88FB-B49187BE27BE}" destId="{3B99B409-BB68-4C5B-8B58-77023D39C343}" srcOrd="0" destOrd="0" parTransId="{09F81AA0-7589-487E-8F13-074FBDF5A9D2}" sibTransId="{618D774C-A0B6-458A-80B9-96C6002FD43D}"/>
    <dgm:cxn modelId="{873A99F0-91D2-4EDB-9250-21D4E1283340}" srcId="{F10F2CF0-AAF8-4C41-BBAD-8C1D6F33D351}" destId="{C0A860A7-B6A3-4258-88FB-B49187BE27BE}" srcOrd="0" destOrd="0" parTransId="{427FEB77-B34D-4B60-A4B1-BC95F9DBAB26}" sibTransId="{801FD203-1204-48A1-A180-3B668E0B9300}"/>
    <dgm:cxn modelId="{2E58A4FE-EEF3-47EE-A47C-29E9E47CD1CF}" srcId="{2A5213C9-C391-41B8-8974-E2E5B7CC75E8}" destId="{9B5A7703-AE2D-4C3B-8392-25CDC5AAB032}" srcOrd="0" destOrd="0" parTransId="{057F9A64-0CD0-4159-96C4-ACB55BA996C2}" sibTransId="{3921747C-1AFE-442C-94FF-3901FED566BE}"/>
    <dgm:cxn modelId="{FAD16226-CCFE-4FDF-94A6-42DBAF45BE9E}" type="presParOf" srcId="{3AD54CA1-0291-4528-BCA8-AF1DB709B53C}" destId="{06FF7A26-DE8B-4FBB-8A84-6D47103BC159}" srcOrd="0" destOrd="0" presId="urn:microsoft.com/office/officeart/2005/8/layout/vList2"/>
    <dgm:cxn modelId="{A9738BC0-B58E-4EE4-BF0A-4BE931CA1A7D}" type="presParOf" srcId="{3AD54CA1-0291-4528-BCA8-AF1DB709B53C}" destId="{8E1D10C9-A477-495D-BA22-1F66D0D9601B}" srcOrd="1" destOrd="0" presId="urn:microsoft.com/office/officeart/2005/8/layout/vList2"/>
    <dgm:cxn modelId="{B2A1C33E-776D-4FE4-9898-90494B916FCA}" type="presParOf" srcId="{3AD54CA1-0291-4528-BCA8-AF1DB709B53C}" destId="{88BB49A5-2489-4D7C-956C-A8FAFBD12C83}" srcOrd="2" destOrd="0" presId="urn:microsoft.com/office/officeart/2005/8/layout/vList2"/>
    <dgm:cxn modelId="{CE872F9F-A7B9-4A5A-BC05-1E26C4BC5D60}" type="presParOf" srcId="{3AD54CA1-0291-4528-BCA8-AF1DB709B53C}" destId="{1F83EE32-A1B0-4684-B5CF-4C707857A494}" srcOrd="3" destOrd="0" presId="urn:microsoft.com/office/officeart/2005/8/layout/vList2"/>
    <dgm:cxn modelId="{9E4B3E49-1FAE-4E92-870D-153F1C2EEA78}" type="presParOf" srcId="{3AD54CA1-0291-4528-BCA8-AF1DB709B53C}" destId="{1CC06BCD-DF7C-44AD-979F-CB8769735CB9}" srcOrd="4" destOrd="0" presId="urn:microsoft.com/office/officeart/2005/8/layout/vList2"/>
    <dgm:cxn modelId="{1B0FD488-965A-45D4-9BE1-BBADC2EBAE2E}" type="presParOf" srcId="{3AD54CA1-0291-4528-BCA8-AF1DB709B53C}" destId="{FD4678FB-F99B-47A7-944C-DE44D59189E3}" srcOrd="5" destOrd="0" presId="urn:microsoft.com/office/officeart/2005/8/layout/vList2"/>
    <dgm:cxn modelId="{EFF3E5C8-BDA5-405E-9096-E6D915B4E780}" type="presParOf" srcId="{3AD54CA1-0291-4528-BCA8-AF1DB709B53C}" destId="{20D6499C-2A10-440C-AB66-EE3988834B91}" srcOrd="6" destOrd="0" presId="urn:microsoft.com/office/officeart/2005/8/layout/vList2"/>
    <dgm:cxn modelId="{67BBEF3E-62C5-4007-8746-4B6867161482}" type="presParOf" srcId="{3AD54CA1-0291-4528-BCA8-AF1DB709B53C}" destId="{F765156B-A23E-4A7C-8397-F506F243F941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5F24CD5-5308-4B70-938B-248CEE9838A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FC644CE-AD5A-482F-B2A1-F6F41A2AB045}">
      <dgm:prSet/>
      <dgm:spPr/>
      <dgm:t>
        <a:bodyPr/>
        <a:lstStyle/>
        <a:p>
          <a:r>
            <a:rPr lang="pt-BR" dirty="0"/>
            <a:t>Tema 1 – Conceitos Fundamentais de Big </a:t>
          </a:r>
          <a:r>
            <a:rPr lang="pt-BR" dirty="0" err="1"/>
            <a:t>DataPergunta</a:t>
          </a:r>
          <a:r>
            <a:rPr lang="pt-BR" dirty="0"/>
            <a:t>:"Explique com suas palavras o que são os 5Vs do Big Data e como eles impactam a forma como as empresas lidam com grandes volumes de dados.“</a:t>
          </a:r>
          <a:endParaRPr lang="en-US" dirty="0"/>
        </a:p>
      </dgm:t>
    </dgm:pt>
    <dgm:pt modelId="{77CBB06C-DB04-43B7-849F-D90B901594E4}" type="parTrans" cxnId="{B2792CCF-C228-4FAF-80F5-B589FEBC9C1D}">
      <dgm:prSet/>
      <dgm:spPr/>
      <dgm:t>
        <a:bodyPr/>
        <a:lstStyle/>
        <a:p>
          <a:endParaRPr lang="en-US"/>
        </a:p>
      </dgm:t>
    </dgm:pt>
    <dgm:pt modelId="{B4DAAC1A-95D7-4D71-9CC6-757590F42FD9}" type="sibTrans" cxnId="{B2792CCF-C228-4FAF-80F5-B589FEBC9C1D}">
      <dgm:prSet/>
      <dgm:spPr/>
      <dgm:t>
        <a:bodyPr/>
        <a:lstStyle/>
        <a:p>
          <a:endParaRPr lang="en-US"/>
        </a:p>
      </dgm:t>
    </dgm:pt>
    <dgm:pt modelId="{845AB7A0-F692-43E3-8F19-232A7C06B380}">
      <dgm:prSet/>
      <dgm:spPr/>
      <dgm:t>
        <a:bodyPr/>
        <a:lstStyle/>
        <a:p>
          <a:r>
            <a:rPr lang="pt-BR" dirty="0"/>
            <a:t>Tema 2 – Tecnologias e </a:t>
          </a:r>
          <a:r>
            <a:rPr lang="pt-BR" dirty="0" err="1"/>
            <a:t>InfraestruturaPergunta</a:t>
          </a:r>
          <a:r>
            <a:rPr lang="pt-BR" dirty="0"/>
            <a:t>:"Compare brevemente as funções do </a:t>
          </a:r>
          <a:r>
            <a:rPr lang="pt-BR" dirty="0" err="1"/>
            <a:t>Hadoop</a:t>
          </a:r>
          <a:r>
            <a:rPr lang="pt-BR" dirty="0"/>
            <a:t> e do Spark e explique em que tipo de cenário cada tecnologia é mais indicada.“</a:t>
          </a:r>
          <a:endParaRPr lang="en-US" dirty="0"/>
        </a:p>
      </dgm:t>
    </dgm:pt>
    <dgm:pt modelId="{EDE8C4DE-DEB6-4635-A6C0-7EC64790D520}" type="parTrans" cxnId="{1FF6DE5C-A238-4D04-8E2A-3A1765D6F22F}">
      <dgm:prSet/>
      <dgm:spPr/>
      <dgm:t>
        <a:bodyPr/>
        <a:lstStyle/>
        <a:p>
          <a:endParaRPr lang="en-US"/>
        </a:p>
      </dgm:t>
    </dgm:pt>
    <dgm:pt modelId="{BCA9D202-27FB-43EC-9BC2-12FBE03CDC13}" type="sibTrans" cxnId="{1FF6DE5C-A238-4D04-8E2A-3A1765D6F22F}">
      <dgm:prSet/>
      <dgm:spPr/>
      <dgm:t>
        <a:bodyPr/>
        <a:lstStyle/>
        <a:p>
          <a:endParaRPr lang="en-US"/>
        </a:p>
      </dgm:t>
    </dgm:pt>
    <dgm:pt modelId="{3627943F-FE89-4CAE-ABF2-2171F53FBA63}">
      <dgm:prSet/>
      <dgm:spPr/>
      <dgm:t>
        <a:bodyPr/>
        <a:lstStyle/>
        <a:p>
          <a:r>
            <a:rPr lang="pt-BR" dirty="0"/>
            <a:t>Tema 3 – Processamento de </a:t>
          </a:r>
          <a:r>
            <a:rPr lang="pt-BR" dirty="0" err="1"/>
            <a:t>DadosPergunta</a:t>
          </a:r>
          <a:r>
            <a:rPr lang="pt-BR" dirty="0"/>
            <a:t>:"Qual a diferença entre processamento em lote (batch) e em tempo real (streaming)? Dê um exemplo de aplicação real para cada um.“</a:t>
          </a:r>
          <a:endParaRPr lang="en-US" dirty="0"/>
        </a:p>
      </dgm:t>
    </dgm:pt>
    <dgm:pt modelId="{35AB69F8-D08B-45C3-95DC-DD68592B69A2}" type="parTrans" cxnId="{530BA178-9E8B-44F3-B36C-6BAD12236BBD}">
      <dgm:prSet/>
      <dgm:spPr/>
      <dgm:t>
        <a:bodyPr/>
        <a:lstStyle/>
        <a:p>
          <a:endParaRPr lang="en-US"/>
        </a:p>
      </dgm:t>
    </dgm:pt>
    <dgm:pt modelId="{3DAED730-00C0-42E0-B2E9-5EA3BCF53E38}" type="sibTrans" cxnId="{530BA178-9E8B-44F3-B36C-6BAD12236BBD}">
      <dgm:prSet/>
      <dgm:spPr/>
      <dgm:t>
        <a:bodyPr/>
        <a:lstStyle/>
        <a:p>
          <a:endParaRPr lang="en-US"/>
        </a:p>
      </dgm:t>
    </dgm:pt>
    <dgm:pt modelId="{9C715C79-95FC-4266-86EF-7CC9BB384832}">
      <dgm:prSet/>
      <dgm:spPr/>
      <dgm:t>
        <a:bodyPr/>
        <a:lstStyle/>
        <a:p>
          <a:r>
            <a:rPr lang="pt-BR" dirty="0"/>
            <a:t>Tema 4 – Machine Learning em Big </a:t>
          </a:r>
          <a:r>
            <a:rPr lang="pt-BR" dirty="0" err="1"/>
            <a:t>DataPergunta</a:t>
          </a:r>
          <a:r>
            <a:rPr lang="pt-BR" dirty="0"/>
            <a:t>:"Explique como o uso de Machine Learning pode gerar valor para uma empresa que utiliza dados em tempo real, considerando aspectos técnicos e éticos.”</a:t>
          </a:r>
          <a:endParaRPr lang="en-US" dirty="0"/>
        </a:p>
      </dgm:t>
    </dgm:pt>
    <dgm:pt modelId="{9394826B-E5C9-491A-9C53-EEEF8734EBCA}" type="parTrans" cxnId="{02DC4070-9449-4742-9A93-BFD521996B35}">
      <dgm:prSet/>
      <dgm:spPr/>
      <dgm:t>
        <a:bodyPr/>
        <a:lstStyle/>
        <a:p>
          <a:endParaRPr lang="en-US"/>
        </a:p>
      </dgm:t>
    </dgm:pt>
    <dgm:pt modelId="{BA6B5CF0-EA8C-423D-A5C4-B018E65420D3}" type="sibTrans" cxnId="{02DC4070-9449-4742-9A93-BFD521996B35}">
      <dgm:prSet/>
      <dgm:spPr/>
      <dgm:t>
        <a:bodyPr/>
        <a:lstStyle/>
        <a:p>
          <a:endParaRPr lang="en-US"/>
        </a:p>
      </dgm:t>
    </dgm:pt>
    <dgm:pt modelId="{0DB50800-A47E-4769-B2EA-E1BD84DCED1A}">
      <dgm:prSet/>
      <dgm:spPr/>
      <dgm:t>
        <a:bodyPr/>
        <a:lstStyle/>
        <a:p>
          <a:r>
            <a:rPr lang="pt-BR" dirty="0"/>
            <a:t>Tema 5 – Ética e </a:t>
          </a:r>
          <a:r>
            <a:rPr lang="pt-BR" dirty="0" err="1"/>
            <a:t>PrivacidadePergunta</a:t>
          </a:r>
          <a:r>
            <a:rPr lang="pt-BR" dirty="0"/>
            <a:t>:"Quais são os principais cuidados éticos que uma organização deve ter ao utilizar dados de usuários em seus projetos de Big Data, considerando a LGPD?"</a:t>
          </a:r>
          <a:endParaRPr lang="en-US" dirty="0"/>
        </a:p>
      </dgm:t>
    </dgm:pt>
    <dgm:pt modelId="{AD14BF0B-7E9B-4969-B303-16E716C28584}" type="parTrans" cxnId="{FC90F494-70AB-4C16-8084-E63E30FC0EFA}">
      <dgm:prSet/>
      <dgm:spPr/>
      <dgm:t>
        <a:bodyPr/>
        <a:lstStyle/>
        <a:p>
          <a:endParaRPr lang="en-US"/>
        </a:p>
      </dgm:t>
    </dgm:pt>
    <dgm:pt modelId="{1133C7C4-F0C5-461D-BB5F-0C96851BD363}" type="sibTrans" cxnId="{FC90F494-70AB-4C16-8084-E63E30FC0EFA}">
      <dgm:prSet/>
      <dgm:spPr/>
      <dgm:t>
        <a:bodyPr/>
        <a:lstStyle/>
        <a:p>
          <a:endParaRPr lang="en-US"/>
        </a:p>
      </dgm:t>
    </dgm:pt>
    <dgm:pt modelId="{15B791FD-A2DB-4146-95A5-C7A4321F0795}" type="pres">
      <dgm:prSet presAssocID="{65F24CD5-5308-4B70-938B-248CEE9838AB}" presName="root" presStyleCnt="0">
        <dgm:presLayoutVars>
          <dgm:dir/>
          <dgm:resizeHandles val="exact"/>
        </dgm:presLayoutVars>
      </dgm:prSet>
      <dgm:spPr/>
    </dgm:pt>
    <dgm:pt modelId="{30D11EAD-4475-46B9-A641-AD30B771AD91}" type="pres">
      <dgm:prSet presAssocID="{EFC644CE-AD5A-482F-B2A1-F6F41A2AB045}" presName="compNode" presStyleCnt="0"/>
      <dgm:spPr/>
    </dgm:pt>
    <dgm:pt modelId="{0D9F92F2-61B8-450A-9932-174957EF0E77}" type="pres">
      <dgm:prSet presAssocID="{EFC644CE-AD5A-482F-B2A1-F6F41A2AB045}" presName="bgRect" presStyleLbl="bgShp" presStyleIdx="0" presStyleCnt="5"/>
      <dgm:spPr/>
    </dgm:pt>
    <dgm:pt modelId="{2E39433F-36D5-41D3-99CE-B9A6EC4297EE}" type="pres">
      <dgm:prSet presAssocID="{EFC644CE-AD5A-482F-B2A1-F6F41A2AB04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3180D70F-3653-4A41-AEB2-B65946780174}" type="pres">
      <dgm:prSet presAssocID="{EFC644CE-AD5A-482F-B2A1-F6F41A2AB045}" presName="spaceRect" presStyleCnt="0"/>
      <dgm:spPr/>
    </dgm:pt>
    <dgm:pt modelId="{DAA3FABB-B18F-40C8-B50A-907F55AC08D4}" type="pres">
      <dgm:prSet presAssocID="{EFC644CE-AD5A-482F-B2A1-F6F41A2AB045}" presName="parTx" presStyleLbl="revTx" presStyleIdx="0" presStyleCnt="5">
        <dgm:presLayoutVars>
          <dgm:chMax val="0"/>
          <dgm:chPref val="0"/>
        </dgm:presLayoutVars>
      </dgm:prSet>
      <dgm:spPr/>
    </dgm:pt>
    <dgm:pt modelId="{2F5D123E-55D2-4988-9E15-980A3677D2AD}" type="pres">
      <dgm:prSet presAssocID="{B4DAAC1A-95D7-4D71-9CC6-757590F42FD9}" presName="sibTrans" presStyleCnt="0"/>
      <dgm:spPr/>
    </dgm:pt>
    <dgm:pt modelId="{7B944A12-F0C5-4BF6-B22C-0DB3B9011E3D}" type="pres">
      <dgm:prSet presAssocID="{845AB7A0-F692-43E3-8F19-232A7C06B380}" presName="compNode" presStyleCnt="0"/>
      <dgm:spPr/>
    </dgm:pt>
    <dgm:pt modelId="{A59AC912-0DF1-4828-B200-115725F91BEE}" type="pres">
      <dgm:prSet presAssocID="{845AB7A0-F692-43E3-8F19-232A7C06B380}" presName="bgRect" presStyleLbl="bgShp" presStyleIdx="1" presStyleCnt="5"/>
      <dgm:spPr/>
    </dgm:pt>
    <dgm:pt modelId="{EF57B0AF-DD20-4484-872F-231DA50B9969}" type="pres">
      <dgm:prSet presAssocID="{845AB7A0-F692-43E3-8F19-232A7C06B38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gos de artifício"/>
        </a:ext>
      </dgm:extLst>
    </dgm:pt>
    <dgm:pt modelId="{3F6045E2-4332-4D30-A9EE-E14D5B28D5CD}" type="pres">
      <dgm:prSet presAssocID="{845AB7A0-F692-43E3-8F19-232A7C06B380}" presName="spaceRect" presStyleCnt="0"/>
      <dgm:spPr/>
    </dgm:pt>
    <dgm:pt modelId="{769C748C-2681-4A48-A59B-AE80AAC7DC64}" type="pres">
      <dgm:prSet presAssocID="{845AB7A0-F692-43E3-8F19-232A7C06B380}" presName="parTx" presStyleLbl="revTx" presStyleIdx="1" presStyleCnt="5">
        <dgm:presLayoutVars>
          <dgm:chMax val="0"/>
          <dgm:chPref val="0"/>
        </dgm:presLayoutVars>
      </dgm:prSet>
      <dgm:spPr/>
    </dgm:pt>
    <dgm:pt modelId="{D34F0D06-025A-4606-8C10-F18FF529D431}" type="pres">
      <dgm:prSet presAssocID="{BCA9D202-27FB-43EC-9BC2-12FBE03CDC13}" presName="sibTrans" presStyleCnt="0"/>
      <dgm:spPr/>
    </dgm:pt>
    <dgm:pt modelId="{620B8D77-C095-4CF3-8F46-974C551F299F}" type="pres">
      <dgm:prSet presAssocID="{3627943F-FE89-4CAE-ABF2-2171F53FBA63}" presName="compNode" presStyleCnt="0"/>
      <dgm:spPr/>
    </dgm:pt>
    <dgm:pt modelId="{26236500-C791-4477-9352-E0C80DB47800}" type="pres">
      <dgm:prSet presAssocID="{3627943F-FE89-4CAE-ABF2-2171F53FBA63}" presName="bgRect" presStyleLbl="bgShp" presStyleIdx="2" presStyleCnt="5"/>
      <dgm:spPr/>
    </dgm:pt>
    <dgm:pt modelId="{062CC8DA-019D-4597-8A68-933A42064FB1}" type="pres">
      <dgm:prSet presAssocID="{3627943F-FE89-4CAE-ABF2-2171F53FBA6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AEFEE1DF-8374-438E-AB42-379800AAC953}" type="pres">
      <dgm:prSet presAssocID="{3627943F-FE89-4CAE-ABF2-2171F53FBA63}" presName="spaceRect" presStyleCnt="0"/>
      <dgm:spPr/>
    </dgm:pt>
    <dgm:pt modelId="{2B6AC153-5F17-4041-82A8-DF449842C6EB}" type="pres">
      <dgm:prSet presAssocID="{3627943F-FE89-4CAE-ABF2-2171F53FBA63}" presName="parTx" presStyleLbl="revTx" presStyleIdx="2" presStyleCnt="5">
        <dgm:presLayoutVars>
          <dgm:chMax val="0"/>
          <dgm:chPref val="0"/>
        </dgm:presLayoutVars>
      </dgm:prSet>
      <dgm:spPr/>
    </dgm:pt>
    <dgm:pt modelId="{7310602D-6607-44F7-94C4-093A37A609B0}" type="pres">
      <dgm:prSet presAssocID="{3DAED730-00C0-42E0-B2E9-5EA3BCF53E38}" presName="sibTrans" presStyleCnt="0"/>
      <dgm:spPr/>
    </dgm:pt>
    <dgm:pt modelId="{9199B2B6-FB1C-462A-9796-A4560C22A054}" type="pres">
      <dgm:prSet presAssocID="{9C715C79-95FC-4266-86EF-7CC9BB384832}" presName="compNode" presStyleCnt="0"/>
      <dgm:spPr/>
    </dgm:pt>
    <dgm:pt modelId="{9880303B-4F97-403E-B14A-F873923E8AD0}" type="pres">
      <dgm:prSet presAssocID="{9C715C79-95FC-4266-86EF-7CC9BB384832}" presName="bgRect" presStyleLbl="bgShp" presStyleIdx="3" presStyleCnt="5"/>
      <dgm:spPr/>
    </dgm:pt>
    <dgm:pt modelId="{5E97E7D3-A57C-484A-8F80-36F9883ECF5A}" type="pres">
      <dgm:prSet presAssocID="{9C715C79-95FC-4266-86EF-7CC9BB38483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043E32C-FA9E-491E-B645-D757EF6C5099}" type="pres">
      <dgm:prSet presAssocID="{9C715C79-95FC-4266-86EF-7CC9BB384832}" presName="spaceRect" presStyleCnt="0"/>
      <dgm:spPr/>
    </dgm:pt>
    <dgm:pt modelId="{F9F89764-CD70-4B80-A281-34FB03B2E24B}" type="pres">
      <dgm:prSet presAssocID="{9C715C79-95FC-4266-86EF-7CC9BB384832}" presName="parTx" presStyleLbl="revTx" presStyleIdx="3" presStyleCnt="5">
        <dgm:presLayoutVars>
          <dgm:chMax val="0"/>
          <dgm:chPref val="0"/>
        </dgm:presLayoutVars>
      </dgm:prSet>
      <dgm:spPr/>
    </dgm:pt>
    <dgm:pt modelId="{C5F966B5-1991-427E-A510-0188E2FF48FA}" type="pres">
      <dgm:prSet presAssocID="{BA6B5CF0-EA8C-423D-A5C4-B018E65420D3}" presName="sibTrans" presStyleCnt="0"/>
      <dgm:spPr/>
    </dgm:pt>
    <dgm:pt modelId="{2226DD08-5C60-45B9-8E43-AF8F81ED5344}" type="pres">
      <dgm:prSet presAssocID="{0DB50800-A47E-4769-B2EA-E1BD84DCED1A}" presName="compNode" presStyleCnt="0"/>
      <dgm:spPr/>
    </dgm:pt>
    <dgm:pt modelId="{149811D3-A2A5-4DA4-BDEE-37DF401FB74F}" type="pres">
      <dgm:prSet presAssocID="{0DB50800-A47E-4769-B2EA-E1BD84DCED1A}" presName="bgRect" presStyleLbl="bgShp" presStyleIdx="4" presStyleCnt="5"/>
      <dgm:spPr/>
    </dgm:pt>
    <dgm:pt modelId="{011035D2-C7DF-4CA7-9605-AE5962BB3CA5}" type="pres">
      <dgm:prSet presAssocID="{0DB50800-A47E-4769-B2EA-E1BD84DCED1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exões"/>
        </a:ext>
      </dgm:extLst>
    </dgm:pt>
    <dgm:pt modelId="{A9421ED4-9E37-4519-8CB2-C97FF7151649}" type="pres">
      <dgm:prSet presAssocID="{0DB50800-A47E-4769-B2EA-E1BD84DCED1A}" presName="spaceRect" presStyleCnt="0"/>
      <dgm:spPr/>
    </dgm:pt>
    <dgm:pt modelId="{B93A4AB2-091B-4B59-8437-877CC2C4F0F5}" type="pres">
      <dgm:prSet presAssocID="{0DB50800-A47E-4769-B2EA-E1BD84DCED1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FF6DE5C-A238-4D04-8E2A-3A1765D6F22F}" srcId="{65F24CD5-5308-4B70-938B-248CEE9838AB}" destId="{845AB7A0-F692-43E3-8F19-232A7C06B380}" srcOrd="1" destOrd="0" parTransId="{EDE8C4DE-DEB6-4635-A6C0-7EC64790D520}" sibTransId="{BCA9D202-27FB-43EC-9BC2-12FBE03CDC13}"/>
    <dgm:cxn modelId="{8C5B1947-0D06-4B8D-A317-E920E3A53588}" type="presOf" srcId="{9C715C79-95FC-4266-86EF-7CC9BB384832}" destId="{F9F89764-CD70-4B80-A281-34FB03B2E24B}" srcOrd="0" destOrd="0" presId="urn:microsoft.com/office/officeart/2018/2/layout/IconVerticalSolidList"/>
    <dgm:cxn modelId="{02DC4070-9449-4742-9A93-BFD521996B35}" srcId="{65F24CD5-5308-4B70-938B-248CEE9838AB}" destId="{9C715C79-95FC-4266-86EF-7CC9BB384832}" srcOrd="3" destOrd="0" parTransId="{9394826B-E5C9-491A-9C53-EEEF8734EBCA}" sibTransId="{BA6B5CF0-EA8C-423D-A5C4-B018E65420D3}"/>
    <dgm:cxn modelId="{530BA178-9E8B-44F3-B36C-6BAD12236BBD}" srcId="{65F24CD5-5308-4B70-938B-248CEE9838AB}" destId="{3627943F-FE89-4CAE-ABF2-2171F53FBA63}" srcOrd="2" destOrd="0" parTransId="{35AB69F8-D08B-45C3-95DC-DD68592B69A2}" sibTransId="{3DAED730-00C0-42E0-B2E9-5EA3BCF53E38}"/>
    <dgm:cxn modelId="{C9F8D15A-9599-422F-924C-098AD0C1A85C}" type="presOf" srcId="{0DB50800-A47E-4769-B2EA-E1BD84DCED1A}" destId="{B93A4AB2-091B-4B59-8437-877CC2C4F0F5}" srcOrd="0" destOrd="0" presId="urn:microsoft.com/office/officeart/2018/2/layout/IconVerticalSolidList"/>
    <dgm:cxn modelId="{C387A388-417E-45C5-8759-63B30B005C91}" type="presOf" srcId="{65F24CD5-5308-4B70-938B-248CEE9838AB}" destId="{15B791FD-A2DB-4146-95A5-C7A4321F0795}" srcOrd="0" destOrd="0" presId="urn:microsoft.com/office/officeart/2018/2/layout/IconVerticalSolidList"/>
    <dgm:cxn modelId="{FC90F494-70AB-4C16-8084-E63E30FC0EFA}" srcId="{65F24CD5-5308-4B70-938B-248CEE9838AB}" destId="{0DB50800-A47E-4769-B2EA-E1BD84DCED1A}" srcOrd="4" destOrd="0" parTransId="{AD14BF0B-7E9B-4969-B303-16E716C28584}" sibTransId="{1133C7C4-F0C5-461D-BB5F-0C96851BD363}"/>
    <dgm:cxn modelId="{2BD349C5-12E9-428B-9D3A-09733087A1B3}" type="presOf" srcId="{845AB7A0-F692-43E3-8F19-232A7C06B380}" destId="{769C748C-2681-4A48-A59B-AE80AAC7DC64}" srcOrd="0" destOrd="0" presId="urn:microsoft.com/office/officeart/2018/2/layout/IconVerticalSolidList"/>
    <dgm:cxn modelId="{B2792CCF-C228-4FAF-80F5-B589FEBC9C1D}" srcId="{65F24CD5-5308-4B70-938B-248CEE9838AB}" destId="{EFC644CE-AD5A-482F-B2A1-F6F41A2AB045}" srcOrd="0" destOrd="0" parTransId="{77CBB06C-DB04-43B7-849F-D90B901594E4}" sibTransId="{B4DAAC1A-95D7-4D71-9CC6-757590F42FD9}"/>
    <dgm:cxn modelId="{312ABDCF-5B0E-41FF-B656-5187294D237A}" type="presOf" srcId="{3627943F-FE89-4CAE-ABF2-2171F53FBA63}" destId="{2B6AC153-5F17-4041-82A8-DF449842C6EB}" srcOrd="0" destOrd="0" presId="urn:microsoft.com/office/officeart/2018/2/layout/IconVerticalSolidList"/>
    <dgm:cxn modelId="{6D7623DD-753C-4BFE-BF62-F67F69A4D23F}" type="presOf" srcId="{EFC644CE-AD5A-482F-B2A1-F6F41A2AB045}" destId="{DAA3FABB-B18F-40C8-B50A-907F55AC08D4}" srcOrd="0" destOrd="0" presId="urn:microsoft.com/office/officeart/2018/2/layout/IconVerticalSolidList"/>
    <dgm:cxn modelId="{E7A4D97C-EF17-478E-BD00-8098F6DEDA1B}" type="presParOf" srcId="{15B791FD-A2DB-4146-95A5-C7A4321F0795}" destId="{30D11EAD-4475-46B9-A641-AD30B771AD91}" srcOrd="0" destOrd="0" presId="urn:microsoft.com/office/officeart/2018/2/layout/IconVerticalSolidList"/>
    <dgm:cxn modelId="{47BA88D6-157C-4B0A-839A-D0DEB561F315}" type="presParOf" srcId="{30D11EAD-4475-46B9-A641-AD30B771AD91}" destId="{0D9F92F2-61B8-450A-9932-174957EF0E77}" srcOrd="0" destOrd="0" presId="urn:microsoft.com/office/officeart/2018/2/layout/IconVerticalSolidList"/>
    <dgm:cxn modelId="{0BC68316-7772-4711-B4C0-30B3518A6480}" type="presParOf" srcId="{30D11EAD-4475-46B9-A641-AD30B771AD91}" destId="{2E39433F-36D5-41D3-99CE-B9A6EC4297EE}" srcOrd="1" destOrd="0" presId="urn:microsoft.com/office/officeart/2018/2/layout/IconVerticalSolidList"/>
    <dgm:cxn modelId="{5CC435EE-C1F8-4620-9A3A-DA91389D16CE}" type="presParOf" srcId="{30D11EAD-4475-46B9-A641-AD30B771AD91}" destId="{3180D70F-3653-4A41-AEB2-B65946780174}" srcOrd="2" destOrd="0" presId="urn:microsoft.com/office/officeart/2018/2/layout/IconVerticalSolidList"/>
    <dgm:cxn modelId="{1363E70F-7C1A-48C4-B798-EAD04EE6DA59}" type="presParOf" srcId="{30D11EAD-4475-46B9-A641-AD30B771AD91}" destId="{DAA3FABB-B18F-40C8-B50A-907F55AC08D4}" srcOrd="3" destOrd="0" presId="urn:microsoft.com/office/officeart/2018/2/layout/IconVerticalSolidList"/>
    <dgm:cxn modelId="{3DC39F22-B1A1-4C7C-8C3A-F6913E2EB219}" type="presParOf" srcId="{15B791FD-A2DB-4146-95A5-C7A4321F0795}" destId="{2F5D123E-55D2-4988-9E15-980A3677D2AD}" srcOrd="1" destOrd="0" presId="urn:microsoft.com/office/officeart/2018/2/layout/IconVerticalSolidList"/>
    <dgm:cxn modelId="{10B70E3B-EF01-4300-BA87-25501BFD7E72}" type="presParOf" srcId="{15B791FD-A2DB-4146-95A5-C7A4321F0795}" destId="{7B944A12-F0C5-4BF6-B22C-0DB3B9011E3D}" srcOrd="2" destOrd="0" presId="urn:microsoft.com/office/officeart/2018/2/layout/IconVerticalSolidList"/>
    <dgm:cxn modelId="{98422C7F-DF43-4DB9-85C8-FA2633C4B677}" type="presParOf" srcId="{7B944A12-F0C5-4BF6-B22C-0DB3B9011E3D}" destId="{A59AC912-0DF1-4828-B200-115725F91BEE}" srcOrd="0" destOrd="0" presId="urn:microsoft.com/office/officeart/2018/2/layout/IconVerticalSolidList"/>
    <dgm:cxn modelId="{BBDBC737-1C6F-410C-B998-32D2575C03FE}" type="presParOf" srcId="{7B944A12-F0C5-4BF6-B22C-0DB3B9011E3D}" destId="{EF57B0AF-DD20-4484-872F-231DA50B9969}" srcOrd="1" destOrd="0" presId="urn:microsoft.com/office/officeart/2018/2/layout/IconVerticalSolidList"/>
    <dgm:cxn modelId="{C882E82B-56B4-44C2-BF82-E912167AE40C}" type="presParOf" srcId="{7B944A12-F0C5-4BF6-B22C-0DB3B9011E3D}" destId="{3F6045E2-4332-4D30-A9EE-E14D5B28D5CD}" srcOrd="2" destOrd="0" presId="urn:microsoft.com/office/officeart/2018/2/layout/IconVerticalSolidList"/>
    <dgm:cxn modelId="{54DBEBD6-ECA8-40E6-8601-C601DC1B6B41}" type="presParOf" srcId="{7B944A12-F0C5-4BF6-B22C-0DB3B9011E3D}" destId="{769C748C-2681-4A48-A59B-AE80AAC7DC64}" srcOrd="3" destOrd="0" presId="urn:microsoft.com/office/officeart/2018/2/layout/IconVerticalSolidList"/>
    <dgm:cxn modelId="{7EE48A1A-DBED-46FE-B138-C95D7421D194}" type="presParOf" srcId="{15B791FD-A2DB-4146-95A5-C7A4321F0795}" destId="{D34F0D06-025A-4606-8C10-F18FF529D431}" srcOrd="3" destOrd="0" presId="urn:microsoft.com/office/officeart/2018/2/layout/IconVerticalSolidList"/>
    <dgm:cxn modelId="{1CCCEDCE-B8D3-4633-AD3D-34AE9CDEA8B3}" type="presParOf" srcId="{15B791FD-A2DB-4146-95A5-C7A4321F0795}" destId="{620B8D77-C095-4CF3-8F46-974C551F299F}" srcOrd="4" destOrd="0" presId="urn:microsoft.com/office/officeart/2018/2/layout/IconVerticalSolidList"/>
    <dgm:cxn modelId="{69D5DCCE-3354-4498-B2B3-80D69B455BA1}" type="presParOf" srcId="{620B8D77-C095-4CF3-8F46-974C551F299F}" destId="{26236500-C791-4477-9352-E0C80DB47800}" srcOrd="0" destOrd="0" presId="urn:microsoft.com/office/officeart/2018/2/layout/IconVerticalSolidList"/>
    <dgm:cxn modelId="{AE2546E4-E528-4C84-AEE8-C34BC8F20006}" type="presParOf" srcId="{620B8D77-C095-4CF3-8F46-974C551F299F}" destId="{062CC8DA-019D-4597-8A68-933A42064FB1}" srcOrd="1" destOrd="0" presId="urn:microsoft.com/office/officeart/2018/2/layout/IconVerticalSolidList"/>
    <dgm:cxn modelId="{55914062-0557-42D8-A3C2-71861845E702}" type="presParOf" srcId="{620B8D77-C095-4CF3-8F46-974C551F299F}" destId="{AEFEE1DF-8374-438E-AB42-379800AAC953}" srcOrd="2" destOrd="0" presId="urn:microsoft.com/office/officeart/2018/2/layout/IconVerticalSolidList"/>
    <dgm:cxn modelId="{41C691A5-D655-4243-B271-E814E37A3E25}" type="presParOf" srcId="{620B8D77-C095-4CF3-8F46-974C551F299F}" destId="{2B6AC153-5F17-4041-82A8-DF449842C6EB}" srcOrd="3" destOrd="0" presId="urn:microsoft.com/office/officeart/2018/2/layout/IconVerticalSolidList"/>
    <dgm:cxn modelId="{634F72A3-0311-447E-9F32-BC881A3B42EB}" type="presParOf" srcId="{15B791FD-A2DB-4146-95A5-C7A4321F0795}" destId="{7310602D-6607-44F7-94C4-093A37A609B0}" srcOrd="5" destOrd="0" presId="urn:microsoft.com/office/officeart/2018/2/layout/IconVerticalSolidList"/>
    <dgm:cxn modelId="{0B10ECC5-5D65-493C-A8E3-45227D1D342B}" type="presParOf" srcId="{15B791FD-A2DB-4146-95A5-C7A4321F0795}" destId="{9199B2B6-FB1C-462A-9796-A4560C22A054}" srcOrd="6" destOrd="0" presId="urn:microsoft.com/office/officeart/2018/2/layout/IconVerticalSolidList"/>
    <dgm:cxn modelId="{13E3EF91-E8F6-4641-BD04-B85B8B877430}" type="presParOf" srcId="{9199B2B6-FB1C-462A-9796-A4560C22A054}" destId="{9880303B-4F97-403E-B14A-F873923E8AD0}" srcOrd="0" destOrd="0" presId="urn:microsoft.com/office/officeart/2018/2/layout/IconVerticalSolidList"/>
    <dgm:cxn modelId="{45FA960F-D953-46DE-89F0-4A6E0429942A}" type="presParOf" srcId="{9199B2B6-FB1C-462A-9796-A4560C22A054}" destId="{5E97E7D3-A57C-484A-8F80-36F9883ECF5A}" srcOrd="1" destOrd="0" presId="urn:microsoft.com/office/officeart/2018/2/layout/IconVerticalSolidList"/>
    <dgm:cxn modelId="{8470B056-DBAA-4F95-B148-16EE22E8256D}" type="presParOf" srcId="{9199B2B6-FB1C-462A-9796-A4560C22A054}" destId="{F043E32C-FA9E-491E-B645-D757EF6C5099}" srcOrd="2" destOrd="0" presId="urn:microsoft.com/office/officeart/2018/2/layout/IconVerticalSolidList"/>
    <dgm:cxn modelId="{34FACFF8-85B6-45BF-A67F-42BDFA163404}" type="presParOf" srcId="{9199B2B6-FB1C-462A-9796-A4560C22A054}" destId="{F9F89764-CD70-4B80-A281-34FB03B2E24B}" srcOrd="3" destOrd="0" presId="urn:microsoft.com/office/officeart/2018/2/layout/IconVerticalSolidList"/>
    <dgm:cxn modelId="{FB6642DB-03B8-4443-B9E6-9A2FEC9E6283}" type="presParOf" srcId="{15B791FD-A2DB-4146-95A5-C7A4321F0795}" destId="{C5F966B5-1991-427E-A510-0188E2FF48FA}" srcOrd="7" destOrd="0" presId="urn:microsoft.com/office/officeart/2018/2/layout/IconVerticalSolidList"/>
    <dgm:cxn modelId="{6EA622C9-1EA9-4D5E-B064-5206CC2EB051}" type="presParOf" srcId="{15B791FD-A2DB-4146-95A5-C7A4321F0795}" destId="{2226DD08-5C60-45B9-8E43-AF8F81ED5344}" srcOrd="8" destOrd="0" presId="urn:microsoft.com/office/officeart/2018/2/layout/IconVerticalSolidList"/>
    <dgm:cxn modelId="{C65B188F-89E1-41C1-88E1-9AD5ED67DD80}" type="presParOf" srcId="{2226DD08-5C60-45B9-8E43-AF8F81ED5344}" destId="{149811D3-A2A5-4DA4-BDEE-37DF401FB74F}" srcOrd="0" destOrd="0" presId="urn:microsoft.com/office/officeart/2018/2/layout/IconVerticalSolidList"/>
    <dgm:cxn modelId="{39EBFC7B-0829-4AC5-98F4-3F916DCE3DE1}" type="presParOf" srcId="{2226DD08-5C60-45B9-8E43-AF8F81ED5344}" destId="{011035D2-C7DF-4CA7-9605-AE5962BB3CA5}" srcOrd="1" destOrd="0" presId="urn:microsoft.com/office/officeart/2018/2/layout/IconVerticalSolidList"/>
    <dgm:cxn modelId="{4F7D39B8-5376-4481-B8E9-B3A0A7DAEDC7}" type="presParOf" srcId="{2226DD08-5C60-45B9-8E43-AF8F81ED5344}" destId="{A9421ED4-9E37-4519-8CB2-C97FF7151649}" srcOrd="2" destOrd="0" presId="urn:microsoft.com/office/officeart/2018/2/layout/IconVerticalSolidList"/>
    <dgm:cxn modelId="{99CC466B-6555-4175-89E0-7320A628E77B}" type="presParOf" srcId="{2226DD08-5C60-45B9-8E43-AF8F81ED5344}" destId="{B93A4AB2-091B-4B59-8437-877CC2C4F0F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A2902CD-EE82-4DEC-8BFE-EC03E7D224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D06A02D-B218-4694-91A0-DFD3515CF6CB}">
      <dgm:prSet/>
      <dgm:spPr/>
      <dgm:t>
        <a:bodyPr/>
        <a:lstStyle/>
        <a:p>
          <a:r>
            <a:rPr lang="pt-BR" dirty="0"/>
            <a:t>Folha escrita (de 5 a 10 linhas);</a:t>
          </a:r>
          <a:endParaRPr lang="en-US" dirty="0"/>
        </a:p>
      </dgm:t>
    </dgm:pt>
    <dgm:pt modelId="{BB5DE104-C0DB-4A58-A23C-A928BB702C45}" type="parTrans" cxnId="{4143365C-2F99-4B3B-9D48-1040264A6765}">
      <dgm:prSet/>
      <dgm:spPr/>
      <dgm:t>
        <a:bodyPr/>
        <a:lstStyle/>
        <a:p>
          <a:endParaRPr lang="en-US"/>
        </a:p>
      </dgm:t>
    </dgm:pt>
    <dgm:pt modelId="{212CB657-95A0-4C08-B222-ADFD5264DB4E}" type="sibTrans" cxnId="{4143365C-2F99-4B3B-9D48-1040264A6765}">
      <dgm:prSet/>
      <dgm:spPr/>
      <dgm:t>
        <a:bodyPr/>
        <a:lstStyle/>
        <a:p>
          <a:endParaRPr lang="en-US"/>
        </a:p>
      </dgm:t>
    </dgm:pt>
    <dgm:pt modelId="{9038577C-27F7-4EED-ACFD-E6158E51D68B}">
      <dgm:prSet/>
      <dgm:spPr/>
      <dgm:t>
        <a:bodyPr/>
        <a:lstStyle/>
        <a:p>
          <a:r>
            <a:rPr lang="pt-BR"/>
            <a:t>Leitura por integrante do grupo;</a:t>
          </a:r>
          <a:endParaRPr lang="en-US"/>
        </a:p>
      </dgm:t>
    </dgm:pt>
    <dgm:pt modelId="{81E7F758-4BB3-4DFD-BCED-93F2ED7328A3}" type="parTrans" cxnId="{6D09501C-7F24-4E9B-9CB4-FAF83120E9A1}">
      <dgm:prSet/>
      <dgm:spPr/>
      <dgm:t>
        <a:bodyPr/>
        <a:lstStyle/>
        <a:p>
          <a:endParaRPr lang="en-US"/>
        </a:p>
      </dgm:t>
    </dgm:pt>
    <dgm:pt modelId="{E1CC9926-D9FF-4BCE-A58F-94908373FA49}" type="sibTrans" cxnId="{6D09501C-7F24-4E9B-9CB4-FAF83120E9A1}">
      <dgm:prSet/>
      <dgm:spPr/>
      <dgm:t>
        <a:bodyPr/>
        <a:lstStyle/>
        <a:p>
          <a:endParaRPr lang="en-US"/>
        </a:p>
      </dgm:t>
    </dgm:pt>
    <dgm:pt modelId="{68727594-47AF-412F-9D29-8108AF215A33}">
      <dgm:prSet/>
      <dgm:spPr/>
      <dgm:t>
        <a:bodyPr/>
        <a:lstStyle/>
        <a:p>
          <a:r>
            <a:rPr lang="pt-BR"/>
            <a:t>Comentário dos colegas;</a:t>
          </a:r>
          <a:endParaRPr lang="en-US"/>
        </a:p>
      </dgm:t>
    </dgm:pt>
    <dgm:pt modelId="{EA5BF752-A7B6-4618-AB0B-0E72913F9197}" type="parTrans" cxnId="{ED56C394-7A86-4CCA-9A74-B494D8A65E5A}">
      <dgm:prSet/>
      <dgm:spPr/>
      <dgm:t>
        <a:bodyPr/>
        <a:lstStyle/>
        <a:p>
          <a:endParaRPr lang="en-US"/>
        </a:p>
      </dgm:t>
    </dgm:pt>
    <dgm:pt modelId="{67D1BEF8-AC93-4E3E-B4F8-B5B22F9C71F1}" type="sibTrans" cxnId="{ED56C394-7A86-4CCA-9A74-B494D8A65E5A}">
      <dgm:prSet/>
      <dgm:spPr/>
      <dgm:t>
        <a:bodyPr/>
        <a:lstStyle/>
        <a:p>
          <a:endParaRPr lang="en-US"/>
        </a:p>
      </dgm:t>
    </dgm:pt>
    <dgm:pt modelId="{055FFE4B-6B5E-4514-ACF5-4A578AA8A85C}">
      <dgm:prSet/>
      <dgm:spPr/>
      <dgm:t>
        <a:bodyPr/>
        <a:lstStyle/>
        <a:p>
          <a:r>
            <a:rPr lang="pt-BR" dirty="0"/>
            <a:t>Feedback do professor</a:t>
          </a:r>
          <a:endParaRPr lang="en-US" dirty="0"/>
        </a:p>
      </dgm:t>
    </dgm:pt>
    <dgm:pt modelId="{6DD3E2F5-212F-4DFB-8860-BCC9341A6A62}" type="parTrans" cxnId="{9317F2F7-E0F3-4925-9FD3-D197C19F3F83}">
      <dgm:prSet/>
      <dgm:spPr/>
      <dgm:t>
        <a:bodyPr/>
        <a:lstStyle/>
        <a:p>
          <a:endParaRPr lang="en-US"/>
        </a:p>
      </dgm:t>
    </dgm:pt>
    <dgm:pt modelId="{5EDF88AF-DDC6-48E2-B0F6-231FD2611182}" type="sibTrans" cxnId="{9317F2F7-E0F3-4925-9FD3-D197C19F3F83}">
      <dgm:prSet/>
      <dgm:spPr/>
      <dgm:t>
        <a:bodyPr/>
        <a:lstStyle/>
        <a:p>
          <a:endParaRPr lang="en-US"/>
        </a:p>
      </dgm:t>
    </dgm:pt>
    <dgm:pt modelId="{2A6E184F-E6A0-4FDA-87E6-C223F54B2C57}">
      <dgm:prSet/>
      <dgm:spPr/>
      <dgm:t>
        <a:bodyPr/>
        <a:lstStyle/>
        <a:p>
          <a:r>
            <a:rPr lang="pt-BR" dirty="0"/>
            <a:t>Digitalização e submissão no </a:t>
          </a:r>
          <a:r>
            <a:rPr lang="pt-BR" dirty="0" err="1"/>
            <a:t>moodle</a:t>
          </a:r>
          <a:r>
            <a:rPr lang="pt-BR" dirty="0"/>
            <a:t> por todos os integrantes do grupo.</a:t>
          </a:r>
          <a:endParaRPr lang="en-US" dirty="0"/>
        </a:p>
      </dgm:t>
    </dgm:pt>
    <dgm:pt modelId="{EAB282F2-698C-457E-8773-AC6D607AA2A5}" type="parTrans" cxnId="{D9E169E0-FDE6-4A15-82EF-26535429A032}">
      <dgm:prSet/>
      <dgm:spPr/>
      <dgm:t>
        <a:bodyPr/>
        <a:lstStyle/>
        <a:p>
          <a:endParaRPr lang="en-US"/>
        </a:p>
      </dgm:t>
    </dgm:pt>
    <dgm:pt modelId="{4FD7DE24-2BA5-470C-95F3-A3AB29133676}" type="sibTrans" cxnId="{D9E169E0-FDE6-4A15-82EF-26535429A032}">
      <dgm:prSet/>
      <dgm:spPr/>
      <dgm:t>
        <a:bodyPr/>
        <a:lstStyle/>
        <a:p>
          <a:endParaRPr lang="en-US"/>
        </a:p>
      </dgm:t>
    </dgm:pt>
    <dgm:pt modelId="{B72546B7-59B9-4E8A-8562-6FBF701F0CBB}" type="pres">
      <dgm:prSet presAssocID="{2A2902CD-EE82-4DEC-8BFE-EC03E7D2247B}" presName="root" presStyleCnt="0">
        <dgm:presLayoutVars>
          <dgm:dir/>
          <dgm:resizeHandles val="exact"/>
        </dgm:presLayoutVars>
      </dgm:prSet>
      <dgm:spPr/>
    </dgm:pt>
    <dgm:pt modelId="{0BF19E06-15F7-46EF-BA84-475717A96188}" type="pres">
      <dgm:prSet presAssocID="{6D06A02D-B218-4694-91A0-DFD3515CF6CB}" presName="compNode" presStyleCnt="0"/>
      <dgm:spPr/>
    </dgm:pt>
    <dgm:pt modelId="{0F0B1825-CE5E-4D78-83F0-33D258A26AF6}" type="pres">
      <dgm:prSet presAssocID="{6D06A02D-B218-4694-91A0-DFD3515CF6CB}" presName="bgRect" presStyleLbl="bgShp" presStyleIdx="0" presStyleCnt="5"/>
      <dgm:spPr/>
    </dgm:pt>
    <dgm:pt modelId="{F2E06CDA-D396-420C-ACE5-C9A7C5EE3E71}" type="pres">
      <dgm:prSet presAssocID="{6D06A02D-B218-4694-91A0-DFD3515CF6C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l"/>
        </a:ext>
      </dgm:extLst>
    </dgm:pt>
    <dgm:pt modelId="{F27C061E-3ABB-4A3F-897C-99C4B9C67F5A}" type="pres">
      <dgm:prSet presAssocID="{6D06A02D-B218-4694-91A0-DFD3515CF6CB}" presName="spaceRect" presStyleCnt="0"/>
      <dgm:spPr/>
    </dgm:pt>
    <dgm:pt modelId="{A3FD6B57-462D-4C30-96B6-533E9597580F}" type="pres">
      <dgm:prSet presAssocID="{6D06A02D-B218-4694-91A0-DFD3515CF6CB}" presName="parTx" presStyleLbl="revTx" presStyleIdx="0" presStyleCnt="5">
        <dgm:presLayoutVars>
          <dgm:chMax val="0"/>
          <dgm:chPref val="0"/>
        </dgm:presLayoutVars>
      </dgm:prSet>
      <dgm:spPr/>
    </dgm:pt>
    <dgm:pt modelId="{DF82CD2C-026C-4186-B978-B9D085DB5AED}" type="pres">
      <dgm:prSet presAssocID="{212CB657-95A0-4C08-B222-ADFD5264DB4E}" presName="sibTrans" presStyleCnt="0"/>
      <dgm:spPr/>
    </dgm:pt>
    <dgm:pt modelId="{D565A2B8-FFEE-4206-9274-E03DF3DD11E8}" type="pres">
      <dgm:prSet presAssocID="{9038577C-27F7-4EED-ACFD-E6158E51D68B}" presName="compNode" presStyleCnt="0"/>
      <dgm:spPr/>
    </dgm:pt>
    <dgm:pt modelId="{9181FE59-2AA2-492A-9D9B-AFAD8D6BB96B}" type="pres">
      <dgm:prSet presAssocID="{9038577C-27F7-4EED-ACFD-E6158E51D68B}" presName="bgRect" presStyleLbl="bgShp" presStyleIdx="1" presStyleCnt="5"/>
      <dgm:spPr/>
    </dgm:pt>
    <dgm:pt modelId="{C60E0A67-6FEA-4CA3-BF0F-DD87DD819F46}" type="pres">
      <dgm:prSet presAssocID="{9038577C-27F7-4EED-ACFD-E6158E51D68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7786B2FF-4C61-4305-8D31-F3EC481B670C}" type="pres">
      <dgm:prSet presAssocID="{9038577C-27F7-4EED-ACFD-E6158E51D68B}" presName="spaceRect" presStyleCnt="0"/>
      <dgm:spPr/>
    </dgm:pt>
    <dgm:pt modelId="{EA78E7FF-E55E-4E6C-9F1A-3B24B2622A71}" type="pres">
      <dgm:prSet presAssocID="{9038577C-27F7-4EED-ACFD-E6158E51D68B}" presName="parTx" presStyleLbl="revTx" presStyleIdx="1" presStyleCnt="5">
        <dgm:presLayoutVars>
          <dgm:chMax val="0"/>
          <dgm:chPref val="0"/>
        </dgm:presLayoutVars>
      </dgm:prSet>
      <dgm:spPr/>
    </dgm:pt>
    <dgm:pt modelId="{A75437FB-9C30-4DEC-9617-70AB6C9D031B}" type="pres">
      <dgm:prSet presAssocID="{E1CC9926-D9FF-4BCE-A58F-94908373FA49}" presName="sibTrans" presStyleCnt="0"/>
      <dgm:spPr/>
    </dgm:pt>
    <dgm:pt modelId="{C4A09F61-5A2A-4B67-BCB5-B8AB19E7FC74}" type="pres">
      <dgm:prSet presAssocID="{68727594-47AF-412F-9D29-8108AF215A33}" presName="compNode" presStyleCnt="0"/>
      <dgm:spPr/>
    </dgm:pt>
    <dgm:pt modelId="{234E9E4A-3222-419D-A6B3-94FD4CACFEA9}" type="pres">
      <dgm:prSet presAssocID="{68727594-47AF-412F-9D29-8108AF215A33}" presName="bgRect" presStyleLbl="bgShp" presStyleIdx="2" presStyleCnt="5"/>
      <dgm:spPr/>
    </dgm:pt>
    <dgm:pt modelId="{B4B56927-DB2C-46E9-9270-884C69DF482D}" type="pres">
      <dgm:prSet presAssocID="{68727594-47AF-412F-9D29-8108AF215A3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4062272F-A6B7-48AE-A60B-A5B2F4E79397}" type="pres">
      <dgm:prSet presAssocID="{68727594-47AF-412F-9D29-8108AF215A33}" presName="spaceRect" presStyleCnt="0"/>
      <dgm:spPr/>
    </dgm:pt>
    <dgm:pt modelId="{FAE29ECC-50DD-424E-8402-8C32CEBFA772}" type="pres">
      <dgm:prSet presAssocID="{68727594-47AF-412F-9D29-8108AF215A33}" presName="parTx" presStyleLbl="revTx" presStyleIdx="2" presStyleCnt="5">
        <dgm:presLayoutVars>
          <dgm:chMax val="0"/>
          <dgm:chPref val="0"/>
        </dgm:presLayoutVars>
      </dgm:prSet>
      <dgm:spPr/>
    </dgm:pt>
    <dgm:pt modelId="{3BCDF471-9405-4633-AC97-DCC9E46CA263}" type="pres">
      <dgm:prSet presAssocID="{67D1BEF8-AC93-4E3E-B4F8-B5B22F9C71F1}" presName="sibTrans" presStyleCnt="0"/>
      <dgm:spPr/>
    </dgm:pt>
    <dgm:pt modelId="{DD157974-2A53-4C95-BC4C-AD94B0EA0A3A}" type="pres">
      <dgm:prSet presAssocID="{055FFE4B-6B5E-4514-ACF5-4A578AA8A85C}" presName="compNode" presStyleCnt="0"/>
      <dgm:spPr/>
    </dgm:pt>
    <dgm:pt modelId="{BB979CFF-E9D5-40FB-9CAE-352769599B8A}" type="pres">
      <dgm:prSet presAssocID="{055FFE4B-6B5E-4514-ACF5-4A578AA8A85C}" presName="bgRect" presStyleLbl="bgShp" presStyleIdx="3" presStyleCnt="5"/>
      <dgm:spPr/>
    </dgm:pt>
    <dgm:pt modelId="{C44EC496-13D5-4B6D-A314-A7CC5B034CB9}" type="pres">
      <dgm:prSet presAssocID="{055FFE4B-6B5E-4514-ACF5-4A578AA8A85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6A837DF4-E29D-468C-95E1-D1D0A92CD3CB}" type="pres">
      <dgm:prSet presAssocID="{055FFE4B-6B5E-4514-ACF5-4A578AA8A85C}" presName="spaceRect" presStyleCnt="0"/>
      <dgm:spPr/>
    </dgm:pt>
    <dgm:pt modelId="{1F294AE5-CA85-40D0-8FC0-D69C73817E79}" type="pres">
      <dgm:prSet presAssocID="{055FFE4B-6B5E-4514-ACF5-4A578AA8A85C}" presName="parTx" presStyleLbl="revTx" presStyleIdx="3" presStyleCnt="5">
        <dgm:presLayoutVars>
          <dgm:chMax val="0"/>
          <dgm:chPref val="0"/>
        </dgm:presLayoutVars>
      </dgm:prSet>
      <dgm:spPr/>
    </dgm:pt>
    <dgm:pt modelId="{2C9CE7C1-6F01-447D-8A2C-ADD6317BC139}" type="pres">
      <dgm:prSet presAssocID="{5EDF88AF-DDC6-48E2-B0F6-231FD2611182}" presName="sibTrans" presStyleCnt="0"/>
      <dgm:spPr/>
    </dgm:pt>
    <dgm:pt modelId="{1D0D496A-9740-4EC6-A10D-223FED4F5605}" type="pres">
      <dgm:prSet presAssocID="{2A6E184F-E6A0-4FDA-87E6-C223F54B2C57}" presName="compNode" presStyleCnt="0"/>
      <dgm:spPr/>
    </dgm:pt>
    <dgm:pt modelId="{73E2AB9B-80CD-4DAE-836D-2AD676053842}" type="pres">
      <dgm:prSet presAssocID="{2A6E184F-E6A0-4FDA-87E6-C223F54B2C57}" presName="bgRect" presStyleLbl="bgShp" presStyleIdx="4" presStyleCnt="5"/>
      <dgm:spPr/>
    </dgm:pt>
    <dgm:pt modelId="{E8E27C02-31ED-4201-9F14-C9F6118C83C5}" type="pres">
      <dgm:prSet presAssocID="{2A6E184F-E6A0-4FDA-87E6-C223F54B2C5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3DE87315-5ACC-4B04-80A5-E43294B7B775}" type="pres">
      <dgm:prSet presAssocID="{2A6E184F-E6A0-4FDA-87E6-C223F54B2C57}" presName="spaceRect" presStyleCnt="0"/>
      <dgm:spPr/>
    </dgm:pt>
    <dgm:pt modelId="{C643881A-0309-4F9B-8E82-71CBC8A52DE3}" type="pres">
      <dgm:prSet presAssocID="{2A6E184F-E6A0-4FDA-87E6-C223F54B2C5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CCA5102-917C-4646-822B-9CB7F401CA6D}" type="presOf" srcId="{2A6E184F-E6A0-4FDA-87E6-C223F54B2C57}" destId="{C643881A-0309-4F9B-8E82-71CBC8A52DE3}" srcOrd="0" destOrd="0" presId="urn:microsoft.com/office/officeart/2018/2/layout/IconVerticalSolidList"/>
    <dgm:cxn modelId="{6D09501C-7F24-4E9B-9CB4-FAF83120E9A1}" srcId="{2A2902CD-EE82-4DEC-8BFE-EC03E7D2247B}" destId="{9038577C-27F7-4EED-ACFD-E6158E51D68B}" srcOrd="1" destOrd="0" parTransId="{81E7F758-4BB3-4DFD-BCED-93F2ED7328A3}" sibTransId="{E1CC9926-D9FF-4BCE-A58F-94908373FA49}"/>
    <dgm:cxn modelId="{1C439326-FC77-44C4-9A06-BAF0AF4F9443}" type="presOf" srcId="{2A2902CD-EE82-4DEC-8BFE-EC03E7D2247B}" destId="{B72546B7-59B9-4E8A-8562-6FBF701F0CBB}" srcOrd="0" destOrd="0" presId="urn:microsoft.com/office/officeart/2018/2/layout/IconVerticalSolidList"/>
    <dgm:cxn modelId="{4143365C-2F99-4B3B-9D48-1040264A6765}" srcId="{2A2902CD-EE82-4DEC-8BFE-EC03E7D2247B}" destId="{6D06A02D-B218-4694-91A0-DFD3515CF6CB}" srcOrd="0" destOrd="0" parTransId="{BB5DE104-C0DB-4A58-A23C-A928BB702C45}" sibTransId="{212CB657-95A0-4C08-B222-ADFD5264DB4E}"/>
    <dgm:cxn modelId="{754D6E46-0F03-45F9-B303-EA4ADD19AB12}" type="presOf" srcId="{9038577C-27F7-4EED-ACFD-E6158E51D68B}" destId="{EA78E7FF-E55E-4E6C-9F1A-3B24B2622A71}" srcOrd="0" destOrd="0" presId="urn:microsoft.com/office/officeart/2018/2/layout/IconVerticalSolidList"/>
    <dgm:cxn modelId="{512DF77E-33B1-4032-924A-7D520FE96941}" type="presOf" srcId="{055FFE4B-6B5E-4514-ACF5-4A578AA8A85C}" destId="{1F294AE5-CA85-40D0-8FC0-D69C73817E79}" srcOrd="0" destOrd="0" presId="urn:microsoft.com/office/officeart/2018/2/layout/IconVerticalSolidList"/>
    <dgm:cxn modelId="{94207A8A-C38F-4C59-AEB2-7BCD0BAB575F}" type="presOf" srcId="{68727594-47AF-412F-9D29-8108AF215A33}" destId="{FAE29ECC-50DD-424E-8402-8C32CEBFA772}" srcOrd="0" destOrd="0" presId="urn:microsoft.com/office/officeart/2018/2/layout/IconVerticalSolidList"/>
    <dgm:cxn modelId="{40CDEE92-FD2D-4508-B0AD-84007FE2E35D}" type="presOf" srcId="{6D06A02D-B218-4694-91A0-DFD3515CF6CB}" destId="{A3FD6B57-462D-4C30-96B6-533E9597580F}" srcOrd="0" destOrd="0" presId="urn:microsoft.com/office/officeart/2018/2/layout/IconVerticalSolidList"/>
    <dgm:cxn modelId="{ED56C394-7A86-4CCA-9A74-B494D8A65E5A}" srcId="{2A2902CD-EE82-4DEC-8BFE-EC03E7D2247B}" destId="{68727594-47AF-412F-9D29-8108AF215A33}" srcOrd="2" destOrd="0" parTransId="{EA5BF752-A7B6-4618-AB0B-0E72913F9197}" sibTransId="{67D1BEF8-AC93-4E3E-B4F8-B5B22F9C71F1}"/>
    <dgm:cxn modelId="{D9E169E0-FDE6-4A15-82EF-26535429A032}" srcId="{2A2902CD-EE82-4DEC-8BFE-EC03E7D2247B}" destId="{2A6E184F-E6A0-4FDA-87E6-C223F54B2C57}" srcOrd="4" destOrd="0" parTransId="{EAB282F2-698C-457E-8773-AC6D607AA2A5}" sibTransId="{4FD7DE24-2BA5-470C-95F3-A3AB29133676}"/>
    <dgm:cxn modelId="{9317F2F7-E0F3-4925-9FD3-D197C19F3F83}" srcId="{2A2902CD-EE82-4DEC-8BFE-EC03E7D2247B}" destId="{055FFE4B-6B5E-4514-ACF5-4A578AA8A85C}" srcOrd="3" destOrd="0" parTransId="{6DD3E2F5-212F-4DFB-8860-BCC9341A6A62}" sibTransId="{5EDF88AF-DDC6-48E2-B0F6-231FD2611182}"/>
    <dgm:cxn modelId="{94B26B02-FEDE-43AD-B316-2039FB86E01C}" type="presParOf" srcId="{B72546B7-59B9-4E8A-8562-6FBF701F0CBB}" destId="{0BF19E06-15F7-46EF-BA84-475717A96188}" srcOrd="0" destOrd="0" presId="urn:microsoft.com/office/officeart/2018/2/layout/IconVerticalSolidList"/>
    <dgm:cxn modelId="{E030BBB9-10D6-43B5-BE15-A05542FD928E}" type="presParOf" srcId="{0BF19E06-15F7-46EF-BA84-475717A96188}" destId="{0F0B1825-CE5E-4D78-83F0-33D258A26AF6}" srcOrd="0" destOrd="0" presId="urn:microsoft.com/office/officeart/2018/2/layout/IconVerticalSolidList"/>
    <dgm:cxn modelId="{A4BBFE7B-8579-414A-A64B-743F6391AC85}" type="presParOf" srcId="{0BF19E06-15F7-46EF-BA84-475717A96188}" destId="{F2E06CDA-D396-420C-ACE5-C9A7C5EE3E71}" srcOrd="1" destOrd="0" presId="urn:microsoft.com/office/officeart/2018/2/layout/IconVerticalSolidList"/>
    <dgm:cxn modelId="{DE96C251-EBC3-4388-A436-3000D8F1BF09}" type="presParOf" srcId="{0BF19E06-15F7-46EF-BA84-475717A96188}" destId="{F27C061E-3ABB-4A3F-897C-99C4B9C67F5A}" srcOrd="2" destOrd="0" presId="urn:microsoft.com/office/officeart/2018/2/layout/IconVerticalSolidList"/>
    <dgm:cxn modelId="{37F29F9E-4ABF-452F-BD36-A5DBA37B0611}" type="presParOf" srcId="{0BF19E06-15F7-46EF-BA84-475717A96188}" destId="{A3FD6B57-462D-4C30-96B6-533E9597580F}" srcOrd="3" destOrd="0" presId="urn:microsoft.com/office/officeart/2018/2/layout/IconVerticalSolidList"/>
    <dgm:cxn modelId="{7D97A10F-2499-460C-8F5E-C81D68FD370C}" type="presParOf" srcId="{B72546B7-59B9-4E8A-8562-6FBF701F0CBB}" destId="{DF82CD2C-026C-4186-B978-B9D085DB5AED}" srcOrd="1" destOrd="0" presId="urn:microsoft.com/office/officeart/2018/2/layout/IconVerticalSolidList"/>
    <dgm:cxn modelId="{A7DC33B1-F6EB-4FB9-8623-29E5E8A2DFB7}" type="presParOf" srcId="{B72546B7-59B9-4E8A-8562-6FBF701F0CBB}" destId="{D565A2B8-FFEE-4206-9274-E03DF3DD11E8}" srcOrd="2" destOrd="0" presId="urn:microsoft.com/office/officeart/2018/2/layout/IconVerticalSolidList"/>
    <dgm:cxn modelId="{A7B307F2-F469-4383-B24A-584E64559337}" type="presParOf" srcId="{D565A2B8-FFEE-4206-9274-E03DF3DD11E8}" destId="{9181FE59-2AA2-492A-9D9B-AFAD8D6BB96B}" srcOrd="0" destOrd="0" presId="urn:microsoft.com/office/officeart/2018/2/layout/IconVerticalSolidList"/>
    <dgm:cxn modelId="{3E0441A0-4B08-4A1A-8825-7BEA93BEDAF6}" type="presParOf" srcId="{D565A2B8-FFEE-4206-9274-E03DF3DD11E8}" destId="{C60E0A67-6FEA-4CA3-BF0F-DD87DD819F46}" srcOrd="1" destOrd="0" presId="urn:microsoft.com/office/officeart/2018/2/layout/IconVerticalSolidList"/>
    <dgm:cxn modelId="{4D887BD5-897A-40D9-9F79-61DC547B6E38}" type="presParOf" srcId="{D565A2B8-FFEE-4206-9274-E03DF3DD11E8}" destId="{7786B2FF-4C61-4305-8D31-F3EC481B670C}" srcOrd="2" destOrd="0" presId="urn:microsoft.com/office/officeart/2018/2/layout/IconVerticalSolidList"/>
    <dgm:cxn modelId="{17B44052-9133-4D53-9E67-5A9629683DEC}" type="presParOf" srcId="{D565A2B8-FFEE-4206-9274-E03DF3DD11E8}" destId="{EA78E7FF-E55E-4E6C-9F1A-3B24B2622A71}" srcOrd="3" destOrd="0" presId="urn:microsoft.com/office/officeart/2018/2/layout/IconVerticalSolidList"/>
    <dgm:cxn modelId="{AA8F4568-F1B1-4073-8F54-4C722508BC1D}" type="presParOf" srcId="{B72546B7-59B9-4E8A-8562-6FBF701F0CBB}" destId="{A75437FB-9C30-4DEC-9617-70AB6C9D031B}" srcOrd="3" destOrd="0" presId="urn:microsoft.com/office/officeart/2018/2/layout/IconVerticalSolidList"/>
    <dgm:cxn modelId="{02F058E0-4802-422A-802F-74128F42431F}" type="presParOf" srcId="{B72546B7-59B9-4E8A-8562-6FBF701F0CBB}" destId="{C4A09F61-5A2A-4B67-BCB5-B8AB19E7FC74}" srcOrd="4" destOrd="0" presId="urn:microsoft.com/office/officeart/2018/2/layout/IconVerticalSolidList"/>
    <dgm:cxn modelId="{5CD02AA3-13A1-49B2-BBF0-72776A007096}" type="presParOf" srcId="{C4A09F61-5A2A-4B67-BCB5-B8AB19E7FC74}" destId="{234E9E4A-3222-419D-A6B3-94FD4CACFEA9}" srcOrd="0" destOrd="0" presId="urn:microsoft.com/office/officeart/2018/2/layout/IconVerticalSolidList"/>
    <dgm:cxn modelId="{F6867100-3048-4625-9043-8AB4A8E27638}" type="presParOf" srcId="{C4A09F61-5A2A-4B67-BCB5-B8AB19E7FC74}" destId="{B4B56927-DB2C-46E9-9270-884C69DF482D}" srcOrd="1" destOrd="0" presId="urn:microsoft.com/office/officeart/2018/2/layout/IconVerticalSolidList"/>
    <dgm:cxn modelId="{B5942F42-37D8-4859-A529-A8326B696198}" type="presParOf" srcId="{C4A09F61-5A2A-4B67-BCB5-B8AB19E7FC74}" destId="{4062272F-A6B7-48AE-A60B-A5B2F4E79397}" srcOrd="2" destOrd="0" presId="urn:microsoft.com/office/officeart/2018/2/layout/IconVerticalSolidList"/>
    <dgm:cxn modelId="{4B62FF65-C34D-4E15-B490-E752D28E3882}" type="presParOf" srcId="{C4A09F61-5A2A-4B67-BCB5-B8AB19E7FC74}" destId="{FAE29ECC-50DD-424E-8402-8C32CEBFA772}" srcOrd="3" destOrd="0" presId="urn:microsoft.com/office/officeart/2018/2/layout/IconVerticalSolidList"/>
    <dgm:cxn modelId="{D49A98A1-F6A6-46A8-8501-0314726DC5A3}" type="presParOf" srcId="{B72546B7-59B9-4E8A-8562-6FBF701F0CBB}" destId="{3BCDF471-9405-4633-AC97-DCC9E46CA263}" srcOrd="5" destOrd="0" presId="urn:microsoft.com/office/officeart/2018/2/layout/IconVerticalSolidList"/>
    <dgm:cxn modelId="{78BC235E-52BC-430E-823E-23B3D88FB5A5}" type="presParOf" srcId="{B72546B7-59B9-4E8A-8562-6FBF701F0CBB}" destId="{DD157974-2A53-4C95-BC4C-AD94B0EA0A3A}" srcOrd="6" destOrd="0" presId="urn:microsoft.com/office/officeart/2018/2/layout/IconVerticalSolidList"/>
    <dgm:cxn modelId="{AAD20AC4-3C44-4EA0-92F1-93898B90A26C}" type="presParOf" srcId="{DD157974-2A53-4C95-BC4C-AD94B0EA0A3A}" destId="{BB979CFF-E9D5-40FB-9CAE-352769599B8A}" srcOrd="0" destOrd="0" presId="urn:microsoft.com/office/officeart/2018/2/layout/IconVerticalSolidList"/>
    <dgm:cxn modelId="{3DC9806D-355D-4F11-BB56-F337EF427D87}" type="presParOf" srcId="{DD157974-2A53-4C95-BC4C-AD94B0EA0A3A}" destId="{C44EC496-13D5-4B6D-A314-A7CC5B034CB9}" srcOrd="1" destOrd="0" presId="urn:microsoft.com/office/officeart/2018/2/layout/IconVerticalSolidList"/>
    <dgm:cxn modelId="{5E89CFA8-8D2C-48D2-B3B5-873B2A4A2F47}" type="presParOf" srcId="{DD157974-2A53-4C95-BC4C-AD94B0EA0A3A}" destId="{6A837DF4-E29D-468C-95E1-D1D0A92CD3CB}" srcOrd="2" destOrd="0" presId="urn:microsoft.com/office/officeart/2018/2/layout/IconVerticalSolidList"/>
    <dgm:cxn modelId="{5EF13495-C662-4656-B992-3FC8C07714C5}" type="presParOf" srcId="{DD157974-2A53-4C95-BC4C-AD94B0EA0A3A}" destId="{1F294AE5-CA85-40D0-8FC0-D69C73817E79}" srcOrd="3" destOrd="0" presId="urn:microsoft.com/office/officeart/2018/2/layout/IconVerticalSolidList"/>
    <dgm:cxn modelId="{ABFD1C9D-DB05-4F1F-8650-769008B06B46}" type="presParOf" srcId="{B72546B7-59B9-4E8A-8562-6FBF701F0CBB}" destId="{2C9CE7C1-6F01-447D-8A2C-ADD6317BC139}" srcOrd="7" destOrd="0" presId="urn:microsoft.com/office/officeart/2018/2/layout/IconVerticalSolidList"/>
    <dgm:cxn modelId="{1C47BCBE-E9D6-4248-BF66-9200560232A6}" type="presParOf" srcId="{B72546B7-59B9-4E8A-8562-6FBF701F0CBB}" destId="{1D0D496A-9740-4EC6-A10D-223FED4F5605}" srcOrd="8" destOrd="0" presId="urn:microsoft.com/office/officeart/2018/2/layout/IconVerticalSolidList"/>
    <dgm:cxn modelId="{7DD8673B-965F-486A-86B3-DDC191032125}" type="presParOf" srcId="{1D0D496A-9740-4EC6-A10D-223FED4F5605}" destId="{73E2AB9B-80CD-4DAE-836D-2AD676053842}" srcOrd="0" destOrd="0" presId="urn:microsoft.com/office/officeart/2018/2/layout/IconVerticalSolidList"/>
    <dgm:cxn modelId="{6F5DDD79-324D-44F1-A05D-16450CF7AF5B}" type="presParOf" srcId="{1D0D496A-9740-4EC6-A10D-223FED4F5605}" destId="{E8E27C02-31ED-4201-9F14-C9F6118C83C5}" srcOrd="1" destOrd="0" presId="urn:microsoft.com/office/officeart/2018/2/layout/IconVerticalSolidList"/>
    <dgm:cxn modelId="{E606E22E-5712-485D-B1CC-8383F0ACF3DD}" type="presParOf" srcId="{1D0D496A-9740-4EC6-A10D-223FED4F5605}" destId="{3DE87315-5ACC-4B04-80A5-E43294B7B775}" srcOrd="2" destOrd="0" presId="urn:microsoft.com/office/officeart/2018/2/layout/IconVerticalSolidList"/>
    <dgm:cxn modelId="{B74D9478-2B28-478B-ACFB-F451F20AF982}" type="presParOf" srcId="{1D0D496A-9740-4EC6-A10D-223FED4F5605}" destId="{C643881A-0309-4F9B-8E82-71CBC8A52DE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DE01862-4F1A-4759-85D8-07A2D6EED87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E1854BE-0F68-490A-AADA-D35C0963DFD6}">
      <dgm:prSet/>
      <dgm:spPr/>
      <dgm:t>
        <a:bodyPr/>
        <a:lstStyle/>
        <a:p>
          <a:r>
            <a:rPr lang="en-US"/>
            <a:t>• Qual tópico você domina mais?</a:t>
          </a:r>
        </a:p>
      </dgm:t>
    </dgm:pt>
    <dgm:pt modelId="{866ACE80-7A7D-4575-B49C-6B65819D5BFC}" type="parTrans" cxnId="{5FE1F528-9F21-41F9-8935-E94519A5F166}">
      <dgm:prSet/>
      <dgm:spPr/>
      <dgm:t>
        <a:bodyPr/>
        <a:lstStyle/>
        <a:p>
          <a:endParaRPr lang="en-US"/>
        </a:p>
      </dgm:t>
    </dgm:pt>
    <dgm:pt modelId="{58361ADF-0436-479F-B11C-BA27ADDACE9D}" type="sibTrans" cxnId="{5FE1F528-9F21-41F9-8935-E94519A5F166}">
      <dgm:prSet/>
      <dgm:spPr/>
      <dgm:t>
        <a:bodyPr/>
        <a:lstStyle/>
        <a:p>
          <a:endParaRPr lang="en-US"/>
        </a:p>
      </dgm:t>
    </dgm:pt>
    <dgm:pt modelId="{D03DA4A3-AC47-451A-833D-CC6A3487F359}">
      <dgm:prSet/>
      <dgm:spPr/>
      <dgm:t>
        <a:bodyPr/>
        <a:lstStyle/>
        <a:p>
          <a:r>
            <a:rPr lang="en-US"/>
            <a:t>• Qual tema você ainda quer revisar?</a:t>
          </a:r>
        </a:p>
      </dgm:t>
    </dgm:pt>
    <dgm:pt modelId="{7C4178ED-8E19-4AFB-92C1-144650A91C95}" type="parTrans" cxnId="{399660F8-3410-4227-BD14-632172B5857A}">
      <dgm:prSet/>
      <dgm:spPr/>
      <dgm:t>
        <a:bodyPr/>
        <a:lstStyle/>
        <a:p>
          <a:endParaRPr lang="en-US"/>
        </a:p>
      </dgm:t>
    </dgm:pt>
    <dgm:pt modelId="{514F93E8-92B6-4582-8530-B8FE644E43CF}" type="sibTrans" cxnId="{399660F8-3410-4227-BD14-632172B5857A}">
      <dgm:prSet/>
      <dgm:spPr/>
      <dgm:t>
        <a:bodyPr/>
        <a:lstStyle/>
        <a:p>
          <a:endParaRPr lang="en-US"/>
        </a:p>
      </dgm:t>
    </dgm:pt>
    <dgm:pt modelId="{E5A8B9DF-7E1B-401B-B978-5F404DD8771C}">
      <dgm:prSet/>
      <dgm:spPr/>
      <dgm:t>
        <a:bodyPr/>
        <a:lstStyle/>
        <a:p>
          <a:r>
            <a:rPr lang="en-US"/>
            <a:t>• Como os aprendizados da disciplina se conectam com o projeto final?</a:t>
          </a:r>
        </a:p>
      </dgm:t>
    </dgm:pt>
    <dgm:pt modelId="{EF43407D-1B7C-44E9-8A0E-CF220D8AF184}" type="parTrans" cxnId="{4DAA5D5B-034B-421D-A5B5-9C4D85A85226}">
      <dgm:prSet/>
      <dgm:spPr/>
      <dgm:t>
        <a:bodyPr/>
        <a:lstStyle/>
        <a:p>
          <a:endParaRPr lang="en-US"/>
        </a:p>
      </dgm:t>
    </dgm:pt>
    <dgm:pt modelId="{83DBFA30-1004-4CDE-99AC-F1FEBC404F45}" type="sibTrans" cxnId="{4DAA5D5B-034B-421D-A5B5-9C4D85A85226}">
      <dgm:prSet/>
      <dgm:spPr/>
      <dgm:t>
        <a:bodyPr/>
        <a:lstStyle/>
        <a:p>
          <a:endParaRPr lang="en-US"/>
        </a:p>
      </dgm:t>
    </dgm:pt>
    <dgm:pt modelId="{9B2C9929-22A3-4B15-A4A7-A8E5F27C55EA}" type="pres">
      <dgm:prSet presAssocID="{7DE01862-4F1A-4759-85D8-07A2D6EED87A}" presName="root" presStyleCnt="0">
        <dgm:presLayoutVars>
          <dgm:dir/>
          <dgm:resizeHandles val="exact"/>
        </dgm:presLayoutVars>
      </dgm:prSet>
      <dgm:spPr/>
    </dgm:pt>
    <dgm:pt modelId="{9F605E4C-9E8E-4A9A-94B7-98D2EBF96BBE}" type="pres">
      <dgm:prSet presAssocID="{CE1854BE-0F68-490A-AADA-D35C0963DFD6}" presName="compNode" presStyleCnt="0"/>
      <dgm:spPr/>
    </dgm:pt>
    <dgm:pt modelId="{64A51D4D-0878-4860-A08F-5436F988BFC9}" type="pres">
      <dgm:prSet presAssocID="{CE1854BE-0F68-490A-AADA-D35C0963DFD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ent"/>
        </a:ext>
      </dgm:extLst>
    </dgm:pt>
    <dgm:pt modelId="{F1CEBB95-1EBD-462C-B2A5-B2D746C064AD}" type="pres">
      <dgm:prSet presAssocID="{CE1854BE-0F68-490A-AADA-D35C0963DFD6}" presName="spaceRect" presStyleCnt="0"/>
      <dgm:spPr/>
    </dgm:pt>
    <dgm:pt modelId="{49A97287-6747-42CB-8E4C-9D2801C31AF3}" type="pres">
      <dgm:prSet presAssocID="{CE1854BE-0F68-490A-AADA-D35C0963DFD6}" presName="textRect" presStyleLbl="revTx" presStyleIdx="0" presStyleCnt="3">
        <dgm:presLayoutVars>
          <dgm:chMax val="1"/>
          <dgm:chPref val="1"/>
        </dgm:presLayoutVars>
      </dgm:prSet>
      <dgm:spPr/>
    </dgm:pt>
    <dgm:pt modelId="{03E0D3BC-42F1-447D-98DC-88AAE49A6B8A}" type="pres">
      <dgm:prSet presAssocID="{58361ADF-0436-479F-B11C-BA27ADDACE9D}" presName="sibTrans" presStyleCnt="0"/>
      <dgm:spPr/>
    </dgm:pt>
    <dgm:pt modelId="{2CF82110-A164-4C08-8698-4C60B4327EAD}" type="pres">
      <dgm:prSet presAssocID="{D03DA4A3-AC47-451A-833D-CC6A3487F359}" presName="compNode" presStyleCnt="0"/>
      <dgm:spPr/>
    </dgm:pt>
    <dgm:pt modelId="{BA183F2D-310A-4380-B70C-73850983260F}" type="pres">
      <dgm:prSet presAssocID="{D03DA4A3-AC47-451A-833D-CC6A3487F35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74BE0460-2325-466E-940D-4224FF33A7C2}" type="pres">
      <dgm:prSet presAssocID="{D03DA4A3-AC47-451A-833D-CC6A3487F359}" presName="spaceRect" presStyleCnt="0"/>
      <dgm:spPr/>
    </dgm:pt>
    <dgm:pt modelId="{56678B79-6ADE-4CE1-BE51-96278A18F31B}" type="pres">
      <dgm:prSet presAssocID="{D03DA4A3-AC47-451A-833D-CC6A3487F359}" presName="textRect" presStyleLbl="revTx" presStyleIdx="1" presStyleCnt="3">
        <dgm:presLayoutVars>
          <dgm:chMax val="1"/>
          <dgm:chPref val="1"/>
        </dgm:presLayoutVars>
      </dgm:prSet>
      <dgm:spPr/>
    </dgm:pt>
    <dgm:pt modelId="{6A679F3A-1840-4DFF-8462-92AFA23FDB10}" type="pres">
      <dgm:prSet presAssocID="{514F93E8-92B6-4582-8530-B8FE644E43CF}" presName="sibTrans" presStyleCnt="0"/>
      <dgm:spPr/>
    </dgm:pt>
    <dgm:pt modelId="{EDCCBFED-FBB1-4376-8308-8E9075137D15}" type="pres">
      <dgm:prSet presAssocID="{E5A8B9DF-7E1B-401B-B978-5F404DD8771C}" presName="compNode" presStyleCnt="0"/>
      <dgm:spPr/>
    </dgm:pt>
    <dgm:pt modelId="{3A755B62-96F7-4202-9AC0-261901B71934}" type="pres">
      <dgm:prSet presAssocID="{E5A8B9DF-7E1B-401B-B978-5F404DD8771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stórico"/>
        </a:ext>
      </dgm:extLst>
    </dgm:pt>
    <dgm:pt modelId="{2290C6CE-13C0-4D79-AAD8-FF03D30351BB}" type="pres">
      <dgm:prSet presAssocID="{E5A8B9DF-7E1B-401B-B978-5F404DD8771C}" presName="spaceRect" presStyleCnt="0"/>
      <dgm:spPr/>
    </dgm:pt>
    <dgm:pt modelId="{A273D80C-1A31-42CB-83F9-5735DAFC496D}" type="pres">
      <dgm:prSet presAssocID="{E5A8B9DF-7E1B-401B-B978-5F404DD8771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FE1F528-9F21-41F9-8935-E94519A5F166}" srcId="{7DE01862-4F1A-4759-85D8-07A2D6EED87A}" destId="{CE1854BE-0F68-490A-AADA-D35C0963DFD6}" srcOrd="0" destOrd="0" parTransId="{866ACE80-7A7D-4575-B49C-6B65819D5BFC}" sibTransId="{58361ADF-0436-479F-B11C-BA27ADDACE9D}"/>
    <dgm:cxn modelId="{4DAA5D5B-034B-421D-A5B5-9C4D85A85226}" srcId="{7DE01862-4F1A-4759-85D8-07A2D6EED87A}" destId="{E5A8B9DF-7E1B-401B-B978-5F404DD8771C}" srcOrd="2" destOrd="0" parTransId="{EF43407D-1B7C-44E9-8A0E-CF220D8AF184}" sibTransId="{83DBFA30-1004-4CDE-99AC-F1FEBC404F45}"/>
    <dgm:cxn modelId="{2878BF9A-2E67-4EDC-8F47-D9A546D0DC6D}" type="presOf" srcId="{E5A8B9DF-7E1B-401B-B978-5F404DD8771C}" destId="{A273D80C-1A31-42CB-83F9-5735DAFC496D}" srcOrd="0" destOrd="0" presId="urn:microsoft.com/office/officeart/2018/2/layout/IconLabelList"/>
    <dgm:cxn modelId="{195C139B-F9B3-400D-947A-23E2DF81CC47}" type="presOf" srcId="{7DE01862-4F1A-4759-85D8-07A2D6EED87A}" destId="{9B2C9929-22A3-4B15-A4A7-A8E5F27C55EA}" srcOrd="0" destOrd="0" presId="urn:microsoft.com/office/officeart/2018/2/layout/IconLabelList"/>
    <dgm:cxn modelId="{5CC56ABD-290B-4E0A-9CF0-87B2240C4745}" type="presOf" srcId="{CE1854BE-0F68-490A-AADA-D35C0963DFD6}" destId="{49A97287-6747-42CB-8E4C-9D2801C31AF3}" srcOrd="0" destOrd="0" presId="urn:microsoft.com/office/officeart/2018/2/layout/IconLabelList"/>
    <dgm:cxn modelId="{E0ED49D2-338E-494A-A510-00A921BB96D4}" type="presOf" srcId="{D03DA4A3-AC47-451A-833D-CC6A3487F359}" destId="{56678B79-6ADE-4CE1-BE51-96278A18F31B}" srcOrd="0" destOrd="0" presId="urn:microsoft.com/office/officeart/2018/2/layout/IconLabelList"/>
    <dgm:cxn modelId="{399660F8-3410-4227-BD14-632172B5857A}" srcId="{7DE01862-4F1A-4759-85D8-07A2D6EED87A}" destId="{D03DA4A3-AC47-451A-833D-CC6A3487F359}" srcOrd="1" destOrd="0" parTransId="{7C4178ED-8E19-4AFB-92C1-144650A91C95}" sibTransId="{514F93E8-92B6-4582-8530-B8FE644E43CF}"/>
    <dgm:cxn modelId="{5B2B88F7-D6CC-4B25-8F24-900A0608B57A}" type="presParOf" srcId="{9B2C9929-22A3-4B15-A4A7-A8E5F27C55EA}" destId="{9F605E4C-9E8E-4A9A-94B7-98D2EBF96BBE}" srcOrd="0" destOrd="0" presId="urn:microsoft.com/office/officeart/2018/2/layout/IconLabelList"/>
    <dgm:cxn modelId="{C2A3BB32-8E45-432D-8FBB-7D5646517218}" type="presParOf" srcId="{9F605E4C-9E8E-4A9A-94B7-98D2EBF96BBE}" destId="{64A51D4D-0878-4860-A08F-5436F988BFC9}" srcOrd="0" destOrd="0" presId="urn:microsoft.com/office/officeart/2018/2/layout/IconLabelList"/>
    <dgm:cxn modelId="{32B6D055-DDDC-438A-9167-72137407AEBA}" type="presParOf" srcId="{9F605E4C-9E8E-4A9A-94B7-98D2EBF96BBE}" destId="{F1CEBB95-1EBD-462C-B2A5-B2D746C064AD}" srcOrd="1" destOrd="0" presId="urn:microsoft.com/office/officeart/2018/2/layout/IconLabelList"/>
    <dgm:cxn modelId="{B7C33EA0-2B71-4B08-8456-A3FD24D85F91}" type="presParOf" srcId="{9F605E4C-9E8E-4A9A-94B7-98D2EBF96BBE}" destId="{49A97287-6747-42CB-8E4C-9D2801C31AF3}" srcOrd="2" destOrd="0" presId="urn:microsoft.com/office/officeart/2018/2/layout/IconLabelList"/>
    <dgm:cxn modelId="{A1427D82-0A63-4DD2-89C7-9A55470C7379}" type="presParOf" srcId="{9B2C9929-22A3-4B15-A4A7-A8E5F27C55EA}" destId="{03E0D3BC-42F1-447D-98DC-88AAE49A6B8A}" srcOrd="1" destOrd="0" presId="urn:microsoft.com/office/officeart/2018/2/layout/IconLabelList"/>
    <dgm:cxn modelId="{23CD3765-612D-408F-87E5-47D1004BBEFC}" type="presParOf" srcId="{9B2C9929-22A3-4B15-A4A7-A8E5F27C55EA}" destId="{2CF82110-A164-4C08-8698-4C60B4327EAD}" srcOrd="2" destOrd="0" presId="urn:microsoft.com/office/officeart/2018/2/layout/IconLabelList"/>
    <dgm:cxn modelId="{BBA25147-17A6-4051-8DA5-35FF7A4141EC}" type="presParOf" srcId="{2CF82110-A164-4C08-8698-4C60B4327EAD}" destId="{BA183F2D-310A-4380-B70C-73850983260F}" srcOrd="0" destOrd="0" presId="urn:microsoft.com/office/officeart/2018/2/layout/IconLabelList"/>
    <dgm:cxn modelId="{DB5E2B90-C280-4693-AA6C-7F7F78157AE7}" type="presParOf" srcId="{2CF82110-A164-4C08-8698-4C60B4327EAD}" destId="{74BE0460-2325-466E-940D-4224FF33A7C2}" srcOrd="1" destOrd="0" presId="urn:microsoft.com/office/officeart/2018/2/layout/IconLabelList"/>
    <dgm:cxn modelId="{7663252A-4268-4B7E-8255-87DFDADFEED9}" type="presParOf" srcId="{2CF82110-A164-4C08-8698-4C60B4327EAD}" destId="{56678B79-6ADE-4CE1-BE51-96278A18F31B}" srcOrd="2" destOrd="0" presId="urn:microsoft.com/office/officeart/2018/2/layout/IconLabelList"/>
    <dgm:cxn modelId="{43BD8F53-B482-463E-BF21-3AF9B7AA4E9E}" type="presParOf" srcId="{9B2C9929-22A3-4B15-A4A7-A8E5F27C55EA}" destId="{6A679F3A-1840-4DFF-8462-92AFA23FDB10}" srcOrd="3" destOrd="0" presId="urn:microsoft.com/office/officeart/2018/2/layout/IconLabelList"/>
    <dgm:cxn modelId="{54C779F7-DF26-4823-AA0F-785151A615B7}" type="presParOf" srcId="{9B2C9929-22A3-4B15-A4A7-A8E5F27C55EA}" destId="{EDCCBFED-FBB1-4376-8308-8E9075137D15}" srcOrd="4" destOrd="0" presId="urn:microsoft.com/office/officeart/2018/2/layout/IconLabelList"/>
    <dgm:cxn modelId="{CEF00774-53AF-4194-91D9-B4D846FAF66F}" type="presParOf" srcId="{EDCCBFED-FBB1-4376-8308-8E9075137D15}" destId="{3A755B62-96F7-4202-9AC0-261901B71934}" srcOrd="0" destOrd="0" presId="urn:microsoft.com/office/officeart/2018/2/layout/IconLabelList"/>
    <dgm:cxn modelId="{C3685500-3B57-4192-9751-930955F75C29}" type="presParOf" srcId="{EDCCBFED-FBB1-4376-8308-8E9075137D15}" destId="{2290C6CE-13C0-4D79-AAD8-FF03D30351BB}" srcOrd="1" destOrd="0" presId="urn:microsoft.com/office/officeart/2018/2/layout/IconLabelList"/>
    <dgm:cxn modelId="{C2A2DB35-D281-4B0E-BF36-2806815D8A79}" type="presParOf" srcId="{EDCCBFED-FBB1-4376-8308-8E9075137D15}" destId="{A273D80C-1A31-42CB-83F9-5735DAFC496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93B5F1-09E7-484F-8235-09886FDF9E58}">
      <dsp:nvSpPr>
        <dsp:cNvPr id="0" name=""/>
        <dsp:cNvSpPr/>
      </dsp:nvSpPr>
      <dsp:spPr>
        <a:xfrm>
          <a:off x="0" y="1356"/>
          <a:ext cx="4683949" cy="577834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26156-143B-4BF8-9AD7-0A2558C2C5DF}">
      <dsp:nvSpPr>
        <dsp:cNvPr id="0" name=""/>
        <dsp:cNvSpPr/>
      </dsp:nvSpPr>
      <dsp:spPr>
        <a:xfrm>
          <a:off x="174794" y="131368"/>
          <a:ext cx="317808" cy="3178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A02C8E-AE0C-41BC-965F-7FEEAA335A6C}">
      <dsp:nvSpPr>
        <dsp:cNvPr id="0" name=""/>
        <dsp:cNvSpPr/>
      </dsp:nvSpPr>
      <dsp:spPr>
        <a:xfrm>
          <a:off x="667398" y="1356"/>
          <a:ext cx="4016550" cy="57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54" tIns="61154" rIns="61154" bIns="6115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Quebra-Gelo</a:t>
          </a:r>
        </a:p>
      </dsp:txBody>
      <dsp:txXfrm>
        <a:off x="667398" y="1356"/>
        <a:ext cx="4016550" cy="577834"/>
      </dsp:txXfrm>
    </dsp:sp>
    <dsp:sp modelId="{80A07747-E7F0-4111-9907-D2F1F8619CA5}">
      <dsp:nvSpPr>
        <dsp:cNvPr id="0" name=""/>
        <dsp:cNvSpPr/>
      </dsp:nvSpPr>
      <dsp:spPr>
        <a:xfrm>
          <a:off x="0" y="723648"/>
          <a:ext cx="4683949" cy="577834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9AC060-632C-424C-B5D4-17B8D31FE6EA}">
      <dsp:nvSpPr>
        <dsp:cNvPr id="0" name=""/>
        <dsp:cNvSpPr/>
      </dsp:nvSpPr>
      <dsp:spPr>
        <a:xfrm>
          <a:off x="174794" y="853661"/>
          <a:ext cx="317808" cy="3178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C47D33-1BAF-40D3-98B6-DF11D4B62B64}">
      <dsp:nvSpPr>
        <dsp:cNvPr id="0" name=""/>
        <dsp:cNvSpPr/>
      </dsp:nvSpPr>
      <dsp:spPr>
        <a:xfrm>
          <a:off x="667398" y="723648"/>
          <a:ext cx="4016550" cy="57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54" tIns="61154" rIns="61154" bIns="6115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</a:t>
          </a:r>
          <a:r>
            <a:rPr lang="en-US" sz="1700" kern="1200" dirty="0" err="1"/>
            <a:t>Revisão</a:t>
          </a:r>
          <a:r>
            <a:rPr lang="en-US" sz="1700" kern="1200" dirty="0"/>
            <a:t> </a:t>
          </a:r>
          <a:r>
            <a:rPr lang="en-US" sz="1700" kern="1200" dirty="0" err="1"/>
            <a:t>por</a:t>
          </a:r>
          <a:r>
            <a:rPr lang="en-US" sz="1700" kern="1200" dirty="0"/>
            <a:t> </a:t>
          </a:r>
          <a:r>
            <a:rPr lang="en-US" sz="1700" kern="1200" dirty="0" err="1"/>
            <a:t>Tópicos</a:t>
          </a:r>
          <a:endParaRPr lang="en-US" sz="1700" kern="1200" dirty="0"/>
        </a:p>
      </dsp:txBody>
      <dsp:txXfrm>
        <a:off x="667398" y="723648"/>
        <a:ext cx="4016550" cy="577834"/>
      </dsp:txXfrm>
    </dsp:sp>
    <dsp:sp modelId="{E5B22AA8-EF8C-4057-83E1-89DA70AC2A04}">
      <dsp:nvSpPr>
        <dsp:cNvPr id="0" name=""/>
        <dsp:cNvSpPr/>
      </dsp:nvSpPr>
      <dsp:spPr>
        <a:xfrm>
          <a:off x="0" y="1445941"/>
          <a:ext cx="4683949" cy="577834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DE018B-93D3-4472-B88D-B151F22DF9AD}">
      <dsp:nvSpPr>
        <dsp:cNvPr id="0" name=""/>
        <dsp:cNvSpPr/>
      </dsp:nvSpPr>
      <dsp:spPr>
        <a:xfrm>
          <a:off x="174794" y="1575954"/>
          <a:ext cx="317808" cy="3178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51ED2-FB63-42F5-8C00-437616E75EBC}">
      <dsp:nvSpPr>
        <dsp:cNvPr id="0" name=""/>
        <dsp:cNvSpPr/>
      </dsp:nvSpPr>
      <dsp:spPr>
        <a:xfrm>
          <a:off x="667398" y="1445941"/>
          <a:ext cx="4016550" cy="57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54" tIns="61154" rIns="61154" bIns="6115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</a:t>
          </a:r>
          <a:r>
            <a:rPr lang="en-US" sz="1700" kern="1200" dirty="0" err="1"/>
            <a:t>Dinamica</a:t>
          </a:r>
          <a:r>
            <a:rPr lang="en-US" sz="1700" kern="1200" dirty="0"/>
            <a:t> </a:t>
          </a:r>
          <a:r>
            <a:rPr lang="en-US" sz="1700" kern="1200" dirty="0" err="1"/>
            <a:t>Interativo</a:t>
          </a:r>
          <a:endParaRPr lang="en-US" sz="1700" kern="1200" dirty="0"/>
        </a:p>
      </dsp:txBody>
      <dsp:txXfrm>
        <a:off x="667398" y="1445941"/>
        <a:ext cx="4016550" cy="577834"/>
      </dsp:txXfrm>
    </dsp:sp>
    <dsp:sp modelId="{A4D2DA49-BB14-4799-B397-41A105EE855A}">
      <dsp:nvSpPr>
        <dsp:cNvPr id="0" name=""/>
        <dsp:cNvSpPr/>
      </dsp:nvSpPr>
      <dsp:spPr>
        <a:xfrm>
          <a:off x="0" y="2168234"/>
          <a:ext cx="4683949" cy="577834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973365-1CD1-40B1-AA43-2EB7FFA633E3}">
      <dsp:nvSpPr>
        <dsp:cNvPr id="0" name=""/>
        <dsp:cNvSpPr/>
      </dsp:nvSpPr>
      <dsp:spPr>
        <a:xfrm>
          <a:off x="174794" y="2298246"/>
          <a:ext cx="317808" cy="3178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918A03-538B-4401-BEB9-C3BD3F9E1351}">
      <dsp:nvSpPr>
        <dsp:cNvPr id="0" name=""/>
        <dsp:cNvSpPr/>
      </dsp:nvSpPr>
      <dsp:spPr>
        <a:xfrm>
          <a:off x="667398" y="2168234"/>
          <a:ext cx="4016550" cy="57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54" tIns="61154" rIns="61154" bIns="6115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</a:t>
          </a:r>
          <a:r>
            <a:rPr lang="en-US" sz="1700" kern="1200" dirty="0" err="1"/>
            <a:t>Questão</a:t>
          </a:r>
          <a:r>
            <a:rPr lang="en-US" sz="1700" kern="1200" dirty="0"/>
            <a:t> Aberta de </a:t>
          </a:r>
          <a:r>
            <a:rPr lang="en-US" sz="1700" kern="1200" dirty="0" err="1"/>
            <a:t>Treino</a:t>
          </a:r>
          <a:endParaRPr lang="en-US" sz="1700" kern="1200" dirty="0"/>
        </a:p>
      </dsp:txBody>
      <dsp:txXfrm>
        <a:off x="667398" y="2168234"/>
        <a:ext cx="4016550" cy="577834"/>
      </dsp:txXfrm>
    </dsp:sp>
    <dsp:sp modelId="{93E0BCBB-7D6C-432E-88F6-B75160958536}">
      <dsp:nvSpPr>
        <dsp:cNvPr id="0" name=""/>
        <dsp:cNvSpPr/>
      </dsp:nvSpPr>
      <dsp:spPr>
        <a:xfrm>
          <a:off x="0" y="2890527"/>
          <a:ext cx="4683949" cy="577834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E85F9-DF3E-4084-A17D-FAE58DA230BC}">
      <dsp:nvSpPr>
        <dsp:cNvPr id="0" name=""/>
        <dsp:cNvSpPr/>
      </dsp:nvSpPr>
      <dsp:spPr>
        <a:xfrm>
          <a:off x="174794" y="3020539"/>
          <a:ext cx="317808" cy="31780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4D9345-53AD-4CDE-B4A9-DD99DB7D067E}">
      <dsp:nvSpPr>
        <dsp:cNvPr id="0" name=""/>
        <dsp:cNvSpPr/>
      </dsp:nvSpPr>
      <dsp:spPr>
        <a:xfrm>
          <a:off x="667398" y="2890527"/>
          <a:ext cx="4016550" cy="57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54" tIns="61154" rIns="61154" bIns="6115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</a:t>
          </a:r>
          <a:r>
            <a:rPr lang="en-US" sz="1700" kern="1200" dirty="0" err="1"/>
            <a:t>Dúvidas</a:t>
          </a:r>
          <a:r>
            <a:rPr lang="en-US" sz="1700" kern="1200" dirty="0"/>
            <a:t> e </a:t>
          </a:r>
          <a:r>
            <a:rPr lang="en-US" sz="1700" kern="1200" dirty="0" err="1"/>
            <a:t>Orientações</a:t>
          </a:r>
          <a:r>
            <a:rPr lang="en-US" sz="1700" kern="1200" dirty="0"/>
            <a:t> </a:t>
          </a:r>
          <a:r>
            <a:rPr lang="en-US" sz="1700" kern="1200" dirty="0" err="1"/>
            <a:t>sobre</a:t>
          </a:r>
          <a:r>
            <a:rPr lang="en-US" sz="1700" kern="1200" dirty="0"/>
            <a:t> o </a:t>
          </a:r>
          <a:r>
            <a:rPr lang="en-US" sz="1700" kern="1200" dirty="0" err="1"/>
            <a:t>Trabalho</a:t>
          </a:r>
          <a:endParaRPr lang="en-US" sz="1700" kern="1200" dirty="0"/>
        </a:p>
      </dsp:txBody>
      <dsp:txXfrm>
        <a:off x="667398" y="2890527"/>
        <a:ext cx="4016550" cy="577834"/>
      </dsp:txXfrm>
    </dsp:sp>
    <dsp:sp modelId="{5ADBE883-D81C-4C33-939F-41AEA2C80CCC}">
      <dsp:nvSpPr>
        <dsp:cNvPr id="0" name=""/>
        <dsp:cNvSpPr/>
      </dsp:nvSpPr>
      <dsp:spPr>
        <a:xfrm>
          <a:off x="0" y="3612819"/>
          <a:ext cx="4683949" cy="577834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064CED-467F-4474-A1F2-8FCB334D6099}">
      <dsp:nvSpPr>
        <dsp:cNvPr id="0" name=""/>
        <dsp:cNvSpPr/>
      </dsp:nvSpPr>
      <dsp:spPr>
        <a:xfrm>
          <a:off x="174794" y="3742832"/>
          <a:ext cx="317808" cy="31780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98AFF-5492-4D79-980C-1A18CE016D4B}">
      <dsp:nvSpPr>
        <dsp:cNvPr id="0" name=""/>
        <dsp:cNvSpPr/>
      </dsp:nvSpPr>
      <dsp:spPr>
        <a:xfrm>
          <a:off x="667398" y="3612819"/>
          <a:ext cx="4016550" cy="57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154" tIns="61154" rIns="61154" bIns="6115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Check-out</a:t>
          </a:r>
        </a:p>
      </dsp:txBody>
      <dsp:txXfrm>
        <a:off x="667398" y="3612819"/>
        <a:ext cx="4016550" cy="577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9DFDC3-A1A2-4525-A221-8CBDB8D6733C}">
      <dsp:nvSpPr>
        <dsp:cNvPr id="0" name=""/>
        <dsp:cNvSpPr/>
      </dsp:nvSpPr>
      <dsp:spPr>
        <a:xfrm rot="5400000">
          <a:off x="3453736" y="114903"/>
          <a:ext cx="1765008" cy="153555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🧠 </a:t>
          </a:r>
          <a:r>
            <a:rPr lang="pt-BR" sz="1500" b="1" kern="1200" dirty="0"/>
            <a:t> “Fato ou Fake?” – Big Data </a:t>
          </a:r>
          <a:r>
            <a:rPr lang="pt-BR" sz="1500" b="1" kern="1200" dirty="0" err="1"/>
            <a:t>Edition</a:t>
          </a:r>
          <a:endParaRPr lang="en-US" sz="1500" kern="1200" dirty="0"/>
        </a:p>
      </dsp:txBody>
      <dsp:txXfrm rot="-5400000">
        <a:off x="3807752" y="275225"/>
        <a:ext cx="1056975" cy="1214914"/>
      </dsp:txXfrm>
    </dsp:sp>
    <dsp:sp modelId="{7B551E62-2031-4E56-94A3-FCC903D2EC3A}">
      <dsp:nvSpPr>
        <dsp:cNvPr id="0" name=""/>
        <dsp:cNvSpPr/>
      </dsp:nvSpPr>
      <dsp:spPr>
        <a:xfrm>
          <a:off x="5150615" y="353179"/>
          <a:ext cx="1969749" cy="1059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016733-06DE-4107-91BD-D37A32CEB434}">
      <dsp:nvSpPr>
        <dsp:cNvPr id="0" name=""/>
        <dsp:cNvSpPr/>
      </dsp:nvSpPr>
      <dsp:spPr>
        <a:xfrm rot="5400000">
          <a:off x="1795334" y="114903"/>
          <a:ext cx="1765008" cy="153555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149350" y="275225"/>
        <a:ext cx="1056975" cy="1214914"/>
      </dsp:txXfrm>
    </dsp:sp>
    <dsp:sp modelId="{5835F7E0-860A-4AC2-9146-F1A9640359B7}">
      <dsp:nvSpPr>
        <dsp:cNvPr id="0" name=""/>
        <dsp:cNvSpPr/>
      </dsp:nvSpPr>
      <dsp:spPr>
        <a:xfrm rot="5400000">
          <a:off x="2621358" y="1613042"/>
          <a:ext cx="1765008" cy="153555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🧩 </a:t>
          </a:r>
          <a:r>
            <a:rPr lang="pt-BR" sz="1500" b="1" kern="1200" dirty="0"/>
            <a:t> “Quem Sou Eu?” – Conceito Misterioso</a:t>
          </a:r>
          <a:endParaRPr lang="en-US" sz="1500" kern="1200" dirty="0"/>
        </a:p>
      </dsp:txBody>
      <dsp:txXfrm rot="-5400000">
        <a:off x="2975374" y="1773364"/>
        <a:ext cx="1056975" cy="1214914"/>
      </dsp:txXfrm>
    </dsp:sp>
    <dsp:sp modelId="{20DFAE60-ADAB-4A65-B69B-FB0D5615C405}">
      <dsp:nvSpPr>
        <dsp:cNvPr id="0" name=""/>
        <dsp:cNvSpPr/>
      </dsp:nvSpPr>
      <dsp:spPr>
        <a:xfrm>
          <a:off x="766334" y="1851319"/>
          <a:ext cx="1906209" cy="1059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60DD90-AC4D-4F64-A9D8-ACA92AD365A3}">
      <dsp:nvSpPr>
        <dsp:cNvPr id="0" name=""/>
        <dsp:cNvSpPr/>
      </dsp:nvSpPr>
      <dsp:spPr>
        <a:xfrm rot="5400000">
          <a:off x="4279760" y="1613042"/>
          <a:ext cx="1765008" cy="153555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4633776" y="1773364"/>
        <a:ext cx="1056975" cy="12149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BCB28-0DA9-4D9F-93FE-06EA3B7B3291}">
      <dsp:nvSpPr>
        <dsp:cNvPr id="0" name=""/>
        <dsp:cNvSpPr/>
      </dsp:nvSpPr>
      <dsp:spPr>
        <a:xfrm>
          <a:off x="0" y="5246"/>
          <a:ext cx="4773168" cy="6285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A160C6-5FDB-478B-9650-2A20B026DA60}">
      <dsp:nvSpPr>
        <dsp:cNvPr id="0" name=""/>
        <dsp:cNvSpPr/>
      </dsp:nvSpPr>
      <dsp:spPr>
        <a:xfrm>
          <a:off x="190137" y="146671"/>
          <a:ext cx="346042" cy="3457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1647B6-7211-422A-A55B-008E60BB98CE}">
      <dsp:nvSpPr>
        <dsp:cNvPr id="0" name=""/>
        <dsp:cNvSpPr/>
      </dsp:nvSpPr>
      <dsp:spPr>
        <a:xfrm>
          <a:off x="726316" y="5246"/>
          <a:ext cx="2147925" cy="687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58" tIns="72758" rIns="72758" bIns="7275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 baseline="0"/>
            <a:t>“Big Data só serve para empresas de tecnologia.”</a:t>
          </a:r>
          <a:endParaRPr lang="en-US" sz="1400" kern="1200"/>
        </a:p>
      </dsp:txBody>
      <dsp:txXfrm>
        <a:off x="726316" y="5246"/>
        <a:ext cx="2147925" cy="687480"/>
      </dsp:txXfrm>
    </dsp:sp>
    <dsp:sp modelId="{9A705DE4-0737-4268-8DF2-4FEA46C8441A}">
      <dsp:nvSpPr>
        <dsp:cNvPr id="0" name=""/>
        <dsp:cNvSpPr/>
      </dsp:nvSpPr>
      <dsp:spPr>
        <a:xfrm>
          <a:off x="2874242" y="5246"/>
          <a:ext cx="1866112" cy="628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22" tIns="66522" rIns="66522" bIns="6652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(Fake)</a:t>
          </a:r>
          <a:endParaRPr lang="en-US" sz="1100" kern="1200"/>
        </a:p>
      </dsp:txBody>
      <dsp:txXfrm>
        <a:off x="2874242" y="5246"/>
        <a:ext cx="1866112" cy="628553"/>
      </dsp:txXfrm>
    </dsp:sp>
    <dsp:sp modelId="{BCA90D1E-EF23-494E-825A-44A709EAD3EF}">
      <dsp:nvSpPr>
        <dsp:cNvPr id="0" name=""/>
        <dsp:cNvSpPr/>
      </dsp:nvSpPr>
      <dsp:spPr>
        <a:xfrm>
          <a:off x="0" y="864596"/>
          <a:ext cx="4773168" cy="6285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53A31-B8C3-4787-9744-D2B23BC312FE}">
      <dsp:nvSpPr>
        <dsp:cNvPr id="0" name=""/>
        <dsp:cNvSpPr/>
      </dsp:nvSpPr>
      <dsp:spPr>
        <a:xfrm>
          <a:off x="190137" y="1006021"/>
          <a:ext cx="346042" cy="3457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D64BBA-C428-4E5A-B7C7-9B2176E4BCDC}">
      <dsp:nvSpPr>
        <dsp:cNvPr id="0" name=""/>
        <dsp:cNvSpPr/>
      </dsp:nvSpPr>
      <dsp:spPr>
        <a:xfrm>
          <a:off x="726316" y="864596"/>
          <a:ext cx="2147925" cy="687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58" tIns="72758" rIns="72758" bIns="7275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 baseline="0"/>
            <a:t>“O Spark é mais rápido que o Hadoop MapReduce.”</a:t>
          </a:r>
          <a:endParaRPr lang="en-US" sz="1400" kern="1200"/>
        </a:p>
      </dsp:txBody>
      <dsp:txXfrm>
        <a:off x="726316" y="864596"/>
        <a:ext cx="2147925" cy="687480"/>
      </dsp:txXfrm>
    </dsp:sp>
    <dsp:sp modelId="{DF510517-D6B5-4C6E-94DA-4775D84D04FD}">
      <dsp:nvSpPr>
        <dsp:cNvPr id="0" name=""/>
        <dsp:cNvSpPr/>
      </dsp:nvSpPr>
      <dsp:spPr>
        <a:xfrm>
          <a:off x="2874242" y="864596"/>
          <a:ext cx="1866112" cy="628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22" tIns="66522" rIns="66522" bIns="6652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(Fato)</a:t>
          </a:r>
          <a:endParaRPr lang="en-US" sz="1100" kern="1200"/>
        </a:p>
      </dsp:txBody>
      <dsp:txXfrm>
        <a:off x="2874242" y="864596"/>
        <a:ext cx="1866112" cy="628553"/>
      </dsp:txXfrm>
    </dsp:sp>
    <dsp:sp modelId="{7A63E411-0C48-4DD1-9FB8-BD254FE3669F}">
      <dsp:nvSpPr>
        <dsp:cNvPr id="0" name=""/>
        <dsp:cNvSpPr/>
      </dsp:nvSpPr>
      <dsp:spPr>
        <a:xfrm>
          <a:off x="0" y="1723946"/>
          <a:ext cx="4773168" cy="6285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C7F969-3A9F-4432-BEED-B36EF03E5EA8}">
      <dsp:nvSpPr>
        <dsp:cNvPr id="0" name=""/>
        <dsp:cNvSpPr/>
      </dsp:nvSpPr>
      <dsp:spPr>
        <a:xfrm>
          <a:off x="190137" y="1865371"/>
          <a:ext cx="346042" cy="3457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C9474-C1A0-457C-833C-49E8C73A151E}">
      <dsp:nvSpPr>
        <dsp:cNvPr id="0" name=""/>
        <dsp:cNvSpPr/>
      </dsp:nvSpPr>
      <dsp:spPr>
        <a:xfrm>
          <a:off x="726316" y="1723946"/>
          <a:ext cx="2147925" cy="687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58" tIns="72758" rIns="72758" bIns="7275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 baseline="0"/>
            <a:t>“Dados em tempo real são chamados de dados em streaming.”</a:t>
          </a:r>
          <a:endParaRPr lang="en-US" sz="1400" kern="1200"/>
        </a:p>
      </dsp:txBody>
      <dsp:txXfrm>
        <a:off x="726316" y="1723946"/>
        <a:ext cx="2147925" cy="687480"/>
      </dsp:txXfrm>
    </dsp:sp>
    <dsp:sp modelId="{D72FFE97-E18F-417A-BCD1-E7EF2A1502A1}">
      <dsp:nvSpPr>
        <dsp:cNvPr id="0" name=""/>
        <dsp:cNvSpPr/>
      </dsp:nvSpPr>
      <dsp:spPr>
        <a:xfrm>
          <a:off x="2874242" y="1723946"/>
          <a:ext cx="1866112" cy="628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22" tIns="66522" rIns="66522" bIns="6652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(Fato)</a:t>
          </a:r>
          <a:endParaRPr lang="en-US" sz="1100" kern="1200"/>
        </a:p>
      </dsp:txBody>
      <dsp:txXfrm>
        <a:off x="2874242" y="1723946"/>
        <a:ext cx="1866112" cy="628553"/>
      </dsp:txXfrm>
    </dsp:sp>
    <dsp:sp modelId="{684A5E24-BB94-488D-BDB4-003B1AB2D33F}">
      <dsp:nvSpPr>
        <dsp:cNvPr id="0" name=""/>
        <dsp:cNvSpPr/>
      </dsp:nvSpPr>
      <dsp:spPr>
        <a:xfrm>
          <a:off x="0" y="2583297"/>
          <a:ext cx="4773168" cy="6285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DFA15-BECD-407E-B321-B96680A6A502}">
      <dsp:nvSpPr>
        <dsp:cNvPr id="0" name=""/>
        <dsp:cNvSpPr/>
      </dsp:nvSpPr>
      <dsp:spPr>
        <a:xfrm>
          <a:off x="190137" y="2724721"/>
          <a:ext cx="346042" cy="3457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CA5C5E-C538-406A-9EA9-C478C499FAAB}">
      <dsp:nvSpPr>
        <dsp:cNvPr id="0" name=""/>
        <dsp:cNvSpPr/>
      </dsp:nvSpPr>
      <dsp:spPr>
        <a:xfrm>
          <a:off x="726316" y="2583297"/>
          <a:ext cx="2147925" cy="687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58" tIns="72758" rIns="72758" bIns="7275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 baseline="0"/>
            <a:t>“A LGPD só se aplica a empresas públicas.”</a:t>
          </a:r>
          <a:endParaRPr lang="en-US" sz="1400" kern="1200"/>
        </a:p>
      </dsp:txBody>
      <dsp:txXfrm>
        <a:off x="726316" y="2583297"/>
        <a:ext cx="2147925" cy="687480"/>
      </dsp:txXfrm>
    </dsp:sp>
    <dsp:sp modelId="{4A82248E-EAC9-44BE-94AB-C1C9F9D4CF67}">
      <dsp:nvSpPr>
        <dsp:cNvPr id="0" name=""/>
        <dsp:cNvSpPr/>
      </dsp:nvSpPr>
      <dsp:spPr>
        <a:xfrm>
          <a:off x="2874242" y="2583297"/>
          <a:ext cx="1866112" cy="628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22" tIns="66522" rIns="66522" bIns="6652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(Fake)</a:t>
          </a:r>
          <a:endParaRPr lang="en-US" sz="1100" kern="1200"/>
        </a:p>
      </dsp:txBody>
      <dsp:txXfrm>
        <a:off x="2874242" y="2583297"/>
        <a:ext cx="1866112" cy="628553"/>
      </dsp:txXfrm>
    </dsp:sp>
    <dsp:sp modelId="{3C6F5BBA-2DCD-4F57-AB9D-393E8B30485D}">
      <dsp:nvSpPr>
        <dsp:cNvPr id="0" name=""/>
        <dsp:cNvSpPr/>
      </dsp:nvSpPr>
      <dsp:spPr>
        <a:xfrm>
          <a:off x="0" y="3442647"/>
          <a:ext cx="4773168" cy="6285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3119E6-DCB1-449B-9249-72BB0B246E94}">
      <dsp:nvSpPr>
        <dsp:cNvPr id="0" name=""/>
        <dsp:cNvSpPr/>
      </dsp:nvSpPr>
      <dsp:spPr>
        <a:xfrm>
          <a:off x="190137" y="3584071"/>
          <a:ext cx="346042" cy="34570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F2694-726B-4B3D-BE9F-D51774455819}">
      <dsp:nvSpPr>
        <dsp:cNvPr id="0" name=""/>
        <dsp:cNvSpPr/>
      </dsp:nvSpPr>
      <dsp:spPr>
        <a:xfrm>
          <a:off x="726316" y="3442647"/>
          <a:ext cx="2147925" cy="687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758" tIns="72758" rIns="72758" bIns="7275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 baseline="0"/>
            <a:t>“Machine Learning é magia.”</a:t>
          </a:r>
          <a:endParaRPr lang="en-US" sz="1400" kern="1200"/>
        </a:p>
      </dsp:txBody>
      <dsp:txXfrm>
        <a:off x="726316" y="3442647"/>
        <a:ext cx="2147925" cy="687480"/>
      </dsp:txXfrm>
    </dsp:sp>
    <dsp:sp modelId="{E33BEA23-2407-4692-913A-0E260D6C9C13}">
      <dsp:nvSpPr>
        <dsp:cNvPr id="0" name=""/>
        <dsp:cNvSpPr/>
      </dsp:nvSpPr>
      <dsp:spPr>
        <a:xfrm>
          <a:off x="2874242" y="3442647"/>
          <a:ext cx="1866112" cy="628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22" tIns="66522" rIns="66522" bIns="6652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(Depende da fé do cientista 😅)</a:t>
          </a:r>
          <a:endParaRPr lang="en-US" sz="1100" kern="1200"/>
        </a:p>
      </dsp:txBody>
      <dsp:txXfrm>
        <a:off x="2874242" y="3442647"/>
        <a:ext cx="1866112" cy="6285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35731A-7CFC-4359-851B-4CFC4057D345}">
      <dsp:nvSpPr>
        <dsp:cNvPr id="0" name=""/>
        <dsp:cNvSpPr/>
      </dsp:nvSpPr>
      <dsp:spPr>
        <a:xfrm>
          <a:off x="949" y="422160"/>
          <a:ext cx="1318570" cy="13185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1D0A9B-65DC-4D3F-B04F-05F09B454286}">
      <dsp:nvSpPr>
        <dsp:cNvPr id="0" name=""/>
        <dsp:cNvSpPr/>
      </dsp:nvSpPr>
      <dsp:spPr>
        <a:xfrm>
          <a:off x="949" y="1852070"/>
          <a:ext cx="3767343" cy="618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b="0" i="0" kern="1200" baseline="0"/>
            <a:t>🧠 </a:t>
          </a:r>
          <a:r>
            <a:rPr lang="pt-BR" sz="1400" b="0" i="1" kern="1200" baseline="0"/>
            <a:t>“Sou rápido, gosto de memória RAM e odeio lentidão. Vivo em ambientes distribuídos e adoro MLlib. Quem sou eu?”</a:t>
          </a:r>
          <a:endParaRPr lang="en-US" sz="1400" kern="1200"/>
        </a:p>
      </dsp:txBody>
      <dsp:txXfrm>
        <a:off x="949" y="1852070"/>
        <a:ext cx="3767343" cy="618079"/>
      </dsp:txXfrm>
    </dsp:sp>
    <dsp:sp modelId="{EA5AE048-2E1B-4D90-8B8D-4B3639CFA109}">
      <dsp:nvSpPr>
        <dsp:cNvPr id="0" name=""/>
        <dsp:cNvSpPr/>
      </dsp:nvSpPr>
      <dsp:spPr>
        <a:xfrm>
          <a:off x="949" y="2521935"/>
          <a:ext cx="3767343" cy="489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(Resposta: Spark)</a:t>
          </a:r>
          <a:endParaRPr lang="en-US" sz="1100" kern="1200"/>
        </a:p>
      </dsp:txBody>
      <dsp:txXfrm>
        <a:off x="949" y="2521935"/>
        <a:ext cx="3767343" cy="489518"/>
      </dsp:txXfrm>
    </dsp:sp>
    <dsp:sp modelId="{2550B1E7-EE2B-4017-9B58-89C2CE55DFC5}">
      <dsp:nvSpPr>
        <dsp:cNvPr id="0" name=""/>
        <dsp:cNvSpPr/>
      </dsp:nvSpPr>
      <dsp:spPr>
        <a:xfrm>
          <a:off x="4427578" y="422160"/>
          <a:ext cx="1318570" cy="13185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0C5DFA-AB16-444E-9010-5E5F8794B10A}">
      <dsp:nvSpPr>
        <dsp:cNvPr id="0" name=""/>
        <dsp:cNvSpPr/>
      </dsp:nvSpPr>
      <dsp:spPr>
        <a:xfrm>
          <a:off x="4427578" y="1852070"/>
          <a:ext cx="3767343" cy="618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b="0" i="0" kern="1200" baseline="0"/>
            <a:t>🛢 </a:t>
          </a:r>
          <a:r>
            <a:rPr lang="pt-BR" sz="1400" b="0" i="1" kern="1200" baseline="0"/>
            <a:t>“Guardo tudo, estruturado ou não. Não julgo ninguém, só armazeno. Às vezes sou confuso, mas flexível.”</a:t>
          </a:r>
          <a:endParaRPr lang="en-US" sz="1400" kern="1200"/>
        </a:p>
      </dsp:txBody>
      <dsp:txXfrm>
        <a:off x="4427578" y="1852070"/>
        <a:ext cx="3767343" cy="618079"/>
      </dsp:txXfrm>
    </dsp:sp>
    <dsp:sp modelId="{E00B511E-B8CE-49F9-9062-D3ED900F1F58}">
      <dsp:nvSpPr>
        <dsp:cNvPr id="0" name=""/>
        <dsp:cNvSpPr/>
      </dsp:nvSpPr>
      <dsp:spPr>
        <a:xfrm>
          <a:off x="4427578" y="2521935"/>
          <a:ext cx="3767343" cy="489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(Resposta: Data Lake)</a:t>
          </a:r>
          <a:endParaRPr lang="en-US" sz="1100" kern="1200"/>
        </a:p>
      </dsp:txBody>
      <dsp:txXfrm>
        <a:off x="4427578" y="2521935"/>
        <a:ext cx="3767343" cy="4895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695EF-4E47-4C3F-8DF4-DF1DB637BB05}">
      <dsp:nvSpPr>
        <dsp:cNvPr id="0" name=""/>
        <dsp:cNvSpPr/>
      </dsp:nvSpPr>
      <dsp:spPr>
        <a:xfrm>
          <a:off x="0" y="0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562D3-E6D4-4EE1-B08E-8ADD11531FA1}">
      <dsp:nvSpPr>
        <dsp:cNvPr id="0" name=""/>
        <dsp:cNvSpPr/>
      </dsp:nvSpPr>
      <dsp:spPr>
        <a:xfrm>
          <a:off x="152718" y="114193"/>
          <a:ext cx="277670" cy="2776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E9226-43D9-4775-A20E-BC5D2BD8875A}">
      <dsp:nvSpPr>
        <dsp:cNvPr id="0" name=""/>
        <dsp:cNvSpPr/>
      </dsp:nvSpPr>
      <dsp:spPr>
        <a:xfrm>
          <a:off x="583107" y="601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Introdução à Disciplina</a:t>
          </a:r>
          <a:endParaRPr lang="en-US" sz="1600" kern="1200" dirty="0"/>
        </a:p>
      </dsp:txBody>
      <dsp:txXfrm>
        <a:off x="583107" y="601"/>
        <a:ext cx="4297003" cy="504854"/>
      </dsp:txXfrm>
    </dsp:sp>
    <dsp:sp modelId="{88B8DE9F-BFF9-40F9-827B-E1AB5395B1CC}">
      <dsp:nvSpPr>
        <dsp:cNvPr id="0" name=""/>
        <dsp:cNvSpPr/>
      </dsp:nvSpPr>
      <dsp:spPr>
        <a:xfrm>
          <a:off x="0" y="631669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5A09E-B9AE-4014-B93F-C539F40E6D14}">
      <dsp:nvSpPr>
        <dsp:cNvPr id="0" name=""/>
        <dsp:cNvSpPr/>
      </dsp:nvSpPr>
      <dsp:spPr>
        <a:xfrm>
          <a:off x="152718" y="745261"/>
          <a:ext cx="277670" cy="2776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D793E-B797-4586-A248-0B1C875C7641}">
      <dsp:nvSpPr>
        <dsp:cNvPr id="0" name=""/>
        <dsp:cNvSpPr/>
      </dsp:nvSpPr>
      <dsp:spPr>
        <a:xfrm>
          <a:off x="583107" y="631669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Conceitos Fundamentais do Big Data</a:t>
          </a:r>
          <a:endParaRPr lang="en-US" sz="1600" kern="1200"/>
        </a:p>
      </dsp:txBody>
      <dsp:txXfrm>
        <a:off x="583107" y="631669"/>
        <a:ext cx="4297003" cy="504854"/>
      </dsp:txXfrm>
    </dsp:sp>
    <dsp:sp modelId="{12930027-1F86-4E37-AE86-4A255152A462}">
      <dsp:nvSpPr>
        <dsp:cNvPr id="0" name=""/>
        <dsp:cNvSpPr/>
      </dsp:nvSpPr>
      <dsp:spPr>
        <a:xfrm>
          <a:off x="0" y="1262737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74E8D-0F59-433C-9A33-E1E81D19EBBB}">
      <dsp:nvSpPr>
        <dsp:cNvPr id="0" name=""/>
        <dsp:cNvSpPr/>
      </dsp:nvSpPr>
      <dsp:spPr>
        <a:xfrm>
          <a:off x="152718" y="1376330"/>
          <a:ext cx="277670" cy="2776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AA49A-30A1-441D-BB22-C76B7AD6BADB}">
      <dsp:nvSpPr>
        <dsp:cNvPr id="0" name=""/>
        <dsp:cNvSpPr/>
      </dsp:nvSpPr>
      <dsp:spPr>
        <a:xfrm>
          <a:off x="583107" y="1262737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Tecnologias para Big Data</a:t>
          </a:r>
          <a:endParaRPr lang="en-US" sz="1600" kern="1200"/>
        </a:p>
      </dsp:txBody>
      <dsp:txXfrm>
        <a:off x="583107" y="1262737"/>
        <a:ext cx="4297003" cy="504854"/>
      </dsp:txXfrm>
    </dsp:sp>
    <dsp:sp modelId="{401554BA-51F1-4008-8088-AEE5CD916FCC}">
      <dsp:nvSpPr>
        <dsp:cNvPr id="0" name=""/>
        <dsp:cNvSpPr/>
      </dsp:nvSpPr>
      <dsp:spPr>
        <a:xfrm>
          <a:off x="0" y="1893806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A90B25-7E39-490C-94B8-5D7CC86616CA}">
      <dsp:nvSpPr>
        <dsp:cNvPr id="0" name=""/>
        <dsp:cNvSpPr/>
      </dsp:nvSpPr>
      <dsp:spPr>
        <a:xfrm>
          <a:off x="152718" y="2007398"/>
          <a:ext cx="277670" cy="2776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238F7-9C4F-4D7E-85AA-0685550F92AD}">
      <dsp:nvSpPr>
        <dsp:cNvPr id="0" name=""/>
        <dsp:cNvSpPr/>
      </dsp:nvSpPr>
      <dsp:spPr>
        <a:xfrm>
          <a:off x="583107" y="1893806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Infraestrutura para Big Data</a:t>
          </a:r>
          <a:endParaRPr lang="en-US" sz="1600" kern="1200" dirty="0"/>
        </a:p>
      </dsp:txBody>
      <dsp:txXfrm>
        <a:off x="583107" y="1893806"/>
        <a:ext cx="4297003" cy="504854"/>
      </dsp:txXfrm>
    </dsp:sp>
    <dsp:sp modelId="{3AEC4C33-D60D-498E-916B-2A4705EE4AE4}">
      <dsp:nvSpPr>
        <dsp:cNvPr id="0" name=""/>
        <dsp:cNvSpPr/>
      </dsp:nvSpPr>
      <dsp:spPr>
        <a:xfrm>
          <a:off x="0" y="2524874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6761A-49C2-42D6-A526-68C3E3C2F9D2}">
      <dsp:nvSpPr>
        <dsp:cNvPr id="0" name=""/>
        <dsp:cNvSpPr/>
      </dsp:nvSpPr>
      <dsp:spPr>
        <a:xfrm>
          <a:off x="152718" y="2638467"/>
          <a:ext cx="277670" cy="2776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27F93-2C26-4D78-85E9-A18B3B4EAA3A}">
      <dsp:nvSpPr>
        <dsp:cNvPr id="0" name=""/>
        <dsp:cNvSpPr/>
      </dsp:nvSpPr>
      <dsp:spPr>
        <a:xfrm>
          <a:off x="583107" y="2524874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Processamento de Dados em Escala</a:t>
          </a:r>
          <a:endParaRPr lang="en-US" sz="1600" kern="1200" dirty="0"/>
        </a:p>
      </dsp:txBody>
      <dsp:txXfrm>
        <a:off x="583107" y="2524874"/>
        <a:ext cx="4297003" cy="504854"/>
      </dsp:txXfrm>
    </dsp:sp>
    <dsp:sp modelId="{3735C041-C77B-44F0-AC3F-EEA071678FFA}">
      <dsp:nvSpPr>
        <dsp:cNvPr id="0" name=""/>
        <dsp:cNvSpPr/>
      </dsp:nvSpPr>
      <dsp:spPr>
        <a:xfrm>
          <a:off x="0" y="3155943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C68228-A6F2-4FAC-80E6-17F8DCD63DF3}">
      <dsp:nvSpPr>
        <dsp:cNvPr id="0" name=""/>
        <dsp:cNvSpPr/>
      </dsp:nvSpPr>
      <dsp:spPr>
        <a:xfrm>
          <a:off x="152718" y="3269535"/>
          <a:ext cx="277670" cy="2776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BF9A34-7B3A-4E60-B139-CFE6A68B2E02}">
      <dsp:nvSpPr>
        <dsp:cNvPr id="0" name=""/>
        <dsp:cNvSpPr/>
      </dsp:nvSpPr>
      <dsp:spPr>
        <a:xfrm>
          <a:off x="583107" y="3155943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Streaming de Dados</a:t>
          </a:r>
          <a:endParaRPr lang="en-US" sz="1600" kern="1200" dirty="0"/>
        </a:p>
      </dsp:txBody>
      <dsp:txXfrm>
        <a:off x="583107" y="3155943"/>
        <a:ext cx="4297003" cy="504854"/>
      </dsp:txXfrm>
    </dsp:sp>
    <dsp:sp modelId="{004A9969-F1E3-4551-9D39-6F546E820C92}">
      <dsp:nvSpPr>
        <dsp:cNvPr id="0" name=""/>
        <dsp:cNvSpPr/>
      </dsp:nvSpPr>
      <dsp:spPr>
        <a:xfrm>
          <a:off x="0" y="3787011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ADA2DA-85F2-4B0F-BA34-D924668104B1}">
      <dsp:nvSpPr>
        <dsp:cNvPr id="0" name=""/>
        <dsp:cNvSpPr/>
      </dsp:nvSpPr>
      <dsp:spPr>
        <a:xfrm>
          <a:off x="152718" y="3900604"/>
          <a:ext cx="277670" cy="27767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79BFA-D6A0-4D6B-84ED-6C58329FEF87}">
      <dsp:nvSpPr>
        <dsp:cNvPr id="0" name=""/>
        <dsp:cNvSpPr/>
      </dsp:nvSpPr>
      <dsp:spPr>
        <a:xfrm>
          <a:off x="583107" y="3787011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Machine Learning</a:t>
          </a:r>
        </a:p>
      </dsp:txBody>
      <dsp:txXfrm>
        <a:off x="583107" y="3787011"/>
        <a:ext cx="4297003" cy="504854"/>
      </dsp:txXfrm>
    </dsp:sp>
    <dsp:sp modelId="{B824FFB9-AA02-4DEF-A0C1-592D16AA58E2}">
      <dsp:nvSpPr>
        <dsp:cNvPr id="0" name=""/>
        <dsp:cNvSpPr/>
      </dsp:nvSpPr>
      <dsp:spPr>
        <a:xfrm>
          <a:off x="0" y="4418681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A7FBED-0DA5-4510-BEED-7DB444785548}">
      <dsp:nvSpPr>
        <dsp:cNvPr id="0" name=""/>
        <dsp:cNvSpPr/>
      </dsp:nvSpPr>
      <dsp:spPr>
        <a:xfrm>
          <a:off x="152718" y="4531672"/>
          <a:ext cx="277670" cy="27767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A1A70-3EBC-4418-B45D-F7B0E04D8A7A}">
      <dsp:nvSpPr>
        <dsp:cNvPr id="0" name=""/>
        <dsp:cNvSpPr/>
      </dsp:nvSpPr>
      <dsp:spPr>
        <a:xfrm>
          <a:off x="583107" y="4418080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Ética e Privacidade em Big Data</a:t>
          </a:r>
          <a:endParaRPr lang="en-US" sz="1600" b="1" kern="1200" dirty="0"/>
        </a:p>
      </dsp:txBody>
      <dsp:txXfrm>
        <a:off x="583107" y="4418080"/>
        <a:ext cx="4297003" cy="5048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7510AC-C7A5-4537-B6DC-4B014BFBDAFB}">
      <dsp:nvSpPr>
        <dsp:cNvPr id="0" name=""/>
        <dsp:cNvSpPr/>
      </dsp:nvSpPr>
      <dsp:spPr>
        <a:xfrm>
          <a:off x="73847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37E313-B36D-4E83-A169-1C30D7CAF238}">
      <dsp:nvSpPr>
        <dsp:cNvPr id="0" name=""/>
        <dsp:cNvSpPr/>
      </dsp:nvSpPr>
      <dsp:spPr>
        <a:xfrm>
          <a:off x="78583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Big Data = </a:t>
          </a:r>
          <a:r>
            <a:rPr lang="en-US" sz="1500" kern="1200" dirty="0" err="1"/>
            <a:t>grandes</a:t>
          </a:r>
          <a:r>
            <a:rPr lang="en-US" sz="1500" kern="1200" dirty="0"/>
            <a:t> volumes de dados </a:t>
          </a:r>
          <a:r>
            <a:rPr lang="en-US" sz="1500" kern="1200" dirty="0" err="1"/>
            <a:t>gerados</a:t>
          </a:r>
          <a:r>
            <a:rPr lang="en-US" sz="1500" kern="1200" dirty="0"/>
            <a:t> </a:t>
          </a:r>
          <a:r>
            <a:rPr lang="en-US" sz="1500" kern="1200" dirty="0" err="1"/>
            <a:t>em</a:t>
          </a:r>
          <a:r>
            <a:rPr lang="en-US" sz="1500" kern="1200" dirty="0"/>
            <a:t> </a:t>
          </a:r>
          <a:r>
            <a:rPr lang="en-US" sz="1500" kern="1200" dirty="0" err="1"/>
            <a:t>alta</a:t>
          </a:r>
          <a:r>
            <a:rPr lang="en-US" sz="1500" kern="1200" dirty="0"/>
            <a:t> </a:t>
          </a:r>
          <a:r>
            <a:rPr lang="en-US" sz="1500" kern="1200" dirty="0" err="1"/>
            <a:t>velocidade</a:t>
          </a:r>
          <a:r>
            <a:rPr lang="en-US" sz="1500" kern="1200" dirty="0"/>
            <a:t> e </a:t>
          </a:r>
          <a:r>
            <a:rPr lang="en-US" sz="1500" kern="1200" dirty="0" err="1"/>
            <a:t>variedade</a:t>
          </a:r>
          <a:endParaRPr lang="en-US" sz="1500" kern="1200" dirty="0"/>
        </a:p>
      </dsp:txBody>
      <dsp:txXfrm>
        <a:off x="78583" y="1911041"/>
        <a:ext cx="2399612" cy="720000"/>
      </dsp:txXfrm>
    </dsp:sp>
    <dsp:sp modelId="{CCE0A2BF-816B-4325-BC58-594BDB7EE574}">
      <dsp:nvSpPr>
        <dsp:cNvPr id="0" name=""/>
        <dsp:cNvSpPr/>
      </dsp:nvSpPr>
      <dsp:spPr>
        <a:xfrm>
          <a:off x="3558022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D47D4E-28BB-4C8A-9F8B-3C9C46B55929}">
      <dsp:nvSpPr>
        <dsp:cNvPr id="0" name=""/>
        <dsp:cNvSpPr/>
      </dsp:nvSpPr>
      <dsp:spPr>
        <a:xfrm>
          <a:off x="2898129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5Vs: Volume, </a:t>
          </a:r>
          <a:r>
            <a:rPr lang="en-US" sz="1500" kern="1200" dirty="0" err="1"/>
            <a:t>Velocidade</a:t>
          </a:r>
          <a:r>
            <a:rPr lang="en-US" sz="1500" kern="1200" dirty="0"/>
            <a:t>, </a:t>
          </a:r>
          <a:r>
            <a:rPr lang="en-US" sz="1500" kern="1200" dirty="0" err="1"/>
            <a:t>Variedade</a:t>
          </a:r>
          <a:r>
            <a:rPr lang="en-US" sz="1500" kern="1200" dirty="0"/>
            <a:t>, </a:t>
          </a:r>
          <a:r>
            <a:rPr lang="en-US" sz="1500" kern="1200" dirty="0" err="1"/>
            <a:t>Veracidade</a:t>
          </a:r>
          <a:r>
            <a:rPr lang="en-US" sz="1500" kern="1200" dirty="0"/>
            <a:t>, Valor</a:t>
          </a:r>
        </a:p>
      </dsp:txBody>
      <dsp:txXfrm>
        <a:off x="2898129" y="1911041"/>
        <a:ext cx="2399612" cy="720000"/>
      </dsp:txXfrm>
    </dsp:sp>
    <dsp:sp modelId="{E4F84562-4469-453B-86BF-E570CD982876}">
      <dsp:nvSpPr>
        <dsp:cNvPr id="0" name=""/>
        <dsp:cNvSpPr/>
      </dsp:nvSpPr>
      <dsp:spPr>
        <a:xfrm>
          <a:off x="637756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72987E-8FC6-4B4F-89DD-C1336D1F1FD3}">
      <dsp:nvSpPr>
        <dsp:cNvPr id="0" name=""/>
        <dsp:cNvSpPr/>
      </dsp:nvSpPr>
      <dsp:spPr>
        <a:xfrm>
          <a:off x="5717674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Exemplo</a:t>
          </a:r>
          <a:r>
            <a:rPr lang="en-US" sz="1500" kern="1200" dirty="0"/>
            <a:t> </a:t>
          </a:r>
          <a:r>
            <a:rPr lang="en-US" sz="1500" kern="1200" dirty="0" err="1"/>
            <a:t>prático</a:t>
          </a:r>
          <a:r>
            <a:rPr lang="en-US" sz="1500" kern="1200" dirty="0"/>
            <a:t>: redes </a:t>
          </a:r>
          <a:r>
            <a:rPr lang="en-US" sz="1500" kern="1200" dirty="0" err="1"/>
            <a:t>sociais</a:t>
          </a:r>
          <a:r>
            <a:rPr lang="en-US" sz="1500" kern="1200" dirty="0"/>
            <a:t>, </a:t>
          </a:r>
          <a:r>
            <a:rPr lang="en-US" sz="1500" kern="1200" dirty="0" err="1"/>
            <a:t>sensores</a:t>
          </a:r>
          <a:r>
            <a:rPr lang="en-US" sz="1500" kern="1200" dirty="0"/>
            <a:t> IoT, e-commerce</a:t>
          </a:r>
        </a:p>
      </dsp:txBody>
      <dsp:txXfrm>
        <a:off x="5717674" y="1911041"/>
        <a:ext cx="2399612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B88422-5B84-4418-9F11-F70F4E18C91B}">
      <dsp:nvSpPr>
        <dsp:cNvPr id="0" name=""/>
        <dsp:cNvSpPr/>
      </dsp:nvSpPr>
      <dsp:spPr>
        <a:xfrm>
          <a:off x="376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31A65C-A77C-4F5B-910E-5857D3CD6C67}">
      <dsp:nvSpPr>
        <dsp:cNvPr id="0" name=""/>
        <dsp:cNvSpPr/>
      </dsp:nvSpPr>
      <dsp:spPr>
        <a:xfrm>
          <a:off x="610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3F877-05F2-434B-9A69-2BB4785A72FC}">
      <dsp:nvSpPr>
        <dsp:cNvPr id="0" name=""/>
        <dsp:cNvSpPr/>
      </dsp:nvSpPr>
      <dsp:spPr>
        <a:xfrm>
          <a:off x="25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Hadoop: HDFS + MapReduce + YARN</a:t>
          </a:r>
        </a:p>
      </dsp:txBody>
      <dsp:txXfrm>
        <a:off x="25435" y="1932302"/>
        <a:ext cx="1800000" cy="720000"/>
      </dsp:txXfrm>
    </dsp:sp>
    <dsp:sp modelId="{77DC3A07-F0A4-46A1-8DF6-7108FDA3FB00}">
      <dsp:nvSpPr>
        <dsp:cNvPr id="0" name=""/>
        <dsp:cNvSpPr/>
      </dsp:nvSpPr>
      <dsp:spPr>
        <a:xfrm>
          <a:off x="2491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91E7AA-5452-4AC8-9E99-C67ADBE9F329}">
      <dsp:nvSpPr>
        <dsp:cNvPr id="0" name=""/>
        <dsp:cNvSpPr/>
      </dsp:nvSpPr>
      <dsp:spPr>
        <a:xfrm>
          <a:off x="2725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F81393-BEAD-4172-A978-0F19D8BD16CA}">
      <dsp:nvSpPr>
        <dsp:cNvPr id="0" name=""/>
        <dsp:cNvSpPr/>
      </dsp:nvSpPr>
      <dsp:spPr>
        <a:xfrm>
          <a:off x="2140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Spark: processamento em memória, mais rápido</a:t>
          </a:r>
        </a:p>
      </dsp:txBody>
      <dsp:txXfrm>
        <a:off x="2140435" y="1932302"/>
        <a:ext cx="1800000" cy="720000"/>
      </dsp:txXfrm>
    </dsp:sp>
    <dsp:sp modelId="{9BD2B912-F489-408F-A2BB-85D962E10FFF}">
      <dsp:nvSpPr>
        <dsp:cNvPr id="0" name=""/>
        <dsp:cNvSpPr/>
      </dsp:nvSpPr>
      <dsp:spPr>
        <a:xfrm>
          <a:off x="4606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3619E-DEE9-4A09-8653-A231712B6CB6}">
      <dsp:nvSpPr>
        <dsp:cNvPr id="0" name=""/>
        <dsp:cNvSpPr/>
      </dsp:nvSpPr>
      <dsp:spPr>
        <a:xfrm>
          <a:off x="4840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EB5EA-8484-4B72-9D1B-37330E54BE94}">
      <dsp:nvSpPr>
        <dsp:cNvPr id="0" name=""/>
        <dsp:cNvSpPr/>
      </dsp:nvSpPr>
      <dsp:spPr>
        <a:xfrm>
          <a:off x="4255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NoSQL: bancos não relacionais (MongoDB, Cassandra)</a:t>
          </a:r>
        </a:p>
      </dsp:txBody>
      <dsp:txXfrm>
        <a:off x="4255435" y="1932302"/>
        <a:ext cx="1800000" cy="720000"/>
      </dsp:txXfrm>
    </dsp:sp>
    <dsp:sp modelId="{C96FA457-5E09-4938-9573-29CB6E9E6DA2}">
      <dsp:nvSpPr>
        <dsp:cNvPr id="0" name=""/>
        <dsp:cNvSpPr/>
      </dsp:nvSpPr>
      <dsp:spPr>
        <a:xfrm>
          <a:off x="6721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2515F9-B96B-4A8B-96BA-6E8FECA312C7}">
      <dsp:nvSpPr>
        <dsp:cNvPr id="0" name=""/>
        <dsp:cNvSpPr/>
      </dsp:nvSpPr>
      <dsp:spPr>
        <a:xfrm>
          <a:off x="6955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77CF7B-994D-421E-B6D1-8E15AA6CB111}">
      <dsp:nvSpPr>
        <dsp:cNvPr id="0" name=""/>
        <dsp:cNvSpPr/>
      </dsp:nvSpPr>
      <dsp:spPr>
        <a:xfrm>
          <a:off x="6370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Data Lake vs Data Warehouse</a:t>
          </a:r>
        </a:p>
      </dsp:txBody>
      <dsp:txXfrm>
        <a:off x="6370435" y="1932302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618DB7-640F-4C5E-B1A0-A0B27E06356B}">
      <dsp:nvSpPr>
        <dsp:cNvPr id="0" name=""/>
        <dsp:cNvSpPr/>
      </dsp:nvSpPr>
      <dsp:spPr>
        <a:xfrm>
          <a:off x="0" y="1716"/>
          <a:ext cx="4773168" cy="8698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65071-F482-4B70-815D-051DB0F36713}">
      <dsp:nvSpPr>
        <dsp:cNvPr id="0" name=""/>
        <dsp:cNvSpPr/>
      </dsp:nvSpPr>
      <dsp:spPr>
        <a:xfrm>
          <a:off x="263139" y="197439"/>
          <a:ext cx="478435" cy="4784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851E71-E294-4187-852C-15CA7DB403EF}">
      <dsp:nvSpPr>
        <dsp:cNvPr id="0" name=""/>
        <dsp:cNvSpPr/>
      </dsp:nvSpPr>
      <dsp:spPr>
        <a:xfrm>
          <a:off x="1004714" y="1716"/>
          <a:ext cx="3768453" cy="869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063" tIns="92063" rIns="92063" bIns="9206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Processamento</a:t>
          </a:r>
          <a:r>
            <a:rPr lang="en-US" sz="2200" kern="1200" dirty="0"/>
            <a:t> </a:t>
          </a:r>
          <a:r>
            <a:rPr lang="en-US" sz="2200" kern="1200" dirty="0" err="1"/>
            <a:t>Distribuído</a:t>
          </a:r>
          <a:r>
            <a:rPr lang="en-US" sz="2200" kern="1200" dirty="0"/>
            <a:t> e </a:t>
          </a:r>
          <a:r>
            <a:rPr lang="en-US" sz="2200" kern="1200" dirty="0" err="1"/>
            <a:t>Paralelismo</a:t>
          </a:r>
          <a:endParaRPr lang="en-US" sz="2200" kern="1200" dirty="0"/>
        </a:p>
      </dsp:txBody>
      <dsp:txXfrm>
        <a:off x="1004714" y="1716"/>
        <a:ext cx="3768453" cy="869882"/>
      </dsp:txXfrm>
    </dsp:sp>
    <dsp:sp modelId="{6B5A22B3-7DC9-4C71-B523-EB91DDB83DBC}">
      <dsp:nvSpPr>
        <dsp:cNvPr id="0" name=""/>
        <dsp:cNvSpPr/>
      </dsp:nvSpPr>
      <dsp:spPr>
        <a:xfrm>
          <a:off x="0" y="1089069"/>
          <a:ext cx="4773168" cy="8698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B234E1-B0AE-49E6-9D62-275C1ACF8D49}">
      <dsp:nvSpPr>
        <dsp:cNvPr id="0" name=""/>
        <dsp:cNvSpPr/>
      </dsp:nvSpPr>
      <dsp:spPr>
        <a:xfrm>
          <a:off x="263139" y="1284792"/>
          <a:ext cx="478435" cy="4784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0EB214-1E2E-4252-AAF3-EAB1B956A592}">
      <dsp:nvSpPr>
        <dsp:cNvPr id="0" name=""/>
        <dsp:cNvSpPr/>
      </dsp:nvSpPr>
      <dsp:spPr>
        <a:xfrm>
          <a:off x="1004714" y="1089069"/>
          <a:ext cx="3768453" cy="869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063" tIns="92063" rIns="92063" bIns="9206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Batch Processing: dados </a:t>
          </a:r>
          <a:r>
            <a:rPr lang="en-US" sz="2200" kern="1200" dirty="0" err="1"/>
            <a:t>em</a:t>
          </a:r>
          <a:r>
            <a:rPr lang="en-US" sz="2200" kern="1200" dirty="0"/>
            <a:t> </a:t>
          </a:r>
          <a:r>
            <a:rPr lang="en-US" sz="2200" kern="1200" dirty="0" err="1"/>
            <a:t>lotes</a:t>
          </a:r>
          <a:r>
            <a:rPr lang="en-US" sz="2200" kern="1200" dirty="0"/>
            <a:t>, </a:t>
          </a:r>
          <a:r>
            <a:rPr lang="en-US" sz="2200" kern="1200" dirty="0" err="1"/>
            <a:t>útil</a:t>
          </a:r>
          <a:r>
            <a:rPr lang="en-US" sz="2200" kern="1200" dirty="0"/>
            <a:t> para ETL</a:t>
          </a:r>
        </a:p>
      </dsp:txBody>
      <dsp:txXfrm>
        <a:off x="1004714" y="1089069"/>
        <a:ext cx="3768453" cy="869882"/>
      </dsp:txXfrm>
    </dsp:sp>
    <dsp:sp modelId="{50255A9C-A1A5-4E99-BDB7-6D4ADED17E62}">
      <dsp:nvSpPr>
        <dsp:cNvPr id="0" name=""/>
        <dsp:cNvSpPr/>
      </dsp:nvSpPr>
      <dsp:spPr>
        <a:xfrm>
          <a:off x="0" y="2176422"/>
          <a:ext cx="4773168" cy="8698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0D9EDA-CD3E-47EF-A633-1106AEFCB3FB}">
      <dsp:nvSpPr>
        <dsp:cNvPr id="0" name=""/>
        <dsp:cNvSpPr/>
      </dsp:nvSpPr>
      <dsp:spPr>
        <a:xfrm>
          <a:off x="263139" y="2372145"/>
          <a:ext cx="478435" cy="4784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12536-E2C8-46BA-B76D-EDF9638A098D}">
      <dsp:nvSpPr>
        <dsp:cNvPr id="0" name=""/>
        <dsp:cNvSpPr/>
      </dsp:nvSpPr>
      <dsp:spPr>
        <a:xfrm>
          <a:off x="1004714" y="2176422"/>
          <a:ext cx="3768453" cy="869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063" tIns="92063" rIns="92063" bIns="9206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Stream Processing: dados </a:t>
          </a:r>
          <a:r>
            <a:rPr lang="en-US" sz="2200" kern="1200" dirty="0" err="1"/>
            <a:t>em</a:t>
          </a:r>
          <a:r>
            <a:rPr lang="en-US" sz="2200" kern="1200" dirty="0"/>
            <a:t> tempo real, </a:t>
          </a:r>
          <a:r>
            <a:rPr lang="en-US" sz="2200" kern="1200" dirty="0" err="1"/>
            <a:t>útil</a:t>
          </a:r>
          <a:r>
            <a:rPr lang="en-US" sz="2200" kern="1200" dirty="0"/>
            <a:t> para </a:t>
          </a:r>
          <a:r>
            <a:rPr lang="en-US" sz="2200" kern="1200" dirty="0" err="1"/>
            <a:t>alertas</a:t>
          </a:r>
          <a:endParaRPr lang="en-US" sz="2200" kern="1200" dirty="0"/>
        </a:p>
      </dsp:txBody>
      <dsp:txXfrm>
        <a:off x="1004714" y="2176422"/>
        <a:ext cx="3768453" cy="869882"/>
      </dsp:txXfrm>
    </dsp:sp>
    <dsp:sp modelId="{F01665E2-9B31-4D93-88EB-123922FA84B4}">
      <dsp:nvSpPr>
        <dsp:cNvPr id="0" name=""/>
        <dsp:cNvSpPr/>
      </dsp:nvSpPr>
      <dsp:spPr>
        <a:xfrm>
          <a:off x="0" y="3263775"/>
          <a:ext cx="4773168" cy="8698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CA53E5-7987-4FFF-9D37-A8BF032FE031}">
      <dsp:nvSpPr>
        <dsp:cNvPr id="0" name=""/>
        <dsp:cNvSpPr/>
      </dsp:nvSpPr>
      <dsp:spPr>
        <a:xfrm>
          <a:off x="263139" y="3459498"/>
          <a:ext cx="478435" cy="4784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AE8B2-3646-4423-BD18-86905794591F}">
      <dsp:nvSpPr>
        <dsp:cNvPr id="0" name=""/>
        <dsp:cNvSpPr/>
      </dsp:nvSpPr>
      <dsp:spPr>
        <a:xfrm>
          <a:off x="1004714" y="3263775"/>
          <a:ext cx="3768453" cy="869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063" tIns="92063" rIns="92063" bIns="9206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Ferramentas: Hadoop, Spark, Kafka</a:t>
          </a:r>
        </a:p>
      </dsp:txBody>
      <dsp:txXfrm>
        <a:off x="1004714" y="3263775"/>
        <a:ext cx="3768453" cy="86988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9054B3-6509-4843-A3E4-7E739D32D967}">
      <dsp:nvSpPr>
        <dsp:cNvPr id="0" name=""/>
        <dsp:cNvSpPr/>
      </dsp:nvSpPr>
      <dsp:spPr>
        <a:xfrm>
          <a:off x="518185" y="244801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3A9934-14A4-454C-BA08-A01A76B5E944}">
      <dsp:nvSpPr>
        <dsp:cNvPr id="0" name=""/>
        <dsp:cNvSpPr/>
      </dsp:nvSpPr>
      <dsp:spPr>
        <a:xfrm>
          <a:off x="832623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A1D5B6-4F80-4505-A268-41D48D590F2D}">
      <dsp:nvSpPr>
        <dsp:cNvPr id="0" name=""/>
        <dsp:cNvSpPr/>
      </dsp:nvSpPr>
      <dsp:spPr>
        <a:xfrm>
          <a:off x="46529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Streaming: </a:t>
          </a:r>
          <a:r>
            <a:rPr lang="en-US" sz="1700" kern="1200" dirty="0" err="1"/>
            <a:t>fluxo</a:t>
          </a:r>
          <a:r>
            <a:rPr lang="en-US" sz="1700" kern="1200" dirty="0"/>
            <a:t> </a:t>
          </a:r>
          <a:r>
            <a:rPr lang="en-US" sz="1700" kern="1200" dirty="0" err="1"/>
            <a:t>contínuo</a:t>
          </a:r>
          <a:r>
            <a:rPr lang="en-US" sz="1700" kern="1200" dirty="0"/>
            <a:t> de dados</a:t>
          </a:r>
        </a:p>
      </dsp:txBody>
      <dsp:txXfrm>
        <a:off x="46529" y="2179802"/>
        <a:ext cx="2418750" cy="720000"/>
      </dsp:txXfrm>
    </dsp:sp>
    <dsp:sp modelId="{B874E363-5397-42E1-A163-BE47AA26A834}">
      <dsp:nvSpPr>
        <dsp:cNvPr id="0" name=""/>
        <dsp:cNvSpPr/>
      </dsp:nvSpPr>
      <dsp:spPr>
        <a:xfrm>
          <a:off x="3360216" y="244801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A1DA81-86C3-4938-9E5E-530E569DBA9F}">
      <dsp:nvSpPr>
        <dsp:cNvPr id="0" name=""/>
        <dsp:cNvSpPr/>
      </dsp:nvSpPr>
      <dsp:spPr>
        <a:xfrm>
          <a:off x="3674654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517DE0-BE70-4D36-907F-0FADDA132666}">
      <dsp:nvSpPr>
        <dsp:cNvPr id="0" name=""/>
        <dsp:cNvSpPr/>
      </dsp:nvSpPr>
      <dsp:spPr>
        <a:xfrm>
          <a:off x="2888560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Ferramentas: Apache Kafka, Spark Streaming, Flink</a:t>
          </a:r>
        </a:p>
      </dsp:txBody>
      <dsp:txXfrm>
        <a:off x="2888560" y="2179802"/>
        <a:ext cx="2418750" cy="720000"/>
      </dsp:txXfrm>
    </dsp:sp>
    <dsp:sp modelId="{AC04A70C-56A3-4D3B-88E1-AAF22B941288}">
      <dsp:nvSpPr>
        <dsp:cNvPr id="0" name=""/>
        <dsp:cNvSpPr/>
      </dsp:nvSpPr>
      <dsp:spPr>
        <a:xfrm>
          <a:off x="6202248" y="244801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062046-8BF2-4EC6-AC4C-1E6D941DB0BC}">
      <dsp:nvSpPr>
        <dsp:cNvPr id="0" name=""/>
        <dsp:cNvSpPr/>
      </dsp:nvSpPr>
      <dsp:spPr>
        <a:xfrm>
          <a:off x="6516685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FA5F3-9AD1-4668-86A1-9FF4EEC50784}">
      <dsp:nvSpPr>
        <dsp:cNvPr id="0" name=""/>
        <dsp:cNvSpPr/>
      </dsp:nvSpPr>
      <dsp:spPr>
        <a:xfrm>
          <a:off x="5730591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 err="1"/>
            <a:t>Aplicações</a:t>
          </a:r>
          <a:r>
            <a:rPr lang="en-US" sz="1700" kern="1200" dirty="0"/>
            <a:t>: Uber, YouTube, redes </a:t>
          </a:r>
          <a:r>
            <a:rPr lang="en-US" sz="1700" kern="1200" dirty="0" err="1"/>
            <a:t>sociais</a:t>
          </a:r>
          <a:r>
            <a:rPr lang="en-US" sz="1700" kern="1200" dirty="0"/>
            <a:t>, IoT</a:t>
          </a:r>
        </a:p>
      </dsp:txBody>
      <dsp:txXfrm>
        <a:off x="5730591" y="2179802"/>
        <a:ext cx="241875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F7A26-DE8B-4FBB-8A84-6D47103BC159}">
      <dsp:nvSpPr>
        <dsp:cNvPr id="0" name=""/>
        <dsp:cNvSpPr/>
      </dsp:nvSpPr>
      <dsp:spPr>
        <a:xfrm>
          <a:off x="0" y="156380"/>
          <a:ext cx="5570630" cy="29483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</a:t>
          </a:r>
          <a:r>
            <a:rPr lang="en-US" sz="1200" kern="1200" dirty="0" err="1"/>
            <a:t>Acurácia</a:t>
          </a:r>
          <a:r>
            <a:rPr lang="en-US" sz="1200" kern="1200" dirty="0"/>
            <a:t>:</a:t>
          </a:r>
        </a:p>
      </dsp:txBody>
      <dsp:txXfrm>
        <a:off x="14393" y="170773"/>
        <a:ext cx="5541844" cy="266053"/>
      </dsp:txXfrm>
    </dsp:sp>
    <dsp:sp modelId="{8E1D10C9-A477-495D-BA22-1F66D0D9601B}">
      <dsp:nvSpPr>
        <dsp:cNvPr id="0" name=""/>
        <dsp:cNvSpPr/>
      </dsp:nvSpPr>
      <dsp:spPr>
        <a:xfrm>
          <a:off x="0" y="451220"/>
          <a:ext cx="5570630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868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taxa de </a:t>
          </a:r>
          <a:r>
            <a:rPr lang="en-US" sz="900" kern="1200" dirty="0" err="1"/>
            <a:t>acertos</a:t>
          </a:r>
          <a:endParaRPr lang="en-US" sz="900" kern="1200" dirty="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900" b="1" kern="1200"/>
            <a:t>“Entre todos os casos, quantos acertei?”</a:t>
          </a:r>
          <a:br>
            <a:rPr lang="pt-BR" sz="900" kern="1200"/>
          </a:br>
          <a:r>
            <a:rPr lang="pt-BR" sz="900" kern="1200"/>
            <a:t>👉 É o percentual total de acertos.</a:t>
          </a:r>
          <a:br>
            <a:rPr lang="pt-BR" sz="900" kern="1200"/>
          </a:br>
          <a:r>
            <a:rPr lang="pt-BR" sz="900" kern="1200"/>
            <a:t>💬 </a:t>
          </a:r>
          <a:r>
            <a:rPr lang="pt-BR" sz="900" i="1" kern="1200"/>
            <a:t>Exemplo: De 100 candidatos, o sistema classificou 90 corretamente. A acurácia é 90%.</a:t>
          </a:r>
          <a:endParaRPr lang="en-US" sz="900" kern="1200" dirty="0"/>
        </a:p>
      </dsp:txBody>
      <dsp:txXfrm>
        <a:off x="0" y="451220"/>
        <a:ext cx="5570630" cy="596160"/>
      </dsp:txXfrm>
    </dsp:sp>
    <dsp:sp modelId="{88BB49A5-2489-4D7C-956C-A8FAFBD12C83}">
      <dsp:nvSpPr>
        <dsp:cNvPr id="0" name=""/>
        <dsp:cNvSpPr/>
      </dsp:nvSpPr>
      <dsp:spPr>
        <a:xfrm>
          <a:off x="0" y="1047381"/>
          <a:ext cx="5570630" cy="294839"/>
        </a:xfrm>
        <a:prstGeom prst="roundRect">
          <a:avLst/>
        </a:prstGeom>
        <a:gradFill rotWithShape="0">
          <a:gsLst>
            <a:gs pos="0">
              <a:schemeClr val="accent2">
                <a:hueOff val="-425792"/>
                <a:satOff val="117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25792"/>
                <a:satOff val="117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25792"/>
                <a:satOff val="117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Precisão:</a:t>
          </a:r>
        </a:p>
      </dsp:txBody>
      <dsp:txXfrm>
        <a:off x="14393" y="1061774"/>
        <a:ext cx="5541844" cy="266053"/>
      </dsp:txXfrm>
    </dsp:sp>
    <dsp:sp modelId="{1F83EE32-A1B0-4684-B5CF-4C707857A494}">
      <dsp:nvSpPr>
        <dsp:cNvPr id="0" name=""/>
        <dsp:cNvSpPr/>
      </dsp:nvSpPr>
      <dsp:spPr>
        <a:xfrm>
          <a:off x="0" y="1342220"/>
          <a:ext cx="5570630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868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entre </a:t>
          </a:r>
          <a:r>
            <a:rPr lang="en-US" sz="900" kern="1200" dirty="0" err="1"/>
            <a:t>os</a:t>
          </a:r>
          <a:r>
            <a:rPr lang="en-US" sz="900" kern="1200" dirty="0"/>
            <a:t> </a:t>
          </a:r>
          <a:r>
            <a:rPr lang="en-US" sz="900" kern="1200" dirty="0" err="1"/>
            <a:t>positivos</a:t>
          </a:r>
          <a:r>
            <a:rPr lang="en-US" sz="900" kern="1200" dirty="0"/>
            <a:t> </a:t>
          </a:r>
          <a:r>
            <a:rPr lang="en-US" sz="900" kern="1200" dirty="0" err="1"/>
            <a:t>previstos</a:t>
          </a:r>
          <a:r>
            <a:rPr lang="en-US" sz="900" kern="1200" dirty="0"/>
            <a:t>, </a:t>
          </a:r>
          <a:r>
            <a:rPr lang="en-US" sz="900" kern="1200" dirty="0" err="1"/>
            <a:t>quantos</a:t>
          </a:r>
          <a:r>
            <a:rPr lang="en-US" sz="900" kern="1200" dirty="0"/>
            <a:t> </a:t>
          </a:r>
          <a:r>
            <a:rPr lang="en-US" sz="900" kern="1200" dirty="0" err="1"/>
            <a:t>estavam</a:t>
          </a:r>
          <a:r>
            <a:rPr lang="en-US" sz="900" kern="1200" dirty="0"/>
            <a:t> </a:t>
          </a:r>
          <a:r>
            <a:rPr lang="en-US" sz="900" kern="1200" dirty="0" err="1"/>
            <a:t>certos</a:t>
          </a:r>
          <a:r>
            <a:rPr lang="en-US" sz="900" kern="1200" dirty="0"/>
            <a:t>?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pt-BR" sz="900" b="1" kern="1200"/>
            <a:t>“Entre os casos que o modelo disse que eram positivos, quantos realmente eram?”</a:t>
          </a:r>
          <a:br>
            <a:rPr lang="pt-BR" sz="900" kern="1200"/>
          </a:br>
          <a:r>
            <a:rPr lang="pt-BR" sz="900" b="1" kern="1200"/>
            <a:t>quantos dos alertas estavam certos</a:t>
          </a:r>
          <a:br>
            <a:rPr lang="pt-BR" sz="900" kern="1200"/>
          </a:br>
          <a:r>
            <a:rPr lang="pt-BR" sz="900" i="1" kern="1200"/>
            <a:t>Exemplo: O modelo disse que 10 currículos eram bons, mas só 6 realmente eram. A precisão é 60%.</a:t>
          </a:r>
          <a:endParaRPr lang="en-US" sz="900" kern="1200" dirty="0"/>
        </a:p>
      </dsp:txBody>
      <dsp:txXfrm>
        <a:off x="0" y="1342220"/>
        <a:ext cx="5570630" cy="571320"/>
      </dsp:txXfrm>
    </dsp:sp>
    <dsp:sp modelId="{1CC06BCD-DF7C-44AD-979F-CB8769735CB9}">
      <dsp:nvSpPr>
        <dsp:cNvPr id="0" name=""/>
        <dsp:cNvSpPr/>
      </dsp:nvSpPr>
      <dsp:spPr>
        <a:xfrm>
          <a:off x="0" y="1913541"/>
          <a:ext cx="5570630" cy="294839"/>
        </a:xfrm>
        <a:prstGeom prst="roundRect">
          <a:avLst/>
        </a:prstGeom>
        <a:gradFill rotWithShape="0">
          <a:gsLst>
            <a:gs pos="0">
              <a:schemeClr val="accent2">
                <a:hueOff val="-851583"/>
                <a:satOff val="2339"/>
                <a:lumOff val="156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51583"/>
                <a:satOff val="2339"/>
                <a:lumOff val="156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51583"/>
                <a:satOff val="2339"/>
                <a:lumOff val="156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Recall:</a:t>
          </a:r>
        </a:p>
      </dsp:txBody>
      <dsp:txXfrm>
        <a:off x="14393" y="1927934"/>
        <a:ext cx="5541844" cy="266053"/>
      </dsp:txXfrm>
    </dsp:sp>
    <dsp:sp modelId="{FD4678FB-F99B-47A7-944C-DE44D59189E3}">
      <dsp:nvSpPr>
        <dsp:cNvPr id="0" name=""/>
        <dsp:cNvSpPr/>
      </dsp:nvSpPr>
      <dsp:spPr>
        <a:xfrm>
          <a:off x="0" y="2208381"/>
          <a:ext cx="5570630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868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entre </a:t>
          </a:r>
          <a:r>
            <a:rPr lang="en-US" sz="900" kern="1200" dirty="0" err="1"/>
            <a:t>os</a:t>
          </a:r>
          <a:r>
            <a:rPr lang="en-US" sz="900" kern="1200" dirty="0"/>
            <a:t> </a:t>
          </a:r>
          <a:r>
            <a:rPr lang="en-US" sz="900" kern="1200" dirty="0" err="1"/>
            <a:t>positivos</a:t>
          </a:r>
          <a:r>
            <a:rPr lang="en-US" sz="900" kern="1200" dirty="0"/>
            <a:t> reais, </a:t>
          </a:r>
          <a:r>
            <a:rPr lang="en-US" sz="900" kern="1200" dirty="0" err="1"/>
            <a:t>quantos</a:t>
          </a:r>
          <a:r>
            <a:rPr lang="en-US" sz="900" kern="1200" dirty="0"/>
            <a:t> </a:t>
          </a:r>
          <a:r>
            <a:rPr lang="en-US" sz="900" kern="1200" dirty="0" err="1"/>
            <a:t>foram</a:t>
          </a:r>
          <a:r>
            <a:rPr lang="en-US" sz="900" kern="1200" dirty="0"/>
            <a:t> </a:t>
          </a:r>
          <a:r>
            <a:rPr lang="en-US" sz="900" kern="1200" dirty="0" err="1"/>
            <a:t>previstos</a:t>
          </a:r>
          <a:r>
            <a:rPr lang="en-US" sz="900" kern="1200" dirty="0"/>
            <a:t>?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pt-BR" sz="900" b="1" kern="1200"/>
            <a:t>“Entre os positivos reais, quantos o modelo conseguiu encontrar?”</a:t>
          </a:r>
          <a:br>
            <a:rPr lang="pt-BR" sz="900" kern="1200"/>
          </a:br>
          <a:r>
            <a:rPr lang="pt-BR" sz="900" b="1" kern="1200"/>
            <a:t>quantos dos bons casos ele conseguiu identificar</a:t>
          </a:r>
          <a:br>
            <a:rPr lang="pt-BR" sz="900" kern="1200"/>
          </a:br>
          <a:r>
            <a:rPr lang="pt-BR" sz="900" i="1" kern="1200"/>
            <a:t>Exemplo: Tinha 20 currículos bons. O modelo achou só 10. O recall é 50%.</a:t>
          </a:r>
          <a:endParaRPr lang="en-US" sz="900" kern="1200" dirty="0"/>
        </a:p>
      </dsp:txBody>
      <dsp:txXfrm>
        <a:off x="0" y="2208381"/>
        <a:ext cx="5570630" cy="571320"/>
      </dsp:txXfrm>
    </dsp:sp>
    <dsp:sp modelId="{20D6499C-2A10-440C-AB66-EE3988834B91}">
      <dsp:nvSpPr>
        <dsp:cNvPr id="0" name=""/>
        <dsp:cNvSpPr/>
      </dsp:nvSpPr>
      <dsp:spPr>
        <a:xfrm>
          <a:off x="0" y="2779701"/>
          <a:ext cx="5570630" cy="294839"/>
        </a:xfrm>
        <a:prstGeom prst="roundRect">
          <a:avLst/>
        </a:prstGeom>
        <a:gradFill rotWithShape="0">
          <a:gsLst>
            <a:gs pos="0">
              <a:schemeClr val="accent2">
                <a:hueOff val="-1277375"/>
                <a:satOff val="3509"/>
                <a:lumOff val="23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277375"/>
                <a:satOff val="3509"/>
                <a:lumOff val="23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277375"/>
                <a:satOff val="3509"/>
                <a:lumOff val="23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F1-score:</a:t>
          </a:r>
        </a:p>
      </dsp:txBody>
      <dsp:txXfrm>
        <a:off x="14393" y="2794094"/>
        <a:ext cx="5541844" cy="266053"/>
      </dsp:txXfrm>
    </dsp:sp>
    <dsp:sp modelId="{F765156B-A23E-4A7C-8397-F506F243F941}">
      <dsp:nvSpPr>
        <dsp:cNvPr id="0" name=""/>
        <dsp:cNvSpPr/>
      </dsp:nvSpPr>
      <dsp:spPr>
        <a:xfrm>
          <a:off x="0" y="3074541"/>
          <a:ext cx="5570630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868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 err="1"/>
            <a:t>equilíbrio</a:t>
          </a:r>
          <a:r>
            <a:rPr lang="en-US" sz="900" kern="1200" dirty="0"/>
            <a:t> entre </a:t>
          </a:r>
          <a:r>
            <a:rPr lang="en-US" sz="900" kern="1200" dirty="0" err="1"/>
            <a:t>precisão</a:t>
          </a:r>
          <a:r>
            <a:rPr lang="en-US" sz="900" kern="1200" dirty="0"/>
            <a:t> e recall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pt-BR" sz="900" b="1" kern="1200"/>
            <a:t>“Quanto equilíbrio existe entre precisão e recall?”</a:t>
          </a:r>
          <a:br>
            <a:rPr lang="pt-BR" sz="900" kern="1200"/>
          </a:br>
          <a:r>
            <a:rPr lang="pt-BR" sz="900" b="1" kern="1200"/>
            <a:t>média harmônica</a:t>
          </a:r>
          <a:br>
            <a:rPr lang="pt-BR" sz="900" kern="1200"/>
          </a:br>
          <a:r>
            <a:rPr lang="pt-BR" sz="900" i="1" kern="1200"/>
            <a:t>Bom quando você quer um modelo que erre o mínimo possível tanto em falsos positivos quanto negativos.</a:t>
          </a:r>
          <a:endParaRPr lang="en-US" sz="900" kern="1200" dirty="0"/>
        </a:p>
      </dsp:txBody>
      <dsp:txXfrm>
        <a:off x="0" y="3074541"/>
        <a:ext cx="5570630" cy="69552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9F92F2-61B8-450A-9932-174957EF0E77}">
      <dsp:nvSpPr>
        <dsp:cNvPr id="0" name=""/>
        <dsp:cNvSpPr/>
      </dsp:nvSpPr>
      <dsp:spPr>
        <a:xfrm>
          <a:off x="0" y="4911"/>
          <a:ext cx="8580120" cy="5419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39433F-36D5-41D3-99CE-B9A6EC4297EE}">
      <dsp:nvSpPr>
        <dsp:cNvPr id="0" name=""/>
        <dsp:cNvSpPr/>
      </dsp:nvSpPr>
      <dsp:spPr>
        <a:xfrm>
          <a:off x="163928" y="126842"/>
          <a:ext cx="298344" cy="2980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A3FABB-B18F-40C8-B50A-907F55AC08D4}">
      <dsp:nvSpPr>
        <dsp:cNvPr id="0" name=""/>
        <dsp:cNvSpPr/>
      </dsp:nvSpPr>
      <dsp:spPr>
        <a:xfrm>
          <a:off x="626202" y="4911"/>
          <a:ext cx="7897657" cy="643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106" tIns="68106" rIns="68106" bIns="6810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Tema 1 – Conceitos Fundamentais de Big </a:t>
          </a:r>
          <a:r>
            <a:rPr lang="pt-BR" sz="1400" kern="1200" dirty="0" err="1"/>
            <a:t>DataPergunta</a:t>
          </a:r>
          <a:r>
            <a:rPr lang="pt-BR" sz="1400" kern="1200" dirty="0"/>
            <a:t>:"Explique com suas palavras o que são os 5Vs do Big Data e como eles impactam a forma como as empresas lidam com grandes volumes de dados.“</a:t>
          </a:r>
          <a:endParaRPr lang="en-US" sz="1400" kern="1200" dirty="0"/>
        </a:p>
      </dsp:txBody>
      <dsp:txXfrm>
        <a:off x="626202" y="4911"/>
        <a:ext cx="7897657" cy="643522"/>
      </dsp:txXfrm>
    </dsp:sp>
    <dsp:sp modelId="{A59AC912-0DF1-4828-B200-115725F91BEE}">
      <dsp:nvSpPr>
        <dsp:cNvPr id="0" name=""/>
        <dsp:cNvSpPr/>
      </dsp:nvSpPr>
      <dsp:spPr>
        <a:xfrm>
          <a:off x="0" y="809314"/>
          <a:ext cx="8580120" cy="5419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57B0AF-DD20-4484-872F-231DA50B9969}">
      <dsp:nvSpPr>
        <dsp:cNvPr id="0" name=""/>
        <dsp:cNvSpPr/>
      </dsp:nvSpPr>
      <dsp:spPr>
        <a:xfrm>
          <a:off x="163928" y="931245"/>
          <a:ext cx="298344" cy="2980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9C748C-2681-4A48-A59B-AE80AAC7DC64}">
      <dsp:nvSpPr>
        <dsp:cNvPr id="0" name=""/>
        <dsp:cNvSpPr/>
      </dsp:nvSpPr>
      <dsp:spPr>
        <a:xfrm>
          <a:off x="626202" y="809314"/>
          <a:ext cx="7897657" cy="643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106" tIns="68106" rIns="68106" bIns="6810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Tema 2 – Tecnologias e </a:t>
          </a:r>
          <a:r>
            <a:rPr lang="pt-BR" sz="1400" kern="1200" dirty="0" err="1"/>
            <a:t>InfraestruturaPergunta</a:t>
          </a:r>
          <a:r>
            <a:rPr lang="pt-BR" sz="1400" kern="1200" dirty="0"/>
            <a:t>:"Compare brevemente as funções do </a:t>
          </a:r>
          <a:r>
            <a:rPr lang="pt-BR" sz="1400" kern="1200" dirty="0" err="1"/>
            <a:t>Hadoop</a:t>
          </a:r>
          <a:r>
            <a:rPr lang="pt-BR" sz="1400" kern="1200" dirty="0"/>
            <a:t> e do Spark e explique em que tipo de cenário cada tecnologia é mais indicada.“</a:t>
          </a:r>
          <a:endParaRPr lang="en-US" sz="1400" kern="1200" dirty="0"/>
        </a:p>
      </dsp:txBody>
      <dsp:txXfrm>
        <a:off x="626202" y="809314"/>
        <a:ext cx="7897657" cy="643522"/>
      </dsp:txXfrm>
    </dsp:sp>
    <dsp:sp modelId="{26236500-C791-4477-9352-E0C80DB47800}">
      <dsp:nvSpPr>
        <dsp:cNvPr id="0" name=""/>
        <dsp:cNvSpPr/>
      </dsp:nvSpPr>
      <dsp:spPr>
        <a:xfrm>
          <a:off x="0" y="1613718"/>
          <a:ext cx="8580120" cy="5419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2CC8DA-019D-4597-8A68-933A42064FB1}">
      <dsp:nvSpPr>
        <dsp:cNvPr id="0" name=""/>
        <dsp:cNvSpPr/>
      </dsp:nvSpPr>
      <dsp:spPr>
        <a:xfrm>
          <a:off x="163928" y="1735649"/>
          <a:ext cx="298344" cy="2980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6AC153-5F17-4041-82A8-DF449842C6EB}">
      <dsp:nvSpPr>
        <dsp:cNvPr id="0" name=""/>
        <dsp:cNvSpPr/>
      </dsp:nvSpPr>
      <dsp:spPr>
        <a:xfrm>
          <a:off x="626202" y="1613718"/>
          <a:ext cx="7897657" cy="643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106" tIns="68106" rIns="68106" bIns="6810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Tema 3 – Processamento de </a:t>
          </a:r>
          <a:r>
            <a:rPr lang="pt-BR" sz="1400" kern="1200" dirty="0" err="1"/>
            <a:t>DadosPergunta</a:t>
          </a:r>
          <a:r>
            <a:rPr lang="pt-BR" sz="1400" kern="1200" dirty="0"/>
            <a:t>:"Qual a diferença entre processamento em lote (batch) e em tempo real (streaming)? Dê um exemplo de aplicação real para cada um.“</a:t>
          </a:r>
          <a:endParaRPr lang="en-US" sz="1400" kern="1200" dirty="0"/>
        </a:p>
      </dsp:txBody>
      <dsp:txXfrm>
        <a:off x="626202" y="1613718"/>
        <a:ext cx="7897657" cy="643522"/>
      </dsp:txXfrm>
    </dsp:sp>
    <dsp:sp modelId="{9880303B-4F97-403E-B14A-F873923E8AD0}">
      <dsp:nvSpPr>
        <dsp:cNvPr id="0" name=""/>
        <dsp:cNvSpPr/>
      </dsp:nvSpPr>
      <dsp:spPr>
        <a:xfrm>
          <a:off x="0" y="2418122"/>
          <a:ext cx="8580120" cy="5419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97E7D3-A57C-484A-8F80-36F9883ECF5A}">
      <dsp:nvSpPr>
        <dsp:cNvPr id="0" name=""/>
        <dsp:cNvSpPr/>
      </dsp:nvSpPr>
      <dsp:spPr>
        <a:xfrm>
          <a:off x="163928" y="2540052"/>
          <a:ext cx="298344" cy="2980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F89764-CD70-4B80-A281-34FB03B2E24B}">
      <dsp:nvSpPr>
        <dsp:cNvPr id="0" name=""/>
        <dsp:cNvSpPr/>
      </dsp:nvSpPr>
      <dsp:spPr>
        <a:xfrm>
          <a:off x="626202" y="2418122"/>
          <a:ext cx="7897657" cy="643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106" tIns="68106" rIns="68106" bIns="6810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Tema 4 – Machine Learning em Big </a:t>
          </a:r>
          <a:r>
            <a:rPr lang="pt-BR" sz="1400" kern="1200" dirty="0" err="1"/>
            <a:t>DataPergunta</a:t>
          </a:r>
          <a:r>
            <a:rPr lang="pt-BR" sz="1400" kern="1200" dirty="0"/>
            <a:t>:"Explique como o uso de Machine Learning pode gerar valor para uma empresa que utiliza dados em tempo real, considerando aspectos técnicos e éticos.”</a:t>
          </a:r>
          <a:endParaRPr lang="en-US" sz="1400" kern="1200" dirty="0"/>
        </a:p>
      </dsp:txBody>
      <dsp:txXfrm>
        <a:off x="626202" y="2418122"/>
        <a:ext cx="7897657" cy="643522"/>
      </dsp:txXfrm>
    </dsp:sp>
    <dsp:sp modelId="{149811D3-A2A5-4DA4-BDEE-37DF401FB74F}">
      <dsp:nvSpPr>
        <dsp:cNvPr id="0" name=""/>
        <dsp:cNvSpPr/>
      </dsp:nvSpPr>
      <dsp:spPr>
        <a:xfrm>
          <a:off x="0" y="3222525"/>
          <a:ext cx="8580120" cy="5419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1035D2-C7DF-4CA7-9605-AE5962BB3CA5}">
      <dsp:nvSpPr>
        <dsp:cNvPr id="0" name=""/>
        <dsp:cNvSpPr/>
      </dsp:nvSpPr>
      <dsp:spPr>
        <a:xfrm>
          <a:off x="163928" y="3344456"/>
          <a:ext cx="298344" cy="29805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A4AB2-091B-4B59-8437-877CC2C4F0F5}">
      <dsp:nvSpPr>
        <dsp:cNvPr id="0" name=""/>
        <dsp:cNvSpPr/>
      </dsp:nvSpPr>
      <dsp:spPr>
        <a:xfrm>
          <a:off x="626202" y="3222525"/>
          <a:ext cx="7897657" cy="643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106" tIns="68106" rIns="68106" bIns="6810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Tema 5 – Ética e </a:t>
          </a:r>
          <a:r>
            <a:rPr lang="pt-BR" sz="1400" kern="1200" dirty="0" err="1"/>
            <a:t>PrivacidadePergunta</a:t>
          </a:r>
          <a:r>
            <a:rPr lang="pt-BR" sz="1400" kern="1200" dirty="0"/>
            <a:t>:"Quais são os principais cuidados éticos que uma organização deve ter ao utilizar dados de usuários em seus projetos de Big Data, considerando a LGPD?"</a:t>
          </a:r>
          <a:endParaRPr lang="en-US" sz="1400" kern="1200" dirty="0"/>
        </a:p>
      </dsp:txBody>
      <dsp:txXfrm>
        <a:off x="626202" y="3222525"/>
        <a:ext cx="7897657" cy="64352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0B1825-CE5E-4D78-83F0-33D258A26AF6}">
      <dsp:nvSpPr>
        <dsp:cNvPr id="0" name=""/>
        <dsp:cNvSpPr/>
      </dsp:nvSpPr>
      <dsp:spPr>
        <a:xfrm>
          <a:off x="0" y="3230"/>
          <a:ext cx="4773168" cy="68815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E06CDA-D396-420C-ACE5-C9A7C5EE3E71}">
      <dsp:nvSpPr>
        <dsp:cNvPr id="0" name=""/>
        <dsp:cNvSpPr/>
      </dsp:nvSpPr>
      <dsp:spPr>
        <a:xfrm>
          <a:off x="208166" y="158064"/>
          <a:ext cx="378483" cy="3784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FD6B57-462D-4C30-96B6-533E9597580F}">
      <dsp:nvSpPr>
        <dsp:cNvPr id="0" name=""/>
        <dsp:cNvSpPr/>
      </dsp:nvSpPr>
      <dsp:spPr>
        <a:xfrm>
          <a:off x="794815" y="3230"/>
          <a:ext cx="3978352" cy="688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29" tIns="72829" rIns="72829" bIns="7282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Folha escrita (de 5 a 10 linhas);</a:t>
          </a:r>
          <a:endParaRPr lang="en-US" sz="1800" kern="1200" dirty="0"/>
        </a:p>
      </dsp:txBody>
      <dsp:txXfrm>
        <a:off x="794815" y="3230"/>
        <a:ext cx="3978352" cy="688152"/>
      </dsp:txXfrm>
    </dsp:sp>
    <dsp:sp modelId="{9181FE59-2AA2-492A-9D9B-AFAD8D6BB96B}">
      <dsp:nvSpPr>
        <dsp:cNvPr id="0" name=""/>
        <dsp:cNvSpPr/>
      </dsp:nvSpPr>
      <dsp:spPr>
        <a:xfrm>
          <a:off x="0" y="863420"/>
          <a:ext cx="4773168" cy="68815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E0A67-6FEA-4CA3-BF0F-DD87DD819F46}">
      <dsp:nvSpPr>
        <dsp:cNvPr id="0" name=""/>
        <dsp:cNvSpPr/>
      </dsp:nvSpPr>
      <dsp:spPr>
        <a:xfrm>
          <a:off x="208166" y="1018255"/>
          <a:ext cx="378483" cy="3784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8E7FF-E55E-4E6C-9F1A-3B24B2622A71}">
      <dsp:nvSpPr>
        <dsp:cNvPr id="0" name=""/>
        <dsp:cNvSpPr/>
      </dsp:nvSpPr>
      <dsp:spPr>
        <a:xfrm>
          <a:off x="794815" y="863420"/>
          <a:ext cx="3978352" cy="688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29" tIns="72829" rIns="72829" bIns="7282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Leitura por integrante do grupo;</a:t>
          </a:r>
          <a:endParaRPr lang="en-US" sz="1800" kern="1200"/>
        </a:p>
      </dsp:txBody>
      <dsp:txXfrm>
        <a:off x="794815" y="863420"/>
        <a:ext cx="3978352" cy="688152"/>
      </dsp:txXfrm>
    </dsp:sp>
    <dsp:sp modelId="{234E9E4A-3222-419D-A6B3-94FD4CACFEA9}">
      <dsp:nvSpPr>
        <dsp:cNvPr id="0" name=""/>
        <dsp:cNvSpPr/>
      </dsp:nvSpPr>
      <dsp:spPr>
        <a:xfrm>
          <a:off x="0" y="1723610"/>
          <a:ext cx="4773168" cy="68815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B56927-DB2C-46E9-9270-884C69DF482D}">
      <dsp:nvSpPr>
        <dsp:cNvPr id="0" name=""/>
        <dsp:cNvSpPr/>
      </dsp:nvSpPr>
      <dsp:spPr>
        <a:xfrm>
          <a:off x="208166" y="1878445"/>
          <a:ext cx="378483" cy="3784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E29ECC-50DD-424E-8402-8C32CEBFA772}">
      <dsp:nvSpPr>
        <dsp:cNvPr id="0" name=""/>
        <dsp:cNvSpPr/>
      </dsp:nvSpPr>
      <dsp:spPr>
        <a:xfrm>
          <a:off x="794815" y="1723610"/>
          <a:ext cx="3978352" cy="688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29" tIns="72829" rIns="72829" bIns="7282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Comentário dos colegas;</a:t>
          </a:r>
          <a:endParaRPr lang="en-US" sz="1800" kern="1200"/>
        </a:p>
      </dsp:txBody>
      <dsp:txXfrm>
        <a:off x="794815" y="1723610"/>
        <a:ext cx="3978352" cy="688152"/>
      </dsp:txXfrm>
    </dsp:sp>
    <dsp:sp modelId="{BB979CFF-E9D5-40FB-9CAE-352769599B8A}">
      <dsp:nvSpPr>
        <dsp:cNvPr id="0" name=""/>
        <dsp:cNvSpPr/>
      </dsp:nvSpPr>
      <dsp:spPr>
        <a:xfrm>
          <a:off x="0" y="2583801"/>
          <a:ext cx="4773168" cy="68815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EC496-13D5-4B6D-A314-A7CC5B034CB9}">
      <dsp:nvSpPr>
        <dsp:cNvPr id="0" name=""/>
        <dsp:cNvSpPr/>
      </dsp:nvSpPr>
      <dsp:spPr>
        <a:xfrm>
          <a:off x="208166" y="2738635"/>
          <a:ext cx="378483" cy="3784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294AE5-CA85-40D0-8FC0-D69C73817E79}">
      <dsp:nvSpPr>
        <dsp:cNvPr id="0" name=""/>
        <dsp:cNvSpPr/>
      </dsp:nvSpPr>
      <dsp:spPr>
        <a:xfrm>
          <a:off x="794815" y="2583801"/>
          <a:ext cx="3978352" cy="688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29" tIns="72829" rIns="72829" bIns="7282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Feedback do professor</a:t>
          </a:r>
          <a:endParaRPr lang="en-US" sz="1800" kern="1200" dirty="0"/>
        </a:p>
      </dsp:txBody>
      <dsp:txXfrm>
        <a:off x="794815" y="2583801"/>
        <a:ext cx="3978352" cy="688152"/>
      </dsp:txXfrm>
    </dsp:sp>
    <dsp:sp modelId="{73E2AB9B-80CD-4DAE-836D-2AD676053842}">
      <dsp:nvSpPr>
        <dsp:cNvPr id="0" name=""/>
        <dsp:cNvSpPr/>
      </dsp:nvSpPr>
      <dsp:spPr>
        <a:xfrm>
          <a:off x="0" y="3443991"/>
          <a:ext cx="4773168" cy="68815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E27C02-31ED-4201-9F14-C9F6118C83C5}">
      <dsp:nvSpPr>
        <dsp:cNvPr id="0" name=""/>
        <dsp:cNvSpPr/>
      </dsp:nvSpPr>
      <dsp:spPr>
        <a:xfrm>
          <a:off x="208166" y="3598825"/>
          <a:ext cx="378483" cy="3784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3881A-0309-4F9B-8E82-71CBC8A52DE3}">
      <dsp:nvSpPr>
        <dsp:cNvPr id="0" name=""/>
        <dsp:cNvSpPr/>
      </dsp:nvSpPr>
      <dsp:spPr>
        <a:xfrm>
          <a:off x="794815" y="3443991"/>
          <a:ext cx="3978352" cy="688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29" tIns="72829" rIns="72829" bIns="7282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Digitalização e submissão no </a:t>
          </a:r>
          <a:r>
            <a:rPr lang="pt-BR" sz="1800" kern="1200" dirty="0" err="1"/>
            <a:t>moodle</a:t>
          </a:r>
          <a:r>
            <a:rPr lang="pt-BR" sz="1800" kern="1200" dirty="0"/>
            <a:t> por todos os integrantes do grupo.</a:t>
          </a:r>
          <a:endParaRPr lang="en-US" sz="1800" kern="1200" dirty="0"/>
        </a:p>
      </dsp:txBody>
      <dsp:txXfrm>
        <a:off x="794815" y="3443991"/>
        <a:ext cx="3978352" cy="68815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A51D4D-0878-4860-A08F-5436F988BFC9}">
      <dsp:nvSpPr>
        <dsp:cNvPr id="0" name=""/>
        <dsp:cNvSpPr/>
      </dsp:nvSpPr>
      <dsp:spPr>
        <a:xfrm>
          <a:off x="73847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97287-6747-42CB-8E4C-9D2801C31AF3}">
      <dsp:nvSpPr>
        <dsp:cNvPr id="0" name=""/>
        <dsp:cNvSpPr/>
      </dsp:nvSpPr>
      <dsp:spPr>
        <a:xfrm>
          <a:off x="78583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Qual tópico você domina mais?</a:t>
          </a:r>
        </a:p>
      </dsp:txBody>
      <dsp:txXfrm>
        <a:off x="78583" y="1911041"/>
        <a:ext cx="2399612" cy="720000"/>
      </dsp:txXfrm>
    </dsp:sp>
    <dsp:sp modelId="{BA183F2D-310A-4380-B70C-73850983260F}">
      <dsp:nvSpPr>
        <dsp:cNvPr id="0" name=""/>
        <dsp:cNvSpPr/>
      </dsp:nvSpPr>
      <dsp:spPr>
        <a:xfrm>
          <a:off x="3558022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78B79-6ADE-4CE1-BE51-96278A18F31B}">
      <dsp:nvSpPr>
        <dsp:cNvPr id="0" name=""/>
        <dsp:cNvSpPr/>
      </dsp:nvSpPr>
      <dsp:spPr>
        <a:xfrm>
          <a:off x="2898129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Qual tema você ainda quer revisar?</a:t>
          </a:r>
        </a:p>
      </dsp:txBody>
      <dsp:txXfrm>
        <a:off x="2898129" y="1911041"/>
        <a:ext cx="2399612" cy="720000"/>
      </dsp:txXfrm>
    </dsp:sp>
    <dsp:sp modelId="{3A755B62-96F7-4202-9AC0-261901B71934}">
      <dsp:nvSpPr>
        <dsp:cNvPr id="0" name=""/>
        <dsp:cNvSpPr/>
      </dsp:nvSpPr>
      <dsp:spPr>
        <a:xfrm>
          <a:off x="637756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3D80C-1A31-42CB-83F9-5735DAFC496D}">
      <dsp:nvSpPr>
        <dsp:cNvPr id="0" name=""/>
        <dsp:cNvSpPr/>
      </dsp:nvSpPr>
      <dsp:spPr>
        <a:xfrm>
          <a:off x="5717674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Como os aprendizados da disciplina se conectam com o projeto final?</a:t>
          </a:r>
        </a:p>
      </dsp:txBody>
      <dsp:txXfrm>
        <a:off x="5717674" y="1911041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CE5DA122-346F-B8EF-78D3-0F3C4398F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>
            <a:extLst>
              <a:ext uri="{FF2B5EF4-FFF2-40B4-BE49-F238E27FC236}">
                <a16:creationId xmlns:a16="http://schemas.microsoft.com/office/drawing/2014/main" id="{867348D3-B24F-DC83-57F8-C4CBDCCF01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CDBD507E-3940-371B-3AB3-4FF21CEA7E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7198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80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751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234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B28B2-2FA1-BFDF-415B-4B103C2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71B74-B9FF-4AAD-3086-0F6DA551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060BF-EB1A-2BAD-2AA4-DE78177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BF5DE-D1E5-7276-4FE8-A79BF2C9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1427-2816-018B-64EC-036806C4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46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F78E-9E47-F9B8-4001-791D83E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E687E-5AC7-3825-3A6C-5B095537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64B0C-DFA9-4D16-F5CE-90EF9049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DA321-7894-7247-B308-8700301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96340-281F-3068-3A10-A916D5C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174-99EF-B2C2-8EFC-7DC095D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5B4F9-1367-0BE2-9042-15391E3D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7308F-7728-B3F9-7BF4-C4C93C1D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12A0F-9AF6-DBA7-7EED-9D5D261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B0AE-477F-D022-14B4-DEFEE0E3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1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B462-CC2A-A76D-B1F9-913B5D6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3A5D6-7721-B8EC-C543-CF6748A6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A9A134-9056-D362-06B6-E8C4280F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61CC-7F4E-8021-4D08-620FD387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A5E81D-35E6-4C92-2B55-E8C896D5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00678-7551-4719-E9DA-2ECEF852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5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3A88-8F97-C627-9CED-EAAD2E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3D9-05C8-110E-616D-8B6C3712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920D7A-608F-EC27-FCF7-414D73F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95B5E-5363-00AD-1EFB-4EA3DDEA7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636F17-5E10-D088-9BF0-6EB88557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80F150-9154-E223-15B5-E59E47B9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2E5ED0-475F-0763-BD30-95B8E5EE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4546FB-502C-22F9-B327-1D189A4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7955-8A81-B686-41AE-561034F8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5DBF9-D787-4D83-7285-780F0EF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A4A56-BA62-4B60-7DD0-CF2BEA4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AC2EC-B565-9DA7-593F-FDB18C88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652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0A300F-CA15-6999-A8F9-B7C5F7D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88DC35-D780-7AC4-2A80-951E4B6E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A1B49-EB7E-BCB9-5D80-E71B24A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28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B394-897D-D36F-7E49-9D866461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E95FB-4A98-5900-4655-747E68AE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94D6F6-78C9-7047-FCFB-D7011E30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17DE0-F213-66DF-9858-E960E8C9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C299F-8DBA-64E5-B9C1-974D8C0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8369-78D1-E79B-F8E1-BD796B03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6CFCF-556E-7566-3BBD-51FEA2E2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D81DDB-0C22-83EA-79FF-702BBD66E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DCB36-98DE-98EB-5D1B-9F04C4D7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F6C12D-BD86-0D3B-2423-39CC439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92752-B1E5-F616-A40E-F73BCAED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432AC3-A383-E9CA-F265-595E412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99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2CB1-ECB1-5C29-286C-10834B6E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F142D-CEB7-59CE-1E22-F19F8A90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690F8E-512C-6F48-D404-BE372B2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F25FEC-9E15-62FD-55D6-4CCFD7C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3F2B0-F9E7-55A4-BBE4-D305925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23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D544C-4C31-62E6-1178-4F3CF3992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FA89F-4DCE-3842-F26D-8BFD1F0E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72A93-A606-FD52-1589-1FA68E55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2C9CB-0C80-5B9B-63CF-6AEC3F5B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401D-876D-7FBA-9C41-575D7628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1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A4A902-59F4-5B94-0701-62A9629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B73F45-125F-8E94-3BF4-1ACAC6758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93E40-37F0-CACE-77E9-807E913F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CFBF3-08F6-3648-B739-5CE12B54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FF596-F7BE-634E-42B3-EF7C144E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92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sv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C9CFFF4-3552-E7DE-922C-18A8A9015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sz="3600" dirty="0">
                <a:solidFill>
                  <a:schemeClr val="bg1"/>
                </a:solidFill>
              </a:rPr>
              <a:t>Fundamentos de Big Data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20CD7920-B612-26F0-C2E0-0E4513C4C19B}"/>
              </a:ext>
            </a:extLst>
          </p:cNvPr>
          <p:cNvSpPr txBox="1">
            <a:spLocks/>
          </p:cNvSpPr>
          <p:nvPr/>
        </p:nvSpPr>
        <p:spPr>
          <a:xfrm>
            <a:off x="624321" y="2602294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</a:rPr>
              <a:t>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72837-CB0C-6F56-F26E-2A053DA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02292"/>
            <a:ext cx="4616991" cy="887195"/>
          </a:xfrm>
        </p:spPr>
        <p:txBody>
          <a:bodyPr anchor="b">
            <a:normAutofit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da aula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726801-AA1F-7181-A680-DBA3E16E4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32" y="2121997"/>
            <a:ext cx="4912143" cy="2508344"/>
          </a:xfrm>
        </p:spPr>
        <p:txBody>
          <a:bodyPr anchor="t"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1600" dirty="0"/>
              <a:t>Consolidar os conhecimentos adquiridos ao longo da disciplina </a:t>
            </a:r>
            <a:r>
              <a:rPr lang="pt-BR" sz="1600" b="1" dirty="0"/>
              <a:t>Fundamentos de Big Data</a:t>
            </a:r>
            <a:r>
              <a:rPr lang="pt-BR" sz="1600" dirty="0"/>
              <a:t>, revisando os principais conceitos, tecnologias e aplicações discutidos em sala.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600" dirty="0"/>
              <a:t>A aula visa preparar os alunos para a prova teórica por meio de atividades interativas, simulado com questões de múltipla escolha e certo/errado, além da resolução de uma questão discursiva modelo.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600" dirty="0"/>
              <a:t>Também será reservado um espaço para esclarecimento de dúvidas e orientações finais sobre o trabalho da disciplina.</a:t>
            </a:r>
          </a:p>
        </p:txBody>
      </p:sp>
      <p:pic>
        <p:nvPicPr>
          <p:cNvPr id="7" name="Graphic 6" descr="Na mosca">
            <a:extLst>
              <a:ext uri="{FF2B5EF4-FFF2-40B4-BE49-F238E27FC236}">
                <a16:creationId xmlns:a16="http://schemas.microsoft.com/office/drawing/2014/main" id="{251E68E2-A835-4448-5B61-3A8E6448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489" y="1485663"/>
            <a:ext cx="2661303" cy="2661303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4B60DB47-FC79-B2EA-488E-7D738303B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57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90E2D-3287-C16B-E1CB-E4E54457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2920AAD-40FA-D7F8-820F-DB2F37950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3BAB6D-2138-C22C-A6B7-F325CDD0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pt-BR" sz="6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F72596-1C5C-72E4-23AC-CB521A509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70F1D8C5-F5C9-4EFC-A8FA-B654554F64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4591913"/>
              </p:ext>
            </p:extLst>
          </p:nvPr>
        </p:nvGraphicFramePr>
        <p:xfrm>
          <a:off x="3831401" y="803100"/>
          <a:ext cx="4683949" cy="4192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158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2126156-143B-4BF8-9AD7-0A2558C2C5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C2126156-143B-4BF8-9AD7-0A2558C2C5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C2126156-143B-4BF8-9AD7-0A2558C2C5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693B5F1-09E7-484F-8235-09886FDF9E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graphicEl>
                                              <a:dgm id="{8693B5F1-09E7-484F-8235-09886FDF9E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8693B5F1-09E7-484F-8235-09886FDF9E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1A02C8E-AE0C-41BC-965F-7FEEAA335A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graphicEl>
                                              <a:dgm id="{81A02C8E-AE0C-41BC-965F-7FEEAA335A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graphicEl>
                                              <a:dgm id="{81A02C8E-AE0C-41BC-965F-7FEEAA335A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0A07747-E7F0-4111-9907-D2F1F8619C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graphicEl>
                                              <a:dgm id="{80A07747-E7F0-4111-9907-D2F1F8619C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80A07747-E7F0-4111-9907-D2F1F8619C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79AC060-632C-424C-B5D4-17B8D31FE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A79AC060-632C-424C-B5D4-17B8D31FE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A79AC060-632C-424C-B5D4-17B8D31FE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1C47D33-1BAF-40D3-98B6-DF11D4B62B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graphicEl>
                                              <a:dgm id="{91C47D33-1BAF-40D3-98B6-DF11D4B62B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graphicEl>
                                              <a:dgm id="{91C47D33-1BAF-40D3-98B6-DF11D4B62B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8DE018B-93D3-4472-B88D-B151F22DF9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graphicEl>
                                              <a:dgm id="{A8DE018B-93D3-4472-B88D-B151F22DF9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graphicEl>
                                              <a:dgm id="{A8DE018B-93D3-4472-B88D-B151F22DF9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5B22AA8-EF8C-4057-83E1-89DA70AC2A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graphicEl>
                                              <a:dgm id="{E5B22AA8-EF8C-4057-83E1-89DA70AC2A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graphicEl>
                                              <a:dgm id="{E5B22AA8-EF8C-4057-83E1-89DA70AC2A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F251ED2-FB63-42F5-8C00-437616E75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graphicEl>
                                              <a:dgm id="{DF251ED2-FB63-42F5-8C00-437616E75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DF251ED2-FB63-42F5-8C00-437616E75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5973365-1CD1-40B1-AA43-2EB7FFA633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graphicEl>
                                              <a:dgm id="{F5973365-1CD1-40B1-AA43-2EB7FFA633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graphicEl>
                                              <a:dgm id="{F5973365-1CD1-40B1-AA43-2EB7FFA633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4D2DA49-BB14-4799-B397-41A105EE85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graphicEl>
                                              <a:dgm id="{A4D2DA49-BB14-4799-B397-41A105EE85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graphicEl>
                                              <a:dgm id="{A4D2DA49-BB14-4799-B397-41A105EE85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7918A03-538B-4401-BEB9-C3BD3F9E13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graphicEl>
                                              <a:dgm id="{C7918A03-538B-4401-BEB9-C3BD3F9E13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graphicEl>
                                              <a:dgm id="{C7918A03-538B-4401-BEB9-C3BD3F9E13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31E85F9-DF3E-4084-A17D-FAE58DA230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graphicEl>
                                              <a:dgm id="{931E85F9-DF3E-4084-A17D-FAE58DA230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graphicEl>
                                              <a:dgm id="{931E85F9-DF3E-4084-A17D-FAE58DA230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3E0BCBB-7D6C-432E-88F6-B751609585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graphicEl>
                                              <a:dgm id="{93E0BCBB-7D6C-432E-88F6-B751609585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graphicEl>
                                              <a:dgm id="{93E0BCBB-7D6C-432E-88F6-B751609585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24D9345-53AD-4CDE-B4A9-DD99DB7D06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graphicEl>
                                              <a:dgm id="{424D9345-53AD-4CDE-B4A9-DD99DB7D06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graphicEl>
                                              <a:dgm id="{424D9345-53AD-4CDE-B4A9-DD99DB7D06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D064CED-467F-4474-A1F2-8FCB334D60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graphicEl>
                                              <a:dgm id="{CD064CED-467F-4474-A1F2-8FCB334D60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graphicEl>
                                              <a:dgm id="{CD064CED-467F-4474-A1F2-8FCB334D60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ADBE883-D81C-4C33-939F-41AEA2C80C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graphicEl>
                                              <a:dgm id="{5ADBE883-D81C-4C33-939F-41AEA2C80C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graphicEl>
                                              <a:dgm id="{5ADBE883-D81C-4C33-939F-41AEA2C80C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0E98AFF-5492-4D79-980C-1A18CE016D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graphicEl>
                                              <a:dgm id="{A0E98AFF-5492-4D79-980C-1A18CE016D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graphicEl>
                                              <a:dgm id="{A0E98AFF-5492-4D79-980C-1A18CE016D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ED0B95-8292-65AB-473B-B39469A13E0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4463" b="14310"/>
          <a:stretch/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24B201D-1E76-54ED-D3ED-C968CD46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3"/>
          </a:xfrm>
        </p:spPr>
        <p:txBody>
          <a:bodyPr>
            <a:normAutofit/>
          </a:bodyPr>
          <a:lstStyle/>
          <a:p>
            <a:r>
              <a:rPr lang="pt-BR"/>
              <a:t>Quebra-Gelo</a:t>
            </a:r>
            <a:endParaRPr lang="pt-BR" dirty="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A4C31419-561B-67E9-4204-0F7DC21224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7965807"/>
              </p:ext>
            </p:extLst>
          </p:nvPr>
        </p:nvGraphicFramePr>
        <p:xfrm>
          <a:off x="628650" y="1369218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45565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A9DFDC3-A1A2-4525-A221-8CBDB8D673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1A9DFDC3-A1A2-4525-A221-8CBDB8D673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B551E62-2031-4E56-94A3-FCC903D2EC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>
                                            <p:graphicEl>
                                              <a:dgm id="{7B551E62-2031-4E56-94A3-FCC903D2EC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016733-06DE-4107-91BD-D37A32CEB4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5">
                                            <p:graphicEl>
                                              <a:dgm id="{B8016733-06DE-4107-91BD-D37A32CEB4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835F7E0-860A-4AC2-9146-F1A9640359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5">
                                            <p:graphicEl>
                                              <a:dgm id="{5835F7E0-860A-4AC2-9146-F1A9640359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0DFAE60-ADAB-4A65-B69B-FB0D5615C4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5">
                                            <p:graphicEl>
                                              <a:dgm id="{20DFAE60-ADAB-4A65-B69B-FB0D5615C4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D60DD90-AC4D-4F64-A9D8-ACA92AD365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5">
                                            <p:graphicEl>
                                              <a:dgm id="{1D60DD90-AC4D-4F64-A9D8-ACA92AD365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51435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51435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70BF74-DA69-6B92-C69C-67E0575F5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870966"/>
            <a:ext cx="2702052" cy="3394710"/>
          </a:xfrm>
        </p:spPr>
        <p:txBody>
          <a:bodyPr>
            <a:normAutofit/>
          </a:bodyPr>
          <a:lstStyle/>
          <a:p>
            <a:r>
              <a:rPr lang="pt-BR" sz="3200" dirty="0"/>
              <a:t>🧠 </a:t>
            </a:r>
            <a:r>
              <a:rPr lang="pt-BR" sz="3000" dirty="0"/>
              <a:t>“Fato ou Fake?” – Big Data </a:t>
            </a:r>
            <a:r>
              <a:rPr lang="pt-BR" sz="3000" dirty="0" err="1"/>
              <a:t>Edition</a:t>
            </a:r>
            <a:endParaRPr lang="pt-BR" sz="3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11146"/>
            <a:ext cx="96012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0D28C87-C2CA-2D69-953D-20685AF4E2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8234567"/>
              </p:ext>
            </p:extLst>
          </p:nvPr>
        </p:nvGraphicFramePr>
        <p:xfrm>
          <a:off x="3977640" y="507492"/>
          <a:ext cx="4773168" cy="4135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433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9A160C6-5FDB-478B-9650-2A20B026DA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E9A160C6-5FDB-478B-9650-2A20B026DA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E9A160C6-5FDB-478B-9650-2A20B026DA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ACBCB28-0DA9-4D9F-93FE-06EA3B7B32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graphicEl>
                                              <a:dgm id="{EACBCB28-0DA9-4D9F-93FE-06EA3B7B32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graphicEl>
                                              <a:dgm id="{EACBCB28-0DA9-4D9F-93FE-06EA3B7B32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C1647B6-7211-422A-A55B-008E60BB98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graphicEl>
                                              <a:dgm id="{FC1647B6-7211-422A-A55B-008E60BB98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graphicEl>
                                              <a:dgm id="{FC1647B6-7211-422A-A55B-008E60BB98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A705DE4-0737-4268-8DF2-4FEA46C844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graphicEl>
                                              <a:dgm id="{9A705DE4-0737-4268-8DF2-4FEA46C844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graphicEl>
                                              <a:dgm id="{9A705DE4-0737-4268-8DF2-4FEA46C844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CA90D1E-EF23-494E-825A-44A709EAD3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graphicEl>
                                              <a:dgm id="{BCA90D1E-EF23-494E-825A-44A709EAD3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graphicEl>
                                              <a:dgm id="{BCA90D1E-EF23-494E-825A-44A709EAD3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8553A31-B8C3-4787-9744-D2B23BC312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graphicEl>
                                              <a:dgm id="{18553A31-B8C3-4787-9744-D2B23BC312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graphicEl>
                                              <a:dgm id="{18553A31-B8C3-4787-9744-D2B23BC312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2D64BBA-C428-4E5A-B7C7-9B2176E4BC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graphicEl>
                                              <a:dgm id="{92D64BBA-C428-4E5A-B7C7-9B2176E4BC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graphicEl>
                                              <a:dgm id="{92D64BBA-C428-4E5A-B7C7-9B2176E4BC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F510517-D6B5-4C6E-94DA-4775D84D04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graphicEl>
                                              <a:dgm id="{DF510517-D6B5-4C6E-94DA-4775D84D04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graphicEl>
                                              <a:dgm id="{DF510517-D6B5-4C6E-94DA-4775D84D04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DC7F969-3A9F-4432-BEED-B36EF03E5E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graphicEl>
                                              <a:dgm id="{BDC7F969-3A9F-4432-BEED-B36EF03E5E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graphicEl>
                                              <a:dgm id="{BDC7F969-3A9F-4432-BEED-B36EF03E5E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A63E411-0C48-4DD1-9FB8-BD254FE366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graphicEl>
                                              <a:dgm id="{7A63E411-0C48-4DD1-9FB8-BD254FE366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graphicEl>
                                              <a:dgm id="{7A63E411-0C48-4DD1-9FB8-BD254FE366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9CC9474-C1A0-457C-833C-49E8C73A15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graphicEl>
                                              <a:dgm id="{99CC9474-C1A0-457C-833C-49E8C73A15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graphicEl>
                                              <a:dgm id="{99CC9474-C1A0-457C-833C-49E8C73A15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72FFE97-E18F-417A-BCD1-E7EF2A1502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graphicEl>
                                              <a:dgm id="{D72FFE97-E18F-417A-BCD1-E7EF2A1502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graphicEl>
                                              <a:dgm id="{D72FFE97-E18F-417A-BCD1-E7EF2A1502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84A5E24-BB94-488D-BDB4-003B1AB2D3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graphicEl>
                                              <a:dgm id="{684A5E24-BB94-488D-BDB4-003B1AB2D3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graphicEl>
                                              <a:dgm id="{684A5E24-BB94-488D-BDB4-003B1AB2D3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D2DFA15-BECD-407E-B321-B96680A6A5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>
                                            <p:graphicEl>
                                              <a:dgm id="{ED2DFA15-BECD-407E-B321-B96680A6A5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">
                                            <p:graphicEl>
                                              <a:dgm id="{ED2DFA15-BECD-407E-B321-B96680A6A5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4CA5C5E-C538-406A-9EA9-C478C499FA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">
                                            <p:graphicEl>
                                              <a:dgm id="{A4CA5C5E-C538-406A-9EA9-C478C499FA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">
                                            <p:graphicEl>
                                              <a:dgm id="{A4CA5C5E-C538-406A-9EA9-C478C499FA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A82248E-EAC9-44BE-94AB-C1C9F9D4CF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>
                                            <p:graphicEl>
                                              <a:dgm id="{4A82248E-EAC9-44BE-94AB-C1C9F9D4CF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>
                                            <p:graphicEl>
                                              <a:dgm id="{4A82248E-EAC9-44BE-94AB-C1C9F9D4CF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33119E6-DCB1-449B-9249-72BB0B246E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">
                                            <p:graphicEl>
                                              <a:dgm id="{033119E6-DCB1-449B-9249-72BB0B246E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">
                                            <p:graphicEl>
                                              <a:dgm id="{033119E6-DCB1-449B-9249-72BB0B246E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C6F5BBA-2DCD-4F57-AB9D-393E8B3048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">
                                            <p:graphicEl>
                                              <a:dgm id="{3C6F5BBA-2DCD-4F57-AB9D-393E8B3048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">
                                            <p:graphicEl>
                                              <a:dgm id="{3C6F5BBA-2DCD-4F57-AB9D-393E8B3048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A9F2694-726B-4B3D-BE9F-D517744558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">
                                            <p:graphicEl>
                                              <a:dgm id="{2A9F2694-726B-4B3D-BE9F-D517744558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">
                                            <p:graphicEl>
                                              <a:dgm id="{2A9F2694-726B-4B3D-BE9F-D517744558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3BEA23-2407-4692-913A-0E260D6C9C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">
                                            <p:graphicEl>
                                              <a:dgm id="{E33BEA23-2407-4692-913A-0E260D6C9C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">
                                            <p:graphicEl>
                                              <a:dgm id="{E33BEA23-2407-4692-913A-0E260D6C9C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8554F4-C76A-CABC-C3D0-BC4A32565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🧩 </a:t>
            </a:r>
            <a:r>
              <a:rPr lang="pt-BR" sz="3000" b="1">
                <a:solidFill>
                  <a:srgbClr val="FFFFFF"/>
                </a:solidFill>
              </a:rPr>
              <a:t> “Quem Sou Eu?” – Conceito Misterioso</a:t>
            </a:r>
            <a:endParaRPr lang="pt-BR" sz="300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AA63099-FA4F-16B3-E281-3C8492FACF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2840411"/>
              </p:ext>
            </p:extLst>
          </p:nvPr>
        </p:nvGraphicFramePr>
        <p:xfrm>
          <a:off x="483042" y="1584433"/>
          <a:ext cx="8195871" cy="3433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977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735731A-7CFC-4359-851B-4CFC4057D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D735731A-7CFC-4359-851B-4CFC4057D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D735731A-7CFC-4359-851B-4CFC4057D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51D0A9B-65DC-4D3F-B04F-05F09B4542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graphicEl>
                                              <a:dgm id="{151D0A9B-65DC-4D3F-B04F-05F09B4542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graphicEl>
                                              <a:dgm id="{151D0A9B-65DC-4D3F-B04F-05F09B4542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A5AE048-2E1B-4D90-8B8D-4B3639CFA1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graphicEl>
                                              <a:dgm id="{EA5AE048-2E1B-4D90-8B8D-4B3639CFA1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graphicEl>
                                              <a:dgm id="{EA5AE048-2E1B-4D90-8B8D-4B3639CFA1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550B1E7-EE2B-4017-9B58-89C2CE55DF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graphicEl>
                                              <a:dgm id="{2550B1E7-EE2B-4017-9B58-89C2CE55DF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graphicEl>
                                              <a:dgm id="{2550B1E7-EE2B-4017-9B58-89C2CE55DF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00C5DFA-AB16-444E-9010-5E5F8794B1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graphicEl>
                                              <a:dgm id="{500C5DFA-AB16-444E-9010-5E5F8794B1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graphicEl>
                                              <a:dgm id="{500C5DFA-AB16-444E-9010-5E5F8794B1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00B511E-B8CE-49F9-9062-D3ED900F1F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graphicEl>
                                              <a:dgm id="{E00B511E-B8CE-49F9-9062-D3ED900F1F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graphicEl>
                                              <a:dgm id="{E00B511E-B8CE-49F9-9062-D3ED900F1F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5F56F-951A-DC49-8161-9FB38A9B2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56697-A607-11B7-B927-26C70555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🧩 </a:t>
            </a:r>
            <a:r>
              <a:rPr lang="pt-BR" b="1" dirty="0"/>
              <a:t> “Quem Sou Eu?” – Conceito Misterioso</a:t>
            </a: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0AE253-9E83-F0B0-129F-9020E765AE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5453" y="1511960"/>
            <a:ext cx="712172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</a:t>
            </a: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“Sou rápido, gosto de memória RAM e odeio lentidão. Vivo em ambientes distribuídos e adoro </a:t>
            </a:r>
            <a:r>
              <a:rPr kumimoji="0" lang="pt-BR" altLang="pt-B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MLlib</a:t>
            </a: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Quem sou eu?”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(Resposta: Spark)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🛢 </a:t>
            </a: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“Guardo tudo, estruturado ou não. Não julgo ninguém, só armazeno. Às vezes sou confuso, mas flexível.”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(Resposta: Data Lake)</a:t>
            </a:r>
          </a:p>
        </p:txBody>
      </p:sp>
    </p:spTree>
    <p:extLst>
      <p:ext uri="{BB962C8B-B14F-4D97-AF65-F5344CB8AC3E}">
        <p14:creationId xmlns:p14="http://schemas.microsoft.com/office/powerpoint/2010/main" val="472688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 fontScale="90000"/>
          </a:bodyPr>
          <a:lstStyle/>
          <a:p>
            <a:pPr algn="r"/>
            <a:r>
              <a:rPr lang="pt-BR" sz="5600" dirty="0"/>
              <a:t>Revisão: O que Vimos até o momento?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405E97C-BAA0-D6D2-E575-0D688D3EB2A1}"/>
              </a:ext>
            </a:extLst>
          </p:cNvPr>
          <p:cNvSpPr txBox="1">
            <a:spLocks/>
          </p:cNvSpPr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2700" dirty="0">
              <a:solidFill>
                <a:schemeClr val="tx2"/>
              </a:solidFill>
            </a:endParaRPr>
          </a:p>
        </p:txBody>
      </p:sp>
      <p:graphicFrame>
        <p:nvGraphicFramePr>
          <p:cNvPr id="3" name="Espaço Reservado para Conteúdo 2">
            <a:extLst>
              <a:ext uri="{FF2B5EF4-FFF2-40B4-BE49-F238E27FC236}">
                <a16:creationId xmlns:a16="http://schemas.microsoft.com/office/drawing/2014/main" id="{18ACB36A-1D6D-9C77-41FD-2D1E463AC9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3398191"/>
              </p:ext>
            </p:extLst>
          </p:nvPr>
        </p:nvGraphicFramePr>
        <p:xfrm>
          <a:off x="3844869" y="66908"/>
          <a:ext cx="4880111" cy="4923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735C041-C77B-44F0-AC3F-EEA071678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graphicEl>
                                              <a:dgm id="{3735C041-C77B-44F0-AC3F-EEA071678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graphicEl>
                                              <a:dgm id="{3735C041-C77B-44F0-AC3F-EEA071678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EC68228-A6F2-4FAC-80E6-17F8DCD63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graphicEl>
                                              <a:dgm id="{9EC68228-A6F2-4FAC-80E6-17F8DCD63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graphicEl>
                                              <a:dgm id="{9EC68228-A6F2-4FAC-80E6-17F8DCD63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4BF9A34-7B3A-4E60-B139-CFE6A68B2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graphicEl>
                                              <a:dgm id="{D4BF9A34-7B3A-4E60-B139-CFE6A68B2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graphicEl>
                                              <a:dgm id="{D4BF9A34-7B3A-4E60-B139-CFE6A68B2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04A9969-F1E3-4551-9D39-6F546E820C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graphicEl>
                                              <a:dgm id="{004A9969-F1E3-4551-9D39-6F546E820C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graphicEl>
                                              <a:dgm id="{004A9969-F1E3-4551-9D39-6F546E820C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1ADA2DA-85F2-4B0F-BA34-D924668104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graphicEl>
                                              <a:dgm id="{A1ADA2DA-85F2-4B0F-BA34-D924668104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graphicEl>
                                              <a:dgm id="{A1ADA2DA-85F2-4B0F-BA34-D924668104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7479BFA-D6A0-4D6B-84ED-6C58329FEF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">
                                            <p:graphicEl>
                                              <a:dgm id="{D7479BFA-D6A0-4D6B-84ED-6C58329FEF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>
                                            <p:graphicEl>
                                              <a:dgm id="{D7479BFA-D6A0-4D6B-84ED-6C58329FEF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BA7FBED-0DA5-4510-BEED-7DB4447855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">
                                            <p:graphicEl>
                                              <a:dgm id="{7BA7FBED-0DA5-4510-BEED-7DB4447855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">
                                            <p:graphicEl>
                                              <a:dgm id="{7BA7FBED-0DA5-4510-BEED-7DB4447855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824FFB9-AA02-4DEF-A0C1-592D16AA58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">
                                            <p:graphicEl>
                                              <a:dgm id="{B824FFB9-AA02-4DEF-A0C1-592D16AA58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>
                                            <p:graphicEl>
                                              <a:dgm id="{B824FFB9-AA02-4DEF-A0C1-592D16AA58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F3A1A70-3EBC-4418-B45D-F7B0E04D8A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">
                                            <p:graphicEl>
                                              <a:dgm id="{5F3A1A70-3EBC-4418-B45D-F7B0E04D8A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">
                                            <p:graphicEl>
                                              <a:dgm id="{5F3A1A70-3EBC-4418-B45D-F7B0E04D8A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Introdução ao Big Data e os 5Vs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F10D9A-808E-8A98-1E5B-22F7EEB2C8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6899540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67510AC-C7A5-4537-B6DC-4B014BFBDA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D67510AC-C7A5-4537-B6DC-4B014BFBDA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437E313-B36D-4E83-A169-1C30D7CAF2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">
                                            <p:graphicEl>
                                              <a:dgm id="{6437E313-B36D-4E83-A169-1C30D7CAF23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CE0A2BF-816B-4325-BC58-594BDB7EE5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5">
                                            <p:graphicEl>
                                              <a:dgm id="{CCE0A2BF-816B-4325-BC58-594BDB7EE5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FD47D4E-28BB-4C8A-9F8B-3C9C46B559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5">
                                            <p:graphicEl>
                                              <a:dgm id="{BFD47D4E-28BB-4C8A-9F8B-3C9C46B559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4F84562-4469-453B-86BF-E570CD9828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5">
                                            <p:graphicEl>
                                              <a:dgm id="{E4F84562-4469-453B-86BF-E570CD9828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F72987E-8FC6-4B4F-89DD-C1336D1F1F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5">
                                            <p:graphicEl>
                                              <a:dgm id="{CF72987E-8FC6-4B4F-89DD-C1336D1F1F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Tecnologias e Infraestrutura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9DCD97-5419-AACB-FFCC-9822E3A4B2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3874270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C31A65C-A77C-4F5B-910E-5857D3CD6C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4C31A65C-A77C-4F5B-910E-5857D3CD6C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2B88422-5B84-4418-9F11-F70F4E18C9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72B88422-5B84-4418-9F11-F70F4E18C9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3A3F877-05F2-434B-9A69-2BB4785A72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graphicEl>
                                              <a:dgm id="{23A3F877-05F2-434B-9A69-2BB4785A72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B91E7AA-5452-4AC8-9E99-C67ADBE9F3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4B91E7AA-5452-4AC8-9E99-C67ADBE9F3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7DC3A07-F0A4-46A1-8DF6-7108FDA3FB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graphicEl>
                                              <a:dgm id="{77DC3A07-F0A4-46A1-8DF6-7108FDA3FB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CF81393-BEAD-4172-A978-0F19D8BD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graphicEl>
                                              <a:dgm id="{ECF81393-BEAD-4172-A978-0F19D8BD16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423619E-DEE9-4A09-8653-A231712B6C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>
                                            <p:graphicEl>
                                              <a:dgm id="{F423619E-DEE9-4A09-8653-A231712B6C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BD2B912-F489-408F-A2BB-85D962E10F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9BD2B912-F489-408F-A2BB-85D962E10F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40EB5EA-8484-4B72-9D1B-37330E54BE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>
                                            <p:graphicEl>
                                              <a:dgm id="{340EB5EA-8484-4B72-9D1B-37330E54BE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96FA457-5E09-4938-9573-29CB6E9E6D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">
                                            <p:graphicEl>
                                              <a:dgm id="{C96FA457-5E09-4938-9573-29CB6E9E6D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2515F9-B96B-4A8B-96BA-6E8FECA312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">
                                            <p:graphicEl>
                                              <a:dgm id="{012515F9-B96B-4A8B-96BA-6E8FECA312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A77CF7B-994D-421E-B6D1-8E15AA6CB1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>
                                            <p:graphicEl>
                                              <a:dgm id="{6A77CF7B-994D-421E-B6D1-8E15AA6CB1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51435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51435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870966"/>
            <a:ext cx="2702052" cy="3394710"/>
          </a:xfrm>
        </p:spPr>
        <p:txBody>
          <a:bodyPr>
            <a:normAutofit/>
          </a:bodyPr>
          <a:lstStyle/>
          <a:p>
            <a:r>
              <a:rPr lang="pt-BR" sz="3000"/>
              <a:t>Processamento de Dados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11146"/>
            <a:ext cx="96012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A95378-5660-EB87-6512-FDABD1163E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8720"/>
              </p:ext>
            </p:extLst>
          </p:nvPr>
        </p:nvGraphicFramePr>
        <p:xfrm>
          <a:off x="3977640" y="507492"/>
          <a:ext cx="4773168" cy="4135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2165071-F482-4B70-815D-051DB0F367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D2165071-F482-4B70-815D-051DB0F367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D2165071-F482-4B70-815D-051DB0F367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A618DB7-640F-4C5E-B1A0-A0B27E0635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9A618DB7-640F-4C5E-B1A0-A0B27E0635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9A618DB7-640F-4C5E-B1A0-A0B27E0635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9851E71-E294-4187-852C-15CA7DB403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79851E71-E294-4187-852C-15CA7DB403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79851E71-E294-4187-852C-15CA7DB403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B5A22B3-7DC9-4C71-B523-EB91DDB83D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6B5A22B3-7DC9-4C71-B523-EB91DDB83D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6B5A22B3-7DC9-4C71-B523-EB91DDB83D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DB234E1-B0AE-49E6-9D62-275C1ACF8D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EDB234E1-B0AE-49E6-9D62-275C1ACF8D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EDB234E1-B0AE-49E6-9D62-275C1ACF8D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00EB214-1E2E-4252-AAF3-EAB1B956A5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D00EB214-1E2E-4252-AAF3-EAB1B956A5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D00EB214-1E2E-4252-AAF3-EAB1B956A5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80D9EDA-CD3E-47EF-A633-1106AEFCB3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480D9EDA-CD3E-47EF-A633-1106AEFCB3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480D9EDA-CD3E-47EF-A633-1106AEFCB3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0255A9C-A1A5-4E99-BDB7-6D4ADED17E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50255A9C-A1A5-4E99-BDB7-6D4ADED17E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50255A9C-A1A5-4E99-BDB7-6D4ADED17E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C112536-E2C8-46BA-B76D-EDF9638A09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BC112536-E2C8-46BA-B76D-EDF9638A09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BC112536-E2C8-46BA-B76D-EDF9638A09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CA53E5-7987-4FFF-9D37-A8BF032FE0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40CA53E5-7987-4FFF-9D37-A8BF032FE0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40CA53E5-7987-4FFF-9D37-A8BF032FE0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1665E2-9B31-4D93-88EB-123922FA84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F01665E2-9B31-4D93-88EB-123922FA84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F01665E2-9B31-4D93-88EB-123922FA84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9FAE8B2-3646-4423-BD18-8690579459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B9FAE8B2-3646-4423-BD18-8690579459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B9FAE8B2-3646-4423-BD18-8690579459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Análise de Dados em Tempo Real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0A44A5-3073-B716-410A-1B8277A738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044109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59054B3-6509-4843-A3E4-7E739D32D9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A59054B3-6509-4843-A3E4-7E739D32D9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A59054B3-6509-4843-A3E4-7E739D32D9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53A9934-14A4-454C-BA08-A01A76B5E9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C53A9934-14A4-454C-BA08-A01A76B5E9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C53A9934-14A4-454C-BA08-A01A76B5E9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3A1D5B6-4F80-4505-A268-41D48D590F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43A1D5B6-4F80-4505-A268-41D48D590F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43A1D5B6-4F80-4505-A268-41D48D590F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1A1DA81-86C3-4938-9E5E-530E569DBA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71A1DA81-86C3-4938-9E5E-530E569DBA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71A1DA81-86C3-4938-9E5E-530E569DBA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74E363-5397-42E1-A163-BE47AA26A8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B874E363-5397-42E1-A163-BE47AA26A8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B874E363-5397-42E1-A163-BE47AA26A8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5517DE0-BE70-4D36-907F-0FADDA1326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15517DE0-BE70-4D36-907F-0FADDA1326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15517DE0-BE70-4D36-907F-0FADDA1326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C04A70C-56A3-4D3B-88E1-AAF22B9412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AC04A70C-56A3-4D3B-88E1-AAF22B9412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AC04A70C-56A3-4D3B-88E1-AAF22B9412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7062046-8BF2-4EC6-AC4C-1E6D941DB0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37062046-8BF2-4EC6-AC4C-1E6D941DB0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37062046-8BF2-4EC6-AC4C-1E6D941DB0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2FFA5F3-9AD1-4668-86A1-9FF4EEC507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02FFA5F3-9AD1-4668-86A1-9FF4EEC507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02FFA5F3-9AD1-4668-86A1-9FF4EEC507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</a:rPr>
              <a:t>Machine Learning em Big Data – Parte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465" y="1821992"/>
            <a:ext cx="7293023" cy="27625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500" dirty="0"/>
              <a:t>Aprendizado de Máquina: modelos que aprendem com dados</a:t>
            </a:r>
          </a:p>
          <a:p>
            <a:pPr marL="0" indent="0">
              <a:buNone/>
            </a:pPr>
            <a:r>
              <a:rPr lang="pt-BR" sz="1500" dirty="0"/>
              <a:t>Supervisionado </a:t>
            </a:r>
            <a:r>
              <a:rPr lang="pt-BR" sz="1500" dirty="0" err="1"/>
              <a:t>vs</a:t>
            </a:r>
            <a:r>
              <a:rPr lang="pt-BR" sz="1500" dirty="0"/>
              <a:t> Não supervisionado</a:t>
            </a:r>
          </a:p>
          <a:p>
            <a:pPr marL="0" indent="0">
              <a:buNone/>
            </a:pPr>
            <a:r>
              <a:rPr lang="pt-BR" sz="1500" dirty="0"/>
              <a:t>Ferramentas: </a:t>
            </a:r>
            <a:r>
              <a:rPr lang="pt-BR" sz="1500" dirty="0" err="1"/>
              <a:t>Scikit-learn</a:t>
            </a:r>
            <a:r>
              <a:rPr lang="pt-BR" sz="1500" dirty="0"/>
              <a:t>, </a:t>
            </a:r>
            <a:r>
              <a:rPr lang="pt-BR" sz="1500" dirty="0" err="1"/>
              <a:t>TensorFlow</a:t>
            </a:r>
            <a:r>
              <a:rPr lang="pt-BR" sz="1500" dirty="0"/>
              <a:t>, </a:t>
            </a:r>
            <a:r>
              <a:rPr lang="pt-BR" sz="1500" dirty="0" err="1"/>
              <a:t>MLlib</a:t>
            </a:r>
            <a:endParaRPr lang="pt-BR" sz="1500" dirty="0"/>
          </a:p>
          <a:p>
            <a:pPr marL="0" indent="0">
              <a:buNone/>
            </a:pPr>
            <a:r>
              <a:rPr lang="pt-BR" sz="1500" dirty="0"/>
              <a:t>Aplicações: recomendações, detecção de fraudes, segmentação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</a:rPr>
              <a:t>Machine Learning em Big Data – Parte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2039"/>
            <a:ext cx="3414172" cy="149306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500" dirty="0"/>
              <a:t>Avaliação de modelos: acurácia, precisão, recall, F1-score</a:t>
            </a:r>
          </a:p>
          <a:p>
            <a:pPr marL="0" indent="0">
              <a:buNone/>
            </a:pPr>
            <a:r>
              <a:rPr lang="pt-BR" sz="1500" dirty="0"/>
              <a:t>Matriz de confusão: VP, VN, FP, FN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83419DE3-E947-D8FF-34A6-E8AE4A7776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6196171"/>
              </p:ext>
            </p:extLst>
          </p:nvPr>
        </p:nvGraphicFramePr>
        <p:xfrm>
          <a:off x="3360420" y="1217058"/>
          <a:ext cx="5570631" cy="3926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FF2105F-FFFE-68AB-8F72-9D2A6D3F7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50837"/>
              </p:ext>
            </p:extLst>
          </p:nvPr>
        </p:nvGraphicFramePr>
        <p:xfrm>
          <a:off x="212949" y="2494405"/>
          <a:ext cx="275314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715">
                  <a:extLst>
                    <a:ext uri="{9D8B030D-6E8A-4147-A177-3AD203B41FA5}">
                      <a16:colId xmlns:a16="http://schemas.microsoft.com/office/drawing/2014/main" val="551750797"/>
                    </a:ext>
                  </a:extLst>
                </a:gridCol>
                <a:gridCol w="917715">
                  <a:extLst>
                    <a:ext uri="{9D8B030D-6E8A-4147-A177-3AD203B41FA5}">
                      <a16:colId xmlns:a16="http://schemas.microsoft.com/office/drawing/2014/main" val="599172564"/>
                    </a:ext>
                  </a:extLst>
                </a:gridCol>
                <a:gridCol w="917715">
                  <a:extLst>
                    <a:ext uri="{9D8B030D-6E8A-4147-A177-3AD203B41FA5}">
                      <a16:colId xmlns:a16="http://schemas.microsoft.com/office/drawing/2014/main" val="1756735713"/>
                    </a:ext>
                  </a:extLst>
                </a:gridCol>
              </a:tblGrid>
              <a:tr h="28655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Fraude real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Não é fraude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594110"/>
                  </a:ext>
                </a:extLst>
              </a:tr>
              <a:tr h="286552">
                <a:tc>
                  <a:txBody>
                    <a:bodyPr/>
                    <a:lstStyle/>
                    <a:p>
                      <a:r>
                        <a:rPr lang="pt-BR" b="1"/>
                        <a:t>Previu fraude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VP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FP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682758"/>
                  </a:ext>
                </a:extLst>
              </a:tr>
              <a:tr h="286552">
                <a:tc>
                  <a:txBody>
                    <a:bodyPr/>
                    <a:lstStyle/>
                    <a:p>
                      <a:r>
                        <a:rPr lang="pt-BR" b="1" dirty="0"/>
                        <a:t>Previu 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VN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559644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DA656390-DFED-75E4-6617-701DEE364FE6}"/>
              </a:ext>
            </a:extLst>
          </p:cNvPr>
          <p:cNvSpPr txBox="1"/>
          <p:nvPr/>
        </p:nvSpPr>
        <p:spPr>
          <a:xfrm>
            <a:off x="212948" y="4055529"/>
            <a:ext cx="2753146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/>
              <a:t>VP (Verdadeiro Positivo): O modelo acertou que era fraude</a:t>
            </a:r>
          </a:p>
          <a:p>
            <a:r>
              <a:rPr lang="pt-BR" sz="900" dirty="0"/>
              <a:t>FP (Falso Positivo): O modelo achou que era fraude, mas não era</a:t>
            </a:r>
          </a:p>
          <a:p>
            <a:r>
              <a:rPr lang="pt-BR" sz="900" dirty="0"/>
              <a:t>FN (Falso Negativo): Era fraude, mas o modelo deixou passar</a:t>
            </a:r>
          </a:p>
          <a:p>
            <a:r>
              <a:rPr lang="pt-BR" sz="900" dirty="0"/>
              <a:t>VN (Verdadeiro Negativo): Acertou que era normal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6FF7A26-DE8B-4FBB-8A84-6D47103BC1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06FF7A26-DE8B-4FBB-8A84-6D47103BC1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E1D10C9-A477-495D-BA22-1F66D0D96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8E1D10C9-A477-495D-BA22-1F66D0D960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8BB49A5-2489-4D7C-956C-A8FAFBD12C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88BB49A5-2489-4D7C-956C-A8FAFBD12C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F83EE32-A1B0-4684-B5CF-4C707857A4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1F83EE32-A1B0-4684-B5CF-4C707857A4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CC06BCD-DF7C-44AD-979F-CB8769735C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1CC06BCD-DF7C-44AD-979F-CB8769735C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4678FB-F99B-47A7-944C-DE44D59189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dgm id="{FD4678FB-F99B-47A7-944C-DE44D59189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0D6499C-2A10-440C-AB66-EE3988834B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graphicEl>
                                              <a:dgm id="{20D6499C-2A10-440C-AB66-EE3988834B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65156B-A23E-4A7C-8397-F506F243F9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graphicEl>
                                              <a:dgm id="{F765156B-A23E-4A7C-8397-F506F243F9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522" y="1253676"/>
            <a:ext cx="4351438" cy="1671570"/>
          </a:xfrm>
        </p:spPr>
        <p:txBody>
          <a:bodyPr anchor="b">
            <a:normAutofit/>
          </a:bodyPr>
          <a:lstStyle/>
          <a:p>
            <a:r>
              <a:rPr lang="pt-BR" sz="3000" dirty="0"/>
              <a:t>Ética e Privacidade em Big Data</a:t>
            </a:r>
          </a:p>
        </p:txBody>
      </p:sp>
      <p:pic>
        <p:nvPicPr>
          <p:cNvPr id="7" name="Graphic 6" descr="Laptop seguro">
            <a:extLst>
              <a:ext uri="{FF2B5EF4-FFF2-40B4-BE49-F238E27FC236}">
                <a16:creationId xmlns:a16="http://schemas.microsoft.com/office/drawing/2014/main" id="{FCBAC509-A751-F9BC-610C-036BDCD5E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711" y="2020513"/>
            <a:ext cx="898899" cy="89889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0523" y="3054033"/>
            <a:ext cx="4351437" cy="15427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500" dirty="0"/>
              <a:t>LGPD (Brasil) e GDPR (Europa)</a:t>
            </a:r>
          </a:p>
          <a:p>
            <a:pPr marL="0" indent="0">
              <a:buNone/>
            </a:pPr>
            <a:r>
              <a:rPr lang="pt-BR" sz="1500" dirty="0"/>
              <a:t>Direitos dos titulares de dados</a:t>
            </a:r>
          </a:p>
          <a:p>
            <a:pPr marL="0" indent="0">
              <a:buNone/>
            </a:pPr>
            <a:r>
              <a:rPr lang="pt-BR" sz="1500" dirty="0"/>
              <a:t>Princípios: transparência, finalidade, segurança</a:t>
            </a:r>
          </a:p>
          <a:p>
            <a:pPr marL="0" indent="0">
              <a:buNone/>
            </a:pPr>
            <a:r>
              <a:rPr lang="pt-BR" sz="1500" dirty="0"/>
              <a:t>Exemplos: vazamento de dados, uso indevido por algoritmos</a:t>
            </a:r>
          </a:p>
        </p:txBody>
      </p:sp>
      <p:pic>
        <p:nvPicPr>
          <p:cNvPr id="9" name="Graphic 8" descr="Laptop seguro">
            <a:extLst>
              <a:ext uri="{FF2B5EF4-FFF2-40B4-BE49-F238E27FC236}">
                <a16:creationId xmlns:a16="http://schemas.microsoft.com/office/drawing/2014/main" id="{1005FDBC-D428-4691-82DD-C12031869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1073" y="612252"/>
            <a:ext cx="3918995" cy="39189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5EA904-2C2D-DBFE-3CDD-DCCFC7AA0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Questão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Aberta de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Treino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(20 min)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1F00A0-DDBE-EE9F-4F86-0198103545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3011" y="3653118"/>
            <a:ext cx="7504463" cy="10936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fontAlgn="base">
              <a:spcBef>
                <a:spcPts val="1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pt-BR" sz="24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Objetivo:</a:t>
            </a:r>
            <a:r>
              <a:rPr kumimoji="0" lang="en-US" altLang="pt-BR" sz="2400" b="0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aquecer para a questão discursiva da prova.</a:t>
            </a:r>
            <a:br>
              <a:rPr kumimoji="0" lang="en-US" altLang="pt-BR" sz="2400" b="0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kumimoji="0" lang="en-US" altLang="pt-BR" sz="24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296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98F33C-9B69-DC42-7A3F-8628CB61E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91440"/>
            <a:ext cx="7886700" cy="850124"/>
          </a:xfrm>
        </p:spPr>
        <p:txBody>
          <a:bodyPr>
            <a:normAutofit/>
          </a:bodyPr>
          <a:lstStyle/>
          <a:p>
            <a:pPr algn="ctr"/>
            <a:r>
              <a:rPr lang="pt-BR" sz="3900"/>
              <a:t>Temas um por grupo: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3D94B08A-02AB-83ED-0D4A-727F275526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0056423"/>
              </p:ext>
            </p:extLst>
          </p:nvPr>
        </p:nvGraphicFramePr>
        <p:xfrm>
          <a:off x="312420" y="1181100"/>
          <a:ext cx="8580120" cy="3870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277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E39433F-36D5-41D3-99CE-B9A6EC429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2E39433F-36D5-41D3-99CE-B9A6EC429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2E39433F-36D5-41D3-99CE-B9A6EC429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D9F92F2-61B8-450A-9932-174957EF0E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0D9F92F2-61B8-450A-9932-174957EF0E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0D9F92F2-61B8-450A-9932-174957EF0E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AA3FABB-B18F-40C8-B50A-907F55AC08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DAA3FABB-B18F-40C8-B50A-907F55AC08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DAA3FABB-B18F-40C8-B50A-907F55AC08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F57B0AF-DD20-4484-872F-231DA50B99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EF57B0AF-DD20-4484-872F-231DA50B99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EF57B0AF-DD20-4484-872F-231DA50B99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59AC912-0DF1-4828-B200-115725F91B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A59AC912-0DF1-4828-B200-115725F91B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A59AC912-0DF1-4828-B200-115725F91B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69C748C-2681-4A48-A59B-AE80AAC7DC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769C748C-2681-4A48-A59B-AE80AAC7DC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769C748C-2681-4A48-A59B-AE80AAC7DC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6236500-C791-4477-9352-E0C80DB478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26236500-C791-4477-9352-E0C80DB478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26236500-C791-4477-9352-E0C80DB478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62CC8DA-019D-4597-8A68-933A42064F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062CC8DA-019D-4597-8A68-933A42064F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062CC8DA-019D-4597-8A68-933A42064F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B6AC153-5F17-4041-82A8-DF449842C6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2B6AC153-5F17-4041-82A8-DF449842C6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2B6AC153-5F17-4041-82A8-DF449842C6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E97E7D3-A57C-484A-8F80-36F9883ECF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5E97E7D3-A57C-484A-8F80-36F9883ECF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5E97E7D3-A57C-484A-8F80-36F9883ECF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880303B-4F97-403E-B14A-F873923E8A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9880303B-4F97-403E-B14A-F873923E8A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9880303B-4F97-403E-B14A-F873923E8A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9F89764-CD70-4B80-A281-34FB03B2E2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F9F89764-CD70-4B80-A281-34FB03B2E2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F9F89764-CD70-4B80-A281-34FB03B2E2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49811D3-A2A5-4DA4-BDEE-37DF401FB7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>
                                            <p:graphicEl>
                                              <a:dgm id="{149811D3-A2A5-4DA4-BDEE-37DF401FB7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>
                                            <p:graphicEl>
                                              <a:dgm id="{149811D3-A2A5-4DA4-BDEE-37DF401FB7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1035D2-C7DF-4CA7-9605-AE5962BB3C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graphicEl>
                                              <a:dgm id="{011035D2-C7DF-4CA7-9605-AE5962BB3C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graphicEl>
                                              <a:dgm id="{011035D2-C7DF-4CA7-9605-AE5962BB3C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93A4AB2-091B-4B59-8437-877CC2C4F0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">
                                            <p:graphicEl>
                                              <a:dgm id="{B93A4AB2-091B-4B59-8437-877CC2C4F0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">
                                            <p:graphicEl>
                                              <a:dgm id="{B93A4AB2-091B-4B59-8437-877CC2C4F0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51435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51435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E7526E-820A-E490-4EAA-BC1B478C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870966"/>
            <a:ext cx="2702052" cy="3394710"/>
          </a:xfrm>
        </p:spPr>
        <p:txBody>
          <a:bodyPr>
            <a:normAutofit/>
          </a:bodyPr>
          <a:lstStyle/>
          <a:p>
            <a:r>
              <a:rPr lang="pt-BR" sz="3000" dirty="0"/>
              <a:t>Critérios de avaliação questão aberta: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11146"/>
            <a:ext cx="96012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EB0F1C21-605F-AF0C-83DE-44E986DF25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5061778"/>
              </p:ext>
            </p:extLst>
          </p:nvPr>
        </p:nvGraphicFramePr>
        <p:xfrm>
          <a:off x="3977640" y="507492"/>
          <a:ext cx="4773168" cy="4135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120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2E06CDA-D396-420C-ACE5-C9A7C5EE3E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F2E06CDA-D396-420C-ACE5-C9A7C5EE3E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F2E06CDA-D396-420C-ACE5-C9A7C5EE3E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F0B1825-CE5E-4D78-83F0-33D258A26A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0F0B1825-CE5E-4D78-83F0-33D258A26A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0F0B1825-CE5E-4D78-83F0-33D258A26A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3FD6B57-462D-4C30-96B6-533E959758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A3FD6B57-462D-4C30-96B6-533E959758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A3FD6B57-462D-4C30-96B6-533E959758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60E0A67-6FEA-4CA3-BF0F-DD87DD819F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C60E0A67-6FEA-4CA3-BF0F-DD87DD819F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C60E0A67-6FEA-4CA3-BF0F-DD87DD819F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181FE59-2AA2-492A-9D9B-AFAD8D6BB9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9181FE59-2AA2-492A-9D9B-AFAD8D6BB9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9181FE59-2AA2-492A-9D9B-AFAD8D6BB9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A78E7FF-E55E-4E6C-9F1A-3B24B2622A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EA78E7FF-E55E-4E6C-9F1A-3B24B2622A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EA78E7FF-E55E-4E6C-9F1A-3B24B2622A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4B56927-DB2C-46E9-9270-884C69DF4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B4B56927-DB2C-46E9-9270-884C69DF4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B4B56927-DB2C-46E9-9270-884C69DF4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34E9E4A-3222-419D-A6B3-94FD4CACFE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234E9E4A-3222-419D-A6B3-94FD4CACFE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234E9E4A-3222-419D-A6B3-94FD4CACFE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AE29ECC-50DD-424E-8402-8C32CEBFA7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FAE29ECC-50DD-424E-8402-8C32CEBFA7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FAE29ECC-50DD-424E-8402-8C32CEBFA7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B979CFF-E9D5-40FB-9CAE-352769599B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BB979CFF-E9D5-40FB-9CAE-352769599B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BB979CFF-E9D5-40FB-9CAE-352769599B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44EC496-13D5-4B6D-A314-A7CC5B034C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C44EC496-13D5-4B6D-A314-A7CC5B034C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C44EC496-13D5-4B6D-A314-A7CC5B034C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F294AE5-CA85-40D0-8FC0-D69C73817E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1F294AE5-CA85-40D0-8FC0-D69C73817E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1F294AE5-CA85-40D0-8FC0-D69C73817E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3E2AB9B-80CD-4DAE-836D-2AD6760538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>
                                            <p:graphicEl>
                                              <a:dgm id="{73E2AB9B-80CD-4DAE-836D-2AD6760538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>
                                            <p:graphicEl>
                                              <a:dgm id="{73E2AB9B-80CD-4DAE-836D-2AD6760538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8E27C02-31ED-4201-9F14-C9F6118C83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graphicEl>
                                              <a:dgm id="{E8E27C02-31ED-4201-9F14-C9F6118C83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graphicEl>
                                              <a:dgm id="{E8E27C02-31ED-4201-9F14-C9F6118C83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643881A-0309-4F9B-8E82-71CBC8A52D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">
                                            <p:graphicEl>
                                              <a:dgm id="{C643881A-0309-4F9B-8E82-71CBC8A52D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">
                                            <p:graphicEl>
                                              <a:dgm id="{C643881A-0309-4F9B-8E82-71CBC8A52D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Check-out da Revisão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817CA5-C4F1-1D7E-E3B9-70E1D05D33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012260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>
          <a:extLst>
            <a:ext uri="{FF2B5EF4-FFF2-40B4-BE49-F238E27FC236}">
              <a16:creationId xmlns:a16="http://schemas.microsoft.com/office/drawing/2014/main" id="{670219E0-4F3A-E21C-5BDE-08C79EABD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C34DE2E-3D37-3E67-48F5-A09D44846E65}"/>
              </a:ext>
            </a:extLst>
          </p:cNvPr>
          <p:cNvSpPr/>
          <p:nvPr/>
        </p:nvSpPr>
        <p:spPr>
          <a:xfrm>
            <a:off x="1777268" y="2392507"/>
            <a:ext cx="6359680" cy="23698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endParaRPr lang="pt-BR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r"/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“Erros usando dados inadequados são muito menores do que aqueles que não usam nenhum dado.” </a:t>
            </a:r>
          </a:p>
          <a:p>
            <a:pPr algn="r"/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Charles Babbage, matemático, filósofo, inventor e engenheiro mecânico</a:t>
            </a:r>
            <a:endParaRPr lang="pt-BR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61444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602216"/>
            <a:ext cx="3733482" cy="1090538"/>
          </a:xfrm>
        </p:spPr>
        <p:txBody>
          <a:bodyPr>
            <a:normAutofit/>
          </a:bodyPr>
          <a:lstStyle/>
          <a:p>
            <a:r>
              <a:rPr lang="pt-BR" sz="2700">
                <a:solidFill>
                  <a:schemeClr val="tx2"/>
                </a:solidFill>
              </a:rPr>
              <a:t>💬 Fechamento – Reflexão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816261"/>
            <a:ext cx="3733183" cy="272946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400" dirty="0">
                <a:solidFill>
                  <a:schemeClr val="tx2"/>
                </a:solidFill>
              </a:rPr>
              <a:t>“É possível inovar com dados sem abrir mão da ética?”</a:t>
            </a:r>
          </a:p>
          <a:p>
            <a:pPr marL="0" indent="0">
              <a:buNone/>
            </a:pPr>
            <a:endParaRPr lang="pt-BR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pt-BR" sz="1400" dirty="0">
                <a:solidFill>
                  <a:schemeClr val="tx2"/>
                </a:solidFill>
              </a:rPr>
              <a:t>Cada grupo compartilha:</a:t>
            </a:r>
          </a:p>
          <a:p>
            <a:pPr marL="0" indent="0">
              <a:buNone/>
            </a:pPr>
            <a:r>
              <a:rPr lang="pt-BR" sz="1400" dirty="0">
                <a:solidFill>
                  <a:schemeClr val="tx2"/>
                </a:solidFill>
              </a:rPr>
              <a:t>- Uma ideia-chave aprendida no caso</a:t>
            </a:r>
          </a:p>
          <a:p>
            <a:pPr marL="0" indent="0">
              <a:buNone/>
            </a:pPr>
            <a:r>
              <a:rPr lang="pt-BR" sz="1400" dirty="0">
                <a:solidFill>
                  <a:schemeClr val="tx2"/>
                </a:solidFill>
              </a:rPr>
              <a:t>- Uma medida de melhoria para o próprio projeto</a:t>
            </a:r>
          </a:p>
          <a:p>
            <a:pPr marL="0" indent="0">
              <a:buNone/>
            </a:pPr>
            <a:endParaRPr lang="pt-BR" sz="14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77422" y="0"/>
            <a:ext cx="4366578" cy="5013950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Aquário">
            <a:extLst>
              <a:ext uri="{FF2B5EF4-FFF2-40B4-BE49-F238E27FC236}">
                <a16:creationId xmlns:a16="http://schemas.microsoft.com/office/drawing/2014/main" id="{E4B352A4-FA00-B30A-2CAF-DC2FE92D6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1294" y="1221816"/>
            <a:ext cx="2715016" cy="27150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1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496099" y="3328654"/>
            <a:ext cx="19269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Título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aqui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6052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FD1CF6-E85E-D410-96D4-8AC5A7C6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9" y="3364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65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32" y="190194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903366" y="3328654"/>
            <a:ext cx="2519633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Dinâmica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Quebra-gelo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00B601-98D6-C9DD-116F-D92E93B039AC}"/>
              </a:ext>
            </a:extLst>
          </p:cNvPr>
          <p:cNvSpPr txBox="1"/>
          <p:nvPr/>
        </p:nvSpPr>
        <p:spPr>
          <a:xfrm>
            <a:off x="4739268" y="46215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https://www.menti.com/alk8si7cfkr6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8D82947-74EB-B352-5985-9C69CA02A9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941" y="-58732"/>
            <a:ext cx="2627365" cy="263048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EFF19E0-E9BB-CAF4-F5A3-8622DD9BF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83" y="2472861"/>
            <a:ext cx="2630482" cy="41783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9D44237-FAED-A38B-FEA4-5235C2A65E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7177" y="2506773"/>
            <a:ext cx="2600688" cy="3439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20276FFF9424F89A00D599975A8E0" ma:contentTypeVersion="18" ma:contentTypeDescription="Create a new document." ma:contentTypeScope="" ma:versionID="d91590f39d9362977daf6252bf43f7f6">
  <xsd:schema xmlns:xsd="http://www.w3.org/2001/XMLSchema" xmlns:xs="http://www.w3.org/2001/XMLSchema" xmlns:p="http://schemas.microsoft.com/office/2006/metadata/properties" xmlns:ns3="c83f02a6-c386-458a-8fb5-ed742ed997f9" xmlns:ns4="8e80253c-a382-4a76-9dc9-5fcadf214eb8" targetNamespace="http://schemas.microsoft.com/office/2006/metadata/properties" ma:root="true" ma:fieldsID="1371f7461d19603f0e5aeafe6df4c5fa" ns3:_="" ns4:_="">
    <xsd:import namespace="c83f02a6-c386-458a-8fb5-ed742ed997f9"/>
    <xsd:import namespace="8e80253c-a382-4a76-9dc9-5fcadf214eb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3f02a6-c386-458a-8fb5-ed742ed997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0253c-a382-4a76-9dc9-5fcadf214eb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3f02a6-c386-458a-8fb5-ed742ed997f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A7DC76-8D57-46EF-AECF-C7BFDDCBDE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3f02a6-c386-458a-8fb5-ed742ed997f9"/>
    <ds:schemaRef ds:uri="8e80253c-a382-4a76-9dc9-5fcadf214e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B039AA-AB64-45A4-9ACD-34195A9F7665}">
  <ds:schemaRefs>
    <ds:schemaRef ds:uri="http://purl.org/dc/terms/"/>
    <ds:schemaRef ds:uri="http://purl.org/dc/elements/1.1/"/>
    <ds:schemaRef ds:uri="8e80253c-a382-4a76-9dc9-5fcadf214eb8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c83f02a6-c386-458a-8fb5-ed742ed997f9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3C076F2-9069-4A6C-AD15-C3B82BD233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13167</TotalTime>
  <Words>1233</Words>
  <Application>Microsoft Office PowerPoint</Application>
  <PresentationFormat>Apresentação na tela (16:9)</PresentationFormat>
  <Paragraphs>134</Paragraphs>
  <Slides>26</Slides>
  <Notes>7</Notes>
  <HiddenSlides>5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3" baseType="lpstr">
      <vt:lpstr>Aptos</vt:lpstr>
      <vt:lpstr>Wingdings</vt:lpstr>
      <vt:lpstr>Tahoma</vt:lpstr>
      <vt:lpstr>Arial</vt:lpstr>
      <vt:lpstr>Aptos Display</vt:lpstr>
      <vt:lpstr>Calibri</vt:lpstr>
      <vt:lpstr>Tema do Office</vt:lpstr>
      <vt:lpstr>Fundamentos de Big Data</vt:lpstr>
      <vt:lpstr>Objetivo da aula</vt:lpstr>
      <vt:lpstr>Agenda</vt:lpstr>
      <vt:lpstr>Quebra-Gelo</vt:lpstr>
      <vt:lpstr>🧠 “Fato ou Fake?” – Big Data Edition</vt:lpstr>
      <vt:lpstr>🧩  “Quem Sou Eu?” – Conceito Misterioso</vt:lpstr>
      <vt:lpstr>🧩  “Quem Sou Eu?” – Conceito Misterioso</vt:lpstr>
      <vt:lpstr>Revisão: O que Vimos até o momento?</vt:lpstr>
      <vt:lpstr>Introdução ao Big Data e os 5Vs</vt:lpstr>
      <vt:lpstr>Tecnologias e Infraestrutura</vt:lpstr>
      <vt:lpstr>Processamento de Dados</vt:lpstr>
      <vt:lpstr>Análise de Dados em Tempo Real</vt:lpstr>
      <vt:lpstr>Machine Learning em Big Data – Parte 1</vt:lpstr>
      <vt:lpstr>Machine Learning em Big Data – Parte 2</vt:lpstr>
      <vt:lpstr>Ética e Privacidade em Big Data</vt:lpstr>
      <vt:lpstr>Questão Aberta de Treino (20 min)</vt:lpstr>
      <vt:lpstr>Temas um por grupo:</vt:lpstr>
      <vt:lpstr>Critérios de avaliação questão aberta:</vt:lpstr>
      <vt:lpstr>Check-out da Revisão</vt:lpstr>
      <vt:lpstr>Apresentação do PowerPoint</vt:lpstr>
      <vt:lpstr>💬 Fechamento – Reflexão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Pedro Calistro Torres de Miranda</dc:creator>
  <cp:lastModifiedBy>José Pedro Calistro Torres de Miranda</cp:lastModifiedBy>
  <cp:revision>22</cp:revision>
  <dcterms:modified xsi:type="dcterms:W3CDTF">2025-04-11T12:28:15Z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0x010100D6420276FFF9424F89A00D599975A8E0</vt:lpwstr>
  </property>
</Properties>
</file>