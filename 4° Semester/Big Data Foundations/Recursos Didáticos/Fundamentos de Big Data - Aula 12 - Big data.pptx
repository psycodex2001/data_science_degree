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319" r:id="rId3"/>
    <p:sldId id="988" r:id="rId4"/>
    <p:sldId id="1015" r:id="rId5"/>
    <p:sldId id="1008" r:id="rId6"/>
    <p:sldId id="1012" r:id="rId7"/>
    <p:sldId id="1013" r:id="rId8"/>
    <p:sldId id="260" r:id="rId9"/>
    <p:sldId id="1006" r:id="rId10"/>
    <p:sldId id="1014" r:id="rId11"/>
    <p:sldId id="1017" r:id="rId12"/>
    <p:sldId id="1018" r:id="rId13"/>
    <p:sldId id="1020" r:id="rId14"/>
    <p:sldId id="1019" r:id="rId15"/>
    <p:sldId id="261" r:id="rId16"/>
    <p:sldId id="1005" r:id="rId17"/>
    <p:sldId id="263" r:id="rId18"/>
    <p:sldId id="298" r:id="rId19"/>
    <p:sldId id="302" r:id="rId20"/>
    <p:sldId id="300" r:id="rId21"/>
    <p:sldId id="299" r:id="rId22"/>
    <p:sldId id="259" r:id="rId23"/>
    <p:sldId id="257" r:id="rId24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26"/>
      <p:bold r:id="rId2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2E62"/>
    <a:srgbClr val="922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9E47E-7378-4AF6-AC0E-3FFCFFCC4B17}" v="31" dt="2025-05-09T02:42:22.925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2789E47E-7378-4AF6-AC0E-3FFCFFCC4B17}"/>
    <pc:docChg chg="undo custSel addSld delSld modSld sldOrd">
      <pc:chgData name="José Pedro Calistro Torres de Miranda" userId="82558bf5-0a7c-4071-b398-5925c96dbeb2" providerId="ADAL" clId="{2789E47E-7378-4AF6-AC0E-3FFCFFCC4B17}" dt="2025-05-09T11:19:55.395" v="130" actId="47"/>
      <pc:docMkLst>
        <pc:docMk/>
      </pc:docMkLst>
      <pc:sldChg chg="del ord">
        <pc:chgData name="José Pedro Calistro Torres de Miranda" userId="82558bf5-0a7c-4071-b398-5925c96dbeb2" providerId="ADAL" clId="{2789E47E-7378-4AF6-AC0E-3FFCFFCC4B17}" dt="2025-05-09T02:25:10.006" v="67" actId="47"/>
        <pc:sldMkLst>
          <pc:docMk/>
          <pc:sldMk cId="0" sldId="258"/>
        </pc:sldMkLst>
      </pc:sldChg>
      <pc:sldChg chg="ord">
        <pc:chgData name="José Pedro Calistro Torres de Miranda" userId="82558bf5-0a7c-4071-b398-5925c96dbeb2" providerId="ADAL" clId="{2789E47E-7378-4AF6-AC0E-3FFCFFCC4B17}" dt="2025-05-09T02:43:10.844" v="128"/>
        <pc:sldMkLst>
          <pc:docMk/>
          <pc:sldMk cId="0" sldId="260"/>
        </pc:sldMkLst>
      </pc:sldChg>
      <pc:sldChg chg="addSp delSp modSp add mod setBg modAnim">
        <pc:chgData name="José Pedro Calistro Torres de Miranda" userId="82558bf5-0a7c-4071-b398-5925c96dbeb2" providerId="ADAL" clId="{2789E47E-7378-4AF6-AC0E-3FFCFFCC4B17}" dt="2025-05-09T02:42:22.925" v="124"/>
        <pc:sldMkLst>
          <pc:docMk/>
          <pc:sldMk cId="0" sldId="261"/>
        </pc:sldMkLst>
        <pc:spChg chg="mod">
          <ac:chgData name="José Pedro Calistro Torres de Miranda" userId="82558bf5-0a7c-4071-b398-5925c96dbeb2" providerId="ADAL" clId="{2789E47E-7378-4AF6-AC0E-3FFCFFCC4B17}" dt="2025-05-09T02:42:07.247" v="122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789E47E-7378-4AF6-AC0E-3FFCFFCC4B17}" dt="2025-05-09T02:42:07.247" v="122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789E47E-7378-4AF6-AC0E-3FFCFFCC4B17}" dt="2025-05-09T02:42:07.247" v="122" actId="26606"/>
          <ac:spMkLst>
            <pc:docMk/>
            <pc:sldMk cId="0" sldId="261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2789E47E-7378-4AF6-AC0E-3FFCFFCC4B17}" dt="2025-05-09T02:42:07.247" v="122" actId="26606"/>
          <ac:spMkLst>
            <pc:docMk/>
            <pc:sldMk cId="0" sldId="261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2789E47E-7378-4AF6-AC0E-3FFCFFCC4B17}" dt="2025-05-09T02:42:07.247" v="122" actId="26606"/>
          <ac:spMkLst>
            <pc:docMk/>
            <pc:sldMk cId="0" sldId="261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2789E47E-7378-4AF6-AC0E-3FFCFFCC4B17}" dt="2025-05-09T02:42:07.247" v="122" actId="26606"/>
          <ac:spMkLst>
            <pc:docMk/>
            <pc:sldMk cId="0" sldId="261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2789E47E-7378-4AF6-AC0E-3FFCFFCC4B17}" dt="2025-05-09T02:42:07.247" v="122" actId="26606"/>
          <ac:graphicFrameMkLst>
            <pc:docMk/>
            <pc:sldMk cId="0" sldId="261"/>
            <ac:graphicFrameMk id="5" creationId="{CF3CF2B3-9517-1A4B-BB5D-DC92DF17B6D7}"/>
          </ac:graphicFrameMkLst>
        </pc:graphicFrameChg>
      </pc:sldChg>
      <pc:sldChg chg="add del">
        <pc:chgData name="José Pedro Calistro Torres de Miranda" userId="82558bf5-0a7c-4071-b398-5925c96dbeb2" providerId="ADAL" clId="{2789E47E-7378-4AF6-AC0E-3FFCFFCC4B17}" dt="2025-05-09T02:43:38.714" v="129" actId="2696"/>
        <pc:sldMkLst>
          <pc:docMk/>
          <pc:sldMk cId="0" sldId="262"/>
        </pc:sldMkLst>
      </pc:sldChg>
      <pc:sldChg chg="modSp">
        <pc:chgData name="José Pedro Calistro Torres de Miranda" userId="82558bf5-0a7c-4071-b398-5925c96dbeb2" providerId="ADAL" clId="{2789E47E-7378-4AF6-AC0E-3FFCFFCC4B17}" dt="2025-05-09T02:22:56.084" v="57" actId="20577"/>
        <pc:sldMkLst>
          <pc:docMk/>
          <pc:sldMk cId="0" sldId="263"/>
        </pc:sldMkLst>
        <pc:spChg chg="mod">
          <ac:chgData name="José Pedro Calistro Torres de Miranda" userId="82558bf5-0a7c-4071-b398-5925c96dbeb2" providerId="ADAL" clId="{2789E47E-7378-4AF6-AC0E-3FFCFFCC4B17}" dt="2025-05-09T02:22:56.084" v="57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modSp mod modAnim">
        <pc:chgData name="José Pedro Calistro Torres de Miranda" userId="82558bf5-0a7c-4071-b398-5925c96dbeb2" providerId="ADAL" clId="{2789E47E-7378-4AF6-AC0E-3FFCFFCC4B17}" dt="2025-05-09T02:18:27.256" v="21"/>
        <pc:sldMkLst>
          <pc:docMk/>
          <pc:sldMk cId="3917579560" sldId="319"/>
        </pc:sldMkLst>
        <pc:graphicFrameChg chg="add mod">
          <ac:chgData name="José Pedro Calistro Torres de Miranda" userId="82558bf5-0a7c-4071-b398-5925c96dbeb2" providerId="ADAL" clId="{2789E47E-7378-4AF6-AC0E-3FFCFFCC4B17}" dt="2025-05-09T02:18:19.244" v="19" actId="1076"/>
          <ac:graphicFrameMkLst>
            <pc:docMk/>
            <pc:sldMk cId="3917579560" sldId="319"/>
            <ac:graphicFrameMk id="3" creationId="{9974A54D-BA97-14E6-2F2E-C87ECC375D80}"/>
          </ac:graphicFrameMkLst>
        </pc:graphicFrameChg>
        <pc:graphicFrameChg chg="mod">
          <ac:chgData name="José Pedro Calistro Torres de Miranda" userId="82558bf5-0a7c-4071-b398-5925c96dbeb2" providerId="ADAL" clId="{2789E47E-7378-4AF6-AC0E-3FFCFFCC4B17}" dt="2025-05-09T02:17:48.754" v="14" actId="1076"/>
          <ac:graphicFrameMkLst>
            <pc:docMk/>
            <pc:sldMk cId="3917579560" sldId="319"/>
            <ac:graphicFrameMk id="8" creationId="{6B512A40-7AA8-11CF-B4E0-B6C687681649}"/>
          </ac:graphicFrameMkLst>
        </pc:graphicFrameChg>
        <pc:picChg chg="mod">
          <ac:chgData name="José Pedro Calistro Torres de Miranda" userId="82558bf5-0a7c-4071-b398-5925c96dbeb2" providerId="ADAL" clId="{2789E47E-7378-4AF6-AC0E-3FFCFFCC4B17}" dt="2025-05-09T02:17:57.007" v="16" actId="1076"/>
          <ac:picMkLst>
            <pc:docMk/>
            <pc:sldMk cId="3917579560" sldId="319"/>
            <ac:picMk id="7" creationId="{251E68E2-A835-4448-5B61-3A8E64480E7C}"/>
          </ac:picMkLst>
        </pc:picChg>
      </pc:sldChg>
      <pc:sldChg chg="addSp delSp modSp mod ord delAnim">
        <pc:chgData name="José Pedro Calistro Torres de Miranda" userId="82558bf5-0a7c-4071-b398-5925c96dbeb2" providerId="ADAL" clId="{2789E47E-7378-4AF6-AC0E-3FFCFFCC4B17}" dt="2025-05-09T02:19:57.829" v="44" actId="20577"/>
        <pc:sldMkLst>
          <pc:docMk/>
          <pc:sldMk cId="1971581788" sldId="988"/>
        </pc:sldMkLst>
        <pc:spChg chg="mod">
          <ac:chgData name="José Pedro Calistro Torres de Miranda" userId="82558bf5-0a7c-4071-b398-5925c96dbeb2" providerId="ADAL" clId="{2789E47E-7378-4AF6-AC0E-3FFCFFCC4B17}" dt="2025-05-09T02:19:57.829" v="44" actId="20577"/>
          <ac:spMkLst>
            <pc:docMk/>
            <pc:sldMk cId="1971581788" sldId="988"/>
            <ac:spMk id="2" creationId="{483BAB6D-2138-C22C-A6B7-F325CDD008E2}"/>
          </ac:spMkLst>
        </pc:spChg>
        <pc:spChg chg="add del mod">
          <ac:chgData name="José Pedro Calistro Torres de Miranda" userId="82558bf5-0a7c-4071-b398-5925c96dbeb2" providerId="ADAL" clId="{2789E47E-7378-4AF6-AC0E-3FFCFFCC4B17}" dt="2025-05-09T02:19:25.915" v="30" actId="478"/>
          <ac:spMkLst>
            <pc:docMk/>
            <pc:sldMk cId="1971581788" sldId="988"/>
            <ac:spMk id="5" creationId="{EBD6E5D5-9F46-8300-8079-B21EA735989A}"/>
          </ac:spMkLst>
        </pc:spChg>
        <pc:graphicFrameChg chg="del">
          <ac:chgData name="José Pedro Calistro Torres de Miranda" userId="82558bf5-0a7c-4071-b398-5925c96dbeb2" providerId="ADAL" clId="{2789E47E-7378-4AF6-AC0E-3FFCFFCC4B17}" dt="2025-05-09T02:19:22.742" v="29" actId="478"/>
          <ac:graphicFrameMkLst>
            <pc:docMk/>
            <pc:sldMk cId="1971581788" sldId="988"/>
            <ac:graphicFrameMk id="3" creationId="{82724234-683F-77F6-CC9F-D01850ABFD29}"/>
          </ac:graphicFrameMkLst>
        </pc:graphicFrameChg>
        <pc:graphicFrameChg chg="add mod">
          <ac:chgData name="José Pedro Calistro Torres de Miranda" userId="82558bf5-0a7c-4071-b398-5925c96dbeb2" providerId="ADAL" clId="{2789E47E-7378-4AF6-AC0E-3FFCFFCC4B17}" dt="2025-05-09T02:19:40.894" v="36" actId="20577"/>
          <ac:graphicFrameMkLst>
            <pc:docMk/>
            <pc:sldMk cId="1971581788" sldId="988"/>
            <ac:graphicFrameMk id="6" creationId="{453739EC-BF52-9252-E155-F98B755DA39D}"/>
          </ac:graphicFrameMkLst>
        </pc:graphicFrameChg>
      </pc:sldChg>
      <pc:sldChg chg="ord">
        <pc:chgData name="José Pedro Calistro Torres de Miranda" userId="82558bf5-0a7c-4071-b398-5925c96dbeb2" providerId="ADAL" clId="{2789E47E-7378-4AF6-AC0E-3FFCFFCC4B17}" dt="2025-05-09T02:42:47.080" v="126"/>
        <pc:sldMkLst>
          <pc:docMk/>
          <pc:sldMk cId="0" sldId="1005"/>
        </pc:sldMkLst>
      </pc:sldChg>
      <pc:sldChg chg="ord">
        <pc:chgData name="José Pedro Calistro Torres de Miranda" userId="82558bf5-0a7c-4071-b398-5925c96dbeb2" providerId="ADAL" clId="{2789E47E-7378-4AF6-AC0E-3FFCFFCC4B17}" dt="2025-05-09T02:25:43.822" v="69"/>
        <pc:sldMkLst>
          <pc:docMk/>
          <pc:sldMk cId="0" sldId="1006"/>
        </pc:sldMkLst>
      </pc:sldChg>
      <pc:sldChg chg="ord">
        <pc:chgData name="José Pedro Calistro Torres de Miranda" userId="82558bf5-0a7c-4071-b398-5925c96dbeb2" providerId="ADAL" clId="{2789E47E-7378-4AF6-AC0E-3FFCFFCC4B17}" dt="2025-05-09T02:23:17.734" v="59"/>
        <pc:sldMkLst>
          <pc:docMk/>
          <pc:sldMk cId="0" sldId="1008"/>
        </pc:sldMkLst>
      </pc:sldChg>
      <pc:sldChg chg="addSp delSp modSp new del mod setBg">
        <pc:chgData name="José Pedro Calistro Torres de Miranda" userId="82558bf5-0a7c-4071-b398-5925c96dbeb2" providerId="ADAL" clId="{2789E47E-7378-4AF6-AC0E-3FFCFFCC4B17}" dt="2025-05-09T11:19:55.395" v="130" actId="47"/>
        <pc:sldMkLst>
          <pc:docMk/>
          <pc:sldMk cId="3415197187" sldId="1009"/>
        </pc:sldMkLst>
        <pc:spChg chg="mod">
          <ac:chgData name="José Pedro Calistro Torres de Miranda" userId="82558bf5-0a7c-4071-b398-5925c96dbeb2" providerId="ADAL" clId="{2789E47E-7378-4AF6-AC0E-3FFCFFCC4B17}" dt="2025-05-09T02:17:24.594" v="6" actId="26606"/>
          <ac:spMkLst>
            <pc:docMk/>
            <pc:sldMk cId="3415197187" sldId="1009"/>
            <ac:spMk id="2" creationId="{21E5AD8C-928F-0AEC-6AB4-317BED1F0DC0}"/>
          </ac:spMkLst>
        </pc:spChg>
        <pc:spChg chg="del">
          <ac:chgData name="José Pedro Calistro Torres de Miranda" userId="82558bf5-0a7c-4071-b398-5925c96dbeb2" providerId="ADAL" clId="{2789E47E-7378-4AF6-AC0E-3FFCFFCC4B17}" dt="2025-05-09T02:16:24.996" v="1"/>
          <ac:spMkLst>
            <pc:docMk/>
            <pc:sldMk cId="3415197187" sldId="1009"/>
            <ac:spMk id="3" creationId="{F093B466-6212-6E76-CA01-05F94734DAB5}"/>
          </ac:spMkLst>
        </pc:spChg>
        <pc:spChg chg="add del mod">
          <ac:chgData name="José Pedro Calistro Torres de Miranda" userId="82558bf5-0a7c-4071-b398-5925c96dbeb2" providerId="ADAL" clId="{2789E47E-7378-4AF6-AC0E-3FFCFFCC4B17}" dt="2025-05-09T02:17:43.034" v="11" actId="26606"/>
          <ac:spMkLst>
            <pc:docMk/>
            <pc:sldMk cId="3415197187" sldId="1009"/>
            <ac:spMk id="4" creationId="{531FB660-1984-DD83-0626-726BD907E23D}"/>
          </ac:spMkLst>
        </pc:spChg>
        <pc:spChg chg="add del">
          <ac:chgData name="José Pedro Calistro Torres de Miranda" userId="82558bf5-0a7c-4071-b398-5925c96dbeb2" providerId="ADAL" clId="{2789E47E-7378-4AF6-AC0E-3FFCFFCC4B17}" dt="2025-05-09T02:17:24.594" v="6" actId="26606"/>
          <ac:spMkLst>
            <pc:docMk/>
            <pc:sldMk cId="3415197187" sldId="1009"/>
            <ac:spMk id="7" creationId="{345A976A-8DE3-4B67-B94B-2044FDD12899}"/>
          </ac:spMkLst>
        </pc:spChg>
        <pc:spChg chg="add del">
          <ac:chgData name="José Pedro Calistro Torres de Miranda" userId="82558bf5-0a7c-4071-b398-5925c96dbeb2" providerId="ADAL" clId="{2789E47E-7378-4AF6-AC0E-3FFCFFCC4B17}" dt="2025-05-09T02:17:24.594" v="6" actId="26606"/>
          <ac:spMkLst>
            <pc:docMk/>
            <pc:sldMk cId="3415197187" sldId="1009"/>
            <ac:spMk id="8" creationId="{6EAAA1B9-2DDB-49C9-A037-A523D2F13C15}"/>
          </ac:spMkLst>
        </pc:spChg>
        <pc:spChg chg="add del">
          <ac:chgData name="José Pedro Calistro Torres de Miranda" userId="82558bf5-0a7c-4071-b398-5925c96dbeb2" providerId="ADAL" clId="{2789E47E-7378-4AF6-AC0E-3FFCFFCC4B17}" dt="2025-05-09T02:17:09.250" v="4" actId="26606"/>
          <ac:spMkLst>
            <pc:docMk/>
            <pc:sldMk cId="3415197187" sldId="1009"/>
            <ac:spMk id="10" creationId="{2659FDB4-FCBE-4A89-B46D-43D4FA54464D}"/>
          </ac:spMkLst>
        </pc:spChg>
        <pc:grpChg chg="add del">
          <ac:chgData name="José Pedro Calistro Torres de Miranda" userId="82558bf5-0a7c-4071-b398-5925c96dbeb2" providerId="ADAL" clId="{2789E47E-7378-4AF6-AC0E-3FFCFFCC4B17}" dt="2025-05-09T02:17:24.594" v="6" actId="26606"/>
          <ac:grpSpMkLst>
            <pc:docMk/>
            <pc:sldMk cId="3415197187" sldId="1009"/>
            <ac:grpSpMk id="14" creationId="{76566969-F813-4CC5-B3E9-363D85B55C3B}"/>
          </ac:grpSpMkLst>
        </pc:grpChg>
        <pc:grpChg chg="add del">
          <ac:chgData name="José Pedro Calistro Torres de Miranda" userId="82558bf5-0a7c-4071-b398-5925c96dbeb2" providerId="ADAL" clId="{2789E47E-7378-4AF6-AC0E-3FFCFFCC4B17}" dt="2025-05-09T02:17:24.594" v="6" actId="26606"/>
          <ac:grpSpMkLst>
            <pc:docMk/>
            <pc:sldMk cId="3415197187" sldId="1009"/>
            <ac:grpSpMk id="20" creationId="{0217D733-97B6-4C43-AF0C-5E3CB0EA132A}"/>
          </ac:grpSpMkLst>
        </pc:grpChg>
        <pc:graphicFrameChg chg="add del">
          <ac:chgData name="José Pedro Calistro Torres de Miranda" userId="82558bf5-0a7c-4071-b398-5925c96dbeb2" providerId="ADAL" clId="{2789E47E-7378-4AF6-AC0E-3FFCFFCC4B17}" dt="2025-05-09T02:17:09.250" v="4" actId="26606"/>
          <ac:graphicFrameMkLst>
            <pc:docMk/>
            <pc:sldMk cId="3415197187" sldId="1009"/>
            <ac:graphicFrameMk id="6" creationId="{76A091A2-C1D4-E117-6E96-CA46575C415A}"/>
          </ac:graphicFrameMkLst>
        </pc:graphicFrameChg>
        <pc:graphicFrameChg chg="add del">
          <ac:chgData name="José Pedro Calistro Torres de Miranda" userId="82558bf5-0a7c-4071-b398-5925c96dbeb2" providerId="ADAL" clId="{2789E47E-7378-4AF6-AC0E-3FFCFFCC4B17}" dt="2025-05-09T02:17:24.594" v="6" actId="26606"/>
          <ac:graphicFrameMkLst>
            <pc:docMk/>
            <pc:sldMk cId="3415197187" sldId="1009"/>
            <ac:graphicFrameMk id="9" creationId="{4B4096DE-548C-1C0E-9CB8-B2A47B28D009}"/>
          </ac:graphicFrameMkLst>
        </pc:graphicFrameChg>
        <pc:graphicFrameChg chg="add del">
          <ac:chgData name="José Pedro Calistro Torres de Miranda" userId="82558bf5-0a7c-4071-b398-5925c96dbeb2" providerId="ADAL" clId="{2789E47E-7378-4AF6-AC0E-3FFCFFCC4B17}" dt="2025-05-09T02:17:43.034" v="11" actId="26606"/>
          <ac:graphicFrameMkLst>
            <pc:docMk/>
            <pc:sldMk cId="3415197187" sldId="1009"/>
            <ac:graphicFrameMk id="26" creationId="{4A73F62E-0F01-A972-B82D-07B624D42376}"/>
          </ac:graphicFrameMkLst>
        </pc:graphicFrameChg>
        <pc:cxnChg chg="add del">
          <ac:chgData name="José Pedro Calistro Torres de Miranda" userId="82558bf5-0a7c-4071-b398-5925c96dbeb2" providerId="ADAL" clId="{2789E47E-7378-4AF6-AC0E-3FFCFFCC4B17}" dt="2025-05-09T02:17:09.250" v="4" actId="26606"/>
          <ac:cxnSpMkLst>
            <pc:docMk/>
            <pc:sldMk cId="3415197187" sldId="1009"/>
            <ac:cxnSpMk id="12" creationId="{C8F51B3F-8331-4E4A-AE96-D47B1006EEAD}"/>
          </ac:cxnSpMkLst>
        </pc:cxnChg>
      </pc:sldChg>
      <pc:sldChg chg="new del">
        <pc:chgData name="José Pedro Calistro Torres de Miranda" userId="82558bf5-0a7c-4071-b398-5925c96dbeb2" providerId="ADAL" clId="{2789E47E-7378-4AF6-AC0E-3FFCFFCC4B17}" dt="2025-05-09T02:18:51.406" v="24" actId="47"/>
        <pc:sldMkLst>
          <pc:docMk/>
          <pc:sldMk cId="3297649789" sldId="1010"/>
        </pc:sldMkLst>
      </pc:sldChg>
      <pc:sldChg chg="add del">
        <pc:chgData name="José Pedro Calistro Torres de Miranda" userId="82558bf5-0a7c-4071-b398-5925c96dbeb2" providerId="ADAL" clId="{2789E47E-7378-4AF6-AC0E-3FFCFFCC4B17}" dt="2025-05-09T02:20:01.965" v="45" actId="47"/>
        <pc:sldMkLst>
          <pc:docMk/>
          <pc:sldMk cId="0" sldId="1011"/>
        </pc:sldMkLst>
      </pc:sldChg>
      <pc:sldChg chg="addSp delSp modSp add mod setBg">
        <pc:chgData name="José Pedro Calistro Torres de Miranda" userId="82558bf5-0a7c-4071-b398-5925c96dbeb2" providerId="ADAL" clId="{2789E47E-7378-4AF6-AC0E-3FFCFFCC4B17}" dt="2025-05-09T02:20:38.874" v="50" actId="478"/>
        <pc:sldMkLst>
          <pc:docMk/>
          <pc:sldMk cId="0" sldId="1012"/>
        </pc:sldMkLst>
        <pc:spChg chg="mod">
          <ac:chgData name="José Pedro Calistro Torres de Miranda" userId="82558bf5-0a7c-4071-b398-5925c96dbeb2" providerId="ADAL" clId="{2789E47E-7378-4AF6-AC0E-3FFCFFCC4B17}" dt="2025-05-09T02:20:12.554" v="46" actId="26606"/>
          <ac:spMkLst>
            <pc:docMk/>
            <pc:sldMk cId="0" sldId="1012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789E47E-7378-4AF6-AC0E-3FFCFFCC4B17}" dt="2025-05-09T02:20:12.554" v="46" actId="26606"/>
          <ac:spMkLst>
            <pc:docMk/>
            <pc:sldMk cId="0" sldId="1012"/>
            <ac:spMk id="3" creationId="{00000000-0000-0000-0000-000000000000}"/>
          </ac:spMkLst>
        </pc:spChg>
        <pc:spChg chg="add del mod">
          <ac:chgData name="José Pedro Calistro Torres de Miranda" userId="82558bf5-0a7c-4071-b398-5925c96dbeb2" providerId="ADAL" clId="{2789E47E-7378-4AF6-AC0E-3FFCFFCC4B17}" dt="2025-05-09T02:20:38.874" v="50" actId="478"/>
          <ac:spMkLst>
            <pc:docMk/>
            <pc:sldMk cId="0" sldId="1012"/>
            <ac:spMk id="6" creationId="{F33BB5DC-47E7-C798-0766-2184ED2C97E9}"/>
          </ac:spMkLst>
        </pc:spChg>
        <pc:spChg chg="add">
          <ac:chgData name="José Pedro Calistro Torres de Miranda" userId="82558bf5-0a7c-4071-b398-5925c96dbeb2" providerId="ADAL" clId="{2789E47E-7378-4AF6-AC0E-3FFCFFCC4B17}" dt="2025-05-09T02:20:12.554" v="46" actId="26606"/>
          <ac:spMkLst>
            <pc:docMk/>
            <pc:sldMk cId="0" sldId="1012"/>
            <ac:spMk id="9" creationId="{738F59A4-4431-460D-8E49-6E65C189A566}"/>
          </ac:spMkLst>
        </pc:spChg>
        <pc:grpChg chg="add">
          <ac:chgData name="José Pedro Calistro Torres de Miranda" userId="82558bf5-0a7c-4071-b398-5925c96dbeb2" providerId="ADAL" clId="{2789E47E-7378-4AF6-AC0E-3FFCFFCC4B17}" dt="2025-05-09T02:20:12.554" v="46" actId="26606"/>
          <ac:grpSpMkLst>
            <pc:docMk/>
            <pc:sldMk cId="0" sldId="1012"/>
            <ac:grpSpMk id="11" creationId="{8A919B9C-5C01-47E4-B2F2-45F589208ABF}"/>
          </ac:grpSpMkLst>
        </pc:grpChg>
        <pc:graphicFrameChg chg="add del mod">
          <ac:chgData name="José Pedro Calistro Torres de Miranda" userId="82558bf5-0a7c-4071-b398-5925c96dbeb2" providerId="ADAL" clId="{2789E47E-7378-4AF6-AC0E-3FFCFFCC4B17}" dt="2025-05-09T02:20:38.874" v="50" actId="478"/>
          <ac:graphicFrameMkLst>
            <pc:docMk/>
            <pc:sldMk cId="0" sldId="1012"/>
            <ac:graphicFrameMk id="5" creationId="{9C935E38-B7F2-C217-127F-F1C91A808F0B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2789E47E-7378-4AF6-AC0E-3FFCFFCC4B17}" dt="2025-05-09T02:21:07.254" v="53"/>
        <pc:sldMkLst>
          <pc:docMk/>
          <pc:sldMk cId="0" sldId="1013"/>
        </pc:sldMkLst>
        <pc:spChg chg="mod">
          <ac:chgData name="José Pedro Calistro Torres de Miranda" userId="82558bf5-0a7c-4071-b398-5925c96dbeb2" providerId="ADAL" clId="{2789E47E-7378-4AF6-AC0E-3FFCFFCC4B17}" dt="2025-05-09T02:20:53.354" v="51" actId="26606"/>
          <ac:spMkLst>
            <pc:docMk/>
            <pc:sldMk cId="0" sldId="1013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789E47E-7378-4AF6-AC0E-3FFCFFCC4B17}" dt="2025-05-09T02:20:53.354" v="51" actId="26606"/>
          <ac:spMkLst>
            <pc:docMk/>
            <pc:sldMk cId="0" sldId="1013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789E47E-7378-4AF6-AC0E-3FFCFFCC4B17}" dt="2025-05-09T02:20:53.354" v="51" actId="26606"/>
          <ac:spMkLst>
            <pc:docMk/>
            <pc:sldMk cId="0" sldId="1013"/>
            <ac:spMk id="9" creationId="{98DED6BC-9A3E-48D4-AD7C-A56D63F547E8}"/>
          </ac:spMkLst>
        </pc:spChg>
        <pc:spChg chg="add">
          <ac:chgData name="José Pedro Calistro Torres de Miranda" userId="82558bf5-0a7c-4071-b398-5925c96dbeb2" providerId="ADAL" clId="{2789E47E-7378-4AF6-AC0E-3FFCFFCC4B17}" dt="2025-05-09T02:20:53.354" v="51" actId="26606"/>
          <ac:spMkLst>
            <pc:docMk/>
            <pc:sldMk cId="0" sldId="1013"/>
            <ac:spMk id="11" creationId="{6B6E033A-DB2E-49B8-B600-B38E0C280263}"/>
          </ac:spMkLst>
        </pc:spChg>
        <pc:graphicFrameChg chg="add">
          <ac:chgData name="José Pedro Calistro Torres de Miranda" userId="82558bf5-0a7c-4071-b398-5925c96dbeb2" providerId="ADAL" clId="{2789E47E-7378-4AF6-AC0E-3FFCFFCC4B17}" dt="2025-05-09T02:20:53.354" v="51" actId="26606"/>
          <ac:graphicFrameMkLst>
            <pc:docMk/>
            <pc:sldMk cId="0" sldId="1013"/>
            <ac:graphicFrameMk id="5" creationId="{A0918691-1831-A728-4424-640CB79C101F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2789E47E-7378-4AF6-AC0E-3FFCFFCC4B17}" dt="2025-05-09T02:22:08.055" v="56"/>
        <pc:sldMkLst>
          <pc:docMk/>
          <pc:sldMk cId="0" sldId="1014"/>
        </pc:sldMkLst>
        <pc:spChg chg="mod">
          <ac:chgData name="José Pedro Calistro Torres de Miranda" userId="82558bf5-0a7c-4071-b398-5925c96dbeb2" providerId="ADAL" clId="{2789E47E-7378-4AF6-AC0E-3FFCFFCC4B17}" dt="2025-05-09T02:22:01.854" v="54" actId="26606"/>
          <ac:spMkLst>
            <pc:docMk/>
            <pc:sldMk cId="0" sldId="1014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789E47E-7378-4AF6-AC0E-3FFCFFCC4B17}" dt="2025-05-09T02:22:01.854" v="54" actId="26606"/>
          <ac:spMkLst>
            <pc:docMk/>
            <pc:sldMk cId="0" sldId="101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789E47E-7378-4AF6-AC0E-3FFCFFCC4B17}" dt="2025-05-09T02:22:01.854" v="54" actId="26606"/>
          <ac:spMkLst>
            <pc:docMk/>
            <pc:sldMk cId="0" sldId="101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2789E47E-7378-4AF6-AC0E-3FFCFFCC4B17}" dt="2025-05-09T02:22:01.854" v="54" actId="26606"/>
          <ac:spMkLst>
            <pc:docMk/>
            <pc:sldMk cId="0" sldId="101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2789E47E-7378-4AF6-AC0E-3FFCFFCC4B17}" dt="2025-05-09T02:22:01.854" v="54" actId="26606"/>
          <ac:spMkLst>
            <pc:docMk/>
            <pc:sldMk cId="0" sldId="101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2789E47E-7378-4AF6-AC0E-3FFCFFCC4B17}" dt="2025-05-09T02:22:01.854" v="54" actId="26606"/>
          <ac:spMkLst>
            <pc:docMk/>
            <pc:sldMk cId="0" sldId="1014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2789E47E-7378-4AF6-AC0E-3FFCFFCC4B17}" dt="2025-05-09T02:22:01.854" v="54" actId="26606"/>
          <ac:graphicFrameMkLst>
            <pc:docMk/>
            <pc:sldMk cId="0" sldId="1014"/>
            <ac:graphicFrameMk id="5" creationId="{87D37D43-7A45-CBE7-65AE-0CD51236381D}"/>
          </ac:graphicFrameMkLst>
        </pc:graphicFrameChg>
      </pc:sldChg>
      <pc:sldChg chg="addSp delSp modSp add del mod setBg">
        <pc:chgData name="José Pedro Calistro Torres de Miranda" userId="82558bf5-0a7c-4071-b398-5925c96dbeb2" providerId="ADAL" clId="{2789E47E-7378-4AF6-AC0E-3FFCFFCC4B17}" dt="2025-05-09T02:20:01.965" v="45" actId="47"/>
        <pc:sldMkLst>
          <pc:docMk/>
          <pc:sldMk cId="2078982774" sldId="1015"/>
        </pc:sldMkLst>
        <pc:spChg chg="mod">
          <ac:chgData name="José Pedro Calistro Torres de Miranda" userId="82558bf5-0a7c-4071-b398-5925c96dbeb2" providerId="ADAL" clId="{2789E47E-7378-4AF6-AC0E-3FFCFFCC4B17}" dt="2025-05-09T02:19:17.528" v="28" actId="26606"/>
          <ac:spMkLst>
            <pc:docMk/>
            <pc:sldMk cId="2078982774" sldId="1015"/>
            <ac:spMk id="2" creationId="{479C5A3F-6C87-0C74-538A-1CB625D4660E}"/>
          </ac:spMkLst>
        </pc:spChg>
        <pc:spChg chg="del">
          <ac:chgData name="José Pedro Calistro Torres de Miranda" userId="82558bf5-0a7c-4071-b398-5925c96dbeb2" providerId="ADAL" clId="{2789E47E-7378-4AF6-AC0E-3FFCFFCC4B17}" dt="2025-05-09T02:19:17.528" v="28" actId="26606"/>
          <ac:spMkLst>
            <pc:docMk/>
            <pc:sldMk cId="2078982774" sldId="1015"/>
            <ac:spMk id="3" creationId="{B82E7240-6679-CF49-E2CB-9BE2B0C1CB00}"/>
          </ac:spMkLst>
        </pc:spChg>
        <pc:spChg chg="add">
          <ac:chgData name="José Pedro Calistro Torres de Miranda" userId="82558bf5-0a7c-4071-b398-5925c96dbeb2" providerId="ADAL" clId="{2789E47E-7378-4AF6-AC0E-3FFCFFCC4B17}" dt="2025-05-09T02:19:17.528" v="28" actId="26606"/>
          <ac:spMkLst>
            <pc:docMk/>
            <pc:sldMk cId="2078982774" sldId="1015"/>
            <ac:spMk id="9" creationId="{2E442304-DDBD-4F7B-8017-36BCC863FB40}"/>
          </ac:spMkLst>
        </pc:spChg>
        <pc:spChg chg="add">
          <ac:chgData name="José Pedro Calistro Torres de Miranda" userId="82558bf5-0a7c-4071-b398-5925c96dbeb2" providerId="ADAL" clId="{2789E47E-7378-4AF6-AC0E-3FFCFFCC4B17}" dt="2025-05-09T02:19:17.528" v="28" actId="26606"/>
          <ac:spMkLst>
            <pc:docMk/>
            <pc:sldMk cId="2078982774" sldId="1015"/>
            <ac:spMk id="11" creationId="{5E107275-3853-46FD-A241-DE4355A42675}"/>
          </ac:spMkLst>
        </pc:spChg>
        <pc:graphicFrameChg chg="add">
          <ac:chgData name="José Pedro Calistro Torres de Miranda" userId="82558bf5-0a7c-4071-b398-5925c96dbeb2" providerId="ADAL" clId="{2789E47E-7378-4AF6-AC0E-3FFCFFCC4B17}" dt="2025-05-09T02:19:17.528" v="28" actId="26606"/>
          <ac:graphicFrameMkLst>
            <pc:docMk/>
            <pc:sldMk cId="2078982774" sldId="1015"/>
            <ac:graphicFrameMk id="5" creationId="{DE591ECE-BE15-D321-B8E7-2DDD2E45EBB5}"/>
          </ac:graphicFrameMkLst>
        </pc:graphicFrameChg>
      </pc:sldChg>
      <pc:sldChg chg="addSp delSp modSp new mod setBg">
        <pc:chgData name="José Pedro Calistro Torres de Miranda" userId="82558bf5-0a7c-4071-b398-5925c96dbeb2" providerId="ADAL" clId="{2789E47E-7378-4AF6-AC0E-3FFCFFCC4B17}" dt="2025-05-09T02:25:07.324" v="66" actId="207"/>
        <pc:sldMkLst>
          <pc:docMk/>
          <pc:sldMk cId="3229002236" sldId="1015"/>
        </pc:sldMkLst>
        <pc:spChg chg="mod">
          <ac:chgData name="José Pedro Calistro Torres de Miranda" userId="82558bf5-0a7c-4071-b398-5925c96dbeb2" providerId="ADAL" clId="{2789E47E-7378-4AF6-AC0E-3FFCFFCC4B17}" dt="2025-05-09T02:25:07.324" v="66" actId="207"/>
          <ac:spMkLst>
            <pc:docMk/>
            <pc:sldMk cId="3229002236" sldId="1015"/>
            <ac:spMk id="2" creationId="{C207D5DE-4430-01A6-81A2-478C4D4A4372}"/>
          </ac:spMkLst>
        </pc:spChg>
        <pc:spChg chg="del">
          <ac:chgData name="José Pedro Calistro Torres de Miranda" userId="82558bf5-0a7c-4071-b398-5925c96dbeb2" providerId="ADAL" clId="{2789E47E-7378-4AF6-AC0E-3FFCFFCC4B17}" dt="2025-05-09T02:24:40.014" v="63"/>
          <ac:spMkLst>
            <pc:docMk/>
            <pc:sldMk cId="3229002236" sldId="1015"/>
            <ac:spMk id="3" creationId="{A17804D9-D9FC-8BB3-FDA7-3816A03543C5}"/>
          </ac:spMkLst>
        </pc:spChg>
        <pc:spChg chg="add del mod">
          <ac:chgData name="José Pedro Calistro Torres de Miranda" userId="82558bf5-0a7c-4071-b398-5925c96dbeb2" providerId="ADAL" clId="{2789E47E-7378-4AF6-AC0E-3FFCFFCC4B17}" dt="2025-05-09T02:24:54.030" v="64" actId="26606"/>
          <ac:spMkLst>
            <pc:docMk/>
            <pc:sldMk cId="3229002236" sldId="1015"/>
            <ac:spMk id="4" creationId="{318EFE79-0255-3090-923A-A3052CB8CA8D}"/>
          </ac:spMkLst>
        </pc:spChg>
        <pc:spChg chg="add">
          <ac:chgData name="José Pedro Calistro Torres de Miranda" userId="82558bf5-0a7c-4071-b398-5925c96dbeb2" providerId="ADAL" clId="{2789E47E-7378-4AF6-AC0E-3FFCFFCC4B17}" dt="2025-05-09T02:24:54.030" v="64" actId="26606"/>
          <ac:spMkLst>
            <pc:docMk/>
            <pc:sldMk cId="3229002236" sldId="1015"/>
            <ac:spMk id="10" creationId="{BACC6370-2D7E-4714-9D71-7542949D7D5D}"/>
          </ac:spMkLst>
        </pc:spChg>
        <pc:spChg chg="add">
          <ac:chgData name="José Pedro Calistro Torres de Miranda" userId="82558bf5-0a7c-4071-b398-5925c96dbeb2" providerId="ADAL" clId="{2789E47E-7378-4AF6-AC0E-3FFCFFCC4B17}" dt="2025-05-09T02:24:54.030" v="64" actId="26606"/>
          <ac:spMkLst>
            <pc:docMk/>
            <pc:sldMk cId="3229002236" sldId="1015"/>
            <ac:spMk id="12" creationId="{F68B3F68-107C-434F-AA38-110D5EA91B85}"/>
          </ac:spMkLst>
        </pc:spChg>
        <pc:spChg chg="add">
          <ac:chgData name="José Pedro Calistro Torres de Miranda" userId="82558bf5-0a7c-4071-b398-5925c96dbeb2" providerId="ADAL" clId="{2789E47E-7378-4AF6-AC0E-3FFCFFCC4B17}" dt="2025-05-09T02:24:54.030" v="64" actId="26606"/>
          <ac:spMkLst>
            <pc:docMk/>
            <pc:sldMk cId="3229002236" sldId="1015"/>
            <ac:spMk id="14" creationId="{AAD0DBB9-1A4B-4391-81D4-CB19F9AB918A}"/>
          </ac:spMkLst>
        </pc:spChg>
        <pc:spChg chg="add">
          <ac:chgData name="José Pedro Calistro Torres de Miranda" userId="82558bf5-0a7c-4071-b398-5925c96dbeb2" providerId="ADAL" clId="{2789E47E-7378-4AF6-AC0E-3FFCFFCC4B17}" dt="2025-05-09T02:24:54.030" v="64" actId="26606"/>
          <ac:spMkLst>
            <pc:docMk/>
            <pc:sldMk cId="3229002236" sldId="1015"/>
            <ac:spMk id="16" creationId="{063BBA22-50EA-4C4D-BE05-F1CE4E63AA56}"/>
          </ac:spMkLst>
        </pc:spChg>
        <pc:graphicFrameChg chg="add">
          <ac:chgData name="José Pedro Calistro Torres de Miranda" userId="82558bf5-0a7c-4071-b398-5925c96dbeb2" providerId="ADAL" clId="{2789E47E-7378-4AF6-AC0E-3FFCFFCC4B17}" dt="2025-05-09T02:24:54.030" v="64" actId="26606"/>
          <ac:graphicFrameMkLst>
            <pc:docMk/>
            <pc:sldMk cId="3229002236" sldId="1015"/>
            <ac:graphicFrameMk id="6" creationId="{82AD86F8-D65C-06E0-7A0D-7711EBBAA407}"/>
          </ac:graphicFrameMkLst>
        </pc:graphicFrameChg>
      </pc:sldChg>
      <pc:sldChg chg="new del">
        <pc:chgData name="José Pedro Calistro Torres de Miranda" userId="82558bf5-0a7c-4071-b398-5925c96dbeb2" providerId="ADAL" clId="{2789E47E-7378-4AF6-AC0E-3FFCFFCC4B17}" dt="2025-05-09T02:29:02.710" v="76" actId="47"/>
        <pc:sldMkLst>
          <pc:docMk/>
          <pc:sldMk cId="3350710403" sldId="1016"/>
        </pc:sldMkLst>
      </pc:sldChg>
      <pc:sldChg chg="delSp modSp add mod setBg delDesignElem">
        <pc:chgData name="José Pedro Calistro Torres de Miranda" userId="82558bf5-0a7c-4071-b398-5925c96dbeb2" providerId="ADAL" clId="{2789E47E-7378-4AF6-AC0E-3FFCFFCC4B17}" dt="2025-05-09T02:29:56.904" v="78" actId="207"/>
        <pc:sldMkLst>
          <pc:docMk/>
          <pc:sldMk cId="0" sldId="1017"/>
        </pc:sldMkLst>
        <pc:spChg chg="mod">
          <ac:chgData name="José Pedro Calistro Torres de Miranda" userId="82558bf5-0a7c-4071-b398-5925c96dbeb2" providerId="ADAL" clId="{2789E47E-7378-4AF6-AC0E-3FFCFFCC4B17}" dt="2025-05-09T02:29:56.904" v="78" actId="207"/>
          <ac:spMkLst>
            <pc:docMk/>
            <pc:sldMk cId="0" sldId="1017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2789E47E-7378-4AF6-AC0E-3FFCFFCC4B17}" dt="2025-05-09T02:28:37.244" v="73"/>
          <ac:spMkLst>
            <pc:docMk/>
            <pc:sldMk cId="0" sldId="1017"/>
            <ac:spMk id="9" creationId="{BACC6370-2D7E-4714-9D71-7542949D7D5D}"/>
          </ac:spMkLst>
        </pc:spChg>
        <pc:spChg chg="del">
          <ac:chgData name="José Pedro Calistro Torres de Miranda" userId="82558bf5-0a7c-4071-b398-5925c96dbeb2" providerId="ADAL" clId="{2789E47E-7378-4AF6-AC0E-3FFCFFCC4B17}" dt="2025-05-09T02:28:37.244" v="73"/>
          <ac:spMkLst>
            <pc:docMk/>
            <pc:sldMk cId="0" sldId="1017"/>
            <ac:spMk id="11" creationId="{F68B3F68-107C-434F-AA38-110D5EA91B85}"/>
          </ac:spMkLst>
        </pc:spChg>
        <pc:spChg chg="del">
          <ac:chgData name="José Pedro Calistro Torres de Miranda" userId="82558bf5-0a7c-4071-b398-5925c96dbeb2" providerId="ADAL" clId="{2789E47E-7378-4AF6-AC0E-3FFCFFCC4B17}" dt="2025-05-09T02:28:37.244" v="73"/>
          <ac:spMkLst>
            <pc:docMk/>
            <pc:sldMk cId="0" sldId="1017"/>
            <ac:spMk id="13" creationId="{AAD0DBB9-1A4B-4391-81D4-CB19F9AB918A}"/>
          </ac:spMkLst>
        </pc:spChg>
        <pc:spChg chg="del">
          <ac:chgData name="José Pedro Calistro Torres de Miranda" userId="82558bf5-0a7c-4071-b398-5925c96dbeb2" providerId="ADAL" clId="{2789E47E-7378-4AF6-AC0E-3FFCFFCC4B17}" dt="2025-05-09T02:28:37.244" v="73"/>
          <ac:spMkLst>
            <pc:docMk/>
            <pc:sldMk cId="0" sldId="1017"/>
            <ac:spMk id="15" creationId="{063BBA22-50EA-4C4D-BE05-F1CE4E63AA56}"/>
          </ac:spMkLst>
        </pc:spChg>
      </pc:sldChg>
      <pc:sldChg chg="delSp add setBg delDesignElem">
        <pc:chgData name="José Pedro Calistro Torres de Miranda" userId="82558bf5-0a7c-4071-b398-5925c96dbeb2" providerId="ADAL" clId="{2789E47E-7378-4AF6-AC0E-3FFCFFCC4B17}" dt="2025-05-09T02:28:37.244" v="73"/>
        <pc:sldMkLst>
          <pc:docMk/>
          <pc:sldMk cId="0" sldId="1018"/>
        </pc:sldMkLst>
        <pc:spChg chg="del">
          <ac:chgData name="José Pedro Calistro Torres de Miranda" userId="82558bf5-0a7c-4071-b398-5925c96dbeb2" providerId="ADAL" clId="{2789E47E-7378-4AF6-AC0E-3FFCFFCC4B17}" dt="2025-05-09T02:28:37.244" v="73"/>
          <ac:spMkLst>
            <pc:docMk/>
            <pc:sldMk cId="0" sldId="1018"/>
            <ac:spMk id="9" creationId="{DCC231C8-C761-4B31-9B1C-C6D19248C6B3}"/>
          </ac:spMkLst>
        </pc:spChg>
      </pc:sldChg>
      <pc:sldChg chg="delSp add del setBg delDesignElem">
        <pc:chgData name="José Pedro Calistro Torres de Miranda" userId="82558bf5-0a7c-4071-b398-5925c96dbeb2" providerId="ADAL" clId="{2789E47E-7378-4AF6-AC0E-3FFCFFCC4B17}" dt="2025-05-09T02:29:05.025" v="77" actId="47"/>
        <pc:sldMkLst>
          <pc:docMk/>
          <pc:sldMk cId="0" sldId="1019"/>
        </pc:sldMkLst>
        <pc:spChg chg="del">
          <ac:chgData name="José Pedro Calistro Torres de Miranda" userId="82558bf5-0a7c-4071-b398-5925c96dbeb2" providerId="ADAL" clId="{2789E47E-7378-4AF6-AC0E-3FFCFFCC4B17}" dt="2025-05-09T02:28:48.964" v="75"/>
          <ac:spMkLst>
            <pc:docMk/>
            <pc:sldMk cId="0" sldId="1019"/>
            <ac:spMk id="9" creationId="{BACC6370-2D7E-4714-9D71-7542949D7D5D}"/>
          </ac:spMkLst>
        </pc:spChg>
        <pc:spChg chg="del">
          <ac:chgData name="José Pedro Calistro Torres de Miranda" userId="82558bf5-0a7c-4071-b398-5925c96dbeb2" providerId="ADAL" clId="{2789E47E-7378-4AF6-AC0E-3FFCFFCC4B17}" dt="2025-05-09T02:28:48.964" v="75"/>
          <ac:spMkLst>
            <pc:docMk/>
            <pc:sldMk cId="0" sldId="1019"/>
            <ac:spMk id="11" creationId="{F68B3F68-107C-434F-AA38-110D5EA91B85}"/>
          </ac:spMkLst>
        </pc:spChg>
        <pc:spChg chg="del">
          <ac:chgData name="José Pedro Calistro Torres de Miranda" userId="82558bf5-0a7c-4071-b398-5925c96dbeb2" providerId="ADAL" clId="{2789E47E-7378-4AF6-AC0E-3FFCFFCC4B17}" dt="2025-05-09T02:28:48.964" v="75"/>
          <ac:spMkLst>
            <pc:docMk/>
            <pc:sldMk cId="0" sldId="1019"/>
            <ac:spMk id="13" creationId="{AAD0DBB9-1A4B-4391-81D4-CB19F9AB918A}"/>
          </ac:spMkLst>
        </pc:spChg>
        <pc:spChg chg="del">
          <ac:chgData name="José Pedro Calistro Torres de Miranda" userId="82558bf5-0a7c-4071-b398-5925c96dbeb2" providerId="ADAL" clId="{2789E47E-7378-4AF6-AC0E-3FFCFFCC4B17}" dt="2025-05-09T02:28:48.964" v="75"/>
          <ac:spMkLst>
            <pc:docMk/>
            <pc:sldMk cId="0" sldId="1019"/>
            <ac:spMk id="15" creationId="{063BBA22-50EA-4C4D-BE05-F1CE4E63AA56}"/>
          </ac:spMkLst>
        </pc:spChg>
      </pc:sldChg>
      <pc:sldChg chg="addSp delSp modSp new mod ord setBg">
        <pc:chgData name="José Pedro Calistro Torres de Miranda" userId="82558bf5-0a7c-4071-b398-5925c96dbeb2" providerId="ADAL" clId="{2789E47E-7378-4AF6-AC0E-3FFCFFCC4B17}" dt="2025-05-09T02:41:31.204" v="118"/>
        <pc:sldMkLst>
          <pc:docMk/>
          <pc:sldMk cId="396576385" sldId="1019"/>
        </pc:sldMkLst>
        <pc:spChg chg="mod">
          <ac:chgData name="José Pedro Calistro Torres de Miranda" userId="82558bf5-0a7c-4071-b398-5925c96dbeb2" providerId="ADAL" clId="{2789E47E-7378-4AF6-AC0E-3FFCFFCC4B17}" dt="2025-05-09T02:41:22.044" v="116" actId="26606"/>
          <ac:spMkLst>
            <pc:docMk/>
            <pc:sldMk cId="396576385" sldId="1019"/>
            <ac:spMk id="2" creationId="{FC3A7775-2F4C-FEA2-7AC8-42EFA945F131}"/>
          </ac:spMkLst>
        </pc:spChg>
        <pc:spChg chg="del mod">
          <ac:chgData name="José Pedro Calistro Torres de Miranda" userId="82558bf5-0a7c-4071-b398-5925c96dbeb2" providerId="ADAL" clId="{2789E47E-7378-4AF6-AC0E-3FFCFFCC4B17}" dt="2025-05-09T02:41:22.044" v="116" actId="26606"/>
          <ac:spMkLst>
            <pc:docMk/>
            <pc:sldMk cId="396576385" sldId="1019"/>
            <ac:spMk id="3" creationId="{665D3EC7-8162-2DCB-70D1-F4C249DE99FD}"/>
          </ac:spMkLst>
        </pc:spChg>
        <pc:spChg chg="add">
          <ac:chgData name="José Pedro Calistro Torres de Miranda" userId="82558bf5-0a7c-4071-b398-5925c96dbeb2" providerId="ADAL" clId="{2789E47E-7378-4AF6-AC0E-3FFCFFCC4B17}" dt="2025-05-09T02:41:22.044" v="116" actId="26606"/>
          <ac:spMkLst>
            <pc:docMk/>
            <pc:sldMk cId="396576385" sldId="1019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2789E47E-7378-4AF6-AC0E-3FFCFFCC4B17}" dt="2025-05-09T02:41:22.044" v="116" actId="26606"/>
          <ac:spMkLst>
            <pc:docMk/>
            <pc:sldMk cId="396576385" sldId="1019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2789E47E-7378-4AF6-AC0E-3FFCFFCC4B17}" dt="2025-05-09T02:41:22.044" v="116" actId="26606"/>
          <ac:spMkLst>
            <pc:docMk/>
            <pc:sldMk cId="396576385" sldId="1019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2789E47E-7378-4AF6-AC0E-3FFCFFCC4B17}" dt="2025-05-09T02:41:22.044" v="116" actId="26606"/>
          <ac:spMkLst>
            <pc:docMk/>
            <pc:sldMk cId="396576385" sldId="1019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2789E47E-7378-4AF6-AC0E-3FFCFFCC4B17}" dt="2025-05-09T02:41:22.044" v="116" actId="26606"/>
          <ac:graphicFrameMkLst>
            <pc:docMk/>
            <pc:sldMk cId="396576385" sldId="1019"/>
            <ac:graphicFrameMk id="5" creationId="{7CA706B3-41F2-E82B-4793-8411B7D201C3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2789E47E-7378-4AF6-AC0E-3FFCFFCC4B17}" dt="2025-05-09T02:41:45.984" v="121"/>
        <pc:sldMkLst>
          <pc:docMk/>
          <pc:sldMk cId="0" sldId="1020"/>
        </pc:sldMkLst>
        <pc:spChg chg="mod">
          <ac:chgData name="José Pedro Calistro Torres de Miranda" userId="82558bf5-0a7c-4071-b398-5925c96dbeb2" providerId="ADAL" clId="{2789E47E-7378-4AF6-AC0E-3FFCFFCC4B17}" dt="2025-05-09T02:41:39.174" v="119" actId="26606"/>
          <ac:spMkLst>
            <pc:docMk/>
            <pc:sldMk cId="0" sldId="1020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2789E47E-7378-4AF6-AC0E-3FFCFFCC4B17}" dt="2025-05-09T02:41:39.174" v="119" actId="26606"/>
          <ac:spMkLst>
            <pc:docMk/>
            <pc:sldMk cId="0" sldId="1020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2789E47E-7378-4AF6-AC0E-3FFCFFCC4B17}" dt="2025-05-09T02:41:39.174" v="119" actId="26606"/>
          <ac:spMkLst>
            <pc:docMk/>
            <pc:sldMk cId="0" sldId="1020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2789E47E-7378-4AF6-AC0E-3FFCFFCC4B17}" dt="2025-05-09T02:41:39.174" v="119" actId="26606"/>
          <ac:spMkLst>
            <pc:docMk/>
            <pc:sldMk cId="0" sldId="1020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2789E47E-7378-4AF6-AC0E-3FFCFFCC4B17}" dt="2025-05-09T02:41:39.174" v="119" actId="26606"/>
          <ac:spMkLst>
            <pc:docMk/>
            <pc:sldMk cId="0" sldId="1020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2789E47E-7378-4AF6-AC0E-3FFCFFCC4B17}" dt="2025-05-09T02:41:39.174" v="119" actId="26606"/>
          <ac:spMkLst>
            <pc:docMk/>
            <pc:sldMk cId="0" sldId="1020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2789E47E-7378-4AF6-AC0E-3FFCFFCC4B17}" dt="2025-05-09T02:41:39.174" v="119" actId="26606"/>
          <ac:graphicFrameMkLst>
            <pc:docMk/>
            <pc:sldMk cId="0" sldId="1020"/>
            <ac:graphicFrameMk id="5" creationId="{3713673D-DC18-134E-6647-CD48705FCA80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6" Type="http://schemas.openxmlformats.org/officeDocument/2006/relationships/image" Target="../media/image41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image" Target="../media/image80.png"/><Relationship Id="rId5" Type="http://schemas.openxmlformats.org/officeDocument/2006/relationships/image" Target="../media/image84.svg"/><Relationship Id="rId4" Type="http://schemas.openxmlformats.org/officeDocument/2006/relationships/image" Target="../media/image83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92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svg"/><Relationship Id="rId1" Type="http://schemas.openxmlformats.org/officeDocument/2006/relationships/image" Target="../media/image95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9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6" Type="http://schemas.openxmlformats.org/officeDocument/2006/relationships/image" Target="../media/image41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image" Target="../media/image80.png"/><Relationship Id="rId5" Type="http://schemas.openxmlformats.org/officeDocument/2006/relationships/image" Target="../media/image84.svg"/><Relationship Id="rId4" Type="http://schemas.openxmlformats.org/officeDocument/2006/relationships/image" Target="../media/image83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" Type="http://schemas.openxmlformats.org/officeDocument/2006/relationships/image" Target="../media/image85.png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92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svg"/><Relationship Id="rId1" Type="http://schemas.openxmlformats.org/officeDocument/2006/relationships/image" Target="../media/image95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9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5A2529-E384-4D1B-BB23-9D3E446CF0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BAC7AB5-F813-4BE7-9737-72803AA6B043}">
      <dgm:prSet/>
      <dgm:spPr/>
      <dgm:t>
        <a:bodyPr/>
        <a:lstStyle/>
        <a:p>
          <a:r>
            <a:rPr lang="en-US"/>
            <a:t>Esclarecer dúvidas da prova e redigir bons feedbacks</a:t>
          </a:r>
        </a:p>
      </dgm:t>
    </dgm:pt>
    <dgm:pt modelId="{10AF2BB2-B765-4569-9490-ECA00ECD9EE6}" type="parTrans" cxnId="{8B26B5C4-F3D9-459D-8C88-3FAFB98E9CD8}">
      <dgm:prSet/>
      <dgm:spPr/>
      <dgm:t>
        <a:bodyPr/>
        <a:lstStyle/>
        <a:p>
          <a:endParaRPr lang="en-US"/>
        </a:p>
      </dgm:t>
    </dgm:pt>
    <dgm:pt modelId="{E528E6E3-B3C7-4733-A012-0055BCC23241}" type="sibTrans" cxnId="{8B26B5C4-F3D9-459D-8C88-3FAFB98E9CD8}">
      <dgm:prSet/>
      <dgm:spPr/>
      <dgm:t>
        <a:bodyPr/>
        <a:lstStyle/>
        <a:p>
          <a:endParaRPr lang="en-US"/>
        </a:p>
      </dgm:t>
    </dgm:pt>
    <dgm:pt modelId="{941D77A7-A49F-4F96-B6BF-F71C9D330F54}">
      <dgm:prSet/>
      <dgm:spPr/>
      <dgm:t>
        <a:bodyPr/>
        <a:lstStyle/>
        <a:p>
          <a:r>
            <a:rPr lang="en-US"/>
            <a:t>Refletir sobre a qualidade dos dados no projeto final</a:t>
          </a:r>
        </a:p>
      </dgm:t>
    </dgm:pt>
    <dgm:pt modelId="{2335C0EF-39F0-4EB8-A09B-D57188D9E6D3}" type="parTrans" cxnId="{61D27AE7-EAB2-42C1-8837-D5A04E248EDC}">
      <dgm:prSet/>
      <dgm:spPr/>
      <dgm:t>
        <a:bodyPr/>
        <a:lstStyle/>
        <a:p>
          <a:endParaRPr lang="en-US"/>
        </a:p>
      </dgm:t>
    </dgm:pt>
    <dgm:pt modelId="{EA8F9D86-2D7C-4870-9E36-F84CA82DF7B1}" type="sibTrans" cxnId="{61D27AE7-EAB2-42C1-8837-D5A04E248EDC}">
      <dgm:prSet/>
      <dgm:spPr/>
      <dgm:t>
        <a:bodyPr/>
        <a:lstStyle/>
        <a:p>
          <a:endParaRPr lang="en-US"/>
        </a:p>
      </dgm:t>
    </dgm:pt>
    <dgm:pt modelId="{094EAA47-4615-43FE-AC25-9E54D2B1C2C9}">
      <dgm:prSet/>
      <dgm:spPr/>
      <dgm:t>
        <a:bodyPr/>
        <a:lstStyle/>
        <a:p>
          <a:r>
            <a:rPr lang="en-US"/>
            <a:t>Apoiar o avanço do projeto com foco nos dados</a:t>
          </a:r>
        </a:p>
      </dgm:t>
    </dgm:pt>
    <dgm:pt modelId="{4AF145B8-8220-488E-A5E5-787C190BF8E7}" type="parTrans" cxnId="{2643D44C-4085-480B-B732-C4CBAACA8D45}">
      <dgm:prSet/>
      <dgm:spPr/>
      <dgm:t>
        <a:bodyPr/>
        <a:lstStyle/>
        <a:p>
          <a:endParaRPr lang="en-US"/>
        </a:p>
      </dgm:t>
    </dgm:pt>
    <dgm:pt modelId="{5CC2A807-041E-47F6-BAD8-9A952A736974}" type="sibTrans" cxnId="{2643D44C-4085-480B-B732-C4CBAACA8D45}">
      <dgm:prSet/>
      <dgm:spPr/>
      <dgm:t>
        <a:bodyPr/>
        <a:lstStyle/>
        <a:p>
          <a:endParaRPr lang="en-US"/>
        </a:p>
      </dgm:t>
    </dgm:pt>
    <dgm:pt modelId="{4B962418-6CFD-4D1D-A131-720977690A1B}">
      <dgm:prSet/>
      <dgm:spPr/>
      <dgm:t>
        <a:bodyPr/>
        <a:lstStyle/>
        <a:p>
          <a:r>
            <a:rPr lang="en-US" dirty="0" err="1"/>
            <a:t>Estimular</a:t>
          </a:r>
          <a:r>
            <a:rPr lang="en-US" dirty="0"/>
            <a:t> </a:t>
          </a:r>
          <a:r>
            <a:rPr lang="en-US" dirty="0" err="1"/>
            <a:t>pensamento</a:t>
          </a:r>
          <a:r>
            <a:rPr lang="en-US" dirty="0"/>
            <a:t> </a:t>
          </a:r>
          <a:r>
            <a:rPr lang="en-US" dirty="0" err="1"/>
            <a:t>crítico</a:t>
          </a:r>
          <a:r>
            <a:rPr lang="en-US" dirty="0"/>
            <a:t> e </a:t>
          </a:r>
          <a:r>
            <a:rPr lang="en-US" dirty="0" err="1"/>
            <a:t>trabalho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grupo</a:t>
          </a:r>
          <a:endParaRPr lang="en-US" dirty="0"/>
        </a:p>
      </dgm:t>
    </dgm:pt>
    <dgm:pt modelId="{2063DB45-8FB3-4C00-B26E-103C7E59CD37}" type="parTrans" cxnId="{11673930-013F-4019-B6F2-21B9A5986519}">
      <dgm:prSet/>
      <dgm:spPr/>
      <dgm:t>
        <a:bodyPr/>
        <a:lstStyle/>
        <a:p>
          <a:endParaRPr lang="en-US"/>
        </a:p>
      </dgm:t>
    </dgm:pt>
    <dgm:pt modelId="{E4F619EB-4275-45ED-A7BC-414D15DE16B8}" type="sibTrans" cxnId="{11673930-013F-4019-B6F2-21B9A5986519}">
      <dgm:prSet/>
      <dgm:spPr/>
      <dgm:t>
        <a:bodyPr/>
        <a:lstStyle/>
        <a:p>
          <a:endParaRPr lang="en-US"/>
        </a:p>
      </dgm:t>
    </dgm:pt>
    <dgm:pt modelId="{B3391504-C606-454C-8E1F-D2337141B567}" type="pres">
      <dgm:prSet presAssocID="{0B5A2529-E384-4D1B-BB23-9D3E446CF02E}" presName="root" presStyleCnt="0">
        <dgm:presLayoutVars>
          <dgm:dir/>
          <dgm:resizeHandles val="exact"/>
        </dgm:presLayoutVars>
      </dgm:prSet>
      <dgm:spPr/>
    </dgm:pt>
    <dgm:pt modelId="{881F4EE8-7411-4EBC-9BB8-E5C3C014CC84}" type="pres">
      <dgm:prSet presAssocID="{7BAC7AB5-F813-4BE7-9737-72803AA6B043}" presName="compNode" presStyleCnt="0"/>
      <dgm:spPr/>
    </dgm:pt>
    <dgm:pt modelId="{D4BEE258-6EF5-48BE-B57D-568CCB813E3F}" type="pres">
      <dgm:prSet presAssocID="{7BAC7AB5-F813-4BE7-9737-72803AA6B0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9AD43780-6325-43AC-85A6-15AA4BD56F36}" type="pres">
      <dgm:prSet presAssocID="{7BAC7AB5-F813-4BE7-9737-72803AA6B043}" presName="spaceRect" presStyleCnt="0"/>
      <dgm:spPr/>
    </dgm:pt>
    <dgm:pt modelId="{05C948B2-9A62-41FB-A567-A30861BFA21A}" type="pres">
      <dgm:prSet presAssocID="{7BAC7AB5-F813-4BE7-9737-72803AA6B043}" presName="textRect" presStyleLbl="revTx" presStyleIdx="0" presStyleCnt="4">
        <dgm:presLayoutVars>
          <dgm:chMax val="1"/>
          <dgm:chPref val="1"/>
        </dgm:presLayoutVars>
      </dgm:prSet>
      <dgm:spPr/>
    </dgm:pt>
    <dgm:pt modelId="{6A88E2FD-EB8C-4894-8091-BB82A56269F4}" type="pres">
      <dgm:prSet presAssocID="{E528E6E3-B3C7-4733-A012-0055BCC23241}" presName="sibTrans" presStyleCnt="0"/>
      <dgm:spPr/>
    </dgm:pt>
    <dgm:pt modelId="{D21CD9D5-3DFE-4768-B91C-BF28C3D6D42D}" type="pres">
      <dgm:prSet presAssocID="{941D77A7-A49F-4F96-B6BF-F71C9D330F54}" presName="compNode" presStyleCnt="0"/>
      <dgm:spPr/>
    </dgm:pt>
    <dgm:pt modelId="{DC9D385E-A89C-4D24-B037-109883F767CC}" type="pres">
      <dgm:prSet presAssocID="{941D77A7-A49F-4F96-B6BF-F71C9D330F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éu"/>
        </a:ext>
      </dgm:extLst>
    </dgm:pt>
    <dgm:pt modelId="{88B5A84A-2FA7-472B-86E7-86B246613FEF}" type="pres">
      <dgm:prSet presAssocID="{941D77A7-A49F-4F96-B6BF-F71C9D330F54}" presName="spaceRect" presStyleCnt="0"/>
      <dgm:spPr/>
    </dgm:pt>
    <dgm:pt modelId="{E62C2D82-83DA-4DE0-9F98-AD9E9B150425}" type="pres">
      <dgm:prSet presAssocID="{941D77A7-A49F-4F96-B6BF-F71C9D330F54}" presName="textRect" presStyleLbl="revTx" presStyleIdx="1" presStyleCnt="4">
        <dgm:presLayoutVars>
          <dgm:chMax val="1"/>
          <dgm:chPref val="1"/>
        </dgm:presLayoutVars>
      </dgm:prSet>
      <dgm:spPr/>
    </dgm:pt>
    <dgm:pt modelId="{B1AAD72A-B3FC-4B37-9F5B-B4583E20B12C}" type="pres">
      <dgm:prSet presAssocID="{EA8F9D86-2D7C-4870-9E36-F84CA82DF7B1}" presName="sibTrans" presStyleCnt="0"/>
      <dgm:spPr/>
    </dgm:pt>
    <dgm:pt modelId="{7C9394A4-6ECC-4F16-A1F3-18D6248BC197}" type="pres">
      <dgm:prSet presAssocID="{094EAA47-4615-43FE-AC25-9E54D2B1C2C9}" presName="compNode" presStyleCnt="0"/>
      <dgm:spPr/>
    </dgm:pt>
    <dgm:pt modelId="{FA6B7EC4-186F-4881-B28A-F84121764794}" type="pres">
      <dgm:prSet presAssocID="{094EAA47-4615-43FE-AC25-9E54D2B1C2C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8EAED06-5E6E-420C-A66F-CDEADAAB6009}" type="pres">
      <dgm:prSet presAssocID="{094EAA47-4615-43FE-AC25-9E54D2B1C2C9}" presName="spaceRect" presStyleCnt="0"/>
      <dgm:spPr/>
    </dgm:pt>
    <dgm:pt modelId="{5F537E9D-564F-4C9A-AC6B-5EC3C533161A}" type="pres">
      <dgm:prSet presAssocID="{094EAA47-4615-43FE-AC25-9E54D2B1C2C9}" presName="textRect" presStyleLbl="revTx" presStyleIdx="2" presStyleCnt="4">
        <dgm:presLayoutVars>
          <dgm:chMax val="1"/>
          <dgm:chPref val="1"/>
        </dgm:presLayoutVars>
      </dgm:prSet>
      <dgm:spPr/>
    </dgm:pt>
    <dgm:pt modelId="{5DBECF4E-249E-41FE-A786-AB7D763FDD6C}" type="pres">
      <dgm:prSet presAssocID="{5CC2A807-041E-47F6-BAD8-9A952A736974}" presName="sibTrans" presStyleCnt="0"/>
      <dgm:spPr/>
    </dgm:pt>
    <dgm:pt modelId="{DDF07E35-E7A7-4D31-AD13-B1D4D01EAD3B}" type="pres">
      <dgm:prSet presAssocID="{4B962418-6CFD-4D1D-A131-720977690A1B}" presName="compNode" presStyleCnt="0"/>
      <dgm:spPr/>
    </dgm:pt>
    <dgm:pt modelId="{37088888-FF99-4D04-89B1-281805EDFA8F}" type="pres">
      <dgm:prSet presAssocID="{4B962418-6CFD-4D1D-A131-720977690A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3923F65-7C6A-4AAD-A6A6-5691DFC6854F}" type="pres">
      <dgm:prSet presAssocID="{4B962418-6CFD-4D1D-A131-720977690A1B}" presName="spaceRect" presStyleCnt="0"/>
      <dgm:spPr/>
    </dgm:pt>
    <dgm:pt modelId="{4E177187-4803-4D32-9CE4-10A66532CE7A}" type="pres">
      <dgm:prSet presAssocID="{4B962418-6CFD-4D1D-A131-720977690A1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F559521-9F8C-4DE5-A87A-AFCF4663F916}" type="presOf" srcId="{7BAC7AB5-F813-4BE7-9737-72803AA6B043}" destId="{05C948B2-9A62-41FB-A567-A30861BFA21A}" srcOrd="0" destOrd="0" presId="urn:microsoft.com/office/officeart/2018/2/layout/IconLabelList"/>
    <dgm:cxn modelId="{11673930-013F-4019-B6F2-21B9A5986519}" srcId="{0B5A2529-E384-4D1B-BB23-9D3E446CF02E}" destId="{4B962418-6CFD-4D1D-A131-720977690A1B}" srcOrd="3" destOrd="0" parTransId="{2063DB45-8FB3-4C00-B26E-103C7E59CD37}" sibTransId="{E4F619EB-4275-45ED-A7BC-414D15DE16B8}"/>
    <dgm:cxn modelId="{02F8B55D-762A-4A25-B2E2-6EFCE2299144}" type="presOf" srcId="{0B5A2529-E384-4D1B-BB23-9D3E446CF02E}" destId="{B3391504-C606-454C-8E1F-D2337141B567}" srcOrd="0" destOrd="0" presId="urn:microsoft.com/office/officeart/2018/2/layout/IconLabelList"/>
    <dgm:cxn modelId="{B7284669-8F9D-4F1C-B573-F229737CE2C5}" type="presOf" srcId="{094EAA47-4615-43FE-AC25-9E54D2B1C2C9}" destId="{5F537E9D-564F-4C9A-AC6B-5EC3C533161A}" srcOrd="0" destOrd="0" presId="urn:microsoft.com/office/officeart/2018/2/layout/IconLabelList"/>
    <dgm:cxn modelId="{2643D44C-4085-480B-B732-C4CBAACA8D45}" srcId="{0B5A2529-E384-4D1B-BB23-9D3E446CF02E}" destId="{094EAA47-4615-43FE-AC25-9E54D2B1C2C9}" srcOrd="2" destOrd="0" parTransId="{4AF145B8-8220-488E-A5E5-787C190BF8E7}" sibTransId="{5CC2A807-041E-47F6-BAD8-9A952A736974}"/>
    <dgm:cxn modelId="{3E4F11AE-E821-4203-B285-9AEE352C2526}" type="presOf" srcId="{4B962418-6CFD-4D1D-A131-720977690A1B}" destId="{4E177187-4803-4D32-9CE4-10A66532CE7A}" srcOrd="0" destOrd="0" presId="urn:microsoft.com/office/officeart/2018/2/layout/IconLabelList"/>
    <dgm:cxn modelId="{8B26B5C4-F3D9-459D-8C88-3FAFB98E9CD8}" srcId="{0B5A2529-E384-4D1B-BB23-9D3E446CF02E}" destId="{7BAC7AB5-F813-4BE7-9737-72803AA6B043}" srcOrd="0" destOrd="0" parTransId="{10AF2BB2-B765-4569-9490-ECA00ECD9EE6}" sibTransId="{E528E6E3-B3C7-4733-A012-0055BCC23241}"/>
    <dgm:cxn modelId="{B8B966DF-6130-4D0A-B906-AEA8136FDC07}" type="presOf" srcId="{941D77A7-A49F-4F96-B6BF-F71C9D330F54}" destId="{E62C2D82-83DA-4DE0-9F98-AD9E9B150425}" srcOrd="0" destOrd="0" presId="urn:microsoft.com/office/officeart/2018/2/layout/IconLabelList"/>
    <dgm:cxn modelId="{61D27AE7-EAB2-42C1-8837-D5A04E248EDC}" srcId="{0B5A2529-E384-4D1B-BB23-9D3E446CF02E}" destId="{941D77A7-A49F-4F96-B6BF-F71C9D330F54}" srcOrd="1" destOrd="0" parTransId="{2335C0EF-39F0-4EB8-A09B-D57188D9E6D3}" sibTransId="{EA8F9D86-2D7C-4870-9E36-F84CA82DF7B1}"/>
    <dgm:cxn modelId="{820F4172-0C7C-4F8C-8F57-ED5E46F3FE5C}" type="presParOf" srcId="{B3391504-C606-454C-8E1F-D2337141B567}" destId="{881F4EE8-7411-4EBC-9BB8-E5C3C014CC84}" srcOrd="0" destOrd="0" presId="urn:microsoft.com/office/officeart/2018/2/layout/IconLabelList"/>
    <dgm:cxn modelId="{26A3DBC6-3DF0-48A7-9FC7-26E489C19508}" type="presParOf" srcId="{881F4EE8-7411-4EBC-9BB8-E5C3C014CC84}" destId="{D4BEE258-6EF5-48BE-B57D-568CCB813E3F}" srcOrd="0" destOrd="0" presId="urn:microsoft.com/office/officeart/2018/2/layout/IconLabelList"/>
    <dgm:cxn modelId="{E2BA330A-4FA8-4073-8655-B95883C3DD5D}" type="presParOf" srcId="{881F4EE8-7411-4EBC-9BB8-E5C3C014CC84}" destId="{9AD43780-6325-43AC-85A6-15AA4BD56F36}" srcOrd="1" destOrd="0" presId="urn:microsoft.com/office/officeart/2018/2/layout/IconLabelList"/>
    <dgm:cxn modelId="{BDAB2D0E-5834-401F-84A3-34B965312FD5}" type="presParOf" srcId="{881F4EE8-7411-4EBC-9BB8-E5C3C014CC84}" destId="{05C948B2-9A62-41FB-A567-A30861BFA21A}" srcOrd="2" destOrd="0" presId="urn:microsoft.com/office/officeart/2018/2/layout/IconLabelList"/>
    <dgm:cxn modelId="{48382B82-4BB4-4CF5-B7A5-DCC8CFEAE62E}" type="presParOf" srcId="{B3391504-C606-454C-8E1F-D2337141B567}" destId="{6A88E2FD-EB8C-4894-8091-BB82A56269F4}" srcOrd="1" destOrd="0" presId="urn:microsoft.com/office/officeart/2018/2/layout/IconLabelList"/>
    <dgm:cxn modelId="{A7EBBF5F-E591-4768-9742-75D7F9C0920D}" type="presParOf" srcId="{B3391504-C606-454C-8E1F-D2337141B567}" destId="{D21CD9D5-3DFE-4768-B91C-BF28C3D6D42D}" srcOrd="2" destOrd="0" presId="urn:microsoft.com/office/officeart/2018/2/layout/IconLabelList"/>
    <dgm:cxn modelId="{09869DA5-5538-4F94-83C8-15A56256016B}" type="presParOf" srcId="{D21CD9D5-3DFE-4768-B91C-BF28C3D6D42D}" destId="{DC9D385E-A89C-4D24-B037-109883F767CC}" srcOrd="0" destOrd="0" presId="urn:microsoft.com/office/officeart/2018/2/layout/IconLabelList"/>
    <dgm:cxn modelId="{28AB80D2-1842-46C7-AF1A-A2B07A93D07F}" type="presParOf" srcId="{D21CD9D5-3DFE-4768-B91C-BF28C3D6D42D}" destId="{88B5A84A-2FA7-472B-86E7-86B246613FEF}" srcOrd="1" destOrd="0" presId="urn:microsoft.com/office/officeart/2018/2/layout/IconLabelList"/>
    <dgm:cxn modelId="{CDF8C31F-0C2A-421C-9025-EC3F8655145C}" type="presParOf" srcId="{D21CD9D5-3DFE-4768-B91C-BF28C3D6D42D}" destId="{E62C2D82-83DA-4DE0-9F98-AD9E9B150425}" srcOrd="2" destOrd="0" presId="urn:microsoft.com/office/officeart/2018/2/layout/IconLabelList"/>
    <dgm:cxn modelId="{EE184D99-94F9-48E7-B090-EA2E71675127}" type="presParOf" srcId="{B3391504-C606-454C-8E1F-D2337141B567}" destId="{B1AAD72A-B3FC-4B37-9F5B-B4583E20B12C}" srcOrd="3" destOrd="0" presId="urn:microsoft.com/office/officeart/2018/2/layout/IconLabelList"/>
    <dgm:cxn modelId="{49EB2948-C9FA-4786-8BC4-8DAC3DCB3253}" type="presParOf" srcId="{B3391504-C606-454C-8E1F-D2337141B567}" destId="{7C9394A4-6ECC-4F16-A1F3-18D6248BC197}" srcOrd="4" destOrd="0" presId="urn:microsoft.com/office/officeart/2018/2/layout/IconLabelList"/>
    <dgm:cxn modelId="{FC50252D-E956-4F4B-A32D-C25D7B58B31D}" type="presParOf" srcId="{7C9394A4-6ECC-4F16-A1F3-18D6248BC197}" destId="{FA6B7EC4-186F-4881-B28A-F84121764794}" srcOrd="0" destOrd="0" presId="urn:microsoft.com/office/officeart/2018/2/layout/IconLabelList"/>
    <dgm:cxn modelId="{F363E401-92AC-45F9-A9F4-3DC943507159}" type="presParOf" srcId="{7C9394A4-6ECC-4F16-A1F3-18D6248BC197}" destId="{88EAED06-5E6E-420C-A66F-CDEADAAB6009}" srcOrd="1" destOrd="0" presId="urn:microsoft.com/office/officeart/2018/2/layout/IconLabelList"/>
    <dgm:cxn modelId="{22B6F041-CA55-4F4B-B25F-3F5EE599E81E}" type="presParOf" srcId="{7C9394A4-6ECC-4F16-A1F3-18D6248BC197}" destId="{5F537E9D-564F-4C9A-AC6B-5EC3C533161A}" srcOrd="2" destOrd="0" presId="urn:microsoft.com/office/officeart/2018/2/layout/IconLabelList"/>
    <dgm:cxn modelId="{122CBDED-5B1D-4420-A989-E87DB21B89D0}" type="presParOf" srcId="{B3391504-C606-454C-8E1F-D2337141B567}" destId="{5DBECF4E-249E-41FE-A786-AB7D763FDD6C}" srcOrd="5" destOrd="0" presId="urn:microsoft.com/office/officeart/2018/2/layout/IconLabelList"/>
    <dgm:cxn modelId="{B9C0B48F-FFCA-40E2-9889-04CEDE4315EB}" type="presParOf" srcId="{B3391504-C606-454C-8E1F-D2337141B567}" destId="{DDF07E35-E7A7-4D31-AD13-B1D4D01EAD3B}" srcOrd="6" destOrd="0" presId="urn:microsoft.com/office/officeart/2018/2/layout/IconLabelList"/>
    <dgm:cxn modelId="{E9991D01-2521-4ECA-931C-620D3457B89F}" type="presParOf" srcId="{DDF07E35-E7A7-4D31-AD13-B1D4D01EAD3B}" destId="{37088888-FF99-4D04-89B1-281805EDFA8F}" srcOrd="0" destOrd="0" presId="urn:microsoft.com/office/officeart/2018/2/layout/IconLabelList"/>
    <dgm:cxn modelId="{9ACE89BC-A912-4E9C-8DD4-1C0E219FCFB3}" type="presParOf" srcId="{DDF07E35-E7A7-4D31-AD13-B1D4D01EAD3B}" destId="{63923F65-7C6A-4AAD-A6A6-5691DFC6854F}" srcOrd="1" destOrd="0" presId="urn:microsoft.com/office/officeart/2018/2/layout/IconLabelList"/>
    <dgm:cxn modelId="{9C2B91B7-D3A1-4981-BBF3-E10B63342B53}" type="presParOf" srcId="{DDF07E35-E7A7-4D31-AD13-B1D4D01EAD3B}" destId="{4E177187-4803-4D32-9CE4-10A66532CE7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E2ACBA-80DD-44FB-ABAC-F49139D78E1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C316ED-0160-40A5-816D-2C021073314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Revisar as principais tecnologias de Big Data (Hadoop, Spark, NoSQL)</a:t>
          </a:r>
          <a:endParaRPr lang="en-US"/>
        </a:p>
      </dgm:t>
    </dgm:pt>
    <dgm:pt modelId="{D45E1ED8-3500-4822-B432-3B86355A0132}" type="parTrans" cxnId="{E4B7DFE9-8BA4-4708-AC54-8D249E71E091}">
      <dgm:prSet/>
      <dgm:spPr/>
      <dgm:t>
        <a:bodyPr/>
        <a:lstStyle/>
        <a:p>
          <a:endParaRPr lang="en-US"/>
        </a:p>
      </dgm:t>
    </dgm:pt>
    <dgm:pt modelId="{201624B4-57EB-4F98-9627-70959BB6488B}" type="sibTrans" cxnId="{E4B7DFE9-8BA4-4708-AC54-8D249E71E091}">
      <dgm:prSet/>
      <dgm:spPr/>
      <dgm:t>
        <a:bodyPr/>
        <a:lstStyle/>
        <a:p>
          <a:endParaRPr lang="en-US"/>
        </a:p>
      </dgm:t>
    </dgm:pt>
    <dgm:pt modelId="{E9C23B79-ACA5-4CB0-9E3C-C9125877CDF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Avaliar o Capítulo 1 com apresentações em formato </a:t>
          </a:r>
          <a:r>
            <a:rPr lang="pt-BR" b="0" i="1" baseline="0"/>
            <a:t>elevator pitch</a:t>
          </a:r>
          <a:endParaRPr lang="en-US"/>
        </a:p>
      </dgm:t>
    </dgm:pt>
    <dgm:pt modelId="{F8E1E3BA-42B2-4C09-A050-02C5E5BFDFCE}" type="parTrans" cxnId="{759DC2D1-B2B0-4F83-8FC8-3646F9C9D3ED}">
      <dgm:prSet/>
      <dgm:spPr/>
      <dgm:t>
        <a:bodyPr/>
        <a:lstStyle/>
        <a:p>
          <a:endParaRPr lang="en-US"/>
        </a:p>
      </dgm:t>
    </dgm:pt>
    <dgm:pt modelId="{CEC48136-905C-4B21-8224-A7E9C26AE942}" type="sibTrans" cxnId="{759DC2D1-B2B0-4F83-8FC8-3646F9C9D3ED}">
      <dgm:prSet/>
      <dgm:spPr/>
      <dgm:t>
        <a:bodyPr/>
        <a:lstStyle/>
        <a:p>
          <a:endParaRPr lang="en-US"/>
        </a:p>
      </dgm:t>
    </dgm:pt>
    <dgm:pt modelId="{ACF594A3-4FED-4A81-B452-1C02519E5C3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Discutir e justificar a escolha da tecnologia para o projeto final</a:t>
          </a:r>
          <a:endParaRPr lang="en-US"/>
        </a:p>
      </dgm:t>
    </dgm:pt>
    <dgm:pt modelId="{B6A8D210-D42E-40CF-BC57-269F9CD1DDB2}" type="parTrans" cxnId="{29EF28C0-52EB-41F1-93EB-0CA6FD710293}">
      <dgm:prSet/>
      <dgm:spPr/>
      <dgm:t>
        <a:bodyPr/>
        <a:lstStyle/>
        <a:p>
          <a:endParaRPr lang="en-US"/>
        </a:p>
      </dgm:t>
    </dgm:pt>
    <dgm:pt modelId="{FF157363-2B60-4AB2-AD0B-0A68DFD0511A}" type="sibTrans" cxnId="{29EF28C0-52EB-41F1-93EB-0CA6FD710293}">
      <dgm:prSet/>
      <dgm:spPr/>
      <dgm:t>
        <a:bodyPr/>
        <a:lstStyle/>
        <a:p>
          <a:endParaRPr lang="en-US"/>
        </a:p>
      </dgm:t>
    </dgm:pt>
    <dgm:pt modelId="{1A954B9F-21FE-4C6D-8D8B-6E3413755AA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 baseline="0"/>
            <a:t>Introduzir o Design Thinking com foco em empatia</a:t>
          </a:r>
          <a:endParaRPr lang="en-US"/>
        </a:p>
      </dgm:t>
    </dgm:pt>
    <dgm:pt modelId="{9701D21F-7999-4D41-AE4A-CFF50FCC214D}" type="parTrans" cxnId="{AD608591-96C7-4803-A146-43A0BF350CBF}">
      <dgm:prSet/>
      <dgm:spPr/>
      <dgm:t>
        <a:bodyPr/>
        <a:lstStyle/>
        <a:p>
          <a:endParaRPr lang="en-US"/>
        </a:p>
      </dgm:t>
    </dgm:pt>
    <dgm:pt modelId="{B9C91FEF-E955-42BF-84DE-4A102A2643BE}" type="sibTrans" cxnId="{AD608591-96C7-4803-A146-43A0BF350CBF}">
      <dgm:prSet/>
      <dgm:spPr/>
      <dgm:t>
        <a:bodyPr/>
        <a:lstStyle/>
        <a:p>
          <a:endParaRPr lang="en-US"/>
        </a:p>
      </dgm:t>
    </dgm:pt>
    <dgm:pt modelId="{26FCDE21-5A01-4B46-9E9E-C6DA41BE3958}" type="pres">
      <dgm:prSet presAssocID="{2FE2ACBA-80DD-44FB-ABAC-F49139D78E1E}" presName="root" presStyleCnt="0">
        <dgm:presLayoutVars>
          <dgm:dir/>
          <dgm:resizeHandles val="exact"/>
        </dgm:presLayoutVars>
      </dgm:prSet>
      <dgm:spPr/>
    </dgm:pt>
    <dgm:pt modelId="{D47DA17B-DC76-4D62-99A6-62F0ECAB7DF8}" type="pres">
      <dgm:prSet presAssocID="{F5C316ED-0160-40A5-816D-2C021073314E}" presName="compNode" presStyleCnt="0"/>
      <dgm:spPr/>
    </dgm:pt>
    <dgm:pt modelId="{BA4659D5-B71B-43FC-9863-1AF8C81261BF}" type="pres">
      <dgm:prSet presAssocID="{F5C316ED-0160-40A5-816D-2C021073314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A330FCA2-B86B-4CE3-9329-516156E8EB36}" type="pres">
      <dgm:prSet presAssocID="{F5C316ED-0160-40A5-816D-2C021073314E}" presName="spaceRect" presStyleCnt="0"/>
      <dgm:spPr/>
    </dgm:pt>
    <dgm:pt modelId="{5F5FBAB9-AF02-494C-AA26-7FD681670C4F}" type="pres">
      <dgm:prSet presAssocID="{F5C316ED-0160-40A5-816D-2C021073314E}" presName="textRect" presStyleLbl="revTx" presStyleIdx="0" presStyleCnt="4">
        <dgm:presLayoutVars>
          <dgm:chMax val="1"/>
          <dgm:chPref val="1"/>
        </dgm:presLayoutVars>
      </dgm:prSet>
      <dgm:spPr/>
    </dgm:pt>
    <dgm:pt modelId="{82107523-CDB4-4527-BBC7-5904AA2834DA}" type="pres">
      <dgm:prSet presAssocID="{201624B4-57EB-4F98-9627-70959BB6488B}" presName="sibTrans" presStyleCnt="0"/>
      <dgm:spPr/>
    </dgm:pt>
    <dgm:pt modelId="{E345FE2B-0FFC-4F8D-ABB2-E69F7A05ACE2}" type="pres">
      <dgm:prSet presAssocID="{E9C23B79-ACA5-4CB0-9E3C-C9125877CDF4}" presName="compNode" presStyleCnt="0"/>
      <dgm:spPr/>
    </dgm:pt>
    <dgm:pt modelId="{FF3A0A4D-28C2-483B-A997-BAEF44858A0F}" type="pres">
      <dgm:prSet presAssocID="{E9C23B79-ACA5-4CB0-9E3C-C9125877CDF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FE776C8C-8618-45A8-AB26-87B60F5D7C15}" type="pres">
      <dgm:prSet presAssocID="{E9C23B79-ACA5-4CB0-9E3C-C9125877CDF4}" presName="spaceRect" presStyleCnt="0"/>
      <dgm:spPr/>
    </dgm:pt>
    <dgm:pt modelId="{14B1C316-811C-49EB-98EF-75B76DED941F}" type="pres">
      <dgm:prSet presAssocID="{E9C23B79-ACA5-4CB0-9E3C-C9125877CDF4}" presName="textRect" presStyleLbl="revTx" presStyleIdx="1" presStyleCnt="4">
        <dgm:presLayoutVars>
          <dgm:chMax val="1"/>
          <dgm:chPref val="1"/>
        </dgm:presLayoutVars>
      </dgm:prSet>
      <dgm:spPr/>
    </dgm:pt>
    <dgm:pt modelId="{6672AEB4-8668-4A3D-BEB8-CDEBF5363C53}" type="pres">
      <dgm:prSet presAssocID="{CEC48136-905C-4B21-8224-A7E9C26AE942}" presName="sibTrans" presStyleCnt="0"/>
      <dgm:spPr/>
    </dgm:pt>
    <dgm:pt modelId="{A3B67FFA-BFAD-498D-8501-197A7C798AC3}" type="pres">
      <dgm:prSet presAssocID="{ACF594A3-4FED-4A81-B452-1C02519E5C36}" presName="compNode" presStyleCnt="0"/>
      <dgm:spPr/>
    </dgm:pt>
    <dgm:pt modelId="{E141BFD9-4528-42A3-8CBD-735AE15A7490}" type="pres">
      <dgm:prSet presAssocID="{ACF594A3-4FED-4A81-B452-1C02519E5C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D13EED26-8BC2-4A98-87F0-5125432D20A3}" type="pres">
      <dgm:prSet presAssocID="{ACF594A3-4FED-4A81-B452-1C02519E5C36}" presName="spaceRect" presStyleCnt="0"/>
      <dgm:spPr/>
    </dgm:pt>
    <dgm:pt modelId="{31509361-EA43-4B0B-B3EE-4F05B9251329}" type="pres">
      <dgm:prSet presAssocID="{ACF594A3-4FED-4A81-B452-1C02519E5C36}" presName="textRect" presStyleLbl="revTx" presStyleIdx="2" presStyleCnt="4">
        <dgm:presLayoutVars>
          <dgm:chMax val="1"/>
          <dgm:chPref val="1"/>
        </dgm:presLayoutVars>
      </dgm:prSet>
      <dgm:spPr/>
    </dgm:pt>
    <dgm:pt modelId="{60E8126B-52CA-4548-A29C-264BF6709395}" type="pres">
      <dgm:prSet presAssocID="{FF157363-2B60-4AB2-AD0B-0A68DFD0511A}" presName="sibTrans" presStyleCnt="0"/>
      <dgm:spPr/>
    </dgm:pt>
    <dgm:pt modelId="{B2EB8C7C-E3A1-4514-BCEF-C4E27C0E0581}" type="pres">
      <dgm:prSet presAssocID="{1A954B9F-21FE-4C6D-8D8B-6E3413755AAF}" presName="compNode" presStyleCnt="0"/>
      <dgm:spPr/>
    </dgm:pt>
    <dgm:pt modelId="{45324533-38C6-40BC-82DA-22B4E78F350A}" type="pres">
      <dgm:prSet presAssocID="{1A954B9F-21FE-4C6D-8D8B-6E3413755AA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584C404-5F4D-451D-80B1-5CC20155C138}" type="pres">
      <dgm:prSet presAssocID="{1A954B9F-21FE-4C6D-8D8B-6E3413755AAF}" presName="spaceRect" presStyleCnt="0"/>
      <dgm:spPr/>
    </dgm:pt>
    <dgm:pt modelId="{B11E3B72-308D-48DC-AEBA-904C497EBA8A}" type="pres">
      <dgm:prSet presAssocID="{1A954B9F-21FE-4C6D-8D8B-6E3413755AA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5895C08-BD52-4550-AD7C-C2AC61186CA5}" type="presOf" srcId="{2FE2ACBA-80DD-44FB-ABAC-F49139D78E1E}" destId="{26FCDE21-5A01-4B46-9E9E-C6DA41BE3958}" srcOrd="0" destOrd="0" presId="urn:microsoft.com/office/officeart/2018/2/layout/IconLabelList"/>
    <dgm:cxn modelId="{F605B214-9F1C-4CC5-A95F-C9EE3D7E9FD1}" type="presOf" srcId="{F5C316ED-0160-40A5-816D-2C021073314E}" destId="{5F5FBAB9-AF02-494C-AA26-7FD681670C4F}" srcOrd="0" destOrd="0" presId="urn:microsoft.com/office/officeart/2018/2/layout/IconLabelList"/>
    <dgm:cxn modelId="{EEB2AA6A-A5F8-42A8-BAED-1C9C9CD1F145}" type="presOf" srcId="{E9C23B79-ACA5-4CB0-9E3C-C9125877CDF4}" destId="{14B1C316-811C-49EB-98EF-75B76DED941F}" srcOrd="0" destOrd="0" presId="urn:microsoft.com/office/officeart/2018/2/layout/IconLabelList"/>
    <dgm:cxn modelId="{AD608591-96C7-4803-A146-43A0BF350CBF}" srcId="{2FE2ACBA-80DD-44FB-ABAC-F49139D78E1E}" destId="{1A954B9F-21FE-4C6D-8D8B-6E3413755AAF}" srcOrd="3" destOrd="0" parTransId="{9701D21F-7999-4D41-AE4A-CFF50FCC214D}" sibTransId="{B9C91FEF-E955-42BF-84DE-4A102A2643BE}"/>
    <dgm:cxn modelId="{29EF28C0-52EB-41F1-93EB-0CA6FD710293}" srcId="{2FE2ACBA-80DD-44FB-ABAC-F49139D78E1E}" destId="{ACF594A3-4FED-4A81-B452-1C02519E5C36}" srcOrd="2" destOrd="0" parTransId="{B6A8D210-D42E-40CF-BC57-269F9CD1DDB2}" sibTransId="{FF157363-2B60-4AB2-AD0B-0A68DFD0511A}"/>
    <dgm:cxn modelId="{759DC2D1-B2B0-4F83-8FC8-3646F9C9D3ED}" srcId="{2FE2ACBA-80DD-44FB-ABAC-F49139D78E1E}" destId="{E9C23B79-ACA5-4CB0-9E3C-C9125877CDF4}" srcOrd="1" destOrd="0" parTransId="{F8E1E3BA-42B2-4C09-A050-02C5E5BFDFCE}" sibTransId="{CEC48136-905C-4B21-8224-A7E9C26AE942}"/>
    <dgm:cxn modelId="{1E6145D3-91D0-42C1-8110-AED4AD035A4B}" type="presOf" srcId="{ACF594A3-4FED-4A81-B452-1C02519E5C36}" destId="{31509361-EA43-4B0B-B3EE-4F05B9251329}" srcOrd="0" destOrd="0" presId="urn:microsoft.com/office/officeart/2018/2/layout/IconLabelList"/>
    <dgm:cxn modelId="{587182E2-4EE4-48E7-A870-93AD6EEA30DF}" type="presOf" srcId="{1A954B9F-21FE-4C6D-8D8B-6E3413755AAF}" destId="{B11E3B72-308D-48DC-AEBA-904C497EBA8A}" srcOrd="0" destOrd="0" presId="urn:microsoft.com/office/officeart/2018/2/layout/IconLabelList"/>
    <dgm:cxn modelId="{E4B7DFE9-8BA4-4708-AC54-8D249E71E091}" srcId="{2FE2ACBA-80DD-44FB-ABAC-F49139D78E1E}" destId="{F5C316ED-0160-40A5-816D-2C021073314E}" srcOrd="0" destOrd="0" parTransId="{D45E1ED8-3500-4822-B432-3B86355A0132}" sibTransId="{201624B4-57EB-4F98-9627-70959BB6488B}"/>
    <dgm:cxn modelId="{58177906-ED06-4AC5-9BF8-EE23BF47C69F}" type="presParOf" srcId="{26FCDE21-5A01-4B46-9E9E-C6DA41BE3958}" destId="{D47DA17B-DC76-4D62-99A6-62F0ECAB7DF8}" srcOrd="0" destOrd="0" presId="urn:microsoft.com/office/officeart/2018/2/layout/IconLabelList"/>
    <dgm:cxn modelId="{D0A7CB7F-5FCE-42B9-B939-EFAC7603E074}" type="presParOf" srcId="{D47DA17B-DC76-4D62-99A6-62F0ECAB7DF8}" destId="{BA4659D5-B71B-43FC-9863-1AF8C81261BF}" srcOrd="0" destOrd="0" presId="urn:microsoft.com/office/officeart/2018/2/layout/IconLabelList"/>
    <dgm:cxn modelId="{F8AC33C0-5444-4C76-B56E-4F62B83CCFA7}" type="presParOf" srcId="{D47DA17B-DC76-4D62-99A6-62F0ECAB7DF8}" destId="{A330FCA2-B86B-4CE3-9329-516156E8EB36}" srcOrd="1" destOrd="0" presId="urn:microsoft.com/office/officeart/2018/2/layout/IconLabelList"/>
    <dgm:cxn modelId="{6F21D9AE-D770-4745-84A5-7FAE1F87D214}" type="presParOf" srcId="{D47DA17B-DC76-4D62-99A6-62F0ECAB7DF8}" destId="{5F5FBAB9-AF02-494C-AA26-7FD681670C4F}" srcOrd="2" destOrd="0" presId="urn:microsoft.com/office/officeart/2018/2/layout/IconLabelList"/>
    <dgm:cxn modelId="{064E4066-F1EE-4DE9-8330-7866EA0F79CB}" type="presParOf" srcId="{26FCDE21-5A01-4B46-9E9E-C6DA41BE3958}" destId="{82107523-CDB4-4527-BBC7-5904AA2834DA}" srcOrd="1" destOrd="0" presId="urn:microsoft.com/office/officeart/2018/2/layout/IconLabelList"/>
    <dgm:cxn modelId="{32559885-43D3-47FA-A8E3-C591EB8DF42E}" type="presParOf" srcId="{26FCDE21-5A01-4B46-9E9E-C6DA41BE3958}" destId="{E345FE2B-0FFC-4F8D-ABB2-E69F7A05ACE2}" srcOrd="2" destOrd="0" presId="urn:microsoft.com/office/officeart/2018/2/layout/IconLabelList"/>
    <dgm:cxn modelId="{AF79BAB9-19A8-41E5-B2D0-38147922956E}" type="presParOf" srcId="{E345FE2B-0FFC-4F8D-ABB2-E69F7A05ACE2}" destId="{FF3A0A4D-28C2-483B-A997-BAEF44858A0F}" srcOrd="0" destOrd="0" presId="urn:microsoft.com/office/officeart/2018/2/layout/IconLabelList"/>
    <dgm:cxn modelId="{51E9C6D0-7E10-41F2-BCD7-0E08FD66C9BD}" type="presParOf" srcId="{E345FE2B-0FFC-4F8D-ABB2-E69F7A05ACE2}" destId="{FE776C8C-8618-45A8-AB26-87B60F5D7C15}" srcOrd="1" destOrd="0" presId="urn:microsoft.com/office/officeart/2018/2/layout/IconLabelList"/>
    <dgm:cxn modelId="{6F0507CC-6374-4BE8-B840-139FADF5D498}" type="presParOf" srcId="{E345FE2B-0FFC-4F8D-ABB2-E69F7A05ACE2}" destId="{14B1C316-811C-49EB-98EF-75B76DED941F}" srcOrd="2" destOrd="0" presId="urn:microsoft.com/office/officeart/2018/2/layout/IconLabelList"/>
    <dgm:cxn modelId="{5BF1FB92-E807-4632-92FD-9E97E6EB65BF}" type="presParOf" srcId="{26FCDE21-5A01-4B46-9E9E-C6DA41BE3958}" destId="{6672AEB4-8668-4A3D-BEB8-CDEBF5363C53}" srcOrd="3" destOrd="0" presId="urn:microsoft.com/office/officeart/2018/2/layout/IconLabelList"/>
    <dgm:cxn modelId="{97C155DF-4F9E-4217-BAF5-812199AA784E}" type="presParOf" srcId="{26FCDE21-5A01-4B46-9E9E-C6DA41BE3958}" destId="{A3B67FFA-BFAD-498D-8501-197A7C798AC3}" srcOrd="4" destOrd="0" presId="urn:microsoft.com/office/officeart/2018/2/layout/IconLabelList"/>
    <dgm:cxn modelId="{D4D29723-90B6-4D4D-B4DB-177520D16ACA}" type="presParOf" srcId="{A3B67FFA-BFAD-498D-8501-197A7C798AC3}" destId="{E141BFD9-4528-42A3-8CBD-735AE15A7490}" srcOrd="0" destOrd="0" presId="urn:microsoft.com/office/officeart/2018/2/layout/IconLabelList"/>
    <dgm:cxn modelId="{3C78DFE4-F3E1-4B27-81D7-527DE612F414}" type="presParOf" srcId="{A3B67FFA-BFAD-498D-8501-197A7C798AC3}" destId="{D13EED26-8BC2-4A98-87F0-5125432D20A3}" srcOrd="1" destOrd="0" presId="urn:microsoft.com/office/officeart/2018/2/layout/IconLabelList"/>
    <dgm:cxn modelId="{EDBE06B2-4AB3-4B17-AFA2-34DC9185D9D4}" type="presParOf" srcId="{A3B67FFA-BFAD-498D-8501-197A7C798AC3}" destId="{31509361-EA43-4B0B-B3EE-4F05B9251329}" srcOrd="2" destOrd="0" presId="urn:microsoft.com/office/officeart/2018/2/layout/IconLabelList"/>
    <dgm:cxn modelId="{D7451021-09AD-4B22-A8AE-3DE27EDA7B99}" type="presParOf" srcId="{26FCDE21-5A01-4B46-9E9E-C6DA41BE3958}" destId="{60E8126B-52CA-4548-A29C-264BF6709395}" srcOrd="5" destOrd="0" presId="urn:microsoft.com/office/officeart/2018/2/layout/IconLabelList"/>
    <dgm:cxn modelId="{91BE7ECC-78DD-455A-BCD7-1F3FAA8A0C5C}" type="presParOf" srcId="{26FCDE21-5A01-4B46-9E9E-C6DA41BE3958}" destId="{B2EB8C7C-E3A1-4514-BCEF-C4E27C0E0581}" srcOrd="6" destOrd="0" presId="urn:microsoft.com/office/officeart/2018/2/layout/IconLabelList"/>
    <dgm:cxn modelId="{FAEAA162-3696-464C-9CA3-AE664890C48D}" type="presParOf" srcId="{B2EB8C7C-E3A1-4514-BCEF-C4E27C0E0581}" destId="{45324533-38C6-40BC-82DA-22B4E78F350A}" srcOrd="0" destOrd="0" presId="urn:microsoft.com/office/officeart/2018/2/layout/IconLabelList"/>
    <dgm:cxn modelId="{4DA5B125-CAC5-4DA2-BBE2-C5CBE9588902}" type="presParOf" srcId="{B2EB8C7C-E3A1-4514-BCEF-C4E27C0E0581}" destId="{7584C404-5F4D-451D-80B1-5CC20155C138}" srcOrd="1" destOrd="0" presId="urn:microsoft.com/office/officeart/2018/2/layout/IconLabelList"/>
    <dgm:cxn modelId="{764837A2-8EEF-4C11-B01D-7BF59087D84C}" type="presParOf" srcId="{B2EB8C7C-E3A1-4514-BCEF-C4E27C0E0581}" destId="{B11E3B72-308D-48DC-AEBA-904C497EBA8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E63151-716F-4E7E-AE73-FB140CED44F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081E8C2-186D-4C36-8491-E4F696253BEC}">
      <dgm:prSet/>
      <dgm:spPr/>
      <dgm:t>
        <a:bodyPr/>
        <a:lstStyle/>
        <a:p>
          <a:r>
            <a:rPr lang="en-US" dirty="0"/>
            <a:t>✅ Check-in: Slogan do </a:t>
          </a:r>
          <a:r>
            <a:rPr lang="en-US" dirty="0" err="1"/>
            <a:t>Projeto</a:t>
          </a:r>
          <a:endParaRPr lang="en-US" dirty="0"/>
        </a:p>
      </dgm:t>
    </dgm:pt>
    <dgm:pt modelId="{5ED824C2-595D-4841-87C5-3D11CE4E8D89}" type="parTrans" cxnId="{ECCB8A8C-785E-4877-8E23-E97AC6D28F0A}">
      <dgm:prSet/>
      <dgm:spPr/>
      <dgm:t>
        <a:bodyPr/>
        <a:lstStyle/>
        <a:p>
          <a:endParaRPr lang="en-US"/>
        </a:p>
      </dgm:t>
    </dgm:pt>
    <dgm:pt modelId="{C00B68BD-C112-414F-84BB-FC8BABCFA632}" type="sibTrans" cxnId="{ECCB8A8C-785E-4877-8E23-E97AC6D28F0A}">
      <dgm:prSet/>
      <dgm:spPr/>
      <dgm:t>
        <a:bodyPr/>
        <a:lstStyle/>
        <a:p>
          <a:endParaRPr lang="en-US"/>
        </a:p>
      </dgm:t>
    </dgm:pt>
    <dgm:pt modelId="{82BFACFA-1005-4E7A-8298-F10AE7B69C46}">
      <dgm:prSet/>
      <dgm:spPr/>
      <dgm:t>
        <a:bodyPr/>
        <a:lstStyle/>
        <a:p>
          <a:r>
            <a:rPr lang="en-US"/>
            <a:t>🎤 Apresentações – Elevator Pitch (Capítulo 1)</a:t>
          </a:r>
        </a:p>
      </dgm:t>
    </dgm:pt>
    <dgm:pt modelId="{15310AAE-B59B-4EAF-B630-592BCFBBFE53}" type="parTrans" cxnId="{3549AC71-E474-4D75-AFFB-F28C156318EA}">
      <dgm:prSet/>
      <dgm:spPr/>
      <dgm:t>
        <a:bodyPr/>
        <a:lstStyle/>
        <a:p>
          <a:endParaRPr lang="en-US"/>
        </a:p>
      </dgm:t>
    </dgm:pt>
    <dgm:pt modelId="{B1AE2846-5C3F-4DE8-9165-8531B4F45D83}" type="sibTrans" cxnId="{3549AC71-E474-4D75-AFFB-F28C156318EA}">
      <dgm:prSet/>
      <dgm:spPr/>
      <dgm:t>
        <a:bodyPr/>
        <a:lstStyle/>
        <a:p>
          <a:endParaRPr lang="en-US"/>
        </a:p>
      </dgm:t>
    </dgm:pt>
    <dgm:pt modelId="{7945C3FB-BA81-4334-B7BD-1C59D12DE9C4}">
      <dgm:prSet/>
      <dgm:spPr/>
      <dgm:t>
        <a:bodyPr/>
        <a:lstStyle/>
        <a:p>
          <a:r>
            <a:rPr lang="en-US"/>
            <a:t>🔍 Revisão: Qualidade de Dados (Aula 11)</a:t>
          </a:r>
        </a:p>
      </dgm:t>
    </dgm:pt>
    <dgm:pt modelId="{E0F9E493-FF00-40EE-9821-9DB259EF8F44}" type="parTrans" cxnId="{CF4FDDE0-7F7D-487C-8FF0-26496E246F0A}">
      <dgm:prSet/>
      <dgm:spPr/>
      <dgm:t>
        <a:bodyPr/>
        <a:lstStyle/>
        <a:p>
          <a:endParaRPr lang="en-US"/>
        </a:p>
      </dgm:t>
    </dgm:pt>
    <dgm:pt modelId="{4DF2D0AB-88B4-4203-88E4-1C03F685D944}" type="sibTrans" cxnId="{CF4FDDE0-7F7D-487C-8FF0-26496E246F0A}">
      <dgm:prSet/>
      <dgm:spPr/>
      <dgm:t>
        <a:bodyPr/>
        <a:lstStyle/>
        <a:p>
          <a:endParaRPr lang="en-US"/>
        </a:p>
      </dgm:t>
    </dgm:pt>
    <dgm:pt modelId="{8A04BDEB-EB3D-4D6E-98B3-879BBB3F8A9B}">
      <dgm:prSet/>
      <dgm:spPr/>
      <dgm:t>
        <a:bodyPr/>
        <a:lstStyle/>
        <a:p>
          <a:r>
            <a:rPr lang="en-US"/>
            <a:t>⚙️ Discussão: Spark, Hadoop ou NoSQL?</a:t>
          </a:r>
        </a:p>
      </dgm:t>
    </dgm:pt>
    <dgm:pt modelId="{75EE5644-3CDF-4CC3-8C61-D5E63E52ADEE}" type="parTrans" cxnId="{A358A567-5411-4D31-A38B-DAF8309779BD}">
      <dgm:prSet/>
      <dgm:spPr/>
      <dgm:t>
        <a:bodyPr/>
        <a:lstStyle/>
        <a:p>
          <a:endParaRPr lang="en-US"/>
        </a:p>
      </dgm:t>
    </dgm:pt>
    <dgm:pt modelId="{B3BD4E37-8CF6-461D-87F0-26C6CDDED64F}" type="sibTrans" cxnId="{A358A567-5411-4D31-A38B-DAF8309779BD}">
      <dgm:prSet/>
      <dgm:spPr/>
      <dgm:t>
        <a:bodyPr/>
        <a:lstStyle/>
        <a:p>
          <a:endParaRPr lang="en-US"/>
        </a:p>
      </dgm:t>
    </dgm:pt>
    <dgm:pt modelId="{11FE38CA-A594-46B6-A262-CF8647E4D3FE}">
      <dgm:prSet/>
      <dgm:spPr/>
      <dgm:t>
        <a:bodyPr/>
        <a:lstStyle/>
        <a:p>
          <a:r>
            <a:rPr lang="en-US"/>
            <a:t>☕ Intervalo</a:t>
          </a:r>
        </a:p>
      </dgm:t>
    </dgm:pt>
    <dgm:pt modelId="{2BEC09D8-A7CC-486D-A25A-5B5EB4BAB460}" type="parTrans" cxnId="{EC3FD013-2DD5-4641-84B5-77B7C1D11732}">
      <dgm:prSet/>
      <dgm:spPr/>
      <dgm:t>
        <a:bodyPr/>
        <a:lstStyle/>
        <a:p>
          <a:endParaRPr lang="en-US"/>
        </a:p>
      </dgm:t>
    </dgm:pt>
    <dgm:pt modelId="{92C64FE9-6B5C-4135-9F7D-CE67868EEBE4}" type="sibTrans" cxnId="{EC3FD013-2DD5-4641-84B5-77B7C1D11732}">
      <dgm:prSet/>
      <dgm:spPr/>
      <dgm:t>
        <a:bodyPr/>
        <a:lstStyle/>
        <a:p>
          <a:endParaRPr lang="en-US"/>
        </a:p>
      </dgm:t>
    </dgm:pt>
    <dgm:pt modelId="{C2169F13-7941-42E6-9A63-478CB1484087}">
      <dgm:prSet/>
      <dgm:spPr/>
      <dgm:t>
        <a:bodyPr/>
        <a:lstStyle/>
        <a:p>
          <a:r>
            <a:rPr lang="en-US"/>
            <a:t>🧠 Mini-Oficina: Redefinição com IA + Design Thinking</a:t>
          </a:r>
        </a:p>
      </dgm:t>
    </dgm:pt>
    <dgm:pt modelId="{C8D469DE-2850-4050-9B59-3713358F438B}" type="parTrans" cxnId="{71363552-A365-4A91-AEEF-A4E56D06FD50}">
      <dgm:prSet/>
      <dgm:spPr/>
      <dgm:t>
        <a:bodyPr/>
        <a:lstStyle/>
        <a:p>
          <a:endParaRPr lang="en-US"/>
        </a:p>
      </dgm:t>
    </dgm:pt>
    <dgm:pt modelId="{B31F7108-872B-412F-8AC4-012FDF5B2493}" type="sibTrans" cxnId="{71363552-A365-4A91-AEEF-A4E56D06FD50}">
      <dgm:prSet/>
      <dgm:spPr/>
      <dgm:t>
        <a:bodyPr/>
        <a:lstStyle/>
        <a:p>
          <a:endParaRPr lang="en-US"/>
        </a:p>
      </dgm:t>
    </dgm:pt>
    <dgm:pt modelId="{7793CE77-4B86-4CF3-A755-9B350FF010A1}">
      <dgm:prSet/>
      <dgm:spPr/>
      <dgm:t>
        <a:bodyPr/>
        <a:lstStyle/>
        <a:p>
          <a:r>
            <a:rPr lang="en-US"/>
            <a:t>📋 Correção de Provas / Orientações por Grupo</a:t>
          </a:r>
        </a:p>
      </dgm:t>
    </dgm:pt>
    <dgm:pt modelId="{E5DA9ED0-BBBB-4317-A2D3-8FF980DA81B0}" type="parTrans" cxnId="{6FEA1801-F85F-48C5-AEAF-70C53BD57BC8}">
      <dgm:prSet/>
      <dgm:spPr/>
      <dgm:t>
        <a:bodyPr/>
        <a:lstStyle/>
        <a:p>
          <a:endParaRPr lang="en-US"/>
        </a:p>
      </dgm:t>
    </dgm:pt>
    <dgm:pt modelId="{6F95B5B1-6E9F-4DFC-B8F8-B87F88FB19D0}" type="sibTrans" cxnId="{6FEA1801-F85F-48C5-AEAF-70C53BD57BC8}">
      <dgm:prSet/>
      <dgm:spPr/>
      <dgm:t>
        <a:bodyPr/>
        <a:lstStyle/>
        <a:p>
          <a:endParaRPr lang="en-US"/>
        </a:p>
      </dgm:t>
    </dgm:pt>
    <dgm:pt modelId="{964E2210-6449-40B0-89AC-6B24A4D19218}">
      <dgm:prSet/>
      <dgm:spPr/>
      <dgm:t>
        <a:bodyPr/>
        <a:lstStyle/>
        <a:p>
          <a:r>
            <a:rPr lang="en-US"/>
            <a:t>📌 Check-out: Próximos passos e Laboratório 16/05</a:t>
          </a:r>
        </a:p>
      </dgm:t>
    </dgm:pt>
    <dgm:pt modelId="{ECF98A3A-91D5-44B7-9FA9-FA0709125777}" type="parTrans" cxnId="{36EBA1A1-3ED1-47C0-BD0A-A22ED91FC29F}">
      <dgm:prSet/>
      <dgm:spPr/>
      <dgm:t>
        <a:bodyPr/>
        <a:lstStyle/>
        <a:p>
          <a:endParaRPr lang="en-US"/>
        </a:p>
      </dgm:t>
    </dgm:pt>
    <dgm:pt modelId="{C1F81517-FD01-41B8-A3EF-A77C4936554D}" type="sibTrans" cxnId="{36EBA1A1-3ED1-47C0-BD0A-A22ED91FC29F}">
      <dgm:prSet/>
      <dgm:spPr/>
      <dgm:t>
        <a:bodyPr/>
        <a:lstStyle/>
        <a:p>
          <a:endParaRPr lang="en-US"/>
        </a:p>
      </dgm:t>
    </dgm:pt>
    <dgm:pt modelId="{C69FEDD9-D785-4A8B-82DF-3A613BAD9C02}" type="pres">
      <dgm:prSet presAssocID="{31E63151-716F-4E7E-AE73-FB140CED44F6}" presName="vert0" presStyleCnt="0">
        <dgm:presLayoutVars>
          <dgm:dir/>
          <dgm:animOne val="branch"/>
          <dgm:animLvl val="lvl"/>
        </dgm:presLayoutVars>
      </dgm:prSet>
      <dgm:spPr/>
    </dgm:pt>
    <dgm:pt modelId="{732C106A-892A-44BF-8A15-AB428161EF66}" type="pres">
      <dgm:prSet presAssocID="{B081E8C2-186D-4C36-8491-E4F696253BEC}" presName="thickLine" presStyleLbl="alignNode1" presStyleIdx="0" presStyleCnt="8"/>
      <dgm:spPr/>
    </dgm:pt>
    <dgm:pt modelId="{69DA59D1-12D6-4E18-A3B2-69848A237228}" type="pres">
      <dgm:prSet presAssocID="{B081E8C2-186D-4C36-8491-E4F696253BEC}" presName="horz1" presStyleCnt="0"/>
      <dgm:spPr/>
    </dgm:pt>
    <dgm:pt modelId="{4553AFC4-0851-4D92-8877-E201551FC1D1}" type="pres">
      <dgm:prSet presAssocID="{B081E8C2-186D-4C36-8491-E4F696253BEC}" presName="tx1" presStyleLbl="revTx" presStyleIdx="0" presStyleCnt="8"/>
      <dgm:spPr/>
    </dgm:pt>
    <dgm:pt modelId="{729820D6-1E74-4DDA-AE7C-337E51F2D450}" type="pres">
      <dgm:prSet presAssocID="{B081E8C2-186D-4C36-8491-E4F696253BEC}" presName="vert1" presStyleCnt="0"/>
      <dgm:spPr/>
    </dgm:pt>
    <dgm:pt modelId="{28CD24FC-E754-4314-997B-6E976A5E5D8E}" type="pres">
      <dgm:prSet presAssocID="{82BFACFA-1005-4E7A-8298-F10AE7B69C46}" presName="thickLine" presStyleLbl="alignNode1" presStyleIdx="1" presStyleCnt="8"/>
      <dgm:spPr/>
    </dgm:pt>
    <dgm:pt modelId="{CABF5BE2-CEBB-45F5-A239-9440496DE79A}" type="pres">
      <dgm:prSet presAssocID="{82BFACFA-1005-4E7A-8298-F10AE7B69C46}" presName="horz1" presStyleCnt="0"/>
      <dgm:spPr/>
    </dgm:pt>
    <dgm:pt modelId="{6943FC70-AFAE-46AC-AAA9-B59DDE056160}" type="pres">
      <dgm:prSet presAssocID="{82BFACFA-1005-4E7A-8298-F10AE7B69C46}" presName="tx1" presStyleLbl="revTx" presStyleIdx="1" presStyleCnt="8"/>
      <dgm:spPr/>
    </dgm:pt>
    <dgm:pt modelId="{6528E60E-75DC-44B1-BB7B-D3733F61AB14}" type="pres">
      <dgm:prSet presAssocID="{82BFACFA-1005-4E7A-8298-F10AE7B69C46}" presName="vert1" presStyleCnt="0"/>
      <dgm:spPr/>
    </dgm:pt>
    <dgm:pt modelId="{51C9B73F-4244-484C-AC24-7A2285FE6BDC}" type="pres">
      <dgm:prSet presAssocID="{7945C3FB-BA81-4334-B7BD-1C59D12DE9C4}" presName="thickLine" presStyleLbl="alignNode1" presStyleIdx="2" presStyleCnt="8"/>
      <dgm:spPr/>
    </dgm:pt>
    <dgm:pt modelId="{BAF3F715-90F4-4507-9FEC-A1B09CAF3F2E}" type="pres">
      <dgm:prSet presAssocID="{7945C3FB-BA81-4334-B7BD-1C59D12DE9C4}" presName="horz1" presStyleCnt="0"/>
      <dgm:spPr/>
    </dgm:pt>
    <dgm:pt modelId="{BDD41AFE-F673-4BDD-B302-3BD9C67D5925}" type="pres">
      <dgm:prSet presAssocID="{7945C3FB-BA81-4334-B7BD-1C59D12DE9C4}" presName="tx1" presStyleLbl="revTx" presStyleIdx="2" presStyleCnt="8"/>
      <dgm:spPr/>
    </dgm:pt>
    <dgm:pt modelId="{56B67CDB-D0A7-4F88-BDE3-909587550745}" type="pres">
      <dgm:prSet presAssocID="{7945C3FB-BA81-4334-B7BD-1C59D12DE9C4}" presName="vert1" presStyleCnt="0"/>
      <dgm:spPr/>
    </dgm:pt>
    <dgm:pt modelId="{6AAF1EC1-1A21-49DD-8ECA-F0D16CBE95B5}" type="pres">
      <dgm:prSet presAssocID="{8A04BDEB-EB3D-4D6E-98B3-879BBB3F8A9B}" presName="thickLine" presStyleLbl="alignNode1" presStyleIdx="3" presStyleCnt="8"/>
      <dgm:spPr/>
    </dgm:pt>
    <dgm:pt modelId="{27ADF52B-E4C3-41E2-8035-1B68C937D7EA}" type="pres">
      <dgm:prSet presAssocID="{8A04BDEB-EB3D-4D6E-98B3-879BBB3F8A9B}" presName="horz1" presStyleCnt="0"/>
      <dgm:spPr/>
    </dgm:pt>
    <dgm:pt modelId="{524EF82C-985D-433A-8B16-15C244A96A2C}" type="pres">
      <dgm:prSet presAssocID="{8A04BDEB-EB3D-4D6E-98B3-879BBB3F8A9B}" presName="tx1" presStyleLbl="revTx" presStyleIdx="3" presStyleCnt="8"/>
      <dgm:spPr/>
    </dgm:pt>
    <dgm:pt modelId="{1F62742B-5791-410A-ADC3-385E31DCB55F}" type="pres">
      <dgm:prSet presAssocID="{8A04BDEB-EB3D-4D6E-98B3-879BBB3F8A9B}" presName="vert1" presStyleCnt="0"/>
      <dgm:spPr/>
    </dgm:pt>
    <dgm:pt modelId="{512BC63C-0D0B-46C8-A39A-9BF33EB77EBD}" type="pres">
      <dgm:prSet presAssocID="{11FE38CA-A594-46B6-A262-CF8647E4D3FE}" presName="thickLine" presStyleLbl="alignNode1" presStyleIdx="4" presStyleCnt="8"/>
      <dgm:spPr/>
    </dgm:pt>
    <dgm:pt modelId="{33102B37-0129-4FD5-BDE6-3A384E101CD0}" type="pres">
      <dgm:prSet presAssocID="{11FE38CA-A594-46B6-A262-CF8647E4D3FE}" presName="horz1" presStyleCnt="0"/>
      <dgm:spPr/>
    </dgm:pt>
    <dgm:pt modelId="{892E8F7A-7677-4215-8A1E-6759383F68E6}" type="pres">
      <dgm:prSet presAssocID="{11FE38CA-A594-46B6-A262-CF8647E4D3FE}" presName="tx1" presStyleLbl="revTx" presStyleIdx="4" presStyleCnt="8"/>
      <dgm:spPr/>
    </dgm:pt>
    <dgm:pt modelId="{D567FC3C-D4B7-48C1-9A34-95709965A264}" type="pres">
      <dgm:prSet presAssocID="{11FE38CA-A594-46B6-A262-CF8647E4D3FE}" presName="vert1" presStyleCnt="0"/>
      <dgm:spPr/>
    </dgm:pt>
    <dgm:pt modelId="{F865243B-F73B-437A-992D-F56A41872905}" type="pres">
      <dgm:prSet presAssocID="{C2169F13-7941-42E6-9A63-478CB1484087}" presName="thickLine" presStyleLbl="alignNode1" presStyleIdx="5" presStyleCnt="8"/>
      <dgm:spPr/>
    </dgm:pt>
    <dgm:pt modelId="{7C051AFD-2C89-47DE-B157-69FC9041BBAA}" type="pres">
      <dgm:prSet presAssocID="{C2169F13-7941-42E6-9A63-478CB1484087}" presName="horz1" presStyleCnt="0"/>
      <dgm:spPr/>
    </dgm:pt>
    <dgm:pt modelId="{A8425955-F352-44D1-AAF6-36F9791936BB}" type="pres">
      <dgm:prSet presAssocID="{C2169F13-7941-42E6-9A63-478CB1484087}" presName="tx1" presStyleLbl="revTx" presStyleIdx="5" presStyleCnt="8"/>
      <dgm:spPr/>
    </dgm:pt>
    <dgm:pt modelId="{714FC7E0-42CC-4026-9B7C-FAAC6D25A238}" type="pres">
      <dgm:prSet presAssocID="{C2169F13-7941-42E6-9A63-478CB1484087}" presName="vert1" presStyleCnt="0"/>
      <dgm:spPr/>
    </dgm:pt>
    <dgm:pt modelId="{633DD04E-2047-4BE5-94CE-35503C2CDB70}" type="pres">
      <dgm:prSet presAssocID="{7793CE77-4B86-4CF3-A755-9B350FF010A1}" presName="thickLine" presStyleLbl="alignNode1" presStyleIdx="6" presStyleCnt="8"/>
      <dgm:spPr/>
    </dgm:pt>
    <dgm:pt modelId="{14DFF4E7-B2EB-47F4-B75A-EBBA03A21FC5}" type="pres">
      <dgm:prSet presAssocID="{7793CE77-4B86-4CF3-A755-9B350FF010A1}" presName="horz1" presStyleCnt="0"/>
      <dgm:spPr/>
    </dgm:pt>
    <dgm:pt modelId="{E900D585-C4F7-4719-ABF4-4208D328BB29}" type="pres">
      <dgm:prSet presAssocID="{7793CE77-4B86-4CF3-A755-9B350FF010A1}" presName="tx1" presStyleLbl="revTx" presStyleIdx="6" presStyleCnt="8"/>
      <dgm:spPr/>
    </dgm:pt>
    <dgm:pt modelId="{F85848F8-2DA8-431E-9A8A-1560AB2777B7}" type="pres">
      <dgm:prSet presAssocID="{7793CE77-4B86-4CF3-A755-9B350FF010A1}" presName="vert1" presStyleCnt="0"/>
      <dgm:spPr/>
    </dgm:pt>
    <dgm:pt modelId="{57D8F5AA-5268-4C86-BA97-BE56CFE831DC}" type="pres">
      <dgm:prSet presAssocID="{964E2210-6449-40B0-89AC-6B24A4D19218}" presName="thickLine" presStyleLbl="alignNode1" presStyleIdx="7" presStyleCnt="8"/>
      <dgm:spPr/>
    </dgm:pt>
    <dgm:pt modelId="{49337757-43CD-493A-8C84-5352D6117577}" type="pres">
      <dgm:prSet presAssocID="{964E2210-6449-40B0-89AC-6B24A4D19218}" presName="horz1" presStyleCnt="0"/>
      <dgm:spPr/>
    </dgm:pt>
    <dgm:pt modelId="{AFEA48BD-5963-47FB-B6B6-BEDE7644F558}" type="pres">
      <dgm:prSet presAssocID="{964E2210-6449-40B0-89AC-6B24A4D19218}" presName="tx1" presStyleLbl="revTx" presStyleIdx="7" presStyleCnt="8"/>
      <dgm:spPr/>
    </dgm:pt>
    <dgm:pt modelId="{98F42198-151D-45B5-8318-9D9482664754}" type="pres">
      <dgm:prSet presAssocID="{964E2210-6449-40B0-89AC-6B24A4D19218}" presName="vert1" presStyleCnt="0"/>
      <dgm:spPr/>
    </dgm:pt>
  </dgm:ptLst>
  <dgm:cxnLst>
    <dgm:cxn modelId="{7E2FBE00-C890-4BFD-B84B-9C0C981E6C19}" type="presOf" srcId="{82BFACFA-1005-4E7A-8298-F10AE7B69C46}" destId="{6943FC70-AFAE-46AC-AAA9-B59DDE056160}" srcOrd="0" destOrd="0" presId="urn:microsoft.com/office/officeart/2008/layout/LinedList"/>
    <dgm:cxn modelId="{6FEA1801-F85F-48C5-AEAF-70C53BD57BC8}" srcId="{31E63151-716F-4E7E-AE73-FB140CED44F6}" destId="{7793CE77-4B86-4CF3-A755-9B350FF010A1}" srcOrd="6" destOrd="0" parTransId="{E5DA9ED0-BBBB-4317-A2D3-8FF980DA81B0}" sibTransId="{6F95B5B1-6E9F-4DFC-B8F8-B87F88FB19D0}"/>
    <dgm:cxn modelId="{4C34490E-6E1A-4338-B428-2AC3154BFBEA}" type="presOf" srcId="{8A04BDEB-EB3D-4D6E-98B3-879BBB3F8A9B}" destId="{524EF82C-985D-433A-8B16-15C244A96A2C}" srcOrd="0" destOrd="0" presId="urn:microsoft.com/office/officeart/2008/layout/LinedList"/>
    <dgm:cxn modelId="{EC3FD013-2DD5-4641-84B5-77B7C1D11732}" srcId="{31E63151-716F-4E7E-AE73-FB140CED44F6}" destId="{11FE38CA-A594-46B6-A262-CF8647E4D3FE}" srcOrd="4" destOrd="0" parTransId="{2BEC09D8-A7CC-486D-A25A-5B5EB4BAB460}" sibTransId="{92C64FE9-6B5C-4135-9F7D-CE67868EEBE4}"/>
    <dgm:cxn modelId="{BC725F1F-6AD2-428D-8B47-229D5A84503C}" type="presOf" srcId="{7945C3FB-BA81-4334-B7BD-1C59D12DE9C4}" destId="{BDD41AFE-F673-4BDD-B302-3BD9C67D5925}" srcOrd="0" destOrd="0" presId="urn:microsoft.com/office/officeart/2008/layout/LinedList"/>
    <dgm:cxn modelId="{E4213632-5FAB-47D8-803E-0BBF098B417B}" type="presOf" srcId="{B081E8C2-186D-4C36-8491-E4F696253BEC}" destId="{4553AFC4-0851-4D92-8877-E201551FC1D1}" srcOrd="0" destOrd="0" presId="urn:microsoft.com/office/officeart/2008/layout/LinedList"/>
    <dgm:cxn modelId="{A358A567-5411-4D31-A38B-DAF8309779BD}" srcId="{31E63151-716F-4E7E-AE73-FB140CED44F6}" destId="{8A04BDEB-EB3D-4D6E-98B3-879BBB3F8A9B}" srcOrd="3" destOrd="0" parTransId="{75EE5644-3CDF-4CC3-8C61-D5E63E52ADEE}" sibTransId="{B3BD4E37-8CF6-461D-87F0-26C6CDDED64F}"/>
    <dgm:cxn modelId="{E8ED8749-848E-42B3-9434-C56A75EA2435}" type="presOf" srcId="{C2169F13-7941-42E6-9A63-478CB1484087}" destId="{A8425955-F352-44D1-AAF6-36F9791936BB}" srcOrd="0" destOrd="0" presId="urn:microsoft.com/office/officeart/2008/layout/LinedList"/>
    <dgm:cxn modelId="{3549AC71-E474-4D75-AFFB-F28C156318EA}" srcId="{31E63151-716F-4E7E-AE73-FB140CED44F6}" destId="{82BFACFA-1005-4E7A-8298-F10AE7B69C46}" srcOrd="1" destOrd="0" parTransId="{15310AAE-B59B-4EAF-B630-592BCFBBFE53}" sibTransId="{B1AE2846-5C3F-4DE8-9165-8531B4F45D83}"/>
    <dgm:cxn modelId="{71363552-A365-4A91-AEEF-A4E56D06FD50}" srcId="{31E63151-716F-4E7E-AE73-FB140CED44F6}" destId="{C2169F13-7941-42E6-9A63-478CB1484087}" srcOrd="5" destOrd="0" parTransId="{C8D469DE-2850-4050-9B59-3713358F438B}" sibTransId="{B31F7108-872B-412F-8AC4-012FDF5B2493}"/>
    <dgm:cxn modelId="{244BFA89-F36A-4872-9AFA-359039F0E80B}" type="presOf" srcId="{31E63151-716F-4E7E-AE73-FB140CED44F6}" destId="{C69FEDD9-D785-4A8B-82DF-3A613BAD9C02}" srcOrd="0" destOrd="0" presId="urn:microsoft.com/office/officeart/2008/layout/LinedList"/>
    <dgm:cxn modelId="{ECCB8A8C-785E-4877-8E23-E97AC6D28F0A}" srcId="{31E63151-716F-4E7E-AE73-FB140CED44F6}" destId="{B081E8C2-186D-4C36-8491-E4F696253BEC}" srcOrd="0" destOrd="0" parTransId="{5ED824C2-595D-4841-87C5-3D11CE4E8D89}" sibTransId="{C00B68BD-C112-414F-84BB-FC8BABCFA632}"/>
    <dgm:cxn modelId="{36EBA1A1-3ED1-47C0-BD0A-A22ED91FC29F}" srcId="{31E63151-716F-4E7E-AE73-FB140CED44F6}" destId="{964E2210-6449-40B0-89AC-6B24A4D19218}" srcOrd="7" destOrd="0" parTransId="{ECF98A3A-91D5-44B7-9FA9-FA0709125777}" sibTransId="{C1F81517-FD01-41B8-A3EF-A77C4936554D}"/>
    <dgm:cxn modelId="{A339B1BE-8D1C-4C35-B67F-FA30D8519038}" type="presOf" srcId="{7793CE77-4B86-4CF3-A755-9B350FF010A1}" destId="{E900D585-C4F7-4719-ABF4-4208D328BB29}" srcOrd="0" destOrd="0" presId="urn:microsoft.com/office/officeart/2008/layout/LinedList"/>
    <dgm:cxn modelId="{CF4FDDE0-7F7D-487C-8FF0-26496E246F0A}" srcId="{31E63151-716F-4E7E-AE73-FB140CED44F6}" destId="{7945C3FB-BA81-4334-B7BD-1C59D12DE9C4}" srcOrd="2" destOrd="0" parTransId="{E0F9E493-FF00-40EE-9821-9DB259EF8F44}" sibTransId="{4DF2D0AB-88B4-4203-88E4-1C03F685D944}"/>
    <dgm:cxn modelId="{49B362EB-95F0-4A2D-8178-82D42188DF4D}" type="presOf" srcId="{11FE38CA-A594-46B6-A262-CF8647E4D3FE}" destId="{892E8F7A-7677-4215-8A1E-6759383F68E6}" srcOrd="0" destOrd="0" presId="urn:microsoft.com/office/officeart/2008/layout/LinedList"/>
    <dgm:cxn modelId="{8B5805F3-7855-4F9E-A2E6-3C7D103A2E28}" type="presOf" srcId="{964E2210-6449-40B0-89AC-6B24A4D19218}" destId="{AFEA48BD-5963-47FB-B6B6-BEDE7644F558}" srcOrd="0" destOrd="0" presId="urn:microsoft.com/office/officeart/2008/layout/LinedList"/>
    <dgm:cxn modelId="{68F9E5EC-CA2A-4814-8D2C-95D596426097}" type="presParOf" srcId="{C69FEDD9-D785-4A8B-82DF-3A613BAD9C02}" destId="{732C106A-892A-44BF-8A15-AB428161EF66}" srcOrd="0" destOrd="0" presId="urn:microsoft.com/office/officeart/2008/layout/LinedList"/>
    <dgm:cxn modelId="{27520C9A-CBEC-4D27-81A7-B7A2B9001A54}" type="presParOf" srcId="{C69FEDD9-D785-4A8B-82DF-3A613BAD9C02}" destId="{69DA59D1-12D6-4E18-A3B2-69848A237228}" srcOrd="1" destOrd="0" presId="urn:microsoft.com/office/officeart/2008/layout/LinedList"/>
    <dgm:cxn modelId="{3A48C29B-CF68-4E28-89C6-C878F879D2FC}" type="presParOf" srcId="{69DA59D1-12D6-4E18-A3B2-69848A237228}" destId="{4553AFC4-0851-4D92-8877-E201551FC1D1}" srcOrd="0" destOrd="0" presId="urn:microsoft.com/office/officeart/2008/layout/LinedList"/>
    <dgm:cxn modelId="{ED8A47BB-26A7-4FF2-8ED8-810E4E0CABC7}" type="presParOf" srcId="{69DA59D1-12D6-4E18-A3B2-69848A237228}" destId="{729820D6-1E74-4DDA-AE7C-337E51F2D450}" srcOrd="1" destOrd="0" presId="urn:microsoft.com/office/officeart/2008/layout/LinedList"/>
    <dgm:cxn modelId="{35D9065C-0FD4-4DD1-BA64-0E1AAE2FE473}" type="presParOf" srcId="{C69FEDD9-D785-4A8B-82DF-3A613BAD9C02}" destId="{28CD24FC-E754-4314-997B-6E976A5E5D8E}" srcOrd="2" destOrd="0" presId="urn:microsoft.com/office/officeart/2008/layout/LinedList"/>
    <dgm:cxn modelId="{35C03FFD-E976-4ED8-AA04-11641CE18788}" type="presParOf" srcId="{C69FEDD9-D785-4A8B-82DF-3A613BAD9C02}" destId="{CABF5BE2-CEBB-45F5-A239-9440496DE79A}" srcOrd="3" destOrd="0" presId="urn:microsoft.com/office/officeart/2008/layout/LinedList"/>
    <dgm:cxn modelId="{7D22454A-5327-4B57-BE9D-4992BDA41E4F}" type="presParOf" srcId="{CABF5BE2-CEBB-45F5-A239-9440496DE79A}" destId="{6943FC70-AFAE-46AC-AAA9-B59DDE056160}" srcOrd="0" destOrd="0" presId="urn:microsoft.com/office/officeart/2008/layout/LinedList"/>
    <dgm:cxn modelId="{00A9216A-51D3-491A-9C05-EA259C7647DB}" type="presParOf" srcId="{CABF5BE2-CEBB-45F5-A239-9440496DE79A}" destId="{6528E60E-75DC-44B1-BB7B-D3733F61AB14}" srcOrd="1" destOrd="0" presId="urn:microsoft.com/office/officeart/2008/layout/LinedList"/>
    <dgm:cxn modelId="{C1B698C5-7C48-4C31-96E3-76A0022F4173}" type="presParOf" srcId="{C69FEDD9-D785-4A8B-82DF-3A613BAD9C02}" destId="{51C9B73F-4244-484C-AC24-7A2285FE6BDC}" srcOrd="4" destOrd="0" presId="urn:microsoft.com/office/officeart/2008/layout/LinedList"/>
    <dgm:cxn modelId="{8C3C3BFB-C307-4619-BC52-CA3D7C4D2424}" type="presParOf" srcId="{C69FEDD9-D785-4A8B-82DF-3A613BAD9C02}" destId="{BAF3F715-90F4-4507-9FEC-A1B09CAF3F2E}" srcOrd="5" destOrd="0" presId="urn:microsoft.com/office/officeart/2008/layout/LinedList"/>
    <dgm:cxn modelId="{C42D6439-C101-48C2-BAC5-425CA8ED2888}" type="presParOf" srcId="{BAF3F715-90F4-4507-9FEC-A1B09CAF3F2E}" destId="{BDD41AFE-F673-4BDD-B302-3BD9C67D5925}" srcOrd="0" destOrd="0" presId="urn:microsoft.com/office/officeart/2008/layout/LinedList"/>
    <dgm:cxn modelId="{AFACCD7B-D279-40F2-A9E1-7A96962E7E99}" type="presParOf" srcId="{BAF3F715-90F4-4507-9FEC-A1B09CAF3F2E}" destId="{56B67CDB-D0A7-4F88-BDE3-909587550745}" srcOrd="1" destOrd="0" presId="urn:microsoft.com/office/officeart/2008/layout/LinedList"/>
    <dgm:cxn modelId="{207CFA7E-2267-498C-A003-16CBBE836304}" type="presParOf" srcId="{C69FEDD9-D785-4A8B-82DF-3A613BAD9C02}" destId="{6AAF1EC1-1A21-49DD-8ECA-F0D16CBE95B5}" srcOrd="6" destOrd="0" presId="urn:microsoft.com/office/officeart/2008/layout/LinedList"/>
    <dgm:cxn modelId="{D578E87C-804C-40C7-8391-5009CB696376}" type="presParOf" srcId="{C69FEDD9-D785-4A8B-82DF-3A613BAD9C02}" destId="{27ADF52B-E4C3-41E2-8035-1B68C937D7EA}" srcOrd="7" destOrd="0" presId="urn:microsoft.com/office/officeart/2008/layout/LinedList"/>
    <dgm:cxn modelId="{43FC2460-D149-40D8-8CA6-052202403F0E}" type="presParOf" srcId="{27ADF52B-E4C3-41E2-8035-1B68C937D7EA}" destId="{524EF82C-985D-433A-8B16-15C244A96A2C}" srcOrd="0" destOrd="0" presId="urn:microsoft.com/office/officeart/2008/layout/LinedList"/>
    <dgm:cxn modelId="{7305EA4C-DD0B-49B5-9FE1-E41E57EE9B79}" type="presParOf" srcId="{27ADF52B-E4C3-41E2-8035-1B68C937D7EA}" destId="{1F62742B-5791-410A-ADC3-385E31DCB55F}" srcOrd="1" destOrd="0" presId="urn:microsoft.com/office/officeart/2008/layout/LinedList"/>
    <dgm:cxn modelId="{664E1D01-EE07-4F46-A7F5-3ABFADBCD88E}" type="presParOf" srcId="{C69FEDD9-D785-4A8B-82DF-3A613BAD9C02}" destId="{512BC63C-0D0B-46C8-A39A-9BF33EB77EBD}" srcOrd="8" destOrd="0" presId="urn:microsoft.com/office/officeart/2008/layout/LinedList"/>
    <dgm:cxn modelId="{CB2D024A-F479-476E-8F9D-5947C9FB8CE2}" type="presParOf" srcId="{C69FEDD9-D785-4A8B-82DF-3A613BAD9C02}" destId="{33102B37-0129-4FD5-BDE6-3A384E101CD0}" srcOrd="9" destOrd="0" presId="urn:microsoft.com/office/officeart/2008/layout/LinedList"/>
    <dgm:cxn modelId="{0BEFB9AD-38C6-4617-BEDB-A947B1C4C717}" type="presParOf" srcId="{33102B37-0129-4FD5-BDE6-3A384E101CD0}" destId="{892E8F7A-7677-4215-8A1E-6759383F68E6}" srcOrd="0" destOrd="0" presId="urn:microsoft.com/office/officeart/2008/layout/LinedList"/>
    <dgm:cxn modelId="{BF42AE9E-FAB2-4FD8-9C06-317A8CE23662}" type="presParOf" srcId="{33102B37-0129-4FD5-BDE6-3A384E101CD0}" destId="{D567FC3C-D4B7-48C1-9A34-95709965A264}" srcOrd="1" destOrd="0" presId="urn:microsoft.com/office/officeart/2008/layout/LinedList"/>
    <dgm:cxn modelId="{82FEC1AD-C53B-4565-9FE3-5EB1AF60E876}" type="presParOf" srcId="{C69FEDD9-D785-4A8B-82DF-3A613BAD9C02}" destId="{F865243B-F73B-437A-992D-F56A41872905}" srcOrd="10" destOrd="0" presId="urn:microsoft.com/office/officeart/2008/layout/LinedList"/>
    <dgm:cxn modelId="{D963FF2F-1AF2-4D64-A383-D9BDFC389DFD}" type="presParOf" srcId="{C69FEDD9-D785-4A8B-82DF-3A613BAD9C02}" destId="{7C051AFD-2C89-47DE-B157-69FC9041BBAA}" srcOrd="11" destOrd="0" presId="urn:microsoft.com/office/officeart/2008/layout/LinedList"/>
    <dgm:cxn modelId="{1E47217F-4FD7-4170-AE14-7208266947C7}" type="presParOf" srcId="{7C051AFD-2C89-47DE-B157-69FC9041BBAA}" destId="{A8425955-F352-44D1-AAF6-36F9791936BB}" srcOrd="0" destOrd="0" presId="urn:microsoft.com/office/officeart/2008/layout/LinedList"/>
    <dgm:cxn modelId="{A3877B8D-3648-47E8-A7F9-F6465310E1D8}" type="presParOf" srcId="{7C051AFD-2C89-47DE-B157-69FC9041BBAA}" destId="{714FC7E0-42CC-4026-9B7C-FAAC6D25A238}" srcOrd="1" destOrd="0" presId="urn:microsoft.com/office/officeart/2008/layout/LinedList"/>
    <dgm:cxn modelId="{CA1B5649-52AE-45B9-BDD9-36FDA914CAA3}" type="presParOf" srcId="{C69FEDD9-D785-4A8B-82DF-3A613BAD9C02}" destId="{633DD04E-2047-4BE5-94CE-35503C2CDB70}" srcOrd="12" destOrd="0" presId="urn:microsoft.com/office/officeart/2008/layout/LinedList"/>
    <dgm:cxn modelId="{07990EB1-D512-41B8-94FC-278E100D1150}" type="presParOf" srcId="{C69FEDD9-D785-4A8B-82DF-3A613BAD9C02}" destId="{14DFF4E7-B2EB-47F4-B75A-EBBA03A21FC5}" srcOrd="13" destOrd="0" presId="urn:microsoft.com/office/officeart/2008/layout/LinedList"/>
    <dgm:cxn modelId="{98E9FD8F-653C-4E78-8FD2-80AA921980B3}" type="presParOf" srcId="{14DFF4E7-B2EB-47F4-B75A-EBBA03A21FC5}" destId="{E900D585-C4F7-4719-ABF4-4208D328BB29}" srcOrd="0" destOrd="0" presId="urn:microsoft.com/office/officeart/2008/layout/LinedList"/>
    <dgm:cxn modelId="{D54F7CC0-92C2-4C09-9C1A-3D39ED8D80CD}" type="presParOf" srcId="{14DFF4E7-B2EB-47F4-B75A-EBBA03A21FC5}" destId="{F85848F8-2DA8-431E-9A8A-1560AB2777B7}" srcOrd="1" destOrd="0" presId="urn:microsoft.com/office/officeart/2008/layout/LinedList"/>
    <dgm:cxn modelId="{32F1C758-C0C5-439E-B01C-21A8DABC829D}" type="presParOf" srcId="{C69FEDD9-D785-4A8B-82DF-3A613BAD9C02}" destId="{57D8F5AA-5268-4C86-BA97-BE56CFE831DC}" srcOrd="14" destOrd="0" presId="urn:microsoft.com/office/officeart/2008/layout/LinedList"/>
    <dgm:cxn modelId="{77531BFD-ACE6-49E5-8292-469872690D57}" type="presParOf" srcId="{C69FEDD9-D785-4A8B-82DF-3A613BAD9C02}" destId="{49337757-43CD-493A-8C84-5352D6117577}" srcOrd="15" destOrd="0" presId="urn:microsoft.com/office/officeart/2008/layout/LinedList"/>
    <dgm:cxn modelId="{D82934A6-A21F-4E21-AC4F-674A0FBACC11}" type="presParOf" srcId="{49337757-43CD-493A-8C84-5352D6117577}" destId="{AFEA48BD-5963-47FB-B6B6-BEDE7644F558}" srcOrd="0" destOrd="0" presId="urn:microsoft.com/office/officeart/2008/layout/LinedList"/>
    <dgm:cxn modelId="{7197AA78-E3DD-4112-B6CA-0A4272AAD3F3}" type="presParOf" srcId="{49337757-43CD-493A-8C84-5352D6117577}" destId="{98F42198-151D-45B5-8318-9D948266475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87CF04-115C-4628-8BD1-F107D607115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C6A00FB-FE66-4435-A8BC-C854273A4154}">
      <dgm:prSet/>
      <dgm:spPr/>
      <dgm:t>
        <a:bodyPr/>
        <a:lstStyle/>
        <a:p>
          <a:r>
            <a:rPr lang="pt-BR" b="0" i="0" baseline="0"/>
            <a:t>💬 </a:t>
          </a:r>
          <a:r>
            <a:rPr lang="pt-BR" b="0" i="1" baseline="0"/>
            <a:t>"Se o seu projeto fosse um produto com campanha de marketing, qual seria o slogan?"</a:t>
          </a:r>
          <a:endParaRPr lang="en-US"/>
        </a:p>
      </dgm:t>
    </dgm:pt>
    <dgm:pt modelId="{E0DAC8F8-8496-4B3E-90FD-7F056DC0A2DA}" type="parTrans" cxnId="{372CF5B6-0A70-4B32-8B61-744B7145D750}">
      <dgm:prSet/>
      <dgm:spPr/>
      <dgm:t>
        <a:bodyPr/>
        <a:lstStyle/>
        <a:p>
          <a:endParaRPr lang="en-US"/>
        </a:p>
      </dgm:t>
    </dgm:pt>
    <dgm:pt modelId="{B39F052A-5A77-4D4C-8D15-7B89F2646ECB}" type="sibTrans" cxnId="{372CF5B6-0A70-4B32-8B61-744B7145D750}">
      <dgm:prSet/>
      <dgm:spPr/>
      <dgm:t>
        <a:bodyPr/>
        <a:lstStyle/>
        <a:p>
          <a:endParaRPr lang="en-US"/>
        </a:p>
      </dgm:t>
    </dgm:pt>
    <dgm:pt modelId="{77138BEE-D374-4B57-BE75-44AD16D5DBA8}">
      <dgm:prSet/>
      <dgm:spPr/>
      <dgm:t>
        <a:bodyPr/>
        <a:lstStyle/>
        <a:p>
          <a:r>
            <a:rPr lang="pt-BR" b="0" i="0" baseline="0"/>
            <a:t>📌 Em 1 minuto, criem e compartilhem um slogan criativo que resuma a essência do seu projeto.</a:t>
          </a:r>
          <a:br>
            <a:rPr lang="pt-BR" b="0" i="0" baseline="0"/>
          </a:br>
          <a:r>
            <a:rPr lang="pt-BR" b="0" i="0" baseline="0"/>
            <a:t>🎯 Foquem no impacto, no público e na proposta de valor.</a:t>
          </a:r>
          <a:br>
            <a:rPr lang="pt-BR" b="0" i="0" baseline="0"/>
          </a:br>
          <a:r>
            <a:rPr lang="pt-BR" b="0" i="0" baseline="0"/>
            <a:t>🧠 Dica: pensem como uma startup tentando convencer um investidor!</a:t>
          </a:r>
          <a:endParaRPr lang="en-US"/>
        </a:p>
      </dgm:t>
    </dgm:pt>
    <dgm:pt modelId="{45A4C3DF-8A5A-4803-B442-0CDBB4F53A8E}" type="parTrans" cxnId="{5D520819-00F8-42C1-9FEA-F9A938E8AD9C}">
      <dgm:prSet/>
      <dgm:spPr/>
      <dgm:t>
        <a:bodyPr/>
        <a:lstStyle/>
        <a:p>
          <a:endParaRPr lang="en-US"/>
        </a:p>
      </dgm:t>
    </dgm:pt>
    <dgm:pt modelId="{2F838BEC-D638-4C76-979A-C16F122031E5}" type="sibTrans" cxnId="{5D520819-00F8-42C1-9FEA-F9A938E8AD9C}">
      <dgm:prSet/>
      <dgm:spPr/>
      <dgm:t>
        <a:bodyPr/>
        <a:lstStyle/>
        <a:p>
          <a:endParaRPr lang="en-US"/>
        </a:p>
      </dgm:t>
    </dgm:pt>
    <dgm:pt modelId="{5C1EE178-4A4B-4088-9795-B637E924287B}" type="pres">
      <dgm:prSet presAssocID="{9E87CF04-115C-4628-8BD1-F107D6071150}" presName="root" presStyleCnt="0">
        <dgm:presLayoutVars>
          <dgm:dir/>
          <dgm:resizeHandles val="exact"/>
        </dgm:presLayoutVars>
      </dgm:prSet>
      <dgm:spPr/>
    </dgm:pt>
    <dgm:pt modelId="{26DB4725-C943-473D-97EF-F65E8A4B1AE8}" type="pres">
      <dgm:prSet presAssocID="{AC6A00FB-FE66-4435-A8BC-C854273A4154}" presName="compNode" presStyleCnt="0"/>
      <dgm:spPr/>
    </dgm:pt>
    <dgm:pt modelId="{D7E4F023-BFF4-4AD9-BEB2-48F1E567E3F6}" type="pres">
      <dgm:prSet presAssocID="{AC6A00FB-FE66-4435-A8BC-C854273A415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103C75BE-8D3C-4BB7-8655-583187D1FC3D}" type="pres">
      <dgm:prSet presAssocID="{AC6A00FB-FE66-4435-A8BC-C854273A4154}" presName="spaceRect" presStyleCnt="0"/>
      <dgm:spPr/>
    </dgm:pt>
    <dgm:pt modelId="{EB429509-ACDD-44A4-8826-FA59B06BEC1C}" type="pres">
      <dgm:prSet presAssocID="{AC6A00FB-FE66-4435-A8BC-C854273A4154}" presName="textRect" presStyleLbl="revTx" presStyleIdx="0" presStyleCnt="2">
        <dgm:presLayoutVars>
          <dgm:chMax val="1"/>
          <dgm:chPref val="1"/>
        </dgm:presLayoutVars>
      </dgm:prSet>
      <dgm:spPr/>
    </dgm:pt>
    <dgm:pt modelId="{B2007BD3-E1D0-4CC1-A255-B59DB3B49D68}" type="pres">
      <dgm:prSet presAssocID="{B39F052A-5A77-4D4C-8D15-7B89F2646ECB}" presName="sibTrans" presStyleCnt="0"/>
      <dgm:spPr/>
    </dgm:pt>
    <dgm:pt modelId="{D7E4B9A7-C042-4963-8F58-67532D7F55B4}" type="pres">
      <dgm:prSet presAssocID="{77138BEE-D374-4B57-BE75-44AD16D5DBA8}" presName="compNode" presStyleCnt="0"/>
      <dgm:spPr/>
    </dgm:pt>
    <dgm:pt modelId="{AEA51E5B-F6FC-44F3-81CE-92F12AB51C05}" type="pres">
      <dgm:prSet presAssocID="{77138BEE-D374-4B57-BE75-44AD16D5DBA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6898E650-ADAA-4BCF-9942-B67BB8D48BEA}" type="pres">
      <dgm:prSet presAssocID="{77138BEE-D374-4B57-BE75-44AD16D5DBA8}" presName="spaceRect" presStyleCnt="0"/>
      <dgm:spPr/>
    </dgm:pt>
    <dgm:pt modelId="{3F94B975-7CB7-4B8A-92C5-1DC04BB0BE14}" type="pres">
      <dgm:prSet presAssocID="{77138BEE-D374-4B57-BE75-44AD16D5DBA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D520819-00F8-42C1-9FEA-F9A938E8AD9C}" srcId="{9E87CF04-115C-4628-8BD1-F107D6071150}" destId="{77138BEE-D374-4B57-BE75-44AD16D5DBA8}" srcOrd="1" destOrd="0" parTransId="{45A4C3DF-8A5A-4803-B442-0CDBB4F53A8E}" sibTransId="{2F838BEC-D638-4C76-979A-C16F122031E5}"/>
    <dgm:cxn modelId="{2263552C-D730-49D2-A7A7-866424C838D1}" type="presOf" srcId="{9E87CF04-115C-4628-8BD1-F107D6071150}" destId="{5C1EE178-4A4B-4088-9795-B637E924287B}" srcOrd="0" destOrd="0" presId="urn:microsoft.com/office/officeart/2018/2/layout/IconLabelList"/>
    <dgm:cxn modelId="{0169B079-39C5-40E9-AE0B-DDDFD419564D}" type="presOf" srcId="{AC6A00FB-FE66-4435-A8BC-C854273A4154}" destId="{EB429509-ACDD-44A4-8826-FA59B06BEC1C}" srcOrd="0" destOrd="0" presId="urn:microsoft.com/office/officeart/2018/2/layout/IconLabelList"/>
    <dgm:cxn modelId="{A2A62692-E06B-42BF-8C2D-B6A6A51CB54E}" type="presOf" srcId="{77138BEE-D374-4B57-BE75-44AD16D5DBA8}" destId="{3F94B975-7CB7-4B8A-92C5-1DC04BB0BE14}" srcOrd="0" destOrd="0" presId="urn:microsoft.com/office/officeart/2018/2/layout/IconLabelList"/>
    <dgm:cxn modelId="{372CF5B6-0A70-4B32-8B61-744B7145D750}" srcId="{9E87CF04-115C-4628-8BD1-F107D6071150}" destId="{AC6A00FB-FE66-4435-A8BC-C854273A4154}" srcOrd="0" destOrd="0" parTransId="{E0DAC8F8-8496-4B3E-90FD-7F056DC0A2DA}" sibTransId="{B39F052A-5A77-4D4C-8D15-7B89F2646ECB}"/>
    <dgm:cxn modelId="{6668A7A3-24BF-45D4-95F5-87F8205A2F04}" type="presParOf" srcId="{5C1EE178-4A4B-4088-9795-B637E924287B}" destId="{26DB4725-C943-473D-97EF-F65E8A4B1AE8}" srcOrd="0" destOrd="0" presId="urn:microsoft.com/office/officeart/2018/2/layout/IconLabelList"/>
    <dgm:cxn modelId="{0B60996A-7269-4511-8949-B3C5C13D8692}" type="presParOf" srcId="{26DB4725-C943-473D-97EF-F65E8A4B1AE8}" destId="{D7E4F023-BFF4-4AD9-BEB2-48F1E567E3F6}" srcOrd="0" destOrd="0" presId="urn:microsoft.com/office/officeart/2018/2/layout/IconLabelList"/>
    <dgm:cxn modelId="{D212380D-D5D3-4547-AB22-1E8DC3E0738A}" type="presParOf" srcId="{26DB4725-C943-473D-97EF-F65E8A4B1AE8}" destId="{103C75BE-8D3C-4BB7-8655-583187D1FC3D}" srcOrd="1" destOrd="0" presId="urn:microsoft.com/office/officeart/2018/2/layout/IconLabelList"/>
    <dgm:cxn modelId="{BC74C22A-8F00-4C22-8E7F-49478BFC7B7C}" type="presParOf" srcId="{26DB4725-C943-473D-97EF-F65E8A4B1AE8}" destId="{EB429509-ACDD-44A4-8826-FA59B06BEC1C}" srcOrd="2" destOrd="0" presId="urn:microsoft.com/office/officeart/2018/2/layout/IconLabelList"/>
    <dgm:cxn modelId="{DC059E8A-80AB-4F73-8A23-C8B058C28D2B}" type="presParOf" srcId="{5C1EE178-4A4B-4088-9795-B637E924287B}" destId="{B2007BD3-E1D0-4CC1-A255-B59DB3B49D68}" srcOrd="1" destOrd="0" presId="urn:microsoft.com/office/officeart/2018/2/layout/IconLabelList"/>
    <dgm:cxn modelId="{822E85CF-6435-44B4-AB38-E645C63CDFF5}" type="presParOf" srcId="{5C1EE178-4A4B-4088-9795-B637E924287B}" destId="{D7E4B9A7-C042-4963-8F58-67532D7F55B4}" srcOrd="2" destOrd="0" presId="urn:microsoft.com/office/officeart/2018/2/layout/IconLabelList"/>
    <dgm:cxn modelId="{925D331C-6CD6-476D-A47C-8C145C69A3E6}" type="presParOf" srcId="{D7E4B9A7-C042-4963-8F58-67532D7F55B4}" destId="{AEA51E5B-F6FC-44F3-81CE-92F12AB51C05}" srcOrd="0" destOrd="0" presId="urn:microsoft.com/office/officeart/2018/2/layout/IconLabelList"/>
    <dgm:cxn modelId="{BD7B90F4-00B9-47B2-965B-2791A50B4FC3}" type="presParOf" srcId="{D7E4B9A7-C042-4963-8F58-67532D7F55B4}" destId="{6898E650-ADAA-4BCF-9942-B67BB8D48BEA}" srcOrd="1" destOrd="0" presId="urn:microsoft.com/office/officeart/2018/2/layout/IconLabelList"/>
    <dgm:cxn modelId="{C33825A4-486F-42E3-9E18-BD78AC3DB361}" type="presParOf" srcId="{D7E4B9A7-C042-4963-8F58-67532D7F55B4}" destId="{3F94B975-7CB7-4B8A-92C5-1DC04BB0BE1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FFAAD6-23A2-4170-B72E-15B505743C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2B9C494-10CC-4F61-9069-71613D5E373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Introdução à Disciplina</a:t>
          </a:r>
          <a:endParaRPr lang="en-US" dirty="0"/>
        </a:p>
      </dgm:t>
    </dgm:pt>
    <dgm:pt modelId="{24C26D46-EE37-403B-9E89-0D9B964A244C}" type="parTrans" cxnId="{68DDCE79-FB39-406B-9A33-4C54A640DBFA}">
      <dgm:prSet/>
      <dgm:spPr/>
      <dgm:t>
        <a:bodyPr/>
        <a:lstStyle/>
        <a:p>
          <a:endParaRPr lang="en-US"/>
        </a:p>
      </dgm:t>
    </dgm:pt>
    <dgm:pt modelId="{294F7E5E-4EDC-440D-BB30-F031C820C3F5}" type="sibTrans" cxnId="{68DDCE79-FB39-406B-9A33-4C54A640DBFA}">
      <dgm:prSet/>
      <dgm:spPr/>
      <dgm:t>
        <a:bodyPr/>
        <a:lstStyle/>
        <a:p>
          <a:endParaRPr lang="en-US"/>
        </a:p>
      </dgm:t>
    </dgm:pt>
    <dgm:pt modelId="{78EA0DEB-C4E7-4530-82C3-38F5D5F5871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Conceitos Fundamentais do Big Data</a:t>
          </a:r>
          <a:endParaRPr lang="en-US"/>
        </a:p>
      </dgm:t>
    </dgm:pt>
    <dgm:pt modelId="{52AF9BA1-A16A-40ED-B5F6-27A87F89571A}" type="parTrans" cxnId="{3C1C50D5-B50F-4A8F-8F18-CE943DA06CE0}">
      <dgm:prSet/>
      <dgm:spPr/>
      <dgm:t>
        <a:bodyPr/>
        <a:lstStyle/>
        <a:p>
          <a:endParaRPr lang="en-US"/>
        </a:p>
      </dgm:t>
    </dgm:pt>
    <dgm:pt modelId="{C3EF660D-BABE-46A9-B9F6-D4DD6E9A8B08}" type="sibTrans" cxnId="{3C1C50D5-B50F-4A8F-8F18-CE943DA06CE0}">
      <dgm:prSet/>
      <dgm:spPr/>
      <dgm:t>
        <a:bodyPr/>
        <a:lstStyle/>
        <a:p>
          <a:endParaRPr lang="en-US"/>
        </a:p>
      </dgm:t>
    </dgm:pt>
    <dgm:pt modelId="{E78B0644-B1DF-43FF-AF62-065CF91781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Tecnologias para Big Data</a:t>
          </a:r>
          <a:endParaRPr lang="en-US"/>
        </a:p>
      </dgm:t>
    </dgm:pt>
    <dgm:pt modelId="{4E7F3F2F-9C54-40DF-BE71-7F430E0582D3}" type="parTrans" cxnId="{24826FDC-5918-4D20-B49D-1B522F3D1F05}">
      <dgm:prSet/>
      <dgm:spPr/>
      <dgm:t>
        <a:bodyPr/>
        <a:lstStyle/>
        <a:p>
          <a:endParaRPr lang="en-US"/>
        </a:p>
      </dgm:t>
    </dgm:pt>
    <dgm:pt modelId="{BB43EFF6-6338-45A7-955C-EED362771463}" type="sibTrans" cxnId="{24826FDC-5918-4D20-B49D-1B522F3D1F05}">
      <dgm:prSet/>
      <dgm:spPr/>
      <dgm:t>
        <a:bodyPr/>
        <a:lstStyle/>
        <a:p>
          <a:endParaRPr lang="en-US"/>
        </a:p>
      </dgm:t>
    </dgm:pt>
    <dgm:pt modelId="{D60ACF92-21B5-45C7-9587-549A85AA87F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Infraestrutura para Big Data</a:t>
          </a:r>
          <a:endParaRPr lang="en-US" dirty="0"/>
        </a:p>
      </dgm:t>
    </dgm:pt>
    <dgm:pt modelId="{FB2CB69E-C810-44FA-95A9-B9DB93FACE6E}" type="parTrans" cxnId="{7E7ED465-4ECC-4454-9733-8BD3BD16B999}">
      <dgm:prSet/>
      <dgm:spPr/>
      <dgm:t>
        <a:bodyPr/>
        <a:lstStyle/>
        <a:p>
          <a:endParaRPr lang="en-US"/>
        </a:p>
      </dgm:t>
    </dgm:pt>
    <dgm:pt modelId="{544EE065-FE43-4F0B-A026-FAFC189C1977}" type="sibTrans" cxnId="{7E7ED465-4ECC-4454-9733-8BD3BD16B999}">
      <dgm:prSet/>
      <dgm:spPr/>
      <dgm:t>
        <a:bodyPr/>
        <a:lstStyle/>
        <a:p>
          <a:endParaRPr lang="en-US"/>
        </a:p>
      </dgm:t>
    </dgm:pt>
    <dgm:pt modelId="{F46B5934-A3BB-4DDC-BA3F-425595E724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Processamento de Dados em Escala</a:t>
          </a:r>
          <a:endParaRPr lang="en-US" dirty="0"/>
        </a:p>
      </dgm:t>
    </dgm:pt>
    <dgm:pt modelId="{C6907365-8B9E-4E89-9004-457C5AF347C2}" type="parTrans" cxnId="{A49099EA-9530-4600-8DE6-3BAF558F952E}">
      <dgm:prSet/>
      <dgm:spPr/>
      <dgm:t>
        <a:bodyPr/>
        <a:lstStyle/>
        <a:p>
          <a:endParaRPr lang="en-US"/>
        </a:p>
      </dgm:t>
    </dgm:pt>
    <dgm:pt modelId="{CA04E64C-D352-4CFB-A6F4-BDEECDAD0063}" type="sibTrans" cxnId="{A49099EA-9530-4600-8DE6-3BAF558F952E}">
      <dgm:prSet/>
      <dgm:spPr/>
      <dgm:t>
        <a:bodyPr/>
        <a:lstStyle/>
        <a:p>
          <a:endParaRPr lang="en-US"/>
        </a:p>
      </dgm:t>
    </dgm:pt>
    <dgm:pt modelId="{6EC0A287-C64B-4757-B852-8087249853E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Streaming de Dados</a:t>
          </a:r>
          <a:endParaRPr lang="en-US" dirty="0"/>
        </a:p>
      </dgm:t>
    </dgm:pt>
    <dgm:pt modelId="{36BB961F-B43B-4B4C-8272-8B94FA72A022}" type="parTrans" cxnId="{938286A2-F460-406E-ADD9-B5B820EE72BB}">
      <dgm:prSet/>
      <dgm:spPr/>
      <dgm:t>
        <a:bodyPr/>
        <a:lstStyle/>
        <a:p>
          <a:endParaRPr lang="pt-BR"/>
        </a:p>
      </dgm:t>
    </dgm:pt>
    <dgm:pt modelId="{A470AB96-F8EF-438F-B32F-2342EC5A4FE4}" type="sibTrans" cxnId="{938286A2-F460-406E-ADD9-B5B820EE72BB}">
      <dgm:prSet/>
      <dgm:spPr/>
      <dgm:t>
        <a:bodyPr/>
        <a:lstStyle/>
        <a:p>
          <a:endParaRPr lang="pt-BR"/>
        </a:p>
      </dgm:t>
    </dgm:pt>
    <dgm:pt modelId="{963CB2C9-4445-40FF-B367-8A1CFD8DE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Machine Learning</a:t>
          </a:r>
        </a:p>
      </dgm:t>
    </dgm:pt>
    <dgm:pt modelId="{A8DD76BF-9B6B-4648-913C-4D2E26F8585A}" type="parTrans" cxnId="{4554CF58-BF59-44FC-B970-FEAAB45C9057}">
      <dgm:prSet/>
      <dgm:spPr/>
      <dgm:t>
        <a:bodyPr/>
        <a:lstStyle/>
        <a:p>
          <a:endParaRPr lang="pt-BR"/>
        </a:p>
      </dgm:t>
    </dgm:pt>
    <dgm:pt modelId="{B7C57324-1118-4843-B965-0EA83480F54F}" type="sibTrans" cxnId="{4554CF58-BF59-44FC-B970-FEAAB45C9057}">
      <dgm:prSet/>
      <dgm:spPr/>
      <dgm:t>
        <a:bodyPr/>
        <a:lstStyle/>
        <a:p>
          <a:endParaRPr lang="pt-BR"/>
        </a:p>
      </dgm:t>
    </dgm:pt>
    <dgm:pt modelId="{FF16D444-251A-4E8F-B2BB-E711415B767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Ética e Privacidade em Big Data</a:t>
          </a:r>
          <a:endParaRPr lang="en-US" b="1" dirty="0"/>
        </a:p>
      </dgm:t>
    </dgm:pt>
    <dgm:pt modelId="{E402FA06-33D8-476C-874F-015877C043DA}" type="parTrans" cxnId="{B88ACBBF-4C09-4FAB-94E1-0B01F351E7C0}">
      <dgm:prSet/>
      <dgm:spPr/>
      <dgm:t>
        <a:bodyPr/>
        <a:lstStyle/>
        <a:p>
          <a:endParaRPr lang="pt-BR"/>
        </a:p>
      </dgm:t>
    </dgm:pt>
    <dgm:pt modelId="{FA3F79D5-35A0-4005-BEEF-09CCDC02216C}" type="sibTrans" cxnId="{B88ACBBF-4C09-4FAB-94E1-0B01F351E7C0}">
      <dgm:prSet/>
      <dgm:spPr/>
      <dgm:t>
        <a:bodyPr/>
        <a:lstStyle/>
        <a:p>
          <a:endParaRPr lang="pt-BR"/>
        </a:p>
      </dgm:t>
    </dgm:pt>
    <dgm:pt modelId="{BCAA5659-811A-4ECE-B9C9-BBDBD99F1F2A}" type="pres">
      <dgm:prSet presAssocID="{CAFFAAD6-23A2-4170-B72E-15B505743C95}" presName="root" presStyleCnt="0">
        <dgm:presLayoutVars>
          <dgm:dir/>
          <dgm:resizeHandles val="exact"/>
        </dgm:presLayoutVars>
      </dgm:prSet>
      <dgm:spPr/>
    </dgm:pt>
    <dgm:pt modelId="{3E6B942D-17FC-4F9B-9CF0-8F3764B88E21}" type="pres">
      <dgm:prSet presAssocID="{92B9C494-10CC-4F61-9069-71613D5E3736}" presName="compNode" presStyleCnt="0"/>
      <dgm:spPr/>
    </dgm:pt>
    <dgm:pt modelId="{3ED695EF-4E47-4C3F-8DF4-DF1DB637BB05}" type="pres">
      <dgm:prSet presAssocID="{92B9C494-10CC-4F61-9069-71613D5E3736}" presName="bgRect" presStyleLbl="bgShp" presStyleIdx="0" presStyleCnt="8" custLinFactNeighborX="13" custLinFactNeighborY="-23347"/>
      <dgm:spPr/>
    </dgm:pt>
    <dgm:pt modelId="{1F8562D3-E6D4-4EE1-B08E-8ADD11531FA1}" type="pres">
      <dgm:prSet presAssocID="{92B9C494-10CC-4F61-9069-71613D5E373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35682939-A37D-4296-9AD7-3AA17A4E42E7}" type="pres">
      <dgm:prSet presAssocID="{92B9C494-10CC-4F61-9069-71613D5E3736}" presName="spaceRect" presStyleCnt="0"/>
      <dgm:spPr/>
    </dgm:pt>
    <dgm:pt modelId="{243E9226-43D9-4775-A20E-BC5D2BD8875A}" type="pres">
      <dgm:prSet presAssocID="{92B9C494-10CC-4F61-9069-71613D5E3736}" presName="parTx" presStyleLbl="revTx" presStyleIdx="0" presStyleCnt="8">
        <dgm:presLayoutVars>
          <dgm:chMax val="0"/>
          <dgm:chPref val="0"/>
        </dgm:presLayoutVars>
      </dgm:prSet>
      <dgm:spPr/>
    </dgm:pt>
    <dgm:pt modelId="{FA858C04-C8D6-4205-A010-2B4CAC043176}" type="pres">
      <dgm:prSet presAssocID="{294F7E5E-4EDC-440D-BB30-F031C820C3F5}" presName="sibTrans" presStyleCnt="0"/>
      <dgm:spPr/>
    </dgm:pt>
    <dgm:pt modelId="{D80CABC3-3F84-43F4-B574-0D026D6D65E1}" type="pres">
      <dgm:prSet presAssocID="{78EA0DEB-C4E7-4530-82C3-38F5D5F5871B}" presName="compNode" presStyleCnt="0"/>
      <dgm:spPr/>
    </dgm:pt>
    <dgm:pt modelId="{88B8DE9F-BFF9-40F9-827B-E1AB5395B1CC}" type="pres">
      <dgm:prSet presAssocID="{78EA0DEB-C4E7-4530-82C3-38F5D5F5871B}" presName="bgRect" presStyleLbl="bgShp" presStyleIdx="1" presStyleCnt="8"/>
      <dgm:spPr/>
    </dgm:pt>
    <dgm:pt modelId="{69C5A09E-B9AE-4014-B93F-C539F40E6D14}" type="pres">
      <dgm:prSet presAssocID="{78EA0DEB-C4E7-4530-82C3-38F5D5F5871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5042474-A7DA-49BB-A7EA-F88789CD8A9A}" type="pres">
      <dgm:prSet presAssocID="{78EA0DEB-C4E7-4530-82C3-38F5D5F5871B}" presName="spaceRect" presStyleCnt="0"/>
      <dgm:spPr/>
    </dgm:pt>
    <dgm:pt modelId="{2D6D793E-B797-4586-A248-0B1C875C7641}" type="pres">
      <dgm:prSet presAssocID="{78EA0DEB-C4E7-4530-82C3-38F5D5F5871B}" presName="parTx" presStyleLbl="revTx" presStyleIdx="1" presStyleCnt="8">
        <dgm:presLayoutVars>
          <dgm:chMax val="0"/>
          <dgm:chPref val="0"/>
        </dgm:presLayoutVars>
      </dgm:prSet>
      <dgm:spPr/>
    </dgm:pt>
    <dgm:pt modelId="{5EE9E149-E9AE-4910-80C7-1C5581D09323}" type="pres">
      <dgm:prSet presAssocID="{C3EF660D-BABE-46A9-B9F6-D4DD6E9A8B08}" presName="sibTrans" presStyleCnt="0"/>
      <dgm:spPr/>
    </dgm:pt>
    <dgm:pt modelId="{8B03034F-301E-4B37-A1A4-48C01603F758}" type="pres">
      <dgm:prSet presAssocID="{E78B0644-B1DF-43FF-AF62-065CF917815F}" presName="compNode" presStyleCnt="0"/>
      <dgm:spPr/>
    </dgm:pt>
    <dgm:pt modelId="{12930027-1F86-4E37-AE86-4A255152A462}" type="pres">
      <dgm:prSet presAssocID="{E78B0644-B1DF-43FF-AF62-065CF917815F}" presName="bgRect" presStyleLbl="bgShp" presStyleIdx="2" presStyleCnt="8"/>
      <dgm:spPr/>
    </dgm:pt>
    <dgm:pt modelId="{10B74E8D-0F59-433C-9A33-E1E81D19EBBB}" type="pres">
      <dgm:prSet presAssocID="{E78B0644-B1DF-43FF-AF62-065CF917815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5177647B-2874-473D-B700-AA43BE45D447}" type="pres">
      <dgm:prSet presAssocID="{E78B0644-B1DF-43FF-AF62-065CF917815F}" presName="spaceRect" presStyleCnt="0"/>
      <dgm:spPr/>
    </dgm:pt>
    <dgm:pt modelId="{9F7AA49A-30A1-441D-BB22-C76B7AD6BADB}" type="pres">
      <dgm:prSet presAssocID="{E78B0644-B1DF-43FF-AF62-065CF917815F}" presName="parTx" presStyleLbl="revTx" presStyleIdx="2" presStyleCnt="8">
        <dgm:presLayoutVars>
          <dgm:chMax val="0"/>
          <dgm:chPref val="0"/>
        </dgm:presLayoutVars>
      </dgm:prSet>
      <dgm:spPr/>
    </dgm:pt>
    <dgm:pt modelId="{92C06756-CA9A-44DB-AB68-1133918192A1}" type="pres">
      <dgm:prSet presAssocID="{BB43EFF6-6338-45A7-955C-EED362771463}" presName="sibTrans" presStyleCnt="0"/>
      <dgm:spPr/>
    </dgm:pt>
    <dgm:pt modelId="{73D314F4-41BC-40A1-8FD7-B898A81E79A2}" type="pres">
      <dgm:prSet presAssocID="{D60ACF92-21B5-45C7-9587-549A85AA87F2}" presName="compNode" presStyleCnt="0"/>
      <dgm:spPr/>
    </dgm:pt>
    <dgm:pt modelId="{401554BA-51F1-4008-8088-AEE5CD916FCC}" type="pres">
      <dgm:prSet presAssocID="{D60ACF92-21B5-45C7-9587-549A85AA87F2}" presName="bgRect" presStyleLbl="bgShp" presStyleIdx="3" presStyleCnt="8"/>
      <dgm:spPr/>
    </dgm:pt>
    <dgm:pt modelId="{0AA90B25-7E39-490C-94B8-5D7CC86616CA}" type="pres">
      <dgm:prSet presAssocID="{D60ACF92-21B5-45C7-9587-549A85AA87F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1EEBE39F-912B-497B-8CF0-4498CD978813}" type="pres">
      <dgm:prSet presAssocID="{D60ACF92-21B5-45C7-9587-549A85AA87F2}" presName="spaceRect" presStyleCnt="0"/>
      <dgm:spPr/>
    </dgm:pt>
    <dgm:pt modelId="{2BD238F7-9C4F-4D7E-85AA-0685550F92AD}" type="pres">
      <dgm:prSet presAssocID="{D60ACF92-21B5-45C7-9587-549A85AA87F2}" presName="parTx" presStyleLbl="revTx" presStyleIdx="3" presStyleCnt="8">
        <dgm:presLayoutVars>
          <dgm:chMax val="0"/>
          <dgm:chPref val="0"/>
        </dgm:presLayoutVars>
      </dgm:prSet>
      <dgm:spPr/>
    </dgm:pt>
    <dgm:pt modelId="{2BE591CF-2895-4F42-B2B7-6C7B348F52D2}" type="pres">
      <dgm:prSet presAssocID="{544EE065-FE43-4F0B-A026-FAFC189C1977}" presName="sibTrans" presStyleCnt="0"/>
      <dgm:spPr/>
    </dgm:pt>
    <dgm:pt modelId="{DED5CF21-4790-47DF-B38F-095A2FC66C34}" type="pres">
      <dgm:prSet presAssocID="{F46B5934-A3BB-4DDC-BA3F-425595E724DE}" presName="compNode" presStyleCnt="0"/>
      <dgm:spPr/>
    </dgm:pt>
    <dgm:pt modelId="{3AEC4C33-D60D-498E-916B-2A4705EE4AE4}" type="pres">
      <dgm:prSet presAssocID="{F46B5934-A3BB-4DDC-BA3F-425595E724DE}" presName="bgRect" presStyleLbl="bgShp" presStyleIdx="4" presStyleCnt="8"/>
      <dgm:spPr/>
    </dgm:pt>
    <dgm:pt modelId="{D676761A-49C2-42D6-A526-68C3E3C2F9D2}" type="pres">
      <dgm:prSet presAssocID="{F46B5934-A3BB-4DDC-BA3F-425595E724D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00556EE3-5D73-4D3A-8CDD-2B0B2B9961F5}" type="pres">
      <dgm:prSet presAssocID="{F46B5934-A3BB-4DDC-BA3F-425595E724DE}" presName="spaceRect" presStyleCnt="0"/>
      <dgm:spPr/>
    </dgm:pt>
    <dgm:pt modelId="{5CA27F93-2C26-4D78-85E9-A18B3B4EAA3A}" type="pres">
      <dgm:prSet presAssocID="{F46B5934-A3BB-4DDC-BA3F-425595E724DE}" presName="parTx" presStyleLbl="revTx" presStyleIdx="4" presStyleCnt="8">
        <dgm:presLayoutVars>
          <dgm:chMax val="0"/>
          <dgm:chPref val="0"/>
        </dgm:presLayoutVars>
      </dgm:prSet>
      <dgm:spPr/>
    </dgm:pt>
    <dgm:pt modelId="{20D40910-B169-4A22-8BF2-D44A6FDBC544}" type="pres">
      <dgm:prSet presAssocID="{CA04E64C-D352-4CFB-A6F4-BDEECDAD0063}" presName="sibTrans" presStyleCnt="0"/>
      <dgm:spPr/>
    </dgm:pt>
    <dgm:pt modelId="{03E3226B-19FC-49EB-91AE-8D36E69849B3}" type="pres">
      <dgm:prSet presAssocID="{6EC0A287-C64B-4757-B852-8087249853EB}" presName="compNode" presStyleCnt="0"/>
      <dgm:spPr/>
    </dgm:pt>
    <dgm:pt modelId="{3735C041-C77B-44F0-AC3F-EEA071678FFA}" type="pres">
      <dgm:prSet presAssocID="{6EC0A287-C64B-4757-B852-8087249853EB}" presName="bgRect" presStyleLbl="bgShp" presStyleIdx="5" presStyleCnt="8"/>
      <dgm:spPr/>
    </dgm:pt>
    <dgm:pt modelId="{9EC68228-A6F2-4FAC-80E6-17F8DCD63DF3}" type="pres">
      <dgm:prSet presAssocID="{6EC0A287-C64B-4757-B852-8087249853EB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 75% com preenchimento sólido"/>
        </a:ext>
      </dgm:extLst>
    </dgm:pt>
    <dgm:pt modelId="{0E4F19B6-A5C7-4D5A-8A70-44C3AC8822A3}" type="pres">
      <dgm:prSet presAssocID="{6EC0A287-C64B-4757-B852-8087249853EB}" presName="spaceRect" presStyleCnt="0"/>
      <dgm:spPr/>
    </dgm:pt>
    <dgm:pt modelId="{D4BF9A34-7B3A-4E60-B139-CFE6A68B2E02}" type="pres">
      <dgm:prSet presAssocID="{6EC0A287-C64B-4757-B852-8087249853EB}" presName="parTx" presStyleLbl="revTx" presStyleIdx="5" presStyleCnt="8">
        <dgm:presLayoutVars>
          <dgm:chMax val="0"/>
          <dgm:chPref val="0"/>
        </dgm:presLayoutVars>
      </dgm:prSet>
      <dgm:spPr/>
    </dgm:pt>
    <dgm:pt modelId="{16677FC6-42DC-48D3-9A0C-A275BDA47403}" type="pres">
      <dgm:prSet presAssocID="{A470AB96-F8EF-438F-B32F-2342EC5A4FE4}" presName="sibTrans" presStyleCnt="0"/>
      <dgm:spPr/>
    </dgm:pt>
    <dgm:pt modelId="{C1B0E1F7-DEB2-47A6-9473-6B1E1CD366B1}" type="pres">
      <dgm:prSet presAssocID="{963CB2C9-4445-40FF-B367-8A1CFD8DEC0D}" presName="compNode" presStyleCnt="0"/>
      <dgm:spPr/>
    </dgm:pt>
    <dgm:pt modelId="{004A9969-F1E3-4551-9D39-6F546E820C92}" type="pres">
      <dgm:prSet presAssocID="{963CB2C9-4445-40FF-B367-8A1CFD8DEC0D}" presName="bgRect" presStyleLbl="bgShp" presStyleIdx="6" presStyleCnt="8"/>
      <dgm:spPr/>
    </dgm:pt>
    <dgm:pt modelId="{A1ADA2DA-85F2-4B0F-BA34-D924668104B1}" type="pres">
      <dgm:prSet presAssocID="{963CB2C9-4445-40FF-B367-8A1CFD8DEC0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ô com preenchimento sólido"/>
        </a:ext>
      </dgm:extLst>
    </dgm:pt>
    <dgm:pt modelId="{B7244026-F6D5-416B-A6BC-EF43A86D7BD9}" type="pres">
      <dgm:prSet presAssocID="{963CB2C9-4445-40FF-B367-8A1CFD8DEC0D}" presName="spaceRect" presStyleCnt="0"/>
      <dgm:spPr/>
    </dgm:pt>
    <dgm:pt modelId="{D7479BFA-D6A0-4D6B-84ED-6C58329FEF87}" type="pres">
      <dgm:prSet presAssocID="{963CB2C9-4445-40FF-B367-8A1CFD8DEC0D}" presName="parTx" presStyleLbl="revTx" presStyleIdx="6" presStyleCnt="8">
        <dgm:presLayoutVars>
          <dgm:chMax val="0"/>
          <dgm:chPref val="0"/>
        </dgm:presLayoutVars>
      </dgm:prSet>
      <dgm:spPr/>
    </dgm:pt>
    <dgm:pt modelId="{2046B996-3896-4C01-B381-E42519014F04}" type="pres">
      <dgm:prSet presAssocID="{B7C57324-1118-4843-B965-0EA83480F54F}" presName="sibTrans" presStyleCnt="0"/>
      <dgm:spPr/>
    </dgm:pt>
    <dgm:pt modelId="{AC36C0D2-DF6F-4C21-B5DC-8D3C91B8DB35}" type="pres">
      <dgm:prSet presAssocID="{FF16D444-251A-4E8F-B2BB-E711415B7675}" presName="compNode" presStyleCnt="0"/>
      <dgm:spPr/>
    </dgm:pt>
    <dgm:pt modelId="{B824FFB9-AA02-4DEF-A0C1-592D16AA58E2}" type="pres">
      <dgm:prSet presAssocID="{FF16D444-251A-4E8F-B2BB-E711415B7675}" presName="bgRect" presStyleLbl="bgShp" presStyleIdx="7" presStyleCnt="8" custLinFactNeighborX="-59328" custLinFactNeighborY="27098"/>
      <dgm:spPr/>
    </dgm:pt>
    <dgm:pt modelId="{7BA7FBED-0DA5-4510-BEED-7DB444785548}" type="pres">
      <dgm:prSet presAssocID="{FF16D444-251A-4E8F-B2BB-E711415B767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âmera de segurança estrutura de tópicos"/>
        </a:ext>
      </dgm:extLst>
    </dgm:pt>
    <dgm:pt modelId="{7F8852A0-C507-4828-BF28-B42D8302066B}" type="pres">
      <dgm:prSet presAssocID="{FF16D444-251A-4E8F-B2BB-E711415B7675}" presName="spaceRect" presStyleCnt="0"/>
      <dgm:spPr/>
    </dgm:pt>
    <dgm:pt modelId="{5F3A1A70-3EBC-4418-B45D-F7B0E04D8A7A}" type="pres">
      <dgm:prSet presAssocID="{FF16D444-251A-4E8F-B2BB-E711415B7675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8A61C00C-8AA9-4143-A31E-8152BE0BBEA6}" type="presOf" srcId="{6EC0A287-C64B-4757-B852-8087249853EB}" destId="{D4BF9A34-7B3A-4E60-B139-CFE6A68B2E02}" srcOrd="0" destOrd="0" presId="urn:microsoft.com/office/officeart/2018/2/layout/IconVerticalSolidList"/>
    <dgm:cxn modelId="{A35EF712-3541-4F5D-8E22-2B7D23177F9B}" type="presOf" srcId="{E78B0644-B1DF-43FF-AF62-065CF917815F}" destId="{9F7AA49A-30A1-441D-BB22-C76B7AD6BADB}" srcOrd="0" destOrd="0" presId="urn:microsoft.com/office/officeart/2018/2/layout/IconVerticalSolidList"/>
    <dgm:cxn modelId="{A20E1E28-FD16-49A5-96DF-86FF4ED66F97}" type="presOf" srcId="{963CB2C9-4445-40FF-B367-8A1CFD8DEC0D}" destId="{D7479BFA-D6A0-4D6B-84ED-6C58329FEF87}" srcOrd="0" destOrd="0" presId="urn:microsoft.com/office/officeart/2018/2/layout/IconVerticalSolidList"/>
    <dgm:cxn modelId="{7E7ED465-4ECC-4454-9733-8BD3BD16B999}" srcId="{CAFFAAD6-23A2-4170-B72E-15B505743C95}" destId="{D60ACF92-21B5-45C7-9587-549A85AA87F2}" srcOrd="3" destOrd="0" parTransId="{FB2CB69E-C810-44FA-95A9-B9DB93FACE6E}" sibTransId="{544EE065-FE43-4F0B-A026-FAFC189C1977}"/>
    <dgm:cxn modelId="{280B2967-3275-46ED-BB4E-4FC3C55B1BEF}" type="presOf" srcId="{92B9C494-10CC-4F61-9069-71613D5E3736}" destId="{243E9226-43D9-4775-A20E-BC5D2BD8875A}" srcOrd="0" destOrd="0" presId="urn:microsoft.com/office/officeart/2018/2/layout/IconVerticalSolidList"/>
    <dgm:cxn modelId="{4554CF58-BF59-44FC-B970-FEAAB45C9057}" srcId="{CAFFAAD6-23A2-4170-B72E-15B505743C95}" destId="{963CB2C9-4445-40FF-B367-8A1CFD8DEC0D}" srcOrd="6" destOrd="0" parTransId="{A8DD76BF-9B6B-4648-913C-4D2E26F8585A}" sibTransId="{B7C57324-1118-4843-B965-0EA83480F54F}"/>
    <dgm:cxn modelId="{68DDCE79-FB39-406B-9A33-4C54A640DBFA}" srcId="{CAFFAAD6-23A2-4170-B72E-15B505743C95}" destId="{92B9C494-10CC-4F61-9069-71613D5E3736}" srcOrd="0" destOrd="0" parTransId="{24C26D46-EE37-403B-9E89-0D9B964A244C}" sibTransId="{294F7E5E-4EDC-440D-BB30-F031C820C3F5}"/>
    <dgm:cxn modelId="{F0A3469A-3C7A-4E87-9EBB-473987796DB0}" type="presOf" srcId="{F46B5934-A3BB-4DDC-BA3F-425595E724DE}" destId="{5CA27F93-2C26-4D78-85E9-A18B3B4EAA3A}" srcOrd="0" destOrd="0" presId="urn:microsoft.com/office/officeart/2018/2/layout/IconVerticalSolidList"/>
    <dgm:cxn modelId="{909687A1-D764-414B-8010-17006966C35D}" type="presOf" srcId="{D60ACF92-21B5-45C7-9587-549A85AA87F2}" destId="{2BD238F7-9C4F-4D7E-85AA-0685550F92AD}" srcOrd="0" destOrd="0" presId="urn:microsoft.com/office/officeart/2018/2/layout/IconVerticalSolidList"/>
    <dgm:cxn modelId="{938286A2-F460-406E-ADD9-B5B820EE72BB}" srcId="{CAFFAAD6-23A2-4170-B72E-15B505743C95}" destId="{6EC0A287-C64B-4757-B852-8087249853EB}" srcOrd="5" destOrd="0" parTransId="{36BB961F-B43B-4B4C-8272-8B94FA72A022}" sibTransId="{A470AB96-F8EF-438F-B32F-2342EC5A4FE4}"/>
    <dgm:cxn modelId="{B384C2BA-0257-4AC6-9B61-E804546FDE45}" type="presOf" srcId="{78EA0DEB-C4E7-4530-82C3-38F5D5F5871B}" destId="{2D6D793E-B797-4586-A248-0B1C875C7641}" srcOrd="0" destOrd="0" presId="urn:microsoft.com/office/officeart/2018/2/layout/IconVerticalSolidList"/>
    <dgm:cxn modelId="{B88ACBBF-4C09-4FAB-94E1-0B01F351E7C0}" srcId="{CAFFAAD6-23A2-4170-B72E-15B505743C95}" destId="{FF16D444-251A-4E8F-B2BB-E711415B7675}" srcOrd="7" destOrd="0" parTransId="{E402FA06-33D8-476C-874F-015877C043DA}" sibTransId="{FA3F79D5-35A0-4005-BEEF-09CCDC02216C}"/>
    <dgm:cxn modelId="{90509BC0-A690-40CF-984F-5D879DBCE5D7}" type="presOf" srcId="{FF16D444-251A-4E8F-B2BB-E711415B7675}" destId="{5F3A1A70-3EBC-4418-B45D-F7B0E04D8A7A}" srcOrd="0" destOrd="0" presId="urn:microsoft.com/office/officeart/2018/2/layout/IconVerticalSolidList"/>
    <dgm:cxn modelId="{6CFD5DC7-9479-4D6C-8F16-A668B4C7FA84}" type="presOf" srcId="{CAFFAAD6-23A2-4170-B72E-15B505743C95}" destId="{BCAA5659-811A-4ECE-B9C9-BBDBD99F1F2A}" srcOrd="0" destOrd="0" presId="urn:microsoft.com/office/officeart/2018/2/layout/IconVerticalSolidList"/>
    <dgm:cxn modelId="{3C1C50D5-B50F-4A8F-8F18-CE943DA06CE0}" srcId="{CAFFAAD6-23A2-4170-B72E-15B505743C95}" destId="{78EA0DEB-C4E7-4530-82C3-38F5D5F5871B}" srcOrd="1" destOrd="0" parTransId="{52AF9BA1-A16A-40ED-B5F6-27A87F89571A}" sibTransId="{C3EF660D-BABE-46A9-B9F6-D4DD6E9A8B08}"/>
    <dgm:cxn modelId="{24826FDC-5918-4D20-B49D-1B522F3D1F05}" srcId="{CAFFAAD6-23A2-4170-B72E-15B505743C95}" destId="{E78B0644-B1DF-43FF-AF62-065CF917815F}" srcOrd="2" destOrd="0" parTransId="{4E7F3F2F-9C54-40DF-BE71-7F430E0582D3}" sibTransId="{BB43EFF6-6338-45A7-955C-EED362771463}"/>
    <dgm:cxn modelId="{A49099EA-9530-4600-8DE6-3BAF558F952E}" srcId="{CAFFAAD6-23A2-4170-B72E-15B505743C95}" destId="{F46B5934-A3BB-4DDC-BA3F-425595E724DE}" srcOrd="4" destOrd="0" parTransId="{C6907365-8B9E-4E89-9004-457C5AF347C2}" sibTransId="{CA04E64C-D352-4CFB-A6F4-BDEECDAD0063}"/>
    <dgm:cxn modelId="{10D61AA4-472A-4385-B7F0-80008A0C407B}" type="presParOf" srcId="{BCAA5659-811A-4ECE-B9C9-BBDBD99F1F2A}" destId="{3E6B942D-17FC-4F9B-9CF0-8F3764B88E21}" srcOrd="0" destOrd="0" presId="urn:microsoft.com/office/officeart/2018/2/layout/IconVerticalSolidList"/>
    <dgm:cxn modelId="{17724C5F-08F9-41E6-BB32-A57721E91A4A}" type="presParOf" srcId="{3E6B942D-17FC-4F9B-9CF0-8F3764B88E21}" destId="{3ED695EF-4E47-4C3F-8DF4-DF1DB637BB05}" srcOrd="0" destOrd="0" presId="urn:microsoft.com/office/officeart/2018/2/layout/IconVerticalSolidList"/>
    <dgm:cxn modelId="{8E18331B-6893-45F6-95E5-924228905EE8}" type="presParOf" srcId="{3E6B942D-17FC-4F9B-9CF0-8F3764B88E21}" destId="{1F8562D3-E6D4-4EE1-B08E-8ADD11531FA1}" srcOrd="1" destOrd="0" presId="urn:microsoft.com/office/officeart/2018/2/layout/IconVerticalSolidList"/>
    <dgm:cxn modelId="{515AA1E0-369C-465F-A0D1-9152879A4117}" type="presParOf" srcId="{3E6B942D-17FC-4F9B-9CF0-8F3764B88E21}" destId="{35682939-A37D-4296-9AD7-3AA17A4E42E7}" srcOrd="2" destOrd="0" presId="urn:microsoft.com/office/officeart/2018/2/layout/IconVerticalSolidList"/>
    <dgm:cxn modelId="{5807A1A2-DBA5-40C7-9248-72C8DA21B053}" type="presParOf" srcId="{3E6B942D-17FC-4F9B-9CF0-8F3764B88E21}" destId="{243E9226-43D9-4775-A20E-BC5D2BD8875A}" srcOrd="3" destOrd="0" presId="urn:microsoft.com/office/officeart/2018/2/layout/IconVerticalSolidList"/>
    <dgm:cxn modelId="{FA7F0F32-8450-454D-B686-09FED498F099}" type="presParOf" srcId="{BCAA5659-811A-4ECE-B9C9-BBDBD99F1F2A}" destId="{FA858C04-C8D6-4205-A010-2B4CAC043176}" srcOrd="1" destOrd="0" presId="urn:microsoft.com/office/officeart/2018/2/layout/IconVerticalSolidList"/>
    <dgm:cxn modelId="{5F3D5769-6376-49F0-A2F5-E88B587BDBC8}" type="presParOf" srcId="{BCAA5659-811A-4ECE-B9C9-BBDBD99F1F2A}" destId="{D80CABC3-3F84-43F4-B574-0D026D6D65E1}" srcOrd="2" destOrd="0" presId="urn:microsoft.com/office/officeart/2018/2/layout/IconVerticalSolidList"/>
    <dgm:cxn modelId="{46D97A1C-0C00-474D-949C-558813E436CE}" type="presParOf" srcId="{D80CABC3-3F84-43F4-B574-0D026D6D65E1}" destId="{88B8DE9F-BFF9-40F9-827B-E1AB5395B1CC}" srcOrd="0" destOrd="0" presId="urn:microsoft.com/office/officeart/2018/2/layout/IconVerticalSolidList"/>
    <dgm:cxn modelId="{FA2748AF-1A7E-4BA8-B816-8B569995803A}" type="presParOf" srcId="{D80CABC3-3F84-43F4-B574-0D026D6D65E1}" destId="{69C5A09E-B9AE-4014-B93F-C539F40E6D14}" srcOrd="1" destOrd="0" presId="urn:microsoft.com/office/officeart/2018/2/layout/IconVerticalSolidList"/>
    <dgm:cxn modelId="{16E61D62-2DD6-4447-8B25-55992904F24D}" type="presParOf" srcId="{D80CABC3-3F84-43F4-B574-0D026D6D65E1}" destId="{B5042474-A7DA-49BB-A7EA-F88789CD8A9A}" srcOrd="2" destOrd="0" presId="urn:microsoft.com/office/officeart/2018/2/layout/IconVerticalSolidList"/>
    <dgm:cxn modelId="{4EF91659-423E-4C08-ABCB-EC7413064D12}" type="presParOf" srcId="{D80CABC3-3F84-43F4-B574-0D026D6D65E1}" destId="{2D6D793E-B797-4586-A248-0B1C875C7641}" srcOrd="3" destOrd="0" presId="urn:microsoft.com/office/officeart/2018/2/layout/IconVerticalSolidList"/>
    <dgm:cxn modelId="{190240D3-C249-4EDD-856F-254EE36B681A}" type="presParOf" srcId="{BCAA5659-811A-4ECE-B9C9-BBDBD99F1F2A}" destId="{5EE9E149-E9AE-4910-80C7-1C5581D09323}" srcOrd="3" destOrd="0" presId="urn:microsoft.com/office/officeart/2018/2/layout/IconVerticalSolidList"/>
    <dgm:cxn modelId="{6637B674-4DDC-45A3-A5CC-E2AECDDF4C7C}" type="presParOf" srcId="{BCAA5659-811A-4ECE-B9C9-BBDBD99F1F2A}" destId="{8B03034F-301E-4B37-A1A4-48C01603F758}" srcOrd="4" destOrd="0" presId="urn:microsoft.com/office/officeart/2018/2/layout/IconVerticalSolidList"/>
    <dgm:cxn modelId="{C464408D-EBB2-4291-9965-EDA237B6BD32}" type="presParOf" srcId="{8B03034F-301E-4B37-A1A4-48C01603F758}" destId="{12930027-1F86-4E37-AE86-4A255152A462}" srcOrd="0" destOrd="0" presId="urn:microsoft.com/office/officeart/2018/2/layout/IconVerticalSolidList"/>
    <dgm:cxn modelId="{5C04F949-FA32-49A2-8010-3AD02CDA60D3}" type="presParOf" srcId="{8B03034F-301E-4B37-A1A4-48C01603F758}" destId="{10B74E8D-0F59-433C-9A33-E1E81D19EBBB}" srcOrd="1" destOrd="0" presId="urn:microsoft.com/office/officeart/2018/2/layout/IconVerticalSolidList"/>
    <dgm:cxn modelId="{98B3568F-FA0D-4FCB-AC1E-806A041B3CB5}" type="presParOf" srcId="{8B03034F-301E-4B37-A1A4-48C01603F758}" destId="{5177647B-2874-473D-B700-AA43BE45D447}" srcOrd="2" destOrd="0" presId="urn:microsoft.com/office/officeart/2018/2/layout/IconVerticalSolidList"/>
    <dgm:cxn modelId="{05F4688B-6850-4E1F-841F-8DB566435FC8}" type="presParOf" srcId="{8B03034F-301E-4B37-A1A4-48C01603F758}" destId="{9F7AA49A-30A1-441D-BB22-C76B7AD6BADB}" srcOrd="3" destOrd="0" presId="urn:microsoft.com/office/officeart/2018/2/layout/IconVerticalSolidList"/>
    <dgm:cxn modelId="{19A62B42-22F4-4712-851E-B1D0C1983EBE}" type="presParOf" srcId="{BCAA5659-811A-4ECE-B9C9-BBDBD99F1F2A}" destId="{92C06756-CA9A-44DB-AB68-1133918192A1}" srcOrd="5" destOrd="0" presId="urn:microsoft.com/office/officeart/2018/2/layout/IconVerticalSolidList"/>
    <dgm:cxn modelId="{C1CFAE92-7991-4885-B6CC-2109B723BD2F}" type="presParOf" srcId="{BCAA5659-811A-4ECE-B9C9-BBDBD99F1F2A}" destId="{73D314F4-41BC-40A1-8FD7-B898A81E79A2}" srcOrd="6" destOrd="0" presId="urn:microsoft.com/office/officeart/2018/2/layout/IconVerticalSolidList"/>
    <dgm:cxn modelId="{9F386F8B-5D58-4198-B673-2A9789218372}" type="presParOf" srcId="{73D314F4-41BC-40A1-8FD7-B898A81E79A2}" destId="{401554BA-51F1-4008-8088-AEE5CD916FCC}" srcOrd="0" destOrd="0" presId="urn:microsoft.com/office/officeart/2018/2/layout/IconVerticalSolidList"/>
    <dgm:cxn modelId="{A0127FEF-CB8F-4FAB-9DF5-7D5B75B42373}" type="presParOf" srcId="{73D314F4-41BC-40A1-8FD7-B898A81E79A2}" destId="{0AA90B25-7E39-490C-94B8-5D7CC86616CA}" srcOrd="1" destOrd="0" presId="urn:microsoft.com/office/officeart/2018/2/layout/IconVerticalSolidList"/>
    <dgm:cxn modelId="{6F925634-29A4-4C4B-8032-B270C9FF9AB7}" type="presParOf" srcId="{73D314F4-41BC-40A1-8FD7-B898A81E79A2}" destId="{1EEBE39F-912B-497B-8CF0-4498CD978813}" srcOrd="2" destOrd="0" presId="urn:microsoft.com/office/officeart/2018/2/layout/IconVerticalSolidList"/>
    <dgm:cxn modelId="{B823F2CA-38F9-4E11-A207-7ACD5BC7BFCF}" type="presParOf" srcId="{73D314F4-41BC-40A1-8FD7-B898A81E79A2}" destId="{2BD238F7-9C4F-4D7E-85AA-0685550F92AD}" srcOrd="3" destOrd="0" presId="urn:microsoft.com/office/officeart/2018/2/layout/IconVerticalSolidList"/>
    <dgm:cxn modelId="{334DE66D-DB1B-4D25-B996-90C274AA2746}" type="presParOf" srcId="{BCAA5659-811A-4ECE-B9C9-BBDBD99F1F2A}" destId="{2BE591CF-2895-4F42-B2B7-6C7B348F52D2}" srcOrd="7" destOrd="0" presId="urn:microsoft.com/office/officeart/2018/2/layout/IconVerticalSolidList"/>
    <dgm:cxn modelId="{E02101AA-5FAE-4514-B5C3-31C58D04384E}" type="presParOf" srcId="{BCAA5659-811A-4ECE-B9C9-BBDBD99F1F2A}" destId="{DED5CF21-4790-47DF-B38F-095A2FC66C34}" srcOrd="8" destOrd="0" presId="urn:microsoft.com/office/officeart/2018/2/layout/IconVerticalSolidList"/>
    <dgm:cxn modelId="{3ED350BA-4AB0-44BC-9B22-29955A4134E4}" type="presParOf" srcId="{DED5CF21-4790-47DF-B38F-095A2FC66C34}" destId="{3AEC4C33-D60D-498E-916B-2A4705EE4AE4}" srcOrd="0" destOrd="0" presId="urn:microsoft.com/office/officeart/2018/2/layout/IconVerticalSolidList"/>
    <dgm:cxn modelId="{274FB4F4-BACF-4C15-B38E-580F55A70523}" type="presParOf" srcId="{DED5CF21-4790-47DF-B38F-095A2FC66C34}" destId="{D676761A-49C2-42D6-A526-68C3E3C2F9D2}" srcOrd="1" destOrd="0" presId="urn:microsoft.com/office/officeart/2018/2/layout/IconVerticalSolidList"/>
    <dgm:cxn modelId="{EECA9A14-DAAF-4132-A10D-7DE2166525E0}" type="presParOf" srcId="{DED5CF21-4790-47DF-B38F-095A2FC66C34}" destId="{00556EE3-5D73-4D3A-8CDD-2B0B2B9961F5}" srcOrd="2" destOrd="0" presId="urn:microsoft.com/office/officeart/2018/2/layout/IconVerticalSolidList"/>
    <dgm:cxn modelId="{B8DF3FC9-77B2-49F0-BE8D-B0549490DACA}" type="presParOf" srcId="{DED5CF21-4790-47DF-B38F-095A2FC66C34}" destId="{5CA27F93-2C26-4D78-85E9-A18B3B4EAA3A}" srcOrd="3" destOrd="0" presId="urn:microsoft.com/office/officeart/2018/2/layout/IconVerticalSolidList"/>
    <dgm:cxn modelId="{E7945399-1D9C-4727-B6BE-D9726EA51DAE}" type="presParOf" srcId="{BCAA5659-811A-4ECE-B9C9-BBDBD99F1F2A}" destId="{20D40910-B169-4A22-8BF2-D44A6FDBC544}" srcOrd="9" destOrd="0" presId="urn:microsoft.com/office/officeart/2018/2/layout/IconVerticalSolidList"/>
    <dgm:cxn modelId="{A42F9AC4-B8BC-435B-A966-59D2F5C9511D}" type="presParOf" srcId="{BCAA5659-811A-4ECE-B9C9-BBDBD99F1F2A}" destId="{03E3226B-19FC-49EB-91AE-8D36E69849B3}" srcOrd="10" destOrd="0" presId="urn:microsoft.com/office/officeart/2018/2/layout/IconVerticalSolidList"/>
    <dgm:cxn modelId="{6791D0F8-E2BC-4CD7-8F3D-0577687984BF}" type="presParOf" srcId="{03E3226B-19FC-49EB-91AE-8D36E69849B3}" destId="{3735C041-C77B-44F0-AC3F-EEA071678FFA}" srcOrd="0" destOrd="0" presId="urn:microsoft.com/office/officeart/2018/2/layout/IconVerticalSolidList"/>
    <dgm:cxn modelId="{497306D3-82F0-47E8-92E8-9E5AE03BB46D}" type="presParOf" srcId="{03E3226B-19FC-49EB-91AE-8D36E69849B3}" destId="{9EC68228-A6F2-4FAC-80E6-17F8DCD63DF3}" srcOrd="1" destOrd="0" presId="urn:microsoft.com/office/officeart/2018/2/layout/IconVerticalSolidList"/>
    <dgm:cxn modelId="{F1834E8F-4CE3-478F-AE8E-932DACEDDF43}" type="presParOf" srcId="{03E3226B-19FC-49EB-91AE-8D36E69849B3}" destId="{0E4F19B6-A5C7-4D5A-8A70-44C3AC8822A3}" srcOrd="2" destOrd="0" presId="urn:microsoft.com/office/officeart/2018/2/layout/IconVerticalSolidList"/>
    <dgm:cxn modelId="{B9FD1FEA-0682-48C1-A399-D04D968F6C9E}" type="presParOf" srcId="{03E3226B-19FC-49EB-91AE-8D36E69849B3}" destId="{D4BF9A34-7B3A-4E60-B139-CFE6A68B2E02}" srcOrd="3" destOrd="0" presId="urn:microsoft.com/office/officeart/2018/2/layout/IconVerticalSolidList"/>
    <dgm:cxn modelId="{871401DF-689F-4726-9E7B-C02B97F0BFC1}" type="presParOf" srcId="{BCAA5659-811A-4ECE-B9C9-BBDBD99F1F2A}" destId="{16677FC6-42DC-48D3-9A0C-A275BDA47403}" srcOrd="11" destOrd="0" presId="urn:microsoft.com/office/officeart/2018/2/layout/IconVerticalSolidList"/>
    <dgm:cxn modelId="{116C8213-4E65-482A-8767-9B87E8E69E98}" type="presParOf" srcId="{BCAA5659-811A-4ECE-B9C9-BBDBD99F1F2A}" destId="{C1B0E1F7-DEB2-47A6-9473-6B1E1CD366B1}" srcOrd="12" destOrd="0" presId="urn:microsoft.com/office/officeart/2018/2/layout/IconVerticalSolidList"/>
    <dgm:cxn modelId="{4D5EF211-B336-4E08-B840-681BC296AFE7}" type="presParOf" srcId="{C1B0E1F7-DEB2-47A6-9473-6B1E1CD366B1}" destId="{004A9969-F1E3-4551-9D39-6F546E820C92}" srcOrd="0" destOrd="0" presId="urn:microsoft.com/office/officeart/2018/2/layout/IconVerticalSolidList"/>
    <dgm:cxn modelId="{A4572649-9DBA-49A3-9AFB-E2C86508A9B1}" type="presParOf" srcId="{C1B0E1F7-DEB2-47A6-9473-6B1E1CD366B1}" destId="{A1ADA2DA-85F2-4B0F-BA34-D924668104B1}" srcOrd="1" destOrd="0" presId="urn:microsoft.com/office/officeart/2018/2/layout/IconVerticalSolidList"/>
    <dgm:cxn modelId="{E721FFD5-E1FD-4DC3-9F03-660BBFBD3D4F}" type="presParOf" srcId="{C1B0E1F7-DEB2-47A6-9473-6B1E1CD366B1}" destId="{B7244026-F6D5-416B-A6BC-EF43A86D7BD9}" srcOrd="2" destOrd="0" presId="urn:microsoft.com/office/officeart/2018/2/layout/IconVerticalSolidList"/>
    <dgm:cxn modelId="{F1204247-F8E1-4F33-87BC-4D7BF02E82F8}" type="presParOf" srcId="{C1B0E1F7-DEB2-47A6-9473-6B1E1CD366B1}" destId="{D7479BFA-D6A0-4D6B-84ED-6C58329FEF87}" srcOrd="3" destOrd="0" presId="urn:microsoft.com/office/officeart/2018/2/layout/IconVerticalSolidList"/>
    <dgm:cxn modelId="{51B41BC2-07AB-4991-8832-28B9EF9BC11E}" type="presParOf" srcId="{BCAA5659-811A-4ECE-B9C9-BBDBD99F1F2A}" destId="{2046B996-3896-4C01-B381-E42519014F04}" srcOrd="13" destOrd="0" presId="urn:microsoft.com/office/officeart/2018/2/layout/IconVerticalSolidList"/>
    <dgm:cxn modelId="{BFC07E92-5B0D-4E8C-9504-DB0D0036B769}" type="presParOf" srcId="{BCAA5659-811A-4ECE-B9C9-BBDBD99F1F2A}" destId="{AC36C0D2-DF6F-4C21-B5DC-8D3C91B8DB35}" srcOrd="14" destOrd="0" presId="urn:microsoft.com/office/officeart/2018/2/layout/IconVerticalSolidList"/>
    <dgm:cxn modelId="{E6F74A26-6677-4C90-A83D-47F4CCE6BC9B}" type="presParOf" srcId="{AC36C0D2-DF6F-4C21-B5DC-8D3C91B8DB35}" destId="{B824FFB9-AA02-4DEF-A0C1-592D16AA58E2}" srcOrd="0" destOrd="0" presId="urn:microsoft.com/office/officeart/2018/2/layout/IconVerticalSolidList"/>
    <dgm:cxn modelId="{5AA227E7-24AD-427F-A002-4A7B73F6CB86}" type="presParOf" srcId="{AC36C0D2-DF6F-4C21-B5DC-8D3C91B8DB35}" destId="{7BA7FBED-0DA5-4510-BEED-7DB444785548}" srcOrd="1" destOrd="0" presId="urn:microsoft.com/office/officeart/2018/2/layout/IconVerticalSolidList"/>
    <dgm:cxn modelId="{7919C581-D6A6-4064-9B77-8F436F046AF5}" type="presParOf" srcId="{AC36C0D2-DF6F-4C21-B5DC-8D3C91B8DB35}" destId="{7F8852A0-C507-4828-BF28-B42D8302066B}" srcOrd="2" destOrd="0" presId="urn:microsoft.com/office/officeart/2018/2/layout/IconVerticalSolidList"/>
    <dgm:cxn modelId="{C8F2E272-7F6D-4CE7-AA43-0D4E62BD8E94}" type="presParOf" srcId="{AC36C0D2-DF6F-4C21-B5DC-8D3C91B8DB35}" destId="{5F3A1A70-3EBC-4418-B45D-F7B0E04D8A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73DED7-3D2F-4048-879A-4152F563843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BC1EC20-F935-4C56-A3DF-6F346FB366D1}">
      <dgm:prSet/>
      <dgm:spPr/>
      <dgm:t>
        <a:bodyPr/>
        <a:lstStyle/>
        <a:p>
          <a:r>
            <a:rPr lang="en-US"/>
            <a:t>• Cada grupo terá até 5 minutos para apresentar.</a:t>
          </a:r>
        </a:p>
      </dgm:t>
    </dgm:pt>
    <dgm:pt modelId="{4E87CE6F-35A5-438D-B89D-B27544639AAB}" type="parTrans" cxnId="{EA6A2C32-750E-4EB7-A051-19BD7605829C}">
      <dgm:prSet/>
      <dgm:spPr/>
      <dgm:t>
        <a:bodyPr/>
        <a:lstStyle/>
        <a:p>
          <a:endParaRPr lang="en-US"/>
        </a:p>
      </dgm:t>
    </dgm:pt>
    <dgm:pt modelId="{69CE4BF1-FEF9-43B2-9ACC-7363DF167B29}" type="sibTrans" cxnId="{EA6A2C32-750E-4EB7-A051-19BD7605829C}">
      <dgm:prSet/>
      <dgm:spPr/>
      <dgm:t>
        <a:bodyPr/>
        <a:lstStyle/>
        <a:p>
          <a:endParaRPr lang="en-US"/>
        </a:p>
      </dgm:t>
    </dgm:pt>
    <dgm:pt modelId="{708EF8C9-E56D-4D19-B237-A1E9EA58EC79}">
      <dgm:prSet/>
      <dgm:spPr/>
      <dgm:t>
        <a:bodyPr/>
        <a:lstStyle/>
        <a:p>
          <a:r>
            <a:rPr lang="en-US" dirty="0"/>
            <a:t>• Foco: </a:t>
          </a:r>
          <a:r>
            <a:rPr lang="en-US" dirty="0" err="1"/>
            <a:t>Problema</a:t>
          </a:r>
          <a:r>
            <a:rPr lang="en-US" dirty="0"/>
            <a:t>, </a:t>
          </a:r>
          <a:r>
            <a:rPr lang="en-US" dirty="0" err="1"/>
            <a:t>justificativa</a:t>
          </a:r>
          <a:r>
            <a:rPr lang="en-US" dirty="0"/>
            <a:t>, </a:t>
          </a:r>
          <a:r>
            <a:rPr lang="en-US" dirty="0" err="1"/>
            <a:t>objetivos</a:t>
          </a:r>
          <a:r>
            <a:rPr lang="en-US" dirty="0"/>
            <a:t> e </a:t>
          </a:r>
          <a:r>
            <a:rPr lang="en-US" dirty="0" err="1"/>
            <a:t>público-alvo</a:t>
          </a:r>
          <a:r>
            <a:rPr lang="en-US" dirty="0"/>
            <a:t>.</a:t>
          </a:r>
        </a:p>
      </dgm:t>
    </dgm:pt>
    <dgm:pt modelId="{5B09C43E-5248-477F-8C79-04167D4EFCFB}" type="parTrans" cxnId="{EBAB2BAF-9F87-46B3-B523-711030779F18}">
      <dgm:prSet/>
      <dgm:spPr/>
      <dgm:t>
        <a:bodyPr/>
        <a:lstStyle/>
        <a:p>
          <a:endParaRPr lang="en-US"/>
        </a:p>
      </dgm:t>
    </dgm:pt>
    <dgm:pt modelId="{7EE6A3EF-74A6-496B-AA45-00425A40B18D}" type="sibTrans" cxnId="{EBAB2BAF-9F87-46B3-B523-711030779F18}">
      <dgm:prSet/>
      <dgm:spPr/>
      <dgm:t>
        <a:bodyPr/>
        <a:lstStyle/>
        <a:p>
          <a:endParaRPr lang="en-US"/>
        </a:p>
      </dgm:t>
    </dgm:pt>
    <dgm:pt modelId="{0FFA2815-6CCE-4464-BA7B-8CB7DF82A910}">
      <dgm:prSet/>
      <dgm:spPr/>
      <dgm:t>
        <a:bodyPr/>
        <a:lstStyle/>
        <a:p>
          <a:r>
            <a:rPr lang="en-US"/>
            <a:t>• Apresentação visual clara, sem leitura integral dos slides.</a:t>
          </a:r>
        </a:p>
      </dgm:t>
    </dgm:pt>
    <dgm:pt modelId="{530E3795-E6DA-48C0-BDD4-EE63000A171B}" type="parTrans" cxnId="{D583E9B5-E63D-4424-8FDB-8A7DE94B018C}">
      <dgm:prSet/>
      <dgm:spPr/>
      <dgm:t>
        <a:bodyPr/>
        <a:lstStyle/>
        <a:p>
          <a:endParaRPr lang="en-US"/>
        </a:p>
      </dgm:t>
    </dgm:pt>
    <dgm:pt modelId="{3CD2B3BE-1EA8-4A54-99A6-CD65B95D4C7C}" type="sibTrans" cxnId="{D583E9B5-E63D-4424-8FDB-8A7DE94B018C}">
      <dgm:prSet/>
      <dgm:spPr/>
      <dgm:t>
        <a:bodyPr/>
        <a:lstStyle/>
        <a:p>
          <a:endParaRPr lang="en-US"/>
        </a:p>
      </dgm:t>
    </dgm:pt>
    <dgm:pt modelId="{6DF0B4B5-E5A3-4E92-BBFA-640F6568AB01}">
      <dgm:prSet/>
      <dgm:spPr/>
      <dgm:t>
        <a:bodyPr/>
        <a:lstStyle/>
        <a:p>
          <a:r>
            <a:rPr lang="en-US"/>
            <a:t>• Professor usará rúbrica de avaliação.</a:t>
          </a:r>
        </a:p>
      </dgm:t>
    </dgm:pt>
    <dgm:pt modelId="{8705ED10-CF1C-4F19-AA01-D5E62C51ED23}" type="parTrans" cxnId="{A969EEF7-72CF-4E7C-B91C-7F89B4FABD95}">
      <dgm:prSet/>
      <dgm:spPr/>
      <dgm:t>
        <a:bodyPr/>
        <a:lstStyle/>
        <a:p>
          <a:endParaRPr lang="en-US"/>
        </a:p>
      </dgm:t>
    </dgm:pt>
    <dgm:pt modelId="{CDFD167E-3B9F-47F0-88EA-A53609E3383A}" type="sibTrans" cxnId="{A969EEF7-72CF-4E7C-B91C-7F89B4FABD95}">
      <dgm:prSet/>
      <dgm:spPr/>
      <dgm:t>
        <a:bodyPr/>
        <a:lstStyle/>
        <a:p>
          <a:endParaRPr lang="en-US"/>
        </a:p>
      </dgm:t>
    </dgm:pt>
    <dgm:pt modelId="{D4B5AD59-DF6F-4BC3-833D-E535C5FD62C3}">
      <dgm:prSet/>
      <dgm:spPr/>
      <dgm:t>
        <a:bodyPr/>
        <a:lstStyle/>
        <a:p>
          <a:r>
            <a:rPr lang="en-US"/>
            <a:t>• Todos do grupo devem ter participação.</a:t>
          </a:r>
        </a:p>
      </dgm:t>
    </dgm:pt>
    <dgm:pt modelId="{F47F3507-2CA8-4AAE-8838-9B31E58C3F5E}" type="parTrans" cxnId="{96C0618F-CCA4-464A-87E3-3FD36BA41276}">
      <dgm:prSet/>
      <dgm:spPr/>
      <dgm:t>
        <a:bodyPr/>
        <a:lstStyle/>
        <a:p>
          <a:endParaRPr lang="en-US"/>
        </a:p>
      </dgm:t>
    </dgm:pt>
    <dgm:pt modelId="{2D22CCB4-71FE-4023-9D1C-1DB165B22FDA}" type="sibTrans" cxnId="{96C0618F-CCA4-464A-87E3-3FD36BA41276}">
      <dgm:prSet/>
      <dgm:spPr/>
      <dgm:t>
        <a:bodyPr/>
        <a:lstStyle/>
        <a:p>
          <a:endParaRPr lang="en-US"/>
        </a:p>
      </dgm:t>
    </dgm:pt>
    <dgm:pt modelId="{8A7BAB5E-73F5-4B69-8BBC-A5DC51FEB76A}" type="pres">
      <dgm:prSet presAssocID="{CC73DED7-3D2F-4048-879A-4152F5638430}" presName="root" presStyleCnt="0">
        <dgm:presLayoutVars>
          <dgm:dir/>
          <dgm:resizeHandles val="exact"/>
        </dgm:presLayoutVars>
      </dgm:prSet>
      <dgm:spPr/>
    </dgm:pt>
    <dgm:pt modelId="{860DF438-55E1-4BFA-AF55-4B4781483C00}" type="pres">
      <dgm:prSet presAssocID="{DBC1EC20-F935-4C56-A3DF-6F346FB366D1}" presName="compNode" presStyleCnt="0"/>
      <dgm:spPr/>
    </dgm:pt>
    <dgm:pt modelId="{43D45614-22F0-498A-947D-37CADB5D6766}" type="pres">
      <dgm:prSet presAssocID="{DBC1EC20-F935-4C56-A3DF-6F346FB366D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0CCEFD3D-EDA6-4969-95D4-DB8C169AF840}" type="pres">
      <dgm:prSet presAssocID="{DBC1EC20-F935-4C56-A3DF-6F346FB366D1}" presName="spaceRect" presStyleCnt="0"/>
      <dgm:spPr/>
    </dgm:pt>
    <dgm:pt modelId="{634CBBF5-431A-4489-8826-51871743F81A}" type="pres">
      <dgm:prSet presAssocID="{DBC1EC20-F935-4C56-A3DF-6F346FB366D1}" presName="textRect" presStyleLbl="revTx" presStyleIdx="0" presStyleCnt="5">
        <dgm:presLayoutVars>
          <dgm:chMax val="1"/>
          <dgm:chPref val="1"/>
        </dgm:presLayoutVars>
      </dgm:prSet>
      <dgm:spPr/>
    </dgm:pt>
    <dgm:pt modelId="{E5F2A2AF-6FCE-4D33-9872-5590C131E0EE}" type="pres">
      <dgm:prSet presAssocID="{69CE4BF1-FEF9-43B2-9ACC-7363DF167B29}" presName="sibTrans" presStyleCnt="0"/>
      <dgm:spPr/>
    </dgm:pt>
    <dgm:pt modelId="{62F648BF-2DA2-4BAF-8FD8-C8745523F3E0}" type="pres">
      <dgm:prSet presAssocID="{708EF8C9-E56D-4D19-B237-A1E9EA58EC79}" presName="compNode" presStyleCnt="0"/>
      <dgm:spPr/>
    </dgm:pt>
    <dgm:pt modelId="{A31871F0-9969-4455-927A-8741A6B9271A}" type="pres">
      <dgm:prSet presAssocID="{708EF8C9-E56D-4D19-B237-A1E9EA58EC7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E76E304C-0A22-4E24-8288-260067A55636}" type="pres">
      <dgm:prSet presAssocID="{708EF8C9-E56D-4D19-B237-A1E9EA58EC79}" presName="spaceRect" presStyleCnt="0"/>
      <dgm:spPr/>
    </dgm:pt>
    <dgm:pt modelId="{94B0EA3B-2953-422F-A942-B6778B0AAED2}" type="pres">
      <dgm:prSet presAssocID="{708EF8C9-E56D-4D19-B237-A1E9EA58EC79}" presName="textRect" presStyleLbl="revTx" presStyleIdx="1" presStyleCnt="5">
        <dgm:presLayoutVars>
          <dgm:chMax val="1"/>
          <dgm:chPref val="1"/>
        </dgm:presLayoutVars>
      </dgm:prSet>
      <dgm:spPr/>
    </dgm:pt>
    <dgm:pt modelId="{F22B43DA-31CF-4257-BA8A-818C452BDF5E}" type="pres">
      <dgm:prSet presAssocID="{7EE6A3EF-74A6-496B-AA45-00425A40B18D}" presName="sibTrans" presStyleCnt="0"/>
      <dgm:spPr/>
    </dgm:pt>
    <dgm:pt modelId="{4283F181-22C0-4E20-9F3F-A5156BF7D447}" type="pres">
      <dgm:prSet presAssocID="{0FFA2815-6CCE-4464-BA7B-8CB7DF82A910}" presName="compNode" presStyleCnt="0"/>
      <dgm:spPr/>
    </dgm:pt>
    <dgm:pt modelId="{ACB3BF6E-2446-4AC3-B9AC-AF86B2DB7A96}" type="pres">
      <dgm:prSet presAssocID="{0FFA2815-6CCE-4464-BA7B-8CB7DF82A91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075E625D-F0D8-47CB-8CEC-529B6AC4F507}" type="pres">
      <dgm:prSet presAssocID="{0FFA2815-6CCE-4464-BA7B-8CB7DF82A910}" presName="spaceRect" presStyleCnt="0"/>
      <dgm:spPr/>
    </dgm:pt>
    <dgm:pt modelId="{9D4BCD3F-AF91-48EA-BF03-9C527649AEF8}" type="pres">
      <dgm:prSet presAssocID="{0FFA2815-6CCE-4464-BA7B-8CB7DF82A910}" presName="textRect" presStyleLbl="revTx" presStyleIdx="2" presStyleCnt="5">
        <dgm:presLayoutVars>
          <dgm:chMax val="1"/>
          <dgm:chPref val="1"/>
        </dgm:presLayoutVars>
      </dgm:prSet>
      <dgm:spPr/>
    </dgm:pt>
    <dgm:pt modelId="{D4ABD75B-DA23-4EB1-84A7-061B395E2116}" type="pres">
      <dgm:prSet presAssocID="{3CD2B3BE-1EA8-4A54-99A6-CD65B95D4C7C}" presName="sibTrans" presStyleCnt="0"/>
      <dgm:spPr/>
    </dgm:pt>
    <dgm:pt modelId="{13E531A7-66C9-4C6F-AB4F-0B22C3DC818A}" type="pres">
      <dgm:prSet presAssocID="{6DF0B4B5-E5A3-4E92-BBFA-640F6568AB01}" presName="compNode" presStyleCnt="0"/>
      <dgm:spPr/>
    </dgm:pt>
    <dgm:pt modelId="{50F22766-82CF-4104-A5D1-C7F1C8F7F256}" type="pres">
      <dgm:prSet presAssocID="{6DF0B4B5-E5A3-4E92-BBFA-640F6568AB0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BDB9E055-20BF-4E2E-B277-21296838108C}" type="pres">
      <dgm:prSet presAssocID="{6DF0B4B5-E5A3-4E92-BBFA-640F6568AB01}" presName="spaceRect" presStyleCnt="0"/>
      <dgm:spPr/>
    </dgm:pt>
    <dgm:pt modelId="{2DC6399E-8466-4049-B088-CCDF852AEFF5}" type="pres">
      <dgm:prSet presAssocID="{6DF0B4B5-E5A3-4E92-BBFA-640F6568AB01}" presName="textRect" presStyleLbl="revTx" presStyleIdx="3" presStyleCnt="5">
        <dgm:presLayoutVars>
          <dgm:chMax val="1"/>
          <dgm:chPref val="1"/>
        </dgm:presLayoutVars>
      </dgm:prSet>
      <dgm:spPr/>
    </dgm:pt>
    <dgm:pt modelId="{15B954FA-A2FD-4B3C-8127-169E41781CD0}" type="pres">
      <dgm:prSet presAssocID="{CDFD167E-3B9F-47F0-88EA-A53609E3383A}" presName="sibTrans" presStyleCnt="0"/>
      <dgm:spPr/>
    </dgm:pt>
    <dgm:pt modelId="{35B395EF-A055-423C-BC05-849869EC4525}" type="pres">
      <dgm:prSet presAssocID="{D4B5AD59-DF6F-4BC3-833D-E535C5FD62C3}" presName="compNode" presStyleCnt="0"/>
      <dgm:spPr/>
    </dgm:pt>
    <dgm:pt modelId="{0B32832A-613E-49AF-865C-C6DFEE46447A}" type="pres">
      <dgm:prSet presAssocID="{D4B5AD59-DF6F-4BC3-833D-E535C5FD62C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65593753-1F4E-41A9-98AC-5E6EEB0DE9D2}" type="pres">
      <dgm:prSet presAssocID="{D4B5AD59-DF6F-4BC3-833D-E535C5FD62C3}" presName="spaceRect" presStyleCnt="0"/>
      <dgm:spPr/>
    </dgm:pt>
    <dgm:pt modelId="{B6EAFADA-499B-4587-97C0-E8AF43CF7FD5}" type="pres">
      <dgm:prSet presAssocID="{D4B5AD59-DF6F-4BC3-833D-E535C5FD62C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A6A2C32-750E-4EB7-A051-19BD7605829C}" srcId="{CC73DED7-3D2F-4048-879A-4152F5638430}" destId="{DBC1EC20-F935-4C56-A3DF-6F346FB366D1}" srcOrd="0" destOrd="0" parTransId="{4E87CE6F-35A5-438D-B89D-B27544639AAB}" sibTransId="{69CE4BF1-FEF9-43B2-9ACC-7363DF167B29}"/>
    <dgm:cxn modelId="{90CB963D-D00E-4E90-86C4-6214D7C785FF}" type="presOf" srcId="{D4B5AD59-DF6F-4BC3-833D-E535C5FD62C3}" destId="{B6EAFADA-499B-4587-97C0-E8AF43CF7FD5}" srcOrd="0" destOrd="0" presId="urn:microsoft.com/office/officeart/2018/2/layout/IconLabelList"/>
    <dgm:cxn modelId="{B25B225D-83A3-4DFD-B0BE-903AAF4C61E0}" type="presOf" srcId="{708EF8C9-E56D-4D19-B237-A1E9EA58EC79}" destId="{94B0EA3B-2953-422F-A942-B6778B0AAED2}" srcOrd="0" destOrd="0" presId="urn:microsoft.com/office/officeart/2018/2/layout/IconLabelList"/>
    <dgm:cxn modelId="{96C0618F-CCA4-464A-87E3-3FD36BA41276}" srcId="{CC73DED7-3D2F-4048-879A-4152F5638430}" destId="{D4B5AD59-DF6F-4BC3-833D-E535C5FD62C3}" srcOrd="4" destOrd="0" parTransId="{F47F3507-2CA8-4AAE-8838-9B31E58C3F5E}" sibTransId="{2D22CCB4-71FE-4023-9D1C-1DB165B22FDA}"/>
    <dgm:cxn modelId="{DC1B5499-A9E8-4F54-B279-C379EBFD818F}" type="presOf" srcId="{0FFA2815-6CCE-4464-BA7B-8CB7DF82A910}" destId="{9D4BCD3F-AF91-48EA-BF03-9C527649AEF8}" srcOrd="0" destOrd="0" presId="urn:microsoft.com/office/officeart/2018/2/layout/IconLabelList"/>
    <dgm:cxn modelId="{EBAB2BAF-9F87-46B3-B523-711030779F18}" srcId="{CC73DED7-3D2F-4048-879A-4152F5638430}" destId="{708EF8C9-E56D-4D19-B237-A1E9EA58EC79}" srcOrd="1" destOrd="0" parTransId="{5B09C43E-5248-477F-8C79-04167D4EFCFB}" sibTransId="{7EE6A3EF-74A6-496B-AA45-00425A40B18D}"/>
    <dgm:cxn modelId="{D583E9B5-E63D-4424-8FDB-8A7DE94B018C}" srcId="{CC73DED7-3D2F-4048-879A-4152F5638430}" destId="{0FFA2815-6CCE-4464-BA7B-8CB7DF82A910}" srcOrd="2" destOrd="0" parTransId="{530E3795-E6DA-48C0-BDD4-EE63000A171B}" sibTransId="{3CD2B3BE-1EA8-4A54-99A6-CD65B95D4C7C}"/>
    <dgm:cxn modelId="{FAAB18E1-1B8B-49CD-8209-670FD4497BCE}" type="presOf" srcId="{DBC1EC20-F935-4C56-A3DF-6F346FB366D1}" destId="{634CBBF5-431A-4489-8826-51871743F81A}" srcOrd="0" destOrd="0" presId="urn:microsoft.com/office/officeart/2018/2/layout/IconLabelList"/>
    <dgm:cxn modelId="{BB83F8E1-8466-40D5-81B4-AA06AB0007C6}" type="presOf" srcId="{CC73DED7-3D2F-4048-879A-4152F5638430}" destId="{8A7BAB5E-73F5-4B69-8BBC-A5DC51FEB76A}" srcOrd="0" destOrd="0" presId="urn:microsoft.com/office/officeart/2018/2/layout/IconLabelList"/>
    <dgm:cxn modelId="{CCAE5AE2-B49D-4CD4-9B7C-B49E6CFE7A56}" type="presOf" srcId="{6DF0B4B5-E5A3-4E92-BBFA-640F6568AB01}" destId="{2DC6399E-8466-4049-B088-CCDF852AEFF5}" srcOrd="0" destOrd="0" presId="urn:microsoft.com/office/officeart/2018/2/layout/IconLabelList"/>
    <dgm:cxn modelId="{A969EEF7-72CF-4E7C-B91C-7F89B4FABD95}" srcId="{CC73DED7-3D2F-4048-879A-4152F5638430}" destId="{6DF0B4B5-E5A3-4E92-BBFA-640F6568AB01}" srcOrd="3" destOrd="0" parTransId="{8705ED10-CF1C-4F19-AA01-D5E62C51ED23}" sibTransId="{CDFD167E-3B9F-47F0-88EA-A53609E3383A}"/>
    <dgm:cxn modelId="{AD6447BA-9113-4717-B5C0-145499A2B949}" type="presParOf" srcId="{8A7BAB5E-73F5-4B69-8BBC-A5DC51FEB76A}" destId="{860DF438-55E1-4BFA-AF55-4B4781483C00}" srcOrd="0" destOrd="0" presId="urn:microsoft.com/office/officeart/2018/2/layout/IconLabelList"/>
    <dgm:cxn modelId="{CEE5A814-43A5-4141-B2AF-05B83F439B7E}" type="presParOf" srcId="{860DF438-55E1-4BFA-AF55-4B4781483C00}" destId="{43D45614-22F0-498A-947D-37CADB5D6766}" srcOrd="0" destOrd="0" presId="urn:microsoft.com/office/officeart/2018/2/layout/IconLabelList"/>
    <dgm:cxn modelId="{7F5DF99E-6389-4DB1-A4BD-01F0B2A927B4}" type="presParOf" srcId="{860DF438-55E1-4BFA-AF55-4B4781483C00}" destId="{0CCEFD3D-EDA6-4969-95D4-DB8C169AF840}" srcOrd="1" destOrd="0" presId="urn:microsoft.com/office/officeart/2018/2/layout/IconLabelList"/>
    <dgm:cxn modelId="{4AE994C0-6ADE-4E02-9647-CC446A5A27A8}" type="presParOf" srcId="{860DF438-55E1-4BFA-AF55-4B4781483C00}" destId="{634CBBF5-431A-4489-8826-51871743F81A}" srcOrd="2" destOrd="0" presId="urn:microsoft.com/office/officeart/2018/2/layout/IconLabelList"/>
    <dgm:cxn modelId="{99D31ACF-B785-4C8A-88BE-5E8E432660B4}" type="presParOf" srcId="{8A7BAB5E-73F5-4B69-8BBC-A5DC51FEB76A}" destId="{E5F2A2AF-6FCE-4D33-9872-5590C131E0EE}" srcOrd="1" destOrd="0" presId="urn:microsoft.com/office/officeart/2018/2/layout/IconLabelList"/>
    <dgm:cxn modelId="{6B98AACD-2A83-4A71-B1E5-DF137FF77E0B}" type="presParOf" srcId="{8A7BAB5E-73F5-4B69-8BBC-A5DC51FEB76A}" destId="{62F648BF-2DA2-4BAF-8FD8-C8745523F3E0}" srcOrd="2" destOrd="0" presId="urn:microsoft.com/office/officeart/2018/2/layout/IconLabelList"/>
    <dgm:cxn modelId="{6A6DE76C-CC1D-4CC0-9C3D-D43D4204B29B}" type="presParOf" srcId="{62F648BF-2DA2-4BAF-8FD8-C8745523F3E0}" destId="{A31871F0-9969-4455-927A-8741A6B9271A}" srcOrd="0" destOrd="0" presId="urn:microsoft.com/office/officeart/2018/2/layout/IconLabelList"/>
    <dgm:cxn modelId="{6A9D099B-F747-4A03-BC56-B0E6A1821148}" type="presParOf" srcId="{62F648BF-2DA2-4BAF-8FD8-C8745523F3E0}" destId="{E76E304C-0A22-4E24-8288-260067A55636}" srcOrd="1" destOrd="0" presId="urn:microsoft.com/office/officeart/2018/2/layout/IconLabelList"/>
    <dgm:cxn modelId="{EDB06962-13AE-4219-885D-3C5776992629}" type="presParOf" srcId="{62F648BF-2DA2-4BAF-8FD8-C8745523F3E0}" destId="{94B0EA3B-2953-422F-A942-B6778B0AAED2}" srcOrd="2" destOrd="0" presId="urn:microsoft.com/office/officeart/2018/2/layout/IconLabelList"/>
    <dgm:cxn modelId="{5BD557F2-9272-4158-B32A-986AB7DDFEB7}" type="presParOf" srcId="{8A7BAB5E-73F5-4B69-8BBC-A5DC51FEB76A}" destId="{F22B43DA-31CF-4257-BA8A-818C452BDF5E}" srcOrd="3" destOrd="0" presId="urn:microsoft.com/office/officeart/2018/2/layout/IconLabelList"/>
    <dgm:cxn modelId="{5F971AC6-A9F0-4E51-A288-6F3B132B1239}" type="presParOf" srcId="{8A7BAB5E-73F5-4B69-8BBC-A5DC51FEB76A}" destId="{4283F181-22C0-4E20-9F3F-A5156BF7D447}" srcOrd="4" destOrd="0" presId="urn:microsoft.com/office/officeart/2018/2/layout/IconLabelList"/>
    <dgm:cxn modelId="{71CC3074-6AB0-4E50-BFBE-D3DB49A0F1D2}" type="presParOf" srcId="{4283F181-22C0-4E20-9F3F-A5156BF7D447}" destId="{ACB3BF6E-2446-4AC3-B9AC-AF86B2DB7A96}" srcOrd="0" destOrd="0" presId="urn:microsoft.com/office/officeart/2018/2/layout/IconLabelList"/>
    <dgm:cxn modelId="{23CBA1C1-51B4-44CD-8309-AE016C25C7A0}" type="presParOf" srcId="{4283F181-22C0-4E20-9F3F-A5156BF7D447}" destId="{075E625D-F0D8-47CB-8CEC-529B6AC4F507}" srcOrd="1" destOrd="0" presId="urn:microsoft.com/office/officeart/2018/2/layout/IconLabelList"/>
    <dgm:cxn modelId="{091A687B-78E5-479F-B8D9-E42EDC5BB932}" type="presParOf" srcId="{4283F181-22C0-4E20-9F3F-A5156BF7D447}" destId="{9D4BCD3F-AF91-48EA-BF03-9C527649AEF8}" srcOrd="2" destOrd="0" presId="urn:microsoft.com/office/officeart/2018/2/layout/IconLabelList"/>
    <dgm:cxn modelId="{CA702EE0-7326-4A54-8B40-038508A4447D}" type="presParOf" srcId="{8A7BAB5E-73F5-4B69-8BBC-A5DC51FEB76A}" destId="{D4ABD75B-DA23-4EB1-84A7-061B395E2116}" srcOrd="5" destOrd="0" presId="urn:microsoft.com/office/officeart/2018/2/layout/IconLabelList"/>
    <dgm:cxn modelId="{A9B04023-028B-452E-BDBF-FDD4F28B7DB5}" type="presParOf" srcId="{8A7BAB5E-73F5-4B69-8BBC-A5DC51FEB76A}" destId="{13E531A7-66C9-4C6F-AB4F-0B22C3DC818A}" srcOrd="6" destOrd="0" presId="urn:microsoft.com/office/officeart/2018/2/layout/IconLabelList"/>
    <dgm:cxn modelId="{322D9CAA-2A52-4985-8A7A-1BFD5A2FA608}" type="presParOf" srcId="{13E531A7-66C9-4C6F-AB4F-0B22C3DC818A}" destId="{50F22766-82CF-4104-A5D1-C7F1C8F7F256}" srcOrd="0" destOrd="0" presId="urn:microsoft.com/office/officeart/2018/2/layout/IconLabelList"/>
    <dgm:cxn modelId="{EDD0342B-5861-4708-BD20-8DAE7D4BB9EE}" type="presParOf" srcId="{13E531A7-66C9-4C6F-AB4F-0B22C3DC818A}" destId="{BDB9E055-20BF-4E2E-B277-21296838108C}" srcOrd="1" destOrd="0" presId="urn:microsoft.com/office/officeart/2018/2/layout/IconLabelList"/>
    <dgm:cxn modelId="{FFF854ED-E9F7-4BF3-BB7B-C1230CD3A288}" type="presParOf" srcId="{13E531A7-66C9-4C6F-AB4F-0B22C3DC818A}" destId="{2DC6399E-8466-4049-B088-CCDF852AEFF5}" srcOrd="2" destOrd="0" presId="urn:microsoft.com/office/officeart/2018/2/layout/IconLabelList"/>
    <dgm:cxn modelId="{21FA009D-4E0B-493F-9032-5AFC2D7AAE8A}" type="presParOf" srcId="{8A7BAB5E-73F5-4B69-8BBC-A5DC51FEB76A}" destId="{15B954FA-A2FD-4B3C-8127-169E41781CD0}" srcOrd="7" destOrd="0" presId="urn:microsoft.com/office/officeart/2018/2/layout/IconLabelList"/>
    <dgm:cxn modelId="{914CEC5C-DD1D-4842-941B-FCC3A1A22771}" type="presParOf" srcId="{8A7BAB5E-73F5-4B69-8BBC-A5DC51FEB76A}" destId="{35B395EF-A055-423C-BC05-849869EC4525}" srcOrd="8" destOrd="0" presId="urn:microsoft.com/office/officeart/2018/2/layout/IconLabelList"/>
    <dgm:cxn modelId="{23D9D72E-81A8-4C23-9F07-859179C8CDDB}" type="presParOf" srcId="{35B395EF-A055-423C-BC05-849869EC4525}" destId="{0B32832A-613E-49AF-865C-C6DFEE46447A}" srcOrd="0" destOrd="0" presId="urn:microsoft.com/office/officeart/2018/2/layout/IconLabelList"/>
    <dgm:cxn modelId="{88958B2F-6734-4482-B2D8-E923A707B2B0}" type="presParOf" srcId="{35B395EF-A055-423C-BC05-849869EC4525}" destId="{65593753-1F4E-41A9-98AC-5E6EEB0DE9D2}" srcOrd="1" destOrd="0" presId="urn:microsoft.com/office/officeart/2018/2/layout/IconLabelList"/>
    <dgm:cxn modelId="{527AA90F-BF44-4623-9228-4FAF0769D895}" type="presParOf" srcId="{35B395EF-A055-423C-BC05-849869EC4525}" destId="{B6EAFADA-499B-4587-97C0-E8AF43CF7FD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27700D2-66BE-44A4-BD21-23630D1574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90CD512-ECC1-4C29-B87F-D5868E9D60D5}">
      <dgm:prSet/>
      <dgm:spPr/>
      <dgm:t>
        <a:bodyPr/>
        <a:lstStyle/>
        <a:p>
          <a:r>
            <a:rPr lang="en-US"/>
            <a:t>• Quais dados o seu grupo pretende usar?</a:t>
          </a:r>
        </a:p>
      </dgm:t>
    </dgm:pt>
    <dgm:pt modelId="{D08B097E-F8D6-473D-BBA6-BAA6B27867B6}" type="parTrans" cxnId="{6E74EFDE-1E1E-4D05-96D2-24816EE20782}">
      <dgm:prSet/>
      <dgm:spPr/>
      <dgm:t>
        <a:bodyPr/>
        <a:lstStyle/>
        <a:p>
          <a:endParaRPr lang="en-US"/>
        </a:p>
      </dgm:t>
    </dgm:pt>
    <dgm:pt modelId="{A2E7887C-C8E5-4C6F-89C8-8A58C02FDB9D}" type="sibTrans" cxnId="{6E74EFDE-1E1E-4D05-96D2-24816EE20782}">
      <dgm:prSet/>
      <dgm:spPr/>
      <dgm:t>
        <a:bodyPr/>
        <a:lstStyle/>
        <a:p>
          <a:endParaRPr lang="en-US"/>
        </a:p>
      </dgm:t>
    </dgm:pt>
    <dgm:pt modelId="{7F6C84BD-AF8A-4BBF-87E8-8276A898DECB}">
      <dgm:prSet/>
      <dgm:spPr/>
      <dgm:t>
        <a:bodyPr/>
        <a:lstStyle/>
        <a:p>
          <a:r>
            <a:rPr lang="en-US"/>
            <a:t>• Eles são completos, consistentes, atualizados e relevantes?</a:t>
          </a:r>
        </a:p>
      </dgm:t>
    </dgm:pt>
    <dgm:pt modelId="{D127BE67-FA53-435D-9B3F-5891E67F8128}" type="parTrans" cxnId="{0FB4637A-2FE2-4568-9818-B32C630A3421}">
      <dgm:prSet/>
      <dgm:spPr/>
      <dgm:t>
        <a:bodyPr/>
        <a:lstStyle/>
        <a:p>
          <a:endParaRPr lang="en-US"/>
        </a:p>
      </dgm:t>
    </dgm:pt>
    <dgm:pt modelId="{D1F5B970-61C0-4640-8149-1A4A3788941C}" type="sibTrans" cxnId="{0FB4637A-2FE2-4568-9818-B32C630A3421}">
      <dgm:prSet/>
      <dgm:spPr/>
      <dgm:t>
        <a:bodyPr/>
        <a:lstStyle/>
        <a:p>
          <a:endParaRPr lang="en-US"/>
        </a:p>
      </dgm:t>
    </dgm:pt>
    <dgm:pt modelId="{89D946B1-4C60-4098-BED3-807E0F5B265B}">
      <dgm:prSet/>
      <dgm:spPr/>
      <dgm:t>
        <a:bodyPr/>
        <a:lstStyle/>
        <a:p>
          <a:r>
            <a:rPr lang="en-US"/>
            <a:t>• Como a qualidade dos dados impacta o diagnóstico do projeto?</a:t>
          </a:r>
        </a:p>
      </dgm:t>
    </dgm:pt>
    <dgm:pt modelId="{B70878A1-0786-4CE1-9814-9B8C9D5CF628}" type="parTrans" cxnId="{D34C6E1B-4921-4B89-8B29-9B2773BA099A}">
      <dgm:prSet/>
      <dgm:spPr/>
      <dgm:t>
        <a:bodyPr/>
        <a:lstStyle/>
        <a:p>
          <a:endParaRPr lang="en-US"/>
        </a:p>
      </dgm:t>
    </dgm:pt>
    <dgm:pt modelId="{145817FA-E2AC-4992-B8FB-347764744DCA}" type="sibTrans" cxnId="{D34C6E1B-4921-4B89-8B29-9B2773BA099A}">
      <dgm:prSet/>
      <dgm:spPr/>
      <dgm:t>
        <a:bodyPr/>
        <a:lstStyle/>
        <a:p>
          <a:endParaRPr lang="en-US"/>
        </a:p>
      </dgm:t>
    </dgm:pt>
    <dgm:pt modelId="{5F98C509-73AE-46B8-83C7-51290E06CEA7}">
      <dgm:prSet/>
      <dgm:spPr/>
      <dgm:t>
        <a:bodyPr/>
        <a:lstStyle/>
        <a:p>
          <a:r>
            <a:rPr lang="en-US"/>
            <a:t>• Aula 11 → foco nos 5Vs + critérios técnicos de qualidade.</a:t>
          </a:r>
        </a:p>
      </dgm:t>
    </dgm:pt>
    <dgm:pt modelId="{5B52E7D4-4D11-41A1-BCD5-69502C615EA4}" type="parTrans" cxnId="{92E9BBE7-99C1-4E6E-A7AB-C7F352EF6E23}">
      <dgm:prSet/>
      <dgm:spPr/>
      <dgm:t>
        <a:bodyPr/>
        <a:lstStyle/>
        <a:p>
          <a:endParaRPr lang="en-US"/>
        </a:p>
      </dgm:t>
    </dgm:pt>
    <dgm:pt modelId="{1CC79127-B4B3-4002-BF2C-69D692DDC0CD}" type="sibTrans" cxnId="{92E9BBE7-99C1-4E6E-A7AB-C7F352EF6E23}">
      <dgm:prSet/>
      <dgm:spPr/>
      <dgm:t>
        <a:bodyPr/>
        <a:lstStyle/>
        <a:p>
          <a:endParaRPr lang="en-US"/>
        </a:p>
      </dgm:t>
    </dgm:pt>
    <dgm:pt modelId="{A0C957E6-CFBF-4912-8D97-3BD2EF75C589}" type="pres">
      <dgm:prSet presAssocID="{B27700D2-66BE-44A4-BD21-23630D15747C}" presName="root" presStyleCnt="0">
        <dgm:presLayoutVars>
          <dgm:dir/>
          <dgm:resizeHandles val="exact"/>
        </dgm:presLayoutVars>
      </dgm:prSet>
      <dgm:spPr/>
    </dgm:pt>
    <dgm:pt modelId="{C75FE170-5451-4E32-A876-7D31308851D4}" type="pres">
      <dgm:prSet presAssocID="{C90CD512-ECC1-4C29-B87F-D5868E9D60D5}" presName="compNode" presStyleCnt="0"/>
      <dgm:spPr/>
    </dgm:pt>
    <dgm:pt modelId="{5466A6F5-2FDD-4D47-834B-D77E878856CC}" type="pres">
      <dgm:prSet presAssocID="{C90CD512-ECC1-4C29-B87F-D5868E9D60D5}" presName="bgRect" presStyleLbl="bgShp" presStyleIdx="0" presStyleCnt="4"/>
      <dgm:spPr/>
    </dgm:pt>
    <dgm:pt modelId="{09F360CA-1CB5-4452-B444-AC1C65FDAD49}" type="pres">
      <dgm:prSet presAssocID="{C90CD512-ECC1-4C29-B87F-D5868E9D60D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A80B5E2F-2D93-4D7F-8858-2506A7792BC1}" type="pres">
      <dgm:prSet presAssocID="{C90CD512-ECC1-4C29-B87F-D5868E9D60D5}" presName="spaceRect" presStyleCnt="0"/>
      <dgm:spPr/>
    </dgm:pt>
    <dgm:pt modelId="{8007402B-A895-485E-A553-8421BCEA2C60}" type="pres">
      <dgm:prSet presAssocID="{C90CD512-ECC1-4C29-B87F-D5868E9D60D5}" presName="parTx" presStyleLbl="revTx" presStyleIdx="0" presStyleCnt="4">
        <dgm:presLayoutVars>
          <dgm:chMax val="0"/>
          <dgm:chPref val="0"/>
        </dgm:presLayoutVars>
      </dgm:prSet>
      <dgm:spPr/>
    </dgm:pt>
    <dgm:pt modelId="{F118088F-F70C-4E1F-AF0A-4801E96BC779}" type="pres">
      <dgm:prSet presAssocID="{A2E7887C-C8E5-4C6F-89C8-8A58C02FDB9D}" presName="sibTrans" presStyleCnt="0"/>
      <dgm:spPr/>
    </dgm:pt>
    <dgm:pt modelId="{64805EF2-06C7-4252-97BB-3B1DA05764AA}" type="pres">
      <dgm:prSet presAssocID="{7F6C84BD-AF8A-4BBF-87E8-8276A898DECB}" presName="compNode" presStyleCnt="0"/>
      <dgm:spPr/>
    </dgm:pt>
    <dgm:pt modelId="{39AA31A9-9318-40CA-9726-1B0A1F5EDA5A}" type="pres">
      <dgm:prSet presAssocID="{7F6C84BD-AF8A-4BBF-87E8-8276A898DECB}" presName="bgRect" presStyleLbl="bgShp" presStyleIdx="1" presStyleCnt="4"/>
      <dgm:spPr/>
    </dgm:pt>
    <dgm:pt modelId="{6A45EB18-57CE-4C58-9736-75FAEF9834BE}" type="pres">
      <dgm:prSet presAssocID="{7F6C84BD-AF8A-4BBF-87E8-8276A898DEC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D5A490FD-BD15-40AA-9416-8CFCA9F13CE0}" type="pres">
      <dgm:prSet presAssocID="{7F6C84BD-AF8A-4BBF-87E8-8276A898DECB}" presName="spaceRect" presStyleCnt="0"/>
      <dgm:spPr/>
    </dgm:pt>
    <dgm:pt modelId="{81AA392A-548D-4EC6-B909-5CCA8897359B}" type="pres">
      <dgm:prSet presAssocID="{7F6C84BD-AF8A-4BBF-87E8-8276A898DECB}" presName="parTx" presStyleLbl="revTx" presStyleIdx="1" presStyleCnt="4">
        <dgm:presLayoutVars>
          <dgm:chMax val="0"/>
          <dgm:chPref val="0"/>
        </dgm:presLayoutVars>
      </dgm:prSet>
      <dgm:spPr/>
    </dgm:pt>
    <dgm:pt modelId="{D7EF8877-3BE4-4E55-B421-470F159C26F0}" type="pres">
      <dgm:prSet presAssocID="{D1F5B970-61C0-4640-8149-1A4A3788941C}" presName="sibTrans" presStyleCnt="0"/>
      <dgm:spPr/>
    </dgm:pt>
    <dgm:pt modelId="{BB6622DB-7269-490A-A66D-9DDE70620B96}" type="pres">
      <dgm:prSet presAssocID="{89D946B1-4C60-4098-BED3-807E0F5B265B}" presName="compNode" presStyleCnt="0"/>
      <dgm:spPr/>
    </dgm:pt>
    <dgm:pt modelId="{D60AAD9B-C166-4675-A968-12567665A677}" type="pres">
      <dgm:prSet presAssocID="{89D946B1-4C60-4098-BED3-807E0F5B265B}" presName="bgRect" presStyleLbl="bgShp" presStyleIdx="2" presStyleCnt="4"/>
      <dgm:spPr/>
    </dgm:pt>
    <dgm:pt modelId="{AE274A4C-100F-4CF7-9A67-49A9C77156E2}" type="pres">
      <dgm:prSet presAssocID="{89D946B1-4C60-4098-BED3-807E0F5B265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ópio"/>
        </a:ext>
      </dgm:extLst>
    </dgm:pt>
    <dgm:pt modelId="{1AA44683-43DB-4BE5-8791-772F8885DEFC}" type="pres">
      <dgm:prSet presAssocID="{89D946B1-4C60-4098-BED3-807E0F5B265B}" presName="spaceRect" presStyleCnt="0"/>
      <dgm:spPr/>
    </dgm:pt>
    <dgm:pt modelId="{F07B78EF-D09F-47D9-AFF4-BCCB1C677A4F}" type="pres">
      <dgm:prSet presAssocID="{89D946B1-4C60-4098-BED3-807E0F5B265B}" presName="parTx" presStyleLbl="revTx" presStyleIdx="2" presStyleCnt="4">
        <dgm:presLayoutVars>
          <dgm:chMax val="0"/>
          <dgm:chPref val="0"/>
        </dgm:presLayoutVars>
      </dgm:prSet>
      <dgm:spPr/>
    </dgm:pt>
    <dgm:pt modelId="{B44D4EB2-A924-47EB-A7FA-F06FD871AD67}" type="pres">
      <dgm:prSet presAssocID="{145817FA-E2AC-4992-B8FB-347764744DCA}" presName="sibTrans" presStyleCnt="0"/>
      <dgm:spPr/>
    </dgm:pt>
    <dgm:pt modelId="{56922659-E352-406F-AC0A-05D3341A2077}" type="pres">
      <dgm:prSet presAssocID="{5F98C509-73AE-46B8-83C7-51290E06CEA7}" presName="compNode" presStyleCnt="0"/>
      <dgm:spPr/>
    </dgm:pt>
    <dgm:pt modelId="{0D9B2D2C-0364-41DD-A318-30912CF2BA43}" type="pres">
      <dgm:prSet presAssocID="{5F98C509-73AE-46B8-83C7-51290E06CEA7}" presName="bgRect" presStyleLbl="bgShp" presStyleIdx="3" presStyleCnt="4"/>
      <dgm:spPr/>
    </dgm:pt>
    <dgm:pt modelId="{73E4412E-6C38-4BBE-894E-6E211DA466FE}" type="pres">
      <dgm:prSet presAssocID="{5F98C509-73AE-46B8-83C7-51290E06CEA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B27547C8-7188-4AE0-92C5-718ADD975EF0}" type="pres">
      <dgm:prSet presAssocID="{5F98C509-73AE-46B8-83C7-51290E06CEA7}" presName="spaceRect" presStyleCnt="0"/>
      <dgm:spPr/>
    </dgm:pt>
    <dgm:pt modelId="{BE724EC6-AFBF-402A-B915-1DEDA9DB9630}" type="pres">
      <dgm:prSet presAssocID="{5F98C509-73AE-46B8-83C7-51290E06CEA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5296B0B-7A15-4CDE-9755-885F66C78D64}" type="presOf" srcId="{89D946B1-4C60-4098-BED3-807E0F5B265B}" destId="{F07B78EF-D09F-47D9-AFF4-BCCB1C677A4F}" srcOrd="0" destOrd="0" presId="urn:microsoft.com/office/officeart/2018/2/layout/IconVerticalSolidList"/>
    <dgm:cxn modelId="{8E80EB0D-719B-40D2-BE97-A903683571A5}" type="presOf" srcId="{B27700D2-66BE-44A4-BD21-23630D15747C}" destId="{A0C957E6-CFBF-4912-8D97-3BD2EF75C589}" srcOrd="0" destOrd="0" presId="urn:microsoft.com/office/officeart/2018/2/layout/IconVerticalSolidList"/>
    <dgm:cxn modelId="{D34C6E1B-4921-4B89-8B29-9B2773BA099A}" srcId="{B27700D2-66BE-44A4-BD21-23630D15747C}" destId="{89D946B1-4C60-4098-BED3-807E0F5B265B}" srcOrd="2" destOrd="0" parTransId="{B70878A1-0786-4CE1-9814-9B8C9D5CF628}" sibTransId="{145817FA-E2AC-4992-B8FB-347764744DCA}"/>
    <dgm:cxn modelId="{A753A567-D42B-482A-BBE6-F1F3E7F641C9}" type="presOf" srcId="{7F6C84BD-AF8A-4BBF-87E8-8276A898DECB}" destId="{81AA392A-548D-4EC6-B909-5CCA8897359B}" srcOrd="0" destOrd="0" presId="urn:microsoft.com/office/officeart/2018/2/layout/IconVerticalSolidList"/>
    <dgm:cxn modelId="{0FB4637A-2FE2-4568-9818-B32C630A3421}" srcId="{B27700D2-66BE-44A4-BD21-23630D15747C}" destId="{7F6C84BD-AF8A-4BBF-87E8-8276A898DECB}" srcOrd="1" destOrd="0" parTransId="{D127BE67-FA53-435D-9B3F-5891E67F8128}" sibTransId="{D1F5B970-61C0-4640-8149-1A4A3788941C}"/>
    <dgm:cxn modelId="{5C33B1AE-F0DA-4FA0-9DD8-FCB630F56C33}" type="presOf" srcId="{C90CD512-ECC1-4C29-B87F-D5868E9D60D5}" destId="{8007402B-A895-485E-A553-8421BCEA2C60}" srcOrd="0" destOrd="0" presId="urn:microsoft.com/office/officeart/2018/2/layout/IconVerticalSolidList"/>
    <dgm:cxn modelId="{F65469B6-0C0F-4D73-9EE4-756824D5F835}" type="presOf" srcId="{5F98C509-73AE-46B8-83C7-51290E06CEA7}" destId="{BE724EC6-AFBF-402A-B915-1DEDA9DB9630}" srcOrd="0" destOrd="0" presId="urn:microsoft.com/office/officeart/2018/2/layout/IconVerticalSolidList"/>
    <dgm:cxn modelId="{6E74EFDE-1E1E-4D05-96D2-24816EE20782}" srcId="{B27700D2-66BE-44A4-BD21-23630D15747C}" destId="{C90CD512-ECC1-4C29-B87F-D5868E9D60D5}" srcOrd="0" destOrd="0" parTransId="{D08B097E-F8D6-473D-BBA6-BAA6B27867B6}" sibTransId="{A2E7887C-C8E5-4C6F-89C8-8A58C02FDB9D}"/>
    <dgm:cxn modelId="{92E9BBE7-99C1-4E6E-A7AB-C7F352EF6E23}" srcId="{B27700D2-66BE-44A4-BD21-23630D15747C}" destId="{5F98C509-73AE-46B8-83C7-51290E06CEA7}" srcOrd="3" destOrd="0" parTransId="{5B52E7D4-4D11-41A1-BCD5-69502C615EA4}" sibTransId="{1CC79127-B4B3-4002-BF2C-69D692DDC0CD}"/>
    <dgm:cxn modelId="{2E8C9764-56B9-47F4-9C75-670BD08F2033}" type="presParOf" srcId="{A0C957E6-CFBF-4912-8D97-3BD2EF75C589}" destId="{C75FE170-5451-4E32-A876-7D31308851D4}" srcOrd="0" destOrd="0" presId="urn:microsoft.com/office/officeart/2018/2/layout/IconVerticalSolidList"/>
    <dgm:cxn modelId="{2E1B7527-D0F5-45CD-8B65-A749EFC2B288}" type="presParOf" srcId="{C75FE170-5451-4E32-A876-7D31308851D4}" destId="{5466A6F5-2FDD-4D47-834B-D77E878856CC}" srcOrd="0" destOrd="0" presId="urn:microsoft.com/office/officeart/2018/2/layout/IconVerticalSolidList"/>
    <dgm:cxn modelId="{96D0CDE4-5B35-47E8-8BB5-D4C63672803A}" type="presParOf" srcId="{C75FE170-5451-4E32-A876-7D31308851D4}" destId="{09F360CA-1CB5-4452-B444-AC1C65FDAD49}" srcOrd="1" destOrd="0" presId="urn:microsoft.com/office/officeart/2018/2/layout/IconVerticalSolidList"/>
    <dgm:cxn modelId="{F36341EA-50C6-4FE0-AEFD-14DB4CD54069}" type="presParOf" srcId="{C75FE170-5451-4E32-A876-7D31308851D4}" destId="{A80B5E2F-2D93-4D7F-8858-2506A7792BC1}" srcOrd="2" destOrd="0" presId="urn:microsoft.com/office/officeart/2018/2/layout/IconVerticalSolidList"/>
    <dgm:cxn modelId="{25E1C777-6D2A-43DB-9DF2-63CC35B93F3D}" type="presParOf" srcId="{C75FE170-5451-4E32-A876-7D31308851D4}" destId="{8007402B-A895-485E-A553-8421BCEA2C60}" srcOrd="3" destOrd="0" presId="urn:microsoft.com/office/officeart/2018/2/layout/IconVerticalSolidList"/>
    <dgm:cxn modelId="{F14A6239-78FA-4E6B-89E9-FB1EF0C2F007}" type="presParOf" srcId="{A0C957E6-CFBF-4912-8D97-3BD2EF75C589}" destId="{F118088F-F70C-4E1F-AF0A-4801E96BC779}" srcOrd="1" destOrd="0" presId="urn:microsoft.com/office/officeart/2018/2/layout/IconVerticalSolidList"/>
    <dgm:cxn modelId="{B2274C3A-3BCB-45B1-B821-D830B49A7B6B}" type="presParOf" srcId="{A0C957E6-CFBF-4912-8D97-3BD2EF75C589}" destId="{64805EF2-06C7-4252-97BB-3B1DA05764AA}" srcOrd="2" destOrd="0" presId="urn:microsoft.com/office/officeart/2018/2/layout/IconVerticalSolidList"/>
    <dgm:cxn modelId="{8D42EBFD-16ED-4161-B757-707406438075}" type="presParOf" srcId="{64805EF2-06C7-4252-97BB-3B1DA05764AA}" destId="{39AA31A9-9318-40CA-9726-1B0A1F5EDA5A}" srcOrd="0" destOrd="0" presId="urn:microsoft.com/office/officeart/2018/2/layout/IconVerticalSolidList"/>
    <dgm:cxn modelId="{4270AC83-6B85-4988-956F-E3E4D5ABA0D8}" type="presParOf" srcId="{64805EF2-06C7-4252-97BB-3B1DA05764AA}" destId="{6A45EB18-57CE-4C58-9736-75FAEF9834BE}" srcOrd="1" destOrd="0" presId="urn:microsoft.com/office/officeart/2018/2/layout/IconVerticalSolidList"/>
    <dgm:cxn modelId="{C9673CBF-DF76-4DE8-BECA-F002FF833023}" type="presParOf" srcId="{64805EF2-06C7-4252-97BB-3B1DA05764AA}" destId="{D5A490FD-BD15-40AA-9416-8CFCA9F13CE0}" srcOrd="2" destOrd="0" presId="urn:microsoft.com/office/officeart/2018/2/layout/IconVerticalSolidList"/>
    <dgm:cxn modelId="{F0D7BA2A-BAA3-4B97-BCE6-1BCF35AADBF0}" type="presParOf" srcId="{64805EF2-06C7-4252-97BB-3B1DA05764AA}" destId="{81AA392A-548D-4EC6-B909-5CCA8897359B}" srcOrd="3" destOrd="0" presId="urn:microsoft.com/office/officeart/2018/2/layout/IconVerticalSolidList"/>
    <dgm:cxn modelId="{CBDCDB65-4E98-413B-A996-697B8F147CF6}" type="presParOf" srcId="{A0C957E6-CFBF-4912-8D97-3BD2EF75C589}" destId="{D7EF8877-3BE4-4E55-B421-470F159C26F0}" srcOrd="3" destOrd="0" presId="urn:microsoft.com/office/officeart/2018/2/layout/IconVerticalSolidList"/>
    <dgm:cxn modelId="{6E639456-9A16-4028-91F3-8905DFFBF03A}" type="presParOf" srcId="{A0C957E6-CFBF-4912-8D97-3BD2EF75C589}" destId="{BB6622DB-7269-490A-A66D-9DDE70620B96}" srcOrd="4" destOrd="0" presId="urn:microsoft.com/office/officeart/2018/2/layout/IconVerticalSolidList"/>
    <dgm:cxn modelId="{CE989870-476F-4286-AC2B-912B34FABC80}" type="presParOf" srcId="{BB6622DB-7269-490A-A66D-9DDE70620B96}" destId="{D60AAD9B-C166-4675-A968-12567665A677}" srcOrd="0" destOrd="0" presId="urn:microsoft.com/office/officeart/2018/2/layout/IconVerticalSolidList"/>
    <dgm:cxn modelId="{4F1F1780-35BB-44F5-850A-FA50B506D1D1}" type="presParOf" srcId="{BB6622DB-7269-490A-A66D-9DDE70620B96}" destId="{AE274A4C-100F-4CF7-9A67-49A9C77156E2}" srcOrd="1" destOrd="0" presId="urn:microsoft.com/office/officeart/2018/2/layout/IconVerticalSolidList"/>
    <dgm:cxn modelId="{1842CE05-DBC8-4A0E-AE73-1A032CDFAEFB}" type="presParOf" srcId="{BB6622DB-7269-490A-A66D-9DDE70620B96}" destId="{1AA44683-43DB-4BE5-8791-772F8885DEFC}" srcOrd="2" destOrd="0" presId="urn:microsoft.com/office/officeart/2018/2/layout/IconVerticalSolidList"/>
    <dgm:cxn modelId="{A62F1F66-67A4-457C-81CB-17FC04BA0384}" type="presParOf" srcId="{BB6622DB-7269-490A-A66D-9DDE70620B96}" destId="{F07B78EF-D09F-47D9-AFF4-BCCB1C677A4F}" srcOrd="3" destOrd="0" presId="urn:microsoft.com/office/officeart/2018/2/layout/IconVerticalSolidList"/>
    <dgm:cxn modelId="{A61D086A-E8E2-4870-8C0A-A5E139679703}" type="presParOf" srcId="{A0C957E6-CFBF-4912-8D97-3BD2EF75C589}" destId="{B44D4EB2-A924-47EB-A7FA-F06FD871AD67}" srcOrd="5" destOrd="0" presId="urn:microsoft.com/office/officeart/2018/2/layout/IconVerticalSolidList"/>
    <dgm:cxn modelId="{F7A0DAE4-7968-435A-B9A3-29BC21C4E00E}" type="presParOf" srcId="{A0C957E6-CFBF-4912-8D97-3BD2EF75C589}" destId="{56922659-E352-406F-AC0A-05D3341A2077}" srcOrd="6" destOrd="0" presId="urn:microsoft.com/office/officeart/2018/2/layout/IconVerticalSolidList"/>
    <dgm:cxn modelId="{CD6009B3-CF9E-48E7-BD95-C553D1350A08}" type="presParOf" srcId="{56922659-E352-406F-AC0A-05D3341A2077}" destId="{0D9B2D2C-0364-41DD-A318-30912CF2BA43}" srcOrd="0" destOrd="0" presId="urn:microsoft.com/office/officeart/2018/2/layout/IconVerticalSolidList"/>
    <dgm:cxn modelId="{DFA87E78-8386-4936-98DB-E1B3D939163B}" type="presParOf" srcId="{56922659-E352-406F-AC0A-05D3341A2077}" destId="{73E4412E-6C38-4BBE-894E-6E211DA466FE}" srcOrd="1" destOrd="0" presId="urn:microsoft.com/office/officeart/2018/2/layout/IconVerticalSolidList"/>
    <dgm:cxn modelId="{2AB4D077-FAF5-43E4-9A7E-429A4008BA18}" type="presParOf" srcId="{56922659-E352-406F-AC0A-05D3341A2077}" destId="{B27547C8-7188-4AE0-92C5-718ADD975EF0}" srcOrd="2" destOrd="0" presId="urn:microsoft.com/office/officeart/2018/2/layout/IconVerticalSolidList"/>
    <dgm:cxn modelId="{3E85F1D7-FAA4-489E-B0DD-B9009D16E7A2}" type="presParOf" srcId="{56922659-E352-406F-AC0A-05D3341A2077}" destId="{BE724EC6-AFBF-402A-B915-1DEDA9DB96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F2FC12-463A-45B4-B457-3111E419538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5EACE2-D6BD-4314-B9FA-D919FC575392}">
      <dgm:prSet/>
      <dgm:spPr/>
      <dgm:t>
        <a:bodyPr/>
        <a:lstStyle/>
        <a:p>
          <a:r>
            <a:rPr lang="en-US"/>
            <a:t>Revisão dos 5Vs com foco em Veracidade e Valor</a:t>
          </a:r>
        </a:p>
      </dgm:t>
    </dgm:pt>
    <dgm:pt modelId="{AF0C82C8-9085-4D23-AEEC-E064B89A15EA}" type="parTrans" cxnId="{54E3BCC4-ED5A-425F-8847-AA2D6C1CA879}">
      <dgm:prSet/>
      <dgm:spPr/>
      <dgm:t>
        <a:bodyPr/>
        <a:lstStyle/>
        <a:p>
          <a:endParaRPr lang="en-US"/>
        </a:p>
      </dgm:t>
    </dgm:pt>
    <dgm:pt modelId="{4A2CACF1-F9D0-4846-A839-3C1AA46F4EF8}" type="sibTrans" cxnId="{54E3BCC4-ED5A-425F-8847-AA2D6C1CA879}">
      <dgm:prSet/>
      <dgm:spPr/>
      <dgm:t>
        <a:bodyPr/>
        <a:lstStyle/>
        <a:p>
          <a:endParaRPr lang="en-US"/>
        </a:p>
      </dgm:t>
    </dgm:pt>
    <dgm:pt modelId="{58820A81-F445-4C58-B2BB-70B44E3573BC}">
      <dgm:prSet/>
      <dgm:spPr/>
      <dgm:t>
        <a:bodyPr/>
        <a:lstStyle/>
        <a:p>
          <a:r>
            <a:rPr lang="en-US"/>
            <a:t>Problemas comuns: dados duplicados, ausentes, inconsistentes</a:t>
          </a:r>
        </a:p>
      </dgm:t>
    </dgm:pt>
    <dgm:pt modelId="{C4128D4B-80C1-412E-8C56-4A78D405FF42}" type="parTrans" cxnId="{A4D1D0A6-AD2A-48F5-94D6-7221DDA6B30B}">
      <dgm:prSet/>
      <dgm:spPr/>
      <dgm:t>
        <a:bodyPr/>
        <a:lstStyle/>
        <a:p>
          <a:endParaRPr lang="en-US"/>
        </a:p>
      </dgm:t>
    </dgm:pt>
    <dgm:pt modelId="{9AA07A4C-4EA0-4F39-B7FD-EBA0386859D1}" type="sibTrans" cxnId="{A4D1D0A6-AD2A-48F5-94D6-7221DDA6B30B}">
      <dgm:prSet/>
      <dgm:spPr/>
      <dgm:t>
        <a:bodyPr/>
        <a:lstStyle/>
        <a:p>
          <a:endParaRPr lang="en-US"/>
        </a:p>
      </dgm:t>
    </dgm:pt>
    <dgm:pt modelId="{E0FCBCA0-BA59-490F-A6F1-68D415DAC9E4}">
      <dgm:prSet/>
      <dgm:spPr/>
      <dgm:t>
        <a:bodyPr/>
        <a:lstStyle/>
        <a:p>
          <a:r>
            <a:rPr lang="en-US"/>
            <a:t>Impactos da má qualidade nos projetos de Big Data</a:t>
          </a:r>
        </a:p>
      </dgm:t>
    </dgm:pt>
    <dgm:pt modelId="{3073B4F6-A3AB-4F87-A20C-EC0592D1C6DB}" type="parTrans" cxnId="{40226C5C-6DA5-4B68-8842-2CC541D676C6}">
      <dgm:prSet/>
      <dgm:spPr/>
      <dgm:t>
        <a:bodyPr/>
        <a:lstStyle/>
        <a:p>
          <a:endParaRPr lang="en-US"/>
        </a:p>
      </dgm:t>
    </dgm:pt>
    <dgm:pt modelId="{33F20610-65EB-4AE8-963A-22F2BBDEDFB6}" type="sibTrans" cxnId="{40226C5C-6DA5-4B68-8842-2CC541D676C6}">
      <dgm:prSet/>
      <dgm:spPr/>
      <dgm:t>
        <a:bodyPr/>
        <a:lstStyle/>
        <a:p>
          <a:endParaRPr lang="en-US"/>
        </a:p>
      </dgm:t>
    </dgm:pt>
    <dgm:pt modelId="{64552B77-6F65-413B-8544-EA055A1071A0}" type="pres">
      <dgm:prSet presAssocID="{37F2FC12-463A-45B4-B457-3111E4195384}" presName="root" presStyleCnt="0">
        <dgm:presLayoutVars>
          <dgm:dir/>
          <dgm:resizeHandles val="exact"/>
        </dgm:presLayoutVars>
      </dgm:prSet>
      <dgm:spPr/>
    </dgm:pt>
    <dgm:pt modelId="{95A7B1B6-B2F7-4737-962A-F466151E704B}" type="pres">
      <dgm:prSet presAssocID="{C65EACE2-D6BD-4314-B9FA-D919FC575392}" presName="compNode" presStyleCnt="0"/>
      <dgm:spPr/>
    </dgm:pt>
    <dgm:pt modelId="{520F9087-1AA9-4338-B0BE-155329085918}" type="pres">
      <dgm:prSet presAssocID="{C65EACE2-D6BD-4314-B9FA-D919FC575392}" presName="bgRect" presStyleLbl="bgShp" presStyleIdx="0" presStyleCnt="3"/>
      <dgm:spPr/>
    </dgm:pt>
    <dgm:pt modelId="{55287F9E-1A19-424F-A09D-19E9BF380E3B}" type="pres">
      <dgm:prSet presAssocID="{C65EACE2-D6BD-4314-B9FA-D919FC5753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EB476D08-35C1-4615-BEBA-A676A73BFA06}" type="pres">
      <dgm:prSet presAssocID="{C65EACE2-D6BD-4314-B9FA-D919FC575392}" presName="spaceRect" presStyleCnt="0"/>
      <dgm:spPr/>
    </dgm:pt>
    <dgm:pt modelId="{F96CE37D-D099-4EB6-8DD8-5341A09A2A23}" type="pres">
      <dgm:prSet presAssocID="{C65EACE2-D6BD-4314-B9FA-D919FC575392}" presName="parTx" presStyleLbl="revTx" presStyleIdx="0" presStyleCnt="3">
        <dgm:presLayoutVars>
          <dgm:chMax val="0"/>
          <dgm:chPref val="0"/>
        </dgm:presLayoutVars>
      </dgm:prSet>
      <dgm:spPr/>
    </dgm:pt>
    <dgm:pt modelId="{61367B62-578F-4168-8E09-FB9763D87998}" type="pres">
      <dgm:prSet presAssocID="{4A2CACF1-F9D0-4846-A839-3C1AA46F4EF8}" presName="sibTrans" presStyleCnt="0"/>
      <dgm:spPr/>
    </dgm:pt>
    <dgm:pt modelId="{3B7D727B-2CC9-4826-9CBD-4D681C0A6FC0}" type="pres">
      <dgm:prSet presAssocID="{58820A81-F445-4C58-B2BB-70B44E3573BC}" presName="compNode" presStyleCnt="0"/>
      <dgm:spPr/>
    </dgm:pt>
    <dgm:pt modelId="{C10A38C2-3780-4344-A068-86ECAD837BF1}" type="pres">
      <dgm:prSet presAssocID="{58820A81-F445-4C58-B2BB-70B44E3573BC}" presName="bgRect" presStyleLbl="bgShp" presStyleIdx="1" presStyleCnt="3"/>
      <dgm:spPr/>
    </dgm:pt>
    <dgm:pt modelId="{5AE01B50-55FB-4665-B976-8B296CBC1944}" type="pres">
      <dgm:prSet presAssocID="{58820A81-F445-4C58-B2BB-70B44E3573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irinto"/>
        </a:ext>
      </dgm:extLst>
    </dgm:pt>
    <dgm:pt modelId="{93D63F9E-1ABC-4C2C-9649-762C54679DDF}" type="pres">
      <dgm:prSet presAssocID="{58820A81-F445-4C58-B2BB-70B44E3573BC}" presName="spaceRect" presStyleCnt="0"/>
      <dgm:spPr/>
    </dgm:pt>
    <dgm:pt modelId="{207217EA-BA52-41C6-89B8-2D87F639D17A}" type="pres">
      <dgm:prSet presAssocID="{58820A81-F445-4C58-B2BB-70B44E3573BC}" presName="parTx" presStyleLbl="revTx" presStyleIdx="1" presStyleCnt="3">
        <dgm:presLayoutVars>
          <dgm:chMax val="0"/>
          <dgm:chPref val="0"/>
        </dgm:presLayoutVars>
      </dgm:prSet>
      <dgm:spPr/>
    </dgm:pt>
    <dgm:pt modelId="{C36FB88D-8CA4-4D7A-9DA8-9C9923C6F539}" type="pres">
      <dgm:prSet presAssocID="{9AA07A4C-4EA0-4F39-B7FD-EBA0386859D1}" presName="sibTrans" presStyleCnt="0"/>
      <dgm:spPr/>
    </dgm:pt>
    <dgm:pt modelId="{8F9F6833-917B-48A3-867B-9200EF251660}" type="pres">
      <dgm:prSet presAssocID="{E0FCBCA0-BA59-490F-A6F1-68D415DAC9E4}" presName="compNode" presStyleCnt="0"/>
      <dgm:spPr/>
    </dgm:pt>
    <dgm:pt modelId="{33702CCE-9275-403D-9397-739DE1862EFA}" type="pres">
      <dgm:prSet presAssocID="{E0FCBCA0-BA59-490F-A6F1-68D415DAC9E4}" presName="bgRect" presStyleLbl="bgShp" presStyleIdx="2" presStyleCnt="3"/>
      <dgm:spPr/>
    </dgm:pt>
    <dgm:pt modelId="{B6CFC327-1381-45A3-B4E2-693AAD917D40}" type="pres">
      <dgm:prSet presAssocID="{E0FCBCA0-BA59-490F-A6F1-68D415DAC9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D38F01E-4AD4-4809-8F4A-3A2719CB2B8B}" type="pres">
      <dgm:prSet presAssocID="{E0FCBCA0-BA59-490F-A6F1-68D415DAC9E4}" presName="spaceRect" presStyleCnt="0"/>
      <dgm:spPr/>
    </dgm:pt>
    <dgm:pt modelId="{7BFBFC46-0B2B-48FF-BC11-827A81AD1CA1}" type="pres">
      <dgm:prSet presAssocID="{E0FCBCA0-BA59-490F-A6F1-68D415DAC9E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D55580A-5289-4FB0-943A-12AA7E49D19B}" type="presOf" srcId="{37F2FC12-463A-45B4-B457-3111E4195384}" destId="{64552B77-6F65-413B-8544-EA055A1071A0}" srcOrd="0" destOrd="0" presId="urn:microsoft.com/office/officeart/2018/2/layout/IconVerticalSolidList"/>
    <dgm:cxn modelId="{40226C5C-6DA5-4B68-8842-2CC541D676C6}" srcId="{37F2FC12-463A-45B4-B457-3111E4195384}" destId="{E0FCBCA0-BA59-490F-A6F1-68D415DAC9E4}" srcOrd="2" destOrd="0" parTransId="{3073B4F6-A3AB-4F87-A20C-EC0592D1C6DB}" sibTransId="{33F20610-65EB-4AE8-963A-22F2BBDEDFB6}"/>
    <dgm:cxn modelId="{56F9E74A-6B3C-4681-B462-FCEA456D9C51}" type="presOf" srcId="{E0FCBCA0-BA59-490F-A6F1-68D415DAC9E4}" destId="{7BFBFC46-0B2B-48FF-BC11-827A81AD1CA1}" srcOrd="0" destOrd="0" presId="urn:microsoft.com/office/officeart/2018/2/layout/IconVerticalSolidList"/>
    <dgm:cxn modelId="{A4D1D0A6-AD2A-48F5-94D6-7221DDA6B30B}" srcId="{37F2FC12-463A-45B4-B457-3111E4195384}" destId="{58820A81-F445-4C58-B2BB-70B44E3573BC}" srcOrd="1" destOrd="0" parTransId="{C4128D4B-80C1-412E-8C56-4A78D405FF42}" sibTransId="{9AA07A4C-4EA0-4F39-B7FD-EBA0386859D1}"/>
    <dgm:cxn modelId="{54E3BCC4-ED5A-425F-8847-AA2D6C1CA879}" srcId="{37F2FC12-463A-45B4-B457-3111E4195384}" destId="{C65EACE2-D6BD-4314-B9FA-D919FC575392}" srcOrd="0" destOrd="0" parTransId="{AF0C82C8-9085-4D23-AEEC-E064B89A15EA}" sibTransId="{4A2CACF1-F9D0-4846-A839-3C1AA46F4EF8}"/>
    <dgm:cxn modelId="{5B686FD1-EC25-442A-B397-33A4B86C0248}" type="presOf" srcId="{C65EACE2-D6BD-4314-B9FA-D919FC575392}" destId="{F96CE37D-D099-4EB6-8DD8-5341A09A2A23}" srcOrd="0" destOrd="0" presId="urn:microsoft.com/office/officeart/2018/2/layout/IconVerticalSolidList"/>
    <dgm:cxn modelId="{C2AB68F2-A72B-4D51-87B3-0E87BC4FFC2E}" type="presOf" srcId="{58820A81-F445-4C58-B2BB-70B44E3573BC}" destId="{207217EA-BA52-41C6-89B8-2D87F639D17A}" srcOrd="0" destOrd="0" presId="urn:microsoft.com/office/officeart/2018/2/layout/IconVerticalSolidList"/>
    <dgm:cxn modelId="{5B6AAB01-C7BA-4237-BE3A-7E04893FB269}" type="presParOf" srcId="{64552B77-6F65-413B-8544-EA055A1071A0}" destId="{95A7B1B6-B2F7-4737-962A-F466151E704B}" srcOrd="0" destOrd="0" presId="urn:microsoft.com/office/officeart/2018/2/layout/IconVerticalSolidList"/>
    <dgm:cxn modelId="{05741520-180A-4F7A-B555-FEE31A52EB1F}" type="presParOf" srcId="{95A7B1B6-B2F7-4737-962A-F466151E704B}" destId="{520F9087-1AA9-4338-B0BE-155329085918}" srcOrd="0" destOrd="0" presId="urn:microsoft.com/office/officeart/2018/2/layout/IconVerticalSolidList"/>
    <dgm:cxn modelId="{B42AC076-C00D-4805-86E7-D227FA7822CC}" type="presParOf" srcId="{95A7B1B6-B2F7-4737-962A-F466151E704B}" destId="{55287F9E-1A19-424F-A09D-19E9BF380E3B}" srcOrd="1" destOrd="0" presId="urn:microsoft.com/office/officeart/2018/2/layout/IconVerticalSolidList"/>
    <dgm:cxn modelId="{A8194D07-8263-4077-B6B7-A0BC1EDE4B9A}" type="presParOf" srcId="{95A7B1B6-B2F7-4737-962A-F466151E704B}" destId="{EB476D08-35C1-4615-BEBA-A676A73BFA06}" srcOrd="2" destOrd="0" presId="urn:microsoft.com/office/officeart/2018/2/layout/IconVerticalSolidList"/>
    <dgm:cxn modelId="{4263B700-C128-4B4E-86F3-B013E96B8C20}" type="presParOf" srcId="{95A7B1B6-B2F7-4737-962A-F466151E704B}" destId="{F96CE37D-D099-4EB6-8DD8-5341A09A2A23}" srcOrd="3" destOrd="0" presId="urn:microsoft.com/office/officeart/2018/2/layout/IconVerticalSolidList"/>
    <dgm:cxn modelId="{CE58AE90-162E-4152-921F-47931F9798A4}" type="presParOf" srcId="{64552B77-6F65-413B-8544-EA055A1071A0}" destId="{61367B62-578F-4168-8E09-FB9763D87998}" srcOrd="1" destOrd="0" presId="urn:microsoft.com/office/officeart/2018/2/layout/IconVerticalSolidList"/>
    <dgm:cxn modelId="{A028F4AD-400B-4E2E-ABB4-BAD9B15950C9}" type="presParOf" srcId="{64552B77-6F65-413B-8544-EA055A1071A0}" destId="{3B7D727B-2CC9-4826-9CBD-4D681C0A6FC0}" srcOrd="2" destOrd="0" presId="urn:microsoft.com/office/officeart/2018/2/layout/IconVerticalSolidList"/>
    <dgm:cxn modelId="{C4629DE5-05D0-4806-B1DD-1660AD4A6CF2}" type="presParOf" srcId="{3B7D727B-2CC9-4826-9CBD-4D681C0A6FC0}" destId="{C10A38C2-3780-4344-A068-86ECAD837BF1}" srcOrd="0" destOrd="0" presId="urn:microsoft.com/office/officeart/2018/2/layout/IconVerticalSolidList"/>
    <dgm:cxn modelId="{5D507069-BB1C-4D61-ADBD-D76A35FC9F56}" type="presParOf" srcId="{3B7D727B-2CC9-4826-9CBD-4D681C0A6FC0}" destId="{5AE01B50-55FB-4665-B976-8B296CBC1944}" srcOrd="1" destOrd="0" presId="urn:microsoft.com/office/officeart/2018/2/layout/IconVerticalSolidList"/>
    <dgm:cxn modelId="{CDCB0A40-61D1-43CE-8840-A0E630B72B11}" type="presParOf" srcId="{3B7D727B-2CC9-4826-9CBD-4D681C0A6FC0}" destId="{93D63F9E-1ABC-4C2C-9649-762C54679DDF}" srcOrd="2" destOrd="0" presId="urn:microsoft.com/office/officeart/2018/2/layout/IconVerticalSolidList"/>
    <dgm:cxn modelId="{B9D16131-4288-4D02-B97C-3BD7BD1E08C1}" type="presParOf" srcId="{3B7D727B-2CC9-4826-9CBD-4D681C0A6FC0}" destId="{207217EA-BA52-41C6-89B8-2D87F639D17A}" srcOrd="3" destOrd="0" presId="urn:microsoft.com/office/officeart/2018/2/layout/IconVerticalSolidList"/>
    <dgm:cxn modelId="{636148D9-CDA9-4959-89FC-B0E1243C2562}" type="presParOf" srcId="{64552B77-6F65-413B-8544-EA055A1071A0}" destId="{C36FB88D-8CA4-4D7A-9DA8-9C9923C6F539}" srcOrd="3" destOrd="0" presId="urn:microsoft.com/office/officeart/2018/2/layout/IconVerticalSolidList"/>
    <dgm:cxn modelId="{E2DA03B3-5923-4215-85EC-6934B7C70B3A}" type="presParOf" srcId="{64552B77-6F65-413B-8544-EA055A1071A0}" destId="{8F9F6833-917B-48A3-867B-9200EF251660}" srcOrd="4" destOrd="0" presId="urn:microsoft.com/office/officeart/2018/2/layout/IconVerticalSolidList"/>
    <dgm:cxn modelId="{C4426CAA-6CBE-4C59-8B2D-4B3AA3C22EFC}" type="presParOf" srcId="{8F9F6833-917B-48A3-867B-9200EF251660}" destId="{33702CCE-9275-403D-9397-739DE1862EFA}" srcOrd="0" destOrd="0" presId="urn:microsoft.com/office/officeart/2018/2/layout/IconVerticalSolidList"/>
    <dgm:cxn modelId="{B0BE782D-9FFA-422F-BF15-D8CA7821B069}" type="presParOf" srcId="{8F9F6833-917B-48A3-867B-9200EF251660}" destId="{B6CFC327-1381-45A3-B4E2-693AAD917D40}" srcOrd="1" destOrd="0" presId="urn:microsoft.com/office/officeart/2018/2/layout/IconVerticalSolidList"/>
    <dgm:cxn modelId="{BDD51593-CB79-4FFB-B9B5-A7FB662A5CC3}" type="presParOf" srcId="{8F9F6833-917B-48A3-867B-9200EF251660}" destId="{6D38F01E-4AD4-4809-8F4A-3A2719CB2B8B}" srcOrd="2" destOrd="0" presId="urn:microsoft.com/office/officeart/2018/2/layout/IconVerticalSolidList"/>
    <dgm:cxn modelId="{F14430E3-943B-4835-A3EE-F5103BF8DAE3}" type="presParOf" srcId="{8F9F6833-917B-48A3-867B-9200EF251660}" destId="{7BFBFC46-0B2B-48FF-BC11-827A81AD1C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EF5C0FF-6A3E-44BE-A0D6-0D1695C61FB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36DFE64-E756-4862-8748-D6AED6D29169}">
      <dgm:prSet/>
      <dgm:spPr/>
      <dgm:t>
        <a:bodyPr/>
        <a:lstStyle/>
        <a:p>
          <a:r>
            <a:rPr lang="en-US"/>
            <a:t>Fonte dos dados utilizados</a:t>
          </a:r>
        </a:p>
      </dgm:t>
    </dgm:pt>
    <dgm:pt modelId="{A5902DC0-1DED-4149-B381-A68739E0E841}" type="parTrans" cxnId="{997EE324-BD11-40F5-901F-2C61BB8754AF}">
      <dgm:prSet/>
      <dgm:spPr/>
      <dgm:t>
        <a:bodyPr/>
        <a:lstStyle/>
        <a:p>
          <a:endParaRPr lang="en-US"/>
        </a:p>
      </dgm:t>
    </dgm:pt>
    <dgm:pt modelId="{78764F51-4CFE-4626-B328-7500A4D18EF7}" type="sibTrans" cxnId="{997EE324-BD11-40F5-901F-2C61BB8754AF}">
      <dgm:prSet/>
      <dgm:spPr/>
      <dgm:t>
        <a:bodyPr/>
        <a:lstStyle/>
        <a:p>
          <a:endParaRPr lang="en-US"/>
        </a:p>
      </dgm:t>
    </dgm:pt>
    <dgm:pt modelId="{9E45E0A7-DFE2-4192-BB9F-BB608D3E3DF4}">
      <dgm:prSet/>
      <dgm:spPr/>
      <dgm:t>
        <a:bodyPr/>
        <a:lstStyle/>
        <a:p>
          <a:r>
            <a:rPr lang="en-US"/>
            <a:t>Tipo de dados (estruturado, semi ou não estruturado)</a:t>
          </a:r>
        </a:p>
      </dgm:t>
    </dgm:pt>
    <dgm:pt modelId="{CDC237E6-C003-42DF-A844-A05AC7B51392}" type="parTrans" cxnId="{851C46E5-FFD9-49F7-A6FC-54323B702ECF}">
      <dgm:prSet/>
      <dgm:spPr/>
      <dgm:t>
        <a:bodyPr/>
        <a:lstStyle/>
        <a:p>
          <a:endParaRPr lang="en-US"/>
        </a:p>
      </dgm:t>
    </dgm:pt>
    <dgm:pt modelId="{7AA3BA25-444D-4F7F-B765-F9F67A050E46}" type="sibTrans" cxnId="{851C46E5-FFD9-49F7-A6FC-54323B702ECF}">
      <dgm:prSet/>
      <dgm:spPr/>
      <dgm:t>
        <a:bodyPr/>
        <a:lstStyle/>
        <a:p>
          <a:endParaRPr lang="en-US"/>
        </a:p>
      </dgm:t>
    </dgm:pt>
    <dgm:pt modelId="{48731528-A1EB-4B9A-A6B7-D05C5425ACA2}">
      <dgm:prSet/>
      <dgm:spPr/>
      <dgm:t>
        <a:bodyPr/>
        <a:lstStyle/>
        <a:p>
          <a:r>
            <a:rPr lang="en-US"/>
            <a:t>Problemas de qualidade identificados</a:t>
          </a:r>
        </a:p>
      </dgm:t>
    </dgm:pt>
    <dgm:pt modelId="{CD4CD50C-7027-4327-8130-BE45A31D4DB7}" type="parTrans" cxnId="{FE70B33A-5EFB-4545-87CE-D53DC40C7F58}">
      <dgm:prSet/>
      <dgm:spPr/>
      <dgm:t>
        <a:bodyPr/>
        <a:lstStyle/>
        <a:p>
          <a:endParaRPr lang="en-US"/>
        </a:p>
      </dgm:t>
    </dgm:pt>
    <dgm:pt modelId="{D62F04C6-40BC-44C1-9008-93DEC39DD21E}" type="sibTrans" cxnId="{FE70B33A-5EFB-4545-87CE-D53DC40C7F58}">
      <dgm:prSet/>
      <dgm:spPr/>
      <dgm:t>
        <a:bodyPr/>
        <a:lstStyle/>
        <a:p>
          <a:endParaRPr lang="en-US"/>
        </a:p>
      </dgm:t>
    </dgm:pt>
    <dgm:pt modelId="{9D55813F-0037-440C-AFD2-CF9123FAA343}">
      <dgm:prSet/>
      <dgm:spPr/>
      <dgm:t>
        <a:bodyPr/>
        <a:lstStyle/>
        <a:p>
          <a:r>
            <a:rPr lang="en-US"/>
            <a:t>Estratégias para tratamento e limpeza de dados</a:t>
          </a:r>
        </a:p>
      </dgm:t>
    </dgm:pt>
    <dgm:pt modelId="{94A55775-924C-4318-9740-348A432550CA}" type="parTrans" cxnId="{60DFFC22-1511-47A2-BCE3-D54BC547ECE8}">
      <dgm:prSet/>
      <dgm:spPr/>
      <dgm:t>
        <a:bodyPr/>
        <a:lstStyle/>
        <a:p>
          <a:endParaRPr lang="en-US"/>
        </a:p>
      </dgm:t>
    </dgm:pt>
    <dgm:pt modelId="{0A96D45A-C5E0-410C-AB68-AB5F6C216CA9}" type="sibTrans" cxnId="{60DFFC22-1511-47A2-BCE3-D54BC547ECE8}">
      <dgm:prSet/>
      <dgm:spPr/>
      <dgm:t>
        <a:bodyPr/>
        <a:lstStyle/>
        <a:p>
          <a:endParaRPr lang="en-US"/>
        </a:p>
      </dgm:t>
    </dgm:pt>
    <dgm:pt modelId="{9F69642A-0565-4A1F-A0F1-827C72A12F2B}">
      <dgm:prSet/>
      <dgm:spPr/>
      <dgm:t>
        <a:bodyPr/>
        <a:lstStyle/>
        <a:p>
          <a:r>
            <a:rPr lang="en-US" dirty="0" err="1"/>
            <a:t>Entrega</a:t>
          </a:r>
          <a:r>
            <a:rPr lang="en-US" dirty="0"/>
            <a:t> </a:t>
          </a:r>
          <a:r>
            <a:rPr lang="en-US" dirty="0" err="1"/>
            <a:t>até</a:t>
          </a:r>
          <a:r>
            <a:rPr lang="en-US" dirty="0"/>
            <a:t> o </a:t>
          </a:r>
          <a:r>
            <a:rPr lang="en-US" dirty="0" err="1"/>
            <a:t>fim</a:t>
          </a:r>
          <a:r>
            <a:rPr lang="en-US" dirty="0"/>
            <a:t> da aula </a:t>
          </a:r>
          <a:r>
            <a:rPr lang="en-US" dirty="0" err="1"/>
            <a:t>ou</a:t>
          </a:r>
          <a:r>
            <a:rPr lang="en-US" dirty="0"/>
            <a:t> via Moodle </a:t>
          </a:r>
          <a:r>
            <a:rPr lang="en-US" dirty="0" err="1"/>
            <a:t>até</a:t>
          </a:r>
          <a:r>
            <a:rPr lang="en-US" dirty="0"/>
            <a:t> </a:t>
          </a:r>
          <a:r>
            <a:rPr lang="en-US" dirty="0" err="1"/>
            <a:t>meia-noite</a:t>
          </a:r>
          <a:endParaRPr lang="en-US" dirty="0"/>
        </a:p>
      </dgm:t>
    </dgm:pt>
    <dgm:pt modelId="{AF15AE5E-3F98-40EC-93BC-6D70840FA0B1}" type="parTrans" cxnId="{5B209B87-4631-4527-8F4B-3E5455975589}">
      <dgm:prSet/>
      <dgm:spPr/>
      <dgm:t>
        <a:bodyPr/>
        <a:lstStyle/>
        <a:p>
          <a:endParaRPr lang="en-US"/>
        </a:p>
      </dgm:t>
    </dgm:pt>
    <dgm:pt modelId="{0F97DC8E-9D21-4A6C-A264-E5780FD7F95A}" type="sibTrans" cxnId="{5B209B87-4631-4527-8F4B-3E5455975589}">
      <dgm:prSet/>
      <dgm:spPr/>
      <dgm:t>
        <a:bodyPr/>
        <a:lstStyle/>
        <a:p>
          <a:endParaRPr lang="en-US"/>
        </a:p>
      </dgm:t>
    </dgm:pt>
    <dgm:pt modelId="{EB7A61E3-2557-4FFE-9DB8-84BB21175C3A}" type="pres">
      <dgm:prSet presAssocID="{9EF5C0FF-6A3E-44BE-A0D6-0D1695C61FB9}" presName="root" presStyleCnt="0">
        <dgm:presLayoutVars>
          <dgm:dir/>
          <dgm:resizeHandles val="exact"/>
        </dgm:presLayoutVars>
      </dgm:prSet>
      <dgm:spPr/>
    </dgm:pt>
    <dgm:pt modelId="{129BF566-B279-41C2-BB6B-F1C650148CC2}" type="pres">
      <dgm:prSet presAssocID="{F36DFE64-E756-4862-8748-D6AED6D29169}" presName="compNode" presStyleCnt="0"/>
      <dgm:spPr/>
    </dgm:pt>
    <dgm:pt modelId="{57465A79-2C32-4DD8-9623-2B9A7946CE23}" type="pres">
      <dgm:prSet presAssocID="{F36DFE64-E756-4862-8748-D6AED6D291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E4D79C2C-25D0-443E-B214-4968428C9947}" type="pres">
      <dgm:prSet presAssocID="{F36DFE64-E756-4862-8748-D6AED6D29169}" presName="spaceRect" presStyleCnt="0"/>
      <dgm:spPr/>
    </dgm:pt>
    <dgm:pt modelId="{862B8FC2-AA20-4522-B44F-334D010C3D58}" type="pres">
      <dgm:prSet presAssocID="{F36DFE64-E756-4862-8748-D6AED6D29169}" presName="textRect" presStyleLbl="revTx" presStyleIdx="0" presStyleCnt="5">
        <dgm:presLayoutVars>
          <dgm:chMax val="1"/>
          <dgm:chPref val="1"/>
        </dgm:presLayoutVars>
      </dgm:prSet>
      <dgm:spPr/>
    </dgm:pt>
    <dgm:pt modelId="{A1DE27AD-8C75-42C7-A5C1-2346C9814952}" type="pres">
      <dgm:prSet presAssocID="{78764F51-4CFE-4626-B328-7500A4D18EF7}" presName="sibTrans" presStyleCnt="0"/>
      <dgm:spPr/>
    </dgm:pt>
    <dgm:pt modelId="{84E6F268-5482-4D99-9ED8-D53599B14AA7}" type="pres">
      <dgm:prSet presAssocID="{9E45E0A7-DFE2-4192-BB9F-BB608D3E3DF4}" presName="compNode" presStyleCnt="0"/>
      <dgm:spPr/>
    </dgm:pt>
    <dgm:pt modelId="{BE1788A0-57E4-4CB7-A1F7-6F624004169E}" type="pres">
      <dgm:prSet presAssocID="{9E45E0A7-DFE2-4192-BB9F-BB608D3E3DF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26B51990-E972-4671-9339-54C2CDE05BF6}" type="pres">
      <dgm:prSet presAssocID="{9E45E0A7-DFE2-4192-BB9F-BB608D3E3DF4}" presName="spaceRect" presStyleCnt="0"/>
      <dgm:spPr/>
    </dgm:pt>
    <dgm:pt modelId="{212FF7DD-19D6-436D-AC46-6F4ADABD7BD3}" type="pres">
      <dgm:prSet presAssocID="{9E45E0A7-DFE2-4192-BB9F-BB608D3E3DF4}" presName="textRect" presStyleLbl="revTx" presStyleIdx="1" presStyleCnt="5">
        <dgm:presLayoutVars>
          <dgm:chMax val="1"/>
          <dgm:chPref val="1"/>
        </dgm:presLayoutVars>
      </dgm:prSet>
      <dgm:spPr/>
    </dgm:pt>
    <dgm:pt modelId="{C7A67B11-2B70-4646-8CBF-3BB1374B5317}" type="pres">
      <dgm:prSet presAssocID="{7AA3BA25-444D-4F7F-B765-F9F67A050E46}" presName="sibTrans" presStyleCnt="0"/>
      <dgm:spPr/>
    </dgm:pt>
    <dgm:pt modelId="{3BD2EBFB-2F46-4F40-97C8-854D8ECB0AC5}" type="pres">
      <dgm:prSet presAssocID="{48731528-A1EB-4B9A-A6B7-D05C5425ACA2}" presName="compNode" presStyleCnt="0"/>
      <dgm:spPr/>
    </dgm:pt>
    <dgm:pt modelId="{BE61B745-3540-48A1-A279-8A8435A0282B}" type="pres">
      <dgm:prSet presAssocID="{48731528-A1EB-4B9A-A6B7-D05C5425ACA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iso"/>
        </a:ext>
      </dgm:extLst>
    </dgm:pt>
    <dgm:pt modelId="{E4921106-DCD5-482B-8C32-343959FF4D37}" type="pres">
      <dgm:prSet presAssocID="{48731528-A1EB-4B9A-A6B7-D05C5425ACA2}" presName="spaceRect" presStyleCnt="0"/>
      <dgm:spPr/>
    </dgm:pt>
    <dgm:pt modelId="{B18D6339-A623-4D12-9D82-5A60F9503DBC}" type="pres">
      <dgm:prSet presAssocID="{48731528-A1EB-4B9A-A6B7-D05C5425ACA2}" presName="textRect" presStyleLbl="revTx" presStyleIdx="2" presStyleCnt="5">
        <dgm:presLayoutVars>
          <dgm:chMax val="1"/>
          <dgm:chPref val="1"/>
        </dgm:presLayoutVars>
      </dgm:prSet>
      <dgm:spPr/>
    </dgm:pt>
    <dgm:pt modelId="{37414953-815D-44D7-9948-FDEFD34B1273}" type="pres">
      <dgm:prSet presAssocID="{D62F04C6-40BC-44C1-9008-93DEC39DD21E}" presName="sibTrans" presStyleCnt="0"/>
      <dgm:spPr/>
    </dgm:pt>
    <dgm:pt modelId="{1E32A10F-4ED2-495C-8C3D-60E7B4004040}" type="pres">
      <dgm:prSet presAssocID="{9D55813F-0037-440C-AFD2-CF9123FAA343}" presName="compNode" presStyleCnt="0"/>
      <dgm:spPr/>
    </dgm:pt>
    <dgm:pt modelId="{0E1D74C9-8466-41F7-A93C-170E25BA2ACD}" type="pres">
      <dgm:prSet presAssocID="{9D55813F-0037-440C-AFD2-CF9123FAA34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1548ED78-C682-41DF-8AD9-0E76C5D3723E}" type="pres">
      <dgm:prSet presAssocID="{9D55813F-0037-440C-AFD2-CF9123FAA343}" presName="spaceRect" presStyleCnt="0"/>
      <dgm:spPr/>
    </dgm:pt>
    <dgm:pt modelId="{91ED4789-706A-42D5-8B59-B1C6575A2CD3}" type="pres">
      <dgm:prSet presAssocID="{9D55813F-0037-440C-AFD2-CF9123FAA343}" presName="textRect" presStyleLbl="revTx" presStyleIdx="3" presStyleCnt="5">
        <dgm:presLayoutVars>
          <dgm:chMax val="1"/>
          <dgm:chPref val="1"/>
        </dgm:presLayoutVars>
      </dgm:prSet>
      <dgm:spPr/>
    </dgm:pt>
    <dgm:pt modelId="{2A82AC40-3F97-4180-8D2C-A7CBB826660D}" type="pres">
      <dgm:prSet presAssocID="{0A96D45A-C5E0-410C-AB68-AB5F6C216CA9}" presName="sibTrans" presStyleCnt="0"/>
      <dgm:spPr/>
    </dgm:pt>
    <dgm:pt modelId="{60EB758B-0AE7-4E8B-9E09-F0FFA1D3418A}" type="pres">
      <dgm:prSet presAssocID="{9F69642A-0565-4A1F-A0F1-827C72A12F2B}" presName="compNode" presStyleCnt="0"/>
      <dgm:spPr/>
    </dgm:pt>
    <dgm:pt modelId="{21C7336E-FBAF-48D3-AE4C-DA4828D0D078}" type="pres">
      <dgm:prSet presAssocID="{9F69642A-0565-4A1F-A0F1-827C72A12F2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y Mask"/>
        </a:ext>
      </dgm:extLst>
    </dgm:pt>
    <dgm:pt modelId="{D5BE9F90-34FA-491C-A783-C0AF1CE83539}" type="pres">
      <dgm:prSet presAssocID="{9F69642A-0565-4A1F-A0F1-827C72A12F2B}" presName="spaceRect" presStyleCnt="0"/>
      <dgm:spPr/>
    </dgm:pt>
    <dgm:pt modelId="{5C841F7C-42CC-4482-8376-BBFD9FED998D}" type="pres">
      <dgm:prSet presAssocID="{9F69642A-0565-4A1F-A0F1-827C72A12F2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D063E1C-FD6F-4DE0-AEBE-08AF5ED785AF}" type="presOf" srcId="{9EF5C0FF-6A3E-44BE-A0D6-0D1695C61FB9}" destId="{EB7A61E3-2557-4FFE-9DB8-84BB21175C3A}" srcOrd="0" destOrd="0" presId="urn:microsoft.com/office/officeart/2018/2/layout/IconLabelList"/>
    <dgm:cxn modelId="{60DFFC22-1511-47A2-BCE3-D54BC547ECE8}" srcId="{9EF5C0FF-6A3E-44BE-A0D6-0D1695C61FB9}" destId="{9D55813F-0037-440C-AFD2-CF9123FAA343}" srcOrd="3" destOrd="0" parTransId="{94A55775-924C-4318-9740-348A432550CA}" sibTransId="{0A96D45A-C5E0-410C-AB68-AB5F6C216CA9}"/>
    <dgm:cxn modelId="{997EE324-BD11-40F5-901F-2C61BB8754AF}" srcId="{9EF5C0FF-6A3E-44BE-A0D6-0D1695C61FB9}" destId="{F36DFE64-E756-4862-8748-D6AED6D29169}" srcOrd="0" destOrd="0" parTransId="{A5902DC0-1DED-4149-B381-A68739E0E841}" sibTransId="{78764F51-4CFE-4626-B328-7500A4D18EF7}"/>
    <dgm:cxn modelId="{FE70B33A-5EFB-4545-87CE-D53DC40C7F58}" srcId="{9EF5C0FF-6A3E-44BE-A0D6-0D1695C61FB9}" destId="{48731528-A1EB-4B9A-A6B7-D05C5425ACA2}" srcOrd="2" destOrd="0" parTransId="{CD4CD50C-7027-4327-8130-BE45A31D4DB7}" sibTransId="{D62F04C6-40BC-44C1-9008-93DEC39DD21E}"/>
    <dgm:cxn modelId="{1D1B004E-442A-45B2-A304-656BC163E80C}" type="presOf" srcId="{F36DFE64-E756-4862-8748-D6AED6D29169}" destId="{862B8FC2-AA20-4522-B44F-334D010C3D58}" srcOrd="0" destOrd="0" presId="urn:microsoft.com/office/officeart/2018/2/layout/IconLabelList"/>
    <dgm:cxn modelId="{5B209B87-4631-4527-8F4B-3E5455975589}" srcId="{9EF5C0FF-6A3E-44BE-A0D6-0D1695C61FB9}" destId="{9F69642A-0565-4A1F-A0F1-827C72A12F2B}" srcOrd="4" destOrd="0" parTransId="{AF15AE5E-3F98-40EC-93BC-6D70840FA0B1}" sibTransId="{0F97DC8E-9D21-4A6C-A264-E5780FD7F95A}"/>
    <dgm:cxn modelId="{C6A2E995-3BF5-450D-BCE1-5675A6F07040}" type="presOf" srcId="{9D55813F-0037-440C-AFD2-CF9123FAA343}" destId="{91ED4789-706A-42D5-8B59-B1C6575A2CD3}" srcOrd="0" destOrd="0" presId="urn:microsoft.com/office/officeart/2018/2/layout/IconLabelList"/>
    <dgm:cxn modelId="{1E6913B0-F4DD-4B89-A1FF-16293151365A}" type="presOf" srcId="{9E45E0A7-DFE2-4192-BB9F-BB608D3E3DF4}" destId="{212FF7DD-19D6-436D-AC46-6F4ADABD7BD3}" srcOrd="0" destOrd="0" presId="urn:microsoft.com/office/officeart/2018/2/layout/IconLabelList"/>
    <dgm:cxn modelId="{842E29D4-D602-499E-B99E-C65298ED6E1A}" type="presOf" srcId="{9F69642A-0565-4A1F-A0F1-827C72A12F2B}" destId="{5C841F7C-42CC-4482-8376-BBFD9FED998D}" srcOrd="0" destOrd="0" presId="urn:microsoft.com/office/officeart/2018/2/layout/IconLabelList"/>
    <dgm:cxn modelId="{2849D5E3-F0EE-4598-96C1-FE3CE514FD93}" type="presOf" srcId="{48731528-A1EB-4B9A-A6B7-D05C5425ACA2}" destId="{B18D6339-A623-4D12-9D82-5A60F9503DBC}" srcOrd="0" destOrd="0" presId="urn:microsoft.com/office/officeart/2018/2/layout/IconLabelList"/>
    <dgm:cxn modelId="{851C46E5-FFD9-49F7-A6FC-54323B702ECF}" srcId="{9EF5C0FF-6A3E-44BE-A0D6-0D1695C61FB9}" destId="{9E45E0A7-DFE2-4192-BB9F-BB608D3E3DF4}" srcOrd="1" destOrd="0" parTransId="{CDC237E6-C003-42DF-A844-A05AC7B51392}" sibTransId="{7AA3BA25-444D-4F7F-B765-F9F67A050E46}"/>
    <dgm:cxn modelId="{96E8AD16-DB37-422A-B7E2-FCC4300E3406}" type="presParOf" srcId="{EB7A61E3-2557-4FFE-9DB8-84BB21175C3A}" destId="{129BF566-B279-41C2-BB6B-F1C650148CC2}" srcOrd="0" destOrd="0" presId="urn:microsoft.com/office/officeart/2018/2/layout/IconLabelList"/>
    <dgm:cxn modelId="{ECAD199F-2392-4DF6-8359-69D3F3705536}" type="presParOf" srcId="{129BF566-B279-41C2-BB6B-F1C650148CC2}" destId="{57465A79-2C32-4DD8-9623-2B9A7946CE23}" srcOrd="0" destOrd="0" presId="urn:microsoft.com/office/officeart/2018/2/layout/IconLabelList"/>
    <dgm:cxn modelId="{09A9FDAB-3FD8-4D0C-BFAF-6D0395A8C188}" type="presParOf" srcId="{129BF566-B279-41C2-BB6B-F1C650148CC2}" destId="{E4D79C2C-25D0-443E-B214-4968428C9947}" srcOrd="1" destOrd="0" presId="urn:microsoft.com/office/officeart/2018/2/layout/IconLabelList"/>
    <dgm:cxn modelId="{9383E41B-13E6-4EC9-AAD9-568CE2A272C1}" type="presParOf" srcId="{129BF566-B279-41C2-BB6B-F1C650148CC2}" destId="{862B8FC2-AA20-4522-B44F-334D010C3D58}" srcOrd="2" destOrd="0" presId="urn:microsoft.com/office/officeart/2018/2/layout/IconLabelList"/>
    <dgm:cxn modelId="{B04ACDCA-1296-4E8C-B08C-FFC7D1C501AF}" type="presParOf" srcId="{EB7A61E3-2557-4FFE-9DB8-84BB21175C3A}" destId="{A1DE27AD-8C75-42C7-A5C1-2346C9814952}" srcOrd="1" destOrd="0" presId="urn:microsoft.com/office/officeart/2018/2/layout/IconLabelList"/>
    <dgm:cxn modelId="{F13435BD-8486-40E6-826D-A402CC9B6E69}" type="presParOf" srcId="{EB7A61E3-2557-4FFE-9DB8-84BB21175C3A}" destId="{84E6F268-5482-4D99-9ED8-D53599B14AA7}" srcOrd="2" destOrd="0" presId="urn:microsoft.com/office/officeart/2018/2/layout/IconLabelList"/>
    <dgm:cxn modelId="{01104DC4-1EDB-401B-A940-41122562A925}" type="presParOf" srcId="{84E6F268-5482-4D99-9ED8-D53599B14AA7}" destId="{BE1788A0-57E4-4CB7-A1F7-6F624004169E}" srcOrd="0" destOrd="0" presId="urn:microsoft.com/office/officeart/2018/2/layout/IconLabelList"/>
    <dgm:cxn modelId="{7704FB82-C744-460F-BC42-189BB1D6EBF3}" type="presParOf" srcId="{84E6F268-5482-4D99-9ED8-D53599B14AA7}" destId="{26B51990-E972-4671-9339-54C2CDE05BF6}" srcOrd="1" destOrd="0" presId="urn:microsoft.com/office/officeart/2018/2/layout/IconLabelList"/>
    <dgm:cxn modelId="{B2F3A3E5-DBE1-45C9-8B37-29939D3C8ADE}" type="presParOf" srcId="{84E6F268-5482-4D99-9ED8-D53599B14AA7}" destId="{212FF7DD-19D6-436D-AC46-6F4ADABD7BD3}" srcOrd="2" destOrd="0" presId="urn:microsoft.com/office/officeart/2018/2/layout/IconLabelList"/>
    <dgm:cxn modelId="{5C6CD28C-2D6D-42BF-A50C-52608B7468C7}" type="presParOf" srcId="{EB7A61E3-2557-4FFE-9DB8-84BB21175C3A}" destId="{C7A67B11-2B70-4646-8CBF-3BB1374B5317}" srcOrd="3" destOrd="0" presId="urn:microsoft.com/office/officeart/2018/2/layout/IconLabelList"/>
    <dgm:cxn modelId="{86F01F70-CCF0-42A4-B04C-70A9CC89E0DF}" type="presParOf" srcId="{EB7A61E3-2557-4FFE-9DB8-84BB21175C3A}" destId="{3BD2EBFB-2F46-4F40-97C8-854D8ECB0AC5}" srcOrd="4" destOrd="0" presId="urn:microsoft.com/office/officeart/2018/2/layout/IconLabelList"/>
    <dgm:cxn modelId="{595F5E3A-EA12-4845-82D5-97C4541AC1E3}" type="presParOf" srcId="{3BD2EBFB-2F46-4F40-97C8-854D8ECB0AC5}" destId="{BE61B745-3540-48A1-A279-8A8435A0282B}" srcOrd="0" destOrd="0" presId="urn:microsoft.com/office/officeart/2018/2/layout/IconLabelList"/>
    <dgm:cxn modelId="{7DF22580-0A49-418D-BF46-54B09CD1A288}" type="presParOf" srcId="{3BD2EBFB-2F46-4F40-97C8-854D8ECB0AC5}" destId="{E4921106-DCD5-482B-8C32-343959FF4D37}" srcOrd="1" destOrd="0" presId="urn:microsoft.com/office/officeart/2018/2/layout/IconLabelList"/>
    <dgm:cxn modelId="{13374C49-1403-4C0F-A453-E927F99CFEB0}" type="presParOf" srcId="{3BD2EBFB-2F46-4F40-97C8-854D8ECB0AC5}" destId="{B18D6339-A623-4D12-9D82-5A60F9503DBC}" srcOrd="2" destOrd="0" presId="urn:microsoft.com/office/officeart/2018/2/layout/IconLabelList"/>
    <dgm:cxn modelId="{913F34C5-AF57-4DC4-8A4F-2E8925744B00}" type="presParOf" srcId="{EB7A61E3-2557-4FFE-9DB8-84BB21175C3A}" destId="{37414953-815D-44D7-9948-FDEFD34B1273}" srcOrd="5" destOrd="0" presId="urn:microsoft.com/office/officeart/2018/2/layout/IconLabelList"/>
    <dgm:cxn modelId="{1290DF5B-D4A0-4CCC-92EE-89C2E505E74C}" type="presParOf" srcId="{EB7A61E3-2557-4FFE-9DB8-84BB21175C3A}" destId="{1E32A10F-4ED2-495C-8C3D-60E7B4004040}" srcOrd="6" destOrd="0" presId="urn:microsoft.com/office/officeart/2018/2/layout/IconLabelList"/>
    <dgm:cxn modelId="{0B7C3615-F658-4A5E-B1AE-CB4E2948F676}" type="presParOf" srcId="{1E32A10F-4ED2-495C-8C3D-60E7B4004040}" destId="{0E1D74C9-8466-41F7-A93C-170E25BA2ACD}" srcOrd="0" destOrd="0" presId="urn:microsoft.com/office/officeart/2018/2/layout/IconLabelList"/>
    <dgm:cxn modelId="{FD82B6C6-CE72-43E2-93D6-278A77340C81}" type="presParOf" srcId="{1E32A10F-4ED2-495C-8C3D-60E7B4004040}" destId="{1548ED78-C682-41DF-8AD9-0E76C5D3723E}" srcOrd="1" destOrd="0" presId="urn:microsoft.com/office/officeart/2018/2/layout/IconLabelList"/>
    <dgm:cxn modelId="{7B597858-4503-40CF-B3A9-EB6960CF9E68}" type="presParOf" srcId="{1E32A10F-4ED2-495C-8C3D-60E7B4004040}" destId="{91ED4789-706A-42D5-8B59-B1C6575A2CD3}" srcOrd="2" destOrd="0" presId="urn:microsoft.com/office/officeart/2018/2/layout/IconLabelList"/>
    <dgm:cxn modelId="{F8626299-8D5D-42D0-82F5-FF15120A9D12}" type="presParOf" srcId="{EB7A61E3-2557-4FFE-9DB8-84BB21175C3A}" destId="{2A82AC40-3F97-4180-8D2C-A7CBB826660D}" srcOrd="7" destOrd="0" presId="urn:microsoft.com/office/officeart/2018/2/layout/IconLabelList"/>
    <dgm:cxn modelId="{B148895E-3979-4E0E-A192-71CC5513978E}" type="presParOf" srcId="{EB7A61E3-2557-4FFE-9DB8-84BB21175C3A}" destId="{60EB758B-0AE7-4E8B-9E09-F0FFA1D3418A}" srcOrd="8" destOrd="0" presId="urn:microsoft.com/office/officeart/2018/2/layout/IconLabelList"/>
    <dgm:cxn modelId="{0794EBD2-CF35-4368-8BA6-836F47C777F6}" type="presParOf" srcId="{60EB758B-0AE7-4E8B-9E09-F0FFA1D3418A}" destId="{21C7336E-FBAF-48D3-AE4C-DA4828D0D078}" srcOrd="0" destOrd="0" presId="urn:microsoft.com/office/officeart/2018/2/layout/IconLabelList"/>
    <dgm:cxn modelId="{F08DD19D-DA51-421A-97B2-41DB9881BFD9}" type="presParOf" srcId="{60EB758B-0AE7-4E8B-9E09-F0FFA1D3418A}" destId="{D5BE9F90-34FA-491C-A783-C0AF1CE83539}" srcOrd="1" destOrd="0" presId="urn:microsoft.com/office/officeart/2018/2/layout/IconLabelList"/>
    <dgm:cxn modelId="{0B72F002-2C1F-4472-A041-A04A038BE484}" type="presParOf" srcId="{60EB758B-0AE7-4E8B-9E09-F0FFA1D3418A}" destId="{5C841F7C-42CC-4482-8376-BBFD9FED99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E70EDD3-7693-4135-A413-9D3CEEC9766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2761C94-94A6-44F3-B43F-5AEA3DC15614}">
      <dgm:prSet/>
      <dgm:spPr/>
      <dgm:t>
        <a:bodyPr/>
        <a:lstStyle/>
        <a:p>
          <a:pPr>
            <a:defRPr cap="all"/>
          </a:pPr>
          <a:r>
            <a:rPr lang="en-US"/>
            <a:t>• Apresentar quadro comparativo e casos reais de uso.</a:t>
          </a:r>
        </a:p>
      </dgm:t>
    </dgm:pt>
    <dgm:pt modelId="{982E82AF-9C3D-4FCD-A691-E110DB6D427D}" type="parTrans" cxnId="{615D865E-B0FF-464C-8255-9D51D6D52407}">
      <dgm:prSet/>
      <dgm:spPr/>
      <dgm:t>
        <a:bodyPr/>
        <a:lstStyle/>
        <a:p>
          <a:endParaRPr lang="en-US"/>
        </a:p>
      </dgm:t>
    </dgm:pt>
    <dgm:pt modelId="{55D940CC-B1AA-4DDB-818D-423FFFBCA5EE}" type="sibTrans" cxnId="{615D865E-B0FF-464C-8255-9D51D6D52407}">
      <dgm:prSet/>
      <dgm:spPr/>
      <dgm:t>
        <a:bodyPr/>
        <a:lstStyle/>
        <a:p>
          <a:endParaRPr lang="en-US"/>
        </a:p>
      </dgm:t>
    </dgm:pt>
    <dgm:pt modelId="{8A413B49-83AD-4048-91C7-0520ECD9CB32}">
      <dgm:prSet/>
      <dgm:spPr/>
      <dgm:t>
        <a:bodyPr/>
        <a:lstStyle/>
        <a:p>
          <a:pPr>
            <a:defRPr cap="all"/>
          </a:pPr>
          <a:r>
            <a:rPr lang="en-US"/>
            <a:t>• Grupos devem escolher qual tecnologia utilizar e justificar.</a:t>
          </a:r>
        </a:p>
      </dgm:t>
    </dgm:pt>
    <dgm:pt modelId="{8DBCBE98-3235-4736-8144-60705E7E9F69}" type="parTrans" cxnId="{5A3D3EA1-521D-4B2F-A7F5-B90380A0B9D0}">
      <dgm:prSet/>
      <dgm:spPr/>
      <dgm:t>
        <a:bodyPr/>
        <a:lstStyle/>
        <a:p>
          <a:endParaRPr lang="en-US"/>
        </a:p>
      </dgm:t>
    </dgm:pt>
    <dgm:pt modelId="{FB08EAB2-C9BE-4000-BA66-DF3DD5C42563}" type="sibTrans" cxnId="{5A3D3EA1-521D-4B2F-A7F5-B90380A0B9D0}">
      <dgm:prSet/>
      <dgm:spPr/>
      <dgm:t>
        <a:bodyPr/>
        <a:lstStyle/>
        <a:p>
          <a:endParaRPr lang="en-US"/>
        </a:p>
      </dgm:t>
    </dgm:pt>
    <dgm:pt modelId="{7DBA5B3F-98DE-419B-BCE6-A72085AFC1ED}">
      <dgm:prSet/>
      <dgm:spPr/>
      <dgm:t>
        <a:bodyPr/>
        <a:lstStyle/>
        <a:p>
          <a:pPr>
            <a:defRPr cap="all"/>
          </a:pPr>
          <a:r>
            <a:rPr lang="en-US"/>
            <a:t>• Base: tipo de dado, escalabilidade, tempo de resposta e custo.</a:t>
          </a:r>
        </a:p>
      </dgm:t>
    </dgm:pt>
    <dgm:pt modelId="{0770FE1A-727F-4735-B904-19059A274B34}" type="parTrans" cxnId="{5F7C96C9-15D6-4098-8E2B-60C38280156F}">
      <dgm:prSet/>
      <dgm:spPr/>
      <dgm:t>
        <a:bodyPr/>
        <a:lstStyle/>
        <a:p>
          <a:endParaRPr lang="en-US"/>
        </a:p>
      </dgm:t>
    </dgm:pt>
    <dgm:pt modelId="{0CC9DE88-DF86-49B2-8C3C-90D779201711}" type="sibTrans" cxnId="{5F7C96C9-15D6-4098-8E2B-60C38280156F}">
      <dgm:prSet/>
      <dgm:spPr/>
      <dgm:t>
        <a:bodyPr/>
        <a:lstStyle/>
        <a:p>
          <a:endParaRPr lang="en-US"/>
        </a:p>
      </dgm:t>
    </dgm:pt>
    <dgm:pt modelId="{FA49102D-7B9D-4FBF-9DFF-572C00885E7D}">
      <dgm:prSet/>
      <dgm:spPr/>
      <dgm:t>
        <a:bodyPr/>
        <a:lstStyle/>
        <a:p>
          <a:pPr>
            <a:defRPr cap="all"/>
          </a:pPr>
          <a:r>
            <a:rPr lang="en-US"/>
            <a:t>• Upload da justificativa no roteiro ou apresentação.</a:t>
          </a:r>
        </a:p>
      </dgm:t>
    </dgm:pt>
    <dgm:pt modelId="{B0088B90-9A3C-4AE9-9E73-5EEC112AAFCD}" type="parTrans" cxnId="{DF92A89B-2896-4AA9-BDCA-168E19E30DC8}">
      <dgm:prSet/>
      <dgm:spPr/>
      <dgm:t>
        <a:bodyPr/>
        <a:lstStyle/>
        <a:p>
          <a:endParaRPr lang="en-US"/>
        </a:p>
      </dgm:t>
    </dgm:pt>
    <dgm:pt modelId="{A730EEED-AC18-4E35-AF6D-2A8F00D47635}" type="sibTrans" cxnId="{DF92A89B-2896-4AA9-BDCA-168E19E30DC8}">
      <dgm:prSet/>
      <dgm:spPr/>
      <dgm:t>
        <a:bodyPr/>
        <a:lstStyle/>
        <a:p>
          <a:endParaRPr lang="en-US"/>
        </a:p>
      </dgm:t>
    </dgm:pt>
    <dgm:pt modelId="{A381E98E-30BF-4FE9-BE9A-A058E4153F65}" type="pres">
      <dgm:prSet presAssocID="{3E70EDD3-7693-4135-A413-9D3CEEC97663}" presName="root" presStyleCnt="0">
        <dgm:presLayoutVars>
          <dgm:dir/>
          <dgm:resizeHandles val="exact"/>
        </dgm:presLayoutVars>
      </dgm:prSet>
      <dgm:spPr/>
    </dgm:pt>
    <dgm:pt modelId="{DA82F947-46FE-4EF2-B3B8-36ADF2C2B8E2}" type="pres">
      <dgm:prSet presAssocID="{82761C94-94A6-44F3-B43F-5AEA3DC15614}" presName="compNode" presStyleCnt="0"/>
      <dgm:spPr/>
    </dgm:pt>
    <dgm:pt modelId="{5B40A6C4-ED90-421D-A330-2184997B0B08}" type="pres">
      <dgm:prSet presAssocID="{82761C94-94A6-44F3-B43F-5AEA3DC1561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BA26C6A-3517-48C1-9182-29551B36F8E6}" type="pres">
      <dgm:prSet presAssocID="{82761C94-94A6-44F3-B43F-5AEA3DC156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união"/>
        </a:ext>
      </dgm:extLst>
    </dgm:pt>
    <dgm:pt modelId="{3913BC69-10DF-446D-9D72-735C428A5AD5}" type="pres">
      <dgm:prSet presAssocID="{82761C94-94A6-44F3-B43F-5AEA3DC15614}" presName="spaceRect" presStyleCnt="0"/>
      <dgm:spPr/>
    </dgm:pt>
    <dgm:pt modelId="{617075C5-8798-48AF-B654-39992EF95F17}" type="pres">
      <dgm:prSet presAssocID="{82761C94-94A6-44F3-B43F-5AEA3DC15614}" presName="textRect" presStyleLbl="revTx" presStyleIdx="0" presStyleCnt="4">
        <dgm:presLayoutVars>
          <dgm:chMax val="1"/>
          <dgm:chPref val="1"/>
        </dgm:presLayoutVars>
      </dgm:prSet>
      <dgm:spPr/>
    </dgm:pt>
    <dgm:pt modelId="{002E5656-A25D-45A9-AC00-65D582CEA6CE}" type="pres">
      <dgm:prSet presAssocID="{55D940CC-B1AA-4DDB-818D-423FFFBCA5EE}" presName="sibTrans" presStyleCnt="0"/>
      <dgm:spPr/>
    </dgm:pt>
    <dgm:pt modelId="{290CEA3F-AA95-4439-81AD-932B2CA2305C}" type="pres">
      <dgm:prSet presAssocID="{8A413B49-83AD-4048-91C7-0520ECD9CB32}" presName="compNode" presStyleCnt="0"/>
      <dgm:spPr/>
    </dgm:pt>
    <dgm:pt modelId="{79D04255-14C0-4221-94FE-9E7B833511CE}" type="pres">
      <dgm:prSet presAssocID="{8A413B49-83AD-4048-91C7-0520ECD9CB3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D339DA4-24C5-4198-82FB-1703C100F44E}" type="pres">
      <dgm:prSet presAssocID="{8A413B49-83AD-4048-91C7-0520ECD9CB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14409CC-57EA-4F87-8776-3E9C4A328BBA}" type="pres">
      <dgm:prSet presAssocID="{8A413B49-83AD-4048-91C7-0520ECD9CB32}" presName="spaceRect" presStyleCnt="0"/>
      <dgm:spPr/>
    </dgm:pt>
    <dgm:pt modelId="{E9AA19A5-41E9-47AA-A574-E0CEC2FE5C73}" type="pres">
      <dgm:prSet presAssocID="{8A413B49-83AD-4048-91C7-0520ECD9CB32}" presName="textRect" presStyleLbl="revTx" presStyleIdx="1" presStyleCnt="4">
        <dgm:presLayoutVars>
          <dgm:chMax val="1"/>
          <dgm:chPref val="1"/>
        </dgm:presLayoutVars>
      </dgm:prSet>
      <dgm:spPr/>
    </dgm:pt>
    <dgm:pt modelId="{93C64F61-0DB0-4A18-848D-782113A85E2D}" type="pres">
      <dgm:prSet presAssocID="{FB08EAB2-C9BE-4000-BA66-DF3DD5C42563}" presName="sibTrans" presStyleCnt="0"/>
      <dgm:spPr/>
    </dgm:pt>
    <dgm:pt modelId="{FF2AB9B0-EADC-46C1-A6BF-C1E2791AD492}" type="pres">
      <dgm:prSet presAssocID="{7DBA5B3F-98DE-419B-BCE6-A72085AFC1ED}" presName="compNode" presStyleCnt="0"/>
      <dgm:spPr/>
    </dgm:pt>
    <dgm:pt modelId="{FBBF27E2-BEFF-4158-9295-8115D29F513A}" type="pres">
      <dgm:prSet presAssocID="{7DBA5B3F-98DE-419B-BCE6-A72085AFC1E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21355FA-511B-44A7-8E76-C40589EE7B91}" type="pres">
      <dgm:prSet presAssocID="{7DBA5B3F-98DE-419B-BCE6-A72085AFC1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gendas"/>
        </a:ext>
      </dgm:extLst>
    </dgm:pt>
    <dgm:pt modelId="{66733D35-1588-4062-B922-1521D99380C0}" type="pres">
      <dgm:prSet presAssocID="{7DBA5B3F-98DE-419B-BCE6-A72085AFC1ED}" presName="spaceRect" presStyleCnt="0"/>
      <dgm:spPr/>
    </dgm:pt>
    <dgm:pt modelId="{3C225182-8A0E-4EDB-A0B0-CBC3A481FCA0}" type="pres">
      <dgm:prSet presAssocID="{7DBA5B3F-98DE-419B-BCE6-A72085AFC1ED}" presName="textRect" presStyleLbl="revTx" presStyleIdx="2" presStyleCnt="4">
        <dgm:presLayoutVars>
          <dgm:chMax val="1"/>
          <dgm:chPref val="1"/>
        </dgm:presLayoutVars>
      </dgm:prSet>
      <dgm:spPr/>
    </dgm:pt>
    <dgm:pt modelId="{BFE99480-5FA8-4F48-9193-D1D0ABDEAEFD}" type="pres">
      <dgm:prSet presAssocID="{0CC9DE88-DF86-49B2-8C3C-90D779201711}" presName="sibTrans" presStyleCnt="0"/>
      <dgm:spPr/>
    </dgm:pt>
    <dgm:pt modelId="{0683BB77-31E3-4B85-9A7F-A93D3F40EB16}" type="pres">
      <dgm:prSet presAssocID="{FA49102D-7B9D-4FBF-9DFF-572C00885E7D}" presName="compNode" presStyleCnt="0"/>
      <dgm:spPr/>
    </dgm:pt>
    <dgm:pt modelId="{521096A6-BBA9-4F87-8345-1799595C83DD}" type="pres">
      <dgm:prSet presAssocID="{FA49102D-7B9D-4FBF-9DFF-572C00885E7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DE6D4BC-252B-493E-ADCE-311B9A96F290}" type="pres">
      <dgm:prSet presAssocID="{FA49102D-7B9D-4FBF-9DFF-572C00885E7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F3E4F06E-CE4A-44B9-8AC9-E18EBFED8E12}" type="pres">
      <dgm:prSet presAssocID="{FA49102D-7B9D-4FBF-9DFF-572C00885E7D}" presName="spaceRect" presStyleCnt="0"/>
      <dgm:spPr/>
    </dgm:pt>
    <dgm:pt modelId="{954A261E-D7D5-45F3-858B-A03AFA616672}" type="pres">
      <dgm:prSet presAssocID="{FA49102D-7B9D-4FBF-9DFF-572C00885E7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5D865E-B0FF-464C-8255-9D51D6D52407}" srcId="{3E70EDD3-7693-4135-A413-9D3CEEC97663}" destId="{82761C94-94A6-44F3-B43F-5AEA3DC15614}" srcOrd="0" destOrd="0" parTransId="{982E82AF-9C3D-4FCD-A691-E110DB6D427D}" sibTransId="{55D940CC-B1AA-4DDB-818D-423FFFBCA5EE}"/>
    <dgm:cxn modelId="{674C2E45-C625-41B7-8AF9-F436B63F4F19}" type="presOf" srcId="{8A413B49-83AD-4048-91C7-0520ECD9CB32}" destId="{E9AA19A5-41E9-47AA-A574-E0CEC2FE5C73}" srcOrd="0" destOrd="0" presId="urn:microsoft.com/office/officeart/2018/5/layout/IconLeafLabelList"/>
    <dgm:cxn modelId="{DF92A89B-2896-4AA9-BDCA-168E19E30DC8}" srcId="{3E70EDD3-7693-4135-A413-9D3CEEC97663}" destId="{FA49102D-7B9D-4FBF-9DFF-572C00885E7D}" srcOrd="3" destOrd="0" parTransId="{B0088B90-9A3C-4AE9-9E73-5EEC112AAFCD}" sibTransId="{A730EEED-AC18-4E35-AF6D-2A8F00D47635}"/>
    <dgm:cxn modelId="{5A3D3EA1-521D-4B2F-A7F5-B90380A0B9D0}" srcId="{3E70EDD3-7693-4135-A413-9D3CEEC97663}" destId="{8A413B49-83AD-4048-91C7-0520ECD9CB32}" srcOrd="1" destOrd="0" parTransId="{8DBCBE98-3235-4736-8144-60705E7E9F69}" sibTransId="{FB08EAB2-C9BE-4000-BA66-DF3DD5C42563}"/>
    <dgm:cxn modelId="{EBD884A9-FB64-4E3F-9BBE-8064D95E27CE}" type="presOf" srcId="{FA49102D-7B9D-4FBF-9DFF-572C00885E7D}" destId="{954A261E-D7D5-45F3-858B-A03AFA616672}" srcOrd="0" destOrd="0" presId="urn:microsoft.com/office/officeart/2018/5/layout/IconLeafLabelList"/>
    <dgm:cxn modelId="{A06E82B8-5F28-4902-9C59-195BF6CD82B7}" type="presOf" srcId="{7DBA5B3F-98DE-419B-BCE6-A72085AFC1ED}" destId="{3C225182-8A0E-4EDB-A0B0-CBC3A481FCA0}" srcOrd="0" destOrd="0" presId="urn:microsoft.com/office/officeart/2018/5/layout/IconLeafLabelList"/>
    <dgm:cxn modelId="{D1E538B9-D416-4D75-A581-128D9BF701AE}" type="presOf" srcId="{3E70EDD3-7693-4135-A413-9D3CEEC97663}" destId="{A381E98E-30BF-4FE9-BE9A-A058E4153F65}" srcOrd="0" destOrd="0" presId="urn:microsoft.com/office/officeart/2018/5/layout/IconLeafLabelList"/>
    <dgm:cxn modelId="{5F7C96C9-15D6-4098-8E2B-60C38280156F}" srcId="{3E70EDD3-7693-4135-A413-9D3CEEC97663}" destId="{7DBA5B3F-98DE-419B-BCE6-A72085AFC1ED}" srcOrd="2" destOrd="0" parTransId="{0770FE1A-727F-4735-B904-19059A274B34}" sibTransId="{0CC9DE88-DF86-49B2-8C3C-90D779201711}"/>
    <dgm:cxn modelId="{DC3D77ED-1234-4314-B4D6-18BEC31750DD}" type="presOf" srcId="{82761C94-94A6-44F3-B43F-5AEA3DC15614}" destId="{617075C5-8798-48AF-B654-39992EF95F17}" srcOrd="0" destOrd="0" presId="urn:microsoft.com/office/officeart/2018/5/layout/IconLeafLabelList"/>
    <dgm:cxn modelId="{30E987F4-62EE-4E3E-A9CF-4B5A279C6C0C}" type="presParOf" srcId="{A381E98E-30BF-4FE9-BE9A-A058E4153F65}" destId="{DA82F947-46FE-4EF2-B3B8-36ADF2C2B8E2}" srcOrd="0" destOrd="0" presId="urn:microsoft.com/office/officeart/2018/5/layout/IconLeafLabelList"/>
    <dgm:cxn modelId="{4127C1B7-C5F4-4906-9C71-79225C6B85C9}" type="presParOf" srcId="{DA82F947-46FE-4EF2-B3B8-36ADF2C2B8E2}" destId="{5B40A6C4-ED90-421D-A330-2184997B0B08}" srcOrd="0" destOrd="0" presId="urn:microsoft.com/office/officeart/2018/5/layout/IconLeafLabelList"/>
    <dgm:cxn modelId="{61F0EF64-7D4A-47D6-A6BC-476C9F745468}" type="presParOf" srcId="{DA82F947-46FE-4EF2-B3B8-36ADF2C2B8E2}" destId="{ABA26C6A-3517-48C1-9182-29551B36F8E6}" srcOrd="1" destOrd="0" presId="urn:microsoft.com/office/officeart/2018/5/layout/IconLeafLabelList"/>
    <dgm:cxn modelId="{51733E5A-D02E-40C2-B653-97733E548E58}" type="presParOf" srcId="{DA82F947-46FE-4EF2-B3B8-36ADF2C2B8E2}" destId="{3913BC69-10DF-446D-9D72-735C428A5AD5}" srcOrd="2" destOrd="0" presId="urn:microsoft.com/office/officeart/2018/5/layout/IconLeafLabelList"/>
    <dgm:cxn modelId="{412DF936-86EB-4362-9A49-27B599CE3159}" type="presParOf" srcId="{DA82F947-46FE-4EF2-B3B8-36ADF2C2B8E2}" destId="{617075C5-8798-48AF-B654-39992EF95F17}" srcOrd="3" destOrd="0" presId="urn:microsoft.com/office/officeart/2018/5/layout/IconLeafLabelList"/>
    <dgm:cxn modelId="{595217C8-1A78-4779-9A71-CB04FCB06DA9}" type="presParOf" srcId="{A381E98E-30BF-4FE9-BE9A-A058E4153F65}" destId="{002E5656-A25D-45A9-AC00-65D582CEA6CE}" srcOrd="1" destOrd="0" presId="urn:microsoft.com/office/officeart/2018/5/layout/IconLeafLabelList"/>
    <dgm:cxn modelId="{DA9E63F8-DCA9-40DB-AEE6-BB35B4D049FC}" type="presParOf" srcId="{A381E98E-30BF-4FE9-BE9A-A058E4153F65}" destId="{290CEA3F-AA95-4439-81AD-932B2CA2305C}" srcOrd="2" destOrd="0" presId="urn:microsoft.com/office/officeart/2018/5/layout/IconLeafLabelList"/>
    <dgm:cxn modelId="{2D22412A-AA5C-41B4-BEF1-549AAC468535}" type="presParOf" srcId="{290CEA3F-AA95-4439-81AD-932B2CA2305C}" destId="{79D04255-14C0-4221-94FE-9E7B833511CE}" srcOrd="0" destOrd="0" presId="urn:microsoft.com/office/officeart/2018/5/layout/IconLeafLabelList"/>
    <dgm:cxn modelId="{57EE2F30-265A-4BD1-A4D5-D95328F07A47}" type="presParOf" srcId="{290CEA3F-AA95-4439-81AD-932B2CA2305C}" destId="{7D339DA4-24C5-4198-82FB-1703C100F44E}" srcOrd="1" destOrd="0" presId="urn:microsoft.com/office/officeart/2018/5/layout/IconLeafLabelList"/>
    <dgm:cxn modelId="{54741BEA-CDB4-4FAD-AA8A-79C104F51781}" type="presParOf" srcId="{290CEA3F-AA95-4439-81AD-932B2CA2305C}" destId="{614409CC-57EA-4F87-8776-3E9C4A328BBA}" srcOrd="2" destOrd="0" presId="urn:microsoft.com/office/officeart/2018/5/layout/IconLeafLabelList"/>
    <dgm:cxn modelId="{1DD0BE68-E9DE-40FE-97A1-D31E15421A1E}" type="presParOf" srcId="{290CEA3F-AA95-4439-81AD-932B2CA2305C}" destId="{E9AA19A5-41E9-47AA-A574-E0CEC2FE5C73}" srcOrd="3" destOrd="0" presId="urn:microsoft.com/office/officeart/2018/5/layout/IconLeafLabelList"/>
    <dgm:cxn modelId="{40703DF2-E52B-4F50-9024-2C7904F964EC}" type="presParOf" srcId="{A381E98E-30BF-4FE9-BE9A-A058E4153F65}" destId="{93C64F61-0DB0-4A18-848D-782113A85E2D}" srcOrd="3" destOrd="0" presId="urn:microsoft.com/office/officeart/2018/5/layout/IconLeafLabelList"/>
    <dgm:cxn modelId="{5BB12820-EB8F-49A6-AEA3-46971AF2A7B8}" type="presParOf" srcId="{A381E98E-30BF-4FE9-BE9A-A058E4153F65}" destId="{FF2AB9B0-EADC-46C1-A6BF-C1E2791AD492}" srcOrd="4" destOrd="0" presId="urn:microsoft.com/office/officeart/2018/5/layout/IconLeafLabelList"/>
    <dgm:cxn modelId="{8951D33C-265F-4AE9-A37D-A14B5A4568CF}" type="presParOf" srcId="{FF2AB9B0-EADC-46C1-A6BF-C1E2791AD492}" destId="{FBBF27E2-BEFF-4158-9295-8115D29F513A}" srcOrd="0" destOrd="0" presId="urn:microsoft.com/office/officeart/2018/5/layout/IconLeafLabelList"/>
    <dgm:cxn modelId="{1770BB55-CEBC-47A8-85F4-FB1530FD785C}" type="presParOf" srcId="{FF2AB9B0-EADC-46C1-A6BF-C1E2791AD492}" destId="{821355FA-511B-44A7-8E76-C40589EE7B91}" srcOrd="1" destOrd="0" presId="urn:microsoft.com/office/officeart/2018/5/layout/IconLeafLabelList"/>
    <dgm:cxn modelId="{7AA79ACB-2D44-4791-AECA-B54B9E08269F}" type="presParOf" srcId="{FF2AB9B0-EADC-46C1-A6BF-C1E2791AD492}" destId="{66733D35-1588-4062-B922-1521D99380C0}" srcOrd="2" destOrd="0" presId="urn:microsoft.com/office/officeart/2018/5/layout/IconLeafLabelList"/>
    <dgm:cxn modelId="{C1C93B0C-3D19-49BD-8B44-973844DEF103}" type="presParOf" srcId="{FF2AB9B0-EADC-46C1-A6BF-C1E2791AD492}" destId="{3C225182-8A0E-4EDB-A0B0-CBC3A481FCA0}" srcOrd="3" destOrd="0" presId="urn:microsoft.com/office/officeart/2018/5/layout/IconLeafLabelList"/>
    <dgm:cxn modelId="{B5724BF5-5B20-4F22-B709-125908D2F9FE}" type="presParOf" srcId="{A381E98E-30BF-4FE9-BE9A-A058E4153F65}" destId="{BFE99480-5FA8-4F48-9193-D1D0ABDEAEFD}" srcOrd="5" destOrd="0" presId="urn:microsoft.com/office/officeart/2018/5/layout/IconLeafLabelList"/>
    <dgm:cxn modelId="{221C749D-AF6A-4583-9BCB-A9071048BD72}" type="presParOf" srcId="{A381E98E-30BF-4FE9-BE9A-A058E4153F65}" destId="{0683BB77-31E3-4B85-9A7F-A93D3F40EB16}" srcOrd="6" destOrd="0" presId="urn:microsoft.com/office/officeart/2018/5/layout/IconLeafLabelList"/>
    <dgm:cxn modelId="{A8D2D6A4-4560-4427-BF7A-ADEC61851350}" type="presParOf" srcId="{0683BB77-31E3-4B85-9A7F-A93D3F40EB16}" destId="{521096A6-BBA9-4F87-8345-1799595C83DD}" srcOrd="0" destOrd="0" presId="urn:microsoft.com/office/officeart/2018/5/layout/IconLeafLabelList"/>
    <dgm:cxn modelId="{CD309258-4AAC-4F45-B522-0B747CE93DC9}" type="presParOf" srcId="{0683BB77-31E3-4B85-9A7F-A93D3F40EB16}" destId="{6DE6D4BC-252B-493E-ADCE-311B9A96F290}" srcOrd="1" destOrd="0" presId="urn:microsoft.com/office/officeart/2018/5/layout/IconLeafLabelList"/>
    <dgm:cxn modelId="{DE8BC1FA-8895-44BA-9D88-1B1B6DCF058C}" type="presParOf" srcId="{0683BB77-31E3-4B85-9A7F-A93D3F40EB16}" destId="{F3E4F06E-CE4A-44B9-8AC9-E18EBFED8E12}" srcOrd="2" destOrd="0" presId="urn:microsoft.com/office/officeart/2018/5/layout/IconLeafLabelList"/>
    <dgm:cxn modelId="{17D7B2FC-1E46-4522-8535-B97192AE67BF}" type="presParOf" srcId="{0683BB77-31E3-4B85-9A7F-A93D3F40EB16}" destId="{954A261E-D7D5-45F3-858B-A03AFA61667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B33FF76-BD50-4F6B-AA75-3DDF3F974B8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A291C52-4DA3-4E1B-A661-CF359E260BF3}">
      <dgm:prSet/>
      <dgm:spPr/>
      <dgm:t>
        <a:bodyPr/>
        <a:lstStyle/>
        <a:p>
          <a:r>
            <a:rPr lang="en-US" b="1" dirty="0"/>
            <a:t>Hadoop: </a:t>
          </a:r>
          <a:r>
            <a:rPr lang="en-US" dirty="0" err="1"/>
            <a:t>Melhor</a:t>
          </a:r>
          <a:r>
            <a:rPr lang="en-US" dirty="0"/>
            <a:t> para </a:t>
          </a:r>
          <a:r>
            <a:rPr lang="en-US" dirty="0" err="1"/>
            <a:t>grandes</a:t>
          </a:r>
          <a:r>
            <a:rPr lang="en-US" dirty="0"/>
            <a:t> volumes de dados </a:t>
          </a:r>
          <a:r>
            <a:rPr lang="en-US" dirty="0" err="1"/>
            <a:t>armazenados</a:t>
          </a:r>
          <a:r>
            <a:rPr lang="en-US" dirty="0"/>
            <a:t> e </a:t>
          </a:r>
          <a:r>
            <a:rPr lang="en-US" dirty="0" err="1"/>
            <a:t>processados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</a:t>
          </a:r>
          <a:r>
            <a:rPr lang="en-US" dirty="0" err="1"/>
            <a:t>lote</a:t>
          </a:r>
          <a:r>
            <a:rPr lang="en-US" dirty="0"/>
            <a:t>.</a:t>
          </a:r>
        </a:p>
      </dgm:t>
    </dgm:pt>
    <dgm:pt modelId="{0D60A342-98BC-41B8-B963-EB4F38093DD0}" type="parTrans" cxnId="{AB3A2EC7-19F8-47CC-9F0E-E4062E7D1C5C}">
      <dgm:prSet/>
      <dgm:spPr/>
      <dgm:t>
        <a:bodyPr/>
        <a:lstStyle/>
        <a:p>
          <a:endParaRPr lang="en-US"/>
        </a:p>
      </dgm:t>
    </dgm:pt>
    <dgm:pt modelId="{05E0D25E-1893-4827-A517-36C269B706F6}" type="sibTrans" cxnId="{AB3A2EC7-19F8-47CC-9F0E-E4062E7D1C5C}">
      <dgm:prSet/>
      <dgm:spPr/>
      <dgm:t>
        <a:bodyPr/>
        <a:lstStyle/>
        <a:p>
          <a:endParaRPr lang="en-US"/>
        </a:p>
      </dgm:t>
    </dgm:pt>
    <dgm:pt modelId="{3445EA6E-A118-4B0E-A2D8-3C681F0EDDD6}">
      <dgm:prSet/>
      <dgm:spPr/>
      <dgm:t>
        <a:bodyPr/>
        <a:lstStyle/>
        <a:p>
          <a:r>
            <a:rPr lang="en-US" b="1" dirty="0"/>
            <a:t>Spark</a:t>
          </a:r>
          <a:r>
            <a:rPr lang="en-US" dirty="0"/>
            <a:t>: </a:t>
          </a:r>
          <a:r>
            <a:rPr lang="en-US" dirty="0" err="1"/>
            <a:t>Melhor</a:t>
          </a:r>
          <a:r>
            <a:rPr lang="en-US" dirty="0"/>
            <a:t> para </a:t>
          </a:r>
          <a:r>
            <a:rPr lang="en-US" dirty="0" err="1"/>
            <a:t>processamento</a:t>
          </a:r>
          <a:r>
            <a:rPr lang="en-US" dirty="0"/>
            <a:t> </a:t>
          </a:r>
          <a:r>
            <a:rPr lang="en-US" dirty="0" err="1"/>
            <a:t>rápido</a:t>
          </a:r>
          <a:r>
            <a:rPr lang="en-US" dirty="0"/>
            <a:t> e </a:t>
          </a:r>
          <a:r>
            <a:rPr lang="en-US" dirty="0" err="1"/>
            <a:t>análise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tempo real.</a:t>
          </a:r>
        </a:p>
      </dgm:t>
    </dgm:pt>
    <dgm:pt modelId="{A5D4B572-7AA9-4363-AE15-6C6102961C46}" type="parTrans" cxnId="{A66F3616-46E9-40CF-8BD8-39586C0CE292}">
      <dgm:prSet/>
      <dgm:spPr/>
      <dgm:t>
        <a:bodyPr/>
        <a:lstStyle/>
        <a:p>
          <a:endParaRPr lang="en-US"/>
        </a:p>
      </dgm:t>
    </dgm:pt>
    <dgm:pt modelId="{6FCDBA63-507D-467B-8FA1-EED1829AE3E5}" type="sibTrans" cxnId="{A66F3616-46E9-40CF-8BD8-39586C0CE292}">
      <dgm:prSet/>
      <dgm:spPr/>
      <dgm:t>
        <a:bodyPr/>
        <a:lstStyle/>
        <a:p>
          <a:endParaRPr lang="en-US"/>
        </a:p>
      </dgm:t>
    </dgm:pt>
    <dgm:pt modelId="{E621BFC0-3CC2-432C-A964-08AD8D4A2DC4}">
      <dgm:prSet/>
      <dgm:spPr/>
      <dgm:t>
        <a:bodyPr/>
        <a:lstStyle/>
        <a:p>
          <a:r>
            <a:rPr lang="en-US" b="1" dirty="0"/>
            <a:t>NoSQL</a:t>
          </a:r>
          <a:r>
            <a:rPr lang="en-US" dirty="0"/>
            <a:t>: </a:t>
          </a:r>
          <a:r>
            <a:rPr lang="en-US" dirty="0" err="1"/>
            <a:t>Melhor</a:t>
          </a:r>
          <a:r>
            <a:rPr lang="en-US" dirty="0"/>
            <a:t> para </a:t>
          </a:r>
          <a:r>
            <a:rPr lang="en-US" dirty="0" err="1"/>
            <a:t>bancos</a:t>
          </a:r>
          <a:r>
            <a:rPr lang="en-US" dirty="0"/>
            <a:t> de dados </a:t>
          </a:r>
          <a:r>
            <a:rPr lang="en-US" dirty="0" err="1"/>
            <a:t>escaláveis</a:t>
          </a:r>
          <a:r>
            <a:rPr lang="en-US" dirty="0"/>
            <a:t> e </a:t>
          </a:r>
          <a:r>
            <a:rPr lang="en-US" dirty="0" err="1"/>
            <a:t>flexíveis</a:t>
          </a:r>
          <a:r>
            <a:rPr lang="en-US" dirty="0"/>
            <a:t>.</a:t>
          </a:r>
        </a:p>
      </dgm:t>
    </dgm:pt>
    <dgm:pt modelId="{FA9B5094-2FA3-4F9B-9F59-311A6D8AA035}" type="parTrans" cxnId="{AE1F13CD-B13D-45D9-9C8D-7E2A1C51906B}">
      <dgm:prSet/>
      <dgm:spPr/>
      <dgm:t>
        <a:bodyPr/>
        <a:lstStyle/>
        <a:p>
          <a:endParaRPr lang="en-US"/>
        </a:p>
      </dgm:t>
    </dgm:pt>
    <dgm:pt modelId="{EA7327C6-8F92-409A-AFB8-9DC282A418C9}" type="sibTrans" cxnId="{AE1F13CD-B13D-45D9-9C8D-7E2A1C51906B}">
      <dgm:prSet/>
      <dgm:spPr/>
      <dgm:t>
        <a:bodyPr/>
        <a:lstStyle/>
        <a:p>
          <a:endParaRPr lang="en-US"/>
        </a:p>
      </dgm:t>
    </dgm:pt>
    <dgm:pt modelId="{EB7789E0-96E1-4EF1-A391-C1AFF2C47867}" type="pres">
      <dgm:prSet presAssocID="{8B33FF76-BD50-4F6B-AA75-3DDF3F974B8F}" presName="root" presStyleCnt="0">
        <dgm:presLayoutVars>
          <dgm:dir/>
          <dgm:resizeHandles val="exact"/>
        </dgm:presLayoutVars>
      </dgm:prSet>
      <dgm:spPr/>
    </dgm:pt>
    <dgm:pt modelId="{BA1CC15E-8C08-4DB9-93E7-99E29A4CA364}" type="pres">
      <dgm:prSet presAssocID="{EA291C52-4DA3-4E1B-A661-CF359E260BF3}" presName="compNode" presStyleCnt="0"/>
      <dgm:spPr/>
    </dgm:pt>
    <dgm:pt modelId="{7634967C-5488-4A68-A631-8B9AB8070F9A}" type="pres">
      <dgm:prSet presAssocID="{EA291C52-4DA3-4E1B-A661-CF359E260BF3}" presName="iconRect" presStyleLbl="node1" presStyleIdx="0" presStyleCnt="3"/>
      <dgm:spPr>
        <a:blipFill dpi="0" rotWithShape="1">
          <a:blip xmlns:r="http://schemas.openxmlformats.org/officeDocument/2006/relationships" r:embed="rId1"/>
          <a:srcRect/>
          <a:stretch>
            <a:fillRect l="-9645" r="-276355"/>
          </a:stretch>
        </a:blipFill>
        <a:ln>
          <a:noFill/>
        </a:ln>
      </dgm:spPr>
    </dgm:pt>
    <dgm:pt modelId="{C8DAF3F7-F417-4403-AE66-F5BA8118947F}" type="pres">
      <dgm:prSet presAssocID="{EA291C52-4DA3-4E1B-A661-CF359E260BF3}" presName="spaceRect" presStyleCnt="0"/>
      <dgm:spPr/>
    </dgm:pt>
    <dgm:pt modelId="{3896E184-289C-430D-AE35-1A77CC80A858}" type="pres">
      <dgm:prSet presAssocID="{EA291C52-4DA3-4E1B-A661-CF359E260BF3}" presName="textRect" presStyleLbl="revTx" presStyleIdx="0" presStyleCnt="3">
        <dgm:presLayoutVars>
          <dgm:chMax val="1"/>
          <dgm:chPref val="1"/>
        </dgm:presLayoutVars>
      </dgm:prSet>
      <dgm:spPr/>
    </dgm:pt>
    <dgm:pt modelId="{045A8B85-4FFA-4008-A529-01C85A616908}" type="pres">
      <dgm:prSet presAssocID="{05E0D25E-1893-4827-A517-36C269B706F6}" presName="sibTrans" presStyleCnt="0"/>
      <dgm:spPr/>
    </dgm:pt>
    <dgm:pt modelId="{05DC1714-89D0-4155-B6F4-F38E9ADD2F10}" type="pres">
      <dgm:prSet presAssocID="{3445EA6E-A118-4B0E-A2D8-3C681F0EDDD6}" presName="compNode" presStyleCnt="0"/>
      <dgm:spPr/>
    </dgm:pt>
    <dgm:pt modelId="{8F4FFD05-E26B-42EF-8225-45A6FB3F0B7A}" type="pres">
      <dgm:prSet presAssocID="{3445EA6E-A118-4B0E-A2D8-3C681F0EDDD6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ante"/>
        </a:ext>
      </dgm:extLst>
    </dgm:pt>
    <dgm:pt modelId="{4435F278-9116-4CC7-8DC3-B8BC1E4A56E1}" type="pres">
      <dgm:prSet presAssocID="{3445EA6E-A118-4B0E-A2D8-3C681F0EDDD6}" presName="spaceRect" presStyleCnt="0"/>
      <dgm:spPr/>
    </dgm:pt>
    <dgm:pt modelId="{74D9023E-94F8-4DB3-94F4-1D3E1FF8419B}" type="pres">
      <dgm:prSet presAssocID="{3445EA6E-A118-4B0E-A2D8-3C681F0EDDD6}" presName="textRect" presStyleLbl="revTx" presStyleIdx="1" presStyleCnt="3">
        <dgm:presLayoutVars>
          <dgm:chMax val="1"/>
          <dgm:chPref val="1"/>
        </dgm:presLayoutVars>
      </dgm:prSet>
      <dgm:spPr/>
    </dgm:pt>
    <dgm:pt modelId="{2D3D5483-2754-4047-A878-54A4EE525057}" type="pres">
      <dgm:prSet presAssocID="{6FCDBA63-507D-467B-8FA1-EED1829AE3E5}" presName="sibTrans" presStyleCnt="0"/>
      <dgm:spPr/>
    </dgm:pt>
    <dgm:pt modelId="{A7A044A3-7DCA-4D8B-A32F-EE5206B03BF5}" type="pres">
      <dgm:prSet presAssocID="{E621BFC0-3CC2-432C-A964-08AD8D4A2DC4}" presName="compNode" presStyleCnt="0"/>
      <dgm:spPr/>
    </dgm:pt>
    <dgm:pt modelId="{D5770BC0-F929-4C6A-AAE1-E94028477E61}" type="pres">
      <dgm:prSet presAssocID="{E621BFC0-3CC2-432C-A964-08AD8D4A2DC4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344E6348-79B2-4BB0-AD4C-6D79A6913C9F}" type="pres">
      <dgm:prSet presAssocID="{E621BFC0-3CC2-432C-A964-08AD8D4A2DC4}" presName="spaceRect" presStyleCnt="0"/>
      <dgm:spPr/>
    </dgm:pt>
    <dgm:pt modelId="{BB6354A0-B972-4DA1-AB45-6EC4376D7EF8}" type="pres">
      <dgm:prSet presAssocID="{E621BFC0-3CC2-432C-A964-08AD8D4A2DC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66F3616-46E9-40CF-8BD8-39586C0CE292}" srcId="{8B33FF76-BD50-4F6B-AA75-3DDF3F974B8F}" destId="{3445EA6E-A118-4B0E-A2D8-3C681F0EDDD6}" srcOrd="1" destOrd="0" parTransId="{A5D4B572-7AA9-4363-AE15-6C6102961C46}" sibTransId="{6FCDBA63-507D-467B-8FA1-EED1829AE3E5}"/>
    <dgm:cxn modelId="{4ACBDC1E-92F9-4513-A3E8-A980B13D8E74}" type="presOf" srcId="{3445EA6E-A118-4B0E-A2D8-3C681F0EDDD6}" destId="{74D9023E-94F8-4DB3-94F4-1D3E1FF8419B}" srcOrd="0" destOrd="0" presId="urn:microsoft.com/office/officeart/2018/2/layout/IconLabelList"/>
    <dgm:cxn modelId="{B448939A-F389-4BE1-AC90-9823FEA5A056}" type="presOf" srcId="{E621BFC0-3CC2-432C-A964-08AD8D4A2DC4}" destId="{BB6354A0-B972-4DA1-AB45-6EC4376D7EF8}" srcOrd="0" destOrd="0" presId="urn:microsoft.com/office/officeart/2018/2/layout/IconLabelList"/>
    <dgm:cxn modelId="{937A75B1-F708-48FE-AF21-3FA9E08D0F3E}" type="presOf" srcId="{EA291C52-4DA3-4E1B-A661-CF359E260BF3}" destId="{3896E184-289C-430D-AE35-1A77CC80A858}" srcOrd="0" destOrd="0" presId="urn:microsoft.com/office/officeart/2018/2/layout/IconLabelList"/>
    <dgm:cxn modelId="{BBD216B4-D333-4583-8039-61FD146A9CB4}" type="presOf" srcId="{8B33FF76-BD50-4F6B-AA75-3DDF3F974B8F}" destId="{EB7789E0-96E1-4EF1-A391-C1AFF2C47867}" srcOrd="0" destOrd="0" presId="urn:microsoft.com/office/officeart/2018/2/layout/IconLabelList"/>
    <dgm:cxn modelId="{AB3A2EC7-19F8-47CC-9F0E-E4062E7D1C5C}" srcId="{8B33FF76-BD50-4F6B-AA75-3DDF3F974B8F}" destId="{EA291C52-4DA3-4E1B-A661-CF359E260BF3}" srcOrd="0" destOrd="0" parTransId="{0D60A342-98BC-41B8-B963-EB4F38093DD0}" sibTransId="{05E0D25E-1893-4827-A517-36C269B706F6}"/>
    <dgm:cxn modelId="{AE1F13CD-B13D-45D9-9C8D-7E2A1C51906B}" srcId="{8B33FF76-BD50-4F6B-AA75-3DDF3F974B8F}" destId="{E621BFC0-3CC2-432C-A964-08AD8D4A2DC4}" srcOrd="2" destOrd="0" parTransId="{FA9B5094-2FA3-4F9B-9F59-311A6D8AA035}" sibTransId="{EA7327C6-8F92-409A-AFB8-9DC282A418C9}"/>
    <dgm:cxn modelId="{A96C8D6E-99D6-423D-9898-EF0082022E17}" type="presParOf" srcId="{EB7789E0-96E1-4EF1-A391-C1AFF2C47867}" destId="{BA1CC15E-8C08-4DB9-93E7-99E29A4CA364}" srcOrd="0" destOrd="0" presId="urn:microsoft.com/office/officeart/2018/2/layout/IconLabelList"/>
    <dgm:cxn modelId="{DFFC859E-A84A-45C8-8356-C7CA286418A4}" type="presParOf" srcId="{BA1CC15E-8C08-4DB9-93E7-99E29A4CA364}" destId="{7634967C-5488-4A68-A631-8B9AB8070F9A}" srcOrd="0" destOrd="0" presId="urn:microsoft.com/office/officeart/2018/2/layout/IconLabelList"/>
    <dgm:cxn modelId="{5BDE2AE9-695A-4644-9A26-173C8A6BC2B1}" type="presParOf" srcId="{BA1CC15E-8C08-4DB9-93E7-99E29A4CA364}" destId="{C8DAF3F7-F417-4403-AE66-F5BA8118947F}" srcOrd="1" destOrd="0" presId="urn:microsoft.com/office/officeart/2018/2/layout/IconLabelList"/>
    <dgm:cxn modelId="{B0305856-E736-4843-A00B-09F0765DBE15}" type="presParOf" srcId="{BA1CC15E-8C08-4DB9-93E7-99E29A4CA364}" destId="{3896E184-289C-430D-AE35-1A77CC80A858}" srcOrd="2" destOrd="0" presId="urn:microsoft.com/office/officeart/2018/2/layout/IconLabelList"/>
    <dgm:cxn modelId="{D501D7D7-4019-4045-B5D0-26AC9D4CF80F}" type="presParOf" srcId="{EB7789E0-96E1-4EF1-A391-C1AFF2C47867}" destId="{045A8B85-4FFA-4008-A529-01C85A616908}" srcOrd="1" destOrd="0" presId="urn:microsoft.com/office/officeart/2018/2/layout/IconLabelList"/>
    <dgm:cxn modelId="{3B84F4E4-D042-4BB1-97BC-3C7C29CA7C5B}" type="presParOf" srcId="{EB7789E0-96E1-4EF1-A391-C1AFF2C47867}" destId="{05DC1714-89D0-4155-B6F4-F38E9ADD2F10}" srcOrd="2" destOrd="0" presId="urn:microsoft.com/office/officeart/2018/2/layout/IconLabelList"/>
    <dgm:cxn modelId="{82996607-8293-473D-B81D-7E0042C4B290}" type="presParOf" srcId="{05DC1714-89D0-4155-B6F4-F38E9ADD2F10}" destId="{8F4FFD05-E26B-42EF-8225-45A6FB3F0B7A}" srcOrd="0" destOrd="0" presId="urn:microsoft.com/office/officeart/2018/2/layout/IconLabelList"/>
    <dgm:cxn modelId="{997873BF-3AF4-4B0C-9BF0-8AAB7B9B6814}" type="presParOf" srcId="{05DC1714-89D0-4155-B6F4-F38E9ADD2F10}" destId="{4435F278-9116-4CC7-8DC3-B8BC1E4A56E1}" srcOrd="1" destOrd="0" presId="urn:microsoft.com/office/officeart/2018/2/layout/IconLabelList"/>
    <dgm:cxn modelId="{4591E612-7C36-4556-BE34-C378A7146D4E}" type="presParOf" srcId="{05DC1714-89D0-4155-B6F4-F38E9ADD2F10}" destId="{74D9023E-94F8-4DB3-94F4-1D3E1FF8419B}" srcOrd="2" destOrd="0" presId="urn:microsoft.com/office/officeart/2018/2/layout/IconLabelList"/>
    <dgm:cxn modelId="{A8315D4A-3A69-416D-B8DD-27930BC699E1}" type="presParOf" srcId="{EB7789E0-96E1-4EF1-A391-C1AFF2C47867}" destId="{2D3D5483-2754-4047-A878-54A4EE525057}" srcOrd="3" destOrd="0" presId="urn:microsoft.com/office/officeart/2018/2/layout/IconLabelList"/>
    <dgm:cxn modelId="{4D16DD34-477A-4DFD-A4F1-76015E45515B}" type="presParOf" srcId="{EB7789E0-96E1-4EF1-A391-C1AFF2C47867}" destId="{A7A044A3-7DCA-4D8B-A32F-EE5206B03BF5}" srcOrd="4" destOrd="0" presId="urn:microsoft.com/office/officeart/2018/2/layout/IconLabelList"/>
    <dgm:cxn modelId="{BA9F5468-F900-44D3-84CA-408F8750E4AA}" type="presParOf" srcId="{A7A044A3-7DCA-4D8B-A32F-EE5206B03BF5}" destId="{D5770BC0-F929-4C6A-AAE1-E94028477E61}" srcOrd="0" destOrd="0" presId="urn:microsoft.com/office/officeart/2018/2/layout/IconLabelList"/>
    <dgm:cxn modelId="{F94D54EE-3EFE-405A-9513-BD1C627EE056}" type="presParOf" srcId="{A7A044A3-7DCA-4D8B-A32F-EE5206B03BF5}" destId="{344E6348-79B2-4BB0-AD4C-6D79A6913C9F}" srcOrd="1" destOrd="0" presId="urn:microsoft.com/office/officeart/2018/2/layout/IconLabelList"/>
    <dgm:cxn modelId="{FC467AAC-D888-436D-80D2-16124BE848DF}" type="presParOf" srcId="{A7A044A3-7DCA-4D8B-A32F-EE5206B03BF5}" destId="{BB6354A0-B972-4DA1-AB45-6EC4376D7E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FC7FC4C-C06E-445F-8679-3E04B790B0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9874853-B621-4DDC-B042-4273DC83C01E}">
      <dgm:prSet/>
      <dgm:spPr/>
      <dgm:t>
        <a:bodyPr/>
        <a:lstStyle/>
        <a:p>
          <a:r>
            <a:rPr lang="en-US" dirty="0"/>
            <a:t>Tipo de dado (</a:t>
          </a:r>
          <a:r>
            <a:rPr lang="en-US" dirty="0" err="1"/>
            <a:t>estruturado</a:t>
          </a:r>
          <a:r>
            <a:rPr lang="en-US" dirty="0"/>
            <a:t>, </a:t>
          </a:r>
          <a:r>
            <a:rPr lang="en-US" dirty="0" err="1"/>
            <a:t>semiestruturado</a:t>
          </a:r>
          <a:r>
            <a:rPr lang="en-US" dirty="0"/>
            <a:t>, </a:t>
          </a:r>
          <a:r>
            <a:rPr lang="en-US" dirty="0" err="1"/>
            <a:t>não</a:t>
          </a:r>
          <a:r>
            <a:rPr lang="en-US" dirty="0"/>
            <a:t> </a:t>
          </a:r>
          <a:r>
            <a:rPr lang="en-US" dirty="0" err="1"/>
            <a:t>estruturado</a:t>
          </a:r>
          <a:r>
            <a:rPr lang="en-US" dirty="0"/>
            <a:t>).</a:t>
          </a:r>
        </a:p>
      </dgm:t>
    </dgm:pt>
    <dgm:pt modelId="{A31B0ADF-FBF5-4E73-9CD5-4BF4D768C891}" type="parTrans" cxnId="{19096EA9-2E8C-4DE8-AA67-92AF55987D5E}">
      <dgm:prSet/>
      <dgm:spPr/>
      <dgm:t>
        <a:bodyPr/>
        <a:lstStyle/>
        <a:p>
          <a:endParaRPr lang="en-US"/>
        </a:p>
      </dgm:t>
    </dgm:pt>
    <dgm:pt modelId="{0F8C6D1C-B8C4-4F15-83B6-E34FE2BCFD3F}" type="sibTrans" cxnId="{19096EA9-2E8C-4DE8-AA67-92AF55987D5E}">
      <dgm:prSet/>
      <dgm:spPr/>
      <dgm:t>
        <a:bodyPr/>
        <a:lstStyle/>
        <a:p>
          <a:endParaRPr lang="en-US"/>
        </a:p>
      </dgm:t>
    </dgm:pt>
    <dgm:pt modelId="{DF1085A7-46BC-4B7F-89F0-CE3E75BB8FE7}">
      <dgm:prSet/>
      <dgm:spPr/>
      <dgm:t>
        <a:bodyPr/>
        <a:lstStyle/>
        <a:p>
          <a:r>
            <a:rPr lang="en-US" dirty="0"/>
            <a:t>Tempo de </a:t>
          </a:r>
          <a:r>
            <a:rPr lang="en-US" dirty="0" err="1"/>
            <a:t>resposta</a:t>
          </a:r>
          <a:r>
            <a:rPr lang="en-US" dirty="0"/>
            <a:t> </a:t>
          </a:r>
          <a:r>
            <a:rPr lang="en-US" dirty="0" err="1"/>
            <a:t>necessário</a:t>
          </a:r>
          <a:r>
            <a:rPr lang="en-US" dirty="0"/>
            <a:t>.</a:t>
          </a:r>
        </a:p>
      </dgm:t>
    </dgm:pt>
    <dgm:pt modelId="{35BFCCD2-6FFD-4573-9DB2-18A513ED53B6}" type="parTrans" cxnId="{18ED7137-8410-4846-8764-27E246AEA3E2}">
      <dgm:prSet/>
      <dgm:spPr/>
      <dgm:t>
        <a:bodyPr/>
        <a:lstStyle/>
        <a:p>
          <a:endParaRPr lang="en-US"/>
        </a:p>
      </dgm:t>
    </dgm:pt>
    <dgm:pt modelId="{E3EEDC58-FB2F-404B-89E9-1D4F157F0C79}" type="sibTrans" cxnId="{18ED7137-8410-4846-8764-27E246AEA3E2}">
      <dgm:prSet/>
      <dgm:spPr/>
      <dgm:t>
        <a:bodyPr/>
        <a:lstStyle/>
        <a:p>
          <a:endParaRPr lang="en-US"/>
        </a:p>
      </dgm:t>
    </dgm:pt>
    <dgm:pt modelId="{3BCA8220-F974-49B4-A8AE-376687148776}">
      <dgm:prSet/>
      <dgm:spPr/>
      <dgm:t>
        <a:bodyPr/>
        <a:lstStyle/>
        <a:p>
          <a:r>
            <a:rPr lang="en-US" dirty="0" err="1"/>
            <a:t>Custo</a:t>
          </a:r>
          <a:r>
            <a:rPr lang="en-US" dirty="0"/>
            <a:t> e </a:t>
          </a:r>
          <a:r>
            <a:rPr lang="en-US" dirty="0" err="1"/>
            <a:t>escalabilidade</a:t>
          </a:r>
          <a:r>
            <a:rPr lang="en-US" dirty="0"/>
            <a:t>.</a:t>
          </a:r>
        </a:p>
      </dgm:t>
    </dgm:pt>
    <dgm:pt modelId="{435458D6-9184-4193-8F35-0B690FBF559B}" type="parTrans" cxnId="{6F21EE42-35DE-4EF9-9A9D-DAA6150C0F40}">
      <dgm:prSet/>
      <dgm:spPr/>
      <dgm:t>
        <a:bodyPr/>
        <a:lstStyle/>
        <a:p>
          <a:endParaRPr lang="en-US"/>
        </a:p>
      </dgm:t>
    </dgm:pt>
    <dgm:pt modelId="{3FF4FD21-64CE-4DD1-A336-D4027910B87E}" type="sibTrans" cxnId="{6F21EE42-35DE-4EF9-9A9D-DAA6150C0F40}">
      <dgm:prSet/>
      <dgm:spPr/>
      <dgm:t>
        <a:bodyPr/>
        <a:lstStyle/>
        <a:p>
          <a:endParaRPr lang="en-US"/>
        </a:p>
      </dgm:t>
    </dgm:pt>
    <dgm:pt modelId="{4D23CB1E-5DD3-4DCB-BCC6-CCD14B5A8A2D}" type="pres">
      <dgm:prSet presAssocID="{FFC7FC4C-C06E-445F-8679-3E04B790B0F4}" presName="root" presStyleCnt="0">
        <dgm:presLayoutVars>
          <dgm:dir/>
          <dgm:resizeHandles val="exact"/>
        </dgm:presLayoutVars>
      </dgm:prSet>
      <dgm:spPr/>
    </dgm:pt>
    <dgm:pt modelId="{D02DD9E9-E483-4CCB-99E1-D0B5B1C31A5E}" type="pres">
      <dgm:prSet presAssocID="{39874853-B621-4DDC-B042-4273DC83C01E}" presName="compNode" presStyleCnt="0"/>
      <dgm:spPr/>
    </dgm:pt>
    <dgm:pt modelId="{3D1546B9-14E4-4F41-8BAB-79F90579A47D}" type="pres">
      <dgm:prSet presAssocID="{39874853-B621-4DDC-B042-4273DC83C01E}" presName="bgRect" presStyleLbl="bgShp" presStyleIdx="0" presStyleCnt="3"/>
      <dgm:spPr/>
    </dgm:pt>
    <dgm:pt modelId="{013206FC-E415-4A6B-BD27-62E386BFE2F8}" type="pres">
      <dgm:prSet presAssocID="{39874853-B621-4DDC-B042-4273DC83C0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0FCCB7C0-501B-4372-A49B-3EA37F0CCEAF}" type="pres">
      <dgm:prSet presAssocID="{39874853-B621-4DDC-B042-4273DC83C01E}" presName="spaceRect" presStyleCnt="0"/>
      <dgm:spPr/>
    </dgm:pt>
    <dgm:pt modelId="{0F70570A-0BD3-4C12-86E1-28FA25294C00}" type="pres">
      <dgm:prSet presAssocID="{39874853-B621-4DDC-B042-4273DC83C01E}" presName="parTx" presStyleLbl="revTx" presStyleIdx="0" presStyleCnt="3">
        <dgm:presLayoutVars>
          <dgm:chMax val="0"/>
          <dgm:chPref val="0"/>
        </dgm:presLayoutVars>
      </dgm:prSet>
      <dgm:spPr/>
    </dgm:pt>
    <dgm:pt modelId="{A59114A7-63B2-452A-88EE-FABEB12F3FC2}" type="pres">
      <dgm:prSet presAssocID="{0F8C6D1C-B8C4-4F15-83B6-E34FE2BCFD3F}" presName="sibTrans" presStyleCnt="0"/>
      <dgm:spPr/>
    </dgm:pt>
    <dgm:pt modelId="{9009A382-C7CE-4749-B5E1-08BE1CDDF4D3}" type="pres">
      <dgm:prSet presAssocID="{DF1085A7-46BC-4B7F-89F0-CE3E75BB8FE7}" presName="compNode" presStyleCnt="0"/>
      <dgm:spPr/>
    </dgm:pt>
    <dgm:pt modelId="{4BBA7F43-CAAD-49FE-8EF1-7FAEFE393546}" type="pres">
      <dgm:prSet presAssocID="{DF1085A7-46BC-4B7F-89F0-CE3E75BB8FE7}" presName="bgRect" presStyleLbl="bgShp" presStyleIdx="1" presStyleCnt="3"/>
      <dgm:spPr/>
    </dgm:pt>
    <dgm:pt modelId="{737B9CA4-8073-40A9-9C5F-69CDB91EDC1C}" type="pres">
      <dgm:prSet presAssocID="{DF1085A7-46BC-4B7F-89F0-CE3E75BB8F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âmpago"/>
        </a:ext>
      </dgm:extLst>
    </dgm:pt>
    <dgm:pt modelId="{A84785E0-03C1-439A-A49E-A09D75490C14}" type="pres">
      <dgm:prSet presAssocID="{DF1085A7-46BC-4B7F-89F0-CE3E75BB8FE7}" presName="spaceRect" presStyleCnt="0"/>
      <dgm:spPr/>
    </dgm:pt>
    <dgm:pt modelId="{45A77110-0320-4ECD-9180-1AF280F2F42B}" type="pres">
      <dgm:prSet presAssocID="{DF1085A7-46BC-4B7F-89F0-CE3E75BB8FE7}" presName="parTx" presStyleLbl="revTx" presStyleIdx="1" presStyleCnt="3">
        <dgm:presLayoutVars>
          <dgm:chMax val="0"/>
          <dgm:chPref val="0"/>
        </dgm:presLayoutVars>
      </dgm:prSet>
      <dgm:spPr/>
    </dgm:pt>
    <dgm:pt modelId="{589516F8-1813-4DE2-B3DF-7F3303E312FD}" type="pres">
      <dgm:prSet presAssocID="{E3EEDC58-FB2F-404B-89E9-1D4F157F0C79}" presName="sibTrans" presStyleCnt="0"/>
      <dgm:spPr/>
    </dgm:pt>
    <dgm:pt modelId="{EB561E5C-5E9A-4032-9DF5-A2BA56995B5E}" type="pres">
      <dgm:prSet presAssocID="{3BCA8220-F974-49B4-A8AE-376687148776}" presName="compNode" presStyleCnt="0"/>
      <dgm:spPr/>
    </dgm:pt>
    <dgm:pt modelId="{8206A4A8-830E-42E7-BA94-D7DF26AE0BE9}" type="pres">
      <dgm:prSet presAssocID="{3BCA8220-F974-49B4-A8AE-376687148776}" presName="bgRect" presStyleLbl="bgShp" presStyleIdx="2" presStyleCnt="3"/>
      <dgm:spPr/>
    </dgm:pt>
    <dgm:pt modelId="{948BEAC4-C908-4512-8BF3-B6AE93840869}" type="pres">
      <dgm:prSet presAssocID="{3BCA8220-F974-49B4-A8AE-3766871487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6182B575-98B1-486E-B4C6-17B9FA52318E}" type="pres">
      <dgm:prSet presAssocID="{3BCA8220-F974-49B4-A8AE-376687148776}" presName="spaceRect" presStyleCnt="0"/>
      <dgm:spPr/>
    </dgm:pt>
    <dgm:pt modelId="{FB23586B-6B00-4C72-BBB4-02BD22659F35}" type="pres">
      <dgm:prSet presAssocID="{3BCA8220-F974-49B4-A8AE-37668714877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EDD632-5E52-42AA-8CDC-98A94EE59F35}" type="presOf" srcId="{DF1085A7-46BC-4B7F-89F0-CE3E75BB8FE7}" destId="{45A77110-0320-4ECD-9180-1AF280F2F42B}" srcOrd="0" destOrd="0" presId="urn:microsoft.com/office/officeart/2018/2/layout/IconVerticalSolidList"/>
    <dgm:cxn modelId="{18ED7137-8410-4846-8764-27E246AEA3E2}" srcId="{FFC7FC4C-C06E-445F-8679-3E04B790B0F4}" destId="{DF1085A7-46BC-4B7F-89F0-CE3E75BB8FE7}" srcOrd="1" destOrd="0" parTransId="{35BFCCD2-6FFD-4573-9DB2-18A513ED53B6}" sibTransId="{E3EEDC58-FB2F-404B-89E9-1D4F157F0C79}"/>
    <dgm:cxn modelId="{6F21EE42-35DE-4EF9-9A9D-DAA6150C0F40}" srcId="{FFC7FC4C-C06E-445F-8679-3E04B790B0F4}" destId="{3BCA8220-F974-49B4-A8AE-376687148776}" srcOrd="2" destOrd="0" parTransId="{435458D6-9184-4193-8F35-0B690FBF559B}" sibTransId="{3FF4FD21-64CE-4DD1-A336-D4027910B87E}"/>
    <dgm:cxn modelId="{2D06F052-D459-4D0A-8BB4-60498F1DF3D9}" type="presOf" srcId="{3BCA8220-F974-49B4-A8AE-376687148776}" destId="{FB23586B-6B00-4C72-BBB4-02BD22659F35}" srcOrd="0" destOrd="0" presId="urn:microsoft.com/office/officeart/2018/2/layout/IconVerticalSolidList"/>
    <dgm:cxn modelId="{19096EA9-2E8C-4DE8-AA67-92AF55987D5E}" srcId="{FFC7FC4C-C06E-445F-8679-3E04B790B0F4}" destId="{39874853-B621-4DDC-B042-4273DC83C01E}" srcOrd="0" destOrd="0" parTransId="{A31B0ADF-FBF5-4E73-9CD5-4BF4D768C891}" sibTransId="{0F8C6D1C-B8C4-4F15-83B6-E34FE2BCFD3F}"/>
    <dgm:cxn modelId="{79E951AE-9DB5-4106-8F6E-96A87585875C}" type="presOf" srcId="{39874853-B621-4DDC-B042-4273DC83C01E}" destId="{0F70570A-0BD3-4C12-86E1-28FA25294C00}" srcOrd="0" destOrd="0" presId="urn:microsoft.com/office/officeart/2018/2/layout/IconVerticalSolidList"/>
    <dgm:cxn modelId="{10CAABE1-62A8-4C9E-8E98-21819B5B2059}" type="presOf" srcId="{FFC7FC4C-C06E-445F-8679-3E04B790B0F4}" destId="{4D23CB1E-5DD3-4DCB-BCC6-CCD14B5A8A2D}" srcOrd="0" destOrd="0" presId="urn:microsoft.com/office/officeart/2018/2/layout/IconVerticalSolidList"/>
    <dgm:cxn modelId="{57085D3E-774F-4B8B-BE19-159AF1EF8575}" type="presParOf" srcId="{4D23CB1E-5DD3-4DCB-BCC6-CCD14B5A8A2D}" destId="{D02DD9E9-E483-4CCB-99E1-D0B5B1C31A5E}" srcOrd="0" destOrd="0" presId="urn:microsoft.com/office/officeart/2018/2/layout/IconVerticalSolidList"/>
    <dgm:cxn modelId="{0DC83BA5-AFE2-46AD-ABBC-F303A048F8FA}" type="presParOf" srcId="{D02DD9E9-E483-4CCB-99E1-D0B5B1C31A5E}" destId="{3D1546B9-14E4-4F41-8BAB-79F90579A47D}" srcOrd="0" destOrd="0" presId="urn:microsoft.com/office/officeart/2018/2/layout/IconVerticalSolidList"/>
    <dgm:cxn modelId="{56D7BC27-43BF-4B46-B519-1F9500B688FB}" type="presParOf" srcId="{D02DD9E9-E483-4CCB-99E1-D0B5B1C31A5E}" destId="{013206FC-E415-4A6B-BD27-62E386BFE2F8}" srcOrd="1" destOrd="0" presId="urn:microsoft.com/office/officeart/2018/2/layout/IconVerticalSolidList"/>
    <dgm:cxn modelId="{71716B76-AE7C-419F-8BB5-19B3B67C24E4}" type="presParOf" srcId="{D02DD9E9-E483-4CCB-99E1-D0B5B1C31A5E}" destId="{0FCCB7C0-501B-4372-A49B-3EA37F0CCEAF}" srcOrd="2" destOrd="0" presId="urn:microsoft.com/office/officeart/2018/2/layout/IconVerticalSolidList"/>
    <dgm:cxn modelId="{D81DC17C-DDE3-4B3B-9534-430B313A609B}" type="presParOf" srcId="{D02DD9E9-E483-4CCB-99E1-D0B5B1C31A5E}" destId="{0F70570A-0BD3-4C12-86E1-28FA25294C00}" srcOrd="3" destOrd="0" presId="urn:microsoft.com/office/officeart/2018/2/layout/IconVerticalSolidList"/>
    <dgm:cxn modelId="{5CFB62CB-D6F1-4240-844C-AEBE126B9786}" type="presParOf" srcId="{4D23CB1E-5DD3-4DCB-BCC6-CCD14B5A8A2D}" destId="{A59114A7-63B2-452A-88EE-FABEB12F3FC2}" srcOrd="1" destOrd="0" presId="urn:microsoft.com/office/officeart/2018/2/layout/IconVerticalSolidList"/>
    <dgm:cxn modelId="{87EA21F2-C7C2-4AD6-AC1E-E46EF47CD8DD}" type="presParOf" srcId="{4D23CB1E-5DD3-4DCB-BCC6-CCD14B5A8A2D}" destId="{9009A382-C7CE-4749-B5E1-08BE1CDDF4D3}" srcOrd="2" destOrd="0" presId="urn:microsoft.com/office/officeart/2018/2/layout/IconVerticalSolidList"/>
    <dgm:cxn modelId="{C5DBA7A8-A7A6-4826-82B1-88A21AE27A10}" type="presParOf" srcId="{9009A382-C7CE-4749-B5E1-08BE1CDDF4D3}" destId="{4BBA7F43-CAAD-49FE-8EF1-7FAEFE393546}" srcOrd="0" destOrd="0" presId="urn:microsoft.com/office/officeart/2018/2/layout/IconVerticalSolidList"/>
    <dgm:cxn modelId="{3CFCD5EC-1F0E-40D0-9CF1-DB0F73586EC5}" type="presParOf" srcId="{9009A382-C7CE-4749-B5E1-08BE1CDDF4D3}" destId="{737B9CA4-8073-40A9-9C5F-69CDB91EDC1C}" srcOrd="1" destOrd="0" presId="urn:microsoft.com/office/officeart/2018/2/layout/IconVerticalSolidList"/>
    <dgm:cxn modelId="{FA8F2B48-4917-4D24-8C58-22132155A36B}" type="presParOf" srcId="{9009A382-C7CE-4749-B5E1-08BE1CDDF4D3}" destId="{A84785E0-03C1-439A-A49E-A09D75490C14}" srcOrd="2" destOrd="0" presId="urn:microsoft.com/office/officeart/2018/2/layout/IconVerticalSolidList"/>
    <dgm:cxn modelId="{787F3EE8-4056-4393-AF38-8CC1A5E9C4A9}" type="presParOf" srcId="{9009A382-C7CE-4749-B5E1-08BE1CDDF4D3}" destId="{45A77110-0320-4ECD-9180-1AF280F2F42B}" srcOrd="3" destOrd="0" presId="urn:microsoft.com/office/officeart/2018/2/layout/IconVerticalSolidList"/>
    <dgm:cxn modelId="{9AEE464C-8E97-4757-AB7D-6734940D8A67}" type="presParOf" srcId="{4D23CB1E-5DD3-4DCB-BCC6-CCD14B5A8A2D}" destId="{589516F8-1813-4DE2-B3DF-7F3303E312FD}" srcOrd="3" destOrd="0" presId="urn:microsoft.com/office/officeart/2018/2/layout/IconVerticalSolidList"/>
    <dgm:cxn modelId="{039BE802-7CB9-4573-89CC-93B41731D553}" type="presParOf" srcId="{4D23CB1E-5DD3-4DCB-BCC6-CCD14B5A8A2D}" destId="{EB561E5C-5E9A-4032-9DF5-A2BA56995B5E}" srcOrd="4" destOrd="0" presId="urn:microsoft.com/office/officeart/2018/2/layout/IconVerticalSolidList"/>
    <dgm:cxn modelId="{BFBA6ED3-87EA-4285-B434-16EA414275BA}" type="presParOf" srcId="{EB561E5C-5E9A-4032-9DF5-A2BA56995B5E}" destId="{8206A4A8-830E-42E7-BA94-D7DF26AE0BE9}" srcOrd="0" destOrd="0" presId="urn:microsoft.com/office/officeart/2018/2/layout/IconVerticalSolidList"/>
    <dgm:cxn modelId="{623D271C-EEC9-4D87-92B5-7D4E9C5158D1}" type="presParOf" srcId="{EB561E5C-5E9A-4032-9DF5-A2BA56995B5E}" destId="{948BEAC4-C908-4512-8BF3-B6AE93840869}" srcOrd="1" destOrd="0" presId="urn:microsoft.com/office/officeart/2018/2/layout/IconVerticalSolidList"/>
    <dgm:cxn modelId="{23746F8C-984A-4C4D-98C7-F25474E41A7C}" type="presParOf" srcId="{EB561E5C-5E9A-4032-9DF5-A2BA56995B5E}" destId="{6182B575-98B1-486E-B4C6-17B9FA52318E}" srcOrd="2" destOrd="0" presId="urn:microsoft.com/office/officeart/2018/2/layout/IconVerticalSolidList"/>
    <dgm:cxn modelId="{1AB2B27F-1A69-41D0-BE2D-DF7B83432F50}" type="presParOf" srcId="{EB561E5C-5E9A-4032-9DF5-A2BA56995B5E}" destId="{FB23586B-6B00-4C72-BBB4-02BD22659F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1F8FF44-A16E-4AB9-8FCF-9C8F02E8FB4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8C7A3E9-A10C-4A76-966D-E55DA2DEEB84}">
      <dgm:prSet/>
      <dgm:spPr/>
      <dgm:t>
        <a:bodyPr/>
        <a:lstStyle/>
        <a:p>
          <a:r>
            <a:rPr lang="en-US"/>
            <a:t>• É uma abordagem centrada no ser humano para resolver problemas complexos.</a:t>
          </a:r>
        </a:p>
      </dgm:t>
    </dgm:pt>
    <dgm:pt modelId="{642F99FE-E644-43B7-9C79-EE1DE8C7E022}" type="parTrans" cxnId="{DD7BB337-FE9B-4C52-97CB-5172641C5E3C}">
      <dgm:prSet/>
      <dgm:spPr/>
      <dgm:t>
        <a:bodyPr/>
        <a:lstStyle/>
        <a:p>
          <a:endParaRPr lang="en-US"/>
        </a:p>
      </dgm:t>
    </dgm:pt>
    <dgm:pt modelId="{AC09C756-C01E-49B8-990E-5D764DBC2517}" type="sibTrans" cxnId="{DD7BB337-FE9B-4C52-97CB-5172641C5E3C}">
      <dgm:prSet/>
      <dgm:spPr/>
      <dgm:t>
        <a:bodyPr/>
        <a:lstStyle/>
        <a:p>
          <a:endParaRPr lang="en-US"/>
        </a:p>
      </dgm:t>
    </dgm:pt>
    <dgm:pt modelId="{8AB01150-E56F-43F6-8944-7B3FF2AECDFA}">
      <dgm:prSet/>
      <dgm:spPr/>
      <dgm:t>
        <a:bodyPr/>
        <a:lstStyle/>
        <a:p>
          <a:r>
            <a:rPr lang="en-US"/>
            <a:t>• Foca na empatia com os usuários, definição clara do problema, geração de ideias e prototipação.</a:t>
          </a:r>
        </a:p>
      </dgm:t>
    </dgm:pt>
    <dgm:pt modelId="{0838B0CE-B526-4AFA-9AF9-EB5945875D5E}" type="parTrans" cxnId="{DC6E906E-1CFB-4F2C-9650-2B6B7382F4EE}">
      <dgm:prSet/>
      <dgm:spPr/>
      <dgm:t>
        <a:bodyPr/>
        <a:lstStyle/>
        <a:p>
          <a:endParaRPr lang="en-US"/>
        </a:p>
      </dgm:t>
    </dgm:pt>
    <dgm:pt modelId="{E9A95AD2-CE60-412C-95E6-531F3B2D81FF}" type="sibTrans" cxnId="{DC6E906E-1CFB-4F2C-9650-2B6B7382F4EE}">
      <dgm:prSet/>
      <dgm:spPr/>
      <dgm:t>
        <a:bodyPr/>
        <a:lstStyle/>
        <a:p>
          <a:endParaRPr lang="en-US"/>
        </a:p>
      </dgm:t>
    </dgm:pt>
    <dgm:pt modelId="{81DA041C-858F-4632-9E3D-5F7269032A08}">
      <dgm:prSet/>
      <dgm:spPr/>
      <dgm:t>
        <a:bodyPr/>
        <a:lstStyle/>
        <a:p>
          <a:r>
            <a:rPr lang="en-US"/>
            <a:t>• Muito usada em inovação, design de produtos e também em projetos sociais.</a:t>
          </a:r>
        </a:p>
      </dgm:t>
    </dgm:pt>
    <dgm:pt modelId="{2E1674BD-F991-474A-B199-025C8498717B}" type="parTrans" cxnId="{1CDAA9F8-A9A2-4D45-BE68-603C075334F5}">
      <dgm:prSet/>
      <dgm:spPr/>
      <dgm:t>
        <a:bodyPr/>
        <a:lstStyle/>
        <a:p>
          <a:endParaRPr lang="en-US"/>
        </a:p>
      </dgm:t>
    </dgm:pt>
    <dgm:pt modelId="{195BF310-BB7C-41AC-8328-FE9C286B9D87}" type="sibTrans" cxnId="{1CDAA9F8-A9A2-4D45-BE68-603C075334F5}">
      <dgm:prSet/>
      <dgm:spPr/>
      <dgm:t>
        <a:bodyPr/>
        <a:lstStyle/>
        <a:p>
          <a:endParaRPr lang="en-US"/>
        </a:p>
      </dgm:t>
    </dgm:pt>
    <dgm:pt modelId="{8C1D7F62-50A8-48C7-87FC-71A958C2FD90}" type="pres">
      <dgm:prSet presAssocID="{B1F8FF44-A16E-4AB9-8FCF-9C8F02E8FB49}" presName="root" presStyleCnt="0">
        <dgm:presLayoutVars>
          <dgm:dir/>
          <dgm:resizeHandles val="exact"/>
        </dgm:presLayoutVars>
      </dgm:prSet>
      <dgm:spPr/>
    </dgm:pt>
    <dgm:pt modelId="{FA6A6DBD-3CA1-4B2C-9A6A-A60771F7C779}" type="pres">
      <dgm:prSet presAssocID="{98C7A3E9-A10C-4A76-966D-E55DA2DEEB84}" presName="compNode" presStyleCnt="0"/>
      <dgm:spPr/>
    </dgm:pt>
    <dgm:pt modelId="{E3E8B263-17C4-4493-B996-2F39ADC4659B}" type="pres">
      <dgm:prSet presAssocID="{98C7A3E9-A10C-4A76-966D-E55DA2DEEB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3905834-34FE-4FA1-B4C6-D33A2BCD98C2}" type="pres">
      <dgm:prSet presAssocID="{98C7A3E9-A10C-4A76-966D-E55DA2DEEB84}" presName="spaceRect" presStyleCnt="0"/>
      <dgm:spPr/>
    </dgm:pt>
    <dgm:pt modelId="{2A1AA101-7606-4AD7-A436-3FFA6F9F98FD}" type="pres">
      <dgm:prSet presAssocID="{98C7A3E9-A10C-4A76-966D-E55DA2DEEB84}" presName="textRect" presStyleLbl="revTx" presStyleIdx="0" presStyleCnt="3">
        <dgm:presLayoutVars>
          <dgm:chMax val="1"/>
          <dgm:chPref val="1"/>
        </dgm:presLayoutVars>
      </dgm:prSet>
      <dgm:spPr/>
    </dgm:pt>
    <dgm:pt modelId="{4C5CB662-E16F-4520-8D39-078F3A0CB398}" type="pres">
      <dgm:prSet presAssocID="{AC09C756-C01E-49B8-990E-5D764DBC2517}" presName="sibTrans" presStyleCnt="0"/>
      <dgm:spPr/>
    </dgm:pt>
    <dgm:pt modelId="{03181CB3-9738-40E1-9160-D8C1A62D2298}" type="pres">
      <dgm:prSet presAssocID="{8AB01150-E56F-43F6-8944-7B3FF2AECDFA}" presName="compNode" presStyleCnt="0"/>
      <dgm:spPr/>
    </dgm:pt>
    <dgm:pt modelId="{59ADEEE2-CAA5-4CCB-AE96-6610BD6B5069}" type="pres">
      <dgm:prSet presAssocID="{8AB01150-E56F-43F6-8944-7B3FF2AECDF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lo"/>
        </a:ext>
      </dgm:extLst>
    </dgm:pt>
    <dgm:pt modelId="{6340D9C3-EB4D-4F42-8580-A45D7D80B8C4}" type="pres">
      <dgm:prSet presAssocID="{8AB01150-E56F-43F6-8944-7B3FF2AECDFA}" presName="spaceRect" presStyleCnt="0"/>
      <dgm:spPr/>
    </dgm:pt>
    <dgm:pt modelId="{D8CA27F3-336F-400C-B11B-D9647B348353}" type="pres">
      <dgm:prSet presAssocID="{8AB01150-E56F-43F6-8944-7B3FF2AECDFA}" presName="textRect" presStyleLbl="revTx" presStyleIdx="1" presStyleCnt="3">
        <dgm:presLayoutVars>
          <dgm:chMax val="1"/>
          <dgm:chPref val="1"/>
        </dgm:presLayoutVars>
      </dgm:prSet>
      <dgm:spPr/>
    </dgm:pt>
    <dgm:pt modelId="{41269BCE-B2C6-433B-982A-D05730B0B158}" type="pres">
      <dgm:prSet presAssocID="{E9A95AD2-CE60-412C-95E6-531F3B2D81FF}" presName="sibTrans" presStyleCnt="0"/>
      <dgm:spPr/>
    </dgm:pt>
    <dgm:pt modelId="{166BBB33-2D79-46B6-9CCC-00D350F65C2C}" type="pres">
      <dgm:prSet presAssocID="{81DA041C-858F-4632-9E3D-5F7269032A08}" presName="compNode" presStyleCnt="0"/>
      <dgm:spPr/>
    </dgm:pt>
    <dgm:pt modelId="{0F6A2BC6-0F3D-4A01-B94D-1DF48279DE44}" type="pres">
      <dgm:prSet presAssocID="{81DA041C-858F-4632-9E3D-5F7269032A0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08018807-A945-4C2A-9319-8FAB0FCD1C4C}" type="pres">
      <dgm:prSet presAssocID="{81DA041C-858F-4632-9E3D-5F7269032A08}" presName="spaceRect" presStyleCnt="0"/>
      <dgm:spPr/>
    </dgm:pt>
    <dgm:pt modelId="{9566EB7D-8667-4B26-B3BD-D93A5C0E45F9}" type="pres">
      <dgm:prSet presAssocID="{81DA041C-858F-4632-9E3D-5F7269032A0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9AE9901-265B-428B-A738-1DD244FB6F7F}" type="presOf" srcId="{B1F8FF44-A16E-4AB9-8FCF-9C8F02E8FB49}" destId="{8C1D7F62-50A8-48C7-87FC-71A958C2FD90}" srcOrd="0" destOrd="0" presId="urn:microsoft.com/office/officeart/2018/2/layout/IconLabelList"/>
    <dgm:cxn modelId="{13D9800F-F5C3-4873-9824-BFA4CE83D488}" type="presOf" srcId="{81DA041C-858F-4632-9E3D-5F7269032A08}" destId="{9566EB7D-8667-4B26-B3BD-D93A5C0E45F9}" srcOrd="0" destOrd="0" presId="urn:microsoft.com/office/officeart/2018/2/layout/IconLabelList"/>
    <dgm:cxn modelId="{DD7BB337-FE9B-4C52-97CB-5172641C5E3C}" srcId="{B1F8FF44-A16E-4AB9-8FCF-9C8F02E8FB49}" destId="{98C7A3E9-A10C-4A76-966D-E55DA2DEEB84}" srcOrd="0" destOrd="0" parTransId="{642F99FE-E644-43B7-9C79-EE1DE8C7E022}" sibTransId="{AC09C756-C01E-49B8-990E-5D764DBC2517}"/>
    <dgm:cxn modelId="{DC6E906E-1CFB-4F2C-9650-2B6B7382F4EE}" srcId="{B1F8FF44-A16E-4AB9-8FCF-9C8F02E8FB49}" destId="{8AB01150-E56F-43F6-8944-7B3FF2AECDFA}" srcOrd="1" destOrd="0" parTransId="{0838B0CE-B526-4AFA-9AF9-EB5945875D5E}" sibTransId="{E9A95AD2-CE60-412C-95E6-531F3B2D81FF}"/>
    <dgm:cxn modelId="{4822E6CC-13C1-4814-ADFD-2C60E3333CF6}" type="presOf" srcId="{98C7A3E9-A10C-4A76-966D-E55DA2DEEB84}" destId="{2A1AA101-7606-4AD7-A436-3FFA6F9F98FD}" srcOrd="0" destOrd="0" presId="urn:microsoft.com/office/officeart/2018/2/layout/IconLabelList"/>
    <dgm:cxn modelId="{D27BD5F0-B037-4887-A9F9-784D6FC98274}" type="presOf" srcId="{8AB01150-E56F-43F6-8944-7B3FF2AECDFA}" destId="{D8CA27F3-336F-400C-B11B-D9647B348353}" srcOrd="0" destOrd="0" presId="urn:microsoft.com/office/officeart/2018/2/layout/IconLabelList"/>
    <dgm:cxn modelId="{1CDAA9F8-A9A2-4D45-BE68-603C075334F5}" srcId="{B1F8FF44-A16E-4AB9-8FCF-9C8F02E8FB49}" destId="{81DA041C-858F-4632-9E3D-5F7269032A08}" srcOrd="2" destOrd="0" parTransId="{2E1674BD-F991-474A-B199-025C8498717B}" sibTransId="{195BF310-BB7C-41AC-8328-FE9C286B9D87}"/>
    <dgm:cxn modelId="{42718E4E-D755-4D6C-9C7B-3FFA24DF570E}" type="presParOf" srcId="{8C1D7F62-50A8-48C7-87FC-71A958C2FD90}" destId="{FA6A6DBD-3CA1-4B2C-9A6A-A60771F7C779}" srcOrd="0" destOrd="0" presId="urn:microsoft.com/office/officeart/2018/2/layout/IconLabelList"/>
    <dgm:cxn modelId="{AF61267A-DC32-470B-91A8-25AF0D4D9257}" type="presParOf" srcId="{FA6A6DBD-3CA1-4B2C-9A6A-A60771F7C779}" destId="{E3E8B263-17C4-4493-B996-2F39ADC4659B}" srcOrd="0" destOrd="0" presId="urn:microsoft.com/office/officeart/2018/2/layout/IconLabelList"/>
    <dgm:cxn modelId="{C9C8CEE3-AAE8-4D2E-8BCE-A62ABFBD58E3}" type="presParOf" srcId="{FA6A6DBD-3CA1-4B2C-9A6A-A60771F7C779}" destId="{B3905834-34FE-4FA1-B4C6-D33A2BCD98C2}" srcOrd="1" destOrd="0" presId="urn:microsoft.com/office/officeart/2018/2/layout/IconLabelList"/>
    <dgm:cxn modelId="{56315FBE-2441-4407-876C-6F49253F57C6}" type="presParOf" srcId="{FA6A6DBD-3CA1-4B2C-9A6A-A60771F7C779}" destId="{2A1AA101-7606-4AD7-A436-3FFA6F9F98FD}" srcOrd="2" destOrd="0" presId="urn:microsoft.com/office/officeart/2018/2/layout/IconLabelList"/>
    <dgm:cxn modelId="{DA8C363A-2D61-4F8E-BD2F-A896DB9F2EF4}" type="presParOf" srcId="{8C1D7F62-50A8-48C7-87FC-71A958C2FD90}" destId="{4C5CB662-E16F-4520-8D39-078F3A0CB398}" srcOrd="1" destOrd="0" presId="urn:microsoft.com/office/officeart/2018/2/layout/IconLabelList"/>
    <dgm:cxn modelId="{7CCEC4F9-7583-4CE2-AF82-CBFF89ABC41C}" type="presParOf" srcId="{8C1D7F62-50A8-48C7-87FC-71A958C2FD90}" destId="{03181CB3-9738-40E1-9160-D8C1A62D2298}" srcOrd="2" destOrd="0" presId="urn:microsoft.com/office/officeart/2018/2/layout/IconLabelList"/>
    <dgm:cxn modelId="{083D4AF4-F4D6-4B56-84AA-7C8E9E211C3E}" type="presParOf" srcId="{03181CB3-9738-40E1-9160-D8C1A62D2298}" destId="{59ADEEE2-CAA5-4CCB-AE96-6610BD6B5069}" srcOrd="0" destOrd="0" presId="urn:microsoft.com/office/officeart/2018/2/layout/IconLabelList"/>
    <dgm:cxn modelId="{5471106B-2BD7-45B0-BA64-7E1E753110F2}" type="presParOf" srcId="{03181CB3-9738-40E1-9160-D8C1A62D2298}" destId="{6340D9C3-EB4D-4F42-8580-A45D7D80B8C4}" srcOrd="1" destOrd="0" presId="urn:microsoft.com/office/officeart/2018/2/layout/IconLabelList"/>
    <dgm:cxn modelId="{57C3FF74-0C67-454F-A7B8-F7C46264FC62}" type="presParOf" srcId="{03181CB3-9738-40E1-9160-D8C1A62D2298}" destId="{D8CA27F3-336F-400C-B11B-D9647B348353}" srcOrd="2" destOrd="0" presId="urn:microsoft.com/office/officeart/2018/2/layout/IconLabelList"/>
    <dgm:cxn modelId="{B3FABE56-EC2B-4FA4-BB10-727A82722D5B}" type="presParOf" srcId="{8C1D7F62-50A8-48C7-87FC-71A958C2FD90}" destId="{41269BCE-B2C6-433B-982A-D05730B0B158}" srcOrd="3" destOrd="0" presId="urn:microsoft.com/office/officeart/2018/2/layout/IconLabelList"/>
    <dgm:cxn modelId="{A57F0345-872D-4A4C-A1B5-57D2AA765DE9}" type="presParOf" srcId="{8C1D7F62-50A8-48C7-87FC-71A958C2FD90}" destId="{166BBB33-2D79-46B6-9CCC-00D350F65C2C}" srcOrd="4" destOrd="0" presId="urn:microsoft.com/office/officeart/2018/2/layout/IconLabelList"/>
    <dgm:cxn modelId="{9E01E0EF-245C-4405-894F-BD128BF6F492}" type="presParOf" srcId="{166BBB33-2D79-46B6-9CCC-00D350F65C2C}" destId="{0F6A2BC6-0F3D-4A01-B94D-1DF48279DE44}" srcOrd="0" destOrd="0" presId="urn:microsoft.com/office/officeart/2018/2/layout/IconLabelList"/>
    <dgm:cxn modelId="{38327172-9BE4-4C5A-B63F-3B91490A1862}" type="presParOf" srcId="{166BBB33-2D79-46B6-9CCC-00D350F65C2C}" destId="{08018807-A945-4C2A-9319-8FAB0FCD1C4C}" srcOrd="1" destOrd="0" presId="urn:microsoft.com/office/officeart/2018/2/layout/IconLabelList"/>
    <dgm:cxn modelId="{C26D7382-2FE9-485F-9200-40E9756BB15F}" type="presParOf" srcId="{166BBB33-2D79-46B6-9CCC-00D350F65C2C}" destId="{9566EB7D-8667-4B26-B3BD-D93A5C0E45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C4CC69B-4F23-4E08-907F-C71525D13C7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E2C73B-1A33-48FB-8C7A-177909AC6075}">
      <dgm:prSet/>
      <dgm:spPr/>
      <dgm:t>
        <a:bodyPr/>
        <a:lstStyle/>
        <a:p>
          <a:r>
            <a:rPr lang="pt-BR"/>
            <a:t>1. Empatia – entender profundamente as pessoas envolvidas</a:t>
          </a:r>
          <a:endParaRPr lang="en-US"/>
        </a:p>
      </dgm:t>
    </dgm:pt>
    <dgm:pt modelId="{36F37F09-4700-442A-BCE6-52B6C78A4DFE}" type="parTrans" cxnId="{93A2599C-BA5C-449D-8A0F-D094CFC6098A}">
      <dgm:prSet/>
      <dgm:spPr/>
      <dgm:t>
        <a:bodyPr/>
        <a:lstStyle/>
        <a:p>
          <a:endParaRPr lang="en-US"/>
        </a:p>
      </dgm:t>
    </dgm:pt>
    <dgm:pt modelId="{C193B3DE-4C69-49A2-B098-8E2982CCBD8D}" type="sibTrans" cxnId="{93A2599C-BA5C-449D-8A0F-D094CFC6098A}">
      <dgm:prSet/>
      <dgm:spPr/>
      <dgm:t>
        <a:bodyPr/>
        <a:lstStyle/>
        <a:p>
          <a:endParaRPr lang="en-US"/>
        </a:p>
      </dgm:t>
    </dgm:pt>
    <dgm:pt modelId="{B0A2A57B-0FBF-4FBA-8CE8-F9FD63588C95}">
      <dgm:prSet/>
      <dgm:spPr/>
      <dgm:t>
        <a:bodyPr/>
        <a:lstStyle/>
        <a:p>
          <a:r>
            <a:rPr lang="pt-BR"/>
            <a:t>2. Definição – reformular o problema de forma clara</a:t>
          </a:r>
          <a:endParaRPr lang="en-US"/>
        </a:p>
      </dgm:t>
    </dgm:pt>
    <dgm:pt modelId="{DAF7BC60-9393-47CB-B73B-E273F2223F19}" type="parTrans" cxnId="{8D00C944-9D31-4A7A-B81F-D7E2E9D23F09}">
      <dgm:prSet/>
      <dgm:spPr/>
      <dgm:t>
        <a:bodyPr/>
        <a:lstStyle/>
        <a:p>
          <a:endParaRPr lang="en-US"/>
        </a:p>
      </dgm:t>
    </dgm:pt>
    <dgm:pt modelId="{8E7CC125-2CEB-4929-9B15-553883E61AA9}" type="sibTrans" cxnId="{8D00C944-9D31-4A7A-B81F-D7E2E9D23F09}">
      <dgm:prSet/>
      <dgm:spPr/>
      <dgm:t>
        <a:bodyPr/>
        <a:lstStyle/>
        <a:p>
          <a:endParaRPr lang="en-US"/>
        </a:p>
      </dgm:t>
    </dgm:pt>
    <dgm:pt modelId="{D0D63549-F5E5-4FB8-A837-736714C8D070}">
      <dgm:prSet/>
      <dgm:spPr/>
      <dgm:t>
        <a:bodyPr/>
        <a:lstStyle/>
        <a:p>
          <a:r>
            <a:rPr lang="pt-BR"/>
            <a:t>3. Ideação – gerar o máximo de soluções possíveis</a:t>
          </a:r>
          <a:endParaRPr lang="en-US"/>
        </a:p>
      </dgm:t>
    </dgm:pt>
    <dgm:pt modelId="{D23DAB13-0347-410E-9B22-16D395803D03}" type="parTrans" cxnId="{7F1AA54C-5767-4ABD-8EED-6D1F471A185F}">
      <dgm:prSet/>
      <dgm:spPr/>
      <dgm:t>
        <a:bodyPr/>
        <a:lstStyle/>
        <a:p>
          <a:endParaRPr lang="en-US"/>
        </a:p>
      </dgm:t>
    </dgm:pt>
    <dgm:pt modelId="{4621B943-440E-427E-A833-A7F7D3A8B4B2}" type="sibTrans" cxnId="{7F1AA54C-5767-4ABD-8EED-6D1F471A185F}">
      <dgm:prSet/>
      <dgm:spPr/>
      <dgm:t>
        <a:bodyPr/>
        <a:lstStyle/>
        <a:p>
          <a:endParaRPr lang="en-US"/>
        </a:p>
      </dgm:t>
    </dgm:pt>
    <dgm:pt modelId="{ACB71FA1-B302-4B36-ADA7-BEB31ABE19BF}">
      <dgm:prSet/>
      <dgm:spPr/>
      <dgm:t>
        <a:bodyPr/>
        <a:lstStyle/>
        <a:p>
          <a:r>
            <a:rPr lang="pt-BR"/>
            <a:t>4. Prototipação – criar uma versão inicial da solução</a:t>
          </a:r>
          <a:endParaRPr lang="en-US"/>
        </a:p>
      </dgm:t>
    </dgm:pt>
    <dgm:pt modelId="{50BAD577-7B96-4C23-A7A1-01E449C9C938}" type="parTrans" cxnId="{81105CAB-7FE7-410B-9C3C-B2E3AB0886DE}">
      <dgm:prSet/>
      <dgm:spPr/>
      <dgm:t>
        <a:bodyPr/>
        <a:lstStyle/>
        <a:p>
          <a:endParaRPr lang="en-US"/>
        </a:p>
      </dgm:t>
    </dgm:pt>
    <dgm:pt modelId="{F08B3189-9B58-49D3-BDC1-EBCEC636E7B4}" type="sibTrans" cxnId="{81105CAB-7FE7-410B-9C3C-B2E3AB0886DE}">
      <dgm:prSet/>
      <dgm:spPr/>
      <dgm:t>
        <a:bodyPr/>
        <a:lstStyle/>
        <a:p>
          <a:endParaRPr lang="en-US"/>
        </a:p>
      </dgm:t>
    </dgm:pt>
    <dgm:pt modelId="{EB12941A-A2AF-4563-A0F9-3B553C587D29}">
      <dgm:prSet/>
      <dgm:spPr/>
      <dgm:t>
        <a:bodyPr/>
        <a:lstStyle/>
        <a:p>
          <a:r>
            <a:rPr lang="pt-BR"/>
            <a:t>5. Teste – validar com os usuários reais e iterar</a:t>
          </a:r>
          <a:endParaRPr lang="en-US"/>
        </a:p>
      </dgm:t>
    </dgm:pt>
    <dgm:pt modelId="{3E82436D-C896-41AD-B697-5E3047DF5951}" type="parTrans" cxnId="{4553C3A6-E3A6-4A44-B55E-2BA4902A40B6}">
      <dgm:prSet/>
      <dgm:spPr/>
      <dgm:t>
        <a:bodyPr/>
        <a:lstStyle/>
        <a:p>
          <a:endParaRPr lang="en-US"/>
        </a:p>
      </dgm:t>
    </dgm:pt>
    <dgm:pt modelId="{4842E467-927F-482F-9484-7ED5CCFAF52D}" type="sibTrans" cxnId="{4553C3A6-E3A6-4A44-B55E-2BA4902A40B6}">
      <dgm:prSet/>
      <dgm:spPr/>
      <dgm:t>
        <a:bodyPr/>
        <a:lstStyle/>
        <a:p>
          <a:endParaRPr lang="en-US"/>
        </a:p>
      </dgm:t>
    </dgm:pt>
    <dgm:pt modelId="{B372E8C5-82A1-4618-8C4A-553046291586}" type="pres">
      <dgm:prSet presAssocID="{CC4CC69B-4F23-4E08-907F-C71525D13C72}" presName="diagram" presStyleCnt="0">
        <dgm:presLayoutVars>
          <dgm:dir/>
          <dgm:resizeHandles val="exact"/>
        </dgm:presLayoutVars>
      </dgm:prSet>
      <dgm:spPr/>
    </dgm:pt>
    <dgm:pt modelId="{55FEEDBD-7862-460D-8F36-4DA3B53BE407}" type="pres">
      <dgm:prSet presAssocID="{80E2C73B-1A33-48FB-8C7A-177909AC6075}" presName="node" presStyleLbl="node1" presStyleIdx="0" presStyleCnt="5">
        <dgm:presLayoutVars>
          <dgm:bulletEnabled val="1"/>
        </dgm:presLayoutVars>
      </dgm:prSet>
      <dgm:spPr/>
    </dgm:pt>
    <dgm:pt modelId="{4E61FC7D-A576-42CF-9B38-ED4DF6745808}" type="pres">
      <dgm:prSet presAssocID="{C193B3DE-4C69-49A2-B098-8E2982CCBD8D}" presName="sibTrans" presStyleCnt="0"/>
      <dgm:spPr/>
    </dgm:pt>
    <dgm:pt modelId="{CF0F1FAE-1A23-473F-8BAA-10C25650359F}" type="pres">
      <dgm:prSet presAssocID="{B0A2A57B-0FBF-4FBA-8CE8-F9FD63588C95}" presName="node" presStyleLbl="node1" presStyleIdx="1" presStyleCnt="5">
        <dgm:presLayoutVars>
          <dgm:bulletEnabled val="1"/>
        </dgm:presLayoutVars>
      </dgm:prSet>
      <dgm:spPr/>
    </dgm:pt>
    <dgm:pt modelId="{091B0230-3CCA-48A1-A407-DAC37E039B49}" type="pres">
      <dgm:prSet presAssocID="{8E7CC125-2CEB-4929-9B15-553883E61AA9}" presName="sibTrans" presStyleCnt="0"/>
      <dgm:spPr/>
    </dgm:pt>
    <dgm:pt modelId="{ABA9AEB5-7224-4B62-95FF-767E14209376}" type="pres">
      <dgm:prSet presAssocID="{D0D63549-F5E5-4FB8-A837-736714C8D070}" presName="node" presStyleLbl="node1" presStyleIdx="2" presStyleCnt="5">
        <dgm:presLayoutVars>
          <dgm:bulletEnabled val="1"/>
        </dgm:presLayoutVars>
      </dgm:prSet>
      <dgm:spPr/>
    </dgm:pt>
    <dgm:pt modelId="{F3180FBE-A30C-4756-AF48-9D5ACB392F34}" type="pres">
      <dgm:prSet presAssocID="{4621B943-440E-427E-A833-A7F7D3A8B4B2}" presName="sibTrans" presStyleCnt="0"/>
      <dgm:spPr/>
    </dgm:pt>
    <dgm:pt modelId="{251CBD7A-CCD0-4ABB-A175-7C7E13882686}" type="pres">
      <dgm:prSet presAssocID="{ACB71FA1-B302-4B36-ADA7-BEB31ABE19BF}" presName="node" presStyleLbl="node1" presStyleIdx="3" presStyleCnt="5">
        <dgm:presLayoutVars>
          <dgm:bulletEnabled val="1"/>
        </dgm:presLayoutVars>
      </dgm:prSet>
      <dgm:spPr/>
    </dgm:pt>
    <dgm:pt modelId="{1AD75EDA-12EB-4192-8EF4-D98DCDA6E4E6}" type="pres">
      <dgm:prSet presAssocID="{F08B3189-9B58-49D3-BDC1-EBCEC636E7B4}" presName="sibTrans" presStyleCnt="0"/>
      <dgm:spPr/>
    </dgm:pt>
    <dgm:pt modelId="{B68EBB14-8EED-4F7D-A988-D47106ECE8A9}" type="pres">
      <dgm:prSet presAssocID="{EB12941A-A2AF-4563-A0F9-3B553C587D29}" presName="node" presStyleLbl="node1" presStyleIdx="4" presStyleCnt="5">
        <dgm:presLayoutVars>
          <dgm:bulletEnabled val="1"/>
        </dgm:presLayoutVars>
      </dgm:prSet>
      <dgm:spPr/>
    </dgm:pt>
  </dgm:ptLst>
  <dgm:cxnLst>
    <dgm:cxn modelId="{C4C39812-0B42-4D63-94A3-1BA5CB738810}" type="presOf" srcId="{CC4CC69B-4F23-4E08-907F-C71525D13C72}" destId="{B372E8C5-82A1-4618-8C4A-553046291586}" srcOrd="0" destOrd="0" presId="urn:microsoft.com/office/officeart/2005/8/layout/default"/>
    <dgm:cxn modelId="{8D00C944-9D31-4A7A-B81F-D7E2E9D23F09}" srcId="{CC4CC69B-4F23-4E08-907F-C71525D13C72}" destId="{B0A2A57B-0FBF-4FBA-8CE8-F9FD63588C95}" srcOrd="1" destOrd="0" parTransId="{DAF7BC60-9393-47CB-B73B-E273F2223F19}" sibTransId="{8E7CC125-2CEB-4929-9B15-553883E61AA9}"/>
    <dgm:cxn modelId="{7F1AA54C-5767-4ABD-8EED-6D1F471A185F}" srcId="{CC4CC69B-4F23-4E08-907F-C71525D13C72}" destId="{D0D63549-F5E5-4FB8-A837-736714C8D070}" srcOrd="2" destOrd="0" parTransId="{D23DAB13-0347-410E-9B22-16D395803D03}" sibTransId="{4621B943-440E-427E-A833-A7F7D3A8B4B2}"/>
    <dgm:cxn modelId="{F8F1366F-FCC7-4511-9A4B-BCBA2B6D2A1A}" type="presOf" srcId="{80E2C73B-1A33-48FB-8C7A-177909AC6075}" destId="{55FEEDBD-7862-460D-8F36-4DA3B53BE407}" srcOrd="0" destOrd="0" presId="urn:microsoft.com/office/officeart/2005/8/layout/default"/>
    <dgm:cxn modelId="{A5E9537A-2C17-4730-BA0E-45E7B79ECD1B}" type="presOf" srcId="{D0D63549-F5E5-4FB8-A837-736714C8D070}" destId="{ABA9AEB5-7224-4B62-95FF-767E14209376}" srcOrd="0" destOrd="0" presId="urn:microsoft.com/office/officeart/2005/8/layout/default"/>
    <dgm:cxn modelId="{4FFDBB8D-39A0-4012-9E88-DA6CDC7A6FDF}" type="presOf" srcId="{ACB71FA1-B302-4B36-ADA7-BEB31ABE19BF}" destId="{251CBD7A-CCD0-4ABB-A175-7C7E13882686}" srcOrd="0" destOrd="0" presId="urn:microsoft.com/office/officeart/2005/8/layout/default"/>
    <dgm:cxn modelId="{93A2599C-BA5C-449D-8A0F-D094CFC6098A}" srcId="{CC4CC69B-4F23-4E08-907F-C71525D13C72}" destId="{80E2C73B-1A33-48FB-8C7A-177909AC6075}" srcOrd="0" destOrd="0" parTransId="{36F37F09-4700-442A-BCE6-52B6C78A4DFE}" sibTransId="{C193B3DE-4C69-49A2-B098-8E2982CCBD8D}"/>
    <dgm:cxn modelId="{4553C3A6-E3A6-4A44-B55E-2BA4902A40B6}" srcId="{CC4CC69B-4F23-4E08-907F-C71525D13C72}" destId="{EB12941A-A2AF-4563-A0F9-3B553C587D29}" srcOrd="4" destOrd="0" parTransId="{3E82436D-C896-41AD-B697-5E3047DF5951}" sibTransId="{4842E467-927F-482F-9484-7ED5CCFAF52D}"/>
    <dgm:cxn modelId="{81105CAB-7FE7-410B-9C3C-B2E3AB0886DE}" srcId="{CC4CC69B-4F23-4E08-907F-C71525D13C72}" destId="{ACB71FA1-B302-4B36-ADA7-BEB31ABE19BF}" srcOrd="3" destOrd="0" parTransId="{50BAD577-7B96-4C23-A7A1-01E449C9C938}" sibTransId="{F08B3189-9B58-49D3-BDC1-EBCEC636E7B4}"/>
    <dgm:cxn modelId="{5B72B5C7-4DB9-46A7-A19E-579C3AFEFBA6}" type="presOf" srcId="{B0A2A57B-0FBF-4FBA-8CE8-F9FD63588C95}" destId="{CF0F1FAE-1A23-473F-8BAA-10C25650359F}" srcOrd="0" destOrd="0" presId="urn:microsoft.com/office/officeart/2005/8/layout/default"/>
    <dgm:cxn modelId="{030BDCFF-96AF-43C2-A524-588F2CB61E08}" type="presOf" srcId="{EB12941A-A2AF-4563-A0F9-3B553C587D29}" destId="{B68EBB14-8EED-4F7D-A988-D47106ECE8A9}" srcOrd="0" destOrd="0" presId="urn:microsoft.com/office/officeart/2005/8/layout/default"/>
    <dgm:cxn modelId="{1AAE8489-9F3B-4A57-B69E-666B8EE922B8}" type="presParOf" srcId="{B372E8C5-82A1-4618-8C4A-553046291586}" destId="{55FEEDBD-7862-460D-8F36-4DA3B53BE407}" srcOrd="0" destOrd="0" presId="urn:microsoft.com/office/officeart/2005/8/layout/default"/>
    <dgm:cxn modelId="{6CFF232E-80FF-48EF-8C75-FAA2370ACFB8}" type="presParOf" srcId="{B372E8C5-82A1-4618-8C4A-553046291586}" destId="{4E61FC7D-A576-42CF-9B38-ED4DF6745808}" srcOrd="1" destOrd="0" presId="urn:microsoft.com/office/officeart/2005/8/layout/default"/>
    <dgm:cxn modelId="{DDF02870-9C9C-4BAE-807E-F969865529B3}" type="presParOf" srcId="{B372E8C5-82A1-4618-8C4A-553046291586}" destId="{CF0F1FAE-1A23-473F-8BAA-10C25650359F}" srcOrd="2" destOrd="0" presId="urn:microsoft.com/office/officeart/2005/8/layout/default"/>
    <dgm:cxn modelId="{3239060B-C63E-4341-8310-46FCED39A5CD}" type="presParOf" srcId="{B372E8C5-82A1-4618-8C4A-553046291586}" destId="{091B0230-3CCA-48A1-A407-DAC37E039B49}" srcOrd="3" destOrd="0" presId="urn:microsoft.com/office/officeart/2005/8/layout/default"/>
    <dgm:cxn modelId="{153E1238-4D26-4ECD-AA5C-867BE1D3206C}" type="presParOf" srcId="{B372E8C5-82A1-4618-8C4A-553046291586}" destId="{ABA9AEB5-7224-4B62-95FF-767E14209376}" srcOrd="4" destOrd="0" presId="urn:microsoft.com/office/officeart/2005/8/layout/default"/>
    <dgm:cxn modelId="{77E4EE33-64BD-4BEE-A663-D50FDA24CDE9}" type="presParOf" srcId="{B372E8C5-82A1-4618-8C4A-553046291586}" destId="{F3180FBE-A30C-4756-AF48-9D5ACB392F34}" srcOrd="5" destOrd="0" presId="urn:microsoft.com/office/officeart/2005/8/layout/default"/>
    <dgm:cxn modelId="{CF59AE8B-AFEE-4774-9BFD-E651F9ED5166}" type="presParOf" srcId="{B372E8C5-82A1-4618-8C4A-553046291586}" destId="{251CBD7A-CCD0-4ABB-A175-7C7E13882686}" srcOrd="6" destOrd="0" presId="urn:microsoft.com/office/officeart/2005/8/layout/default"/>
    <dgm:cxn modelId="{30BC8FDB-B9BD-46B9-B1C9-BED25D986429}" type="presParOf" srcId="{B372E8C5-82A1-4618-8C4A-553046291586}" destId="{1AD75EDA-12EB-4192-8EF4-D98DCDA6E4E6}" srcOrd="7" destOrd="0" presId="urn:microsoft.com/office/officeart/2005/8/layout/default"/>
    <dgm:cxn modelId="{1C1109D6-F59C-4F18-A772-15A460F3348B}" type="presParOf" srcId="{B372E8C5-82A1-4618-8C4A-553046291586}" destId="{B68EBB14-8EED-4F7D-A988-D47106ECE8A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2EBA0E7-BB75-4FA6-9018-05D2CCDA237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662927-5A7A-4F15-8302-0DB40AFE4E98}">
      <dgm:prSet/>
      <dgm:spPr/>
      <dgm:t>
        <a:bodyPr/>
        <a:lstStyle/>
        <a:p>
          <a:r>
            <a:rPr lang="en-US"/>
            <a:t>1. Reescreva o problema com foco nas emoções e motivações.</a:t>
          </a:r>
        </a:p>
      </dgm:t>
    </dgm:pt>
    <dgm:pt modelId="{F78D509C-1087-4432-B20B-7D7ED42A4FDC}" type="parTrans" cxnId="{AE2BB692-A58D-45FE-AF2F-32A6BA94DD69}">
      <dgm:prSet/>
      <dgm:spPr/>
      <dgm:t>
        <a:bodyPr/>
        <a:lstStyle/>
        <a:p>
          <a:endParaRPr lang="en-US"/>
        </a:p>
      </dgm:t>
    </dgm:pt>
    <dgm:pt modelId="{26696F2E-C0C6-4642-96EA-A1CD19B71CD7}" type="sibTrans" cxnId="{AE2BB692-A58D-45FE-AF2F-32A6BA94DD69}">
      <dgm:prSet/>
      <dgm:spPr/>
      <dgm:t>
        <a:bodyPr/>
        <a:lstStyle/>
        <a:p>
          <a:endParaRPr lang="en-US"/>
        </a:p>
      </dgm:t>
    </dgm:pt>
    <dgm:pt modelId="{098C5135-8F79-4DAD-8481-1B3B9A1614BE}">
      <dgm:prSet/>
      <dgm:spPr/>
      <dgm:t>
        <a:bodyPr/>
        <a:lstStyle/>
        <a:p>
          <a:r>
            <a:rPr lang="en-US"/>
            <a:t>2. Crie uma persona com IA (perfil, dores, objetivos).</a:t>
          </a:r>
        </a:p>
      </dgm:t>
    </dgm:pt>
    <dgm:pt modelId="{11041197-2D90-4388-A275-1736D79D36FC}" type="parTrans" cxnId="{0995D7C8-BA1E-4F01-8E01-DE000A62A09A}">
      <dgm:prSet/>
      <dgm:spPr/>
      <dgm:t>
        <a:bodyPr/>
        <a:lstStyle/>
        <a:p>
          <a:endParaRPr lang="en-US"/>
        </a:p>
      </dgm:t>
    </dgm:pt>
    <dgm:pt modelId="{90885968-A5DB-4B6E-8B11-C5FE32D5ECEC}" type="sibTrans" cxnId="{0995D7C8-BA1E-4F01-8E01-DE000A62A09A}">
      <dgm:prSet/>
      <dgm:spPr/>
      <dgm:t>
        <a:bodyPr/>
        <a:lstStyle/>
        <a:p>
          <a:endParaRPr lang="en-US"/>
        </a:p>
      </dgm:t>
    </dgm:pt>
    <dgm:pt modelId="{1D3541C4-C8A7-4C4D-9382-84915B47A081}">
      <dgm:prSet/>
      <dgm:spPr/>
      <dgm:t>
        <a:bodyPr/>
        <a:lstStyle/>
        <a:p>
          <a:r>
            <a:rPr lang="en-US"/>
            <a:t>3. Revise os objetivos à luz da nova perspectiva.</a:t>
          </a:r>
        </a:p>
      </dgm:t>
    </dgm:pt>
    <dgm:pt modelId="{B4F69FA3-C745-43CE-A267-AA90A4D46B00}" type="parTrans" cxnId="{A8198BA2-6951-4D75-B9D5-DBC4C818DEAD}">
      <dgm:prSet/>
      <dgm:spPr/>
      <dgm:t>
        <a:bodyPr/>
        <a:lstStyle/>
        <a:p>
          <a:endParaRPr lang="en-US"/>
        </a:p>
      </dgm:t>
    </dgm:pt>
    <dgm:pt modelId="{CAFAFB7F-7259-4216-B13B-215ADF7DC42D}" type="sibTrans" cxnId="{A8198BA2-6951-4D75-B9D5-DBC4C818DEAD}">
      <dgm:prSet/>
      <dgm:spPr/>
      <dgm:t>
        <a:bodyPr/>
        <a:lstStyle/>
        <a:p>
          <a:endParaRPr lang="en-US"/>
        </a:p>
      </dgm:t>
    </dgm:pt>
    <dgm:pt modelId="{1D74CCE9-9A9C-47D0-B44A-7BDAC7BAE246}">
      <dgm:prSet/>
      <dgm:spPr/>
      <dgm:t>
        <a:bodyPr/>
        <a:lstStyle/>
        <a:p>
          <a:r>
            <a:rPr lang="en-US"/>
            <a:t>4. Avalie se os dados disponíveis são confiáveis e úteis.</a:t>
          </a:r>
        </a:p>
      </dgm:t>
    </dgm:pt>
    <dgm:pt modelId="{C2FFDC57-2407-42DC-846A-3592653F970F}" type="parTrans" cxnId="{F5FB76B2-00D3-4558-9887-FED55988F9F8}">
      <dgm:prSet/>
      <dgm:spPr/>
      <dgm:t>
        <a:bodyPr/>
        <a:lstStyle/>
        <a:p>
          <a:endParaRPr lang="en-US"/>
        </a:p>
      </dgm:t>
    </dgm:pt>
    <dgm:pt modelId="{2DE85F14-475A-441C-A37E-91AB72F6C973}" type="sibTrans" cxnId="{F5FB76B2-00D3-4558-9887-FED55988F9F8}">
      <dgm:prSet/>
      <dgm:spPr/>
      <dgm:t>
        <a:bodyPr/>
        <a:lstStyle/>
        <a:p>
          <a:endParaRPr lang="en-US"/>
        </a:p>
      </dgm:t>
    </dgm:pt>
    <dgm:pt modelId="{29AD7956-2E80-4649-A8E8-0D3C3272E939}">
      <dgm:prSet/>
      <dgm:spPr/>
      <dgm:t>
        <a:bodyPr/>
        <a:lstStyle/>
        <a:p>
          <a:r>
            <a:rPr lang="en-US"/>
            <a:t>5. Registre no modelo da Memória de Contexto (base Capítulo 2).</a:t>
          </a:r>
        </a:p>
      </dgm:t>
    </dgm:pt>
    <dgm:pt modelId="{8DA1049E-E6FE-4A2C-95B7-1F20E7786658}" type="parTrans" cxnId="{EF752A99-9DA3-4F2B-B7E6-89487E66E405}">
      <dgm:prSet/>
      <dgm:spPr/>
      <dgm:t>
        <a:bodyPr/>
        <a:lstStyle/>
        <a:p>
          <a:endParaRPr lang="en-US"/>
        </a:p>
      </dgm:t>
    </dgm:pt>
    <dgm:pt modelId="{C725A90D-7EA0-40F3-BE02-F08F5AA880C5}" type="sibTrans" cxnId="{EF752A99-9DA3-4F2B-B7E6-89487E66E405}">
      <dgm:prSet/>
      <dgm:spPr/>
      <dgm:t>
        <a:bodyPr/>
        <a:lstStyle/>
        <a:p>
          <a:endParaRPr lang="en-US"/>
        </a:p>
      </dgm:t>
    </dgm:pt>
    <dgm:pt modelId="{A4D76224-333C-4C36-8C2D-35BC2E76F3D8}" type="pres">
      <dgm:prSet presAssocID="{A2EBA0E7-BB75-4FA6-9018-05D2CCDA2370}" presName="linear" presStyleCnt="0">
        <dgm:presLayoutVars>
          <dgm:animLvl val="lvl"/>
          <dgm:resizeHandles val="exact"/>
        </dgm:presLayoutVars>
      </dgm:prSet>
      <dgm:spPr/>
    </dgm:pt>
    <dgm:pt modelId="{E2C82F62-63BD-4332-B1BF-E4A8EBFDB36B}" type="pres">
      <dgm:prSet presAssocID="{B8662927-5A7A-4F15-8302-0DB40AFE4E9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0DC6C52-F865-4173-B7D9-A919404CD07C}" type="pres">
      <dgm:prSet presAssocID="{26696F2E-C0C6-4642-96EA-A1CD19B71CD7}" presName="spacer" presStyleCnt="0"/>
      <dgm:spPr/>
    </dgm:pt>
    <dgm:pt modelId="{09AE7990-5A3E-4E27-9F8C-1ACB0DFB95B7}" type="pres">
      <dgm:prSet presAssocID="{098C5135-8F79-4DAD-8481-1B3B9A1614B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42CEFD1-3F74-4350-B02C-FF2BF4D01CC5}" type="pres">
      <dgm:prSet presAssocID="{90885968-A5DB-4B6E-8B11-C5FE32D5ECEC}" presName="spacer" presStyleCnt="0"/>
      <dgm:spPr/>
    </dgm:pt>
    <dgm:pt modelId="{227FD956-FDE7-436B-B99C-11627FAF36C9}" type="pres">
      <dgm:prSet presAssocID="{1D3541C4-C8A7-4C4D-9382-84915B47A08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BEAB9B5-BA0C-446E-B261-B352CF7A4736}" type="pres">
      <dgm:prSet presAssocID="{CAFAFB7F-7259-4216-B13B-215ADF7DC42D}" presName="spacer" presStyleCnt="0"/>
      <dgm:spPr/>
    </dgm:pt>
    <dgm:pt modelId="{DDED14ED-F251-404C-B3FB-8193EA86C0F8}" type="pres">
      <dgm:prSet presAssocID="{1D74CCE9-9A9C-47D0-B44A-7BDAC7BAE24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0B92B22-6423-496B-BC28-45C68404E73A}" type="pres">
      <dgm:prSet presAssocID="{2DE85F14-475A-441C-A37E-91AB72F6C973}" presName="spacer" presStyleCnt="0"/>
      <dgm:spPr/>
    </dgm:pt>
    <dgm:pt modelId="{E49155BF-3966-4FFF-80C7-3EF822259538}" type="pres">
      <dgm:prSet presAssocID="{29AD7956-2E80-4649-A8E8-0D3C3272E93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3A11861-5BCF-4F57-B366-C9576A232158}" type="presOf" srcId="{B8662927-5A7A-4F15-8302-0DB40AFE4E98}" destId="{E2C82F62-63BD-4332-B1BF-E4A8EBFDB36B}" srcOrd="0" destOrd="0" presId="urn:microsoft.com/office/officeart/2005/8/layout/vList2"/>
    <dgm:cxn modelId="{28894B65-DC9E-4989-97E0-9F51723939BC}" type="presOf" srcId="{1D3541C4-C8A7-4C4D-9382-84915B47A081}" destId="{227FD956-FDE7-436B-B99C-11627FAF36C9}" srcOrd="0" destOrd="0" presId="urn:microsoft.com/office/officeart/2005/8/layout/vList2"/>
    <dgm:cxn modelId="{9ED62B57-2707-40EE-9F96-46A76237523A}" type="presOf" srcId="{29AD7956-2E80-4649-A8E8-0D3C3272E939}" destId="{E49155BF-3966-4FFF-80C7-3EF822259538}" srcOrd="0" destOrd="0" presId="urn:microsoft.com/office/officeart/2005/8/layout/vList2"/>
    <dgm:cxn modelId="{AD158A7A-7DD5-4A89-A5CC-5B8CE29EB7BB}" type="presOf" srcId="{A2EBA0E7-BB75-4FA6-9018-05D2CCDA2370}" destId="{A4D76224-333C-4C36-8C2D-35BC2E76F3D8}" srcOrd="0" destOrd="0" presId="urn:microsoft.com/office/officeart/2005/8/layout/vList2"/>
    <dgm:cxn modelId="{AE2BB692-A58D-45FE-AF2F-32A6BA94DD69}" srcId="{A2EBA0E7-BB75-4FA6-9018-05D2CCDA2370}" destId="{B8662927-5A7A-4F15-8302-0DB40AFE4E98}" srcOrd="0" destOrd="0" parTransId="{F78D509C-1087-4432-B20B-7D7ED42A4FDC}" sibTransId="{26696F2E-C0C6-4642-96EA-A1CD19B71CD7}"/>
    <dgm:cxn modelId="{EF752A99-9DA3-4F2B-B7E6-89487E66E405}" srcId="{A2EBA0E7-BB75-4FA6-9018-05D2CCDA2370}" destId="{29AD7956-2E80-4649-A8E8-0D3C3272E939}" srcOrd="4" destOrd="0" parTransId="{8DA1049E-E6FE-4A2C-95B7-1F20E7786658}" sibTransId="{C725A90D-7EA0-40F3-BE02-F08F5AA880C5}"/>
    <dgm:cxn modelId="{A8198BA2-6951-4D75-B9D5-DBC4C818DEAD}" srcId="{A2EBA0E7-BB75-4FA6-9018-05D2CCDA2370}" destId="{1D3541C4-C8A7-4C4D-9382-84915B47A081}" srcOrd="2" destOrd="0" parTransId="{B4F69FA3-C745-43CE-A267-AA90A4D46B00}" sibTransId="{CAFAFB7F-7259-4216-B13B-215ADF7DC42D}"/>
    <dgm:cxn modelId="{F5FB76B2-00D3-4558-9887-FED55988F9F8}" srcId="{A2EBA0E7-BB75-4FA6-9018-05D2CCDA2370}" destId="{1D74CCE9-9A9C-47D0-B44A-7BDAC7BAE246}" srcOrd="3" destOrd="0" parTransId="{C2FFDC57-2407-42DC-846A-3592653F970F}" sibTransId="{2DE85F14-475A-441C-A37E-91AB72F6C973}"/>
    <dgm:cxn modelId="{6E7D27C3-37C9-42D3-A172-2781B1858571}" type="presOf" srcId="{1D74CCE9-9A9C-47D0-B44A-7BDAC7BAE246}" destId="{DDED14ED-F251-404C-B3FB-8193EA86C0F8}" srcOrd="0" destOrd="0" presId="urn:microsoft.com/office/officeart/2005/8/layout/vList2"/>
    <dgm:cxn modelId="{0995D7C8-BA1E-4F01-8E01-DE000A62A09A}" srcId="{A2EBA0E7-BB75-4FA6-9018-05D2CCDA2370}" destId="{098C5135-8F79-4DAD-8481-1B3B9A1614BE}" srcOrd="1" destOrd="0" parTransId="{11041197-2D90-4388-A275-1736D79D36FC}" sibTransId="{90885968-A5DB-4B6E-8B11-C5FE32D5ECEC}"/>
    <dgm:cxn modelId="{767F3BD6-9C2E-4316-9F8B-E2008BCA1CA5}" type="presOf" srcId="{098C5135-8F79-4DAD-8481-1B3B9A1614BE}" destId="{09AE7990-5A3E-4E27-9F8C-1ACB0DFB95B7}" srcOrd="0" destOrd="0" presId="urn:microsoft.com/office/officeart/2005/8/layout/vList2"/>
    <dgm:cxn modelId="{974B621A-C85E-4A0F-A82E-27CB680E2C0F}" type="presParOf" srcId="{A4D76224-333C-4C36-8C2D-35BC2E76F3D8}" destId="{E2C82F62-63BD-4332-B1BF-E4A8EBFDB36B}" srcOrd="0" destOrd="0" presId="urn:microsoft.com/office/officeart/2005/8/layout/vList2"/>
    <dgm:cxn modelId="{16B0A83C-9BAE-4CB0-ADA2-C86F152A1711}" type="presParOf" srcId="{A4D76224-333C-4C36-8C2D-35BC2E76F3D8}" destId="{90DC6C52-F865-4173-B7D9-A919404CD07C}" srcOrd="1" destOrd="0" presId="urn:microsoft.com/office/officeart/2005/8/layout/vList2"/>
    <dgm:cxn modelId="{157C2492-5D3C-4B20-8041-4B73FB50AB36}" type="presParOf" srcId="{A4D76224-333C-4C36-8C2D-35BC2E76F3D8}" destId="{09AE7990-5A3E-4E27-9F8C-1ACB0DFB95B7}" srcOrd="2" destOrd="0" presId="urn:microsoft.com/office/officeart/2005/8/layout/vList2"/>
    <dgm:cxn modelId="{C2629300-40FD-495D-84C5-ED778FADDB5A}" type="presParOf" srcId="{A4D76224-333C-4C36-8C2D-35BC2E76F3D8}" destId="{942CEFD1-3F74-4350-B02C-FF2BF4D01CC5}" srcOrd="3" destOrd="0" presId="urn:microsoft.com/office/officeart/2005/8/layout/vList2"/>
    <dgm:cxn modelId="{EFB2F410-5B2E-4EB1-9BF6-E06177897977}" type="presParOf" srcId="{A4D76224-333C-4C36-8C2D-35BC2E76F3D8}" destId="{227FD956-FDE7-436B-B99C-11627FAF36C9}" srcOrd="4" destOrd="0" presId="urn:microsoft.com/office/officeart/2005/8/layout/vList2"/>
    <dgm:cxn modelId="{22EADE11-AF8C-4080-9A72-4D737E3C5B1E}" type="presParOf" srcId="{A4D76224-333C-4C36-8C2D-35BC2E76F3D8}" destId="{6BEAB9B5-BA0C-446E-B261-B352CF7A4736}" srcOrd="5" destOrd="0" presId="urn:microsoft.com/office/officeart/2005/8/layout/vList2"/>
    <dgm:cxn modelId="{8B4B64DA-E477-4AA3-A8C3-28852385676F}" type="presParOf" srcId="{A4D76224-333C-4C36-8C2D-35BC2E76F3D8}" destId="{DDED14ED-F251-404C-B3FB-8193EA86C0F8}" srcOrd="6" destOrd="0" presId="urn:microsoft.com/office/officeart/2005/8/layout/vList2"/>
    <dgm:cxn modelId="{12594957-10C1-478A-A79E-DB3EF3D895F0}" type="presParOf" srcId="{A4D76224-333C-4C36-8C2D-35BC2E76F3D8}" destId="{60B92B22-6423-496B-BC28-45C68404E73A}" srcOrd="7" destOrd="0" presId="urn:microsoft.com/office/officeart/2005/8/layout/vList2"/>
    <dgm:cxn modelId="{2CD20501-4EAB-4C60-A93B-6E7206835212}" type="presParOf" srcId="{A4D76224-333C-4C36-8C2D-35BC2E76F3D8}" destId="{E49155BF-3966-4FFF-80C7-3EF82225953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BE9CC0A-536A-4848-B446-16979146F3F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7727FDA-3A39-43AA-8255-885B44B73AFE}">
      <dgm:prSet/>
      <dgm:spPr/>
      <dgm:t>
        <a:bodyPr/>
        <a:lstStyle/>
        <a:p>
          <a:r>
            <a:rPr lang="en-US"/>
            <a:t>Revisão das questões objetivas com explicações dos conceitos</a:t>
          </a:r>
        </a:p>
      </dgm:t>
    </dgm:pt>
    <dgm:pt modelId="{1920CD97-9BEE-4457-BFE9-CE111E667745}" type="parTrans" cxnId="{5A93E9B4-BC45-4D35-A456-1FD2D85FB537}">
      <dgm:prSet/>
      <dgm:spPr/>
      <dgm:t>
        <a:bodyPr/>
        <a:lstStyle/>
        <a:p>
          <a:endParaRPr lang="en-US"/>
        </a:p>
      </dgm:t>
    </dgm:pt>
    <dgm:pt modelId="{D911EA59-7995-41BF-9C01-EDBB9C98AB4A}" type="sibTrans" cxnId="{5A93E9B4-BC45-4D35-A456-1FD2D85FB537}">
      <dgm:prSet/>
      <dgm:spPr/>
      <dgm:t>
        <a:bodyPr/>
        <a:lstStyle/>
        <a:p>
          <a:endParaRPr lang="en-US"/>
        </a:p>
      </dgm:t>
    </dgm:pt>
    <dgm:pt modelId="{507241A6-6445-4047-A03E-E59629A540C6}">
      <dgm:prSet/>
      <dgm:spPr/>
      <dgm:t>
        <a:bodyPr/>
        <a:lstStyle/>
        <a:p>
          <a:r>
            <a:rPr lang="en-US"/>
            <a:t>Destaques positivos e pontos de atenção nas redações</a:t>
          </a:r>
        </a:p>
      </dgm:t>
    </dgm:pt>
    <dgm:pt modelId="{E02F677D-731B-4274-9028-5A5051CBEB50}" type="parTrans" cxnId="{A2733F3B-494A-42D2-AAB0-433E3A286301}">
      <dgm:prSet/>
      <dgm:spPr/>
      <dgm:t>
        <a:bodyPr/>
        <a:lstStyle/>
        <a:p>
          <a:endParaRPr lang="en-US"/>
        </a:p>
      </dgm:t>
    </dgm:pt>
    <dgm:pt modelId="{7343B96D-56AB-4062-A73A-8387AD0EAD52}" type="sibTrans" cxnId="{A2733F3B-494A-42D2-AAB0-433E3A286301}">
      <dgm:prSet/>
      <dgm:spPr/>
      <dgm:t>
        <a:bodyPr/>
        <a:lstStyle/>
        <a:p>
          <a:endParaRPr lang="en-US"/>
        </a:p>
      </dgm:t>
    </dgm:pt>
    <dgm:pt modelId="{CFA68CC7-17A5-4A4B-8162-859AA55A580C}">
      <dgm:prSet/>
      <dgm:spPr/>
      <dgm:t>
        <a:bodyPr/>
        <a:lstStyle/>
        <a:p>
          <a:r>
            <a:rPr lang="en-US"/>
            <a:t>Momento para dúvidas e feedback dos alunos sobre a avaliação</a:t>
          </a:r>
        </a:p>
      </dgm:t>
    </dgm:pt>
    <dgm:pt modelId="{C2F61E2A-93B1-44CD-AEDA-FBB72EA9B317}" type="parTrans" cxnId="{0F157B12-52DD-4CE6-8D5C-4F6DBFC25A16}">
      <dgm:prSet/>
      <dgm:spPr/>
      <dgm:t>
        <a:bodyPr/>
        <a:lstStyle/>
        <a:p>
          <a:endParaRPr lang="en-US"/>
        </a:p>
      </dgm:t>
    </dgm:pt>
    <dgm:pt modelId="{CFC9AC74-AE8E-46E0-ADEC-D1414653A262}" type="sibTrans" cxnId="{0F157B12-52DD-4CE6-8D5C-4F6DBFC25A16}">
      <dgm:prSet/>
      <dgm:spPr/>
      <dgm:t>
        <a:bodyPr/>
        <a:lstStyle/>
        <a:p>
          <a:endParaRPr lang="en-US"/>
        </a:p>
      </dgm:t>
    </dgm:pt>
    <dgm:pt modelId="{9E12F9B8-CE61-4BF0-8D83-EA71AF261A34}" type="pres">
      <dgm:prSet presAssocID="{2BE9CC0A-536A-4848-B446-16979146F3F4}" presName="root" presStyleCnt="0">
        <dgm:presLayoutVars>
          <dgm:dir/>
          <dgm:resizeHandles val="exact"/>
        </dgm:presLayoutVars>
      </dgm:prSet>
      <dgm:spPr/>
    </dgm:pt>
    <dgm:pt modelId="{075E424C-68BB-42CA-9BB2-897CB8680B73}" type="pres">
      <dgm:prSet presAssocID="{47727FDA-3A39-43AA-8255-885B44B73AFE}" presName="compNode" presStyleCnt="0"/>
      <dgm:spPr/>
    </dgm:pt>
    <dgm:pt modelId="{F71E2856-DE00-471B-9541-29AE06266F78}" type="pres">
      <dgm:prSet presAssocID="{47727FDA-3A39-43AA-8255-885B44B73A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E7684A73-A8EB-4775-847F-3F85ACD1E0E7}" type="pres">
      <dgm:prSet presAssocID="{47727FDA-3A39-43AA-8255-885B44B73AFE}" presName="spaceRect" presStyleCnt="0"/>
      <dgm:spPr/>
    </dgm:pt>
    <dgm:pt modelId="{BA0FF446-FC41-4069-80A1-9DE391523838}" type="pres">
      <dgm:prSet presAssocID="{47727FDA-3A39-43AA-8255-885B44B73AFE}" presName="textRect" presStyleLbl="revTx" presStyleIdx="0" presStyleCnt="3">
        <dgm:presLayoutVars>
          <dgm:chMax val="1"/>
          <dgm:chPref val="1"/>
        </dgm:presLayoutVars>
      </dgm:prSet>
      <dgm:spPr/>
    </dgm:pt>
    <dgm:pt modelId="{B35CAFC8-2D5A-48F6-8668-597666AB624D}" type="pres">
      <dgm:prSet presAssocID="{D911EA59-7995-41BF-9C01-EDBB9C98AB4A}" presName="sibTrans" presStyleCnt="0"/>
      <dgm:spPr/>
    </dgm:pt>
    <dgm:pt modelId="{F6F62DE1-CC14-41CE-9A85-644C41CF2223}" type="pres">
      <dgm:prSet presAssocID="{507241A6-6445-4047-A03E-E59629A540C6}" presName="compNode" presStyleCnt="0"/>
      <dgm:spPr/>
    </dgm:pt>
    <dgm:pt modelId="{5C463687-8186-4192-9BEA-9FDE8AD81EF9}" type="pres">
      <dgm:prSet presAssocID="{507241A6-6445-4047-A03E-E59629A540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098CE30C-3616-4779-9E79-212CA7A4179B}" type="pres">
      <dgm:prSet presAssocID="{507241A6-6445-4047-A03E-E59629A540C6}" presName="spaceRect" presStyleCnt="0"/>
      <dgm:spPr/>
    </dgm:pt>
    <dgm:pt modelId="{B1A2A78F-434B-456F-A5E0-5BA6D22BD3DC}" type="pres">
      <dgm:prSet presAssocID="{507241A6-6445-4047-A03E-E59629A540C6}" presName="textRect" presStyleLbl="revTx" presStyleIdx="1" presStyleCnt="3">
        <dgm:presLayoutVars>
          <dgm:chMax val="1"/>
          <dgm:chPref val="1"/>
        </dgm:presLayoutVars>
      </dgm:prSet>
      <dgm:spPr/>
    </dgm:pt>
    <dgm:pt modelId="{916FD934-0666-4E05-9815-CD4BFAE70373}" type="pres">
      <dgm:prSet presAssocID="{7343B96D-56AB-4062-A73A-8387AD0EAD52}" presName="sibTrans" presStyleCnt="0"/>
      <dgm:spPr/>
    </dgm:pt>
    <dgm:pt modelId="{361A76AF-5285-4097-AA10-D9AA511AC0C2}" type="pres">
      <dgm:prSet presAssocID="{CFA68CC7-17A5-4A4B-8162-859AA55A580C}" presName="compNode" presStyleCnt="0"/>
      <dgm:spPr/>
    </dgm:pt>
    <dgm:pt modelId="{FA8B07B8-7214-4449-B62C-355D833F1A56}" type="pres">
      <dgm:prSet presAssocID="{CFA68CC7-17A5-4A4B-8162-859AA55A580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01A8248-2879-4F65-A6ED-06498C37ADE7}" type="pres">
      <dgm:prSet presAssocID="{CFA68CC7-17A5-4A4B-8162-859AA55A580C}" presName="spaceRect" presStyleCnt="0"/>
      <dgm:spPr/>
    </dgm:pt>
    <dgm:pt modelId="{42123EFD-4EA7-41D8-8E28-26FFB80019B4}" type="pres">
      <dgm:prSet presAssocID="{CFA68CC7-17A5-4A4B-8162-859AA55A580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F157B12-52DD-4CE6-8D5C-4F6DBFC25A16}" srcId="{2BE9CC0A-536A-4848-B446-16979146F3F4}" destId="{CFA68CC7-17A5-4A4B-8162-859AA55A580C}" srcOrd="2" destOrd="0" parTransId="{C2F61E2A-93B1-44CD-AEDA-FBB72EA9B317}" sibTransId="{CFC9AC74-AE8E-46E0-ADEC-D1414653A262}"/>
    <dgm:cxn modelId="{24823829-62D7-4ED0-80D9-7704975C39AF}" type="presOf" srcId="{507241A6-6445-4047-A03E-E59629A540C6}" destId="{B1A2A78F-434B-456F-A5E0-5BA6D22BD3DC}" srcOrd="0" destOrd="0" presId="urn:microsoft.com/office/officeart/2018/2/layout/IconLabelList"/>
    <dgm:cxn modelId="{A2733F3B-494A-42D2-AAB0-433E3A286301}" srcId="{2BE9CC0A-536A-4848-B446-16979146F3F4}" destId="{507241A6-6445-4047-A03E-E59629A540C6}" srcOrd="1" destOrd="0" parTransId="{E02F677D-731B-4274-9028-5A5051CBEB50}" sibTransId="{7343B96D-56AB-4062-A73A-8387AD0EAD52}"/>
    <dgm:cxn modelId="{AB36AE78-3E4B-44EC-9680-9979A96BC362}" type="presOf" srcId="{CFA68CC7-17A5-4A4B-8162-859AA55A580C}" destId="{42123EFD-4EA7-41D8-8E28-26FFB80019B4}" srcOrd="0" destOrd="0" presId="urn:microsoft.com/office/officeart/2018/2/layout/IconLabelList"/>
    <dgm:cxn modelId="{5A93E9B4-BC45-4D35-A456-1FD2D85FB537}" srcId="{2BE9CC0A-536A-4848-B446-16979146F3F4}" destId="{47727FDA-3A39-43AA-8255-885B44B73AFE}" srcOrd="0" destOrd="0" parTransId="{1920CD97-9BEE-4457-BFE9-CE111E667745}" sibTransId="{D911EA59-7995-41BF-9C01-EDBB9C98AB4A}"/>
    <dgm:cxn modelId="{FC45BECE-4B23-4487-A5F4-AF1663D79E45}" type="presOf" srcId="{2BE9CC0A-536A-4848-B446-16979146F3F4}" destId="{9E12F9B8-CE61-4BF0-8D83-EA71AF261A34}" srcOrd="0" destOrd="0" presId="urn:microsoft.com/office/officeart/2018/2/layout/IconLabelList"/>
    <dgm:cxn modelId="{8B4090EA-B58C-498A-857E-5D03E30D9F89}" type="presOf" srcId="{47727FDA-3A39-43AA-8255-885B44B73AFE}" destId="{BA0FF446-FC41-4069-80A1-9DE391523838}" srcOrd="0" destOrd="0" presId="urn:microsoft.com/office/officeart/2018/2/layout/IconLabelList"/>
    <dgm:cxn modelId="{370DF34E-EB5B-4338-BAA6-7FC494667690}" type="presParOf" srcId="{9E12F9B8-CE61-4BF0-8D83-EA71AF261A34}" destId="{075E424C-68BB-42CA-9BB2-897CB8680B73}" srcOrd="0" destOrd="0" presId="urn:microsoft.com/office/officeart/2018/2/layout/IconLabelList"/>
    <dgm:cxn modelId="{654C62CD-50CC-42A6-AA77-3278DE273D3F}" type="presParOf" srcId="{075E424C-68BB-42CA-9BB2-897CB8680B73}" destId="{F71E2856-DE00-471B-9541-29AE06266F78}" srcOrd="0" destOrd="0" presId="urn:microsoft.com/office/officeart/2018/2/layout/IconLabelList"/>
    <dgm:cxn modelId="{CACDBA0A-45A9-4794-800F-ACB5E61C9551}" type="presParOf" srcId="{075E424C-68BB-42CA-9BB2-897CB8680B73}" destId="{E7684A73-A8EB-4775-847F-3F85ACD1E0E7}" srcOrd="1" destOrd="0" presId="urn:microsoft.com/office/officeart/2018/2/layout/IconLabelList"/>
    <dgm:cxn modelId="{E9961BDB-A276-4616-83A2-0DA435A57E6F}" type="presParOf" srcId="{075E424C-68BB-42CA-9BB2-897CB8680B73}" destId="{BA0FF446-FC41-4069-80A1-9DE391523838}" srcOrd="2" destOrd="0" presId="urn:microsoft.com/office/officeart/2018/2/layout/IconLabelList"/>
    <dgm:cxn modelId="{E6495322-1772-4589-B493-CFB57483C8BD}" type="presParOf" srcId="{9E12F9B8-CE61-4BF0-8D83-EA71AF261A34}" destId="{B35CAFC8-2D5A-48F6-8668-597666AB624D}" srcOrd="1" destOrd="0" presId="urn:microsoft.com/office/officeart/2018/2/layout/IconLabelList"/>
    <dgm:cxn modelId="{B269053C-CC9F-41C4-9995-28BCBE8EFA4B}" type="presParOf" srcId="{9E12F9B8-CE61-4BF0-8D83-EA71AF261A34}" destId="{F6F62DE1-CC14-41CE-9A85-644C41CF2223}" srcOrd="2" destOrd="0" presId="urn:microsoft.com/office/officeart/2018/2/layout/IconLabelList"/>
    <dgm:cxn modelId="{24C85FE6-4D23-4589-ACDB-1774D0255BC8}" type="presParOf" srcId="{F6F62DE1-CC14-41CE-9A85-644C41CF2223}" destId="{5C463687-8186-4192-9BEA-9FDE8AD81EF9}" srcOrd="0" destOrd="0" presId="urn:microsoft.com/office/officeart/2018/2/layout/IconLabelList"/>
    <dgm:cxn modelId="{FBF04EB8-8970-4DEC-A329-25FBDCE2A894}" type="presParOf" srcId="{F6F62DE1-CC14-41CE-9A85-644C41CF2223}" destId="{098CE30C-3616-4779-9E79-212CA7A4179B}" srcOrd="1" destOrd="0" presId="urn:microsoft.com/office/officeart/2018/2/layout/IconLabelList"/>
    <dgm:cxn modelId="{1D537AE9-F0E2-4A59-BA71-14CFAF95C610}" type="presParOf" srcId="{F6F62DE1-CC14-41CE-9A85-644C41CF2223}" destId="{B1A2A78F-434B-456F-A5E0-5BA6D22BD3DC}" srcOrd="2" destOrd="0" presId="urn:microsoft.com/office/officeart/2018/2/layout/IconLabelList"/>
    <dgm:cxn modelId="{DAFC6510-3257-4E18-BB60-1EB05FDFCA00}" type="presParOf" srcId="{9E12F9B8-CE61-4BF0-8D83-EA71AF261A34}" destId="{916FD934-0666-4E05-9815-CD4BFAE70373}" srcOrd="3" destOrd="0" presId="urn:microsoft.com/office/officeart/2018/2/layout/IconLabelList"/>
    <dgm:cxn modelId="{D512A2A2-E42E-4DA2-AC75-0EC8F3BD8082}" type="presParOf" srcId="{9E12F9B8-CE61-4BF0-8D83-EA71AF261A34}" destId="{361A76AF-5285-4097-AA10-D9AA511AC0C2}" srcOrd="4" destOrd="0" presId="urn:microsoft.com/office/officeart/2018/2/layout/IconLabelList"/>
    <dgm:cxn modelId="{C3B8E241-F095-4EA7-BA66-1FF250969699}" type="presParOf" srcId="{361A76AF-5285-4097-AA10-D9AA511AC0C2}" destId="{FA8B07B8-7214-4449-B62C-355D833F1A56}" srcOrd="0" destOrd="0" presId="urn:microsoft.com/office/officeart/2018/2/layout/IconLabelList"/>
    <dgm:cxn modelId="{29DD2704-FF03-4307-9A11-17B03EC6D1B2}" type="presParOf" srcId="{361A76AF-5285-4097-AA10-D9AA511AC0C2}" destId="{901A8248-2879-4F65-A6ED-06498C37ADE7}" srcOrd="1" destOrd="0" presId="urn:microsoft.com/office/officeart/2018/2/layout/IconLabelList"/>
    <dgm:cxn modelId="{B329F637-2398-4832-B71B-AAAAD12F5015}" type="presParOf" srcId="{361A76AF-5285-4097-AA10-D9AA511AC0C2}" destId="{42123EFD-4EA7-41D8-8E28-26FFB80019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EE258-6EF5-48BE-B57D-568CCB813E3F}">
      <dsp:nvSpPr>
        <dsp:cNvPr id="0" name=""/>
        <dsp:cNvSpPr/>
      </dsp:nvSpPr>
      <dsp:spPr>
        <a:xfrm>
          <a:off x="316868" y="845836"/>
          <a:ext cx="516533" cy="5165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948B2-9A62-41FB-A567-A30861BFA21A}">
      <dsp:nvSpPr>
        <dsp:cNvPr id="0" name=""/>
        <dsp:cNvSpPr/>
      </dsp:nvSpPr>
      <dsp:spPr>
        <a:xfrm>
          <a:off x="1209" y="1534573"/>
          <a:ext cx="1147851" cy="45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Esclarecer dúvidas da prova e redigir bons feedbacks</a:t>
          </a:r>
        </a:p>
      </dsp:txBody>
      <dsp:txXfrm>
        <a:off x="1209" y="1534573"/>
        <a:ext cx="1147851" cy="459140"/>
      </dsp:txXfrm>
    </dsp:sp>
    <dsp:sp modelId="{DC9D385E-A89C-4D24-B037-109883F767CC}">
      <dsp:nvSpPr>
        <dsp:cNvPr id="0" name=""/>
        <dsp:cNvSpPr/>
      </dsp:nvSpPr>
      <dsp:spPr>
        <a:xfrm>
          <a:off x="1665594" y="845836"/>
          <a:ext cx="516533" cy="5165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C2D82-83DA-4DE0-9F98-AD9E9B150425}">
      <dsp:nvSpPr>
        <dsp:cNvPr id="0" name=""/>
        <dsp:cNvSpPr/>
      </dsp:nvSpPr>
      <dsp:spPr>
        <a:xfrm>
          <a:off x="1349934" y="1534573"/>
          <a:ext cx="1147851" cy="45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Refletir sobre a qualidade dos dados no projeto final</a:t>
          </a:r>
        </a:p>
      </dsp:txBody>
      <dsp:txXfrm>
        <a:off x="1349934" y="1534573"/>
        <a:ext cx="1147851" cy="459140"/>
      </dsp:txXfrm>
    </dsp:sp>
    <dsp:sp modelId="{FA6B7EC4-186F-4881-B28A-F84121764794}">
      <dsp:nvSpPr>
        <dsp:cNvPr id="0" name=""/>
        <dsp:cNvSpPr/>
      </dsp:nvSpPr>
      <dsp:spPr>
        <a:xfrm>
          <a:off x="3014319" y="845836"/>
          <a:ext cx="516533" cy="5165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37E9D-564F-4C9A-AC6B-5EC3C533161A}">
      <dsp:nvSpPr>
        <dsp:cNvPr id="0" name=""/>
        <dsp:cNvSpPr/>
      </dsp:nvSpPr>
      <dsp:spPr>
        <a:xfrm>
          <a:off x="2698660" y="1534573"/>
          <a:ext cx="1147851" cy="45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Apoiar o avanço do projeto com foco nos dados</a:t>
          </a:r>
        </a:p>
      </dsp:txBody>
      <dsp:txXfrm>
        <a:off x="2698660" y="1534573"/>
        <a:ext cx="1147851" cy="459140"/>
      </dsp:txXfrm>
    </dsp:sp>
    <dsp:sp modelId="{37088888-FF99-4D04-89B1-281805EDFA8F}">
      <dsp:nvSpPr>
        <dsp:cNvPr id="0" name=""/>
        <dsp:cNvSpPr/>
      </dsp:nvSpPr>
      <dsp:spPr>
        <a:xfrm>
          <a:off x="4363045" y="845836"/>
          <a:ext cx="516533" cy="5165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77187-4803-4D32-9CE4-10A66532CE7A}">
      <dsp:nvSpPr>
        <dsp:cNvPr id="0" name=""/>
        <dsp:cNvSpPr/>
      </dsp:nvSpPr>
      <dsp:spPr>
        <a:xfrm>
          <a:off x="4047386" y="1534573"/>
          <a:ext cx="1147851" cy="45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Estimular</a:t>
          </a:r>
          <a:r>
            <a:rPr lang="en-US" sz="1100" kern="1200" dirty="0"/>
            <a:t> </a:t>
          </a:r>
          <a:r>
            <a:rPr lang="en-US" sz="1100" kern="1200" dirty="0" err="1"/>
            <a:t>pensamento</a:t>
          </a:r>
          <a:r>
            <a:rPr lang="en-US" sz="1100" kern="1200" dirty="0"/>
            <a:t> </a:t>
          </a:r>
          <a:r>
            <a:rPr lang="en-US" sz="1100" kern="1200" dirty="0" err="1"/>
            <a:t>crítico</a:t>
          </a:r>
          <a:r>
            <a:rPr lang="en-US" sz="1100" kern="1200" dirty="0"/>
            <a:t> e </a:t>
          </a:r>
          <a:r>
            <a:rPr lang="en-US" sz="1100" kern="1200" dirty="0" err="1"/>
            <a:t>trabalho</a:t>
          </a:r>
          <a:r>
            <a:rPr lang="en-US" sz="1100" kern="1200" dirty="0"/>
            <a:t> </a:t>
          </a:r>
          <a:r>
            <a:rPr lang="en-US" sz="1100" kern="1200" dirty="0" err="1"/>
            <a:t>em</a:t>
          </a:r>
          <a:r>
            <a:rPr lang="en-US" sz="1100" kern="1200" dirty="0"/>
            <a:t> </a:t>
          </a:r>
          <a:r>
            <a:rPr lang="en-US" sz="1100" kern="1200" dirty="0" err="1"/>
            <a:t>grupo</a:t>
          </a:r>
          <a:endParaRPr lang="en-US" sz="1100" kern="1200" dirty="0"/>
        </a:p>
      </dsp:txBody>
      <dsp:txXfrm>
        <a:off x="4047386" y="1534573"/>
        <a:ext cx="1147851" cy="4591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659D5-B71B-43FC-9863-1AF8C81261BF}">
      <dsp:nvSpPr>
        <dsp:cNvPr id="0" name=""/>
        <dsp:cNvSpPr/>
      </dsp:nvSpPr>
      <dsp:spPr>
        <a:xfrm>
          <a:off x="1427271" y="149790"/>
          <a:ext cx="529980" cy="5299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FBAB9-AF02-494C-AA26-7FD681670C4F}">
      <dsp:nvSpPr>
        <dsp:cNvPr id="0" name=""/>
        <dsp:cNvSpPr/>
      </dsp:nvSpPr>
      <dsp:spPr>
        <a:xfrm>
          <a:off x="1103394" y="856444"/>
          <a:ext cx="1177734" cy="47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Revisar as principais tecnologias de Big Data (Hadoop, Spark, NoSQL)</a:t>
          </a:r>
          <a:endParaRPr lang="en-US" sz="1100" kern="1200"/>
        </a:p>
      </dsp:txBody>
      <dsp:txXfrm>
        <a:off x="1103394" y="856444"/>
        <a:ext cx="1177734" cy="471093"/>
      </dsp:txXfrm>
    </dsp:sp>
    <dsp:sp modelId="{FF3A0A4D-28C2-483B-A997-BAEF44858A0F}">
      <dsp:nvSpPr>
        <dsp:cNvPr id="0" name=""/>
        <dsp:cNvSpPr/>
      </dsp:nvSpPr>
      <dsp:spPr>
        <a:xfrm>
          <a:off x="2811109" y="149790"/>
          <a:ext cx="529980" cy="5299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1C316-811C-49EB-98EF-75B76DED941F}">
      <dsp:nvSpPr>
        <dsp:cNvPr id="0" name=""/>
        <dsp:cNvSpPr/>
      </dsp:nvSpPr>
      <dsp:spPr>
        <a:xfrm>
          <a:off x="2487232" y="856444"/>
          <a:ext cx="1177734" cy="47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Avaliar o Capítulo 1 com apresentações em formato </a:t>
          </a:r>
          <a:r>
            <a:rPr lang="pt-BR" sz="1100" b="0" i="1" kern="1200" baseline="0"/>
            <a:t>elevator pitch</a:t>
          </a:r>
          <a:endParaRPr lang="en-US" sz="1100" kern="1200"/>
        </a:p>
      </dsp:txBody>
      <dsp:txXfrm>
        <a:off x="2487232" y="856444"/>
        <a:ext cx="1177734" cy="471093"/>
      </dsp:txXfrm>
    </dsp:sp>
    <dsp:sp modelId="{E141BFD9-4528-42A3-8CBD-735AE15A7490}">
      <dsp:nvSpPr>
        <dsp:cNvPr id="0" name=""/>
        <dsp:cNvSpPr/>
      </dsp:nvSpPr>
      <dsp:spPr>
        <a:xfrm>
          <a:off x="4194947" y="149790"/>
          <a:ext cx="529980" cy="5299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09361-EA43-4B0B-B3EE-4F05B9251329}">
      <dsp:nvSpPr>
        <dsp:cNvPr id="0" name=""/>
        <dsp:cNvSpPr/>
      </dsp:nvSpPr>
      <dsp:spPr>
        <a:xfrm>
          <a:off x="3871070" y="856444"/>
          <a:ext cx="1177734" cy="47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Discutir e justificar a escolha da tecnologia para o projeto final</a:t>
          </a:r>
          <a:endParaRPr lang="en-US" sz="1100" kern="1200"/>
        </a:p>
      </dsp:txBody>
      <dsp:txXfrm>
        <a:off x="3871070" y="856444"/>
        <a:ext cx="1177734" cy="471093"/>
      </dsp:txXfrm>
    </dsp:sp>
    <dsp:sp modelId="{45324533-38C6-40BC-82DA-22B4E78F350A}">
      <dsp:nvSpPr>
        <dsp:cNvPr id="0" name=""/>
        <dsp:cNvSpPr/>
      </dsp:nvSpPr>
      <dsp:spPr>
        <a:xfrm>
          <a:off x="5578785" y="149790"/>
          <a:ext cx="529980" cy="5299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E3B72-308D-48DC-AEBA-904C497EBA8A}">
      <dsp:nvSpPr>
        <dsp:cNvPr id="0" name=""/>
        <dsp:cNvSpPr/>
      </dsp:nvSpPr>
      <dsp:spPr>
        <a:xfrm>
          <a:off x="5254908" y="856444"/>
          <a:ext cx="1177734" cy="47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Introduzir o Design Thinking com foco em empatia</a:t>
          </a:r>
          <a:endParaRPr lang="en-US" sz="1100" kern="1200"/>
        </a:p>
      </dsp:txBody>
      <dsp:txXfrm>
        <a:off x="5254908" y="856444"/>
        <a:ext cx="1177734" cy="4710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C106A-892A-44BF-8A15-AB428161EF66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3AFC4-0851-4D92-8877-E201551FC1D1}">
      <dsp:nvSpPr>
        <dsp:cNvPr id="0" name=""/>
        <dsp:cNvSpPr/>
      </dsp:nvSpPr>
      <dsp:spPr>
        <a:xfrm>
          <a:off x="0" y="0"/>
          <a:ext cx="5175384" cy="519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✅ Check-in: Slogan do </a:t>
          </a:r>
          <a:r>
            <a:rPr lang="en-US" sz="1600" kern="1200" dirty="0" err="1"/>
            <a:t>Projeto</a:t>
          </a:r>
          <a:endParaRPr lang="en-US" sz="1600" kern="1200" dirty="0"/>
        </a:p>
      </dsp:txBody>
      <dsp:txXfrm>
        <a:off x="0" y="0"/>
        <a:ext cx="5175384" cy="519013"/>
      </dsp:txXfrm>
    </dsp:sp>
    <dsp:sp modelId="{28CD24FC-E754-4314-997B-6E976A5E5D8E}">
      <dsp:nvSpPr>
        <dsp:cNvPr id="0" name=""/>
        <dsp:cNvSpPr/>
      </dsp:nvSpPr>
      <dsp:spPr>
        <a:xfrm>
          <a:off x="0" y="51901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3FC70-AFAE-46AC-AAA9-B59DDE056160}">
      <dsp:nvSpPr>
        <dsp:cNvPr id="0" name=""/>
        <dsp:cNvSpPr/>
      </dsp:nvSpPr>
      <dsp:spPr>
        <a:xfrm>
          <a:off x="0" y="519013"/>
          <a:ext cx="5175384" cy="519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🎤 Apresentações – Elevator Pitch (Capítulo 1)</a:t>
          </a:r>
        </a:p>
      </dsp:txBody>
      <dsp:txXfrm>
        <a:off x="0" y="519013"/>
        <a:ext cx="5175384" cy="519013"/>
      </dsp:txXfrm>
    </dsp:sp>
    <dsp:sp modelId="{51C9B73F-4244-484C-AC24-7A2285FE6BDC}">
      <dsp:nvSpPr>
        <dsp:cNvPr id="0" name=""/>
        <dsp:cNvSpPr/>
      </dsp:nvSpPr>
      <dsp:spPr>
        <a:xfrm>
          <a:off x="0" y="103802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41AFE-F673-4BDD-B302-3BD9C67D5925}">
      <dsp:nvSpPr>
        <dsp:cNvPr id="0" name=""/>
        <dsp:cNvSpPr/>
      </dsp:nvSpPr>
      <dsp:spPr>
        <a:xfrm>
          <a:off x="0" y="1038026"/>
          <a:ext cx="5175384" cy="519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🔍 Revisão: Qualidade de Dados (Aula 11)</a:t>
          </a:r>
        </a:p>
      </dsp:txBody>
      <dsp:txXfrm>
        <a:off x="0" y="1038026"/>
        <a:ext cx="5175384" cy="519013"/>
      </dsp:txXfrm>
    </dsp:sp>
    <dsp:sp modelId="{6AAF1EC1-1A21-49DD-8ECA-F0D16CBE95B5}">
      <dsp:nvSpPr>
        <dsp:cNvPr id="0" name=""/>
        <dsp:cNvSpPr/>
      </dsp:nvSpPr>
      <dsp:spPr>
        <a:xfrm>
          <a:off x="0" y="155703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EF82C-985D-433A-8B16-15C244A96A2C}">
      <dsp:nvSpPr>
        <dsp:cNvPr id="0" name=""/>
        <dsp:cNvSpPr/>
      </dsp:nvSpPr>
      <dsp:spPr>
        <a:xfrm>
          <a:off x="0" y="1557039"/>
          <a:ext cx="5175384" cy="519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⚙️ Discussão: Spark, Hadoop ou NoSQL?</a:t>
          </a:r>
        </a:p>
      </dsp:txBody>
      <dsp:txXfrm>
        <a:off x="0" y="1557039"/>
        <a:ext cx="5175384" cy="519013"/>
      </dsp:txXfrm>
    </dsp:sp>
    <dsp:sp modelId="{512BC63C-0D0B-46C8-A39A-9BF33EB77EBD}">
      <dsp:nvSpPr>
        <dsp:cNvPr id="0" name=""/>
        <dsp:cNvSpPr/>
      </dsp:nvSpPr>
      <dsp:spPr>
        <a:xfrm>
          <a:off x="0" y="207605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E8F7A-7677-4215-8A1E-6759383F68E6}">
      <dsp:nvSpPr>
        <dsp:cNvPr id="0" name=""/>
        <dsp:cNvSpPr/>
      </dsp:nvSpPr>
      <dsp:spPr>
        <a:xfrm>
          <a:off x="0" y="2076053"/>
          <a:ext cx="5175384" cy="519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☕ Intervalo</a:t>
          </a:r>
        </a:p>
      </dsp:txBody>
      <dsp:txXfrm>
        <a:off x="0" y="2076053"/>
        <a:ext cx="5175384" cy="519013"/>
      </dsp:txXfrm>
    </dsp:sp>
    <dsp:sp modelId="{F865243B-F73B-437A-992D-F56A41872905}">
      <dsp:nvSpPr>
        <dsp:cNvPr id="0" name=""/>
        <dsp:cNvSpPr/>
      </dsp:nvSpPr>
      <dsp:spPr>
        <a:xfrm>
          <a:off x="0" y="259506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25955-F352-44D1-AAF6-36F9791936BB}">
      <dsp:nvSpPr>
        <dsp:cNvPr id="0" name=""/>
        <dsp:cNvSpPr/>
      </dsp:nvSpPr>
      <dsp:spPr>
        <a:xfrm>
          <a:off x="0" y="2595066"/>
          <a:ext cx="5175384" cy="519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🧠 Mini-Oficina: Redefinição com IA + Design Thinking</a:t>
          </a:r>
        </a:p>
      </dsp:txBody>
      <dsp:txXfrm>
        <a:off x="0" y="2595066"/>
        <a:ext cx="5175384" cy="519013"/>
      </dsp:txXfrm>
    </dsp:sp>
    <dsp:sp modelId="{633DD04E-2047-4BE5-94CE-35503C2CDB70}">
      <dsp:nvSpPr>
        <dsp:cNvPr id="0" name=""/>
        <dsp:cNvSpPr/>
      </dsp:nvSpPr>
      <dsp:spPr>
        <a:xfrm>
          <a:off x="0" y="311407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0D585-C4F7-4719-ABF4-4208D328BB29}">
      <dsp:nvSpPr>
        <dsp:cNvPr id="0" name=""/>
        <dsp:cNvSpPr/>
      </dsp:nvSpPr>
      <dsp:spPr>
        <a:xfrm>
          <a:off x="0" y="3114079"/>
          <a:ext cx="5175384" cy="519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📋 Correção de Provas / Orientações por Grupo</a:t>
          </a:r>
        </a:p>
      </dsp:txBody>
      <dsp:txXfrm>
        <a:off x="0" y="3114079"/>
        <a:ext cx="5175384" cy="519013"/>
      </dsp:txXfrm>
    </dsp:sp>
    <dsp:sp modelId="{57D8F5AA-5268-4C86-BA97-BE56CFE831DC}">
      <dsp:nvSpPr>
        <dsp:cNvPr id="0" name=""/>
        <dsp:cNvSpPr/>
      </dsp:nvSpPr>
      <dsp:spPr>
        <a:xfrm>
          <a:off x="0" y="363309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A48BD-5963-47FB-B6B6-BEDE7644F558}">
      <dsp:nvSpPr>
        <dsp:cNvPr id="0" name=""/>
        <dsp:cNvSpPr/>
      </dsp:nvSpPr>
      <dsp:spPr>
        <a:xfrm>
          <a:off x="0" y="3633092"/>
          <a:ext cx="5175384" cy="519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📌 Check-out: Próximos passos e Laboratório 16/05</a:t>
          </a:r>
        </a:p>
      </dsp:txBody>
      <dsp:txXfrm>
        <a:off x="0" y="3633092"/>
        <a:ext cx="5175384" cy="5190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E4F023-BFF4-4AD9-BEB2-48F1E567E3F6}">
      <dsp:nvSpPr>
        <dsp:cNvPr id="0" name=""/>
        <dsp:cNvSpPr/>
      </dsp:nvSpPr>
      <dsp:spPr>
        <a:xfrm>
          <a:off x="1099810" y="105816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29509-ACDD-44A4-8826-FA59B06BEC1C}">
      <dsp:nvSpPr>
        <dsp:cNvPr id="0" name=""/>
        <dsp:cNvSpPr/>
      </dsp:nvSpPr>
      <dsp:spPr>
        <a:xfrm>
          <a:off x="85060" y="2206287"/>
          <a:ext cx="36900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💬 </a:t>
          </a:r>
          <a:r>
            <a:rPr lang="pt-BR" sz="1100" b="0" i="1" kern="1200" baseline="0"/>
            <a:t>"Se o seu projeto fosse um produto com campanha de marketing, qual seria o slogan?"</a:t>
          </a:r>
          <a:endParaRPr lang="en-US" sz="1100" kern="1200"/>
        </a:p>
      </dsp:txBody>
      <dsp:txXfrm>
        <a:off x="85060" y="2206287"/>
        <a:ext cx="3690000" cy="832500"/>
      </dsp:txXfrm>
    </dsp:sp>
    <dsp:sp modelId="{AEA51E5B-F6FC-44F3-81CE-92F12AB51C05}">
      <dsp:nvSpPr>
        <dsp:cNvPr id="0" name=""/>
        <dsp:cNvSpPr/>
      </dsp:nvSpPr>
      <dsp:spPr>
        <a:xfrm>
          <a:off x="5435560" y="105816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4B975-7CB7-4B8A-92C5-1DC04BB0BE14}">
      <dsp:nvSpPr>
        <dsp:cNvPr id="0" name=""/>
        <dsp:cNvSpPr/>
      </dsp:nvSpPr>
      <dsp:spPr>
        <a:xfrm>
          <a:off x="4420810" y="2206287"/>
          <a:ext cx="36900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📌 Em 1 minuto, criem e compartilhem um slogan criativo que resuma a essência do seu projeto.</a:t>
          </a:r>
          <a:br>
            <a:rPr lang="pt-BR" sz="1100" b="0" i="0" kern="1200" baseline="0"/>
          </a:br>
          <a:r>
            <a:rPr lang="pt-BR" sz="1100" b="0" i="0" kern="1200" baseline="0"/>
            <a:t>🎯 Foquem no impacto, no público e na proposta de valor.</a:t>
          </a:r>
          <a:br>
            <a:rPr lang="pt-BR" sz="1100" b="0" i="0" kern="1200" baseline="0"/>
          </a:br>
          <a:r>
            <a:rPr lang="pt-BR" sz="1100" b="0" i="0" kern="1200" baseline="0"/>
            <a:t>🧠 Dica: pensem como uma startup tentando convencer um investidor!</a:t>
          </a:r>
          <a:endParaRPr lang="en-US" sz="1100" kern="1200"/>
        </a:p>
      </dsp:txBody>
      <dsp:txXfrm>
        <a:off x="4420810" y="2206287"/>
        <a:ext cx="3690000" cy="832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695EF-4E47-4C3F-8DF4-DF1DB637BB05}">
      <dsp:nvSpPr>
        <dsp:cNvPr id="0" name=""/>
        <dsp:cNvSpPr/>
      </dsp:nvSpPr>
      <dsp:spPr>
        <a:xfrm>
          <a:off x="0" y="0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62D3-E6D4-4EE1-B08E-8ADD11531FA1}">
      <dsp:nvSpPr>
        <dsp:cNvPr id="0" name=""/>
        <dsp:cNvSpPr/>
      </dsp:nvSpPr>
      <dsp:spPr>
        <a:xfrm>
          <a:off x="152718" y="114193"/>
          <a:ext cx="277670" cy="2776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E9226-43D9-4775-A20E-BC5D2BD8875A}">
      <dsp:nvSpPr>
        <dsp:cNvPr id="0" name=""/>
        <dsp:cNvSpPr/>
      </dsp:nvSpPr>
      <dsp:spPr>
        <a:xfrm>
          <a:off x="583107" y="601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Introdução à Disciplina</a:t>
          </a:r>
          <a:endParaRPr lang="en-US" sz="1600" kern="1200" dirty="0"/>
        </a:p>
      </dsp:txBody>
      <dsp:txXfrm>
        <a:off x="583107" y="601"/>
        <a:ext cx="4297003" cy="504854"/>
      </dsp:txXfrm>
    </dsp:sp>
    <dsp:sp modelId="{88B8DE9F-BFF9-40F9-827B-E1AB5395B1CC}">
      <dsp:nvSpPr>
        <dsp:cNvPr id="0" name=""/>
        <dsp:cNvSpPr/>
      </dsp:nvSpPr>
      <dsp:spPr>
        <a:xfrm>
          <a:off x="0" y="631669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5A09E-B9AE-4014-B93F-C539F40E6D14}">
      <dsp:nvSpPr>
        <dsp:cNvPr id="0" name=""/>
        <dsp:cNvSpPr/>
      </dsp:nvSpPr>
      <dsp:spPr>
        <a:xfrm>
          <a:off x="152718" y="745261"/>
          <a:ext cx="277670" cy="2776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D793E-B797-4586-A248-0B1C875C7641}">
      <dsp:nvSpPr>
        <dsp:cNvPr id="0" name=""/>
        <dsp:cNvSpPr/>
      </dsp:nvSpPr>
      <dsp:spPr>
        <a:xfrm>
          <a:off x="583107" y="631669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Conceitos Fundamentais do Big Data</a:t>
          </a:r>
          <a:endParaRPr lang="en-US" sz="1600" kern="1200"/>
        </a:p>
      </dsp:txBody>
      <dsp:txXfrm>
        <a:off x="583107" y="631669"/>
        <a:ext cx="4297003" cy="504854"/>
      </dsp:txXfrm>
    </dsp:sp>
    <dsp:sp modelId="{12930027-1F86-4E37-AE86-4A255152A462}">
      <dsp:nvSpPr>
        <dsp:cNvPr id="0" name=""/>
        <dsp:cNvSpPr/>
      </dsp:nvSpPr>
      <dsp:spPr>
        <a:xfrm>
          <a:off x="0" y="1262737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74E8D-0F59-433C-9A33-E1E81D19EBBB}">
      <dsp:nvSpPr>
        <dsp:cNvPr id="0" name=""/>
        <dsp:cNvSpPr/>
      </dsp:nvSpPr>
      <dsp:spPr>
        <a:xfrm>
          <a:off x="152718" y="1376330"/>
          <a:ext cx="277670" cy="2776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AA49A-30A1-441D-BB22-C76B7AD6BADB}">
      <dsp:nvSpPr>
        <dsp:cNvPr id="0" name=""/>
        <dsp:cNvSpPr/>
      </dsp:nvSpPr>
      <dsp:spPr>
        <a:xfrm>
          <a:off x="583107" y="1262737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Tecnologias para Big Data</a:t>
          </a:r>
          <a:endParaRPr lang="en-US" sz="1600" kern="1200"/>
        </a:p>
      </dsp:txBody>
      <dsp:txXfrm>
        <a:off x="583107" y="1262737"/>
        <a:ext cx="4297003" cy="504854"/>
      </dsp:txXfrm>
    </dsp:sp>
    <dsp:sp modelId="{401554BA-51F1-4008-8088-AEE5CD916FCC}">
      <dsp:nvSpPr>
        <dsp:cNvPr id="0" name=""/>
        <dsp:cNvSpPr/>
      </dsp:nvSpPr>
      <dsp:spPr>
        <a:xfrm>
          <a:off x="0" y="1893806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90B25-7E39-490C-94B8-5D7CC86616CA}">
      <dsp:nvSpPr>
        <dsp:cNvPr id="0" name=""/>
        <dsp:cNvSpPr/>
      </dsp:nvSpPr>
      <dsp:spPr>
        <a:xfrm>
          <a:off x="152718" y="2007398"/>
          <a:ext cx="277670" cy="2776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238F7-9C4F-4D7E-85AA-0685550F92AD}">
      <dsp:nvSpPr>
        <dsp:cNvPr id="0" name=""/>
        <dsp:cNvSpPr/>
      </dsp:nvSpPr>
      <dsp:spPr>
        <a:xfrm>
          <a:off x="583107" y="1893806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Infraestrutura para Big Data</a:t>
          </a:r>
          <a:endParaRPr lang="en-US" sz="1600" kern="1200" dirty="0"/>
        </a:p>
      </dsp:txBody>
      <dsp:txXfrm>
        <a:off x="583107" y="1893806"/>
        <a:ext cx="4297003" cy="504854"/>
      </dsp:txXfrm>
    </dsp:sp>
    <dsp:sp modelId="{3AEC4C33-D60D-498E-916B-2A4705EE4AE4}">
      <dsp:nvSpPr>
        <dsp:cNvPr id="0" name=""/>
        <dsp:cNvSpPr/>
      </dsp:nvSpPr>
      <dsp:spPr>
        <a:xfrm>
          <a:off x="0" y="2524874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6761A-49C2-42D6-A526-68C3E3C2F9D2}">
      <dsp:nvSpPr>
        <dsp:cNvPr id="0" name=""/>
        <dsp:cNvSpPr/>
      </dsp:nvSpPr>
      <dsp:spPr>
        <a:xfrm>
          <a:off x="152718" y="2638467"/>
          <a:ext cx="277670" cy="2776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27F93-2C26-4D78-85E9-A18B3B4EAA3A}">
      <dsp:nvSpPr>
        <dsp:cNvPr id="0" name=""/>
        <dsp:cNvSpPr/>
      </dsp:nvSpPr>
      <dsp:spPr>
        <a:xfrm>
          <a:off x="583107" y="2524874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Processamento de Dados em Escala</a:t>
          </a:r>
          <a:endParaRPr lang="en-US" sz="1600" kern="1200" dirty="0"/>
        </a:p>
      </dsp:txBody>
      <dsp:txXfrm>
        <a:off x="583107" y="2524874"/>
        <a:ext cx="4297003" cy="504854"/>
      </dsp:txXfrm>
    </dsp:sp>
    <dsp:sp modelId="{3735C041-C77B-44F0-AC3F-EEA071678FFA}">
      <dsp:nvSpPr>
        <dsp:cNvPr id="0" name=""/>
        <dsp:cNvSpPr/>
      </dsp:nvSpPr>
      <dsp:spPr>
        <a:xfrm>
          <a:off x="0" y="3155943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68228-A6F2-4FAC-80E6-17F8DCD63DF3}">
      <dsp:nvSpPr>
        <dsp:cNvPr id="0" name=""/>
        <dsp:cNvSpPr/>
      </dsp:nvSpPr>
      <dsp:spPr>
        <a:xfrm>
          <a:off x="152718" y="3269535"/>
          <a:ext cx="277670" cy="2776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F9A34-7B3A-4E60-B139-CFE6A68B2E02}">
      <dsp:nvSpPr>
        <dsp:cNvPr id="0" name=""/>
        <dsp:cNvSpPr/>
      </dsp:nvSpPr>
      <dsp:spPr>
        <a:xfrm>
          <a:off x="583107" y="3155943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Streaming de Dados</a:t>
          </a:r>
          <a:endParaRPr lang="en-US" sz="1600" kern="1200" dirty="0"/>
        </a:p>
      </dsp:txBody>
      <dsp:txXfrm>
        <a:off x="583107" y="3155943"/>
        <a:ext cx="4297003" cy="504854"/>
      </dsp:txXfrm>
    </dsp:sp>
    <dsp:sp modelId="{004A9969-F1E3-4551-9D39-6F546E820C92}">
      <dsp:nvSpPr>
        <dsp:cNvPr id="0" name=""/>
        <dsp:cNvSpPr/>
      </dsp:nvSpPr>
      <dsp:spPr>
        <a:xfrm>
          <a:off x="0" y="3787011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DA2DA-85F2-4B0F-BA34-D924668104B1}">
      <dsp:nvSpPr>
        <dsp:cNvPr id="0" name=""/>
        <dsp:cNvSpPr/>
      </dsp:nvSpPr>
      <dsp:spPr>
        <a:xfrm>
          <a:off x="152718" y="3900604"/>
          <a:ext cx="277670" cy="27767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79BFA-D6A0-4D6B-84ED-6C58329FEF87}">
      <dsp:nvSpPr>
        <dsp:cNvPr id="0" name=""/>
        <dsp:cNvSpPr/>
      </dsp:nvSpPr>
      <dsp:spPr>
        <a:xfrm>
          <a:off x="583107" y="3787011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Machine Learning</a:t>
          </a:r>
        </a:p>
      </dsp:txBody>
      <dsp:txXfrm>
        <a:off x="583107" y="3787011"/>
        <a:ext cx="4297003" cy="504854"/>
      </dsp:txXfrm>
    </dsp:sp>
    <dsp:sp modelId="{B824FFB9-AA02-4DEF-A0C1-592D16AA58E2}">
      <dsp:nvSpPr>
        <dsp:cNvPr id="0" name=""/>
        <dsp:cNvSpPr/>
      </dsp:nvSpPr>
      <dsp:spPr>
        <a:xfrm>
          <a:off x="0" y="4418681"/>
          <a:ext cx="4880111" cy="5048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A7FBED-0DA5-4510-BEED-7DB444785548}">
      <dsp:nvSpPr>
        <dsp:cNvPr id="0" name=""/>
        <dsp:cNvSpPr/>
      </dsp:nvSpPr>
      <dsp:spPr>
        <a:xfrm>
          <a:off x="152718" y="4531672"/>
          <a:ext cx="277670" cy="27767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A1A70-3EBC-4418-B45D-F7B0E04D8A7A}">
      <dsp:nvSpPr>
        <dsp:cNvPr id="0" name=""/>
        <dsp:cNvSpPr/>
      </dsp:nvSpPr>
      <dsp:spPr>
        <a:xfrm>
          <a:off x="583107" y="4418080"/>
          <a:ext cx="4297003" cy="504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30" tIns="53430" rIns="53430" bIns="5343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Ética e Privacidade em Big Data</a:t>
          </a:r>
          <a:endParaRPr lang="en-US" sz="1600" b="1" kern="1200" dirty="0"/>
        </a:p>
      </dsp:txBody>
      <dsp:txXfrm>
        <a:off x="583107" y="4418080"/>
        <a:ext cx="4297003" cy="5048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45614-22F0-498A-947D-37CADB5D6766}">
      <dsp:nvSpPr>
        <dsp:cNvPr id="0" name=""/>
        <dsp:cNvSpPr/>
      </dsp:nvSpPr>
      <dsp:spPr>
        <a:xfrm>
          <a:off x="403158" y="829612"/>
          <a:ext cx="656542" cy="6565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CBBF5-431A-4489-8826-51871743F81A}">
      <dsp:nvSpPr>
        <dsp:cNvPr id="0" name=""/>
        <dsp:cNvSpPr/>
      </dsp:nvSpPr>
      <dsp:spPr>
        <a:xfrm>
          <a:off x="1938" y="1705041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Cada grupo terá até 5 minutos para apresentar.</a:t>
          </a:r>
        </a:p>
      </dsp:txBody>
      <dsp:txXfrm>
        <a:off x="1938" y="1705041"/>
        <a:ext cx="1458984" cy="583593"/>
      </dsp:txXfrm>
    </dsp:sp>
    <dsp:sp modelId="{A31871F0-9969-4455-927A-8741A6B9271A}">
      <dsp:nvSpPr>
        <dsp:cNvPr id="0" name=""/>
        <dsp:cNvSpPr/>
      </dsp:nvSpPr>
      <dsp:spPr>
        <a:xfrm>
          <a:off x="2117465" y="829612"/>
          <a:ext cx="656542" cy="6565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0EA3B-2953-422F-A942-B6778B0AAED2}">
      <dsp:nvSpPr>
        <dsp:cNvPr id="0" name=""/>
        <dsp:cNvSpPr/>
      </dsp:nvSpPr>
      <dsp:spPr>
        <a:xfrm>
          <a:off x="1716244" y="1705041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Foco: </a:t>
          </a:r>
          <a:r>
            <a:rPr lang="en-US" sz="1200" kern="1200" dirty="0" err="1"/>
            <a:t>Problema</a:t>
          </a:r>
          <a:r>
            <a:rPr lang="en-US" sz="1200" kern="1200" dirty="0"/>
            <a:t>, </a:t>
          </a:r>
          <a:r>
            <a:rPr lang="en-US" sz="1200" kern="1200" dirty="0" err="1"/>
            <a:t>justificativa</a:t>
          </a:r>
          <a:r>
            <a:rPr lang="en-US" sz="1200" kern="1200" dirty="0"/>
            <a:t>, </a:t>
          </a:r>
          <a:r>
            <a:rPr lang="en-US" sz="1200" kern="1200" dirty="0" err="1"/>
            <a:t>objetivos</a:t>
          </a:r>
          <a:r>
            <a:rPr lang="en-US" sz="1200" kern="1200" dirty="0"/>
            <a:t> e </a:t>
          </a:r>
          <a:r>
            <a:rPr lang="en-US" sz="1200" kern="1200" dirty="0" err="1"/>
            <a:t>público-alvo</a:t>
          </a:r>
          <a:r>
            <a:rPr lang="en-US" sz="1200" kern="1200" dirty="0"/>
            <a:t>.</a:t>
          </a:r>
        </a:p>
      </dsp:txBody>
      <dsp:txXfrm>
        <a:off x="1716244" y="1705041"/>
        <a:ext cx="1458984" cy="583593"/>
      </dsp:txXfrm>
    </dsp:sp>
    <dsp:sp modelId="{ACB3BF6E-2446-4AC3-B9AC-AF86B2DB7A96}">
      <dsp:nvSpPr>
        <dsp:cNvPr id="0" name=""/>
        <dsp:cNvSpPr/>
      </dsp:nvSpPr>
      <dsp:spPr>
        <a:xfrm>
          <a:off x="3831772" y="829612"/>
          <a:ext cx="656542" cy="6565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4BCD3F-AF91-48EA-BF03-9C527649AEF8}">
      <dsp:nvSpPr>
        <dsp:cNvPr id="0" name=""/>
        <dsp:cNvSpPr/>
      </dsp:nvSpPr>
      <dsp:spPr>
        <a:xfrm>
          <a:off x="3430551" y="1705041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Apresentação visual clara, sem leitura integral dos slides.</a:t>
          </a:r>
        </a:p>
      </dsp:txBody>
      <dsp:txXfrm>
        <a:off x="3430551" y="1705041"/>
        <a:ext cx="1458984" cy="583593"/>
      </dsp:txXfrm>
    </dsp:sp>
    <dsp:sp modelId="{50F22766-82CF-4104-A5D1-C7F1C8F7F256}">
      <dsp:nvSpPr>
        <dsp:cNvPr id="0" name=""/>
        <dsp:cNvSpPr/>
      </dsp:nvSpPr>
      <dsp:spPr>
        <a:xfrm>
          <a:off x="5546078" y="829612"/>
          <a:ext cx="656542" cy="6565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6399E-8466-4049-B088-CCDF852AEFF5}">
      <dsp:nvSpPr>
        <dsp:cNvPr id="0" name=""/>
        <dsp:cNvSpPr/>
      </dsp:nvSpPr>
      <dsp:spPr>
        <a:xfrm>
          <a:off x="5144857" y="1705041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Professor usará rúbrica de avaliação.</a:t>
          </a:r>
        </a:p>
      </dsp:txBody>
      <dsp:txXfrm>
        <a:off x="5144857" y="1705041"/>
        <a:ext cx="1458984" cy="583593"/>
      </dsp:txXfrm>
    </dsp:sp>
    <dsp:sp modelId="{0B32832A-613E-49AF-865C-C6DFEE46447A}">
      <dsp:nvSpPr>
        <dsp:cNvPr id="0" name=""/>
        <dsp:cNvSpPr/>
      </dsp:nvSpPr>
      <dsp:spPr>
        <a:xfrm>
          <a:off x="7260385" y="829612"/>
          <a:ext cx="656542" cy="65654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AFADA-499B-4587-97C0-E8AF43CF7FD5}">
      <dsp:nvSpPr>
        <dsp:cNvPr id="0" name=""/>
        <dsp:cNvSpPr/>
      </dsp:nvSpPr>
      <dsp:spPr>
        <a:xfrm>
          <a:off x="6859164" y="1705041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Todos do grupo devem ter participação.</a:t>
          </a:r>
        </a:p>
      </dsp:txBody>
      <dsp:txXfrm>
        <a:off x="6859164" y="1705041"/>
        <a:ext cx="1458984" cy="5835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66A6F5-2FDD-4D47-834B-D77E878856CC}">
      <dsp:nvSpPr>
        <dsp:cNvPr id="0" name=""/>
        <dsp:cNvSpPr/>
      </dsp:nvSpPr>
      <dsp:spPr>
        <a:xfrm>
          <a:off x="0" y="1661"/>
          <a:ext cx="4988440" cy="8422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360CA-1CB5-4452-B444-AC1C65FDAD49}">
      <dsp:nvSpPr>
        <dsp:cNvPr id="0" name=""/>
        <dsp:cNvSpPr/>
      </dsp:nvSpPr>
      <dsp:spPr>
        <a:xfrm>
          <a:off x="254784" y="191171"/>
          <a:ext cx="463244" cy="4632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07402B-A895-485E-A553-8421BCEA2C60}">
      <dsp:nvSpPr>
        <dsp:cNvPr id="0" name=""/>
        <dsp:cNvSpPr/>
      </dsp:nvSpPr>
      <dsp:spPr>
        <a:xfrm>
          <a:off x="972813" y="1661"/>
          <a:ext cx="4015626" cy="842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40" tIns="89140" rIns="89140" bIns="891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Quais dados o seu grupo pretende usar?</a:t>
          </a:r>
        </a:p>
      </dsp:txBody>
      <dsp:txXfrm>
        <a:off x="972813" y="1661"/>
        <a:ext cx="4015626" cy="842263"/>
      </dsp:txXfrm>
    </dsp:sp>
    <dsp:sp modelId="{39AA31A9-9318-40CA-9726-1B0A1F5EDA5A}">
      <dsp:nvSpPr>
        <dsp:cNvPr id="0" name=""/>
        <dsp:cNvSpPr/>
      </dsp:nvSpPr>
      <dsp:spPr>
        <a:xfrm>
          <a:off x="0" y="1054490"/>
          <a:ext cx="4988440" cy="8422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45EB18-57CE-4C58-9736-75FAEF9834BE}">
      <dsp:nvSpPr>
        <dsp:cNvPr id="0" name=""/>
        <dsp:cNvSpPr/>
      </dsp:nvSpPr>
      <dsp:spPr>
        <a:xfrm>
          <a:off x="254784" y="1243999"/>
          <a:ext cx="463244" cy="4632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A392A-548D-4EC6-B909-5CCA8897359B}">
      <dsp:nvSpPr>
        <dsp:cNvPr id="0" name=""/>
        <dsp:cNvSpPr/>
      </dsp:nvSpPr>
      <dsp:spPr>
        <a:xfrm>
          <a:off x="972813" y="1054490"/>
          <a:ext cx="4015626" cy="842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40" tIns="89140" rIns="89140" bIns="891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Eles são completos, consistentes, atualizados e relevantes?</a:t>
          </a:r>
        </a:p>
      </dsp:txBody>
      <dsp:txXfrm>
        <a:off x="972813" y="1054490"/>
        <a:ext cx="4015626" cy="842263"/>
      </dsp:txXfrm>
    </dsp:sp>
    <dsp:sp modelId="{D60AAD9B-C166-4675-A968-12567665A677}">
      <dsp:nvSpPr>
        <dsp:cNvPr id="0" name=""/>
        <dsp:cNvSpPr/>
      </dsp:nvSpPr>
      <dsp:spPr>
        <a:xfrm>
          <a:off x="0" y="2107319"/>
          <a:ext cx="4988440" cy="8422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74A4C-100F-4CF7-9A67-49A9C77156E2}">
      <dsp:nvSpPr>
        <dsp:cNvPr id="0" name=""/>
        <dsp:cNvSpPr/>
      </dsp:nvSpPr>
      <dsp:spPr>
        <a:xfrm>
          <a:off x="254784" y="2296828"/>
          <a:ext cx="463244" cy="4632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B78EF-D09F-47D9-AFF4-BCCB1C677A4F}">
      <dsp:nvSpPr>
        <dsp:cNvPr id="0" name=""/>
        <dsp:cNvSpPr/>
      </dsp:nvSpPr>
      <dsp:spPr>
        <a:xfrm>
          <a:off x="972813" y="2107319"/>
          <a:ext cx="4015626" cy="842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40" tIns="89140" rIns="89140" bIns="891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Como a qualidade dos dados impacta o diagnóstico do projeto?</a:t>
          </a:r>
        </a:p>
      </dsp:txBody>
      <dsp:txXfrm>
        <a:off x="972813" y="2107319"/>
        <a:ext cx="4015626" cy="842263"/>
      </dsp:txXfrm>
    </dsp:sp>
    <dsp:sp modelId="{0D9B2D2C-0364-41DD-A318-30912CF2BA43}">
      <dsp:nvSpPr>
        <dsp:cNvPr id="0" name=""/>
        <dsp:cNvSpPr/>
      </dsp:nvSpPr>
      <dsp:spPr>
        <a:xfrm>
          <a:off x="0" y="3160148"/>
          <a:ext cx="4988440" cy="8422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4412E-6C38-4BBE-894E-6E211DA466FE}">
      <dsp:nvSpPr>
        <dsp:cNvPr id="0" name=""/>
        <dsp:cNvSpPr/>
      </dsp:nvSpPr>
      <dsp:spPr>
        <a:xfrm>
          <a:off x="254784" y="3349657"/>
          <a:ext cx="463244" cy="4632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24EC6-AFBF-402A-B915-1DEDA9DB9630}">
      <dsp:nvSpPr>
        <dsp:cNvPr id="0" name=""/>
        <dsp:cNvSpPr/>
      </dsp:nvSpPr>
      <dsp:spPr>
        <a:xfrm>
          <a:off x="972813" y="3160148"/>
          <a:ext cx="4015626" cy="842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40" tIns="89140" rIns="89140" bIns="8914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Aula 11 → foco nos 5Vs + critérios técnicos de qualidade.</a:t>
          </a:r>
        </a:p>
      </dsp:txBody>
      <dsp:txXfrm>
        <a:off x="972813" y="3160148"/>
        <a:ext cx="4015626" cy="8422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F9087-1AA9-4338-B0BE-155329085918}">
      <dsp:nvSpPr>
        <dsp:cNvPr id="0" name=""/>
        <dsp:cNvSpPr/>
      </dsp:nvSpPr>
      <dsp:spPr>
        <a:xfrm>
          <a:off x="0" y="504"/>
          <a:ext cx="4773168" cy="11812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87F9E-1A19-424F-A09D-19E9BF380E3B}">
      <dsp:nvSpPr>
        <dsp:cNvPr id="0" name=""/>
        <dsp:cNvSpPr/>
      </dsp:nvSpPr>
      <dsp:spPr>
        <a:xfrm>
          <a:off x="357327" y="266285"/>
          <a:ext cx="649685" cy="6496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CE37D-D099-4EB6-8DD8-5341A09A2A23}">
      <dsp:nvSpPr>
        <dsp:cNvPr id="0" name=""/>
        <dsp:cNvSpPr/>
      </dsp:nvSpPr>
      <dsp:spPr>
        <a:xfrm>
          <a:off x="1364340" y="504"/>
          <a:ext cx="3408827" cy="118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15" tIns="125015" rIns="125015" bIns="12501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Revisão dos 5Vs com foco em Veracidade e Valor</a:t>
          </a:r>
        </a:p>
      </dsp:txBody>
      <dsp:txXfrm>
        <a:off x="1364340" y="504"/>
        <a:ext cx="3408827" cy="1181246"/>
      </dsp:txXfrm>
    </dsp:sp>
    <dsp:sp modelId="{C10A38C2-3780-4344-A068-86ECAD837BF1}">
      <dsp:nvSpPr>
        <dsp:cNvPr id="0" name=""/>
        <dsp:cNvSpPr/>
      </dsp:nvSpPr>
      <dsp:spPr>
        <a:xfrm>
          <a:off x="0" y="1477063"/>
          <a:ext cx="4773168" cy="11812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01B50-55FB-4665-B976-8B296CBC1944}">
      <dsp:nvSpPr>
        <dsp:cNvPr id="0" name=""/>
        <dsp:cNvSpPr/>
      </dsp:nvSpPr>
      <dsp:spPr>
        <a:xfrm>
          <a:off x="357327" y="1742844"/>
          <a:ext cx="649685" cy="6496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217EA-BA52-41C6-89B8-2D87F639D17A}">
      <dsp:nvSpPr>
        <dsp:cNvPr id="0" name=""/>
        <dsp:cNvSpPr/>
      </dsp:nvSpPr>
      <dsp:spPr>
        <a:xfrm>
          <a:off x="1364340" y="1477063"/>
          <a:ext cx="3408827" cy="118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15" tIns="125015" rIns="125015" bIns="12501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Problemas comuns: dados duplicados, ausentes, inconsistentes</a:t>
          </a:r>
        </a:p>
      </dsp:txBody>
      <dsp:txXfrm>
        <a:off x="1364340" y="1477063"/>
        <a:ext cx="3408827" cy="1181246"/>
      </dsp:txXfrm>
    </dsp:sp>
    <dsp:sp modelId="{33702CCE-9275-403D-9397-739DE1862EFA}">
      <dsp:nvSpPr>
        <dsp:cNvPr id="0" name=""/>
        <dsp:cNvSpPr/>
      </dsp:nvSpPr>
      <dsp:spPr>
        <a:xfrm>
          <a:off x="0" y="2953622"/>
          <a:ext cx="4773168" cy="118124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FC327-1381-45A3-B4E2-693AAD917D40}">
      <dsp:nvSpPr>
        <dsp:cNvPr id="0" name=""/>
        <dsp:cNvSpPr/>
      </dsp:nvSpPr>
      <dsp:spPr>
        <a:xfrm>
          <a:off x="357327" y="3219402"/>
          <a:ext cx="649685" cy="6496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BFC46-0B2B-48FF-BC11-827A81AD1CA1}">
      <dsp:nvSpPr>
        <dsp:cNvPr id="0" name=""/>
        <dsp:cNvSpPr/>
      </dsp:nvSpPr>
      <dsp:spPr>
        <a:xfrm>
          <a:off x="1364340" y="2953622"/>
          <a:ext cx="3408827" cy="118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015" tIns="125015" rIns="125015" bIns="12501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Impactos da má qualidade nos projetos de Big Data</a:t>
          </a:r>
        </a:p>
      </dsp:txBody>
      <dsp:txXfrm>
        <a:off x="1364340" y="2953622"/>
        <a:ext cx="3408827" cy="11812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65A79-2C32-4DD8-9623-2B9A7946CE23}">
      <dsp:nvSpPr>
        <dsp:cNvPr id="0" name=""/>
        <dsp:cNvSpPr/>
      </dsp:nvSpPr>
      <dsp:spPr>
        <a:xfrm>
          <a:off x="399893" y="854156"/>
          <a:ext cx="646259" cy="6462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B8FC2-AA20-4522-B44F-334D010C3D58}">
      <dsp:nvSpPr>
        <dsp:cNvPr id="0" name=""/>
        <dsp:cNvSpPr/>
      </dsp:nvSpPr>
      <dsp:spPr>
        <a:xfrm>
          <a:off x="4956" y="171599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Fonte dos dados utilizados</a:t>
          </a:r>
        </a:p>
      </dsp:txBody>
      <dsp:txXfrm>
        <a:off x="4956" y="1715993"/>
        <a:ext cx="1436132" cy="574453"/>
      </dsp:txXfrm>
    </dsp:sp>
    <dsp:sp modelId="{BE1788A0-57E4-4CB7-A1F7-6F624004169E}">
      <dsp:nvSpPr>
        <dsp:cNvPr id="0" name=""/>
        <dsp:cNvSpPr/>
      </dsp:nvSpPr>
      <dsp:spPr>
        <a:xfrm>
          <a:off x="2087349" y="854156"/>
          <a:ext cx="646259" cy="646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FF7DD-19D6-436D-AC46-6F4ADABD7BD3}">
      <dsp:nvSpPr>
        <dsp:cNvPr id="0" name=""/>
        <dsp:cNvSpPr/>
      </dsp:nvSpPr>
      <dsp:spPr>
        <a:xfrm>
          <a:off x="1692413" y="171599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Tipo de dados (estruturado, semi ou não estruturado)</a:t>
          </a:r>
        </a:p>
      </dsp:txBody>
      <dsp:txXfrm>
        <a:off x="1692413" y="1715993"/>
        <a:ext cx="1436132" cy="574453"/>
      </dsp:txXfrm>
    </dsp:sp>
    <dsp:sp modelId="{BE61B745-3540-48A1-A279-8A8435A0282B}">
      <dsp:nvSpPr>
        <dsp:cNvPr id="0" name=""/>
        <dsp:cNvSpPr/>
      </dsp:nvSpPr>
      <dsp:spPr>
        <a:xfrm>
          <a:off x="3774805" y="854156"/>
          <a:ext cx="646259" cy="646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D6339-A623-4D12-9D82-5A60F9503DBC}">
      <dsp:nvSpPr>
        <dsp:cNvPr id="0" name=""/>
        <dsp:cNvSpPr/>
      </dsp:nvSpPr>
      <dsp:spPr>
        <a:xfrm>
          <a:off x="3379869" y="171599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Problemas de qualidade identificados</a:t>
          </a:r>
        </a:p>
      </dsp:txBody>
      <dsp:txXfrm>
        <a:off x="3379869" y="1715993"/>
        <a:ext cx="1436132" cy="574453"/>
      </dsp:txXfrm>
    </dsp:sp>
    <dsp:sp modelId="{0E1D74C9-8466-41F7-A93C-170E25BA2ACD}">
      <dsp:nvSpPr>
        <dsp:cNvPr id="0" name=""/>
        <dsp:cNvSpPr/>
      </dsp:nvSpPr>
      <dsp:spPr>
        <a:xfrm>
          <a:off x="5462261" y="854156"/>
          <a:ext cx="646259" cy="6462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D4789-706A-42D5-8B59-B1C6575A2CD3}">
      <dsp:nvSpPr>
        <dsp:cNvPr id="0" name=""/>
        <dsp:cNvSpPr/>
      </dsp:nvSpPr>
      <dsp:spPr>
        <a:xfrm>
          <a:off x="5067325" y="171599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Estratégias para tratamento e limpeza de dados</a:t>
          </a:r>
        </a:p>
      </dsp:txBody>
      <dsp:txXfrm>
        <a:off x="5067325" y="1715993"/>
        <a:ext cx="1436132" cy="574453"/>
      </dsp:txXfrm>
    </dsp:sp>
    <dsp:sp modelId="{21C7336E-FBAF-48D3-AE4C-DA4828D0D078}">
      <dsp:nvSpPr>
        <dsp:cNvPr id="0" name=""/>
        <dsp:cNvSpPr/>
      </dsp:nvSpPr>
      <dsp:spPr>
        <a:xfrm>
          <a:off x="7149717" y="854156"/>
          <a:ext cx="646259" cy="6462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41F7C-42CC-4482-8376-BBFD9FED998D}">
      <dsp:nvSpPr>
        <dsp:cNvPr id="0" name=""/>
        <dsp:cNvSpPr/>
      </dsp:nvSpPr>
      <dsp:spPr>
        <a:xfrm>
          <a:off x="6754781" y="171599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Entrega</a:t>
          </a:r>
          <a:r>
            <a:rPr lang="en-US" sz="1300" kern="1200" dirty="0"/>
            <a:t> </a:t>
          </a:r>
          <a:r>
            <a:rPr lang="en-US" sz="1300" kern="1200" dirty="0" err="1"/>
            <a:t>até</a:t>
          </a:r>
          <a:r>
            <a:rPr lang="en-US" sz="1300" kern="1200" dirty="0"/>
            <a:t> o </a:t>
          </a:r>
          <a:r>
            <a:rPr lang="en-US" sz="1300" kern="1200" dirty="0" err="1"/>
            <a:t>fim</a:t>
          </a:r>
          <a:r>
            <a:rPr lang="en-US" sz="1300" kern="1200" dirty="0"/>
            <a:t> da aula </a:t>
          </a:r>
          <a:r>
            <a:rPr lang="en-US" sz="1300" kern="1200" dirty="0" err="1"/>
            <a:t>ou</a:t>
          </a:r>
          <a:r>
            <a:rPr lang="en-US" sz="1300" kern="1200" dirty="0"/>
            <a:t> via Moodle </a:t>
          </a:r>
          <a:r>
            <a:rPr lang="en-US" sz="1300" kern="1200" dirty="0" err="1"/>
            <a:t>até</a:t>
          </a:r>
          <a:r>
            <a:rPr lang="en-US" sz="1300" kern="1200" dirty="0"/>
            <a:t> </a:t>
          </a:r>
          <a:r>
            <a:rPr lang="en-US" sz="1300" kern="1200" dirty="0" err="1"/>
            <a:t>meia-noite</a:t>
          </a:r>
          <a:endParaRPr lang="en-US" sz="1300" kern="1200" dirty="0"/>
        </a:p>
      </dsp:txBody>
      <dsp:txXfrm>
        <a:off x="6754781" y="1715993"/>
        <a:ext cx="1436132" cy="57445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40A6C4-ED90-421D-A330-2184997B0B08}">
      <dsp:nvSpPr>
        <dsp:cNvPr id="0" name=""/>
        <dsp:cNvSpPr/>
      </dsp:nvSpPr>
      <dsp:spPr>
        <a:xfrm>
          <a:off x="37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26C6A-3517-48C1-9182-29551B36F8E6}">
      <dsp:nvSpPr>
        <dsp:cNvPr id="0" name=""/>
        <dsp:cNvSpPr/>
      </dsp:nvSpPr>
      <dsp:spPr>
        <a:xfrm>
          <a:off x="61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075C5-8798-48AF-B654-39992EF95F17}">
      <dsp:nvSpPr>
        <dsp:cNvPr id="0" name=""/>
        <dsp:cNvSpPr/>
      </dsp:nvSpPr>
      <dsp:spPr>
        <a:xfrm>
          <a:off x="2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Apresentar quadro comparativo e casos reais de uso.</a:t>
          </a:r>
        </a:p>
      </dsp:txBody>
      <dsp:txXfrm>
        <a:off x="25435" y="1932302"/>
        <a:ext cx="1800000" cy="720000"/>
      </dsp:txXfrm>
    </dsp:sp>
    <dsp:sp modelId="{79D04255-14C0-4221-94FE-9E7B833511CE}">
      <dsp:nvSpPr>
        <dsp:cNvPr id="0" name=""/>
        <dsp:cNvSpPr/>
      </dsp:nvSpPr>
      <dsp:spPr>
        <a:xfrm>
          <a:off x="249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39DA4-24C5-4198-82FB-1703C100F44E}">
      <dsp:nvSpPr>
        <dsp:cNvPr id="0" name=""/>
        <dsp:cNvSpPr/>
      </dsp:nvSpPr>
      <dsp:spPr>
        <a:xfrm>
          <a:off x="272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A19A5-41E9-47AA-A574-E0CEC2FE5C73}">
      <dsp:nvSpPr>
        <dsp:cNvPr id="0" name=""/>
        <dsp:cNvSpPr/>
      </dsp:nvSpPr>
      <dsp:spPr>
        <a:xfrm>
          <a:off x="214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Grupos devem escolher qual tecnologia utilizar e justificar.</a:t>
          </a:r>
        </a:p>
      </dsp:txBody>
      <dsp:txXfrm>
        <a:off x="2140435" y="1932302"/>
        <a:ext cx="1800000" cy="720000"/>
      </dsp:txXfrm>
    </dsp:sp>
    <dsp:sp modelId="{FBBF27E2-BEFF-4158-9295-8115D29F513A}">
      <dsp:nvSpPr>
        <dsp:cNvPr id="0" name=""/>
        <dsp:cNvSpPr/>
      </dsp:nvSpPr>
      <dsp:spPr>
        <a:xfrm>
          <a:off x="460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355FA-511B-44A7-8E76-C40589EE7B91}">
      <dsp:nvSpPr>
        <dsp:cNvPr id="0" name=""/>
        <dsp:cNvSpPr/>
      </dsp:nvSpPr>
      <dsp:spPr>
        <a:xfrm>
          <a:off x="484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25182-8A0E-4EDB-A0B0-CBC3A481FCA0}">
      <dsp:nvSpPr>
        <dsp:cNvPr id="0" name=""/>
        <dsp:cNvSpPr/>
      </dsp:nvSpPr>
      <dsp:spPr>
        <a:xfrm>
          <a:off x="425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Base: tipo de dado, escalabilidade, tempo de resposta e custo.</a:t>
          </a:r>
        </a:p>
      </dsp:txBody>
      <dsp:txXfrm>
        <a:off x="4255435" y="1932302"/>
        <a:ext cx="1800000" cy="720000"/>
      </dsp:txXfrm>
    </dsp:sp>
    <dsp:sp modelId="{521096A6-BBA9-4F87-8345-1799595C83DD}">
      <dsp:nvSpPr>
        <dsp:cNvPr id="0" name=""/>
        <dsp:cNvSpPr/>
      </dsp:nvSpPr>
      <dsp:spPr>
        <a:xfrm>
          <a:off x="672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E6D4BC-252B-493E-ADCE-311B9A96F290}">
      <dsp:nvSpPr>
        <dsp:cNvPr id="0" name=""/>
        <dsp:cNvSpPr/>
      </dsp:nvSpPr>
      <dsp:spPr>
        <a:xfrm>
          <a:off x="695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A261E-D7D5-45F3-858B-A03AFA616672}">
      <dsp:nvSpPr>
        <dsp:cNvPr id="0" name=""/>
        <dsp:cNvSpPr/>
      </dsp:nvSpPr>
      <dsp:spPr>
        <a:xfrm>
          <a:off x="637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Upload da justificativa no roteiro ou apresentação.</a:t>
          </a:r>
        </a:p>
      </dsp:txBody>
      <dsp:txXfrm>
        <a:off x="6370435" y="1932302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4967C-5488-4A68-A631-8B9AB8070F9A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-9645" r="-276355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6E184-289C-430D-AE35-1A77CC80A858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Hadoop: </a:t>
          </a:r>
          <a:r>
            <a:rPr lang="en-US" sz="1300" kern="1200" dirty="0" err="1"/>
            <a:t>Melhor</a:t>
          </a:r>
          <a:r>
            <a:rPr lang="en-US" sz="1300" kern="1200" dirty="0"/>
            <a:t> para </a:t>
          </a:r>
          <a:r>
            <a:rPr lang="en-US" sz="1300" kern="1200" dirty="0" err="1"/>
            <a:t>grandes</a:t>
          </a:r>
          <a:r>
            <a:rPr lang="en-US" sz="1300" kern="1200" dirty="0"/>
            <a:t> volumes de dados </a:t>
          </a:r>
          <a:r>
            <a:rPr lang="en-US" sz="1300" kern="1200" dirty="0" err="1"/>
            <a:t>armazenados</a:t>
          </a:r>
          <a:r>
            <a:rPr lang="en-US" sz="1300" kern="1200" dirty="0"/>
            <a:t> e </a:t>
          </a:r>
          <a:r>
            <a:rPr lang="en-US" sz="1300" kern="1200" dirty="0" err="1"/>
            <a:t>processados</a:t>
          </a:r>
          <a:r>
            <a:rPr lang="en-US" sz="1300" kern="1200" dirty="0"/>
            <a:t> </a:t>
          </a:r>
          <a:r>
            <a:rPr lang="en-US" sz="1300" kern="1200" dirty="0" err="1"/>
            <a:t>em</a:t>
          </a:r>
          <a:r>
            <a:rPr lang="en-US" sz="1300" kern="1200" dirty="0"/>
            <a:t> </a:t>
          </a:r>
          <a:r>
            <a:rPr lang="en-US" sz="1300" kern="1200" dirty="0" err="1"/>
            <a:t>lote</a:t>
          </a:r>
          <a:r>
            <a:rPr lang="en-US" sz="1300" kern="1200" dirty="0"/>
            <a:t>.</a:t>
          </a:r>
        </a:p>
      </dsp:txBody>
      <dsp:txXfrm>
        <a:off x="78583" y="1911041"/>
        <a:ext cx="2399612" cy="720000"/>
      </dsp:txXfrm>
    </dsp:sp>
    <dsp:sp modelId="{8F4FFD05-E26B-42EF-8225-45A6FB3F0B7A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9023E-94F8-4DB3-94F4-1D3E1FF8419B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Spark</a:t>
          </a:r>
          <a:r>
            <a:rPr lang="en-US" sz="1300" kern="1200" dirty="0"/>
            <a:t>: </a:t>
          </a:r>
          <a:r>
            <a:rPr lang="en-US" sz="1300" kern="1200" dirty="0" err="1"/>
            <a:t>Melhor</a:t>
          </a:r>
          <a:r>
            <a:rPr lang="en-US" sz="1300" kern="1200" dirty="0"/>
            <a:t> para </a:t>
          </a:r>
          <a:r>
            <a:rPr lang="en-US" sz="1300" kern="1200" dirty="0" err="1"/>
            <a:t>processamento</a:t>
          </a:r>
          <a:r>
            <a:rPr lang="en-US" sz="1300" kern="1200" dirty="0"/>
            <a:t> </a:t>
          </a:r>
          <a:r>
            <a:rPr lang="en-US" sz="1300" kern="1200" dirty="0" err="1"/>
            <a:t>rápido</a:t>
          </a:r>
          <a:r>
            <a:rPr lang="en-US" sz="1300" kern="1200" dirty="0"/>
            <a:t> e </a:t>
          </a:r>
          <a:r>
            <a:rPr lang="en-US" sz="1300" kern="1200" dirty="0" err="1"/>
            <a:t>análise</a:t>
          </a:r>
          <a:r>
            <a:rPr lang="en-US" sz="1300" kern="1200" dirty="0"/>
            <a:t> </a:t>
          </a:r>
          <a:r>
            <a:rPr lang="en-US" sz="1300" kern="1200" dirty="0" err="1"/>
            <a:t>em</a:t>
          </a:r>
          <a:r>
            <a:rPr lang="en-US" sz="1300" kern="1200" dirty="0"/>
            <a:t> tempo real.</a:t>
          </a:r>
        </a:p>
      </dsp:txBody>
      <dsp:txXfrm>
        <a:off x="2898129" y="1911041"/>
        <a:ext cx="2399612" cy="720000"/>
      </dsp:txXfrm>
    </dsp:sp>
    <dsp:sp modelId="{D5770BC0-F929-4C6A-AAE1-E94028477E61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354A0-B972-4DA1-AB45-6EC4376D7EF8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NoSQL</a:t>
          </a:r>
          <a:r>
            <a:rPr lang="en-US" sz="1300" kern="1200" dirty="0"/>
            <a:t>: </a:t>
          </a:r>
          <a:r>
            <a:rPr lang="en-US" sz="1300" kern="1200" dirty="0" err="1"/>
            <a:t>Melhor</a:t>
          </a:r>
          <a:r>
            <a:rPr lang="en-US" sz="1300" kern="1200" dirty="0"/>
            <a:t> para </a:t>
          </a:r>
          <a:r>
            <a:rPr lang="en-US" sz="1300" kern="1200" dirty="0" err="1"/>
            <a:t>bancos</a:t>
          </a:r>
          <a:r>
            <a:rPr lang="en-US" sz="1300" kern="1200" dirty="0"/>
            <a:t> de dados </a:t>
          </a:r>
          <a:r>
            <a:rPr lang="en-US" sz="1300" kern="1200" dirty="0" err="1"/>
            <a:t>escaláveis</a:t>
          </a:r>
          <a:r>
            <a:rPr lang="en-US" sz="1300" kern="1200" dirty="0"/>
            <a:t> e </a:t>
          </a:r>
          <a:r>
            <a:rPr lang="en-US" sz="1300" kern="1200" dirty="0" err="1"/>
            <a:t>flexíveis</a:t>
          </a:r>
          <a:r>
            <a:rPr lang="en-US" sz="1300" kern="1200" dirty="0"/>
            <a:t>.</a:t>
          </a:r>
        </a:p>
      </dsp:txBody>
      <dsp:txXfrm>
        <a:off x="5717674" y="1911041"/>
        <a:ext cx="2399612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546B9-14E4-4F41-8BAB-79F90579A47D}">
      <dsp:nvSpPr>
        <dsp:cNvPr id="0" name=""/>
        <dsp:cNvSpPr/>
      </dsp:nvSpPr>
      <dsp:spPr>
        <a:xfrm>
          <a:off x="0" y="503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206FC-E415-4A6B-BD27-62E386BFE2F8}">
      <dsp:nvSpPr>
        <dsp:cNvPr id="0" name=""/>
        <dsp:cNvSpPr/>
      </dsp:nvSpPr>
      <dsp:spPr>
        <a:xfrm>
          <a:off x="356734" y="265843"/>
          <a:ext cx="648608" cy="6486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70570A-0BD3-4C12-86E1-28FA25294C00}">
      <dsp:nvSpPr>
        <dsp:cNvPr id="0" name=""/>
        <dsp:cNvSpPr/>
      </dsp:nvSpPr>
      <dsp:spPr>
        <a:xfrm>
          <a:off x="1362077" y="503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Tipo de dado (</a:t>
          </a:r>
          <a:r>
            <a:rPr lang="en-US" sz="2000" kern="1200" dirty="0" err="1"/>
            <a:t>estruturado</a:t>
          </a:r>
          <a:r>
            <a:rPr lang="en-US" sz="2000" kern="1200" dirty="0"/>
            <a:t>, </a:t>
          </a:r>
          <a:r>
            <a:rPr lang="en-US" sz="2000" kern="1200" dirty="0" err="1"/>
            <a:t>semiestruturado</a:t>
          </a:r>
          <a:r>
            <a:rPr lang="en-US" sz="2000" kern="1200" dirty="0"/>
            <a:t>, </a:t>
          </a:r>
          <a:r>
            <a:rPr lang="en-US" sz="2000" kern="1200" dirty="0" err="1"/>
            <a:t>não</a:t>
          </a:r>
          <a:r>
            <a:rPr lang="en-US" sz="2000" kern="1200" dirty="0"/>
            <a:t> </a:t>
          </a:r>
          <a:r>
            <a:rPr lang="en-US" sz="2000" kern="1200" dirty="0" err="1"/>
            <a:t>estruturado</a:t>
          </a:r>
          <a:r>
            <a:rPr lang="en-US" sz="2000" kern="1200" dirty="0"/>
            <a:t>).</a:t>
          </a:r>
        </a:p>
      </dsp:txBody>
      <dsp:txXfrm>
        <a:off x="1362077" y="503"/>
        <a:ext cx="3335652" cy="1179288"/>
      </dsp:txXfrm>
    </dsp:sp>
    <dsp:sp modelId="{4BBA7F43-CAAD-49FE-8EF1-7FAEFE393546}">
      <dsp:nvSpPr>
        <dsp:cNvPr id="0" name=""/>
        <dsp:cNvSpPr/>
      </dsp:nvSpPr>
      <dsp:spPr>
        <a:xfrm>
          <a:off x="0" y="1474613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B9CA4-8073-40A9-9C5F-69CDB91EDC1C}">
      <dsp:nvSpPr>
        <dsp:cNvPr id="0" name=""/>
        <dsp:cNvSpPr/>
      </dsp:nvSpPr>
      <dsp:spPr>
        <a:xfrm>
          <a:off x="356734" y="1739953"/>
          <a:ext cx="648608" cy="6486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77110-0320-4ECD-9180-1AF280F2F42B}">
      <dsp:nvSpPr>
        <dsp:cNvPr id="0" name=""/>
        <dsp:cNvSpPr/>
      </dsp:nvSpPr>
      <dsp:spPr>
        <a:xfrm>
          <a:off x="1362077" y="1474613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Tempo de </a:t>
          </a:r>
          <a:r>
            <a:rPr lang="en-US" sz="2000" kern="1200" dirty="0" err="1"/>
            <a:t>resposta</a:t>
          </a:r>
          <a:r>
            <a:rPr lang="en-US" sz="2000" kern="1200" dirty="0"/>
            <a:t> </a:t>
          </a:r>
          <a:r>
            <a:rPr lang="en-US" sz="2000" kern="1200" dirty="0" err="1"/>
            <a:t>necessário</a:t>
          </a:r>
          <a:r>
            <a:rPr lang="en-US" sz="2000" kern="1200" dirty="0"/>
            <a:t>.</a:t>
          </a:r>
        </a:p>
      </dsp:txBody>
      <dsp:txXfrm>
        <a:off x="1362077" y="1474613"/>
        <a:ext cx="3335652" cy="1179288"/>
      </dsp:txXfrm>
    </dsp:sp>
    <dsp:sp modelId="{8206A4A8-830E-42E7-BA94-D7DF26AE0BE9}">
      <dsp:nvSpPr>
        <dsp:cNvPr id="0" name=""/>
        <dsp:cNvSpPr/>
      </dsp:nvSpPr>
      <dsp:spPr>
        <a:xfrm>
          <a:off x="0" y="2948724"/>
          <a:ext cx="4697730" cy="11792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BEAC4-C908-4512-8BF3-B6AE93840869}">
      <dsp:nvSpPr>
        <dsp:cNvPr id="0" name=""/>
        <dsp:cNvSpPr/>
      </dsp:nvSpPr>
      <dsp:spPr>
        <a:xfrm>
          <a:off x="356734" y="3214063"/>
          <a:ext cx="648608" cy="6486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3586B-6B00-4C72-BBB4-02BD22659F35}">
      <dsp:nvSpPr>
        <dsp:cNvPr id="0" name=""/>
        <dsp:cNvSpPr/>
      </dsp:nvSpPr>
      <dsp:spPr>
        <a:xfrm>
          <a:off x="1362077" y="2948724"/>
          <a:ext cx="3335652" cy="1179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08" tIns="124808" rIns="124808" bIns="1248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Custo</a:t>
          </a:r>
          <a:r>
            <a:rPr lang="en-US" sz="2000" kern="1200" dirty="0"/>
            <a:t> e </a:t>
          </a:r>
          <a:r>
            <a:rPr lang="en-US" sz="2000" kern="1200" dirty="0" err="1"/>
            <a:t>escalabilidade</a:t>
          </a:r>
          <a:r>
            <a:rPr lang="en-US" sz="2000" kern="1200" dirty="0"/>
            <a:t>.</a:t>
          </a:r>
        </a:p>
      </dsp:txBody>
      <dsp:txXfrm>
        <a:off x="1362077" y="2948724"/>
        <a:ext cx="3335652" cy="117928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8B263-17C4-4493-B996-2F39ADC4659B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AA101-7606-4AD7-A436-3FFA6F9F98FD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É uma abordagem centrada no ser humano para resolver problemas complexos.</a:t>
          </a:r>
        </a:p>
      </dsp:txBody>
      <dsp:txXfrm>
        <a:off x="78583" y="1911041"/>
        <a:ext cx="2399612" cy="720000"/>
      </dsp:txXfrm>
    </dsp:sp>
    <dsp:sp modelId="{59ADEEE2-CAA5-4CCB-AE96-6610BD6B5069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A27F3-336F-400C-B11B-D9647B348353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Foca na empatia com os usuários, definição clara do problema, geração de ideias e prototipação.</a:t>
          </a:r>
        </a:p>
      </dsp:txBody>
      <dsp:txXfrm>
        <a:off x="2898129" y="1911041"/>
        <a:ext cx="2399612" cy="720000"/>
      </dsp:txXfrm>
    </dsp:sp>
    <dsp:sp modelId="{0F6A2BC6-0F3D-4A01-B94D-1DF48279DE44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66EB7D-8667-4B26-B3BD-D93A5C0E45F9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Muito usada em inovação, design de produtos e também em projetos sociais.</a:t>
          </a:r>
        </a:p>
      </dsp:txBody>
      <dsp:txXfrm>
        <a:off x="5717674" y="1911041"/>
        <a:ext cx="2399612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EEDBD-7862-460D-8F36-4DA3B53BE407}">
      <dsp:nvSpPr>
        <dsp:cNvPr id="0" name=""/>
        <dsp:cNvSpPr/>
      </dsp:nvSpPr>
      <dsp:spPr>
        <a:xfrm>
          <a:off x="230508" y="1159"/>
          <a:ext cx="2417141" cy="14502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1. Empatia – entender profundamente as pessoas envolvidas</a:t>
          </a:r>
          <a:endParaRPr lang="en-US" sz="2100" kern="1200"/>
        </a:p>
      </dsp:txBody>
      <dsp:txXfrm>
        <a:off x="230508" y="1159"/>
        <a:ext cx="2417141" cy="1450284"/>
      </dsp:txXfrm>
    </dsp:sp>
    <dsp:sp modelId="{CF0F1FAE-1A23-473F-8BAA-10C25650359F}">
      <dsp:nvSpPr>
        <dsp:cNvPr id="0" name=""/>
        <dsp:cNvSpPr/>
      </dsp:nvSpPr>
      <dsp:spPr>
        <a:xfrm>
          <a:off x="2889364" y="1159"/>
          <a:ext cx="2417141" cy="1450284"/>
        </a:xfrm>
        <a:prstGeom prst="rect">
          <a:avLst/>
        </a:prstGeom>
        <a:solidFill>
          <a:schemeClr val="accent2">
            <a:hueOff val="-319344"/>
            <a:satOff val="877"/>
            <a:lumOff val="5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2. Definição – reformular o problema de forma clara</a:t>
          </a:r>
          <a:endParaRPr lang="en-US" sz="2100" kern="1200"/>
        </a:p>
      </dsp:txBody>
      <dsp:txXfrm>
        <a:off x="2889364" y="1159"/>
        <a:ext cx="2417141" cy="1450284"/>
      </dsp:txXfrm>
    </dsp:sp>
    <dsp:sp modelId="{ABA9AEB5-7224-4B62-95FF-767E14209376}">
      <dsp:nvSpPr>
        <dsp:cNvPr id="0" name=""/>
        <dsp:cNvSpPr/>
      </dsp:nvSpPr>
      <dsp:spPr>
        <a:xfrm>
          <a:off x="5548220" y="1159"/>
          <a:ext cx="2417141" cy="1450284"/>
        </a:xfrm>
        <a:prstGeom prst="rect">
          <a:avLst/>
        </a:prstGeom>
        <a:solidFill>
          <a:schemeClr val="accent2">
            <a:hueOff val="-638687"/>
            <a:satOff val="1755"/>
            <a:lumOff val="11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3. Ideação – gerar o máximo de soluções possíveis</a:t>
          </a:r>
          <a:endParaRPr lang="en-US" sz="2100" kern="1200"/>
        </a:p>
      </dsp:txBody>
      <dsp:txXfrm>
        <a:off x="5548220" y="1159"/>
        <a:ext cx="2417141" cy="1450284"/>
      </dsp:txXfrm>
    </dsp:sp>
    <dsp:sp modelId="{251CBD7A-CCD0-4ABB-A175-7C7E13882686}">
      <dsp:nvSpPr>
        <dsp:cNvPr id="0" name=""/>
        <dsp:cNvSpPr/>
      </dsp:nvSpPr>
      <dsp:spPr>
        <a:xfrm>
          <a:off x="1559936" y="1693159"/>
          <a:ext cx="2417141" cy="1450284"/>
        </a:xfrm>
        <a:prstGeom prst="rect">
          <a:avLst/>
        </a:prstGeom>
        <a:solidFill>
          <a:schemeClr val="accent2">
            <a:hueOff val="-958031"/>
            <a:satOff val="2632"/>
            <a:lumOff val="176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4. Prototipação – criar uma versão inicial da solução</a:t>
          </a:r>
          <a:endParaRPr lang="en-US" sz="2100" kern="1200"/>
        </a:p>
      </dsp:txBody>
      <dsp:txXfrm>
        <a:off x="1559936" y="1693159"/>
        <a:ext cx="2417141" cy="1450284"/>
      </dsp:txXfrm>
    </dsp:sp>
    <dsp:sp modelId="{B68EBB14-8EED-4F7D-A988-D47106ECE8A9}">
      <dsp:nvSpPr>
        <dsp:cNvPr id="0" name=""/>
        <dsp:cNvSpPr/>
      </dsp:nvSpPr>
      <dsp:spPr>
        <a:xfrm>
          <a:off x="4218792" y="1693159"/>
          <a:ext cx="2417141" cy="1450284"/>
        </a:xfrm>
        <a:prstGeom prst="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5. Teste – validar com os usuários reais e iterar</a:t>
          </a:r>
          <a:endParaRPr lang="en-US" sz="2100" kern="1200"/>
        </a:p>
      </dsp:txBody>
      <dsp:txXfrm>
        <a:off x="4218792" y="1693159"/>
        <a:ext cx="2417141" cy="145028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82F62-63BD-4332-B1BF-E4A8EBFDB36B}">
      <dsp:nvSpPr>
        <dsp:cNvPr id="0" name=""/>
        <dsp:cNvSpPr/>
      </dsp:nvSpPr>
      <dsp:spPr>
        <a:xfrm>
          <a:off x="0" y="94231"/>
          <a:ext cx="8195871" cy="5405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1. Reescreva o problema com foco nas emoções e motivações.</a:t>
          </a:r>
        </a:p>
      </dsp:txBody>
      <dsp:txXfrm>
        <a:off x="26387" y="120618"/>
        <a:ext cx="8143097" cy="487766"/>
      </dsp:txXfrm>
    </dsp:sp>
    <dsp:sp modelId="{09AE7990-5A3E-4E27-9F8C-1ACB0DFB95B7}">
      <dsp:nvSpPr>
        <dsp:cNvPr id="0" name=""/>
        <dsp:cNvSpPr/>
      </dsp:nvSpPr>
      <dsp:spPr>
        <a:xfrm>
          <a:off x="0" y="698131"/>
          <a:ext cx="8195871" cy="540540"/>
        </a:xfrm>
        <a:prstGeom prst="roundRect">
          <a:avLst/>
        </a:prstGeom>
        <a:solidFill>
          <a:schemeClr val="accent2">
            <a:hueOff val="-319344"/>
            <a:satOff val="877"/>
            <a:lumOff val="5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2. Crie uma persona com IA (perfil, dores, objetivos).</a:t>
          </a:r>
        </a:p>
      </dsp:txBody>
      <dsp:txXfrm>
        <a:off x="26387" y="724518"/>
        <a:ext cx="8143097" cy="487766"/>
      </dsp:txXfrm>
    </dsp:sp>
    <dsp:sp modelId="{227FD956-FDE7-436B-B99C-11627FAF36C9}">
      <dsp:nvSpPr>
        <dsp:cNvPr id="0" name=""/>
        <dsp:cNvSpPr/>
      </dsp:nvSpPr>
      <dsp:spPr>
        <a:xfrm>
          <a:off x="0" y="1302031"/>
          <a:ext cx="8195871" cy="540540"/>
        </a:xfrm>
        <a:prstGeom prst="roundRect">
          <a:avLst/>
        </a:prstGeom>
        <a:solidFill>
          <a:schemeClr val="accent2">
            <a:hueOff val="-638687"/>
            <a:satOff val="1755"/>
            <a:lumOff val="11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3. Revise os objetivos à luz da nova perspectiva.</a:t>
          </a:r>
        </a:p>
      </dsp:txBody>
      <dsp:txXfrm>
        <a:off x="26387" y="1328418"/>
        <a:ext cx="8143097" cy="487766"/>
      </dsp:txXfrm>
    </dsp:sp>
    <dsp:sp modelId="{DDED14ED-F251-404C-B3FB-8193EA86C0F8}">
      <dsp:nvSpPr>
        <dsp:cNvPr id="0" name=""/>
        <dsp:cNvSpPr/>
      </dsp:nvSpPr>
      <dsp:spPr>
        <a:xfrm>
          <a:off x="0" y="1905932"/>
          <a:ext cx="8195871" cy="540540"/>
        </a:xfrm>
        <a:prstGeom prst="roundRect">
          <a:avLst/>
        </a:prstGeom>
        <a:solidFill>
          <a:schemeClr val="accent2">
            <a:hueOff val="-958031"/>
            <a:satOff val="2632"/>
            <a:lumOff val="176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4. Avalie se os dados disponíveis são confiáveis e úteis.</a:t>
          </a:r>
        </a:p>
      </dsp:txBody>
      <dsp:txXfrm>
        <a:off x="26387" y="1932319"/>
        <a:ext cx="8143097" cy="487766"/>
      </dsp:txXfrm>
    </dsp:sp>
    <dsp:sp modelId="{E49155BF-3966-4FFF-80C7-3EF822259538}">
      <dsp:nvSpPr>
        <dsp:cNvPr id="0" name=""/>
        <dsp:cNvSpPr/>
      </dsp:nvSpPr>
      <dsp:spPr>
        <a:xfrm>
          <a:off x="0" y="2509832"/>
          <a:ext cx="8195871" cy="540540"/>
        </a:xfrm>
        <a:prstGeom prst="roundRect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5. Registre no modelo da Memória de Contexto (base Capítulo 2).</a:t>
          </a:r>
        </a:p>
      </dsp:txBody>
      <dsp:txXfrm>
        <a:off x="26387" y="2536219"/>
        <a:ext cx="8143097" cy="48776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E2856-DE00-471B-9541-29AE06266F78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FF446-FC41-4069-80A1-9DE391523838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Revisão das questões objetivas com explicações dos conceitos</a:t>
          </a:r>
        </a:p>
      </dsp:txBody>
      <dsp:txXfrm>
        <a:off x="78583" y="1911041"/>
        <a:ext cx="2399612" cy="720000"/>
      </dsp:txXfrm>
    </dsp:sp>
    <dsp:sp modelId="{5C463687-8186-4192-9BEA-9FDE8AD81EF9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2A78F-434B-456F-A5E0-5BA6D22BD3DC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Destaques positivos e pontos de atenção nas redações</a:t>
          </a:r>
        </a:p>
      </dsp:txBody>
      <dsp:txXfrm>
        <a:off x="2898129" y="1911041"/>
        <a:ext cx="2399612" cy="720000"/>
      </dsp:txXfrm>
    </dsp:sp>
    <dsp:sp modelId="{FA8B07B8-7214-4449-B62C-355D833F1A56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23EFD-4EA7-41D8-8E28-26FFB80019B4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Momento para dúvidas e feedback dos alunos sobre a avaliação</a:t>
          </a:r>
        </a:p>
      </dsp:txBody>
      <dsp:txXfrm>
        <a:off x="5717674" y="1911041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0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sv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5244" y="498787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B512A40-7AA8-11CF-B4E0-B6C687681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362459"/>
              </p:ext>
            </p:extLst>
          </p:nvPr>
        </p:nvGraphicFramePr>
        <p:xfrm>
          <a:off x="524572" y="1151974"/>
          <a:ext cx="5196447" cy="2839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3" name="Rectangle 1">
            <a:extLst>
              <a:ext uri="{FF2B5EF4-FFF2-40B4-BE49-F238E27FC236}">
                <a16:creationId xmlns:a16="http://schemas.microsoft.com/office/drawing/2014/main" id="{9974A54D-BA97-14E6-2F2E-C87ECC375D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7520187"/>
              </p:ext>
            </p:extLst>
          </p:nvPr>
        </p:nvGraphicFramePr>
        <p:xfrm>
          <a:off x="-735980" y="3254014"/>
          <a:ext cx="7536037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4BEE258-6EF5-48BE-B57D-568CCB813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graphicEl>
                                              <a:dgm id="{D4BEE258-6EF5-48BE-B57D-568CCB813E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graphicEl>
                                              <a:dgm id="{D4BEE258-6EF5-48BE-B57D-568CCB813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graphicEl>
                                              <a:dgm id="{D4BEE258-6EF5-48BE-B57D-568CCB813E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5C948B2-9A62-41FB-A567-A30861BFA2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graphicEl>
                                              <a:dgm id="{05C948B2-9A62-41FB-A567-A30861BFA2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graphicEl>
                                              <a:dgm id="{05C948B2-9A62-41FB-A567-A30861BFA2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graphicEl>
                                              <a:dgm id="{05C948B2-9A62-41FB-A567-A30861BFA2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C9D385E-A89C-4D24-B037-109883F76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graphicEl>
                                              <a:dgm id="{DC9D385E-A89C-4D24-B037-109883F767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graphicEl>
                                              <a:dgm id="{DC9D385E-A89C-4D24-B037-109883F76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graphicEl>
                                              <a:dgm id="{DC9D385E-A89C-4D24-B037-109883F76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2C2D82-83DA-4DE0-9F98-AD9E9B1504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graphicEl>
                                              <a:dgm id="{E62C2D82-83DA-4DE0-9F98-AD9E9B1504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graphicEl>
                                              <a:dgm id="{E62C2D82-83DA-4DE0-9F98-AD9E9B1504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graphicEl>
                                              <a:dgm id="{E62C2D82-83DA-4DE0-9F98-AD9E9B1504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A6B7EC4-186F-4881-B28A-F841217647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graphicEl>
                                              <a:dgm id="{FA6B7EC4-186F-4881-B28A-F841217647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graphicEl>
                                              <a:dgm id="{FA6B7EC4-186F-4881-B28A-F841217647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graphicEl>
                                              <a:dgm id="{FA6B7EC4-186F-4881-B28A-F841217647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F537E9D-564F-4C9A-AC6B-5EC3C5331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graphicEl>
                                              <a:dgm id="{5F537E9D-564F-4C9A-AC6B-5EC3C53316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graphicEl>
                                              <a:dgm id="{5F537E9D-564F-4C9A-AC6B-5EC3C5331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graphicEl>
                                              <a:dgm id="{5F537E9D-564F-4C9A-AC6B-5EC3C5331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7088888-FF99-4D04-89B1-281805EDF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>
                                            <p:graphicEl>
                                              <a:dgm id="{37088888-FF99-4D04-89B1-281805EDFA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graphicEl>
                                              <a:dgm id="{37088888-FF99-4D04-89B1-281805EDF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graphicEl>
                                              <a:dgm id="{37088888-FF99-4D04-89B1-281805EDF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E177187-4803-4D32-9CE4-10A66532C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>
                                            <p:graphicEl>
                                              <a:dgm id="{4E177187-4803-4D32-9CE4-10A66532CE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graphicEl>
                                              <a:dgm id="{4E177187-4803-4D32-9CE4-10A66532C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graphicEl>
                                              <a:dgm id="{4E177187-4803-4D32-9CE4-10A66532C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A4659D5-B71B-43FC-9863-1AF8C81261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graphicEl>
                                              <a:dgm id="{BA4659D5-B71B-43FC-9863-1AF8C81261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graphicEl>
                                              <a:dgm id="{BA4659D5-B71B-43FC-9863-1AF8C81261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graphicEl>
                                              <a:dgm id="{BA4659D5-B71B-43FC-9863-1AF8C81261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5FBAB9-AF02-494C-AA26-7FD681670C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graphicEl>
                                              <a:dgm id="{5F5FBAB9-AF02-494C-AA26-7FD681670C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graphicEl>
                                              <a:dgm id="{5F5FBAB9-AF02-494C-AA26-7FD681670C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graphicEl>
                                              <a:dgm id="{5F5FBAB9-AF02-494C-AA26-7FD681670C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F3A0A4D-28C2-483B-A997-BAEF44858A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graphicEl>
                                              <a:dgm id="{FF3A0A4D-28C2-483B-A997-BAEF44858A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graphicEl>
                                              <a:dgm id="{FF3A0A4D-28C2-483B-A997-BAEF44858A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graphicEl>
                                              <a:dgm id="{FF3A0A4D-28C2-483B-A997-BAEF44858A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4B1C316-811C-49EB-98EF-75B76DED9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graphicEl>
                                              <a:dgm id="{14B1C316-811C-49EB-98EF-75B76DED94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graphicEl>
                                              <a:dgm id="{14B1C316-811C-49EB-98EF-75B76DED9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graphicEl>
                                              <a:dgm id="{14B1C316-811C-49EB-98EF-75B76DED9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141BFD9-4528-42A3-8CBD-735AE15A74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graphicEl>
                                              <a:dgm id="{E141BFD9-4528-42A3-8CBD-735AE15A74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graphicEl>
                                              <a:dgm id="{E141BFD9-4528-42A3-8CBD-735AE15A74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graphicEl>
                                              <a:dgm id="{E141BFD9-4528-42A3-8CBD-735AE15A74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1509361-EA43-4B0B-B3EE-4F05B92513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graphicEl>
                                              <a:dgm id="{31509361-EA43-4B0B-B3EE-4F05B92513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graphicEl>
                                              <a:dgm id="{31509361-EA43-4B0B-B3EE-4F05B92513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graphicEl>
                                              <a:dgm id="{31509361-EA43-4B0B-B3EE-4F05B92513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5324533-38C6-40BC-82DA-22B4E78F35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graphicEl>
                                              <a:dgm id="{45324533-38C6-40BC-82DA-22B4E78F35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graphicEl>
                                              <a:dgm id="{45324533-38C6-40BC-82DA-22B4E78F35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graphicEl>
                                              <a:dgm id="{45324533-38C6-40BC-82DA-22B4E78F35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11E3B72-308D-48DC-AEBA-904C497EB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graphicEl>
                                              <a:dgm id="{B11E3B72-308D-48DC-AEBA-904C497EB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graphicEl>
                                              <a:dgm id="{B11E3B72-308D-48DC-AEBA-904C497EB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graphicEl>
                                              <a:dgm id="{B11E3B72-308D-48DC-AEBA-904C497EB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  <p:bldGraphic spid="3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0E2D-3287-C16B-E1CB-E4E54457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20AAD-40FA-D7F8-820F-DB2F37950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3BAB6D-2138-C22C-A6B7-F325CDD0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/>
              <a:t>🗓️ </a:t>
            </a:r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b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 dia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F72596-1C5C-72E4-23AC-CB521A509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53739EC-BF52-9252-E155-F98B755DA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923407"/>
              </p:ext>
            </p:extLst>
          </p:nvPr>
        </p:nvGraphicFramePr>
        <p:xfrm>
          <a:off x="3757328" y="849085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581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07D5DE-4430-01A6-81A2-478C4D4A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chemeClr val="bg1"/>
                </a:solidFill>
              </a:rPr>
              <a:t>Check-in: Quebra-Gelo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2AD86F8-D65C-06E0-7A0D-7711EBBAA4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003511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00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 fontScale="90000"/>
          </a:bodyPr>
          <a:lstStyle/>
          <a:p>
            <a:pPr algn="r"/>
            <a:r>
              <a:rPr lang="pt-BR" sz="5600" dirty="0"/>
              <a:t>Revisão: O que Vimos até o momento?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5E97C-BAA0-D6D2-E575-0D688D3EB2A1}"/>
              </a:ext>
            </a:extLst>
          </p:cNvPr>
          <p:cNvSpPr txBox="1">
            <a:spLocks/>
          </p:cNvSpPr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2700" dirty="0">
              <a:solidFill>
                <a:schemeClr val="tx2"/>
              </a:solidFill>
            </a:endParaRP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18ACB36A-1D6D-9C77-41FD-2D1E463AC9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44869" y="66908"/>
          <a:ext cx="4880111" cy="4923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graphicEl>
                                              <a:dgm id="{004A9969-F1E3-4551-9D39-6F546E820C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graphicEl>
                                              <a:dgm id="{A1ADA2DA-85F2-4B0F-BA34-D92466810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graphicEl>
                                              <a:dgm id="{D7479BFA-D6A0-4D6B-84ED-6C58329FEF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graphicEl>
                                              <a:dgm id="{7BA7FBED-0DA5-4510-BEED-7DB4447855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graphicEl>
                                              <a:dgm id="{B824FFB9-AA02-4DEF-A0C1-592D16AA5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graphicEl>
                                              <a:dgm id="{5F3A1A70-3EBC-4418-B45D-F7B0E04D8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273843"/>
            <a:ext cx="8317705" cy="994173"/>
          </a:xfrm>
        </p:spPr>
        <p:txBody>
          <a:bodyPr>
            <a:normAutofit/>
          </a:bodyPr>
          <a:lstStyle/>
          <a:p>
            <a:r>
              <a:rPr lang="pt-BR" sz="3000"/>
              <a:t>🎤 Elevator Pitch – Capítulo 1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935E38-B7F2-C217-127F-F1C91A808F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0255062"/>
              </p:ext>
            </p:extLst>
          </p:nvPr>
        </p:nvGraphicFramePr>
        <p:xfrm>
          <a:off x="410766" y="1600200"/>
          <a:ext cx="8320087" cy="3118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028700"/>
            <a:ext cx="3396984" cy="2692482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514350"/>
            <a:ext cx="2621145" cy="4118372"/>
          </a:xfrm>
        </p:spPr>
        <p:txBody>
          <a:bodyPr>
            <a:normAutofit/>
          </a:bodyPr>
          <a:lstStyle/>
          <a:p>
            <a:r>
              <a:t>📊 Revisão – Qualidade dos Dados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918691-1831-A728-4424-640CB79C1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470446"/>
              </p:ext>
            </p:extLst>
          </p:nvPr>
        </p:nvGraphicFramePr>
        <p:xfrm>
          <a:off x="3526910" y="628649"/>
          <a:ext cx="4988440" cy="4004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F360CA-1CB5-4452-B444-AC1C65FDA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09F360CA-1CB5-4452-B444-AC1C65FDA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09F360CA-1CB5-4452-B444-AC1C65FDA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66A6F5-2FDD-4D47-834B-D77E878856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5466A6F5-2FDD-4D47-834B-D77E878856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5466A6F5-2FDD-4D47-834B-D77E878856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007402B-A895-485E-A553-8421BCEA2C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8007402B-A895-485E-A553-8421BCEA2C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8007402B-A895-485E-A553-8421BCEA2C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AA31A9-9318-40CA-9726-1B0A1F5EDA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39AA31A9-9318-40CA-9726-1B0A1F5EDA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39AA31A9-9318-40CA-9726-1B0A1F5EDA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45EB18-57CE-4C58-9736-75FAEF983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A45EB18-57CE-4C58-9736-75FAEF983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A45EB18-57CE-4C58-9736-75FAEF983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AA392A-548D-4EC6-B909-5CCA88973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81AA392A-548D-4EC6-B909-5CCA88973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81AA392A-548D-4EC6-B909-5CCA88973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E274A4C-100F-4CF7-9A67-49A9C77156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AE274A4C-100F-4CF7-9A67-49A9C77156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AE274A4C-100F-4CF7-9A67-49A9C77156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0AAD9B-C166-4675-A968-12567665A6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D60AAD9B-C166-4675-A968-12567665A6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D60AAD9B-C166-4675-A968-12567665A6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7B78EF-D09F-47D9-AFF4-BCCB1C677A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F07B78EF-D09F-47D9-AFF4-BCCB1C677A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F07B78EF-D09F-47D9-AFF4-BCCB1C677A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E4412E-6C38-4BBE-894E-6E211DA466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73E4412E-6C38-4BBE-894E-6E211DA466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73E4412E-6C38-4BBE-894E-6E211DA466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9B2D2C-0364-41DD-A318-30912CF2B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0D9B2D2C-0364-41DD-A318-30912CF2B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0D9B2D2C-0364-41DD-A318-30912CF2B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724EC6-AFBF-402A-B915-1DEDA9DB96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BE724EC6-AFBF-402A-B915-1DEDA9DB96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BE724EC6-AFBF-402A-B915-1DEDA9DB96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pt-BR" sz="3000"/>
              <a:t>Discussão – Qualidade dos Dados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11146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64A21A-B6E0-7152-3A39-971EB75741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508032"/>
              </p:ext>
            </p:extLst>
          </p:nvPr>
        </p:nvGraphicFramePr>
        <p:xfrm>
          <a:off x="3977640" y="507492"/>
          <a:ext cx="4773168" cy="4135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20F9087-1AA9-4338-B0BE-155329085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520F9087-1AA9-4338-B0BE-1553290859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520F9087-1AA9-4338-B0BE-155329085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520F9087-1AA9-4338-B0BE-1553290859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5287F9E-1A19-424F-A09D-19E9BF380E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55287F9E-1A19-424F-A09D-19E9BF380E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55287F9E-1A19-424F-A09D-19E9BF380E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55287F9E-1A19-424F-A09D-19E9BF380E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6CE37D-D099-4EB6-8DD8-5341A09A2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F96CE37D-D099-4EB6-8DD8-5341A09A2A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F96CE37D-D099-4EB6-8DD8-5341A09A2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F96CE37D-D099-4EB6-8DD8-5341A09A2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10A38C2-3780-4344-A068-86ECAD837B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C10A38C2-3780-4344-A068-86ECAD837B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C10A38C2-3780-4344-A068-86ECAD837B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C10A38C2-3780-4344-A068-86ECAD837B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E01B50-55FB-4665-B976-8B296CBC19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5AE01B50-55FB-4665-B976-8B296CBC19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5AE01B50-55FB-4665-B976-8B296CBC19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5AE01B50-55FB-4665-B976-8B296CBC19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07217EA-BA52-41C6-89B8-2D87F639D1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207217EA-BA52-41C6-89B8-2D87F639D1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207217EA-BA52-41C6-89B8-2D87F639D1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207217EA-BA52-41C6-89B8-2D87F639D1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6CFC327-1381-45A3-B4E2-693AAD917D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B6CFC327-1381-45A3-B4E2-693AAD917D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B6CFC327-1381-45A3-B4E2-693AAD917D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B6CFC327-1381-45A3-B4E2-693AAD917D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702CCE-9275-403D-9397-739DE1862E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33702CCE-9275-403D-9397-739DE1862E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33702CCE-9275-403D-9397-739DE1862E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33702CCE-9275-403D-9397-739DE1862E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BFBFC46-0B2B-48FF-BC11-827A81AD1C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7BFBFC46-0B2B-48FF-BC11-827A81AD1C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7BFBFC46-0B2B-48FF-BC11-827A81AD1C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7BFBFC46-0B2B-48FF-BC11-827A81AD1C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Atividade em Grupo – Mini-relatório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32F21E-62A6-ECFF-8A7E-2677D0EB0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63824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7465A79-2C32-4DD8-9623-2B9A7946CE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57465A79-2C32-4DD8-9623-2B9A7946CE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57465A79-2C32-4DD8-9623-2B9A7946CE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62B8FC2-AA20-4522-B44F-334D010C3D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862B8FC2-AA20-4522-B44F-334D010C3D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862B8FC2-AA20-4522-B44F-334D010C3D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1788A0-57E4-4CB7-A1F7-6F62400416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BE1788A0-57E4-4CB7-A1F7-6F62400416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BE1788A0-57E4-4CB7-A1F7-6F62400416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12FF7DD-19D6-436D-AC46-6F4ADABD7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212FF7DD-19D6-436D-AC46-6F4ADABD7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212FF7DD-19D6-436D-AC46-6F4ADABD7B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E61B745-3540-48A1-A279-8A8435A028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BE61B745-3540-48A1-A279-8A8435A028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BE61B745-3540-48A1-A279-8A8435A028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8D6339-A623-4D12-9D82-5A60F9503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B18D6339-A623-4D12-9D82-5A60F9503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B18D6339-A623-4D12-9D82-5A60F9503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E1D74C9-8466-41F7-A93C-170E25BA2A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graphicEl>
                                              <a:dgm id="{0E1D74C9-8466-41F7-A93C-170E25BA2A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0E1D74C9-8466-41F7-A93C-170E25BA2A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1ED4789-706A-42D5-8B59-B1C6575A2C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graphicEl>
                                              <a:dgm id="{91ED4789-706A-42D5-8B59-B1C6575A2C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graphicEl>
                                              <a:dgm id="{91ED4789-706A-42D5-8B59-B1C6575A2C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1C7336E-FBAF-48D3-AE4C-DA4828D0D0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graphicEl>
                                              <a:dgm id="{21C7336E-FBAF-48D3-AE4C-DA4828D0D0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graphicEl>
                                              <a:dgm id="{21C7336E-FBAF-48D3-AE4C-DA4828D0D0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C841F7C-42CC-4482-8376-BBFD9FED9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graphicEl>
                                              <a:dgm id="{5C841F7C-42CC-4482-8376-BBFD9FED9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graphicEl>
                                              <a:dgm id="{5C841F7C-42CC-4482-8376-BBFD9FED9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⚙️ Spark x Hadoop x NoSQL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D37D43-7A45-CBE7-65AE-0CD512363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42909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B40A6C4-ED90-421D-A330-2184997B0B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5B40A6C4-ED90-421D-A330-2184997B0B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A26C6A-3517-48C1-9182-29551B36F8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ABA26C6A-3517-48C1-9182-29551B36F8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17075C5-8798-48AF-B654-39992EF9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>
                                            <p:graphicEl>
                                              <a:dgm id="{617075C5-8798-48AF-B654-39992EF95F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339DA4-24C5-4198-82FB-1703C100F4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7D339DA4-24C5-4198-82FB-1703C100F4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9D04255-14C0-4221-94FE-9E7B833511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5">
                                            <p:graphicEl>
                                              <a:dgm id="{79D04255-14C0-4221-94FE-9E7B833511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AA19A5-41E9-47AA-A574-E0CEC2FE5C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5">
                                            <p:graphicEl>
                                              <a:dgm id="{E9AA19A5-41E9-47AA-A574-E0CEC2FE5C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BF27E2-BEFF-4158-9295-8115D29F51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5">
                                            <p:graphicEl>
                                              <a:dgm id="{FBBF27E2-BEFF-4158-9295-8115D29F51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1355FA-511B-44A7-8E76-C40589EE7B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5">
                                            <p:graphicEl>
                                              <a:dgm id="{821355FA-511B-44A7-8E76-C40589EE7B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225182-8A0E-4EDB-A0B0-CBC3A481FC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5">
                                            <p:graphicEl>
                                              <a:dgm id="{3C225182-8A0E-4EDB-A0B0-CBC3A481FC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E6D4BC-252B-493E-ADCE-311B9A96F2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5">
                                            <p:graphicEl>
                                              <a:dgm id="{6DE6D4BC-252B-493E-ADCE-311B9A96F2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21096A6-BBA9-4F87-8345-1799595C83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5">
                                            <p:graphicEl>
                                              <a:dgm id="{521096A6-BBA9-4F87-8345-1799595C83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54A261E-D7D5-45F3-858B-A03AFA6166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5">
                                            <p:graphicEl>
                                              <a:dgm id="{954A261E-D7D5-45F3-858B-A03AFA6166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chemeClr val="tx2"/>
                </a:solidFill>
              </a:rPr>
              <a:t>Escolhendo a Melhor Tecnologia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5DC58E-C48B-3367-9F57-15F82E5C10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634967C-5488-4A68-A631-8B9AB8070F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7634967C-5488-4A68-A631-8B9AB8070F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96E184-289C-430D-AE35-1A77CC80A8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3896E184-289C-430D-AE35-1A77CC80A8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4FFD05-E26B-42EF-8225-45A6FB3F0B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graphicEl>
                                              <a:dgm id="{8F4FFD05-E26B-42EF-8225-45A6FB3F0B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4D9023E-94F8-4DB3-94F4-1D3E1FF841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74D9023E-94F8-4DB3-94F4-1D3E1FF841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770BC0-F929-4C6A-AAE1-E94028477E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graphicEl>
                                              <a:dgm id="{D5770BC0-F929-4C6A-AAE1-E94028477E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6354A0-B972-4DA1-AB45-6EC4376D7E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>
                                            <p:graphicEl>
                                              <a:dgm id="{BB6354A0-B972-4DA1-AB45-6EC4376D7E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7891"/>
            <a:ext cx="2530602" cy="4175919"/>
          </a:xfrm>
        </p:spPr>
        <p:txBody>
          <a:bodyPr>
            <a:normAutofit/>
          </a:bodyPr>
          <a:lstStyle/>
          <a:p>
            <a:r>
              <a:rPr lang="pt-BR" sz="3900"/>
              <a:t>Critérios para Escolha de Tecnologia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7FC22B-6E4C-0D9C-C9BB-6BAB9833FC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19906" y="465294"/>
          <a:ext cx="4697730" cy="4128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1546B9-14E4-4F41-8BAB-79F90579A4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3D1546B9-14E4-4F41-8BAB-79F90579A4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3206FC-E415-4A6B-BD27-62E386BFE2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013206FC-E415-4A6B-BD27-62E386BFE2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70570A-0BD3-4C12-86E1-28FA25294C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0F70570A-0BD3-4C12-86E1-28FA25294C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BA7F43-CAAD-49FE-8EF1-7FAEFE3935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4BBA7F43-CAAD-49FE-8EF1-7FAEFE3935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7B9CA4-8073-40A9-9C5F-69CDB91EDC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737B9CA4-8073-40A9-9C5F-69CDB91EDC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5A77110-0320-4ECD-9180-1AF280F2F4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45A77110-0320-4ECD-9180-1AF280F2F4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206A4A8-830E-42E7-BA94-D7DF26AE0B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8206A4A8-830E-42E7-BA94-D7DF26AE0B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48BEAC4-C908-4512-8BF3-B6AE938408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948BEAC4-C908-4512-8BF3-B6AE938408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23586B-6B00-4C72-BBB4-02BD22659F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FB23586B-6B00-4C72-BBB4-02BD22659F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🧠 O que é Design Thinking?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13673D-DC18-134E-6647-CD48705FC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684263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3E8B263-17C4-4493-B996-2F39ADC46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3E8B263-17C4-4493-B996-2F39ADC46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3E8B263-17C4-4493-B996-2F39ADC465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A1AA101-7606-4AD7-A436-3FFA6F9F9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2A1AA101-7606-4AD7-A436-3FFA6F9F9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2A1AA101-7606-4AD7-A436-3FFA6F9F9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ADEEE2-CAA5-4CCB-AE96-6610BD6B50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59ADEEE2-CAA5-4CCB-AE96-6610BD6B50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59ADEEE2-CAA5-4CCB-AE96-6610BD6B50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8CA27F3-336F-400C-B11B-D9647B3483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D8CA27F3-336F-400C-B11B-D9647B3483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D8CA27F3-336F-400C-B11B-D9647B3483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6A2BC6-0F3D-4A01-B94D-1DF48279DE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0F6A2BC6-0F3D-4A01-B94D-1DF48279DE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0F6A2BC6-0F3D-4A01-B94D-1DF48279DE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566EB7D-8667-4B26-B3BD-D93A5C0E45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9566EB7D-8667-4B26-B3BD-D93A5C0E45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9566EB7D-8667-4B26-B3BD-D93A5C0E45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3A7775-2F4C-FEA2-7AC8-42EFA945F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1900" dirty="0">
                <a:solidFill>
                  <a:srgbClr val="FFFFFF"/>
                </a:solidFill>
              </a:rPr>
              <a:t>⚙️ Etapas principais de Design </a:t>
            </a:r>
            <a:r>
              <a:rPr lang="pt-BR" sz="1900" dirty="0" err="1">
                <a:solidFill>
                  <a:srgbClr val="FFFFFF"/>
                </a:solidFill>
              </a:rPr>
              <a:t>Thinking</a:t>
            </a:r>
            <a:r>
              <a:rPr lang="pt-BR" sz="1900" dirty="0">
                <a:solidFill>
                  <a:srgbClr val="FFFFFF"/>
                </a:solidFill>
              </a:rPr>
              <a:t>:</a:t>
            </a:r>
            <a:br>
              <a:rPr lang="pt-BR" sz="1900" dirty="0">
                <a:solidFill>
                  <a:srgbClr val="FFFFFF"/>
                </a:solidFill>
              </a:rPr>
            </a:br>
            <a:endParaRPr lang="pt-BR" sz="1900" dirty="0">
              <a:solidFill>
                <a:srgbClr val="FFFFFF"/>
              </a:solidFill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7CA706B3-41F2-E82B-4793-8411B7D201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848269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576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🤖 Mini-Oficina: Redefina com Empatia + 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3CF2B3-9517-1A4B-BB5D-DC92DF17B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125450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C82F62-63BD-4332-B1BF-E4A8EBFDB3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E2C82F62-63BD-4332-B1BF-E4A8EBFDB3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AE7990-5A3E-4E27-9F8C-1ACB0DFB95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09AE7990-5A3E-4E27-9F8C-1ACB0DFB95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27FD956-FDE7-436B-B99C-11627FAF36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227FD956-FDE7-436B-B99C-11627FAF36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DED14ED-F251-404C-B3FB-8193EA86C0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DDED14ED-F251-404C-B3FB-8193EA86C0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49155BF-3966-4FFF-80C7-3EF8222595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E49155BF-3966-4FFF-80C7-3EF8222595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Correção da Prova e Comentário das Redações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FA5D9C-79AF-3BE2-7EC9-141EB2B74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7149293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1E2856-DE00-471B-9541-29AE06266F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F71E2856-DE00-471B-9541-29AE06266F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A0FF446-FC41-4069-80A1-9DE3915238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BA0FF446-FC41-4069-80A1-9DE3915238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C463687-8186-4192-9BEA-9FDE8AD81E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graphicEl>
                                              <a:dgm id="{5C463687-8186-4192-9BEA-9FDE8AD81E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A2A78F-434B-456F-A5E0-5BA6D22BD3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B1A2A78F-434B-456F-A5E0-5BA6D22BD3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A8B07B8-7214-4449-B62C-355D833F1A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graphicEl>
                                              <a:dgm id="{FA8B07B8-7214-4449-B62C-355D833F1A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2123EFD-4EA7-41D8-8E28-26FFB80019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>
                                            <p:graphicEl>
                                              <a:dgm id="{42123EFD-4EA7-41D8-8E28-26FFB80019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522" y="1253676"/>
            <a:ext cx="4351438" cy="1671570"/>
          </a:xfrm>
        </p:spPr>
        <p:txBody>
          <a:bodyPr anchor="b">
            <a:normAutofit/>
          </a:bodyPr>
          <a:lstStyle/>
          <a:p>
            <a:r>
              <a:rPr lang="pt-BR" sz="3000"/>
              <a:t>Check-out – Rodada Final</a:t>
            </a:r>
          </a:p>
        </p:txBody>
      </p:sp>
      <p:pic>
        <p:nvPicPr>
          <p:cNvPr id="7" name="Graphic 6" descr="Perguntas">
            <a:extLst>
              <a:ext uri="{FF2B5EF4-FFF2-40B4-BE49-F238E27FC236}">
                <a16:creationId xmlns:a16="http://schemas.microsoft.com/office/drawing/2014/main" id="{ED2FB433-2600-5AF6-683A-4EE907B1E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711" y="2020513"/>
            <a:ext cx="898899" cy="89889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523" y="3054033"/>
            <a:ext cx="4351437" cy="1542783"/>
          </a:xfrm>
        </p:spPr>
        <p:txBody>
          <a:bodyPr>
            <a:normAutofit/>
          </a:bodyPr>
          <a:lstStyle/>
          <a:p>
            <a:endParaRPr lang="pt-BR" sz="1500" dirty="0"/>
          </a:p>
          <a:p>
            <a:pPr>
              <a:defRPr sz="2000"/>
            </a:pPr>
            <a:r>
              <a:rPr lang="pt-BR" sz="1500" dirty="0"/>
              <a:t>O que aprendemos hoje?</a:t>
            </a:r>
          </a:p>
          <a:p>
            <a:pPr>
              <a:defRPr sz="2000"/>
            </a:pPr>
            <a:r>
              <a:rPr lang="pt-BR" sz="1500" dirty="0"/>
              <a:t>Qual será o próximo passo do grupo?</a:t>
            </a:r>
          </a:p>
          <a:p>
            <a:pPr>
              <a:defRPr sz="2000"/>
            </a:pPr>
            <a:r>
              <a:rPr lang="pt-BR" sz="1500" dirty="0"/>
              <a:t>Dúvidas remanescentes?</a:t>
            </a:r>
          </a:p>
        </p:txBody>
      </p:sp>
      <p:pic>
        <p:nvPicPr>
          <p:cNvPr id="9" name="Graphic 8" descr="Perguntas">
            <a:extLst>
              <a:ext uri="{FF2B5EF4-FFF2-40B4-BE49-F238E27FC236}">
                <a16:creationId xmlns:a16="http://schemas.microsoft.com/office/drawing/2014/main" id="{F3854502-DD25-440B-A7C2-6986515F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073" y="612252"/>
            <a:ext cx="3918995" cy="3918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1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777268" y="2392507"/>
            <a:ext cx="6359680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endParaRPr lang="pt-BR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r"/>
            <a:r>
              <a:rPr lang="pt-BR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"Transformar dados em decisões exige técnica, mas principalmente propósito. Que seu projeto reflita o impacto que você quer ver no mundo."— Prof. José Pedro</a:t>
            </a:r>
            <a:endParaRPr lang="pt-BR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12188</TotalTime>
  <Words>837</Words>
  <Application>Microsoft Office PowerPoint</Application>
  <PresentationFormat>Apresentação na tela (16:9)</PresentationFormat>
  <Paragraphs>99</Paragraphs>
  <Slides>23</Slides>
  <Notes>7</Notes>
  <HiddenSlides>5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Aptos</vt:lpstr>
      <vt:lpstr>Tahoma</vt:lpstr>
      <vt:lpstr>Arial</vt:lpstr>
      <vt:lpstr>Aptos Display</vt:lpstr>
      <vt:lpstr>Calibri</vt:lpstr>
      <vt:lpstr>Tema do Office</vt:lpstr>
      <vt:lpstr>Fundamentos de Big Data</vt:lpstr>
      <vt:lpstr>Objetivo da aula</vt:lpstr>
      <vt:lpstr>🗓️ Agenda do dia</vt:lpstr>
      <vt:lpstr>Check-in: Quebra-Gelo</vt:lpstr>
      <vt:lpstr>Revisão: O que Vimos até o momento?</vt:lpstr>
      <vt:lpstr>🎤 Elevator Pitch – Capítulo 1</vt:lpstr>
      <vt:lpstr>📊 Revisão – Qualidade dos Dados</vt:lpstr>
      <vt:lpstr>Discussão – Qualidade dos Dados</vt:lpstr>
      <vt:lpstr>Atividade em Grupo – Mini-relatório</vt:lpstr>
      <vt:lpstr>⚙️ Spark x Hadoop x NoSQL</vt:lpstr>
      <vt:lpstr>Escolhendo a Melhor Tecnologia</vt:lpstr>
      <vt:lpstr>Critérios para Escolha de Tecnologia</vt:lpstr>
      <vt:lpstr>🧠 O que é Design Thinking?</vt:lpstr>
      <vt:lpstr>⚙️ Etapas principais de Design Thinking: </vt:lpstr>
      <vt:lpstr>🤖 Mini-Oficina: Redefina com Empatia + IA</vt:lpstr>
      <vt:lpstr>Correção da Prova e Comentário das Redações</vt:lpstr>
      <vt:lpstr>Check-out – Rodada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15</cp:revision>
  <dcterms:modified xsi:type="dcterms:W3CDTF">2025-05-09T11:19:57Z</dcterms:modified>
</cp:coreProperties>
</file>