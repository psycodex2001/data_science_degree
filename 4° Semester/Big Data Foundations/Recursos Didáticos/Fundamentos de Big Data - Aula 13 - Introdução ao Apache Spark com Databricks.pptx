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6"/>
  </p:notesMasterIdLst>
  <p:sldIdLst>
    <p:sldId id="256" r:id="rId2"/>
    <p:sldId id="319" r:id="rId3"/>
    <p:sldId id="988" r:id="rId4"/>
    <p:sldId id="1015" r:id="rId5"/>
    <p:sldId id="1008" r:id="rId6"/>
    <p:sldId id="1022" r:id="rId7"/>
    <p:sldId id="1028" r:id="rId8"/>
    <p:sldId id="258" r:id="rId9"/>
    <p:sldId id="1023" r:id="rId10"/>
    <p:sldId id="1024" r:id="rId11"/>
    <p:sldId id="1029" r:id="rId12"/>
    <p:sldId id="1030" r:id="rId13"/>
    <p:sldId id="1026" r:id="rId14"/>
    <p:sldId id="1034" r:id="rId15"/>
    <p:sldId id="1035" r:id="rId16"/>
    <p:sldId id="265" r:id="rId17"/>
    <p:sldId id="1036" r:id="rId18"/>
    <p:sldId id="266" r:id="rId19"/>
    <p:sldId id="267" r:id="rId20"/>
    <p:sldId id="268" r:id="rId21"/>
    <p:sldId id="1037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1039" r:id="rId35"/>
    <p:sldId id="282" r:id="rId36"/>
    <p:sldId id="283" r:id="rId37"/>
    <p:sldId id="1038" r:id="rId38"/>
    <p:sldId id="263" r:id="rId39"/>
    <p:sldId id="298" r:id="rId40"/>
    <p:sldId id="302" r:id="rId41"/>
    <p:sldId id="300" r:id="rId42"/>
    <p:sldId id="299" r:id="rId43"/>
    <p:sldId id="259" r:id="rId44"/>
    <p:sldId id="257" r:id="rId45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47"/>
      <p:bold r:id="rId4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C919F-7453-480E-938F-25F434EDE67B}" v="189" dt="2025-05-16T03:52:00.730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89CC919F-7453-480E-938F-25F434EDE67B}"/>
    <pc:docChg chg="undo custSel addSld delSld modSld sldOrd">
      <pc:chgData name="José Pedro Calistro Torres de Miranda" userId="82558bf5-0a7c-4071-b398-5925c96dbeb2" providerId="ADAL" clId="{89CC919F-7453-480E-938F-25F434EDE67B}" dt="2025-05-16T03:52:00.730" v="531"/>
      <pc:docMkLst>
        <pc:docMk/>
      </pc:docMkLst>
      <pc:sldChg chg="addSp delSp modSp add mod setBg modAnim">
        <pc:chgData name="José Pedro Calistro Torres de Miranda" userId="82558bf5-0a7c-4071-b398-5925c96dbeb2" providerId="ADAL" clId="{89CC919F-7453-480E-938F-25F434EDE67B}" dt="2025-05-16T02:04:39.668" v="86"/>
        <pc:sldMkLst>
          <pc:docMk/>
          <pc:sldMk cId="0" sldId="258"/>
        </pc:sldMkLst>
        <pc:spChg chg="mod">
          <ac:chgData name="José Pedro Calistro Torres de Miranda" userId="82558bf5-0a7c-4071-b398-5925c96dbeb2" providerId="ADAL" clId="{89CC919F-7453-480E-938F-25F434EDE67B}" dt="2025-05-16T02:03:32.743" v="67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2:03:59.401" v="71" actId="478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04:10.260" v="76" actId="478"/>
          <ac:spMkLst>
            <pc:docMk/>
            <pc:sldMk cId="0" sldId="258"/>
            <ac:spMk id="5" creationId="{5C2ED77D-A177-7DCB-4CBB-92FB9F34561C}"/>
          </ac:spMkLst>
        </pc:spChg>
        <pc:spChg chg="add">
          <ac:chgData name="José Pedro Calistro Torres de Miranda" userId="82558bf5-0a7c-4071-b398-5925c96dbeb2" providerId="ADAL" clId="{89CC919F-7453-480E-938F-25F434EDE67B}" dt="2025-05-16T02:03:32.743" v="67" actId="26606"/>
          <ac:spMkLst>
            <pc:docMk/>
            <pc:sldMk cId="0" sldId="258"/>
            <ac:spMk id="2054" creationId="{2B97F24A-32CE-4C1C-A50D-3016B394DCFB}"/>
          </ac:spMkLst>
        </pc:spChg>
        <pc:spChg chg="add del">
          <ac:chgData name="José Pedro Calistro Torres de Miranda" userId="82558bf5-0a7c-4071-b398-5925c96dbeb2" providerId="ADAL" clId="{89CC919F-7453-480E-938F-25F434EDE67B}" dt="2025-05-16T02:03:20.795" v="65" actId="26606"/>
          <ac:spMkLst>
            <pc:docMk/>
            <pc:sldMk cId="0" sldId="258"/>
            <ac:spMk id="2055" creationId="{04812C46-200A-4DEB-A05E-3ED6C68C2387}"/>
          </ac:spMkLst>
        </pc:spChg>
        <pc:spChg chg="add del">
          <ac:chgData name="José Pedro Calistro Torres de Miranda" userId="82558bf5-0a7c-4071-b398-5925c96dbeb2" providerId="ADAL" clId="{89CC919F-7453-480E-938F-25F434EDE67B}" dt="2025-05-16T02:03:20.795" v="65" actId="26606"/>
          <ac:spMkLst>
            <pc:docMk/>
            <pc:sldMk cId="0" sldId="258"/>
            <ac:spMk id="2057" creationId="{D1EA859B-E555-4109-94F3-6700E046E008}"/>
          </ac:spMkLst>
        </pc:spChg>
        <pc:spChg chg="add">
          <ac:chgData name="José Pedro Calistro Torres de Miranda" userId="82558bf5-0a7c-4071-b398-5925c96dbeb2" providerId="ADAL" clId="{89CC919F-7453-480E-938F-25F434EDE67B}" dt="2025-05-16T02:03:32.743" v="67" actId="26606"/>
          <ac:spMkLst>
            <pc:docMk/>
            <pc:sldMk cId="0" sldId="258"/>
            <ac:spMk id="2059" creationId="{CD8B4F24-440B-49E9-B85D-733523DC064B}"/>
          </ac:spMkLst>
        </pc:spChg>
        <pc:graphicFrameChg chg="add del mod">
          <ac:chgData name="José Pedro Calistro Torres de Miranda" userId="82558bf5-0a7c-4071-b398-5925c96dbeb2" providerId="ADAL" clId="{89CC919F-7453-480E-938F-25F434EDE67B}" dt="2025-05-16T02:04:19.806" v="78" actId="478"/>
          <ac:graphicFrameMkLst>
            <pc:docMk/>
            <pc:sldMk cId="0" sldId="258"/>
            <ac:graphicFrameMk id="6" creationId="{95956F6A-E1E3-6010-1AE1-4A6948EE6E70}"/>
          </ac:graphicFrameMkLst>
        </pc:graphicFrameChg>
        <pc:graphicFrameChg chg="add mod">
          <ac:chgData name="José Pedro Calistro Torres de Miranda" userId="82558bf5-0a7c-4071-b398-5925c96dbeb2" providerId="ADAL" clId="{89CC919F-7453-480E-938F-25F434EDE67B}" dt="2025-05-16T02:04:34.225" v="84" actId="14100"/>
          <ac:graphicFrameMkLst>
            <pc:docMk/>
            <pc:sldMk cId="0" sldId="258"/>
            <ac:graphicFrameMk id="7" creationId="{193D78EB-7F0F-D69D-02E1-B8EB9336A246}"/>
          </ac:graphicFrameMkLst>
        </pc:graphicFrameChg>
        <pc:picChg chg="add mod ord">
          <ac:chgData name="José Pedro Calistro Torres de Miranda" userId="82558bf5-0a7c-4071-b398-5925c96dbeb2" providerId="ADAL" clId="{89CC919F-7453-480E-938F-25F434EDE67B}" dt="2025-05-16T02:03:20.795" v="65" actId="26606"/>
          <ac:picMkLst>
            <pc:docMk/>
            <pc:sldMk cId="0" sldId="258"/>
            <ac:picMk id="2050" creationId="{4AA65EFD-1353-423D-AD8B-E5B85E4002C8}"/>
          </ac:picMkLst>
        </pc:picChg>
        <pc:picChg chg="add mod">
          <ac:chgData name="José Pedro Calistro Torres de Miranda" userId="82558bf5-0a7c-4071-b398-5925c96dbeb2" providerId="ADAL" clId="{89CC919F-7453-480E-938F-25F434EDE67B}" dt="2025-05-16T02:04:29.395" v="82" actId="1076"/>
          <ac:picMkLst>
            <pc:docMk/>
            <pc:sldMk cId="0" sldId="258"/>
            <ac:picMk id="2052" creationId="{2C2752D0-6F66-70B9-BD83-3E5DC859893F}"/>
          </ac:picMkLst>
        </pc:picChg>
      </pc:sldChg>
      <pc:sldChg chg="add del">
        <pc:chgData name="José Pedro Calistro Torres de Miranda" userId="82558bf5-0a7c-4071-b398-5925c96dbeb2" providerId="ADAL" clId="{89CC919F-7453-480E-938F-25F434EDE67B}" dt="2025-05-16T03:37:00.196" v="425" actId="47"/>
        <pc:sldMkLst>
          <pc:docMk/>
          <pc:sldMk cId="0" sldId="260"/>
        </pc:sldMkLst>
      </pc:sldChg>
      <pc:sldChg chg="add del">
        <pc:chgData name="José Pedro Calistro Torres de Miranda" userId="82558bf5-0a7c-4071-b398-5925c96dbeb2" providerId="ADAL" clId="{89CC919F-7453-480E-938F-25F434EDE67B}" dt="2025-05-16T03:36:47.609" v="419" actId="47"/>
        <pc:sldMkLst>
          <pc:docMk/>
          <pc:sldMk cId="0" sldId="261"/>
        </pc:sldMkLst>
      </pc:sldChg>
      <pc:sldChg chg="addSp delSp modSp add del mod setBg">
        <pc:chgData name="José Pedro Calistro Torres de Miranda" userId="82558bf5-0a7c-4071-b398-5925c96dbeb2" providerId="ADAL" clId="{89CC919F-7453-480E-938F-25F434EDE67B}" dt="2025-05-16T02:12:57.548" v="158" actId="47"/>
        <pc:sldMkLst>
          <pc:docMk/>
          <pc:sldMk cId="0" sldId="262"/>
        </pc:sldMkLst>
        <pc:spChg chg="mod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11:29.246" v="136" actId="26606"/>
          <ac:spMkLst>
            <pc:docMk/>
            <pc:sldMk cId="0" sldId="262"/>
            <ac:spMk id="15" creationId="{063BBA22-50EA-4C4D-BE05-F1CE4E63AA56}"/>
          </ac:spMkLst>
        </pc:spChg>
        <pc:graphicFrameChg chg="add modGraphic">
          <ac:chgData name="José Pedro Calistro Torres de Miranda" userId="82558bf5-0a7c-4071-b398-5925c96dbeb2" providerId="ADAL" clId="{89CC919F-7453-480E-938F-25F434EDE67B}" dt="2025-05-16T02:12:19.769" v="148" actId="26606"/>
          <ac:graphicFrameMkLst>
            <pc:docMk/>
            <pc:sldMk cId="0" sldId="262"/>
            <ac:graphicFrameMk id="5" creationId="{96877B16-1B0B-A72E-F2C7-3933245623ED}"/>
          </ac:graphicFrameMkLst>
        </pc:graphicFrameChg>
      </pc:sldChg>
      <pc:sldChg chg="addSp delSp modSp mod delAnim modAnim">
        <pc:chgData name="José Pedro Calistro Torres de Miranda" userId="82558bf5-0a7c-4071-b398-5925c96dbeb2" providerId="ADAL" clId="{89CC919F-7453-480E-938F-25F434EDE67B}" dt="2025-05-16T03:31:04.672" v="387" actId="14100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89CC919F-7453-480E-938F-25F434EDE67B}" dt="2025-05-16T03:30:27.764" v="376" actId="1076"/>
          <ac:spMkLst>
            <pc:docMk/>
            <pc:sldMk cId="0" sldId="263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30:31.716" v="377" actId="478"/>
          <ac:spMkLst>
            <pc:docMk/>
            <pc:sldMk cId="0" sldId="263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3:30:34.768" v="378" actId="478"/>
          <ac:spMkLst>
            <pc:docMk/>
            <pc:sldMk cId="0" sldId="263"/>
            <ac:spMk id="5" creationId="{21BA58BA-4828-658C-A46E-B0626B0F0CE7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3:31:04.672" v="387" actId="14100"/>
          <ac:graphicFrameMkLst>
            <pc:docMk/>
            <pc:sldMk cId="0" sldId="263"/>
            <ac:graphicFrameMk id="6" creationId="{44F173FE-A270-FC8F-2041-F6A57AC0F413}"/>
          </ac:graphicFrameMkLst>
        </pc:graphicFrameChg>
        <pc:picChg chg="mod">
          <ac:chgData name="José Pedro Calistro Torres de Miranda" userId="82558bf5-0a7c-4071-b398-5925c96dbeb2" providerId="ADAL" clId="{89CC919F-7453-480E-938F-25F434EDE67B}" dt="2025-05-16T03:30:27.764" v="376" actId="1076"/>
          <ac:picMkLst>
            <pc:docMk/>
            <pc:sldMk cId="0" sldId="263"/>
            <ac:picMk id="7" creationId="{ED2FB433-2600-5AF6-683A-4EE907B1E17A}"/>
          </ac:picMkLst>
        </pc:picChg>
      </pc:sldChg>
      <pc:sldChg chg="addSp delSp modSp add del mod setBg">
        <pc:chgData name="José Pedro Calistro Torres de Miranda" userId="82558bf5-0a7c-4071-b398-5925c96dbeb2" providerId="ADAL" clId="{89CC919F-7453-480E-938F-25F434EDE67B}" dt="2025-05-16T02:18:27.749" v="268" actId="47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17:02.355" v="206" actId="26606"/>
          <ac:spMkLst>
            <pc:docMk/>
            <pc:sldMk cId="0" sldId="26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17:02.355" v="206" actId="26606"/>
          <ac:graphicFrameMkLst>
            <pc:docMk/>
            <pc:sldMk cId="0" sldId="264"/>
            <ac:graphicFrameMk id="5" creationId="{5BF3836D-0291-EF41-4722-C9CE67CCE5BA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2:21:11.363" v="298" actId="14100"/>
        <pc:sldMkLst>
          <pc:docMk/>
          <pc:sldMk cId="0" sldId="265"/>
        </pc:sldMkLst>
        <pc:spChg chg="mod">
          <ac:chgData name="José Pedro Calistro Torres de Miranda" userId="82558bf5-0a7c-4071-b398-5925c96dbeb2" providerId="ADAL" clId="{89CC919F-7453-480E-938F-25F434EDE67B}" dt="2025-05-16T02:21:11.363" v="298" actId="14100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2:20:13.175" v="274" actId="478"/>
          <ac:spMkLst>
            <pc:docMk/>
            <pc:sldMk cId="0" sldId="265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20:29.427" v="279" actId="478"/>
          <ac:spMkLst>
            <pc:docMk/>
            <pc:sldMk cId="0" sldId="265"/>
            <ac:spMk id="5" creationId="{DAE342E6-F3CC-DB61-271E-743A19271B2D}"/>
          </ac:spMkLst>
        </pc:spChg>
        <pc:spChg chg="add">
          <ac:chgData name="José Pedro Calistro Torres de Miranda" userId="82558bf5-0a7c-4071-b398-5925c96dbeb2" providerId="ADAL" clId="{89CC919F-7453-480E-938F-25F434EDE67B}" dt="2025-05-16T02:19:59.523" v="272" actId="26606"/>
          <ac:spMkLst>
            <pc:docMk/>
            <pc:sldMk cId="0" sldId="265"/>
            <ac:spMk id="7175" creationId="{04812C46-200A-4DEB-A05E-3ED6C68C2387}"/>
          </ac:spMkLst>
        </pc:spChg>
        <pc:spChg chg="add">
          <ac:chgData name="José Pedro Calistro Torres de Miranda" userId="82558bf5-0a7c-4071-b398-5925c96dbeb2" providerId="ADAL" clId="{89CC919F-7453-480E-938F-25F434EDE67B}" dt="2025-05-16T02:19:59.523" v="272" actId="26606"/>
          <ac:spMkLst>
            <pc:docMk/>
            <pc:sldMk cId="0" sldId="265"/>
            <ac:spMk id="7177" creationId="{D1EA859B-E555-4109-94F3-6700E046E008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2:20:52.513" v="292" actId="1076"/>
          <ac:graphicFrameMkLst>
            <pc:docMk/>
            <pc:sldMk cId="0" sldId="265"/>
            <ac:graphicFrameMk id="6" creationId="{7D89D055-4000-0660-8CF5-06C18CA4AF75}"/>
          </ac:graphicFrameMkLst>
        </pc:graphicFrameChg>
        <pc:picChg chg="add mod ord">
          <ac:chgData name="José Pedro Calistro Torres de Miranda" userId="82558bf5-0a7c-4071-b398-5925c96dbeb2" providerId="ADAL" clId="{89CC919F-7453-480E-938F-25F434EDE67B}" dt="2025-05-16T02:19:59.523" v="272" actId="26606"/>
          <ac:picMkLst>
            <pc:docMk/>
            <pc:sldMk cId="0" sldId="265"/>
            <ac:picMk id="7170" creationId="{38AF1C6A-EDBB-FCAA-E3FA-7F4C7FBA30B4}"/>
          </ac:picMkLst>
        </pc:pic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0:52.594" v="468"/>
        <pc:sldMkLst>
          <pc:docMk/>
          <pc:sldMk cId="0" sldId="266"/>
        </pc:sldMkLst>
        <pc:spChg chg="mod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21:28.821" v="299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21:28.821" v="299" actId="26606"/>
          <ac:graphicFrameMkLst>
            <pc:docMk/>
            <pc:sldMk cId="0" sldId="266"/>
            <ac:graphicFrameMk id="5" creationId="{4A79E594-4658-EC2D-5768-F3C7C217C98E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1:12.718" v="472"/>
        <pc:sldMkLst>
          <pc:docMk/>
          <pc:sldMk cId="0" sldId="267"/>
        </pc:sldMkLst>
        <pc:spChg chg="mod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8" creationId="{DEE2AD96-B495-4E06-9291-B71706F728CB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10" creationId="{53CF6D67-C5A8-4ADD-9E8E-1E38CA1D3166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12" creationId="{86909FA0-B515-4681-B7A8-FA281D133B94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14" creationId="{21C9FE86-FCC3-4A31-AA1C-C882262B7FE7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16" creationId="{7D96243B-ECED-4B71-8E06-AE9A285EAD20}"/>
          </ac:spMkLst>
        </pc:spChg>
        <pc:spChg chg="add del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18" creationId="{A09989E4-EFDC-4A90-A633-E0525FB4139E}"/>
          </ac:spMkLst>
        </pc:spChg>
        <pc:spChg chg="add">
          <ac:chgData name="José Pedro Calistro Torres de Miranda" userId="82558bf5-0a7c-4071-b398-5925c96dbeb2" providerId="ADAL" clId="{89CC919F-7453-480E-938F-25F434EDE67B}" dt="2025-05-16T03:41:01.414" v="469" actId="26606"/>
          <ac:spMkLst>
            <pc:docMk/>
            <pc:sldMk cId="0" sldId="267"/>
            <ac:spMk id="25" creationId="{B50AB553-2A96-4A92-96F2-93548E096954}"/>
          </ac:spMkLst>
        </pc:spChg>
        <pc:picChg chg="add mod">
          <ac:chgData name="José Pedro Calistro Torres de Miranda" userId="82558bf5-0a7c-4071-b398-5925c96dbeb2" providerId="ADAL" clId="{89CC919F-7453-480E-938F-25F434EDE67B}" dt="2025-05-16T03:41:10.330" v="471" actId="27614"/>
          <ac:picMkLst>
            <pc:docMk/>
            <pc:sldMk cId="0" sldId="267"/>
            <ac:picMk id="21" creationId="{D56343EE-61BA-348E-1BE6-5B96B2E3C9C7}"/>
          </ac:picMkLst>
        </pc:pic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1:18.085" v="474"/>
        <pc:sldMkLst>
          <pc:docMk/>
          <pc:sldMk cId="0" sldId="268"/>
        </pc:sldMkLst>
        <pc:spChg chg="mod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18:41.222" v="301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18:41.222" v="301" actId="26606"/>
          <ac:graphicFrameMkLst>
            <pc:docMk/>
            <pc:sldMk cId="0" sldId="268"/>
            <ac:graphicFrameMk id="5" creationId="{A493D97C-E0A7-F434-21F0-1233828A69FF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89CC919F-7453-480E-938F-25F434EDE67B}" dt="2025-05-16T03:22:37.915" v="335" actId="47"/>
        <pc:sldMkLst>
          <pc:docMk/>
          <pc:sldMk cId="0" sldId="269"/>
        </pc:sldMkLst>
        <pc:spChg chg="mod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89CC919F-7453-480E-938F-25F434EDE67B}" dt="2025-05-16T03:19:04.881" v="303" actId="26606"/>
          <ac:spMkLst>
            <pc:docMk/>
            <pc:sldMk cId="0" sldId="269"/>
            <ac:spMk id="15" creationId="{063BBA22-50EA-4C4D-BE05-F1CE4E63AA56}"/>
          </ac:spMkLst>
        </pc:spChg>
        <pc:graphicFrameChg chg="add del">
          <ac:chgData name="José Pedro Calistro Torres de Miranda" userId="82558bf5-0a7c-4071-b398-5925c96dbeb2" providerId="ADAL" clId="{89CC919F-7453-480E-938F-25F434EDE67B}" dt="2025-05-16T03:19:04.881" v="303" actId="26606"/>
          <ac:graphicFrameMkLst>
            <pc:docMk/>
            <pc:sldMk cId="0" sldId="269"/>
            <ac:graphicFrameMk id="5" creationId="{28D2288A-C1A8-6FA1-C21D-3FB6D2161024}"/>
          </ac:graphicFrameMkLst>
        </pc:graphicFrameChg>
        <pc:picChg chg="add mod">
          <ac:chgData name="José Pedro Calistro Torres de Miranda" userId="82558bf5-0a7c-4071-b398-5925c96dbeb2" providerId="ADAL" clId="{89CC919F-7453-480E-938F-25F434EDE67B}" dt="2025-05-16T03:20:33.322" v="308" actId="1076"/>
          <ac:picMkLst>
            <pc:docMk/>
            <pc:sldMk cId="0" sldId="269"/>
            <ac:picMk id="1026" creationId="{25FF8B7E-9BEF-B20E-A558-4A58003454A4}"/>
          </ac:picMkLst>
        </pc:pic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3:39.664" v="338"/>
        <pc:sldMkLst>
          <pc:docMk/>
          <pc:sldMk cId="0" sldId="270"/>
        </pc:sldMkLst>
        <pc:spChg chg="mod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23:32.542" v="336" actId="26606"/>
          <ac:spMkLst>
            <pc:docMk/>
            <pc:sldMk cId="0" sldId="27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3:32.542" v="336" actId="26606"/>
          <ac:graphicFrameMkLst>
            <pc:docMk/>
            <pc:sldMk cId="0" sldId="270"/>
            <ac:graphicFrameMk id="5" creationId="{701ABAA9-3F9A-8D04-BD55-59E366F3B39C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3:55.235" v="341"/>
        <pc:sldMkLst>
          <pc:docMk/>
          <pc:sldMk cId="0" sldId="271"/>
        </pc:sldMkLst>
        <pc:spChg chg="mod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23:49.824" v="339" actId="26606"/>
          <ac:spMkLst>
            <pc:docMk/>
            <pc:sldMk cId="0" sldId="271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3:49.824" v="339" actId="26606"/>
          <ac:graphicFrameMkLst>
            <pc:docMk/>
            <pc:sldMk cId="0" sldId="271"/>
            <ac:graphicFrameMk id="5" creationId="{34C1F8FE-7BC1-BBE9-8CC6-6C5AB720CD1F}"/>
          </ac:graphicFrameMkLst>
        </pc:graphicFrameChg>
      </pc:sldChg>
      <pc:sldChg chg="addSp delSp add mod modAnim">
        <pc:chgData name="José Pedro Calistro Torres de Miranda" userId="82558bf5-0a7c-4071-b398-5925c96dbeb2" providerId="ADAL" clId="{89CC919F-7453-480E-938F-25F434EDE67B}" dt="2025-05-16T03:24:20.317" v="344"/>
        <pc:sldMkLst>
          <pc:docMk/>
          <pc:sldMk cId="0" sldId="272"/>
        </pc:sldMkLst>
        <pc:spChg chg="del">
          <ac:chgData name="José Pedro Calistro Torres de Miranda" userId="82558bf5-0a7c-4071-b398-5925c96dbeb2" providerId="ADAL" clId="{89CC919F-7453-480E-938F-25F434EDE67B}" dt="2025-05-16T03:24:14.285" v="342" actId="26606"/>
          <ac:spMkLst>
            <pc:docMk/>
            <pc:sldMk cId="0" sldId="272"/>
            <ac:spMk id="3" creationId="{00000000-0000-0000-0000-000000000000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4:14.285" v="342" actId="26606"/>
          <ac:graphicFrameMkLst>
            <pc:docMk/>
            <pc:sldMk cId="0" sldId="272"/>
            <ac:graphicFrameMk id="5" creationId="{3CC3D1B8-62FD-A85D-9E94-3E8B96F8A832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4:43.433" v="347"/>
        <pc:sldMkLst>
          <pc:docMk/>
          <pc:sldMk cId="0" sldId="273"/>
        </pc:sldMkLst>
        <pc:spChg chg="mod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24:36.457" v="345" actId="26606"/>
          <ac:spMkLst>
            <pc:docMk/>
            <pc:sldMk cId="0" sldId="273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4:36.457" v="345" actId="26606"/>
          <ac:graphicFrameMkLst>
            <pc:docMk/>
            <pc:sldMk cId="0" sldId="273"/>
            <ac:graphicFrameMk id="5" creationId="{61CF34AC-DF93-C0F4-E414-72F15819B4A5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5:05.575" v="350"/>
        <pc:sldMkLst>
          <pc:docMk/>
          <pc:sldMk cId="0" sldId="274"/>
        </pc:sldMkLst>
        <pc:spChg chg="mod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11" creationId="{E5F17139-31EE-46AC-B04F-DBBD852DD6CB}"/>
          </ac:spMkLst>
        </pc:spChg>
        <pc:spChg chg="add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17" creationId="{89D16701-DA76-4F72-BB63-E2C3FFBDFE0F}"/>
          </ac:spMkLst>
        </pc:spChg>
        <pc:spChg chg="add">
          <ac:chgData name="José Pedro Calistro Torres de Miranda" userId="82558bf5-0a7c-4071-b398-5925c96dbeb2" providerId="ADAL" clId="{89CC919F-7453-480E-938F-25F434EDE67B}" dt="2025-05-16T03:25:00.816" v="348" actId="26606"/>
          <ac:spMkLst>
            <pc:docMk/>
            <pc:sldMk cId="0" sldId="274"/>
            <ac:spMk id="19" creationId="{1CC28BE1-9DC6-43FE-9582-39F091098D77}"/>
          </ac:spMkLst>
        </pc:spChg>
        <pc:grpChg chg="add">
          <ac:chgData name="José Pedro Calistro Torres de Miranda" userId="82558bf5-0a7c-4071-b398-5925c96dbeb2" providerId="ADAL" clId="{89CC919F-7453-480E-938F-25F434EDE67B}" dt="2025-05-16T03:25:00.816" v="348" actId="26606"/>
          <ac:grpSpMkLst>
            <pc:docMk/>
            <pc:sldMk cId="0" sldId="274"/>
            <ac:grpSpMk id="13" creationId="{7CF625D3-71A3-4F30-A096-8EF334E959D0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5:00.816" v="348" actId="26606"/>
          <ac:grpSpMkLst>
            <pc:docMk/>
            <pc:sldMk cId="0" sldId="274"/>
            <ac:grpSpMk id="21" creationId="{AF9AF3F3-CE0C-4125-BDD7-346487FA0B40}"/>
          </ac:grpSpMkLst>
        </pc:grpChg>
        <pc:graphicFrameChg chg="add">
          <ac:chgData name="José Pedro Calistro Torres de Miranda" userId="82558bf5-0a7c-4071-b398-5925c96dbeb2" providerId="ADAL" clId="{89CC919F-7453-480E-938F-25F434EDE67B}" dt="2025-05-16T03:25:00.816" v="348" actId="26606"/>
          <ac:graphicFrameMkLst>
            <pc:docMk/>
            <pc:sldMk cId="0" sldId="274"/>
            <ac:graphicFrameMk id="5" creationId="{2FAE1F39-AB90-9EB8-63D4-933C8DA79641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1:30.416" v="476"/>
        <pc:sldMkLst>
          <pc:docMk/>
          <pc:sldMk cId="0" sldId="275"/>
        </pc:sldMkLst>
        <pc:spChg chg="mo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11" creationId="{E5F17139-31EE-46AC-B04F-DBBD852DD6CB}"/>
          </ac:spMkLst>
        </pc:spChg>
        <pc:spChg chg="ad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17" creationId="{89D16701-DA76-4F72-BB63-E2C3FFBDFE0F}"/>
          </ac:spMkLst>
        </pc:spChg>
        <pc:spChg chg="add">
          <ac:chgData name="José Pedro Calistro Torres de Miranda" userId="82558bf5-0a7c-4071-b398-5925c96dbeb2" providerId="ADAL" clId="{89CC919F-7453-480E-938F-25F434EDE67B}" dt="2025-05-16T03:25:26.688" v="355" actId="26606"/>
          <ac:spMkLst>
            <pc:docMk/>
            <pc:sldMk cId="0" sldId="275"/>
            <ac:spMk id="19" creationId="{1CC28BE1-9DC6-43FE-9582-39F091098D77}"/>
          </ac:spMkLst>
        </pc:spChg>
        <pc:grpChg chg="add">
          <ac:chgData name="José Pedro Calistro Torres de Miranda" userId="82558bf5-0a7c-4071-b398-5925c96dbeb2" providerId="ADAL" clId="{89CC919F-7453-480E-938F-25F434EDE67B}" dt="2025-05-16T03:25:26.688" v="355" actId="26606"/>
          <ac:grpSpMkLst>
            <pc:docMk/>
            <pc:sldMk cId="0" sldId="275"/>
            <ac:grpSpMk id="13" creationId="{7CF625D3-71A3-4F30-A096-8EF334E959D0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5:26.688" v="355" actId="26606"/>
          <ac:grpSpMkLst>
            <pc:docMk/>
            <pc:sldMk cId="0" sldId="275"/>
            <ac:grpSpMk id="21" creationId="{AF9AF3F3-CE0C-4125-BDD7-346487FA0B40}"/>
          </ac:grpSpMkLst>
        </pc:grpChg>
        <pc:graphicFrameChg chg="add">
          <ac:chgData name="José Pedro Calistro Torres de Miranda" userId="82558bf5-0a7c-4071-b398-5925c96dbeb2" providerId="ADAL" clId="{89CC919F-7453-480E-938F-25F434EDE67B}" dt="2025-05-16T03:25:26.688" v="355" actId="26606"/>
          <ac:graphicFrameMkLst>
            <pc:docMk/>
            <pc:sldMk cId="0" sldId="275"/>
            <ac:graphicFrameMk id="5" creationId="{B98CC18E-4C2F-5464-E62D-3C9A3B9F0801}"/>
          </ac:graphicFrameMkLst>
        </pc:graphicFrameChg>
      </pc:sldChg>
      <pc:sldChg chg="addSp modSp add mod setBg">
        <pc:chgData name="José Pedro Calistro Torres de Miranda" userId="82558bf5-0a7c-4071-b398-5925c96dbeb2" providerId="ADAL" clId="{89CC919F-7453-480E-938F-25F434EDE67B}" dt="2025-05-16T03:25:47.540" v="357" actId="26606"/>
        <pc:sldMkLst>
          <pc:docMk/>
          <pc:sldMk cId="0" sldId="276"/>
        </pc:sldMkLst>
        <pc:spChg chg="mo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8" creationId="{5A0118C5-4F8D-4CF4-BADD-53FEACC6C42A}"/>
          </ac:spMkLst>
        </pc:spChg>
        <pc:spChg chg="ad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10" creationId="{A99050EE-26AF-4253-BD50-F0FCD965A8F6}"/>
          </ac:spMkLst>
        </pc:spChg>
        <pc:spChg chg="ad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16" creationId="{D0C78466-EB6E-45A0-99A6-A00789ACD90A}"/>
          </ac:spMkLst>
        </pc:spChg>
        <pc:spChg chg="add">
          <ac:chgData name="José Pedro Calistro Torres de Miranda" userId="82558bf5-0a7c-4071-b398-5925c96dbeb2" providerId="ADAL" clId="{89CC919F-7453-480E-938F-25F434EDE67B}" dt="2025-05-16T03:25:47.540" v="357" actId="26606"/>
          <ac:spMkLst>
            <pc:docMk/>
            <pc:sldMk cId="0" sldId="276"/>
            <ac:spMk id="18" creationId="{E99F76E4-5DFD-4DBE-B042-66FBCD1182C9}"/>
          </ac:spMkLst>
        </pc:spChg>
        <pc:grpChg chg="add">
          <ac:chgData name="José Pedro Calistro Torres de Miranda" userId="82558bf5-0a7c-4071-b398-5925c96dbeb2" providerId="ADAL" clId="{89CC919F-7453-480E-938F-25F434EDE67B}" dt="2025-05-16T03:25:47.540" v="357" actId="26606"/>
          <ac:grpSpMkLst>
            <pc:docMk/>
            <pc:sldMk cId="0" sldId="276"/>
            <ac:grpSpMk id="12" creationId="{00E015F5-1A99-4E40-BC3D-7707802996B5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5:47.540" v="357" actId="26606"/>
          <ac:grpSpMkLst>
            <pc:docMk/>
            <pc:sldMk cId="0" sldId="276"/>
            <ac:grpSpMk id="20" creationId="{5468B3A9-705E-43C3-A742-0619B0D8F2EE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5:47.540" v="357" actId="26606"/>
          <ac:grpSpMkLst>
            <pc:docMk/>
            <pc:sldMk cId="0" sldId="276"/>
            <ac:grpSpMk id="191" creationId="{773717CC-ECEE-4ABF-BA61-C59F46801775}"/>
          </ac:grpSpMkLst>
        </pc:grpChg>
      </pc:sldChg>
      <pc:sldChg chg="addSp modSp add mod modTransition setBg">
        <pc:chgData name="José Pedro Calistro Torres de Miranda" userId="82558bf5-0a7c-4071-b398-5925c96dbeb2" providerId="ADAL" clId="{89CC919F-7453-480E-938F-25F434EDE67B}" dt="2025-05-16T03:25:50.560" v="358"/>
        <pc:sldMkLst>
          <pc:docMk/>
          <pc:sldMk cId="0" sldId="277"/>
        </pc:sldMkLst>
        <pc:spChg chg="mo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8" creationId="{5A0118C5-4F8D-4CF4-BADD-53FEACC6C42A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10" creationId="{4E0A5C5C-2A95-428E-9F6A-0D29EBD57C9F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12" creationId="{1056F38F-7C4E-461D-8709-7D0024AE1F79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14" creationId="{C7278469-3C3C-49CE-AEEE-E176A4900B78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20" creationId="{4C6598AB-1C17-4D54-951C-A082D94ACB7A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22" creationId="{C83B66D7-137D-4AC1-B172-53D60F08BEB5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24" creationId="{F6B92503-6984-4D15-8B98-8718709B785D}"/>
          </ac:spMkLst>
        </pc:spChg>
        <pc:spChg chg="add">
          <ac:chgData name="José Pedro Calistro Torres de Miranda" userId="82558bf5-0a7c-4071-b398-5925c96dbeb2" providerId="ADAL" clId="{89CC919F-7453-480E-938F-25F434EDE67B}" dt="2025-05-16T03:25:37.729" v="356" actId="26606"/>
          <ac:spMkLst>
            <pc:docMk/>
            <pc:sldMk cId="0" sldId="277"/>
            <ac:spMk id="26" creationId="{08DDF938-524E-4C18-A47D-C00627832366}"/>
          </ac:spMkLst>
        </pc:spChg>
      </pc:sldChg>
      <pc:sldChg chg="addSp modSp add mod setBg">
        <pc:chgData name="José Pedro Calistro Torres de Miranda" userId="82558bf5-0a7c-4071-b398-5925c96dbeb2" providerId="ADAL" clId="{89CC919F-7453-480E-938F-25F434EDE67B}" dt="2025-05-16T03:25:55.801" v="359" actId="26606"/>
        <pc:sldMkLst>
          <pc:docMk/>
          <pc:sldMk cId="0" sldId="278"/>
        </pc:sldMkLst>
        <pc:spChg chg="mo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8" creationId="{5A0118C5-4F8D-4CF4-BADD-53FEACC6C42A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10" creationId="{4E0A5C5C-2A95-428E-9F6A-0D29EBD57C9F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12" creationId="{1056F38F-7C4E-461D-8709-7D0024AE1F79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14" creationId="{C7278469-3C3C-49CE-AEEE-E176A4900B78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20" creationId="{4C6598AB-1C17-4D54-951C-A082D94ACB7A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22" creationId="{C83B66D7-137D-4AC1-B172-53D60F08BEB5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24" creationId="{F6B92503-6984-4D15-8B98-8718709B785D}"/>
          </ac:spMkLst>
        </pc:spChg>
        <pc:spChg chg="add">
          <ac:chgData name="José Pedro Calistro Torres de Miranda" userId="82558bf5-0a7c-4071-b398-5925c96dbeb2" providerId="ADAL" clId="{89CC919F-7453-480E-938F-25F434EDE67B}" dt="2025-05-16T03:25:55.801" v="359" actId="26606"/>
          <ac:spMkLst>
            <pc:docMk/>
            <pc:sldMk cId="0" sldId="278"/>
            <ac:spMk id="26" creationId="{08DDF938-524E-4C18-A47D-C00627832366}"/>
          </ac:spMkLst>
        </pc:spChg>
      </pc:sldChg>
      <pc:sldChg chg="addSp modSp add mod setBg">
        <pc:chgData name="José Pedro Calistro Torres de Miranda" userId="82558bf5-0a7c-4071-b398-5925c96dbeb2" providerId="ADAL" clId="{89CC919F-7453-480E-938F-25F434EDE67B}" dt="2025-05-16T03:26:01.167" v="360" actId="26606"/>
        <pc:sldMkLst>
          <pc:docMk/>
          <pc:sldMk cId="0" sldId="279"/>
        </pc:sldMkLst>
        <pc:spChg chg="mod">
          <ac:chgData name="José Pedro Calistro Torres de Miranda" userId="82558bf5-0a7c-4071-b398-5925c96dbeb2" providerId="ADAL" clId="{89CC919F-7453-480E-938F-25F434EDE67B}" dt="2025-05-16T03:26:01.167" v="360" actId="26606"/>
          <ac:spMkLst>
            <pc:docMk/>
            <pc:sldMk cId="0" sldId="279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6:01.167" v="360" actId="26606"/>
          <ac:spMkLst>
            <pc:docMk/>
            <pc:sldMk cId="0" sldId="279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6:01.167" v="360" actId="26606"/>
          <ac:spMkLst>
            <pc:docMk/>
            <pc:sldMk cId="0" sldId="279"/>
            <ac:spMk id="8" creationId="{5A0118C5-4F8D-4CF4-BADD-53FEACC6C42A}"/>
          </ac:spMkLst>
        </pc:spChg>
        <pc:spChg chg="add">
          <ac:chgData name="José Pedro Calistro Torres de Miranda" userId="82558bf5-0a7c-4071-b398-5925c96dbeb2" providerId="ADAL" clId="{89CC919F-7453-480E-938F-25F434EDE67B}" dt="2025-05-16T03:26:01.167" v="360" actId="26606"/>
          <ac:spMkLst>
            <pc:docMk/>
            <pc:sldMk cId="0" sldId="279"/>
            <ac:spMk id="29" creationId="{EC11F68A-CC71-4196-BBF3-20CDCD75D4E6}"/>
          </ac:spMkLst>
        </pc:spChg>
        <pc:spChg chg="add">
          <ac:chgData name="José Pedro Calistro Torres de Miranda" userId="82558bf5-0a7c-4071-b398-5925c96dbeb2" providerId="ADAL" clId="{89CC919F-7453-480E-938F-25F434EDE67B}" dt="2025-05-16T03:26:01.167" v="360" actId="26606"/>
          <ac:spMkLst>
            <pc:docMk/>
            <pc:sldMk cId="0" sldId="279"/>
            <ac:spMk id="31" creationId="{085F9950-F10E-4E64-962B-F70345789875}"/>
          </ac:spMkLst>
        </pc:spChg>
        <pc:grpChg chg="add">
          <ac:chgData name="José Pedro Calistro Torres de Miranda" userId="82558bf5-0a7c-4071-b398-5925c96dbeb2" providerId="ADAL" clId="{89CC919F-7453-480E-938F-25F434EDE67B}" dt="2025-05-16T03:26:01.167" v="360" actId="26606"/>
          <ac:grpSpMkLst>
            <pc:docMk/>
            <pc:sldMk cId="0" sldId="279"/>
            <ac:grpSpMk id="10" creationId="{1E8369D0-2C3B-4E27-AC6C-A246AC28CDA1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6:01.167" v="360" actId="26606"/>
          <ac:grpSpMkLst>
            <pc:docMk/>
            <pc:sldMk cId="0" sldId="279"/>
            <ac:grpSpMk id="14" creationId="{C6F74901-2A71-43C3-837C-27CCD6B6D636}"/>
          </ac:grpSpMkLst>
        </pc:grpChg>
      </pc:sldChg>
      <pc:sldChg chg="addSp modSp add mod setBg">
        <pc:chgData name="José Pedro Calistro Torres de Miranda" userId="82558bf5-0a7c-4071-b398-5925c96dbeb2" providerId="ADAL" clId="{89CC919F-7453-480E-938F-25F434EDE67B}" dt="2025-05-16T03:26:05.173" v="361" actId="26606"/>
        <pc:sldMkLst>
          <pc:docMk/>
          <pc:sldMk cId="0" sldId="280"/>
        </pc:sldMkLst>
        <pc:spChg chg="mod">
          <ac:chgData name="José Pedro Calistro Torres de Miranda" userId="82558bf5-0a7c-4071-b398-5925c96dbeb2" providerId="ADAL" clId="{89CC919F-7453-480E-938F-25F434EDE67B}" dt="2025-05-16T03:26:05.173" v="361" actId="26606"/>
          <ac:spMkLst>
            <pc:docMk/>
            <pc:sldMk cId="0" sldId="280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6:05.173" v="361" actId="26606"/>
          <ac:spMkLst>
            <pc:docMk/>
            <pc:sldMk cId="0" sldId="28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6:05.173" v="361" actId="26606"/>
          <ac:spMkLst>
            <pc:docMk/>
            <pc:sldMk cId="0" sldId="280"/>
            <ac:spMk id="8" creationId="{5A0118C5-4F8D-4CF4-BADD-53FEACC6C42A}"/>
          </ac:spMkLst>
        </pc:spChg>
        <pc:spChg chg="add">
          <ac:chgData name="José Pedro Calistro Torres de Miranda" userId="82558bf5-0a7c-4071-b398-5925c96dbeb2" providerId="ADAL" clId="{89CC919F-7453-480E-938F-25F434EDE67B}" dt="2025-05-16T03:26:05.173" v="361" actId="26606"/>
          <ac:spMkLst>
            <pc:docMk/>
            <pc:sldMk cId="0" sldId="280"/>
            <ac:spMk id="29" creationId="{EC11F68A-CC71-4196-BBF3-20CDCD75D4E6}"/>
          </ac:spMkLst>
        </pc:spChg>
        <pc:spChg chg="add">
          <ac:chgData name="José Pedro Calistro Torres de Miranda" userId="82558bf5-0a7c-4071-b398-5925c96dbeb2" providerId="ADAL" clId="{89CC919F-7453-480E-938F-25F434EDE67B}" dt="2025-05-16T03:26:05.173" v="361" actId="26606"/>
          <ac:spMkLst>
            <pc:docMk/>
            <pc:sldMk cId="0" sldId="280"/>
            <ac:spMk id="31" creationId="{085F9950-F10E-4E64-962B-F70345789875}"/>
          </ac:spMkLst>
        </pc:spChg>
        <pc:grpChg chg="add">
          <ac:chgData name="José Pedro Calistro Torres de Miranda" userId="82558bf5-0a7c-4071-b398-5925c96dbeb2" providerId="ADAL" clId="{89CC919F-7453-480E-938F-25F434EDE67B}" dt="2025-05-16T03:26:05.173" v="361" actId="26606"/>
          <ac:grpSpMkLst>
            <pc:docMk/>
            <pc:sldMk cId="0" sldId="280"/>
            <ac:grpSpMk id="10" creationId="{1E8369D0-2C3B-4E27-AC6C-A246AC28CDA1}"/>
          </ac:grpSpMkLst>
        </pc:grpChg>
        <pc:grpChg chg="add">
          <ac:chgData name="José Pedro Calistro Torres de Miranda" userId="82558bf5-0a7c-4071-b398-5925c96dbeb2" providerId="ADAL" clId="{89CC919F-7453-480E-938F-25F434EDE67B}" dt="2025-05-16T03:26:05.173" v="361" actId="26606"/>
          <ac:grpSpMkLst>
            <pc:docMk/>
            <pc:sldMk cId="0" sldId="280"/>
            <ac:grpSpMk id="14" creationId="{C6F74901-2A71-43C3-837C-27CCD6B6D636}"/>
          </ac:grpSpMkLst>
        </pc:grp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1:57.134" v="478"/>
        <pc:sldMkLst>
          <pc:docMk/>
          <pc:sldMk cId="0" sldId="281"/>
        </pc:sldMkLst>
        <pc:spChg chg="mod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27:05.925" v="362" actId="26606"/>
          <ac:spMkLst>
            <pc:docMk/>
            <pc:sldMk cId="0" sldId="281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7:05.925" v="362" actId="26606"/>
          <ac:graphicFrameMkLst>
            <pc:docMk/>
            <pc:sldMk cId="0" sldId="281"/>
            <ac:graphicFrameMk id="5" creationId="{261C043B-C841-DD4D-0A13-F41C211B62B7}"/>
          </ac:graphicFrameMkLst>
        </pc:graphicFrameChg>
      </pc:sldChg>
      <pc:sldChg chg="addSp modSp add mod setBg">
        <pc:chgData name="José Pedro Calistro Torres de Miranda" userId="82558bf5-0a7c-4071-b398-5925c96dbeb2" providerId="ADAL" clId="{89CC919F-7453-480E-938F-25F434EDE67B}" dt="2025-05-16T03:27:20.467" v="363" actId="26606"/>
        <pc:sldMkLst>
          <pc:docMk/>
          <pc:sldMk cId="0" sldId="282"/>
        </pc:sldMkLst>
        <pc:spChg chg="mo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2" creationId="{00000000-0000-0000-0000-000000000000}"/>
          </ac:spMkLst>
        </pc:spChg>
        <pc:spChg chg="mo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8" creationId="{6F5A5072-7B47-4D32-B52A-4EBBF590B8A5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10" creationId="{9715DAF0-AE1B-46C9-8A6B-DB2AA05AB91D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12" creationId="{6016219D-510E-4184-9090-6D5578A87BD1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14" creationId="{AFF4A713-7B75-4B21-90D7-5AB19547C728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16" creationId="{DC631C0B-6DA6-4E57-8231-CE32B3434A7E}"/>
          </ac:spMkLst>
        </pc:spChg>
        <pc:spChg chg="add">
          <ac:chgData name="José Pedro Calistro Torres de Miranda" userId="82558bf5-0a7c-4071-b398-5925c96dbeb2" providerId="ADAL" clId="{89CC919F-7453-480E-938F-25F434EDE67B}" dt="2025-05-16T03:27:20.467" v="363" actId="26606"/>
          <ac:spMkLst>
            <pc:docMk/>
            <pc:sldMk cId="0" sldId="282"/>
            <ac:spMk id="18" creationId="{C29501E6-A978-4A61-9689-9085AF97A53A}"/>
          </ac:spMkLst>
        </pc:sp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9:11.096" v="370"/>
        <pc:sldMkLst>
          <pc:docMk/>
          <pc:sldMk cId="0" sldId="283"/>
        </pc:sldMkLst>
        <pc:spChg chg="mo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3:29:04.824" v="368" actId="26606"/>
          <ac:spMkLst>
            <pc:docMk/>
            <pc:sldMk cId="0" sldId="283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29:04.824" v="368" actId="26606"/>
          <ac:graphicFrameMkLst>
            <pc:docMk/>
            <pc:sldMk cId="0" sldId="283"/>
            <ac:graphicFrameMk id="5" creationId="{91DE57A0-F761-3E22-5095-6300B431E7EA}"/>
          </ac:graphicFrameMkLst>
        </pc:graphicFrameChg>
      </pc:sldChg>
      <pc:sldChg chg="addSp delSp modSp mod delAnim modAnim">
        <pc:chgData name="José Pedro Calistro Torres de Miranda" userId="82558bf5-0a7c-4071-b398-5925c96dbeb2" providerId="ADAL" clId="{89CC919F-7453-480E-938F-25F434EDE67B}" dt="2025-05-16T03:52:00.730" v="531"/>
        <pc:sldMkLst>
          <pc:docMk/>
          <pc:sldMk cId="3917579560" sldId="319"/>
        </pc:sldMkLst>
        <pc:spChg chg="add del mod">
          <ac:chgData name="José Pedro Calistro Torres de Miranda" userId="82558bf5-0a7c-4071-b398-5925c96dbeb2" providerId="ADAL" clId="{89CC919F-7453-480E-938F-25F434EDE67B}" dt="2025-05-16T01:55:48.842" v="13" actId="478"/>
          <ac:spMkLst>
            <pc:docMk/>
            <pc:sldMk cId="3917579560" sldId="319"/>
            <ac:spMk id="5" creationId="{8F3A1285-FA5B-BAF9-9637-B1BCED10DB9C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1:56:32.714" v="31" actId="478"/>
          <ac:spMkLst>
            <pc:docMk/>
            <pc:sldMk cId="3917579560" sldId="319"/>
            <ac:spMk id="11" creationId="{D64F67E2-58E3-A746-B53D-E66DEB19A686}"/>
          </ac:spMkLst>
        </pc:spChg>
        <pc:graphicFrameChg chg="del">
          <ac:chgData name="José Pedro Calistro Torres de Miranda" userId="82558bf5-0a7c-4071-b398-5925c96dbeb2" providerId="ADAL" clId="{89CC919F-7453-480E-938F-25F434EDE67B}" dt="2025-05-16T01:55:44.447" v="11" actId="478"/>
          <ac:graphicFrameMkLst>
            <pc:docMk/>
            <pc:sldMk cId="3917579560" sldId="319"/>
            <ac:graphicFrameMk id="3" creationId="{9974A54D-BA97-14E6-2F2E-C87ECC375D80}"/>
          </ac:graphicFrameMkLst>
        </pc:graphicFrameChg>
        <pc:graphicFrameChg chg="del">
          <ac:chgData name="José Pedro Calistro Torres de Miranda" userId="82558bf5-0a7c-4071-b398-5925c96dbeb2" providerId="ADAL" clId="{89CC919F-7453-480E-938F-25F434EDE67B}" dt="2025-05-16T01:55:46.260" v="12" actId="478"/>
          <ac:graphicFrameMkLst>
            <pc:docMk/>
            <pc:sldMk cId="3917579560" sldId="319"/>
            <ac:graphicFrameMk id="8" creationId="{6B512A40-7AA8-11CF-B4E0-B6C687681649}"/>
          </ac:graphicFrameMkLst>
        </pc:graphicFrameChg>
        <pc:graphicFrameChg chg="add del mod">
          <ac:chgData name="José Pedro Calistro Torres de Miranda" userId="82558bf5-0a7c-4071-b398-5925c96dbeb2" providerId="ADAL" clId="{89CC919F-7453-480E-938F-25F434EDE67B}" dt="2025-05-16T01:56:21.048" v="29" actId="478"/>
          <ac:graphicFrameMkLst>
            <pc:docMk/>
            <pc:sldMk cId="3917579560" sldId="319"/>
            <ac:graphicFrameMk id="9" creationId="{332DDE13-7D30-5CD3-BCBB-34F726F7B3B9}"/>
          </ac:graphicFrameMkLst>
        </pc:graphicFrameChg>
        <pc:graphicFrameChg chg="add mod">
          <ac:chgData name="José Pedro Calistro Torres de Miranda" userId="82558bf5-0a7c-4071-b398-5925c96dbeb2" providerId="ADAL" clId="{89CC919F-7453-480E-938F-25F434EDE67B}" dt="2025-05-16T01:57:02.715" v="42" actId="1076"/>
          <ac:graphicFrameMkLst>
            <pc:docMk/>
            <pc:sldMk cId="3917579560" sldId="319"/>
            <ac:graphicFrameMk id="12" creationId="{F9EFDC7B-61AA-BE97-2FBD-7CD11C6B00B8}"/>
          </ac:graphicFrameMkLst>
        </pc:graphicFrameChg>
        <pc:picChg chg="mod">
          <ac:chgData name="José Pedro Calistro Torres de Miranda" userId="82558bf5-0a7c-4071-b398-5925c96dbeb2" providerId="ADAL" clId="{89CC919F-7453-480E-938F-25F434EDE67B}" dt="2025-05-16T01:57:09.427" v="45" actId="1076"/>
          <ac:picMkLst>
            <pc:docMk/>
            <pc:sldMk cId="3917579560" sldId="319"/>
            <ac:picMk id="7" creationId="{251E68E2-A835-4448-5B61-3A8E64480E7C}"/>
          </ac:picMkLst>
        </pc:picChg>
      </pc:sldChg>
      <pc:sldChg chg="addSp delSp modSp mod modAnim">
        <pc:chgData name="José Pedro Calistro Torres de Miranda" userId="82558bf5-0a7c-4071-b398-5925c96dbeb2" providerId="ADAL" clId="{89CC919F-7453-480E-938F-25F434EDE67B}" dt="2025-05-16T03:40:05.399" v="458"/>
        <pc:sldMkLst>
          <pc:docMk/>
          <pc:sldMk cId="1971581788" sldId="988"/>
        </pc:sldMkLst>
        <pc:spChg chg="mod">
          <ac:chgData name="José Pedro Calistro Torres de Miranda" userId="82558bf5-0a7c-4071-b398-5925c96dbeb2" providerId="ADAL" clId="{89CC919F-7453-480E-938F-25F434EDE67B}" dt="2025-05-16T03:39:57.552" v="456" actId="1076"/>
          <ac:spMkLst>
            <pc:docMk/>
            <pc:sldMk cId="1971581788" sldId="988"/>
            <ac:spMk id="2" creationId="{483BAB6D-2138-C22C-A6B7-F325CDD008E2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3:38:21.603" v="434" actId="478"/>
          <ac:spMkLst>
            <pc:docMk/>
            <pc:sldMk cId="1971581788" sldId="988"/>
            <ac:spMk id="4" creationId="{87FBDE43-901F-9FEF-E655-F7BADB2F88A4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3:39:28.644" v="454" actId="14100"/>
          <ac:graphicFrameMkLst>
            <pc:docMk/>
            <pc:sldMk cId="1971581788" sldId="988"/>
            <ac:graphicFrameMk id="5" creationId="{55EC3C60-0BB8-798D-DDDE-AD4FCDAE81DA}"/>
          </ac:graphicFrameMkLst>
        </pc:graphicFrameChg>
        <pc:graphicFrameChg chg="del">
          <ac:chgData name="José Pedro Calistro Torres de Miranda" userId="82558bf5-0a7c-4071-b398-5925c96dbeb2" providerId="ADAL" clId="{89CC919F-7453-480E-938F-25F434EDE67B}" dt="2025-05-16T03:38:18.770" v="433" actId="478"/>
          <ac:graphicFrameMkLst>
            <pc:docMk/>
            <pc:sldMk cId="1971581788" sldId="988"/>
            <ac:graphicFrameMk id="6" creationId="{453739EC-BF52-9252-E155-F98B755DA39D}"/>
          </ac:graphicFrameMkLst>
        </pc:graphicFrameChg>
      </pc:sldChg>
      <pc:sldChg chg="add del">
        <pc:chgData name="José Pedro Calistro Torres de Miranda" userId="82558bf5-0a7c-4071-b398-5925c96dbeb2" providerId="ADAL" clId="{89CC919F-7453-480E-938F-25F434EDE67B}" dt="2025-05-16T03:36:46.009" v="418" actId="47"/>
        <pc:sldMkLst>
          <pc:docMk/>
          <pc:sldMk cId="0" sldId="1005"/>
        </pc:sldMkLst>
      </pc:sldChg>
      <pc:sldChg chg="add del">
        <pc:chgData name="José Pedro Calistro Torres de Miranda" userId="82558bf5-0a7c-4071-b398-5925c96dbeb2" providerId="ADAL" clId="{89CC919F-7453-480E-938F-25F434EDE67B}" dt="2025-05-16T03:36:34.259" v="417" actId="47"/>
        <pc:sldMkLst>
          <pc:docMk/>
          <pc:sldMk cId="0" sldId="1006"/>
        </pc:sldMkLst>
      </pc:sldChg>
      <pc:sldChg chg="add del">
        <pc:chgData name="José Pedro Calistro Torres de Miranda" userId="82558bf5-0a7c-4071-b398-5925c96dbeb2" providerId="ADAL" clId="{89CC919F-7453-480E-938F-25F434EDE67B}" dt="2025-05-16T03:36:17.230" v="416" actId="47"/>
        <pc:sldMkLst>
          <pc:docMk/>
          <pc:sldMk cId="0" sldId="1012"/>
        </pc:sldMkLst>
      </pc:sldChg>
      <pc:sldChg chg="add del">
        <pc:chgData name="José Pedro Calistro Torres de Miranda" userId="82558bf5-0a7c-4071-b398-5925c96dbeb2" providerId="ADAL" clId="{89CC919F-7453-480E-938F-25F434EDE67B}" dt="2025-05-16T03:36:12.357" v="415" actId="47"/>
        <pc:sldMkLst>
          <pc:docMk/>
          <pc:sldMk cId="0" sldId="1013"/>
        </pc:sldMkLst>
      </pc:sldChg>
      <pc:sldChg chg="add del">
        <pc:chgData name="José Pedro Calistro Torres de Miranda" userId="82558bf5-0a7c-4071-b398-5925c96dbeb2" providerId="ADAL" clId="{89CC919F-7453-480E-938F-25F434EDE67B}" dt="2025-05-16T03:36:57.876" v="424" actId="47"/>
        <pc:sldMkLst>
          <pc:docMk/>
          <pc:sldMk cId="0" sldId="1014"/>
        </pc:sldMkLst>
      </pc:sldChg>
      <pc:sldChg chg="modSp modAnim">
        <pc:chgData name="José Pedro Calistro Torres de Miranda" userId="82558bf5-0a7c-4071-b398-5925c96dbeb2" providerId="ADAL" clId="{89CC919F-7453-480E-938F-25F434EDE67B}" dt="2025-05-16T03:40:15.383" v="460"/>
        <pc:sldMkLst>
          <pc:docMk/>
          <pc:sldMk cId="3229002236" sldId="1015"/>
        </pc:sldMkLst>
        <pc:graphicFrameChg chg="mod">
          <ac:chgData name="José Pedro Calistro Torres de Miranda" userId="82558bf5-0a7c-4071-b398-5925c96dbeb2" providerId="ADAL" clId="{89CC919F-7453-480E-938F-25F434EDE67B}" dt="2025-05-16T03:38:47.338" v="444" actId="20577"/>
          <ac:graphicFrameMkLst>
            <pc:docMk/>
            <pc:sldMk cId="3229002236" sldId="1015"/>
            <ac:graphicFrameMk id="6" creationId="{82AD86F8-D65C-06E0-7A0D-7711EBBAA407}"/>
          </ac:graphicFrameMkLst>
        </pc:graphicFrameChg>
      </pc:sldChg>
      <pc:sldChg chg="add del">
        <pc:chgData name="José Pedro Calistro Torres de Miranda" userId="82558bf5-0a7c-4071-b398-5925c96dbeb2" providerId="ADAL" clId="{89CC919F-7453-480E-938F-25F434EDE67B}" dt="2025-05-16T03:36:56.079" v="423" actId="47"/>
        <pc:sldMkLst>
          <pc:docMk/>
          <pc:sldMk cId="0" sldId="1017"/>
        </pc:sldMkLst>
      </pc:sldChg>
      <pc:sldChg chg="add del">
        <pc:chgData name="José Pedro Calistro Torres de Miranda" userId="82558bf5-0a7c-4071-b398-5925c96dbeb2" providerId="ADAL" clId="{89CC919F-7453-480E-938F-25F434EDE67B}" dt="2025-05-16T03:36:54.978" v="422" actId="47"/>
        <pc:sldMkLst>
          <pc:docMk/>
          <pc:sldMk cId="0" sldId="1018"/>
        </pc:sldMkLst>
      </pc:sldChg>
      <pc:sldChg chg="add del">
        <pc:chgData name="José Pedro Calistro Torres de Miranda" userId="82558bf5-0a7c-4071-b398-5925c96dbeb2" providerId="ADAL" clId="{89CC919F-7453-480E-938F-25F434EDE67B}" dt="2025-05-16T03:36:48.952" v="420" actId="47"/>
        <pc:sldMkLst>
          <pc:docMk/>
          <pc:sldMk cId="396576385" sldId="1019"/>
        </pc:sldMkLst>
      </pc:sldChg>
      <pc:sldChg chg="add del">
        <pc:chgData name="José Pedro Calistro Torres de Miranda" userId="82558bf5-0a7c-4071-b398-5925c96dbeb2" providerId="ADAL" clId="{89CC919F-7453-480E-938F-25F434EDE67B}" dt="2025-05-16T03:36:50.274" v="421" actId="47"/>
        <pc:sldMkLst>
          <pc:docMk/>
          <pc:sldMk cId="0" sldId="1020"/>
        </pc:sldMkLst>
      </pc:sldChg>
      <pc:sldChg chg="new add del">
        <pc:chgData name="José Pedro Calistro Torres de Miranda" userId="82558bf5-0a7c-4071-b398-5925c96dbeb2" providerId="ADAL" clId="{89CC919F-7453-480E-938F-25F434EDE67B}" dt="2025-05-16T02:00:37.083" v="58" actId="47"/>
        <pc:sldMkLst>
          <pc:docMk/>
          <pc:sldMk cId="3952715242" sldId="1021"/>
        </pc:sldMkLst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0:22.557" v="462"/>
        <pc:sldMkLst>
          <pc:docMk/>
          <pc:sldMk cId="0" sldId="1022"/>
        </pc:sldMkLst>
        <pc:spChg chg="mod">
          <ac:chgData name="José Pedro Calistro Torres de Miranda" userId="82558bf5-0a7c-4071-b398-5925c96dbeb2" providerId="ADAL" clId="{89CC919F-7453-480E-938F-25F434EDE67B}" dt="2025-05-16T02:01:58.442" v="60" actId="26606"/>
          <ac:spMkLst>
            <pc:docMk/>
            <pc:sldMk cId="0" sldId="1022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89CC919F-7453-480E-938F-25F434EDE67B}" dt="2025-05-16T02:05:06.028" v="90" actId="478"/>
          <ac:spMkLst>
            <pc:docMk/>
            <pc:sldMk cId="0" sldId="1022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05:11.368" v="93" actId="478"/>
          <ac:spMkLst>
            <pc:docMk/>
            <pc:sldMk cId="0" sldId="1022"/>
            <ac:spMk id="5" creationId="{698E0EE3-7FB3-3E05-F6E3-E7E021545F9E}"/>
          </ac:spMkLst>
        </pc:spChg>
        <pc:spChg chg="add">
          <ac:chgData name="José Pedro Calistro Torres de Miranda" userId="82558bf5-0a7c-4071-b398-5925c96dbeb2" providerId="ADAL" clId="{89CC919F-7453-480E-938F-25F434EDE67B}" dt="2025-05-16T02:01:58.442" v="60" actId="26606"/>
          <ac:spMkLst>
            <pc:docMk/>
            <pc:sldMk cId="0" sldId="1022"/>
            <ac:spMk id="1031" creationId="{4AC6B390-BC59-4F1D-A0EE-D71A92F0A0B2}"/>
          </ac:spMkLst>
        </pc:spChg>
        <pc:spChg chg="add">
          <ac:chgData name="José Pedro Calistro Torres de Miranda" userId="82558bf5-0a7c-4071-b398-5925c96dbeb2" providerId="ADAL" clId="{89CC919F-7453-480E-938F-25F434EDE67B}" dt="2025-05-16T02:01:58.442" v="60" actId="26606"/>
          <ac:spMkLst>
            <pc:docMk/>
            <pc:sldMk cId="0" sldId="1022"/>
            <ac:spMk id="1033" creationId="{B6C60D79-16F1-4C4B-B7E3-7634E7069CDE}"/>
          </ac:spMkLst>
        </pc:spChg>
        <pc:spChg chg="add">
          <ac:chgData name="José Pedro Calistro Torres de Miranda" userId="82558bf5-0a7c-4071-b398-5925c96dbeb2" providerId="ADAL" clId="{89CC919F-7453-480E-938F-25F434EDE67B}" dt="2025-05-16T02:01:58.442" v="60" actId="26606"/>
          <ac:spMkLst>
            <pc:docMk/>
            <pc:sldMk cId="0" sldId="1022"/>
            <ac:spMk id="1035" creationId="{426B127E-6498-4C77-9C9D-4553A5113B80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2:05:16.753" v="95" actId="1076"/>
          <ac:graphicFrameMkLst>
            <pc:docMk/>
            <pc:sldMk cId="0" sldId="1022"/>
            <ac:graphicFrameMk id="6" creationId="{9F6B97E7-6094-2AF7-C7AC-D7954CE01082}"/>
          </ac:graphicFrameMkLst>
        </pc:graphicFrameChg>
        <pc:picChg chg="add mod ord">
          <ac:chgData name="José Pedro Calistro Torres de Miranda" userId="82558bf5-0a7c-4071-b398-5925c96dbeb2" providerId="ADAL" clId="{89CC919F-7453-480E-938F-25F434EDE67B}" dt="2025-05-16T02:01:58.442" v="60" actId="26606"/>
          <ac:picMkLst>
            <pc:docMk/>
            <pc:sldMk cId="0" sldId="1022"/>
            <ac:picMk id="1026" creationId="{526EF4CB-8CDD-8D58-A9A1-EE7B23D9C755}"/>
          </ac:picMkLst>
        </pc:picChg>
      </pc:sldChg>
      <pc:sldChg chg="addSp delSp modSp new del mod setBg">
        <pc:chgData name="José Pedro Calistro Torres de Miranda" userId="82558bf5-0a7c-4071-b398-5925c96dbeb2" providerId="ADAL" clId="{89CC919F-7453-480E-938F-25F434EDE67B}" dt="2025-05-16T01:57:18.713" v="46" actId="47"/>
        <pc:sldMkLst>
          <pc:docMk/>
          <pc:sldMk cId="1103057794" sldId="1022"/>
        </pc:sldMkLst>
        <pc:spChg chg="mod">
          <ac:chgData name="José Pedro Calistro Torres de Miranda" userId="82558bf5-0a7c-4071-b398-5925c96dbeb2" providerId="ADAL" clId="{89CC919F-7453-480E-938F-25F434EDE67B}" dt="2025-05-16T01:55:39.060" v="10" actId="26606"/>
          <ac:spMkLst>
            <pc:docMk/>
            <pc:sldMk cId="1103057794" sldId="1022"/>
            <ac:spMk id="2" creationId="{4ACFB826-A198-F88A-6FE7-0FE6BA119138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1:55:39.060" v="10" actId="26606"/>
          <ac:spMkLst>
            <pc:docMk/>
            <pc:sldMk cId="1103057794" sldId="1022"/>
            <ac:spMk id="3" creationId="{C51B367D-31A9-FD91-2E32-215B3834187C}"/>
          </ac:spMkLst>
        </pc:spChg>
        <pc:spChg chg="add del">
          <ac:chgData name="José Pedro Calistro Torres de Miranda" userId="82558bf5-0a7c-4071-b398-5925c96dbeb2" providerId="ADAL" clId="{89CC919F-7453-480E-938F-25F434EDE67B}" dt="2025-05-16T01:56:26.213" v="30" actId="26606"/>
          <ac:spMkLst>
            <pc:docMk/>
            <pc:sldMk cId="1103057794" sldId="1022"/>
            <ac:spMk id="6" creationId="{AE2B703B-46F9-481A-A605-82E2A828C4FA}"/>
          </ac:spMkLst>
        </pc:spChg>
        <pc:spChg chg="add del">
          <ac:chgData name="José Pedro Calistro Torres de Miranda" userId="82558bf5-0a7c-4071-b398-5925c96dbeb2" providerId="ADAL" clId="{89CC919F-7453-480E-938F-25F434EDE67B}" dt="2025-05-16T01:56:26.213" v="30" actId="26606"/>
          <ac:spMkLst>
            <pc:docMk/>
            <pc:sldMk cId="1103057794" sldId="1022"/>
            <ac:spMk id="7" creationId="{F13BE4D7-0C3D-4906-B230-A1C5B4665CCF}"/>
          </ac:spMkLst>
        </pc:spChg>
        <pc:spChg chg="add del">
          <ac:chgData name="José Pedro Calistro Torres de Miranda" userId="82558bf5-0a7c-4071-b398-5925c96dbeb2" providerId="ADAL" clId="{89CC919F-7453-480E-938F-25F434EDE67B}" dt="2025-05-16T01:55:34.297" v="9" actId="26606"/>
          <ac:spMkLst>
            <pc:docMk/>
            <pc:sldMk cId="1103057794" sldId="1022"/>
            <ac:spMk id="9" creationId="{2659FDB4-FCBE-4A89-B46D-43D4FA54464D}"/>
          </ac:spMkLst>
        </pc:spChg>
        <pc:spChg chg="add">
          <ac:chgData name="José Pedro Calistro Torres de Miranda" userId="82558bf5-0a7c-4071-b398-5925c96dbeb2" providerId="ADAL" clId="{89CC919F-7453-480E-938F-25F434EDE67B}" dt="2025-05-16T01:56:26.213" v="30" actId="26606"/>
          <ac:spMkLst>
            <pc:docMk/>
            <pc:sldMk cId="1103057794" sldId="1022"/>
            <ac:spMk id="13" creationId="{AE2B703B-46F9-481A-A605-82E2A828C4FA}"/>
          </ac:spMkLst>
        </pc:spChg>
        <pc:spChg chg="add">
          <ac:chgData name="José Pedro Calistro Torres de Miranda" userId="82558bf5-0a7c-4071-b398-5925c96dbeb2" providerId="ADAL" clId="{89CC919F-7453-480E-938F-25F434EDE67B}" dt="2025-05-16T01:56:26.213" v="30" actId="26606"/>
          <ac:spMkLst>
            <pc:docMk/>
            <pc:sldMk cId="1103057794" sldId="1022"/>
            <ac:spMk id="15" creationId="{F13BE4D7-0C3D-4906-B230-A1C5B4665CCF}"/>
          </ac:spMkLst>
        </pc:spChg>
        <pc:graphicFrameChg chg="add del">
          <ac:chgData name="José Pedro Calistro Torres de Miranda" userId="82558bf5-0a7c-4071-b398-5925c96dbeb2" providerId="ADAL" clId="{89CC919F-7453-480E-938F-25F434EDE67B}" dt="2025-05-16T01:55:34.297" v="9" actId="26606"/>
          <ac:graphicFrameMkLst>
            <pc:docMk/>
            <pc:sldMk cId="1103057794" sldId="1022"/>
            <ac:graphicFrameMk id="5" creationId="{5186FB89-83B6-8EDC-C194-5816A9BAA2B8}"/>
          </ac:graphicFrameMkLst>
        </pc:graphicFrameChg>
        <pc:graphicFrameChg chg="add mod modGraphic">
          <ac:chgData name="José Pedro Calistro Torres de Miranda" userId="82558bf5-0a7c-4071-b398-5925c96dbeb2" providerId="ADAL" clId="{89CC919F-7453-480E-938F-25F434EDE67B}" dt="2025-05-16T01:56:26.213" v="30" actId="26606"/>
          <ac:graphicFrameMkLst>
            <pc:docMk/>
            <pc:sldMk cId="1103057794" sldId="1022"/>
            <ac:graphicFrameMk id="8" creationId="{18833B84-A4E5-E449-B936-6E7FBA2185DC}"/>
          </ac:graphicFrameMkLst>
        </pc:graphicFrameChg>
        <pc:cxnChg chg="add del">
          <ac:chgData name="José Pedro Calistro Torres de Miranda" userId="82558bf5-0a7c-4071-b398-5925c96dbeb2" providerId="ADAL" clId="{89CC919F-7453-480E-938F-25F434EDE67B}" dt="2025-05-16T01:55:34.297" v="9" actId="26606"/>
          <ac:cxnSpMkLst>
            <pc:docMk/>
            <pc:sldMk cId="1103057794" sldId="1022"/>
            <ac:cxnSpMk id="11" creationId="{C8F51B3F-8331-4E4A-AE96-D47B1006EEAD}"/>
          </ac:cxnSpMkLst>
        </pc:cxn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2:05:35.076" v="99"/>
        <pc:sldMkLst>
          <pc:docMk/>
          <pc:sldMk cId="0" sldId="1023"/>
        </pc:sldMkLst>
        <pc:spChg chg="mod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05:29.731" v="97" actId="26606"/>
          <ac:spMkLst>
            <pc:docMk/>
            <pc:sldMk cId="0" sldId="1023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05:29.731" v="97" actId="26606"/>
          <ac:graphicFrameMkLst>
            <pc:docMk/>
            <pc:sldMk cId="0" sldId="1023"/>
            <ac:graphicFrameMk id="5" creationId="{C4E4148E-FC50-6A5D-2675-2DCC39CECBA4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2:07:19.933" v="103"/>
        <pc:sldMkLst>
          <pc:docMk/>
          <pc:sldMk cId="0" sldId="1024"/>
        </pc:sldMkLst>
        <pc:spChg chg="mod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07:08.051" v="100" actId="26606"/>
          <ac:spMkLst>
            <pc:docMk/>
            <pc:sldMk cId="0" sldId="102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07:08.051" v="100" actId="26606"/>
          <ac:graphicFrameMkLst>
            <pc:docMk/>
            <pc:sldMk cId="0" sldId="1024"/>
            <ac:graphicFrameMk id="5" creationId="{A105E063-BB0D-7319-8AE3-D1C4DAB01CEC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89CC919F-7453-480E-938F-25F434EDE67B}" dt="2025-05-16T02:10:11.522" v="132" actId="47"/>
        <pc:sldMkLst>
          <pc:docMk/>
          <pc:sldMk cId="0" sldId="1025"/>
        </pc:sldMkLst>
        <pc:spChg chg="mod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08:09.937" v="105" actId="26606"/>
          <ac:spMkLst>
            <pc:docMk/>
            <pc:sldMk cId="0" sldId="1025"/>
            <ac:spMk id="15" creationId="{063BBA22-50EA-4C4D-BE05-F1CE4E63AA56}"/>
          </ac:spMkLst>
        </pc:spChg>
        <pc:graphicFrameChg chg="add modGraphic">
          <ac:chgData name="José Pedro Calistro Torres de Miranda" userId="82558bf5-0a7c-4071-b398-5925c96dbeb2" providerId="ADAL" clId="{89CC919F-7453-480E-938F-25F434EDE67B}" dt="2025-05-16T02:09:28.435" v="119" actId="26606"/>
          <ac:graphicFrameMkLst>
            <pc:docMk/>
            <pc:sldMk cId="0" sldId="1025"/>
            <ac:graphicFrameMk id="5" creationId="{87C0C4B5-B77D-90DB-2521-6C9FDB142763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2:16:18.725" v="200"/>
        <pc:sldMkLst>
          <pc:docMk/>
          <pc:sldMk cId="0" sldId="1026"/>
        </pc:sldMkLst>
        <pc:spChg chg="mod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13:15.194" v="161" actId="26606"/>
          <ac:spMkLst>
            <pc:docMk/>
            <pc:sldMk cId="0" sldId="102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13:15.194" v="161" actId="26606"/>
          <ac:graphicFrameMkLst>
            <pc:docMk/>
            <pc:sldMk cId="0" sldId="1026"/>
            <ac:graphicFrameMk id="5" creationId="{DBDB0483-45F4-AC2C-8122-28700407B486}"/>
          </ac:graphicFrameMkLst>
        </pc:graphicFrameChg>
        <pc:picChg chg="add mod">
          <ac:chgData name="José Pedro Calistro Torres de Miranda" userId="82558bf5-0a7c-4071-b398-5925c96dbeb2" providerId="ADAL" clId="{89CC919F-7453-480E-938F-25F434EDE67B}" dt="2025-05-16T02:14:04.362" v="163" actId="1076"/>
          <ac:picMkLst>
            <pc:docMk/>
            <pc:sldMk cId="0" sldId="1026"/>
            <ac:picMk id="5122" creationId="{28C24244-4C46-DA4E-6F7E-72584A8D7F71}"/>
          </ac:picMkLst>
        </pc:picChg>
      </pc:sldChg>
      <pc:sldChg chg="addSp delSp modSp add del mod">
        <pc:chgData name="José Pedro Calistro Torres de Miranda" userId="82558bf5-0a7c-4071-b398-5925c96dbeb2" providerId="ADAL" clId="{89CC919F-7453-480E-938F-25F434EDE67B}" dt="2025-05-16T02:05:24.513" v="96" actId="47"/>
        <pc:sldMkLst>
          <pc:docMk/>
          <pc:sldMk cId="3700530565" sldId="1027"/>
        </pc:sldMkLst>
        <pc:spChg chg="mod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" creationId="{413DCEB0-8323-C051-FBD2-38DFC4B00D12}"/>
          </ac:spMkLst>
        </pc:spChg>
        <pc:spChg chg="del">
          <ac:chgData name="José Pedro Calistro Torres de Miranda" userId="82558bf5-0a7c-4071-b398-5925c96dbeb2" providerId="ADAL" clId="{89CC919F-7453-480E-938F-25F434EDE67B}" dt="2025-05-16T02:03:52.359" v="70" actId="26606"/>
          <ac:spMkLst>
            <pc:docMk/>
            <pc:sldMk cId="3700530565" sldId="1027"/>
            <ac:spMk id="3" creationId="{C65EA15C-245B-DB63-14E4-4E6D99D11292}"/>
          </ac:spMkLst>
        </pc:spChg>
        <pc:spChg chg="del">
          <ac:chgData name="José Pedro Calistro Torres de Miranda" userId="82558bf5-0a7c-4071-b398-5925c96dbeb2" providerId="ADAL" clId="{89CC919F-7453-480E-938F-25F434EDE67B}" dt="2025-05-16T02:03:52.359" v="70" actId="26606"/>
          <ac:spMkLst>
            <pc:docMk/>
            <pc:sldMk cId="3700530565" sldId="1027"/>
            <ac:spMk id="2054" creationId="{ECD2EAF3-D0D6-2ECD-2A79-3464084F0B7E}"/>
          </ac:spMkLst>
        </pc:spChg>
        <pc:spChg chg="del">
          <ac:chgData name="José Pedro Calistro Torres de Miranda" userId="82558bf5-0a7c-4071-b398-5925c96dbeb2" providerId="ADAL" clId="{89CC919F-7453-480E-938F-25F434EDE67B}" dt="2025-05-16T02:03:52.359" v="70" actId="26606"/>
          <ac:spMkLst>
            <pc:docMk/>
            <pc:sldMk cId="3700530565" sldId="1027"/>
            <ac:spMk id="2059" creationId="{CBF917FB-C0E4-D44F-7C0D-0E84D4FC5F15}"/>
          </ac:spMkLst>
        </pc:spChg>
        <pc:spChg chg="add del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065" creationId="{BACC6370-2D7E-4714-9D71-7542949D7D5D}"/>
          </ac:spMkLst>
        </pc:spChg>
        <pc:spChg chg="add del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067" creationId="{F68B3F68-107C-434F-AA38-110D5EA91B85}"/>
          </ac:spMkLst>
        </pc:spChg>
        <pc:spChg chg="add del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069" creationId="{AAD0DBB9-1A4B-4391-81D4-CB19F9AB918A}"/>
          </ac:spMkLst>
        </pc:spChg>
        <pc:spChg chg="add del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071" creationId="{063BBA22-50EA-4C4D-BE05-F1CE4E63AA56}"/>
          </ac:spMkLst>
        </pc:spChg>
        <pc:spChg chg="add">
          <ac:chgData name="José Pedro Calistro Torres de Miranda" userId="82558bf5-0a7c-4071-b398-5925c96dbeb2" providerId="ADAL" clId="{89CC919F-7453-480E-938F-25F434EDE67B}" dt="2025-05-16T02:04:15.140" v="77" actId="26606"/>
          <ac:spMkLst>
            <pc:docMk/>
            <pc:sldMk cId="3700530565" sldId="1027"/>
            <ac:spMk id="2076" creationId="{2659FDB4-FCBE-4A89-B46D-43D4FA54464D}"/>
          </ac:spMkLst>
        </pc:spChg>
        <pc:graphicFrameChg chg="add mod modGraphic">
          <ac:chgData name="José Pedro Calistro Torres de Miranda" userId="82558bf5-0a7c-4071-b398-5925c96dbeb2" providerId="ADAL" clId="{89CC919F-7453-480E-938F-25F434EDE67B}" dt="2025-05-16T02:04:15.140" v="77" actId="26606"/>
          <ac:graphicFrameMkLst>
            <pc:docMk/>
            <pc:sldMk cId="3700530565" sldId="1027"/>
            <ac:graphicFrameMk id="2061" creationId="{527BFA05-354F-E11A-A65F-435292756F06}"/>
          </ac:graphicFrameMkLst>
        </pc:graphicFrameChg>
        <pc:picChg chg="del">
          <ac:chgData name="José Pedro Calistro Torres de Miranda" userId="82558bf5-0a7c-4071-b398-5925c96dbeb2" providerId="ADAL" clId="{89CC919F-7453-480E-938F-25F434EDE67B}" dt="2025-05-16T02:03:50.237" v="69" actId="478"/>
          <ac:picMkLst>
            <pc:docMk/>
            <pc:sldMk cId="3700530565" sldId="1027"/>
            <ac:picMk id="2052" creationId="{2FEDCFB6-B62A-1FF4-5860-8857F0A89215}"/>
          </ac:picMkLst>
        </pc:picChg>
        <pc:cxnChg chg="add">
          <ac:chgData name="José Pedro Calistro Torres de Miranda" userId="82558bf5-0a7c-4071-b398-5925c96dbeb2" providerId="ADAL" clId="{89CC919F-7453-480E-938F-25F434EDE67B}" dt="2025-05-16T02:04:15.140" v="77" actId="26606"/>
          <ac:cxnSpMkLst>
            <pc:docMk/>
            <pc:sldMk cId="3700530565" sldId="1027"/>
            <ac:cxnSpMk id="2078" creationId="{C8F51B3F-8331-4E4A-AE96-D47B1006EEAD}"/>
          </ac:cxnSpMkLst>
        </pc:cxnChg>
      </pc:sldChg>
      <pc:sldChg chg="addSp delSp modSp add mod modAnim">
        <pc:chgData name="José Pedro Calistro Torres de Miranda" userId="82558bf5-0a7c-4071-b398-5925c96dbeb2" providerId="ADAL" clId="{89CC919F-7453-480E-938F-25F434EDE67B}" dt="2025-05-16T03:40:29.280" v="464"/>
        <pc:sldMkLst>
          <pc:docMk/>
          <pc:sldMk cId="4278786519" sldId="1028"/>
        </pc:sldMkLst>
        <pc:spChg chg="mod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2" creationId="{87869B73-4C21-62C2-2241-82B61384FF92}"/>
          </ac:spMkLst>
        </pc:spChg>
        <pc:spChg chg="del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3" creationId="{B255D307-3377-6223-6EF3-4678ECF94F1D}"/>
          </ac:spMkLst>
        </pc:spChg>
        <pc:spChg chg="del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1031" creationId="{A1BAB66C-6498-90C0-F844-DCF41CE33CFD}"/>
          </ac:spMkLst>
        </pc:spChg>
        <pc:spChg chg="del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1033" creationId="{8C8DEF5D-2779-9BF0-B06C-70FB28661539}"/>
          </ac:spMkLst>
        </pc:spChg>
        <pc:spChg chg="del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1035" creationId="{2558E08B-8782-2C3D-8A04-6AD8AFC3D8BF}"/>
          </ac:spMkLst>
        </pc:spChg>
        <pc:spChg chg="add">
          <ac:chgData name="José Pedro Calistro Torres de Miranda" userId="82558bf5-0a7c-4071-b398-5925c96dbeb2" providerId="ADAL" clId="{89CC919F-7453-480E-938F-25F434EDE67B}" dt="2025-05-16T02:04:52.011" v="89" actId="26606"/>
          <ac:spMkLst>
            <pc:docMk/>
            <pc:sldMk cId="4278786519" sldId="1028"/>
            <ac:spMk id="1041" creationId="{2659FDB4-FCBE-4A89-B46D-43D4FA54464D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04:52.011" v="89" actId="26606"/>
          <ac:graphicFrameMkLst>
            <pc:docMk/>
            <pc:sldMk cId="4278786519" sldId="1028"/>
            <ac:graphicFrameMk id="1037" creationId="{AD322473-B06E-8C1C-2472-DBD0AD8882E3}"/>
          </ac:graphicFrameMkLst>
        </pc:graphicFrameChg>
        <pc:picChg chg="del">
          <ac:chgData name="José Pedro Calistro Torres de Miranda" userId="82558bf5-0a7c-4071-b398-5925c96dbeb2" providerId="ADAL" clId="{89CC919F-7453-480E-938F-25F434EDE67B}" dt="2025-05-16T02:04:46.473" v="88" actId="478"/>
          <ac:picMkLst>
            <pc:docMk/>
            <pc:sldMk cId="4278786519" sldId="1028"/>
            <ac:picMk id="1026" creationId="{88FD7CCF-9659-6267-42D2-61D75FF5D02C}"/>
          </ac:picMkLst>
        </pc:picChg>
        <pc:cxnChg chg="add">
          <ac:chgData name="José Pedro Calistro Torres de Miranda" userId="82558bf5-0a7c-4071-b398-5925c96dbeb2" providerId="ADAL" clId="{89CC919F-7453-480E-938F-25F434EDE67B}" dt="2025-05-16T02:04:52.011" v="89" actId="26606"/>
          <ac:cxnSpMkLst>
            <pc:docMk/>
            <pc:sldMk cId="4278786519" sldId="1028"/>
            <ac:cxnSpMk id="1043" creationId="{C8F51B3F-8331-4E4A-AE96-D47B1006EEAD}"/>
          </ac:cxnSpMkLst>
        </pc:cxn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2:10:07.355" v="131"/>
        <pc:sldMkLst>
          <pc:docMk/>
          <pc:sldMk cId="990789465" sldId="1029"/>
        </pc:sldMkLst>
        <pc:spChg chg="del">
          <ac:chgData name="José Pedro Calistro Torres de Miranda" userId="82558bf5-0a7c-4071-b398-5925c96dbeb2" providerId="ADAL" clId="{89CC919F-7453-480E-938F-25F434EDE67B}" dt="2025-05-16T02:08:24.156" v="108" actId="478"/>
          <ac:spMkLst>
            <pc:docMk/>
            <pc:sldMk cId="990789465" sldId="1029"/>
            <ac:spMk id="2" creationId="{65EEAD8E-D817-753E-3202-0A164F395D5A}"/>
          </ac:spMkLst>
        </pc:spChg>
        <pc:spChg chg="del">
          <ac:chgData name="José Pedro Calistro Torres de Miranda" userId="82558bf5-0a7c-4071-b398-5925c96dbeb2" providerId="ADAL" clId="{89CC919F-7453-480E-938F-25F434EDE67B}" dt="2025-05-16T02:08:28.075" v="110" actId="478"/>
          <ac:spMkLst>
            <pc:docMk/>
            <pc:sldMk cId="990789465" sldId="1029"/>
            <ac:spMk id="3" creationId="{6124BA00-7C69-094F-5ECE-5C4F9E9D2405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08:26.237" v="109" actId="478"/>
          <ac:spMkLst>
            <pc:docMk/>
            <pc:sldMk cId="990789465" sldId="1029"/>
            <ac:spMk id="5" creationId="{267EDB5B-A3CA-A1B7-EC78-BD0225B444F5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08:39.479" v="113" actId="478"/>
          <ac:spMkLst>
            <pc:docMk/>
            <pc:sldMk cId="990789465" sldId="1029"/>
            <ac:spMk id="7" creationId="{84FDCEE3-642D-5D8F-91CA-86B2D53B63DD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09:39.394" v="122" actId="478"/>
          <ac:spMkLst>
            <pc:docMk/>
            <pc:sldMk cId="990789465" sldId="1029"/>
            <ac:spMk id="10" creationId="{188C37D6-CE5F-75AD-9EE0-B9CBFEE42873}"/>
          </ac:spMkLst>
        </pc:spChg>
        <pc:spChg chg="add del">
          <ac:chgData name="José Pedro Calistro Torres de Miranda" userId="82558bf5-0a7c-4071-b398-5925c96dbeb2" providerId="ADAL" clId="{89CC919F-7453-480E-938F-25F434EDE67B}" dt="2025-05-16T02:08:45.502" v="114" actId="26606"/>
          <ac:spMkLst>
            <pc:docMk/>
            <pc:sldMk cId="990789465" sldId="1029"/>
            <ac:spMk id="3079" creationId="{04812C46-200A-4DEB-A05E-3ED6C68C2387}"/>
          </ac:spMkLst>
        </pc:spChg>
        <pc:spChg chg="add del">
          <ac:chgData name="José Pedro Calistro Torres de Miranda" userId="82558bf5-0a7c-4071-b398-5925c96dbeb2" providerId="ADAL" clId="{89CC919F-7453-480E-938F-25F434EDE67B}" dt="2025-05-16T02:08:45.502" v="114" actId="26606"/>
          <ac:spMkLst>
            <pc:docMk/>
            <pc:sldMk cId="990789465" sldId="1029"/>
            <ac:spMk id="3081" creationId="{D1EA859B-E555-4109-94F3-6700E046E008}"/>
          </ac:spMkLst>
        </pc:spChg>
        <pc:spChg chg="add">
          <ac:chgData name="José Pedro Calistro Torres de Miranda" userId="82558bf5-0a7c-4071-b398-5925c96dbeb2" providerId="ADAL" clId="{89CC919F-7453-480E-938F-25F434EDE67B}" dt="2025-05-16T02:08:45.502" v="114" actId="26606"/>
          <ac:spMkLst>
            <pc:docMk/>
            <pc:sldMk cId="990789465" sldId="1029"/>
            <ac:spMk id="3086" creationId="{42A4FC2C-047E-45A5-965D-8E1E3BF09BC6}"/>
          </ac:spMkLst>
        </pc:spChg>
        <pc:graphicFrameChg chg="add del mod">
          <ac:chgData name="José Pedro Calistro Torres de Miranda" userId="82558bf5-0a7c-4071-b398-5925c96dbeb2" providerId="ADAL" clId="{89CC919F-7453-480E-938F-25F434EDE67B}" dt="2025-05-16T02:09:33.875" v="120" actId="478"/>
          <ac:graphicFrameMkLst>
            <pc:docMk/>
            <pc:sldMk cId="990789465" sldId="1029"/>
            <ac:graphicFrameMk id="8" creationId="{017B47A7-A8C2-4DE0-3AA5-8B70231B8F00}"/>
          </ac:graphicFrameMkLst>
        </pc:graphicFrameChg>
        <pc:graphicFrameChg chg="add mod">
          <ac:chgData name="José Pedro Calistro Torres de Miranda" userId="82558bf5-0a7c-4071-b398-5925c96dbeb2" providerId="ADAL" clId="{89CC919F-7453-480E-938F-25F434EDE67B}" dt="2025-05-16T02:10:01.998" v="129" actId="12100"/>
          <ac:graphicFrameMkLst>
            <pc:docMk/>
            <pc:sldMk cId="990789465" sldId="1029"/>
            <ac:graphicFrameMk id="11" creationId="{0063534A-2CA0-F03B-B54E-C932ED348E4C}"/>
          </ac:graphicFrameMkLst>
        </pc:graphicFrameChg>
        <pc:picChg chg="add mod">
          <ac:chgData name="José Pedro Calistro Torres de Miranda" userId="82558bf5-0a7c-4071-b398-5925c96dbeb2" providerId="ADAL" clId="{89CC919F-7453-480E-938F-25F434EDE67B}" dt="2025-05-16T02:09:45.904" v="126" actId="1076"/>
          <ac:picMkLst>
            <pc:docMk/>
            <pc:sldMk cId="990789465" sldId="1029"/>
            <ac:picMk id="3074" creationId="{48C519C3-0BB8-B620-A5F0-6E91F535409B}"/>
          </ac:picMkLst>
        </pc:picChg>
      </pc:sldChg>
      <pc:sldChg chg="addSp delSp modSp add mod setBg modAnim setClrOvrMap">
        <pc:chgData name="José Pedro Calistro Torres de Miranda" userId="82558bf5-0a7c-4071-b398-5925c96dbeb2" providerId="ADAL" clId="{89CC919F-7453-480E-938F-25F434EDE67B}" dt="2025-05-16T02:13:03.666" v="160"/>
        <pc:sldMkLst>
          <pc:docMk/>
          <pc:sldMk cId="596736543" sldId="1030"/>
        </pc:sldMkLst>
        <pc:spChg chg="mod">
          <ac:chgData name="José Pedro Calistro Torres de Miranda" userId="82558bf5-0a7c-4071-b398-5925c96dbeb2" providerId="ADAL" clId="{89CC919F-7453-480E-938F-25F434EDE67B}" dt="2025-05-16T02:11:56.308" v="141" actId="26606"/>
          <ac:spMkLst>
            <pc:docMk/>
            <pc:sldMk cId="596736543" sldId="1030"/>
            <ac:spMk id="2" creationId="{128B3EA8-1F07-2D07-3A80-3E20F606679B}"/>
          </ac:spMkLst>
        </pc:spChg>
        <pc:spChg chg="del mod">
          <ac:chgData name="José Pedro Calistro Torres de Miranda" userId="82558bf5-0a7c-4071-b398-5925c96dbeb2" providerId="ADAL" clId="{89CC919F-7453-480E-938F-25F434EDE67B}" dt="2025-05-16T02:12:26.013" v="149" actId="478"/>
          <ac:spMkLst>
            <pc:docMk/>
            <pc:sldMk cId="596736543" sldId="1030"/>
            <ac:spMk id="3" creationId="{E5FCFB52-D20A-C52C-496A-1C5DBA7B803E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12:33.968" v="153" actId="478"/>
          <ac:spMkLst>
            <pc:docMk/>
            <pc:sldMk cId="596736543" sldId="1030"/>
            <ac:spMk id="5" creationId="{FE6FC76B-FC00-2BF8-DC3D-801605B67372}"/>
          </ac:spMkLst>
        </pc:spChg>
        <pc:spChg chg="add del">
          <ac:chgData name="José Pedro Calistro Torres de Miranda" userId="82558bf5-0a7c-4071-b398-5925c96dbeb2" providerId="ADAL" clId="{89CC919F-7453-480E-938F-25F434EDE67B}" dt="2025-05-16T02:11:41.674" v="138" actId="26606"/>
          <ac:spMkLst>
            <pc:docMk/>
            <pc:sldMk cId="596736543" sldId="1030"/>
            <ac:spMk id="4103" creationId="{04812C46-200A-4DEB-A05E-3ED6C68C2387}"/>
          </ac:spMkLst>
        </pc:spChg>
        <pc:spChg chg="add del">
          <ac:chgData name="José Pedro Calistro Torres de Miranda" userId="82558bf5-0a7c-4071-b398-5925c96dbeb2" providerId="ADAL" clId="{89CC919F-7453-480E-938F-25F434EDE67B}" dt="2025-05-16T02:11:41.674" v="138" actId="26606"/>
          <ac:spMkLst>
            <pc:docMk/>
            <pc:sldMk cId="596736543" sldId="1030"/>
            <ac:spMk id="4105" creationId="{D1EA859B-E555-4109-94F3-6700E046E008}"/>
          </ac:spMkLst>
        </pc:spChg>
        <pc:spChg chg="add del">
          <ac:chgData name="José Pedro Calistro Torres de Miranda" userId="82558bf5-0a7c-4071-b398-5925c96dbeb2" providerId="ADAL" clId="{89CC919F-7453-480E-938F-25F434EDE67B}" dt="2025-05-16T02:11:56.302" v="140" actId="26606"/>
          <ac:spMkLst>
            <pc:docMk/>
            <pc:sldMk cId="596736543" sldId="1030"/>
            <ac:spMk id="4107" creationId="{C5E6CFF1-2F42-4E10-9A97-F116F46F53FE}"/>
          </ac:spMkLst>
        </pc:spChg>
        <pc:spChg chg="add">
          <ac:chgData name="José Pedro Calistro Torres de Miranda" userId="82558bf5-0a7c-4071-b398-5925c96dbeb2" providerId="ADAL" clId="{89CC919F-7453-480E-938F-25F434EDE67B}" dt="2025-05-16T02:11:56.308" v="141" actId="26606"/>
          <ac:spMkLst>
            <pc:docMk/>
            <pc:sldMk cId="596736543" sldId="1030"/>
            <ac:spMk id="4110" creationId="{2B97F24A-32CE-4C1C-A50D-3016B394DCFB}"/>
          </ac:spMkLst>
        </pc:spChg>
        <pc:spChg chg="add">
          <ac:chgData name="José Pedro Calistro Torres de Miranda" userId="82558bf5-0a7c-4071-b398-5925c96dbeb2" providerId="ADAL" clId="{89CC919F-7453-480E-938F-25F434EDE67B}" dt="2025-05-16T02:11:56.308" v="141" actId="26606"/>
          <ac:spMkLst>
            <pc:docMk/>
            <pc:sldMk cId="596736543" sldId="1030"/>
            <ac:spMk id="4111" creationId="{CD8B4F24-440B-49E9-B85D-733523DC064B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2:12:51.669" v="157" actId="14100"/>
          <ac:graphicFrameMkLst>
            <pc:docMk/>
            <pc:sldMk cId="596736543" sldId="1030"/>
            <ac:graphicFrameMk id="6" creationId="{547AD3F1-49A7-5EA2-33C7-D0407F194C76}"/>
          </ac:graphicFrameMkLst>
        </pc:graphicFrameChg>
        <pc:picChg chg="add mod ord">
          <ac:chgData name="José Pedro Calistro Torres de Miranda" userId="82558bf5-0a7c-4071-b398-5925c96dbeb2" providerId="ADAL" clId="{89CC919F-7453-480E-938F-25F434EDE67B}" dt="2025-05-16T02:12:10.906" v="147" actId="1076"/>
          <ac:picMkLst>
            <pc:docMk/>
            <pc:sldMk cId="596736543" sldId="1030"/>
            <ac:picMk id="4098" creationId="{C9685470-C9C7-7832-90CB-1E8C09C664BB}"/>
          </ac:picMkLst>
        </pc:picChg>
        <pc:cxnChg chg="add del">
          <ac:chgData name="José Pedro Calistro Torres de Miranda" userId="82558bf5-0a7c-4071-b398-5925c96dbeb2" providerId="ADAL" clId="{89CC919F-7453-480E-938F-25F434EDE67B}" dt="2025-05-16T02:11:56.302" v="140" actId="26606"/>
          <ac:cxnSpMkLst>
            <pc:docMk/>
            <pc:sldMk cId="596736543" sldId="1030"/>
            <ac:cxnSpMk id="4108" creationId="{96A8629B-8289-498B-939B-1CA0C106182C}"/>
          </ac:cxnSpMkLst>
        </pc:cxnChg>
      </pc:sldChg>
      <pc:sldChg chg="add del">
        <pc:chgData name="José Pedro Calistro Torres de Miranda" userId="82558bf5-0a7c-4071-b398-5925c96dbeb2" providerId="ADAL" clId="{89CC919F-7453-480E-938F-25F434EDE67B}" dt="2025-05-16T02:16:29.920" v="203" actId="47"/>
        <pc:sldMkLst>
          <pc:docMk/>
          <pc:sldMk cId="3713099339" sldId="1031"/>
        </pc:sldMkLst>
      </pc:sldChg>
      <pc:sldChg chg="addSp delSp modSp new del mod modTransition setBg">
        <pc:chgData name="José Pedro Calistro Torres de Miranda" userId="82558bf5-0a7c-4071-b398-5925c96dbeb2" providerId="ADAL" clId="{89CC919F-7453-480E-938F-25F434EDE67B}" dt="2025-05-16T02:16:28.003" v="202" actId="47"/>
        <pc:sldMkLst>
          <pc:docMk/>
          <pc:sldMk cId="1916379380" sldId="1032"/>
        </pc:sldMkLst>
        <pc:spChg chg="del">
          <ac:chgData name="José Pedro Calistro Torres de Miranda" userId="82558bf5-0a7c-4071-b398-5925c96dbeb2" providerId="ADAL" clId="{89CC919F-7453-480E-938F-25F434EDE67B}" dt="2025-05-16T02:14:14.897" v="167" actId="478"/>
          <ac:spMkLst>
            <pc:docMk/>
            <pc:sldMk cId="1916379380" sldId="1032"/>
            <ac:spMk id="2" creationId="{9E9FD4C8-8F67-9098-17D8-AF8BD61A7680}"/>
          </ac:spMkLst>
        </pc:spChg>
        <pc:spChg chg="del">
          <ac:chgData name="José Pedro Calistro Torres de Miranda" userId="82558bf5-0a7c-4071-b398-5925c96dbeb2" providerId="ADAL" clId="{89CC919F-7453-480E-938F-25F434EDE67B}" dt="2025-05-16T02:14:12.969" v="166" actId="478"/>
          <ac:spMkLst>
            <pc:docMk/>
            <pc:sldMk cId="1916379380" sldId="1032"/>
            <ac:spMk id="3" creationId="{1585111C-9B2F-E8E4-38EE-3942D1B6CAD6}"/>
          </ac:spMkLst>
        </pc:spChg>
        <pc:spChg chg="add del">
          <ac:chgData name="José Pedro Calistro Torres de Miranda" userId="82558bf5-0a7c-4071-b398-5925c96dbeb2" providerId="ADAL" clId="{89CC919F-7453-480E-938F-25F434EDE67B}" dt="2025-05-16T02:14:30.904" v="170" actId="26606"/>
          <ac:spMkLst>
            <pc:docMk/>
            <pc:sldMk cId="1916379380" sldId="1032"/>
            <ac:spMk id="6151" creationId="{7BDAC5B6-20CE-447F-8BA1-F2274AC7AE5B}"/>
          </ac:spMkLst>
        </pc:spChg>
        <pc:spChg chg="add del">
          <ac:chgData name="José Pedro Calistro Torres de Miranda" userId="82558bf5-0a7c-4071-b398-5925c96dbeb2" providerId="ADAL" clId="{89CC919F-7453-480E-938F-25F434EDE67B}" dt="2025-05-16T02:14:30.904" v="170" actId="26606"/>
          <ac:spMkLst>
            <pc:docMk/>
            <pc:sldMk cId="1916379380" sldId="1032"/>
            <ac:spMk id="6153" creationId="{D1D22B31-BF8F-446B-9009-8A251FB177CB}"/>
          </ac:spMkLst>
        </pc:spChg>
        <pc:picChg chg="add del mod">
          <ac:chgData name="José Pedro Calistro Torres de Miranda" userId="82558bf5-0a7c-4071-b398-5925c96dbeb2" providerId="ADAL" clId="{89CC919F-7453-480E-938F-25F434EDE67B}" dt="2025-05-16T02:14:39.343" v="173" actId="21"/>
          <ac:picMkLst>
            <pc:docMk/>
            <pc:sldMk cId="1916379380" sldId="1032"/>
            <ac:picMk id="6146" creationId="{FC142DFE-DD5B-084D-71E0-026EEF83045B}"/>
          </ac:picMkLst>
        </pc:picChg>
        <pc:cxnChg chg="add">
          <ac:chgData name="José Pedro Calistro Torres de Miranda" userId="82558bf5-0a7c-4071-b398-5925c96dbeb2" providerId="ADAL" clId="{89CC919F-7453-480E-938F-25F434EDE67B}" dt="2025-05-16T02:14:30.904" v="170" actId="26606"/>
          <ac:cxnSpMkLst>
            <pc:docMk/>
            <pc:sldMk cId="1916379380" sldId="1032"/>
            <ac:cxnSpMk id="6158" creationId="{E12350F3-DB83-413A-980B-1CEB92498664}"/>
          </ac:cxnSpMkLst>
        </pc:cxnChg>
      </pc:sldChg>
      <pc:sldChg chg="addSp delSp modSp new del mod ord">
        <pc:chgData name="José Pedro Calistro Torres de Miranda" userId="82558bf5-0a7c-4071-b398-5925c96dbeb2" providerId="ADAL" clId="{89CC919F-7453-480E-938F-25F434EDE67B}" dt="2025-05-16T02:16:26.710" v="201" actId="47"/>
        <pc:sldMkLst>
          <pc:docMk/>
          <pc:sldMk cId="753536635" sldId="1033"/>
        </pc:sldMkLst>
        <pc:spChg chg="add del mod">
          <ac:chgData name="José Pedro Calistro Torres de Miranda" userId="82558bf5-0a7c-4071-b398-5925c96dbeb2" providerId="ADAL" clId="{89CC919F-7453-480E-938F-25F434EDE67B}" dt="2025-05-16T02:15:12.416" v="190"/>
          <ac:spMkLst>
            <pc:docMk/>
            <pc:sldMk cId="753536635" sldId="1033"/>
            <ac:spMk id="2" creationId="{C6790BEC-3836-7B98-DF77-11E9EBF66ED5}"/>
          </ac:spMkLst>
        </pc:spChg>
        <pc:spChg chg="del">
          <ac:chgData name="José Pedro Calistro Torres de Miranda" userId="82558bf5-0a7c-4071-b398-5925c96dbeb2" providerId="ADAL" clId="{89CC919F-7453-480E-938F-25F434EDE67B}" dt="2025-05-16T02:14:50.103" v="177"/>
          <ac:spMkLst>
            <pc:docMk/>
            <pc:sldMk cId="753536635" sldId="1033"/>
            <ac:spMk id="3" creationId="{E46DACE0-CE2F-0BCC-3B88-A037955C8936}"/>
          </ac:spMkLst>
        </pc:spChg>
        <pc:picChg chg="add mod">
          <ac:chgData name="José Pedro Calistro Torres de Miranda" userId="82558bf5-0a7c-4071-b398-5925c96dbeb2" providerId="ADAL" clId="{89CC919F-7453-480E-938F-25F434EDE67B}" dt="2025-05-16T02:15:10.682" v="188" actId="14100"/>
          <ac:picMkLst>
            <pc:docMk/>
            <pc:sldMk cId="753536635" sldId="1033"/>
            <ac:picMk id="6146" creationId="{FC142DFE-DD5B-084D-71E0-026EEF83045B}"/>
          </ac:picMkLst>
        </pc:picChg>
      </pc:sldChg>
      <pc:sldChg chg="addSp delSp modSp add mod modTransition">
        <pc:chgData name="José Pedro Calistro Torres de Miranda" userId="82558bf5-0a7c-4071-b398-5925c96dbeb2" providerId="ADAL" clId="{89CC919F-7453-480E-938F-25F434EDE67B}" dt="2025-05-16T02:15:57.419" v="196"/>
        <pc:sldMkLst>
          <pc:docMk/>
          <pc:sldMk cId="2306501023" sldId="1034"/>
        </pc:sldMkLst>
        <pc:spChg chg="add del mod">
          <ac:chgData name="José Pedro Calistro Torres de Miranda" userId="82558bf5-0a7c-4071-b398-5925c96dbeb2" providerId="ADAL" clId="{89CC919F-7453-480E-938F-25F434EDE67B}" dt="2025-05-16T02:15:22.572" v="193" actId="478"/>
          <ac:spMkLst>
            <pc:docMk/>
            <pc:sldMk cId="2306501023" sldId="1034"/>
            <ac:spMk id="4" creationId="{BC505A79-DCC9-DF4F-1D17-B309BAE15A39}"/>
          </ac:spMkLst>
        </pc:spChg>
        <pc:graphicFrameChg chg="del">
          <ac:chgData name="José Pedro Calistro Torres de Miranda" userId="82558bf5-0a7c-4071-b398-5925c96dbeb2" providerId="ADAL" clId="{89CC919F-7453-480E-938F-25F434EDE67B}" dt="2025-05-16T02:15:21" v="192" actId="478"/>
          <ac:graphicFrameMkLst>
            <pc:docMk/>
            <pc:sldMk cId="2306501023" sldId="1034"/>
            <ac:graphicFrameMk id="5" creationId="{16737B4D-A71E-2B72-88B0-BD164F674591}"/>
          </ac:graphicFrameMkLst>
        </pc:graphicFrameChg>
        <pc:picChg chg="mod">
          <ac:chgData name="José Pedro Calistro Torres de Miranda" userId="82558bf5-0a7c-4071-b398-5925c96dbeb2" providerId="ADAL" clId="{89CC919F-7453-480E-938F-25F434EDE67B}" dt="2025-05-16T02:15:27.058" v="195" actId="1076"/>
          <ac:picMkLst>
            <pc:docMk/>
            <pc:sldMk cId="2306501023" sldId="1034"/>
            <ac:picMk id="5122" creationId="{60F7A42C-9EA5-2E6E-36E4-68593967FADD}"/>
          </ac:picMkLst>
        </pc:picChg>
      </pc:sldChg>
      <pc:sldChg chg="addSp delSp modSp add mod modAnim">
        <pc:chgData name="José Pedro Calistro Torres de Miranda" userId="82558bf5-0a7c-4071-b398-5925c96dbeb2" providerId="ADAL" clId="{89CC919F-7453-480E-938F-25F434EDE67B}" dt="2025-05-16T02:18:25.105" v="267"/>
        <pc:sldMkLst>
          <pc:docMk/>
          <pc:sldMk cId="2260923952" sldId="1035"/>
        </pc:sldMkLst>
        <pc:spChg chg="mod">
          <ac:chgData name="José Pedro Calistro Torres de Miranda" userId="82558bf5-0a7c-4071-b398-5925c96dbeb2" providerId="ADAL" clId="{89CC919F-7453-480E-938F-25F434EDE67B}" dt="2025-05-16T02:17:26.994" v="224" actId="20577"/>
          <ac:spMkLst>
            <pc:docMk/>
            <pc:sldMk cId="2260923952" sldId="1035"/>
            <ac:spMk id="2" creationId="{E1010AF4-2355-115D-B969-355CC9A29AA9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2:17:55.970" v="246" actId="478"/>
          <ac:spMkLst>
            <pc:docMk/>
            <pc:sldMk cId="2260923952" sldId="1035"/>
            <ac:spMk id="4" creationId="{B6CCDC78-6CAF-EC27-D8BB-CD3A6FD30EAA}"/>
          </ac:spMkLst>
        </pc:spChg>
        <pc:spChg chg="add mod">
          <ac:chgData name="José Pedro Calistro Torres de Miranda" userId="82558bf5-0a7c-4071-b398-5925c96dbeb2" providerId="ADAL" clId="{89CC919F-7453-480E-938F-25F434EDE67B}" dt="2025-05-16T02:18:17.290" v="264" actId="1076"/>
          <ac:spMkLst>
            <pc:docMk/>
            <pc:sldMk cId="2260923952" sldId="1035"/>
            <ac:spMk id="5" creationId="{2356B45F-135B-147E-8163-7ACDB5DEFD9C}"/>
          </ac:spMkLst>
        </pc:spChg>
        <pc:graphicFrameChg chg="add mod">
          <ac:chgData name="José Pedro Calistro Torres de Miranda" userId="82558bf5-0a7c-4071-b398-5925c96dbeb2" providerId="ADAL" clId="{89CC919F-7453-480E-938F-25F434EDE67B}" dt="2025-05-16T02:17:16.788" v="210" actId="14100"/>
          <ac:graphicFrameMkLst>
            <pc:docMk/>
            <pc:sldMk cId="2260923952" sldId="1035"/>
            <ac:graphicFrameMk id="3" creationId="{C5E124EE-48CB-EE3B-3684-D31550A5293C}"/>
          </ac:graphicFrameMkLst>
        </pc:graphicFrameChg>
        <pc:picChg chg="mod">
          <ac:chgData name="José Pedro Calistro Torres de Miranda" userId="82558bf5-0a7c-4071-b398-5925c96dbeb2" providerId="ADAL" clId="{89CC919F-7453-480E-938F-25F434EDE67B}" dt="2025-05-16T02:16:51.427" v="205" actId="1076"/>
          <ac:picMkLst>
            <pc:docMk/>
            <pc:sldMk cId="2260923952" sldId="1035"/>
            <ac:picMk id="5122" creationId="{47B975F8-9C58-E700-90BE-D4DCB47A97A8}"/>
          </ac:picMkLst>
        </pc:pic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40:47.669" v="466"/>
        <pc:sldMkLst>
          <pc:docMk/>
          <pc:sldMk cId="1970225784" sldId="1036"/>
        </pc:sldMkLst>
        <pc:spChg chg="mod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2" creationId="{B45A318A-4C1B-5F83-3A5D-42E567B05529}"/>
          </ac:spMkLst>
        </pc:spChg>
        <pc:spChg chg="del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3" creationId="{8FB1E2AA-B053-2072-5C6E-97F823DCD1FD}"/>
          </ac:spMkLst>
        </pc:spChg>
        <pc:spChg chg="add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89CC919F-7453-480E-938F-25F434EDE67B}" dt="2025-05-16T02:20:06.209" v="273" actId="26606"/>
          <ac:spMkLst>
            <pc:docMk/>
            <pc:sldMk cId="1970225784" sldId="103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2:20:06.209" v="273" actId="26606"/>
          <ac:graphicFrameMkLst>
            <pc:docMk/>
            <pc:sldMk cId="1970225784" sldId="1036"/>
            <ac:graphicFrameMk id="5" creationId="{87BAAB9C-56E1-F49B-0F4F-3E9783BAC150}"/>
          </ac:graphicFrameMkLst>
        </pc:graphicFrameChg>
        <pc:picChg chg="del">
          <ac:chgData name="José Pedro Calistro Torres de Miranda" userId="82558bf5-0a7c-4071-b398-5925c96dbeb2" providerId="ADAL" clId="{89CC919F-7453-480E-938F-25F434EDE67B}" dt="2025-05-16T02:19:50.221" v="271" actId="478"/>
          <ac:picMkLst>
            <pc:docMk/>
            <pc:sldMk cId="1970225784" sldId="1036"/>
            <ac:picMk id="7170" creationId="{0E075E6C-8BB5-0305-A896-E1B3E8F80BBB}"/>
          </ac:picMkLst>
        </pc:picChg>
      </pc:sldChg>
      <pc:sldChg chg="addSp delSp modSp add mod setBg modAnim">
        <pc:chgData name="José Pedro Calistro Torres de Miranda" userId="82558bf5-0a7c-4071-b398-5925c96dbeb2" providerId="ADAL" clId="{89CC919F-7453-480E-938F-25F434EDE67B}" dt="2025-05-16T03:22:22.727" v="334"/>
        <pc:sldMkLst>
          <pc:docMk/>
          <pc:sldMk cId="1869189740" sldId="1037"/>
        </pc:sldMkLst>
        <pc:spChg chg="mod">
          <ac:chgData name="José Pedro Calistro Torres de Miranda" userId="82558bf5-0a7c-4071-b398-5925c96dbeb2" providerId="ADAL" clId="{89CC919F-7453-480E-938F-25F434EDE67B}" dt="2025-05-16T03:22:14.415" v="332" actId="1076"/>
          <ac:spMkLst>
            <pc:docMk/>
            <pc:sldMk cId="1869189740" sldId="1037"/>
            <ac:spMk id="2" creationId="{F11E78C3-16E0-1DDF-3101-68900B7BF469}"/>
          </ac:spMkLst>
        </pc:spChg>
        <pc:spChg chg="del">
          <ac:chgData name="José Pedro Calistro Torres de Miranda" userId="82558bf5-0a7c-4071-b398-5925c96dbeb2" providerId="ADAL" clId="{89CC919F-7453-480E-938F-25F434EDE67B}" dt="2025-05-16T03:20:42.269" v="309" actId="26606"/>
          <ac:spMkLst>
            <pc:docMk/>
            <pc:sldMk cId="1869189740" sldId="1037"/>
            <ac:spMk id="3" creationId="{0ADB8C94-0C02-F005-B459-24296AFBF48C}"/>
          </ac:spMkLst>
        </pc:spChg>
        <pc:spChg chg="add del">
          <ac:chgData name="José Pedro Calistro Torres de Miranda" userId="82558bf5-0a7c-4071-b398-5925c96dbeb2" providerId="ADAL" clId="{89CC919F-7453-480E-938F-25F434EDE67B}" dt="2025-05-16T03:21:03.048" v="313" actId="26606"/>
          <ac:spMkLst>
            <pc:docMk/>
            <pc:sldMk cId="1869189740" sldId="1037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89CC919F-7453-480E-938F-25F434EDE67B}" dt="2025-05-16T03:21:03.048" v="313" actId="26606"/>
          <ac:spMkLst>
            <pc:docMk/>
            <pc:sldMk cId="1869189740" sldId="1037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89CC919F-7453-480E-938F-25F434EDE67B}" dt="2025-05-16T03:21:03.048" v="313" actId="26606"/>
          <ac:spMkLst>
            <pc:docMk/>
            <pc:sldMk cId="1869189740" sldId="1037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89CC919F-7453-480E-938F-25F434EDE67B}" dt="2025-05-16T03:21:03.048" v="313" actId="26606"/>
          <ac:spMkLst>
            <pc:docMk/>
            <pc:sldMk cId="1869189740" sldId="1037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89CC919F-7453-480E-938F-25F434EDE67B}" dt="2025-05-16T03:21:03.048" v="313" actId="26606"/>
          <ac:spMkLst>
            <pc:docMk/>
            <pc:sldMk cId="1869189740" sldId="1037"/>
            <ac:spMk id="2055" creationId="{B50AB553-2A96-4A92-96F2-93548E096954}"/>
          </ac:spMkLst>
        </pc:spChg>
        <pc:graphicFrameChg chg="add mod modGraphic">
          <ac:chgData name="José Pedro Calistro Torres de Miranda" userId="82558bf5-0a7c-4071-b398-5925c96dbeb2" providerId="ADAL" clId="{89CC919F-7453-480E-938F-25F434EDE67B}" dt="2025-05-16T03:22:11.435" v="331" actId="1076"/>
          <ac:graphicFrameMkLst>
            <pc:docMk/>
            <pc:sldMk cId="1869189740" sldId="1037"/>
            <ac:graphicFrameMk id="5" creationId="{EAF4DAB0-88E2-7225-ED21-B0060D62AE18}"/>
          </ac:graphicFrameMkLst>
        </pc:graphicFrameChg>
        <pc:picChg chg="add del mod ord">
          <ac:chgData name="José Pedro Calistro Torres de Miranda" userId="82558bf5-0a7c-4071-b398-5925c96dbeb2" providerId="ADAL" clId="{89CC919F-7453-480E-938F-25F434EDE67B}" dt="2025-05-16T03:21:40.679" v="324" actId="478"/>
          <ac:picMkLst>
            <pc:docMk/>
            <pc:sldMk cId="1869189740" sldId="1037"/>
            <ac:picMk id="2050" creationId="{08422953-2428-33E7-E92E-1824F727B657}"/>
          </ac:picMkLst>
        </pc:picChg>
        <pc:picChg chg="add mod">
          <ac:chgData name="José Pedro Calistro Torres de Miranda" userId="82558bf5-0a7c-4071-b398-5925c96dbeb2" providerId="ADAL" clId="{89CC919F-7453-480E-938F-25F434EDE67B}" dt="2025-05-16T03:22:04.687" v="329" actId="1076"/>
          <ac:picMkLst>
            <pc:docMk/>
            <pc:sldMk cId="1869189740" sldId="1037"/>
            <ac:picMk id="2052" creationId="{41070A12-B731-780B-DB43-284BC9B4CF39}"/>
          </ac:picMkLst>
        </pc:picChg>
      </pc:sldChg>
      <pc:sldChg chg="addSp delSp modSp new del mod">
        <pc:chgData name="José Pedro Calistro Torres de Miranda" userId="82558bf5-0a7c-4071-b398-5925c96dbeb2" providerId="ADAL" clId="{89CC919F-7453-480E-938F-25F434EDE67B}" dt="2025-05-16T03:31:09.613" v="388" actId="47"/>
        <pc:sldMkLst>
          <pc:docMk/>
          <pc:sldMk cId="3138464164" sldId="1038"/>
        </pc:sldMkLst>
        <pc:spChg chg="del mod">
          <ac:chgData name="José Pedro Calistro Torres de Miranda" userId="82558bf5-0a7c-4071-b398-5925c96dbeb2" providerId="ADAL" clId="{89CC919F-7453-480E-938F-25F434EDE67B}" dt="2025-05-16T03:30:10.519" v="375" actId="26606"/>
          <ac:spMkLst>
            <pc:docMk/>
            <pc:sldMk cId="3138464164" sldId="1038"/>
            <ac:spMk id="3" creationId="{EC98C6E8-F246-0040-844A-490ACE924354}"/>
          </ac:spMkLst>
        </pc:spChg>
        <pc:graphicFrameChg chg="add">
          <ac:chgData name="José Pedro Calistro Torres de Miranda" userId="82558bf5-0a7c-4071-b398-5925c96dbeb2" providerId="ADAL" clId="{89CC919F-7453-480E-938F-25F434EDE67B}" dt="2025-05-16T03:30:10.519" v="375" actId="26606"/>
          <ac:graphicFrameMkLst>
            <pc:docMk/>
            <pc:sldMk cId="3138464164" sldId="1038"/>
            <ac:graphicFrameMk id="5" creationId="{F73EFCFA-A9D4-9253-8CF9-675794511219}"/>
          </ac:graphicFrameMkLst>
        </pc:graphicFrameChg>
      </pc:sldChg>
      <pc:sldChg chg="addSp delSp modSp new del mod setBg">
        <pc:chgData name="José Pedro Calistro Torres de Miranda" userId="82558bf5-0a7c-4071-b398-5925c96dbeb2" providerId="ADAL" clId="{89CC919F-7453-480E-938F-25F434EDE67B}" dt="2025-05-16T03:39:50.380" v="455" actId="47"/>
        <pc:sldMkLst>
          <pc:docMk/>
          <pc:sldMk cId="3428747010" sldId="1038"/>
        </pc:sldMkLst>
        <pc:spChg chg="mod">
          <ac:chgData name="José Pedro Calistro Torres de Miranda" userId="82558bf5-0a7c-4071-b398-5925c96dbeb2" providerId="ADAL" clId="{89CC919F-7453-480E-938F-25F434EDE67B}" dt="2025-05-16T03:34:59.568" v="400" actId="26606"/>
          <ac:spMkLst>
            <pc:docMk/>
            <pc:sldMk cId="3428747010" sldId="1038"/>
            <ac:spMk id="2" creationId="{98B48F9F-A956-4901-8413-6791C7BA408A}"/>
          </ac:spMkLst>
        </pc:spChg>
        <pc:spChg chg="del mod">
          <ac:chgData name="José Pedro Calistro Torres de Miranda" userId="82558bf5-0a7c-4071-b398-5925c96dbeb2" providerId="ADAL" clId="{89CC919F-7453-480E-938F-25F434EDE67B}" dt="2025-05-16T03:34:59.568" v="400" actId="26606"/>
          <ac:spMkLst>
            <pc:docMk/>
            <pc:sldMk cId="3428747010" sldId="1038"/>
            <ac:spMk id="3" creationId="{283F93B5-CFEE-F982-3E9D-00FDCB4FB10F}"/>
          </ac:spMkLst>
        </pc:spChg>
        <pc:spChg chg="add">
          <ac:chgData name="José Pedro Calistro Torres de Miranda" userId="82558bf5-0a7c-4071-b398-5925c96dbeb2" providerId="ADAL" clId="{89CC919F-7453-480E-938F-25F434EDE67B}" dt="2025-05-16T03:34:59.568" v="400" actId="26606"/>
          <ac:spMkLst>
            <pc:docMk/>
            <pc:sldMk cId="3428747010" sldId="1038"/>
            <ac:spMk id="10" creationId="{B50AB553-2A96-4A92-96F2-93548E096954}"/>
          </ac:spMkLst>
        </pc:spChg>
        <pc:graphicFrameChg chg="add mod modGraphic">
          <ac:chgData name="José Pedro Calistro Torres de Miranda" userId="82558bf5-0a7c-4071-b398-5925c96dbeb2" providerId="ADAL" clId="{89CC919F-7453-480E-938F-25F434EDE67B}" dt="2025-05-16T03:38:09.540" v="432" actId="14100"/>
          <ac:graphicFrameMkLst>
            <pc:docMk/>
            <pc:sldMk cId="3428747010" sldId="1038"/>
            <ac:graphicFrameMk id="5" creationId="{E8EA75D4-E5E8-5CE0-D1BD-58CEB2C436C3}"/>
          </ac:graphicFrameMkLst>
        </pc:graphicFrameChg>
        <pc:picChg chg="add mod">
          <ac:chgData name="José Pedro Calistro Torres de Miranda" userId="82558bf5-0a7c-4071-b398-5925c96dbeb2" providerId="ADAL" clId="{89CC919F-7453-480E-938F-25F434EDE67B}" dt="2025-05-16T03:35:04.947" v="402" actId="27614"/>
          <ac:picMkLst>
            <pc:docMk/>
            <pc:sldMk cId="3428747010" sldId="1038"/>
            <ac:picMk id="6" creationId="{2C45DF26-25F6-0BDA-1C07-CD4BDBABDD1F}"/>
          </ac:picMkLst>
        </pc:picChg>
      </pc:sldChg>
      <pc:sldChg chg="addSp delSp modSp new mod setBg modAnim">
        <pc:chgData name="José Pedro Calistro Torres de Miranda" userId="82558bf5-0a7c-4071-b398-5925c96dbeb2" providerId="ADAL" clId="{89CC919F-7453-480E-938F-25F434EDE67B}" dt="2025-05-16T03:45:18.872" v="494"/>
        <pc:sldMkLst>
          <pc:docMk/>
          <pc:sldMk cId="3607439279" sldId="1038"/>
        </pc:sldMkLst>
        <pc:spChg chg="mod">
          <ac:chgData name="José Pedro Calistro Torres de Miranda" userId="82558bf5-0a7c-4071-b398-5925c96dbeb2" providerId="ADAL" clId="{89CC919F-7453-480E-938F-25F434EDE67B}" dt="2025-05-16T03:45:10.344" v="492" actId="26606"/>
          <ac:spMkLst>
            <pc:docMk/>
            <pc:sldMk cId="3607439279" sldId="1038"/>
            <ac:spMk id="2" creationId="{55537A97-2B71-112A-BEC4-62539655A8DA}"/>
          </ac:spMkLst>
        </pc:spChg>
        <pc:spChg chg="del">
          <ac:chgData name="José Pedro Calistro Torres de Miranda" userId="82558bf5-0a7c-4071-b398-5925c96dbeb2" providerId="ADAL" clId="{89CC919F-7453-480E-938F-25F434EDE67B}" dt="2025-05-16T03:44:28.002" v="481"/>
          <ac:spMkLst>
            <pc:docMk/>
            <pc:sldMk cId="3607439279" sldId="1038"/>
            <ac:spMk id="3" creationId="{C2ABA020-EB2E-E43A-72DB-26DE71B5D7F5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3:45:10.344" v="492" actId="26606"/>
          <ac:spMkLst>
            <pc:docMk/>
            <pc:sldMk cId="3607439279" sldId="1038"/>
            <ac:spMk id="4" creationId="{63CBA07B-2C4B-2FB9-EBC1-1AF0C033DF96}"/>
          </ac:spMkLst>
        </pc:spChg>
        <pc:spChg chg="add">
          <ac:chgData name="José Pedro Calistro Torres de Miranda" userId="82558bf5-0a7c-4071-b398-5925c96dbeb2" providerId="ADAL" clId="{89CC919F-7453-480E-938F-25F434EDE67B}" dt="2025-05-16T03:45:10.344" v="492" actId="26606"/>
          <ac:spMkLst>
            <pc:docMk/>
            <pc:sldMk cId="3607439279" sldId="1038"/>
            <ac:spMk id="10" creationId="{AE2B703B-46F9-481A-A605-82E2A828C4FA}"/>
          </ac:spMkLst>
        </pc:spChg>
        <pc:spChg chg="add">
          <ac:chgData name="José Pedro Calistro Torres de Miranda" userId="82558bf5-0a7c-4071-b398-5925c96dbeb2" providerId="ADAL" clId="{89CC919F-7453-480E-938F-25F434EDE67B}" dt="2025-05-16T03:45:10.344" v="492" actId="26606"/>
          <ac:spMkLst>
            <pc:docMk/>
            <pc:sldMk cId="3607439279" sldId="1038"/>
            <ac:spMk id="12" creationId="{F13BE4D7-0C3D-4906-B230-A1C5B4665CCF}"/>
          </ac:spMkLst>
        </pc:spChg>
        <pc:graphicFrameChg chg="add del mod">
          <ac:chgData name="José Pedro Calistro Torres de Miranda" userId="82558bf5-0a7c-4071-b398-5925c96dbeb2" providerId="ADAL" clId="{89CC919F-7453-480E-938F-25F434EDE67B}" dt="2025-05-16T03:45:05.136" v="491" actId="26606"/>
          <ac:graphicFrameMkLst>
            <pc:docMk/>
            <pc:sldMk cId="3607439279" sldId="1038"/>
            <ac:graphicFrameMk id="6" creationId="{85409964-6EA6-7082-9CEA-2EF05C9F75D1}"/>
          </ac:graphicFrameMkLst>
        </pc:graphicFrameChg>
        <pc:graphicFrameChg chg="add">
          <ac:chgData name="José Pedro Calistro Torres de Miranda" userId="82558bf5-0a7c-4071-b398-5925c96dbeb2" providerId="ADAL" clId="{89CC919F-7453-480E-938F-25F434EDE67B}" dt="2025-05-16T03:45:10.344" v="492" actId="26606"/>
          <ac:graphicFrameMkLst>
            <pc:docMk/>
            <pc:sldMk cId="3607439279" sldId="1038"/>
            <ac:graphicFrameMk id="7" creationId="{CBF4624B-32E2-59AA-CBFA-A5AB8052348B}"/>
          </ac:graphicFrameMkLst>
        </pc:graphicFrameChg>
      </pc:sldChg>
      <pc:sldChg chg="addSp delSp modSp new mod">
        <pc:chgData name="José Pedro Calistro Torres de Miranda" userId="82558bf5-0a7c-4071-b398-5925c96dbeb2" providerId="ADAL" clId="{89CC919F-7453-480E-938F-25F434EDE67B}" dt="2025-05-16T03:51:34.649" v="529" actId="20577"/>
        <pc:sldMkLst>
          <pc:docMk/>
          <pc:sldMk cId="2530064535" sldId="1039"/>
        </pc:sldMkLst>
        <pc:spChg chg="mod">
          <ac:chgData name="José Pedro Calistro Torres de Miranda" userId="82558bf5-0a7c-4071-b398-5925c96dbeb2" providerId="ADAL" clId="{89CC919F-7453-480E-938F-25F434EDE67B}" dt="2025-05-16T03:51:11.319" v="525" actId="14100"/>
          <ac:spMkLst>
            <pc:docMk/>
            <pc:sldMk cId="2530064535" sldId="1039"/>
            <ac:spMk id="2" creationId="{D40ED133-63ED-6F0E-CB5D-710BAF2A38E2}"/>
          </ac:spMkLst>
        </pc:spChg>
        <pc:spChg chg="del">
          <ac:chgData name="José Pedro Calistro Torres de Miranda" userId="82558bf5-0a7c-4071-b398-5925c96dbeb2" providerId="ADAL" clId="{89CC919F-7453-480E-938F-25F434EDE67B}" dt="2025-05-16T03:46:54.854" v="498"/>
          <ac:spMkLst>
            <pc:docMk/>
            <pc:sldMk cId="2530064535" sldId="1039"/>
            <ac:spMk id="3" creationId="{161A116B-826C-839B-3A65-045F971FE3E5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3:47:10.101" v="499" actId="478"/>
          <ac:spMkLst>
            <pc:docMk/>
            <pc:sldMk cId="2530064535" sldId="1039"/>
            <ac:spMk id="4" creationId="{1129EBC2-5444-2034-0CF9-3420009C078E}"/>
          </ac:spMkLst>
        </pc:spChg>
        <pc:spChg chg="add del mod">
          <ac:chgData name="José Pedro Calistro Torres de Miranda" userId="82558bf5-0a7c-4071-b398-5925c96dbeb2" providerId="ADAL" clId="{89CC919F-7453-480E-938F-25F434EDE67B}" dt="2025-05-16T03:49:17.902" v="506" actId="478"/>
          <ac:spMkLst>
            <pc:docMk/>
            <pc:sldMk cId="2530064535" sldId="1039"/>
            <ac:spMk id="5" creationId="{2E37D14C-1FD4-4B72-5BDD-A4B8B33A9620}"/>
          </ac:spMkLst>
        </pc:spChg>
        <pc:graphicFrameChg chg="add mod modGraphic">
          <ac:chgData name="José Pedro Calistro Torres de Miranda" userId="82558bf5-0a7c-4071-b398-5925c96dbeb2" providerId="ADAL" clId="{89CC919F-7453-480E-938F-25F434EDE67B}" dt="2025-05-16T03:51:34.649" v="529" actId="20577"/>
          <ac:graphicFrameMkLst>
            <pc:docMk/>
            <pc:sldMk cId="2530064535" sldId="1039"/>
            <ac:graphicFrameMk id="6" creationId="{61F4B151-C2D0-B3A6-D618-A3DA74F3552B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6" Type="http://schemas.openxmlformats.org/officeDocument/2006/relationships/image" Target="../media/image37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4" Type="http://schemas.openxmlformats.org/officeDocument/2006/relationships/image" Target="../media/image7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4" Type="http://schemas.openxmlformats.org/officeDocument/2006/relationships/image" Target="../media/image7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4" Type="http://schemas.openxmlformats.org/officeDocument/2006/relationships/image" Target="../media/image85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4" Type="http://schemas.openxmlformats.org/officeDocument/2006/relationships/image" Target="../media/image85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0.svg"/><Relationship Id="rId5" Type="http://schemas.openxmlformats.org/officeDocument/2006/relationships/image" Target="../media/image11.png"/><Relationship Id="rId4" Type="http://schemas.openxmlformats.org/officeDocument/2006/relationships/image" Target="../media/image89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56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4" Type="http://schemas.openxmlformats.org/officeDocument/2006/relationships/image" Target="../media/image107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111.svg"/></Relationships>
</file>

<file path=ppt/diagrams/_rels/data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sv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9.svg"/><Relationship Id="rId5" Type="http://schemas.openxmlformats.org/officeDocument/2006/relationships/image" Target="../media/image118.png"/><Relationship Id="rId10" Type="http://schemas.openxmlformats.org/officeDocument/2006/relationships/image" Target="../media/image123.svg"/><Relationship Id="rId4" Type="http://schemas.openxmlformats.org/officeDocument/2006/relationships/image" Target="../media/image117.svg"/><Relationship Id="rId9" Type="http://schemas.openxmlformats.org/officeDocument/2006/relationships/image" Target="../media/image1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6" Type="http://schemas.openxmlformats.org/officeDocument/2006/relationships/image" Target="../media/image37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4" Type="http://schemas.openxmlformats.org/officeDocument/2006/relationships/image" Target="../media/image7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4" Type="http://schemas.openxmlformats.org/officeDocument/2006/relationships/image" Target="../media/image7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4" Type="http://schemas.openxmlformats.org/officeDocument/2006/relationships/image" Target="../media/image85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Relationship Id="rId4" Type="http://schemas.openxmlformats.org/officeDocument/2006/relationships/image" Target="../media/image85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6" Type="http://schemas.openxmlformats.org/officeDocument/2006/relationships/image" Target="../media/image90.svg"/><Relationship Id="rId5" Type="http://schemas.openxmlformats.org/officeDocument/2006/relationships/image" Target="../media/image11.png"/><Relationship Id="rId4" Type="http://schemas.openxmlformats.org/officeDocument/2006/relationships/image" Target="../media/image89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56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4" Type="http://schemas.openxmlformats.org/officeDocument/2006/relationships/image" Target="../media/image107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4" Type="http://schemas.openxmlformats.org/officeDocument/2006/relationships/image" Target="../media/image111.svg"/></Relationships>
</file>

<file path=ppt/diagrams/_rels/drawing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sv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image" Target="../media/image115.svg"/><Relationship Id="rId1" Type="http://schemas.openxmlformats.org/officeDocument/2006/relationships/image" Target="../media/image114.png"/><Relationship Id="rId6" Type="http://schemas.openxmlformats.org/officeDocument/2006/relationships/image" Target="../media/image119.svg"/><Relationship Id="rId5" Type="http://schemas.openxmlformats.org/officeDocument/2006/relationships/image" Target="../media/image118.png"/><Relationship Id="rId10" Type="http://schemas.openxmlformats.org/officeDocument/2006/relationships/image" Target="../media/image123.svg"/><Relationship Id="rId4" Type="http://schemas.openxmlformats.org/officeDocument/2006/relationships/image" Target="../media/image117.svg"/><Relationship Id="rId9" Type="http://schemas.openxmlformats.org/officeDocument/2006/relationships/image" Target="../media/image1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C13632-5EAB-4D37-AB91-AB5A2A2492D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FDB9426-E563-4C68-A424-6F8D60708DB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Compreender os fundamentos do Apache Spark e sua importância no contexto de Big Data</a:t>
          </a:r>
          <a:endParaRPr lang="en-US"/>
        </a:p>
      </dgm:t>
    </dgm:pt>
    <dgm:pt modelId="{AD2C897B-92FB-4ED1-9B67-63779523ED49}" type="parTrans" cxnId="{11D1E832-B569-46AC-B55D-E12E7BE0C88C}">
      <dgm:prSet/>
      <dgm:spPr/>
      <dgm:t>
        <a:bodyPr/>
        <a:lstStyle/>
        <a:p>
          <a:endParaRPr lang="en-US"/>
        </a:p>
      </dgm:t>
    </dgm:pt>
    <dgm:pt modelId="{D7723E65-C822-4AA7-ABEE-0B3A144A8E88}" type="sibTrans" cxnId="{11D1E832-B569-46AC-B55D-E12E7BE0C8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A859D2-2CBD-4DB8-9EA3-1082A6FEA60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Explorar a arquitetura distribuída e os conceitos de cluster, particionamento e replicação</a:t>
          </a:r>
          <a:endParaRPr lang="en-US"/>
        </a:p>
      </dgm:t>
    </dgm:pt>
    <dgm:pt modelId="{756AAE0C-1412-43F6-8E2A-30722B512DC7}" type="parTrans" cxnId="{248EC071-49DC-49FF-A812-C4759EF678E3}">
      <dgm:prSet/>
      <dgm:spPr/>
      <dgm:t>
        <a:bodyPr/>
        <a:lstStyle/>
        <a:p>
          <a:endParaRPr lang="en-US"/>
        </a:p>
      </dgm:t>
    </dgm:pt>
    <dgm:pt modelId="{D57938EA-9343-4D3D-8F40-16B16AC13FE8}" type="sibTrans" cxnId="{248EC071-49DC-49FF-A812-C4759EF678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3D5503B-857F-4BA7-81CA-41B0E7431F4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Aprender a configurar e utilizar um ambiente no Databricks Community Edition</a:t>
          </a:r>
          <a:endParaRPr lang="en-US"/>
        </a:p>
      </dgm:t>
    </dgm:pt>
    <dgm:pt modelId="{F3C3D27D-9408-45A1-817F-83BA3AEBC139}" type="parTrans" cxnId="{5934FAF5-F2DA-401A-A87D-9C66BCC7951C}">
      <dgm:prSet/>
      <dgm:spPr/>
      <dgm:t>
        <a:bodyPr/>
        <a:lstStyle/>
        <a:p>
          <a:endParaRPr lang="en-US"/>
        </a:p>
      </dgm:t>
    </dgm:pt>
    <dgm:pt modelId="{9F82B183-CB79-4A5B-B760-CF58D0602DAF}" type="sibTrans" cxnId="{5934FAF5-F2DA-401A-A87D-9C66BCC795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D53E436-3A46-45FE-9059-F5C86CA241A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Importar e manipular conjuntos de dados com PySpark</a:t>
          </a:r>
          <a:endParaRPr lang="en-US"/>
        </a:p>
      </dgm:t>
    </dgm:pt>
    <dgm:pt modelId="{84B3F9AA-11AE-4E72-B5A7-62D1364FBB8E}" type="parTrans" cxnId="{9C556EC4-33F7-4360-B904-045F7CCDB348}">
      <dgm:prSet/>
      <dgm:spPr/>
      <dgm:t>
        <a:bodyPr/>
        <a:lstStyle/>
        <a:p>
          <a:endParaRPr lang="en-US"/>
        </a:p>
      </dgm:t>
    </dgm:pt>
    <dgm:pt modelId="{B21E2777-D349-4D4F-BB8A-81CF423E7378}" type="sibTrans" cxnId="{9C556EC4-33F7-4360-B904-045F7CCDB3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551835-B8D9-4C5A-AA60-C3C6EB7E393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Realizar operações básicas em DataFrames: seleção, filtragem, ordenação</a:t>
          </a:r>
          <a:endParaRPr lang="en-US"/>
        </a:p>
      </dgm:t>
    </dgm:pt>
    <dgm:pt modelId="{9F7FB7EF-0E30-44C3-92AC-16852D513263}" type="parTrans" cxnId="{36D61D5F-D1B8-4D79-A70A-5156DD6D6556}">
      <dgm:prSet/>
      <dgm:spPr/>
      <dgm:t>
        <a:bodyPr/>
        <a:lstStyle/>
        <a:p>
          <a:endParaRPr lang="en-US"/>
        </a:p>
      </dgm:t>
    </dgm:pt>
    <dgm:pt modelId="{C1BA3EB4-D624-4268-B05C-E37ECFC8B755}" type="sibTrans" cxnId="{36D61D5F-D1B8-4D79-A70A-5156DD6D65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D2180B-7CA0-42ED-9717-FB508DFDA9C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Refletir sobre o uso prático do Spark no projeto final da disciplina</a:t>
          </a:r>
          <a:endParaRPr lang="en-US"/>
        </a:p>
      </dgm:t>
    </dgm:pt>
    <dgm:pt modelId="{6DF3EBD3-8F13-424E-A51E-42AD0FF39EF7}" type="parTrans" cxnId="{679BF978-1031-44EF-B00C-4C7E01730D72}">
      <dgm:prSet/>
      <dgm:spPr/>
      <dgm:t>
        <a:bodyPr/>
        <a:lstStyle/>
        <a:p>
          <a:endParaRPr lang="en-US"/>
        </a:p>
      </dgm:t>
    </dgm:pt>
    <dgm:pt modelId="{21BCB21C-3CCE-4034-B7F0-72A80E9954E8}" type="sibTrans" cxnId="{679BF978-1031-44EF-B00C-4C7E01730D72}">
      <dgm:prSet/>
      <dgm:spPr/>
      <dgm:t>
        <a:bodyPr/>
        <a:lstStyle/>
        <a:p>
          <a:endParaRPr lang="en-US"/>
        </a:p>
      </dgm:t>
    </dgm:pt>
    <dgm:pt modelId="{F00985A0-9C72-4DE9-80AE-BE9663067E09}" type="pres">
      <dgm:prSet presAssocID="{D1C13632-5EAB-4D37-AB91-AB5A2A2492D5}" presName="root" presStyleCnt="0">
        <dgm:presLayoutVars>
          <dgm:dir/>
          <dgm:resizeHandles val="exact"/>
        </dgm:presLayoutVars>
      </dgm:prSet>
      <dgm:spPr/>
    </dgm:pt>
    <dgm:pt modelId="{4E8D2AAF-5B85-42DA-9F9B-FBB850FCEFBF}" type="pres">
      <dgm:prSet presAssocID="{D1C13632-5EAB-4D37-AB91-AB5A2A2492D5}" presName="container" presStyleCnt="0">
        <dgm:presLayoutVars>
          <dgm:dir/>
          <dgm:resizeHandles val="exact"/>
        </dgm:presLayoutVars>
      </dgm:prSet>
      <dgm:spPr/>
    </dgm:pt>
    <dgm:pt modelId="{5DA73B13-A826-481C-8303-CDFB6931DED8}" type="pres">
      <dgm:prSet presAssocID="{8FDB9426-E563-4C68-A424-6F8D60708DB9}" presName="compNode" presStyleCnt="0"/>
      <dgm:spPr/>
    </dgm:pt>
    <dgm:pt modelId="{EE69C331-8DCC-45AA-9FAC-62278A53C36B}" type="pres">
      <dgm:prSet presAssocID="{8FDB9426-E563-4C68-A424-6F8D60708DB9}" presName="iconBgRect" presStyleLbl="bgShp" presStyleIdx="0" presStyleCnt="6"/>
      <dgm:spPr/>
    </dgm:pt>
    <dgm:pt modelId="{193016AF-BB51-4A13-9439-D8186B86E3CD}" type="pres">
      <dgm:prSet presAssocID="{8FDB9426-E563-4C68-A424-6F8D60708DB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C92D4AB-D431-4BC0-887C-8D1E071B2D84}" type="pres">
      <dgm:prSet presAssocID="{8FDB9426-E563-4C68-A424-6F8D60708DB9}" presName="spaceRect" presStyleCnt="0"/>
      <dgm:spPr/>
    </dgm:pt>
    <dgm:pt modelId="{45999FD3-C84F-45B0-9E92-AEAB1F5B2A0E}" type="pres">
      <dgm:prSet presAssocID="{8FDB9426-E563-4C68-A424-6F8D60708DB9}" presName="textRect" presStyleLbl="revTx" presStyleIdx="0" presStyleCnt="6">
        <dgm:presLayoutVars>
          <dgm:chMax val="1"/>
          <dgm:chPref val="1"/>
        </dgm:presLayoutVars>
      </dgm:prSet>
      <dgm:spPr/>
    </dgm:pt>
    <dgm:pt modelId="{9B033CDB-0CCC-47AF-8E80-B3740D5A2385}" type="pres">
      <dgm:prSet presAssocID="{D7723E65-C822-4AA7-ABEE-0B3A144A8E88}" presName="sibTrans" presStyleLbl="sibTrans2D1" presStyleIdx="0" presStyleCnt="0"/>
      <dgm:spPr/>
    </dgm:pt>
    <dgm:pt modelId="{53861059-446A-4386-A7D2-8D70B4124A9B}" type="pres">
      <dgm:prSet presAssocID="{B2A859D2-2CBD-4DB8-9EA3-1082A6FEA60F}" presName="compNode" presStyleCnt="0"/>
      <dgm:spPr/>
    </dgm:pt>
    <dgm:pt modelId="{505C6015-BB77-481B-8FFF-EB5B313AF89B}" type="pres">
      <dgm:prSet presAssocID="{B2A859D2-2CBD-4DB8-9EA3-1082A6FEA60F}" presName="iconBgRect" presStyleLbl="bgShp" presStyleIdx="1" presStyleCnt="6"/>
      <dgm:spPr/>
    </dgm:pt>
    <dgm:pt modelId="{85855E19-3B30-4463-B556-A4E65F6ABAF1}" type="pres">
      <dgm:prSet presAssocID="{B2A859D2-2CBD-4DB8-9EA3-1082A6FEA60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8E0E5E5E-C26E-45CD-A1B8-D812310A80A8}" type="pres">
      <dgm:prSet presAssocID="{B2A859D2-2CBD-4DB8-9EA3-1082A6FEA60F}" presName="spaceRect" presStyleCnt="0"/>
      <dgm:spPr/>
    </dgm:pt>
    <dgm:pt modelId="{0C61D0B1-D0E1-4D8B-8F48-F0156CBBBEB1}" type="pres">
      <dgm:prSet presAssocID="{B2A859D2-2CBD-4DB8-9EA3-1082A6FEA60F}" presName="textRect" presStyleLbl="revTx" presStyleIdx="1" presStyleCnt="6">
        <dgm:presLayoutVars>
          <dgm:chMax val="1"/>
          <dgm:chPref val="1"/>
        </dgm:presLayoutVars>
      </dgm:prSet>
      <dgm:spPr/>
    </dgm:pt>
    <dgm:pt modelId="{F36B1A6E-6CB9-49E6-8F57-5BAB573A7CA2}" type="pres">
      <dgm:prSet presAssocID="{D57938EA-9343-4D3D-8F40-16B16AC13FE8}" presName="sibTrans" presStyleLbl="sibTrans2D1" presStyleIdx="0" presStyleCnt="0"/>
      <dgm:spPr/>
    </dgm:pt>
    <dgm:pt modelId="{EBF7EBA5-43C6-41AF-8DC5-EED58495AED4}" type="pres">
      <dgm:prSet presAssocID="{B3D5503B-857F-4BA7-81CA-41B0E7431F4C}" presName="compNode" presStyleCnt="0"/>
      <dgm:spPr/>
    </dgm:pt>
    <dgm:pt modelId="{340CC79A-806B-4436-85F5-BB50D5706619}" type="pres">
      <dgm:prSet presAssocID="{B3D5503B-857F-4BA7-81CA-41B0E7431F4C}" presName="iconBgRect" presStyleLbl="bgShp" presStyleIdx="2" presStyleCnt="6"/>
      <dgm:spPr/>
    </dgm:pt>
    <dgm:pt modelId="{1132BAF0-348F-4598-AC32-FFE345E773B5}" type="pres">
      <dgm:prSet presAssocID="{B3D5503B-857F-4BA7-81CA-41B0E7431F4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3D2E5EDB-F11E-42AC-95FF-32544CE0AACF}" type="pres">
      <dgm:prSet presAssocID="{B3D5503B-857F-4BA7-81CA-41B0E7431F4C}" presName="spaceRect" presStyleCnt="0"/>
      <dgm:spPr/>
    </dgm:pt>
    <dgm:pt modelId="{80F48778-9455-41C8-9253-752337FF8565}" type="pres">
      <dgm:prSet presAssocID="{B3D5503B-857F-4BA7-81CA-41B0E7431F4C}" presName="textRect" presStyleLbl="revTx" presStyleIdx="2" presStyleCnt="6">
        <dgm:presLayoutVars>
          <dgm:chMax val="1"/>
          <dgm:chPref val="1"/>
        </dgm:presLayoutVars>
      </dgm:prSet>
      <dgm:spPr/>
    </dgm:pt>
    <dgm:pt modelId="{2907FB9E-EFA3-4C05-8E18-A2B96CE13FED}" type="pres">
      <dgm:prSet presAssocID="{9F82B183-CB79-4A5B-B760-CF58D0602DAF}" presName="sibTrans" presStyleLbl="sibTrans2D1" presStyleIdx="0" presStyleCnt="0"/>
      <dgm:spPr/>
    </dgm:pt>
    <dgm:pt modelId="{C39CA2ED-E3F4-45AD-88B4-58552F5D317F}" type="pres">
      <dgm:prSet presAssocID="{AD53E436-3A46-45FE-9059-F5C86CA241A2}" presName="compNode" presStyleCnt="0"/>
      <dgm:spPr/>
    </dgm:pt>
    <dgm:pt modelId="{7B3D6E92-8894-4B39-92BD-81D83D8A0624}" type="pres">
      <dgm:prSet presAssocID="{AD53E436-3A46-45FE-9059-F5C86CA241A2}" presName="iconBgRect" presStyleLbl="bgShp" presStyleIdx="3" presStyleCnt="6"/>
      <dgm:spPr/>
    </dgm:pt>
    <dgm:pt modelId="{F6ED1518-F724-40DF-89CA-EDBA7CF54C20}" type="pres">
      <dgm:prSet presAssocID="{AD53E436-3A46-45FE-9059-F5C86CA241A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49B00146-4DEA-40A8-92C8-59896CE20E73}" type="pres">
      <dgm:prSet presAssocID="{AD53E436-3A46-45FE-9059-F5C86CA241A2}" presName="spaceRect" presStyleCnt="0"/>
      <dgm:spPr/>
    </dgm:pt>
    <dgm:pt modelId="{8D42F288-91CA-4540-9988-202D3EEB22FA}" type="pres">
      <dgm:prSet presAssocID="{AD53E436-3A46-45FE-9059-F5C86CA241A2}" presName="textRect" presStyleLbl="revTx" presStyleIdx="3" presStyleCnt="6">
        <dgm:presLayoutVars>
          <dgm:chMax val="1"/>
          <dgm:chPref val="1"/>
        </dgm:presLayoutVars>
      </dgm:prSet>
      <dgm:spPr/>
    </dgm:pt>
    <dgm:pt modelId="{D5845BD5-6C44-419A-ACE4-FA5314A24D34}" type="pres">
      <dgm:prSet presAssocID="{B21E2777-D349-4D4F-BB8A-81CF423E7378}" presName="sibTrans" presStyleLbl="sibTrans2D1" presStyleIdx="0" presStyleCnt="0"/>
      <dgm:spPr/>
    </dgm:pt>
    <dgm:pt modelId="{371B9076-DB37-4B5D-966E-BEF1B80C8CD2}" type="pres">
      <dgm:prSet presAssocID="{01551835-B8D9-4C5A-AA60-C3C6EB7E3933}" presName="compNode" presStyleCnt="0"/>
      <dgm:spPr/>
    </dgm:pt>
    <dgm:pt modelId="{02A511B2-6318-4758-B78B-8F27460714AE}" type="pres">
      <dgm:prSet presAssocID="{01551835-B8D9-4C5A-AA60-C3C6EB7E3933}" presName="iconBgRect" presStyleLbl="bgShp" presStyleIdx="4" presStyleCnt="6"/>
      <dgm:spPr/>
    </dgm:pt>
    <dgm:pt modelId="{322FFC68-71DC-4E05-B1E4-CB95E5E27A3E}" type="pres">
      <dgm:prSet presAssocID="{01551835-B8D9-4C5A-AA60-C3C6EB7E393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3F193786-E21B-4D87-9274-B9F11F75DF18}" type="pres">
      <dgm:prSet presAssocID="{01551835-B8D9-4C5A-AA60-C3C6EB7E3933}" presName="spaceRect" presStyleCnt="0"/>
      <dgm:spPr/>
    </dgm:pt>
    <dgm:pt modelId="{D594FC08-49F8-41CD-BBB8-D2CFD1DCF2F1}" type="pres">
      <dgm:prSet presAssocID="{01551835-B8D9-4C5A-AA60-C3C6EB7E3933}" presName="textRect" presStyleLbl="revTx" presStyleIdx="4" presStyleCnt="6">
        <dgm:presLayoutVars>
          <dgm:chMax val="1"/>
          <dgm:chPref val="1"/>
        </dgm:presLayoutVars>
      </dgm:prSet>
      <dgm:spPr/>
    </dgm:pt>
    <dgm:pt modelId="{0B31FE13-311B-436D-A5BA-6372F4E4FBB1}" type="pres">
      <dgm:prSet presAssocID="{C1BA3EB4-D624-4268-B05C-E37ECFC8B755}" presName="sibTrans" presStyleLbl="sibTrans2D1" presStyleIdx="0" presStyleCnt="0"/>
      <dgm:spPr/>
    </dgm:pt>
    <dgm:pt modelId="{8EE6E5D9-907A-431E-96D1-5059C45F57AE}" type="pres">
      <dgm:prSet presAssocID="{EAD2180B-7CA0-42ED-9717-FB508DFDA9CC}" presName="compNode" presStyleCnt="0"/>
      <dgm:spPr/>
    </dgm:pt>
    <dgm:pt modelId="{0DAA4BC4-A34B-43E7-9566-4F608E43A601}" type="pres">
      <dgm:prSet presAssocID="{EAD2180B-7CA0-42ED-9717-FB508DFDA9CC}" presName="iconBgRect" presStyleLbl="bgShp" presStyleIdx="5" presStyleCnt="6"/>
      <dgm:spPr/>
    </dgm:pt>
    <dgm:pt modelId="{C3B7A49E-C5C4-4832-96F4-546171F2E64D}" type="pres">
      <dgm:prSet presAssocID="{EAD2180B-7CA0-42ED-9717-FB508DFDA9C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A603CF69-FAB1-449E-A933-6B93D34F68FD}" type="pres">
      <dgm:prSet presAssocID="{EAD2180B-7CA0-42ED-9717-FB508DFDA9CC}" presName="spaceRect" presStyleCnt="0"/>
      <dgm:spPr/>
    </dgm:pt>
    <dgm:pt modelId="{AECA8693-CD5F-4C85-B394-6AA205910C5F}" type="pres">
      <dgm:prSet presAssocID="{EAD2180B-7CA0-42ED-9717-FB508DFDA9C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B7BCE13-110D-4BEA-B4C4-6D63519D8BCA}" type="presOf" srcId="{AD53E436-3A46-45FE-9059-F5C86CA241A2}" destId="{8D42F288-91CA-4540-9988-202D3EEB22FA}" srcOrd="0" destOrd="0" presId="urn:microsoft.com/office/officeart/2018/2/layout/IconCircleList"/>
    <dgm:cxn modelId="{1E6BAA1B-3F63-4224-B125-F909EE0FAEE5}" type="presOf" srcId="{D7723E65-C822-4AA7-ABEE-0B3A144A8E88}" destId="{9B033CDB-0CCC-47AF-8E80-B3740D5A2385}" srcOrd="0" destOrd="0" presId="urn:microsoft.com/office/officeart/2018/2/layout/IconCircleList"/>
    <dgm:cxn modelId="{11D1E832-B569-46AC-B55D-E12E7BE0C88C}" srcId="{D1C13632-5EAB-4D37-AB91-AB5A2A2492D5}" destId="{8FDB9426-E563-4C68-A424-6F8D60708DB9}" srcOrd="0" destOrd="0" parTransId="{AD2C897B-92FB-4ED1-9B67-63779523ED49}" sibTransId="{D7723E65-C822-4AA7-ABEE-0B3A144A8E88}"/>
    <dgm:cxn modelId="{36D61D5F-D1B8-4D79-A70A-5156DD6D6556}" srcId="{D1C13632-5EAB-4D37-AB91-AB5A2A2492D5}" destId="{01551835-B8D9-4C5A-AA60-C3C6EB7E3933}" srcOrd="4" destOrd="0" parTransId="{9F7FB7EF-0E30-44C3-92AC-16852D513263}" sibTransId="{C1BA3EB4-D624-4268-B05C-E37ECFC8B755}"/>
    <dgm:cxn modelId="{5F062760-47FC-47E0-BEEB-27AC813E7FC8}" type="presOf" srcId="{9F82B183-CB79-4A5B-B760-CF58D0602DAF}" destId="{2907FB9E-EFA3-4C05-8E18-A2B96CE13FED}" srcOrd="0" destOrd="0" presId="urn:microsoft.com/office/officeart/2018/2/layout/IconCircleList"/>
    <dgm:cxn modelId="{64D48A41-3F5A-494E-AF28-546FD0BC84BD}" type="presOf" srcId="{C1BA3EB4-D624-4268-B05C-E37ECFC8B755}" destId="{0B31FE13-311B-436D-A5BA-6372F4E4FBB1}" srcOrd="0" destOrd="0" presId="urn:microsoft.com/office/officeart/2018/2/layout/IconCircleList"/>
    <dgm:cxn modelId="{7ED45D43-2799-414E-8870-72AAD9E6D2EA}" type="presOf" srcId="{D57938EA-9343-4D3D-8F40-16B16AC13FE8}" destId="{F36B1A6E-6CB9-49E6-8F57-5BAB573A7CA2}" srcOrd="0" destOrd="0" presId="urn:microsoft.com/office/officeart/2018/2/layout/IconCircleList"/>
    <dgm:cxn modelId="{F5056145-27C1-4323-9A15-F6F217CD6905}" type="presOf" srcId="{01551835-B8D9-4C5A-AA60-C3C6EB7E3933}" destId="{D594FC08-49F8-41CD-BBB8-D2CFD1DCF2F1}" srcOrd="0" destOrd="0" presId="urn:microsoft.com/office/officeart/2018/2/layout/IconCircleList"/>
    <dgm:cxn modelId="{3E5B834D-151D-420C-B12E-BFFA082BECAB}" type="presOf" srcId="{D1C13632-5EAB-4D37-AB91-AB5A2A2492D5}" destId="{F00985A0-9C72-4DE9-80AE-BE9663067E09}" srcOrd="0" destOrd="0" presId="urn:microsoft.com/office/officeart/2018/2/layout/IconCircleList"/>
    <dgm:cxn modelId="{248EC071-49DC-49FF-A812-C4759EF678E3}" srcId="{D1C13632-5EAB-4D37-AB91-AB5A2A2492D5}" destId="{B2A859D2-2CBD-4DB8-9EA3-1082A6FEA60F}" srcOrd="1" destOrd="0" parTransId="{756AAE0C-1412-43F6-8E2A-30722B512DC7}" sibTransId="{D57938EA-9343-4D3D-8F40-16B16AC13FE8}"/>
    <dgm:cxn modelId="{679BF978-1031-44EF-B00C-4C7E01730D72}" srcId="{D1C13632-5EAB-4D37-AB91-AB5A2A2492D5}" destId="{EAD2180B-7CA0-42ED-9717-FB508DFDA9CC}" srcOrd="5" destOrd="0" parTransId="{6DF3EBD3-8F13-424E-A51E-42AD0FF39EF7}" sibTransId="{21BCB21C-3CCE-4034-B7F0-72A80E9954E8}"/>
    <dgm:cxn modelId="{1027E38F-1C86-46B5-B461-A5A446425FF6}" type="presOf" srcId="{B2A859D2-2CBD-4DB8-9EA3-1082A6FEA60F}" destId="{0C61D0B1-D0E1-4D8B-8F48-F0156CBBBEB1}" srcOrd="0" destOrd="0" presId="urn:microsoft.com/office/officeart/2018/2/layout/IconCircleList"/>
    <dgm:cxn modelId="{32F522AE-6BC3-497C-8128-F41B382F5C4B}" type="presOf" srcId="{EAD2180B-7CA0-42ED-9717-FB508DFDA9CC}" destId="{AECA8693-CD5F-4C85-B394-6AA205910C5F}" srcOrd="0" destOrd="0" presId="urn:microsoft.com/office/officeart/2018/2/layout/IconCircleList"/>
    <dgm:cxn modelId="{CCD0D5BB-F143-4AAD-A3E3-D65E5C74159A}" type="presOf" srcId="{B21E2777-D349-4D4F-BB8A-81CF423E7378}" destId="{D5845BD5-6C44-419A-ACE4-FA5314A24D34}" srcOrd="0" destOrd="0" presId="urn:microsoft.com/office/officeart/2018/2/layout/IconCircleList"/>
    <dgm:cxn modelId="{9D5645C4-BE27-4B47-B30E-A81E513770EE}" type="presOf" srcId="{B3D5503B-857F-4BA7-81CA-41B0E7431F4C}" destId="{80F48778-9455-41C8-9253-752337FF8565}" srcOrd="0" destOrd="0" presId="urn:microsoft.com/office/officeart/2018/2/layout/IconCircleList"/>
    <dgm:cxn modelId="{9C556EC4-33F7-4360-B904-045F7CCDB348}" srcId="{D1C13632-5EAB-4D37-AB91-AB5A2A2492D5}" destId="{AD53E436-3A46-45FE-9059-F5C86CA241A2}" srcOrd="3" destOrd="0" parTransId="{84B3F9AA-11AE-4E72-B5A7-62D1364FBB8E}" sibTransId="{B21E2777-D349-4D4F-BB8A-81CF423E7378}"/>
    <dgm:cxn modelId="{4B450BF3-A8D1-45D1-9195-3434DA67625D}" type="presOf" srcId="{8FDB9426-E563-4C68-A424-6F8D60708DB9}" destId="{45999FD3-C84F-45B0-9E92-AEAB1F5B2A0E}" srcOrd="0" destOrd="0" presId="urn:microsoft.com/office/officeart/2018/2/layout/IconCircleList"/>
    <dgm:cxn modelId="{5934FAF5-F2DA-401A-A87D-9C66BCC7951C}" srcId="{D1C13632-5EAB-4D37-AB91-AB5A2A2492D5}" destId="{B3D5503B-857F-4BA7-81CA-41B0E7431F4C}" srcOrd="2" destOrd="0" parTransId="{F3C3D27D-9408-45A1-817F-83BA3AEBC139}" sibTransId="{9F82B183-CB79-4A5B-B760-CF58D0602DAF}"/>
    <dgm:cxn modelId="{4D2FDF31-BA3B-4250-8443-FD0AF917AFC6}" type="presParOf" srcId="{F00985A0-9C72-4DE9-80AE-BE9663067E09}" destId="{4E8D2AAF-5B85-42DA-9F9B-FBB850FCEFBF}" srcOrd="0" destOrd="0" presId="urn:microsoft.com/office/officeart/2018/2/layout/IconCircleList"/>
    <dgm:cxn modelId="{20B4F2EC-359B-4060-B36B-08FF92E98B54}" type="presParOf" srcId="{4E8D2AAF-5B85-42DA-9F9B-FBB850FCEFBF}" destId="{5DA73B13-A826-481C-8303-CDFB6931DED8}" srcOrd="0" destOrd="0" presId="urn:microsoft.com/office/officeart/2018/2/layout/IconCircleList"/>
    <dgm:cxn modelId="{6E936D40-F602-45D0-AD6F-363519D19119}" type="presParOf" srcId="{5DA73B13-A826-481C-8303-CDFB6931DED8}" destId="{EE69C331-8DCC-45AA-9FAC-62278A53C36B}" srcOrd="0" destOrd="0" presId="urn:microsoft.com/office/officeart/2018/2/layout/IconCircleList"/>
    <dgm:cxn modelId="{7DD9AFD6-5F87-4DF3-9F16-22D7751B0F4F}" type="presParOf" srcId="{5DA73B13-A826-481C-8303-CDFB6931DED8}" destId="{193016AF-BB51-4A13-9439-D8186B86E3CD}" srcOrd="1" destOrd="0" presId="urn:microsoft.com/office/officeart/2018/2/layout/IconCircleList"/>
    <dgm:cxn modelId="{868D59A3-C8FE-4BBE-8F62-DEB14A954D12}" type="presParOf" srcId="{5DA73B13-A826-481C-8303-CDFB6931DED8}" destId="{FC92D4AB-D431-4BC0-887C-8D1E071B2D84}" srcOrd="2" destOrd="0" presId="urn:microsoft.com/office/officeart/2018/2/layout/IconCircleList"/>
    <dgm:cxn modelId="{A60DAFBA-B74B-435F-BAF6-83A557E76625}" type="presParOf" srcId="{5DA73B13-A826-481C-8303-CDFB6931DED8}" destId="{45999FD3-C84F-45B0-9E92-AEAB1F5B2A0E}" srcOrd="3" destOrd="0" presId="urn:microsoft.com/office/officeart/2018/2/layout/IconCircleList"/>
    <dgm:cxn modelId="{DD384398-D86F-468C-BA00-3D846E932609}" type="presParOf" srcId="{4E8D2AAF-5B85-42DA-9F9B-FBB850FCEFBF}" destId="{9B033CDB-0CCC-47AF-8E80-B3740D5A2385}" srcOrd="1" destOrd="0" presId="urn:microsoft.com/office/officeart/2018/2/layout/IconCircleList"/>
    <dgm:cxn modelId="{DD3004BB-0626-4FB0-B2BD-65848C4298A0}" type="presParOf" srcId="{4E8D2AAF-5B85-42DA-9F9B-FBB850FCEFBF}" destId="{53861059-446A-4386-A7D2-8D70B4124A9B}" srcOrd="2" destOrd="0" presId="urn:microsoft.com/office/officeart/2018/2/layout/IconCircleList"/>
    <dgm:cxn modelId="{DF0AF636-D464-4A58-8F7B-70238D4CAEC6}" type="presParOf" srcId="{53861059-446A-4386-A7D2-8D70B4124A9B}" destId="{505C6015-BB77-481B-8FFF-EB5B313AF89B}" srcOrd="0" destOrd="0" presId="urn:microsoft.com/office/officeart/2018/2/layout/IconCircleList"/>
    <dgm:cxn modelId="{EAEA799C-5ABE-4700-829B-0CF1FA604518}" type="presParOf" srcId="{53861059-446A-4386-A7D2-8D70B4124A9B}" destId="{85855E19-3B30-4463-B556-A4E65F6ABAF1}" srcOrd="1" destOrd="0" presId="urn:microsoft.com/office/officeart/2018/2/layout/IconCircleList"/>
    <dgm:cxn modelId="{2DA14AEA-966F-4789-9039-6F81BB7275A6}" type="presParOf" srcId="{53861059-446A-4386-A7D2-8D70B4124A9B}" destId="{8E0E5E5E-C26E-45CD-A1B8-D812310A80A8}" srcOrd="2" destOrd="0" presId="urn:microsoft.com/office/officeart/2018/2/layout/IconCircleList"/>
    <dgm:cxn modelId="{A10088C2-A704-4002-BE29-14107E45B0D8}" type="presParOf" srcId="{53861059-446A-4386-A7D2-8D70B4124A9B}" destId="{0C61D0B1-D0E1-4D8B-8F48-F0156CBBBEB1}" srcOrd="3" destOrd="0" presId="urn:microsoft.com/office/officeart/2018/2/layout/IconCircleList"/>
    <dgm:cxn modelId="{C471974E-1ED7-4AFF-8B56-24AA0D93134C}" type="presParOf" srcId="{4E8D2AAF-5B85-42DA-9F9B-FBB850FCEFBF}" destId="{F36B1A6E-6CB9-49E6-8F57-5BAB573A7CA2}" srcOrd="3" destOrd="0" presId="urn:microsoft.com/office/officeart/2018/2/layout/IconCircleList"/>
    <dgm:cxn modelId="{929644E5-E79C-4360-AD30-C76318ADE161}" type="presParOf" srcId="{4E8D2AAF-5B85-42DA-9F9B-FBB850FCEFBF}" destId="{EBF7EBA5-43C6-41AF-8DC5-EED58495AED4}" srcOrd="4" destOrd="0" presId="urn:microsoft.com/office/officeart/2018/2/layout/IconCircleList"/>
    <dgm:cxn modelId="{3CBA6A6E-F76B-4E2B-856F-644AED96CDBC}" type="presParOf" srcId="{EBF7EBA5-43C6-41AF-8DC5-EED58495AED4}" destId="{340CC79A-806B-4436-85F5-BB50D5706619}" srcOrd="0" destOrd="0" presId="urn:microsoft.com/office/officeart/2018/2/layout/IconCircleList"/>
    <dgm:cxn modelId="{929FF9C6-27C9-46FC-948C-A0B5DABC414C}" type="presParOf" srcId="{EBF7EBA5-43C6-41AF-8DC5-EED58495AED4}" destId="{1132BAF0-348F-4598-AC32-FFE345E773B5}" srcOrd="1" destOrd="0" presId="urn:microsoft.com/office/officeart/2018/2/layout/IconCircleList"/>
    <dgm:cxn modelId="{1E869914-258E-4EE5-86D5-3537AD3B3F77}" type="presParOf" srcId="{EBF7EBA5-43C6-41AF-8DC5-EED58495AED4}" destId="{3D2E5EDB-F11E-42AC-95FF-32544CE0AACF}" srcOrd="2" destOrd="0" presId="urn:microsoft.com/office/officeart/2018/2/layout/IconCircleList"/>
    <dgm:cxn modelId="{C6CE8472-0634-42C1-9860-978BCE816A0E}" type="presParOf" srcId="{EBF7EBA5-43C6-41AF-8DC5-EED58495AED4}" destId="{80F48778-9455-41C8-9253-752337FF8565}" srcOrd="3" destOrd="0" presId="urn:microsoft.com/office/officeart/2018/2/layout/IconCircleList"/>
    <dgm:cxn modelId="{039FEE3C-FF07-48B5-94C5-6AA0CE164150}" type="presParOf" srcId="{4E8D2AAF-5B85-42DA-9F9B-FBB850FCEFBF}" destId="{2907FB9E-EFA3-4C05-8E18-A2B96CE13FED}" srcOrd="5" destOrd="0" presId="urn:microsoft.com/office/officeart/2018/2/layout/IconCircleList"/>
    <dgm:cxn modelId="{620F4CEB-4D34-47AD-BCF8-5F8A371ACA8C}" type="presParOf" srcId="{4E8D2AAF-5B85-42DA-9F9B-FBB850FCEFBF}" destId="{C39CA2ED-E3F4-45AD-88B4-58552F5D317F}" srcOrd="6" destOrd="0" presId="urn:microsoft.com/office/officeart/2018/2/layout/IconCircleList"/>
    <dgm:cxn modelId="{04D4C3ED-B92D-4C80-8224-23D41B7DCDC7}" type="presParOf" srcId="{C39CA2ED-E3F4-45AD-88B4-58552F5D317F}" destId="{7B3D6E92-8894-4B39-92BD-81D83D8A0624}" srcOrd="0" destOrd="0" presId="urn:microsoft.com/office/officeart/2018/2/layout/IconCircleList"/>
    <dgm:cxn modelId="{AEB9C55A-C7AA-4FC9-A71F-B2A480C0750E}" type="presParOf" srcId="{C39CA2ED-E3F4-45AD-88B4-58552F5D317F}" destId="{F6ED1518-F724-40DF-89CA-EDBA7CF54C20}" srcOrd="1" destOrd="0" presId="urn:microsoft.com/office/officeart/2018/2/layout/IconCircleList"/>
    <dgm:cxn modelId="{B28A3FB1-8951-49CC-8E94-866851187826}" type="presParOf" srcId="{C39CA2ED-E3F4-45AD-88B4-58552F5D317F}" destId="{49B00146-4DEA-40A8-92C8-59896CE20E73}" srcOrd="2" destOrd="0" presId="urn:microsoft.com/office/officeart/2018/2/layout/IconCircleList"/>
    <dgm:cxn modelId="{D5E87FE6-02ED-47DD-8CB7-A88BFDD8C954}" type="presParOf" srcId="{C39CA2ED-E3F4-45AD-88B4-58552F5D317F}" destId="{8D42F288-91CA-4540-9988-202D3EEB22FA}" srcOrd="3" destOrd="0" presId="urn:microsoft.com/office/officeart/2018/2/layout/IconCircleList"/>
    <dgm:cxn modelId="{D9C7DB06-0638-420D-AB12-A55304B5E604}" type="presParOf" srcId="{4E8D2AAF-5B85-42DA-9F9B-FBB850FCEFBF}" destId="{D5845BD5-6C44-419A-ACE4-FA5314A24D34}" srcOrd="7" destOrd="0" presId="urn:microsoft.com/office/officeart/2018/2/layout/IconCircleList"/>
    <dgm:cxn modelId="{889D8537-0218-4E5A-8A80-7F5C9B992B71}" type="presParOf" srcId="{4E8D2AAF-5B85-42DA-9F9B-FBB850FCEFBF}" destId="{371B9076-DB37-4B5D-966E-BEF1B80C8CD2}" srcOrd="8" destOrd="0" presId="urn:microsoft.com/office/officeart/2018/2/layout/IconCircleList"/>
    <dgm:cxn modelId="{F4F6E6F6-0EA4-4D5A-9589-1C84DF976261}" type="presParOf" srcId="{371B9076-DB37-4B5D-966E-BEF1B80C8CD2}" destId="{02A511B2-6318-4758-B78B-8F27460714AE}" srcOrd="0" destOrd="0" presId="urn:microsoft.com/office/officeart/2018/2/layout/IconCircleList"/>
    <dgm:cxn modelId="{AA40DE84-5662-4EA6-B8F2-45D3B40500A7}" type="presParOf" srcId="{371B9076-DB37-4B5D-966E-BEF1B80C8CD2}" destId="{322FFC68-71DC-4E05-B1E4-CB95E5E27A3E}" srcOrd="1" destOrd="0" presId="urn:microsoft.com/office/officeart/2018/2/layout/IconCircleList"/>
    <dgm:cxn modelId="{1F7BC794-8413-440D-9258-0273DD5420F5}" type="presParOf" srcId="{371B9076-DB37-4B5D-966E-BEF1B80C8CD2}" destId="{3F193786-E21B-4D87-9274-B9F11F75DF18}" srcOrd="2" destOrd="0" presId="urn:microsoft.com/office/officeart/2018/2/layout/IconCircleList"/>
    <dgm:cxn modelId="{B29B604D-2A74-48C8-8B4D-A26A57C2623D}" type="presParOf" srcId="{371B9076-DB37-4B5D-966E-BEF1B80C8CD2}" destId="{D594FC08-49F8-41CD-BBB8-D2CFD1DCF2F1}" srcOrd="3" destOrd="0" presId="urn:microsoft.com/office/officeart/2018/2/layout/IconCircleList"/>
    <dgm:cxn modelId="{EFB2401C-4527-4C6E-A2D4-B903A3BA996D}" type="presParOf" srcId="{4E8D2AAF-5B85-42DA-9F9B-FBB850FCEFBF}" destId="{0B31FE13-311B-436D-A5BA-6372F4E4FBB1}" srcOrd="9" destOrd="0" presId="urn:microsoft.com/office/officeart/2018/2/layout/IconCircleList"/>
    <dgm:cxn modelId="{C3667DAB-C569-4A26-8A7A-D9ADEF15E2D1}" type="presParOf" srcId="{4E8D2AAF-5B85-42DA-9F9B-FBB850FCEFBF}" destId="{8EE6E5D9-907A-431E-96D1-5059C45F57AE}" srcOrd="10" destOrd="0" presId="urn:microsoft.com/office/officeart/2018/2/layout/IconCircleList"/>
    <dgm:cxn modelId="{5E59E480-3809-420E-ADFE-376C8A896F54}" type="presParOf" srcId="{8EE6E5D9-907A-431E-96D1-5059C45F57AE}" destId="{0DAA4BC4-A34B-43E7-9566-4F608E43A601}" srcOrd="0" destOrd="0" presId="urn:microsoft.com/office/officeart/2018/2/layout/IconCircleList"/>
    <dgm:cxn modelId="{48298A18-79D2-4798-9535-E6125EEE2A5F}" type="presParOf" srcId="{8EE6E5D9-907A-431E-96D1-5059C45F57AE}" destId="{C3B7A49E-C5C4-4832-96F4-546171F2E64D}" srcOrd="1" destOrd="0" presId="urn:microsoft.com/office/officeart/2018/2/layout/IconCircleList"/>
    <dgm:cxn modelId="{2A31F9D7-6FBA-47E2-8B38-38B34276641C}" type="presParOf" srcId="{8EE6E5D9-907A-431E-96D1-5059C45F57AE}" destId="{A603CF69-FAB1-449E-A933-6B93D34F68FD}" srcOrd="2" destOrd="0" presId="urn:microsoft.com/office/officeart/2018/2/layout/IconCircleList"/>
    <dgm:cxn modelId="{3956C1F5-B07F-42E8-A4B2-A090D2DE3F08}" type="presParOf" srcId="{8EE6E5D9-907A-431E-96D1-5059C45F57AE}" destId="{AECA8693-CD5F-4C85-B394-6AA205910C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A46E9D-AFB8-4170-9850-FD63748AAA9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9D972C-958E-4E4E-BE29-9F15F23F763E}">
      <dgm:prSet custT="1"/>
      <dgm:spPr/>
      <dgm:t>
        <a:bodyPr/>
        <a:lstStyle/>
        <a:p>
          <a:pPr algn="l"/>
          <a:r>
            <a:rPr lang="pt-BR" sz="1600" b="1" dirty="0"/>
            <a:t>🔹 Início</a:t>
          </a:r>
          <a:endParaRPr lang="en-US" sz="1600" dirty="0"/>
        </a:p>
      </dgm:t>
    </dgm:pt>
    <dgm:pt modelId="{CAED9994-2B78-4A8C-BC01-EFB88E9CE9D7}" type="parTrans" cxnId="{E9ADA9F7-6C1B-4DDE-A206-2315C9E98CF9}">
      <dgm:prSet/>
      <dgm:spPr/>
      <dgm:t>
        <a:bodyPr/>
        <a:lstStyle/>
        <a:p>
          <a:endParaRPr lang="en-US" sz="2000"/>
        </a:p>
      </dgm:t>
    </dgm:pt>
    <dgm:pt modelId="{04F18C23-0AF2-4FDF-A560-80DBEF88EC71}" type="sibTrans" cxnId="{E9ADA9F7-6C1B-4DDE-A206-2315C9E98CF9}">
      <dgm:prSet/>
      <dgm:spPr/>
      <dgm:t>
        <a:bodyPr/>
        <a:lstStyle/>
        <a:p>
          <a:endParaRPr lang="en-US" sz="2000"/>
        </a:p>
      </dgm:t>
    </dgm:pt>
    <dgm:pt modelId="{A083ADEC-E33F-4CBB-853C-2CDC24043B9F}">
      <dgm:prSet custT="1"/>
      <dgm:spPr/>
      <dgm:t>
        <a:bodyPr/>
        <a:lstStyle/>
        <a:p>
          <a:pPr algn="l"/>
          <a:r>
            <a:rPr lang="pt-BR" sz="1050" dirty="0"/>
            <a:t>Check-in:</a:t>
          </a:r>
          <a:endParaRPr lang="en-US" sz="1050" dirty="0"/>
        </a:p>
      </dgm:t>
    </dgm:pt>
    <dgm:pt modelId="{4A32A4F8-BBF8-4829-B431-5DCD008C7BC0}" type="parTrans" cxnId="{F14A4842-A482-43C6-99DA-994E57376F6A}">
      <dgm:prSet/>
      <dgm:spPr/>
      <dgm:t>
        <a:bodyPr/>
        <a:lstStyle/>
        <a:p>
          <a:endParaRPr lang="en-US" sz="2000"/>
        </a:p>
      </dgm:t>
    </dgm:pt>
    <dgm:pt modelId="{3471D845-AAD1-4321-8375-6804C6E505B5}" type="sibTrans" cxnId="{F14A4842-A482-43C6-99DA-994E57376F6A}">
      <dgm:prSet/>
      <dgm:spPr/>
      <dgm:t>
        <a:bodyPr/>
        <a:lstStyle/>
        <a:p>
          <a:endParaRPr lang="en-US" sz="2000"/>
        </a:p>
      </dgm:t>
    </dgm:pt>
    <dgm:pt modelId="{942B96A4-C982-49BF-A660-E545C21240BF}">
      <dgm:prSet custT="1"/>
      <dgm:spPr/>
      <dgm:t>
        <a:bodyPr/>
        <a:lstStyle/>
        <a:p>
          <a:pPr algn="l"/>
          <a:r>
            <a:rPr lang="pt-BR" sz="1050" dirty="0"/>
            <a:t>Revisão do que foi visto até aqui</a:t>
          </a:r>
          <a:endParaRPr lang="en-US" sz="1050" dirty="0"/>
        </a:p>
      </dgm:t>
    </dgm:pt>
    <dgm:pt modelId="{970F145B-1511-47D2-9B52-1CF2CF68AD2A}" type="parTrans" cxnId="{A582F92D-52AE-4AEB-A39A-7B63A9CA7CDC}">
      <dgm:prSet/>
      <dgm:spPr/>
      <dgm:t>
        <a:bodyPr/>
        <a:lstStyle/>
        <a:p>
          <a:endParaRPr lang="en-US" sz="2000"/>
        </a:p>
      </dgm:t>
    </dgm:pt>
    <dgm:pt modelId="{F721126B-5632-4399-BE2B-CC7F44BACC08}" type="sibTrans" cxnId="{A582F92D-52AE-4AEB-A39A-7B63A9CA7CDC}">
      <dgm:prSet/>
      <dgm:spPr/>
      <dgm:t>
        <a:bodyPr/>
        <a:lstStyle/>
        <a:p>
          <a:endParaRPr lang="en-US" sz="2000"/>
        </a:p>
      </dgm:t>
    </dgm:pt>
    <dgm:pt modelId="{297717CA-338D-4B56-A01D-5BB551214641}">
      <dgm:prSet custT="1"/>
      <dgm:spPr/>
      <dgm:t>
        <a:bodyPr/>
        <a:lstStyle/>
        <a:p>
          <a:pPr algn="l"/>
          <a:r>
            <a:rPr lang="pt-BR" sz="1600" b="1" dirty="0"/>
            <a:t>🔹 Parte Técnica – Apache Spark</a:t>
          </a:r>
          <a:endParaRPr lang="en-US" sz="1600" dirty="0"/>
        </a:p>
      </dgm:t>
    </dgm:pt>
    <dgm:pt modelId="{1AD9D7B9-EC44-4FC6-B9CD-ABE8D9A1E6D1}" type="parTrans" cxnId="{041E200A-55D6-4F45-A687-ABC0427F1D7F}">
      <dgm:prSet/>
      <dgm:spPr/>
      <dgm:t>
        <a:bodyPr/>
        <a:lstStyle/>
        <a:p>
          <a:endParaRPr lang="en-US" sz="2000"/>
        </a:p>
      </dgm:t>
    </dgm:pt>
    <dgm:pt modelId="{2EEE6674-024B-431E-A277-D19BD263C574}" type="sibTrans" cxnId="{041E200A-55D6-4F45-A687-ABC0427F1D7F}">
      <dgm:prSet/>
      <dgm:spPr/>
      <dgm:t>
        <a:bodyPr/>
        <a:lstStyle/>
        <a:p>
          <a:endParaRPr lang="en-US" sz="2000"/>
        </a:p>
      </dgm:t>
    </dgm:pt>
    <dgm:pt modelId="{70491534-A140-491E-A640-E83FCCCCBECA}">
      <dgm:prSet custT="1"/>
      <dgm:spPr/>
      <dgm:t>
        <a:bodyPr/>
        <a:lstStyle/>
        <a:p>
          <a:pPr algn="l"/>
          <a:r>
            <a:rPr lang="pt-BR" sz="1050"/>
            <a:t>O que é Spark e por que usar</a:t>
          </a:r>
          <a:endParaRPr lang="en-US" sz="1050"/>
        </a:p>
      </dgm:t>
    </dgm:pt>
    <dgm:pt modelId="{7166E7BB-854E-4E82-B913-007485B2B46E}" type="parTrans" cxnId="{F2853A7D-A837-4618-AB0B-E206683D5E4B}">
      <dgm:prSet/>
      <dgm:spPr/>
      <dgm:t>
        <a:bodyPr/>
        <a:lstStyle/>
        <a:p>
          <a:endParaRPr lang="en-US" sz="2000"/>
        </a:p>
      </dgm:t>
    </dgm:pt>
    <dgm:pt modelId="{60663E37-087D-4950-85D2-50F663FB1558}" type="sibTrans" cxnId="{F2853A7D-A837-4618-AB0B-E206683D5E4B}">
      <dgm:prSet/>
      <dgm:spPr/>
      <dgm:t>
        <a:bodyPr/>
        <a:lstStyle/>
        <a:p>
          <a:endParaRPr lang="en-US" sz="2000"/>
        </a:p>
      </dgm:t>
    </dgm:pt>
    <dgm:pt modelId="{64BD343D-555F-4845-912D-642533068DB3}">
      <dgm:prSet custT="1"/>
      <dgm:spPr/>
      <dgm:t>
        <a:bodyPr/>
        <a:lstStyle/>
        <a:p>
          <a:pPr algn="l"/>
          <a:r>
            <a:rPr lang="pt-BR" sz="1050"/>
            <a:t>Diferença entre processamento e armazenamento</a:t>
          </a:r>
          <a:endParaRPr lang="en-US" sz="1050"/>
        </a:p>
      </dgm:t>
    </dgm:pt>
    <dgm:pt modelId="{C915E0CF-56AE-4391-A7F4-FCE9302F50C4}" type="parTrans" cxnId="{46F3D736-64F3-49C2-854A-C24ED3557042}">
      <dgm:prSet/>
      <dgm:spPr/>
      <dgm:t>
        <a:bodyPr/>
        <a:lstStyle/>
        <a:p>
          <a:endParaRPr lang="en-US" sz="2000"/>
        </a:p>
      </dgm:t>
    </dgm:pt>
    <dgm:pt modelId="{C1961FA8-59AE-4CB3-ABC8-275D89747115}" type="sibTrans" cxnId="{46F3D736-64F3-49C2-854A-C24ED3557042}">
      <dgm:prSet/>
      <dgm:spPr/>
      <dgm:t>
        <a:bodyPr/>
        <a:lstStyle/>
        <a:p>
          <a:endParaRPr lang="en-US" sz="2000"/>
        </a:p>
      </dgm:t>
    </dgm:pt>
    <dgm:pt modelId="{45FC6E99-80A6-4634-BBA7-4956EB925F47}">
      <dgm:prSet custT="1"/>
      <dgm:spPr/>
      <dgm:t>
        <a:bodyPr/>
        <a:lstStyle/>
        <a:p>
          <a:pPr algn="l"/>
          <a:r>
            <a:rPr lang="pt-BR" sz="1050"/>
            <a:t>Conceitos: escalabilidade, particionamento e replicação</a:t>
          </a:r>
          <a:endParaRPr lang="en-US" sz="1050"/>
        </a:p>
      </dgm:t>
    </dgm:pt>
    <dgm:pt modelId="{AED3F042-2794-41B6-B4D6-CD7520CDEEF0}" type="parTrans" cxnId="{8B86E7D9-BA45-47FE-9165-9BF635F26AF9}">
      <dgm:prSet/>
      <dgm:spPr/>
      <dgm:t>
        <a:bodyPr/>
        <a:lstStyle/>
        <a:p>
          <a:endParaRPr lang="en-US" sz="2000"/>
        </a:p>
      </dgm:t>
    </dgm:pt>
    <dgm:pt modelId="{61624199-A66E-42AE-97ED-77A174F264BB}" type="sibTrans" cxnId="{8B86E7D9-BA45-47FE-9165-9BF635F26AF9}">
      <dgm:prSet/>
      <dgm:spPr/>
      <dgm:t>
        <a:bodyPr/>
        <a:lstStyle/>
        <a:p>
          <a:endParaRPr lang="en-US" sz="2000"/>
        </a:p>
      </dgm:t>
    </dgm:pt>
    <dgm:pt modelId="{40018F73-1AC7-44E6-AB45-533ED8B9BEE6}">
      <dgm:prSet custT="1"/>
      <dgm:spPr/>
      <dgm:t>
        <a:bodyPr/>
        <a:lstStyle/>
        <a:p>
          <a:pPr algn="l"/>
          <a:r>
            <a:rPr lang="pt-BR" sz="1050"/>
            <a:t>Comparativo com ferramentas tradicionais</a:t>
          </a:r>
          <a:endParaRPr lang="en-US" sz="1050"/>
        </a:p>
      </dgm:t>
    </dgm:pt>
    <dgm:pt modelId="{21C87E59-72FD-49B1-B572-9249CED28CBA}" type="parTrans" cxnId="{8E1B44F0-DFCA-4EB9-8F46-53A0ADD4B8E9}">
      <dgm:prSet/>
      <dgm:spPr/>
      <dgm:t>
        <a:bodyPr/>
        <a:lstStyle/>
        <a:p>
          <a:endParaRPr lang="en-US" sz="2000"/>
        </a:p>
      </dgm:t>
    </dgm:pt>
    <dgm:pt modelId="{F7FD19D0-2277-4F41-9616-27675CC82852}" type="sibTrans" cxnId="{8E1B44F0-DFCA-4EB9-8F46-53A0ADD4B8E9}">
      <dgm:prSet/>
      <dgm:spPr/>
      <dgm:t>
        <a:bodyPr/>
        <a:lstStyle/>
        <a:p>
          <a:endParaRPr lang="en-US" sz="2000"/>
        </a:p>
      </dgm:t>
    </dgm:pt>
    <dgm:pt modelId="{657CC94A-99A0-42EE-83FC-AB7C05414F72}">
      <dgm:prSet custT="1"/>
      <dgm:spPr/>
      <dgm:t>
        <a:bodyPr/>
        <a:lstStyle/>
        <a:p>
          <a:pPr algn="l"/>
          <a:r>
            <a:rPr lang="pt-BR" sz="1600" b="1" dirty="0"/>
            <a:t>🔹 Mão na massa – </a:t>
          </a:r>
          <a:r>
            <a:rPr lang="pt-BR" sz="1600" b="1" dirty="0" err="1"/>
            <a:t>Databricks</a:t>
          </a:r>
          <a:endParaRPr lang="en-US" sz="1600" dirty="0"/>
        </a:p>
      </dgm:t>
    </dgm:pt>
    <dgm:pt modelId="{7D3609A5-1637-4FC7-99AE-BFFD58289004}" type="parTrans" cxnId="{FE900451-E078-41F9-BF98-158E9367943F}">
      <dgm:prSet/>
      <dgm:spPr/>
      <dgm:t>
        <a:bodyPr/>
        <a:lstStyle/>
        <a:p>
          <a:endParaRPr lang="en-US" sz="2000"/>
        </a:p>
      </dgm:t>
    </dgm:pt>
    <dgm:pt modelId="{B67F27D5-3B10-4D0A-8E5A-C5F94DF1597E}" type="sibTrans" cxnId="{FE900451-E078-41F9-BF98-158E9367943F}">
      <dgm:prSet/>
      <dgm:spPr/>
      <dgm:t>
        <a:bodyPr/>
        <a:lstStyle/>
        <a:p>
          <a:endParaRPr lang="en-US" sz="2000"/>
        </a:p>
      </dgm:t>
    </dgm:pt>
    <dgm:pt modelId="{4E8F1562-47A4-4C5E-84C6-652BC0722B67}">
      <dgm:prSet custT="1"/>
      <dgm:spPr/>
      <dgm:t>
        <a:bodyPr/>
        <a:lstStyle/>
        <a:p>
          <a:pPr algn="l"/>
          <a:r>
            <a:rPr lang="pt-BR" sz="1050"/>
            <a:t>Criando conta e cluster</a:t>
          </a:r>
          <a:endParaRPr lang="en-US" sz="1050"/>
        </a:p>
      </dgm:t>
    </dgm:pt>
    <dgm:pt modelId="{CD99F68E-F2EA-44DD-9D5C-402D9DF40BFB}" type="parTrans" cxnId="{98BF8294-784A-43D5-AB07-6A0F07083CD9}">
      <dgm:prSet/>
      <dgm:spPr/>
      <dgm:t>
        <a:bodyPr/>
        <a:lstStyle/>
        <a:p>
          <a:endParaRPr lang="en-US" sz="2000"/>
        </a:p>
      </dgm:t>
    </dgm:pt>
    <dgm:pt modelId="{FA5E3585-2FAC-4E17-B3C4-170A4605F680}" type="sibTrans" cxnId="{98BF8294-784A-43D5-AB07-6A0F07083CD9}">
      <dgm:prSet/>
      <dgm:spPr/>
      <dgm:t>
        <a:bodyPr/>
        <a:lstStyle/>
        <a:p>
          <a:endParaRPr lang="en-US" sz="2000"/>
        </a:p>
      </dgm:t>
    </dgm:pt>
    <dgm:pt modelId="{76552A3C-52A0-4D62-AF9F-CFA2F09007AB}">
      <dgm:prSet custT="1"/>
      <dgm:spPr/>
      <dgm:t>
        <a:bodyPr/>
        <a:lstStyle/>
        <a:p>
          <a:pPr algn="l"/>
          <a:r>
            <a:rPr lang="pt-BR" sz="1050"/>
            <a:t>Importando arquivos e notebooks</a:t>
          </a:r>
          <a:endParaRPr lang="en-US" sz="1050"/>
        </a:p>
      </dgm:t>
    </dgm:pt>
    <dgm:pt modelId="{FB2DF9F4-1E8C-4CF6-9F6C-1D4FEAEF8C76}" type="parTrans" cxnId="{9154D545-E4D1-4782-934B-A38A0B43C7E0}">
      <dgm:prSet/>
      <dgm:spPr/>
      <dgm:t>
        <a:bodyPr/>
        <a:lstStyle/>
        <a:p>
          <a:endParaRPr lang="en-US" sz="2000"/>
        </a:p>
      </dgm:t>
    </dgm:pt>
    <dgm:pt modelId="{74C71A5D-B3D8-4AE5-A204-09DA2FA0E69D}" type="sibTrans" cxnId="{9154D545-E4D1-4782-934B-A38A0B43C7E0}">
      <dgm:prSet/>
      <dgm:spPr/>
      <dgm:t>
        <a:bodyPr/>
        <a:lstStyle/>
        <a:p>
          <a:endParaRPr lang="en-US" sz="2000"/>
        </a:p>
      </dgm:t>
    </dgm:pt>
    <dgm:pt modelId="{E9BF69DA-53C1-4F46-B711-6856CC83CDEA}">
      <dgm:prSet custT="1"/>
      <dgm:spPr/>
      <dgm:t>
        <a:bodyPr/>
        <a:lstStyle/>
        <a:p>
          <a:pPr algn="l"/>
          <a:r>
            <a:rPr lang="pt-BR" sz="1050"/>
            <a:t>Leitura e manipulação de DataFrames com PySpark</a:t>
          </a:r>
          <a:endParaRPr lang="en-US" sz="1050"/>
        </a:p>
      </dgm:t>
    </dgm:pt>
    <dgm:pt modelId="{CF54643B-440E-47F8-ADD0-9EBD3E02F816}" type="parTrans" cxnId="{9EC8487C-42F7-4945-BC79-9149A535B3E9}">
      <dgm:prSet/>
      <dgm:spPr/>
      <dgm:t>
        <a:bodyPr/>
        <a:lstStyle/>
        <a:p>
          <a:endParaRPr lang="en-US" sz="2000"/>
        </a:p>
      </dgm:t>
    </dgm:pt>
    <dgm:pt modelId="{4D47F07D-2DE9-472F-900A-CE828A53B965}" type="sibTrans" cxnId="{9EC8487C-42F7-4945-BC79-9149A535B3E9}">
      <dgm:prSet/>
      <dgm:spPr/>
      <dgm:t>
        <a:bodyPr/>
        <a:lstStyle/>
        <a:p>
          <a:endParaRPr lang="en-US" sz="2000"/>
        </a:p>
      </dgm:t>
    </dgm:pt>
    <dgm:pt modelId="{2FD6BE4A-589B-4885-871D-9DB0774890AB}">
      <dgm:prSet custT="1"/>
      <dgm:spPr/>
      <dgm:t>
        <a:bodyPr/>
        <a:lstStyle/>
        <a:p>
          <a:pPr algn="l"/>
          <a:r>
            <a:rPr lang="pt-BR" sz="1600" b="1" dirty="0"/>
            <a:t>🔹 Finalização</a:t>
          </a:r>
          <a:endParaRPr lang="en-US" sz="1600" dirty="0"/>
        </a:p>
      </dgm:t>
    </dgm:pt>
    <dgm:pt modelId="{106A3838-F6B3-4F6C-BCD3-AD11F4294C1E}" type="parTrans" cxnId="{3696697D-ED10-49BA-85F7-0C1C6FF8FBDF}">
      <dgm:prSet/>
      <dgm:spPr/>
      <dgm:t>
        <a:bodyPr/>
        <a:lstStyle/>
        <a:p>
          <a:endParaRPr lang="en-US" sz="2000"/>
        </a:p>
      </dgm:t>
    </dgm:pt>
    <dgm:pt modelId="{AF876F03-2BC3-40A6-932B-2537C038DB7C}" type="sibTrans" cxnId="{3696697D-ED10-49BA-85F7-0C1C6FF8FBDF}">
      <dgm:prSet/>
      <dgm:spPr/>
      <dgm:t>
        <a:bodyPr/>
        <a:lstStyle/>
        <a:p>
          <a:endParaRPr lang="en-US" sz="2000"/>
        </a:p>
      </dgm:t>
    </dgm:pt>
    <dgm:pt modelId="{4C3BF11D-E80A-4E1E-9A22-6001425C1FBB}">
      <dgm:prSet custT="1"/>
      <dgm:spPr/>
      <dgm:t>
        <a:bodyPr/>
        <a:lstStyle/>
        <a:p>
          <a:pPr algn="l"/>
          <a:r>
            <a:rPr lang="pt-BR" sz="1050"/>
            <a:t>Reflexão: o que diferencia Pandas e Spark?</a:t>
          </a:r>
          <a:endParaRPr lang="en-US" sz="1050"/>
        </a:p>
      </dgm:t>
    </dgm:pt>
    <dgm:pt modelId="{E905A0BD-86A7-4E9D-B8A2-E061E5F4CCB4}" type="parTrans" cxnId="{2339C6D5-B141-4802-A14D-CF5EC18A6585}">
      <dgm:prSet/>
      <dgm:spPr/>
      <dgm:t>
        <a:bodyPr/>
        <a:lstStyle/>
        <a:p>
          <a:endParaRPr lang="en-US" sz="2000"/>
        </a:p>
      </dgm:t>
    </dgm:pt>
    <dgm:pt modelId="{012704E3-D377-40F6-9FD9-CE5F6BCCEE27}" type="sibTrans" cxnId="{2339C6D5-B141-4802-A14D-CF5EC18A6585}">
      <dgm:prSet/>
      <dgm:spPr/>
      <dgm:t>
        <a:bodyPr/>
        <a:lstStyle/>
        <a:p>
          <a:endParaRPr lang="en-US" sz="2000"/>
        </a:p>
      </dgm:t>
    </dgm:pt>
    <dgm:pt modelId="{643C37D6-CE3B-4907-89F5-E5028F26AA20}">
      <dgm:prSet custT="1"/>
      <dgm:spPr/>
      <dgm:t>
        <a:bodyPr/>
        <a:lstStyle/>
        <a:p>
          <a:pPr algn="l"/>
          <a:r>
            <a:rPr lang="pt-BR" sz="1050"/>
            <a:t>Orientações sobre o Trabalho Final</a:t>
          </a:r>
          <a:endParaRPr lang="en-US" sz="1050"/>
        </a:p>
      </dgm:t>
    </dgm:pt>
    <dgm:pt modelId="{B865D81C-C64C-49F7-AE89-1BFD415B3FCB}" type="parTrans" cxnId="{A1066C94-FE9B-4047-8723-1ABEDB890D6D}">
      <dgm:prSet/>
      <dgm:spPr/>
      <dgm:t>
        <a:bodyPr/>
        <a:lstStyle/>
        <a:p>
          <a:endParaRPr lang="en-US" sz="2000"/>
        </a:p>
      </dgm:t>
    </dgm:pt>
    <dgm:pt modelId="{091E6D1B-FBE7-4BD8-8074-8B1E10CB4E98}" type="sibTrans" cxnId="{A1066C94-FE9B-4047-8723-1ABEDB890D6D}">
      <dgm:prSet/>
      <dgm:spPr/>
      <dgm:t>
        <a:bodyPr/>
        <a:lstStyle/>
        <a:p>
          <a:endParaRPr lang="en-US" sz="2000"/>
        </a:p>
      </dgm:t>
    </dgm:pt>
    <dgm:pt modelId="{A254B63F-7708-40D0-997B-DD65B015D58B}">
      <dgm:prSet custT="1"/>
      <dgm:spPr/>
      <dgm:t>
        <a:bodyPr/>
        <a:lstStyle/>
        <a:p>
          <a:pPr algn="l"/>
          <a:r>
            <a:rPr lang="pt-BR" sz="1050" dirty="0" err="1"/>
            <a:t>Check-out</a:t>
          </a:r>
          <a:r>
            <a:rPr lang="pt-BR" sz="1050" dirty="0"/>
            <a:t>: frase de encerramento inspiradora</a:t>
          </a:r>
          <a:endParaRPr lang="en-US" sz="1050" dirty="0"/>
        </a:p>
      </dgm:t>
    </dgm:pt>
    <dgm:pt modelId="{B1180E51-648F-4E46-84E3-4439190CE4C9}" type="parTrans" cxnId="{2010CF9F-5F19-4FB1-A401-A56BAC7A2084}">
      <dgm:prSet/>
      <dgm:spPr/>
      <dgm:t>
        <a:bodyPr/>
        <a:lstStyle/>
        <a:p>
          <a:endParaRPr lang="en-US" sz="2000"/>
        </a:p>
      </dgm:t>
    </dgm:pt>
    <dgm:pt modelId="{5617E08C-65B7-460A-9EBA-799A669339E2}" type="sibTrans" cxnId="{2010CF9F-5F19-4FB1-A401-A56BAC7A2084}">
      <dgm:prSet/>
      <dgm:spPr/>
      <dgm:t>
        <a:bodyPr/>
        <a:lstStyle/>
        <a:p>
          <a:endParaRPr lang="en-US" sz="2000"/>
        </a:p>
      </dgm:t>
    </dgm:pt>
    <dgm:pt modelId="{A6A0ADC8-9DF1-45BE-8E07-D3AC520CC5DC}" type="pres">
      <dgm:prSet presAssocID="{C2A46E9D-AFB8-4170-9850-FD63748AAA94}" presName="Name0" presStyleCnt="0">
        <dgm:presLayoutVars>
          <dgm:dir/>
          <dgm:animLvl val="lvl"/>
          <dgm:resizeHandles val="exact"/>
        </dgm:presLayoutVars>
      </dgm:prSet>
      <dgm:spPr/>
    </dgm:pt>
    <dgm:pt modelId="{1DCCB13D-68DB-4EB1-86A3-34F4692F6844}" type="pres">
      <dgm:prSet presAssocID="{DE9D972C-958E-4E4E-BE29-9F15F23F763E}" presName="linNode" presStyleCnt="0"/>
      <dgm:spPr/>
    </dgm:pt>
    <dgm:pt modelId="{92E3AC04-0AAF-4933-A457-B01F581E2838}" type="pres">
      <dgm:prSet presAssocID="{DE9D972C-958E-4E4E-BE29-9F15F23F763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C30356F-482C-4F43-8755-4F37E322B2EF}" type="pres">
      <dgm:prSet presAssocID="{DE9D972C-958E-4E4E-BE29-9F15F23F763E}" presName="descendantText" presStyleLbl="alignAccFollowNode1" presStyleIdx="0" presStyleCnt="4">
        <dgm:presLayoutVars>
          <dgm:bulletEnabled val="1"/>
        </dgm:presLayoutVars>
      </dgm:prSet>
      <dgm:spPr/>
    </dgm:pt>
    <dgm:pt modelId="{DB3789AA-E555-4CFA-A0ED-68DF0F44C792}" type="pres">
      <dgm:prSet presAssocID="{04F18C23-0AF2-4FDF-A560-80DBEF88EC71}" presName="sp" presStyleCnt="0"/>
      <dgm:spPr/>
    </dgm:pt>
    <dgm:pt modelId="{F6A2879F-050E-42FA-B05D-85B635EC0B1F}" type="pres">
      <dgm:prSet presAssocID="{297717CA-338D-4B56-A01D-5BB551214641}" presName="linNode" presStyleCnt="0"/>
      <dgm:spPr/>
    </dgm:pt>
    <dgm:pt modelId="{072D349C-3405-42B2-8928-29BC346E8596}" type="pres">
      <dgm:prSet presAssocID="{297717CA-338D-4B56-A01D-5BB551214641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9084C19-A59E-4790-8A7D-B0179EADCB2F}" type="pres">
      <dgm:prSet presAssocID="{297717CA-338D-4B56-A01D-5BB551214641}" presName="descendantText" presStyleLbl="alignAccFollowNode1" presStyleIdx="1" presStyleCnt="4">
        <dgm:presLayoutVars>
          <dgm:bulletEnabled val="1"/>
        </dgm:presLayoutVars>
      </dgm:prSet>
      <dgm:spPr/>
    </dgm:pt>
    <dgm:pt modelId="{B1F719D6-18FA-4AD2-A0E8-3C52F6A8B510}" type="pres">
      <dgm:prSet presAssocID="{2EEE6674-024B-431E-A277-D19BD263C574}" presName="sp" presStyleCnt="0"/>
      <dgm:spPr/>
    </dgm:pt>
    <dgm:pt modelId="{22A50BB3-1557-41DC-BB84-6323D8A82529}" type="pres">
      <dgm:prSet presAssocID="{657CC94A-99A0-42EE-83FC-AB7C05414F72}" presName="linNode" presStyleCnt="0"/>
      <dgm:spPr/>
    </dgm:pt>
    <dgm:pt modelId="{15F1E1FB-FFE1-42AF-9844-B1041B9C4F82}" type="pres">
      <dgm:prSet presAssocID="{657CC94A-99A0-42EE-83FC-AB7C05414F7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06733F3-F5F5-4922-AB1F-8E6B003A0DB1}" type="pres">
      <dgm:prSet presAssocID="{657CC94A-99A0-42EE-83FC-AB7C05414F72}" presName="descendantText" presStyleLbl="alignAccFollowNode1" presStyleIdx="2" presStyleCnt="4" custLinFactNeighborY="0">
        <dgm:presLayoutVars>
          <dgm:bulletEnabled val="1"/>
        </dgm:presLayoutVars>
      </dgm:prSet>
      <dgm:spPr/>
    </dgm:pt>
    <dgm:pt modelId="{F8237379-7E3B-49B3-AFAA-C902243F76E1}" type="pres">
      <dgm:prSet presAssocID="{B67F27D5-3B10-4D0A-8E5A-C5F94DF1597E}" presName="sp" presStyleCnt="0"/>
      <dgm:spPr/>
    </dgm:pt>
    <dgm:pt modelId="{CB882FB4-C585-4176-BDF0-B23205BBF978}" type="pres">
      <dgm:prSet presAssocID="{2FD6BE4A-589B-4885-871D-9DB0774890AB}" presName="linNode" presStyleCnt="0"/>
      <dgm:spPr/>
    </dgm:pt>
    <dgm:pt modelId="{72B70FA2-D3C9-4E38-A68F-F024598FE740}" type="pres">
      <dgm:prSet presAssocID="{2FD6BE4A-589B-4885-871D-9DB0774890A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C411955A-0D6C-414C-A975-E9686BE961C6}" type="pres">
      <dgm:prSet presAssocID="{2FD6BE4A-589B-4885-871D-9DB0774890A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AE1C5A00-E204-4891-9AC2-83022C909FD6}" type="presOf" srcId="{45FC6E99-80A6-4634-BBA7-4956EB925F47}" destId="{39084C19-A59E-4790-8A7D-B0179EADCB2F}" srcOrd="0" destOrd="2" presId="urn:microsoft.com/office/officeart/2005/8/layout/vList5"/>
    <dgm:cxn modelId="{041E200A-55D6-4F45-A687-ABC0427F1D7F}" srcId="{C2A46E9D-AFB8-4170-9850-FD63748AAA94}" destId="{297717CA-338D-4B56-A01D-5BB551214641}" srcOrd="1" destOrd="0" parTransId="{1AD9D7B9-EC44-4FC6-B9CD-ABE8D9A1E6D1}" sibTransId="{2EEE6674-024B-431E-A277-D19BD263C574}"/>
    <dgm:cxn modelId="{1DE00B2C-0B75-48CF-B89B-1A3199B92818}" type="presOf" srcId="{4E8F1562-47A4-4C5E-84C6-652BC0722B67}" destId="{C06733F3-F5F5-4922-AB1F-8E6B003A0DB1}" srcOrd="0" destOrd="0" presId="urn:microsoft.com/office/officeart/2005/8/layout/vList5"/>
    <dgm:cxn modelId="{A582F92D-52AE-4AEB-A39A-7B63A9CA7CDC}" srcId="{DE9D972C-958E-4E4E-BE29-9F15F23F763E}" destId="{942B96A4-C982-49BF-A660-E545C21240BF}" srcOrd="1" destOrd="0" parTransId="{970F145B-1511-47D2-9B52-1CF2CF68AD2A}" sibTransId="{F721126B-5632-4399-BE2B-CC7F44BACC08}"/>
    <dgm:cxn modelId="{EFF45230-25B6-488A-8EE9-272537EC1DDD}" type="presOf" srcId="{70491534-A140-491E-A640-E83FCCCCBECA}" destId="{39084C19-A59E-4790-8A7D-B0179EADCB2F}" srcOrd="0" destOrd="0" presId="urn:microsoft.com/office/officeart/2005/8/layout/vList5"/>
    <dgm:cxn modelId="{99D60535-17E4-44E7-80E9-E52A54C2EB86}" type="presOf" srcId="{76552A3C-52A0-4D62-AF9F-CFA2F09007AB}" destId="{C06733F3-F5F5-4922-AB1F-8E6B003A0DB1}" srcOrd="0" destOrd="1" presId="urn:microsoft.com/office/officeart/2005/8/layout/vList5"/>
    <dgm:cxn modelId="{46F3D736-64F3-49C2-854A-C24ED3557042}" srcId="{297717CA-338D-4B56-A01D-5BB551214641}" destId="{64BD343D-555F-4845-912D-642533068DB3}" srcOrd="1" destOrd="0" parTransId="{C915E0CF-56AE-4391-A7F4-FCE9302F50C4}" sibTransId="{C1961FA8-59AE-4CB3-ABC8-275D89747115}"/>
    <dgm:cxn modelId="{CEFF5E38-98C1-408E-A24A-861F33AAEC6B}" type="presOf" srcId="{A254B63F-7708-40D0-997B-DD65B015D58B}" destId="{C411955A-0D6C-414C-A975-E9686BE961C6}" srcOrd="0" destOrd="2" presId="urn:microsoft.com/office/officeart/2005/8/layout/vList5"/>
    <dgm:cxn modelId="{6A4EBC3D-4BE3-489E-ABE0-ADD34D69D185}" type="presOf" srcId="{297717CA-338D-4B56-A01D-5BB551214641}" destId="{072D349C-3405-42B2-8928-29BC346E8596}" srcOrd="0" destOrd="0" presId="urn:microsoft.com/office/officeart/2005/8/layout/vList5"/>
    <dgm:cxn modelId="{1E37F440-3E13-42D2-9F86-745EE8CB1BAD}" type="presOf" srcId="{2FD6BE4A-589B-4885-871D-9DB0774890AB}" destId="{72B70FA2-D3C9-4E38-A68F-F024598FE740}" srcOrd="0" destOrd="0" presId="urn:microsoft.com/office/officeart/2005/8/layout/vList5"/>
    <dgm:cxn modelId="{F14A4842-A482-43C6-99DA-994E57376F6A}" srcId="{DE9D972C-958E-4E4E-BE29-9F15F23F763E}" destId="{A083ADEC-E33F-4CBB-853C-2CDC24043B9F}" srcOrd="0" destOrd="0" parTransId="{4A32A4F8-BBF8-4829-B431-5DCD008C7BC0}" sibTransId="{3471D845-AAD1-4321-8375-6804C6E505B5}"/>
    <dgm:cxn modelId="{9154D545-E4D1-4782-934B-A38A0B43C7E0}" srcId="{657CC94A-99A0-42EE-83FC-AB7C05414F72}" destId="{76552A3C-52A0-4D62-AF9F-CFA2F09007AB}" srcOrd="1" destOrd="0" parTransId="{FB2DF9F4-1E8C-4CF6-9F6C-1D4FEAEF8C76}" sibTransId="{74C71A5D-B3D8-4AE5-A204-09DA2FA0E69D}"/>
    <dgm:cxn modelId="{B594606F-347C-404D-BA5C-9CFD24977B75}" type="presOf" srcId="{C2A46E9D-AFB8-4170-9850-FD63748AAA94}" destId="{A6A0ADC8-9DF1-45BE-8E07-D3AC520CC5DC}" srcOrd="0" destOrd="0" presId="urn:microsoft.com/office/officeart/2005/8/layout/vList5"/>
    <dgm:cxn modelId="{09B6D650-7BEA-4FE8-A58A-B127E0F3F714}" type="presOf" srcId="{657CC94A-99A0-42EE-83FC-AB7C05414F72}" destId="{15F1E1FB-FFE1-42AF-9844-B1041B9C4F82}" srcOrd="0" destOrd="0" presId="urn:microsoft.com/office/officeart/2005/8/layout/vList5"/>
    <dgm:cxn modelId="{FE900451-E078-41F9-BF98-158E9367943F}" srcId="{C2A46E9D-AFB8-4170-9850-FD63748AAA94}" destId="{657CC94A-99A0-42EE-83FC-AB7C05414F72}" srcOrd="2" destOrd="0" parTransId="{7D3609A5-1637-4FC7-99AE-BFFD58289004}" sibTransId="{B67F27D5-3B10-4D0A-8E5A-C5F94DF1597E}"/>
    <dgm:cxn modelId="{ACEDF156-E82C-454F-9BEA-0F908471E85B}" type="presOf" srcId="{DE9D972C-958E-4E4E-BE29-9F15F23F763E}" destId="{92E3AC04-0AAF-4933-A457-B01F581E2838}" srcOrd="0" destOrd="0" presId="urn:microsoft.com/office/officeart/2005/8/layout/vList5"/>
    <dgm:cxn modelId="{D287437A-421A-429A-915D-20969ED45BEC}" type="presOf" srcId="{942B96A4-C982-49BF-A660-E545C21240BF}" destId="{8C30356F-482C-4F43-8755-4F37E322B2EF}" srcOrd="0" destOrd="1" presId="urn:microsoft.com/office/officeart/2005/8/layout/vList5"/>
    <dgm:cxn modelId="{9EC8487C-42F7-4945-BC79-9149A535B3E9}" srcId="{657CC94A-99A0-42EE-83FC-AB7C05414F72}" destId="{E9BF69DA-53C1-4F46-B711-6856CC83CDEA}" srcOrd="2" destOrd="0" parTransId="{CF54643B-440E-47F8-ADD0-9EBD3E02F816}" sibTransId="{4D47F07D-2DE9-472F-900A-CE828A53B965}"/>
    <dgm:cxn modelId="{F2853A7D-A837-4618-AB0B-E206683D5E4B}" srcId="{297717CA-338D-4B56-A01D-5BB551214641}" destId="{70491534-A140-491E-A640-E83FCCCCBECA}" srcOrd="0" destOrd="0" parTransId="{7166E7BB-854E-4E82-B913-007485B2B46E}" sibTransId="{60663E37-087D-4950-85D2-50F663FB1558}"/>
    <dgm:cxn modelId="{3696697D-ED10-49BA-85F7-0C1C6FF8FBDF}" srcId="{C2A46E9D-AFB8-4170-9850-FD63748AAA94}" destId="{2FD6BE4A-589B-4885-871D-9DB0774890AB}" srcOrd="3" destOrd="0" parTransId="{106A3838-F6B3-4F6C-BCD3-AD11F4294C1E}" sibTransId="{AF876F03-2BC3-40A6-932B-2537C038DB7C}"/>
    <dgm:cxn modelId="{A1066C94-FE9B-4047-8723-1ABEDB890D6D}" srcId="{2FD6BE4A-589B-4885-871D-9DB0774890AB}" destId="{643C37D6-CE3B-4907-89F5-E5028F26AA20}" srcOrd="1" destOrd="0" parTransId="{B865D81C-C64C-49F7-AE89-1BFD415B3FCB}" sibTransId="{091E6D1B-FBE7-4BD8-8074-8B1E10CB4E98}"/>
    <dgm:cxn modelId="{98BF8294-784A-43D5-AB07-6A0F07083CD9}" srcId="{657CC94A-99A0-42EE-83FC-AB7C05414F72}" destId="{4E8F1562-47A4-4C5E-84C6-652BC0722B67}" srcOrd="0" destOrd="0" parTransId="{CD99F68E-F2EA-44DD-9D5C-402D9DF40BFB}" sibTransId="{FA5E3585-2FAC-4E17-B3C4-170A4605F680}"/>
    <dgm:cxn modelId="{83922395-14C4-45C9-A73D-6BE97D980E85}" type="presOf" srcId="{64BD343D-555F-4845-912D-642533068DB3}" destId="{39084C19-A59E-4790-8A7D-B0179EADCB2F}" srcOrd="0" destOrd="1" presId="urn:microsoft.com/office/officeart/2005/8/layout/vList5"/>
    <dgm:cxn modelId="{2010CF9F-5F19-4FB1-A401-A56BAC7A2084}" srcId="{2FD6BE4A-589B-4885-871D-9DB0774890AB}" destId="{A254B63F-7708-40D0-997B-DD65B015D58B}" srcOrd="2" destOrd="0" parTransId="{B1180E51-648F-4E46-84E3-4439190CE4C9}" sibTransId="{5617E08C-65B7-460A-9EBA-799A669339E2}"/>
    <dgm:cxn modelId="{9D37D4A1-89CA-4A2E-AE1D-0F834B513F86}" type="presOf" srcId="{4C3BF11D-E80A-4E1E-9A22-6001425C1FBB}" destId="{C411955A-0D6C-414C-A975-E9686BE961C6}" srcOrd="0" destOrd="0" presId="urn:microsoft.com/office/officeart/2005/8/layout/vList5"/>
    <dgm:cxn modelId="{729EE4CD-90CF-4B8C-9A34-B12413AA46F4}" type="presOf" srcId="{40018F73-1AC7-44E6-AB45-533ED8B9BEE6}" destId="{39084C19-A59E-4790-8A7D-B0179EADCB2F}" srcOrd="0" destOrd="3" presId="urn:microsoft.com/office/officeart/2005/8/layout/vList5"/>
    <dgm:cxn modelId="{2339C6D5-B141-4802-A14D-CF5EC18A6585}" srcId="{2FD6BE4A-589B-4885-871D-9DB0774890AB}" destId="{4C3BF11D-E80A-4E1E-9A22-6001425C1FBB}" srcOrd="0" destOrd="0" parTransId="{E905A0BD-86A7-4E9D-B8A2-E061E5F4CCB4}" sibTransId="{012704E3-D377-40F6-9FD9-CE5F6BCCEE27}"/>
    <dgm:cxn modelId="{8B86E7D9-BA45-47FE-9165-9BF635F26AF9}" srcId="{297717CA-338D-4B56-A01D-5BB551214641}" destId="{45FC6E99-80A6-4634-BBA7-4956EB925F47}" srcOrd="2" destOrd="0" parTransId="{AED3F042-2794-41B6-B4D6-CD7520CDEEF0}" sibTransId="{61624199-A66E-42AE-97ED-77A174F264BB}"/>
    <dgm:cxn modelId="{C4CEC3E8-42AC-47FC-AC91-FEE87FF9BACA}" type="presOf" srcId="{A083ADEC-E33F-4CBB-853C-2CDC24043B9F}" destId="{8C30356F-482C-4F43-8755-4F37E322B2EF}" srcOrd="0" destOrd="0" presId="urn:microsoft.com/office/officeart/2005/8/layout/vList5"/>
    <dgm:cxn modelId="{566002ED-469C-4A95-80E4-89C702E3A3A8}" type="presOf" srcId="{643C37D6-CE3B-4907-89F5-E5028F26AA20}" destId="{C411955A-0D6C-414C-A975-E9686BE961C6}" srcOrd="0" destOrd="1" presId="urn:microsoft.com/office/officeart/2005/8/layout/vList5"/>
    <dgm:cxn modelId="{8E1B44F0-DFCA-4EB9-8F46-53A0ADD4B8E9}" srcId="{297717CA-338D-4B56-A01D-5BB551214641}" destId="{40018F73-1AC7-44E6-AB45-533ED8B9BEE6}" srcOrd="3" destOrd="0" parTransId="{21C87E59-72FD-49B1-B572-9249CED28CBA}" sibTransId="{F7FD19D0-2277-4F41-9616-27675CC82852}"/>
    <dgm:cxn modelId="{E9ADA9F7-6C1B-4DDE-A206-2315C9E98CF9}" srcId="{C2A46E9D-AFB8-4170-9850-FD63748AAA94}" destId="{DE9D972C-958E-4E4E-BE29-9F15F23F763E}" srcOrd="0" destOrd="0" parTransId="{CAED9994-2B78-4A8C-BC01-EFB88E9CE9D7}" sibTransId="{04F18C23-0AF2-4FDF-A560-80DBEF88EC71}"/>
    <dgm:cxn modelId="{C4FE23FD-EDF4-4431-A100-37D9D463DEFF}" type="presOf" srcId="{E9BF69DA-53C1-4F46-B711-6856CC83CDEA}" destId="{C06733F3-F5F5-4922-AB1F-8E6B003A0DB1}" srcOrd="0" destOrd="2" presId="urn:microsoft.com/office/officeart/2005/8/layout/vList5"/>
    <dgm:cxn modelId="{931C484F-5CC0-4674-A229-837050091596}" type="presParOf" srcId="{A6A0ADC8-9DF1-45BE-8E07-D3AC520CC5DC}" destId="{1DCCB13D-68DB-4EB1-86A3-34F4692F6844}" srcOrd="0" destOrd="0" presId="urn:microsoft.com/office/officeart/2005/8/layout/vList5"/>
    <dgm:cxn modelId="{64B9FFF8-058D-49D3-8DE8-FDCD9AD913F5}" type="presParOf" srcId="{1DCCB13D-68DB-4EB1-86A3-34F4692F6844}" destId="{92E3AC04-0AAF-4933-A457-B01F581E2838}" srcOrd="0" destOrd="0" presId="urn:microsoft.com/office/officeart/2005/8/layout/vList5"/>
    <dgm:cxn modelId="{43D33655-612B-4897-A844-BA401EF65FF8}" type="presParOf" srcId="{1DCCB13D-68DB-4EB1-86A3-34F4692F6844}" destId="{8C30356F-482C-4F43-8755-4F37E322B2EF}" srcOrd="1" destOrd="0" presId="urn:microsoft.com/office/officeart/2005/8/layout/vList5"/>
    <dgm:cxn modelId="{C49448B3-23B3-4C19-9D7C-2D8C4D298B53}" type="presParOf" srcId="{A6A0ADC8-9DF1-45BE-8E07-D3AC520CC5DC}" destId="{DB3789AA-E555-4CFA-A0ED-68DF0F44C792}" srcOrd="1" destOrd="0" presId="urn:microsoft.com/office/officeart/2005/8/layout/vList5"/>
    <dgm:cxn modelId="{B32EBA53-D80C-4096-8119-12B9ACE83D89}" type="presParOf" srcId="{A6A0ADC8-9DF1-45BE-8E07-D3AC520CC5DC}" destId="{F6A2879F-050E-42FA-B05D-85B635EC0B1F}" srcOrd="2" destOrd="0" presId="urn:microsoft.com/office/officeart/2005/8/layout/vList5"/>
    <dgm:cxn modelId="{33234C34-FBFA-4819-AD46-6BCFBBA293FC}" type="presParOf" srcId="{F6A2879F-050E-42FA-B05D-85B635EC0B1F}" destId="{072D349C-3405-42B2-8928-29BC346E8596}" srcOrd="0" destOrd="0" presId="urn:microsoft.com/office/officeart/2005/8/layout/vList5"/>
    <dgm:cxn modelId="{C75B646F-4555-428F-94A0-C105565971FB}" type="presParOf" srcId="{F6A2879F-050E-42FA-B05D-85B635EC0B1F}" destId="{39084C19-A59E-4790-8A7D-B0179EADCB2F}" srcOrd="1" destOrd="0" presId="urn:microsoft.com/office/officeart/2005/8/layout/vList5"/>
    <dgm:cxn modelId="{D34633B1-F59D-4D94-AB5E-F17AD8E66F15}" type="presParOf" srcId="{A6A0ADC8-9DF1-45BE-8E07-D3AC520CC5DC}" destId="{B1F719D6-18FA-4AD2-A0E8-3C52F6A8B510}" srcOrd="3" destOrd="0" presId="urn:microsoft.com/office/officeart/2005/8/layout/vList5"/>
    <dgm:cxn modelId="{49D3938B-8308-4208-9985-7BE5336E1427}" type="presParOf" srcId="{A6A0ADC8-9DF1-45BE-8E07-D3AC520CC5DC}" destId="{22A50BB3-1557-41DC-BB84-6323D8A82529}" srcOrd="4" destOrd="0" presId="urn:microsoft.com/office/officeart/2005/8/layout/vList5"/>
    <dgm:cxn modelId="{90C5A01F-4D12-466A-9CBD-0BF66941BCA8}" type="presParOf" srcId="{22A50BB3-1557-41DC-BB84-6323D8A82529}" destId="{15F1E1FB-FFE1-42AF-9844-B1041B9C4F82}" srcOrd="0" destOrd="0" presId="urn:microsoft.com/office/officeart/2005/8/layout/vList5"/>
    <dgm:cxn modelId="{3F317EF2-FBC6-46BD-8B49-902BB95F456B}" type="presParOf" srcId="{22A50BB3-1557-41DC-BB84-6323D8A82529}" destId="{C06733F3-F5F5-4922-AB1F-8E6B003A0DB1}" srcOrd="1" destOrd="0" presId="urn:microsoft.com/office/officeart/2005/8/layout/vList5"/>
    <dgm:cxn modelId="{3783B2BC-C7A7-4EA6-96EE-F19BF3AE9790}" type="presParOf" srcId="{A6A0ADC8-9DF1-45BE-8E07-D3AC520CC5DC}" destId="{F8237379-7E3B-49B3-AFAA-C902243F76E1}" srcOrd="5" destOrd="0" presId="urn:microsoft.com/office/officeart/2005/8/layout/vList5"/>
    <dgm:cxn modelId="{CCD11EA0-3C5A-4F48-919D-9C6422C94D90}" type="presParOf" srcId="{A6A0ADC8-9DF1-45BE-8E07-D3AC520CC5DC}" destId="{CB882FB4-C585-4176-BDF0-B23205BBF978}" srcOrd="6" destOrd="0" presId="urn:microsoft.com/office/officeart/2005/8/layout/vList5"/>
    <dgm:cxn modelId="{49F147F5-540B-4BB9-8D76-2094FFCAF5AA}" type="presParOf" srcId="{CB882FB4-C585-4176-BDF0-B23205BBF978}" destId="{72B70FA2-D3C9-4E38-A68F-F024598FE740}" srcOrd="0" destOrd="0" presId="urn:microsoft.com/office/officeart/2005/8/layout/vList5"/>
    <dgm:cxn modelId="{ED06690D-B832-4BC1-ACE0-D984FADF355C}" type="presParOf" srcId="{CB882FB4-C585-4176-BDF0-B23205BBF978}" destId="{C411955A-0D6C-414C-A975-E9686BE961C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87CF04-115C-4628-8BD1-F107D607115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C6A00FB-FE66-4435-A8BC-C854273A4154}">
      <dgm:prSet/>
      <dgm:spPr/>
      <dgm:t>
        <a:bodyPr/>
        <a:lstStyle/>
        <a:p>
          <a:r>
            <a:rPr lang="pt-BR" b="0" i="0" baseline="0" dirty="0"/>
            <a:t>💬 </a:t>
          </a:r>
          <a:r>
            <a:rPr lang="pt-BR" b="0" i="1" baseline="0" dirty="0"/>
            <a:t>“Qual foi o maior desafio até agora no projeto de vocês?”</a:t>
          </a:r>
          <a:endParaRPr lang="en-US" dirty="0"/>
        </a:p>
      </dgm:t>
    </dgm:pt>
    <dgm:pt modelId="{E0DAC8F8-8496-4B3E-90FD-7F056DC0A2DA}" type="parTrans" cxnId="{372CF5B6-0A70-4B32-8B61-744B7145D750}">
      <dgm:prSet/>
      <dgm:spPr/>
      <dgm:t>
        <a:bodyPr/>
        <a:lstStyle/>
        <a:p>
          <a:endParaRPr lang="en-US"/>
        </a:p>
      </dgm:t>
    </dgm:pt>
    <dgm:pt modelId="{B39F052A-5A77-4D4C-8D15-7B89F2646ECB}" type="sibTrans" cxnId="{372CF5B6-0A70-4B32-8B61-744B7145D750}">
      <dgm:prSet/>
      <dgm:spPr/>
      <dgm:t>
        <a:bodyPr/>
        <a:lstStyle/>
        <a:p>
          <a:endParaRPr lang="en-US"/>
        </a:p>
      </dgm:t>
    </dgm:pt>
    <dgm:pt modelId="{77138BEE-D374-4B57-BE75-44AD16D5DBA8}">
      <dgm:prSet/>
      <dgm:spPr/>
      <dgm:t>
        <a:bodyPr/>
        <a:lstStyle/>
        <a:p>
          <a:r>
            <a:rPr lang="pt-BR" b="0" i="0" baseline="0" dirty="0"/>
            <a:t>📌 </a:t>
          </a:r>
          <a:r>
            <a:rPr lang="pt-BR" dirty="0"/>
            <a:t>Roda rápida de comentários</a:t>
          </a:r>
          <a:endParaRPr lang="en-US" dirty="0"/>
        </a:p>
      </dgm:t>
    </dgm:pt>
    <dgm:pt modelId="{45A4C3DF-8A5A-4803-B442-0CDBB4F53A8E}" type="parTrans" cxnId="{5D520819-00F8-42C1-9FEA-F9A938E8AD9C}">
      <dgm:prSet/>
      <dgm:spPr/>
      <dgm:t>
        <a:bodyPr/>
        <a:lstStyle/>
        <a:p>
          <a:endParaRPr lang="en-US"/>
        </a:p>
      </dgm:t>
    </dgm:pt>
    <dgm:pt modelId="{2F838BEC-D638-4C76-979A-C16F122031E5}" type="sibTrans" cxnId="{5D520819-00F8-42C1-9FEA-F9A938E8AD9C}">
      <dgm:prSet/>
      <dgm:spPr/>
      <dgm:t>
        <a:bodyPr/>
        <a:lstStyle/>
        <a:p>
          <a:endParaRPr lang="en-US"/>
        </a:p>
      </dgm:t>
    </dgm:pt>
    <dgm:pt modelId="{5C1EE178-4A4B-4088-9795-B637E924287B}" type="pres">
      <dgm:prSet presAssocID="{9E87CF04-115C-4628-8BD1-F107D6071150}" presName="root" presStyleCnt="0">
        <dgm:presLayoutVars>
          <dgm:dir/>
          <dgm:resizeHandles val="exact"/>
        </dgm:presLayoutVars>
      </dgm:prSet>
      <dgm:spPr/>
    </dgm:pt>
    <dgm:pt modelId="{26DB4725-C943-473D-97EF-F65E8A4B1AE8}" type="pres">
      <dgm:prSet presAssocID="{AC6A00FB-FE66-4435-A8BC-C854273A4154}" presName="compNode" presStyleCnt="0"/>
      <dgm:spPr/>
    </dgm:pt>
    <dgm:pt modelId="{D7E4F023-BFF4-4AD9-BEB2-48F1E567E3F6}" type="pres">
      <dgm:prSet presAssocID="{AC6A00FB-FE66-4435-A8BC-C854273A415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103C75BE-8D3C-4BB7-8655-583187D1FC3D}" type="pres">
      <dgm:prSet presAssocID="{AC6A00FB-FE66-4435-A8BC-C854273A4154}" presName="spaceRect" presStyleCnt="0"/>
      <dgm:spPr/>
    </dgm:pt>
    <dgm:pt modelId="{EB429509-ACDD-44A4-8826-FA59B06BEC1C}" type="pres">
      <dgm:prSet presAssocID="{AC6A00FB-FE66-4435-A8BC-C854273A4154}" presName="textRect" presStyleLbl="revTx" presStyleIdx="0" presStyleCnt="2">
        <dgm:presLayoutVars>
          <dgm:chMax val="1"/>
          <dgm:chPref val="1"/>
        </dgm:presLayoutVars>
      </dgm:prSet>
      <dgm:spPr/>
    </dgm:pt>
    <dgm:pt modelId="{B2007BD3-E1D0-4CC1-A255-B59DB3B49D68}" type="pres">
      <dgm:prSet presAssocID="{B39F052A-5A77-4D4C-8D15-7B89F2646ECB}" presName="sibTrans" presStyleCnt="0"/>
      <dgm:spPr/>
    </dgm:pt>
    <dgm:pt modelId="{D7E4B9A7-C042-4963-8F58-67532D7F55B4}" type="pres">
      <dgm:prSet presAssocID="{77138BEE-D374-4B57-BE75-44AD16D5DBA8}" presName="compNode" presStyleCnt="0"/>
      <dgm:spPr/>
    </dgm:pt>
    <dgm:pt modelId="{AEA51E5B-F6FC-44F3-81CE-92F12AB51C05}" type="pres">
      <dgm:prSet presAssocID="{77138BEE-D374-4B57-BE75-44AD16D5DB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6898E650-ADAA-4BCF-9942-B67BB8D48BEA}" type="pres">
      <dgm:prSet presAssocID="{77138BEE-D374-4B57-BE75-44AD16D5DBA8}" presName="spaceRect" presStyleCnt="0"/>
      <dgm:spPr/>
    </dgm:pt>
    <dgm:pt modelId="{3F94B975-7CB7-4B8A-92C5-1DC04BB0BE14}" type="pres">
      <dgm:prSet presAssocID="{77138BEE-D374-4B57-BE75-44AD16D5DB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D520819-00F8-42C1-9FEA-F9A938E8AD9C}" srcId="{9E87CF04-115C-4628-8BD1-F107D6071150}" destId="{77138BEE-D374-4B57-BE75-44AD16D5DBA8}" srcOrd="1" destOrd="0" parTransId="{45A4C3DF-8A5A-4803-B442-0CDBB4F53A8E}" sibTransId="{2F838BEC-D638-4C76-979A-C16F122031E5}"/>
    <dgm:cxn modelId="{2263552C-D730-49D2-A7A7-866424C838D1}" type="presOf" srcId="{9E87CF04-115C-4628-8BD1-F107D6071150}" destId="{5C1EE178-4A4B-4088-9795-B637E924287B}" srcOrd="0" destOrd="0" presId="urn:microsoft.com/office/officeart/2018/2/layout/IconLabelList"/>
    <dgm:cxn modelId="{0169B079-39C5-40E9-AE0B-DDDFD419564D}" type="presOf" srcId="{AC6A00FB-FE66-4435-A8BC-C854273A4154}" destId="{EB429509-ACDD-44A4-8826-FA59B06BEC1C}" srcOrd="0" destOrd="0" presId="urn:microsoft.com/office/officeart/2018/2/layout/IconLabelList"/>
    <dgm:cxn modelId="{A2A62692-E06B-42BF-8C2D-B6A6A51CB54E}" type="presOf" srcId="{77138BEE-D374-4B57-BE75-44AD16D5DBA8}" destId="{3F94B975-7CB7-4B8A-92C5-1DC04BB0BE14}" srcOrd="0" destOrd="0" presId="urn:microsoft.com/office/officeart/2018/2/layout/IconLabelList"/>
    <dgm:cxn modelId="{372CF5B6-0A70-4B32-8B61-744B7145D750}" srcId="{9E87CF04-115C-4628-8BD1-F107D6071150}" destId="{AC6A00FB-FE66-4435-A8BC-C854273A4154}" srcOrd="0" destOrd="0" parTransId="{E0DAC8F8-8496-4B3E-90FD-7F056DC0A2DA}" sibTransId="{B39F052A-5A77-4D4C-8D15-7B89F2646ECB}"/>
    <dgm:cxn modelId="{6668A7A3-24BF-45D4-95F5-87F8205A2F04}" type="presParOf" srcId="{5C1EE178-4A4B-4088-9795-B637E924287B}" destId="{26DB4725-C943-473D-97EF-F65E8A4B1AE8}" srcOrd="0" destOrd="0" presId="urn:microsoft.com/office/officeart/2018/2/layout/IconLabelList"/>
    <dgm:cxn modelId="{0B60996A-7269-4511-8949-B3C5C13D8692}" type="presParOf" srcId="{26DB4725-C943-473D-97EF-F65E8A4B1AE8}" destId="{D7E4F023-BFF4-4AD9-BEB2-48F1E567E3F6}" srcOrd="0" destOrd="0" presId="urn:microsoft.com/office/officeart/2018/2/layout/IconLabelList"/>
    <dgm:cxn modelId="{D212380D-D5D3-4547-AB22-1E8DC3E0738A}" type="presParOf" srcId="{26DB4725-C943-473D-97EF-F65E8A4B1AE8}" destId="{103C75BE-8D3C-4BB7-8655-583187D1FC3D}" srcOrd="1" destOrd="0" presId="urn:microsoft.com/office/officeart/2018/2/layout/IconLabelList"/>
    <dgm:cxn modelId="{BC74C22A-8F00-4C22-8E7F-49478BFC7B7C}" type="presParOf" srcId="{26DB4725-C943-473D-97EF-F65E8A4B1AE8}" destId="{EB429509-ACDD-44A4-8826-FA59B06BEC1C}" srcOrd="2" destOrd="0" presId="urn:microsoft.com/office/officeart/2018/2/layout/IconLabelList"/>
    <dgm:cxn modelId="{DC059E8A-80AB-4F73-8A23-C8B058C28D2B}" type="presParOf" srcId="{5C1EE178-4A4B-4088-9795-B637E924287B}" destId="{B2007BD3-E1D0-4CC1-A255-B59DB3B49D68}" srcOrd="1" destOrd="0" presId="urn:microsoft.com/office/officeart/2018/2/layout/IconLabelList"/>
    <dgm:cxn modelId="{822E85CF-6435-44B4-AB38-E645C63CDFF5}" type="presParOf" srcId="{5C1EE178-4A4B-4088-9795-B637E924287B}" destId="{D7E4B9A7-C042-4963-8F58-67532D7F55B4}" srcOrd="2" destOrd="0" presId="urn:microsoft.com/office/officeart/2018/2/layout/IconLabelList"/>
    <dgm:cxn modelId="{925D331C-6CD6-476D-A47C-8C145C69A3E6}" type="presParOf" srcId="{D7E4B9A7-C042-4963-8F58-67532D7F55B4}" destId="{AEA51E5B-F6FC-44F3-81CE-92F12AB51C05}" srcOrd="0" destOrd="0" presId="urn:microsoft.com/office/officeart/2018/2/layout/IconLabelList"/>
    <dgm:cxn modelId="{BD7B90F4-00B9-47B2-965B-2791A50B4FC3}" type="presParOf" srcId="{D7E4B9A7-C042-4963-8F58-67532D7F55B4}" destId="{6898E650-ADAA-4BCF-9942-B67BB8D48BEA}" srcOrd="1" destOrd="0" presId="urn:microsoft.com/office/officeart/2018/2/layout/IconLabelList"/>
    <dgm:cxn modelId="{C33825A4-486F-42E3-9E18-BD78AC3DB361}" type="presParOf" srcId="{D7E4B9A7-C042-4963-8F58-67532D7F55B4}" destId="{3F94B975-7CB7-4B8A-92C5-1DC04BB0BE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Introdução à Disciplina</a:t>
          </a:r>
          <a:endParaRPr lang="en-US" dirty="0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Infraestrutura para Big Data</a:t>
          </a:r>
          <a:endParaRPr lang="en-US" dirty="0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Processamento de Dados em Escala</a:t>
          </a:r>
          <a:endParaRPr lang="en-US" dirty="0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6EC0A287-C64B-4757-B852-8087249853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Streaming de Dados</a:t>
          </a:r>
          <a:endParaRPr lang="en-US" dirty="0"/>
        </a:p>
      </dgm:t>
    </dgm:pt>
    <dgm:pt modelId="{36BB961F-B43B-4B4C-8272-8B94FA72A022}" type="parTrans" cxnId="{938286A2-F460-406E-ADD9-B5B820EE72BB}">
      <dgm:prSet/>
      <dgm:spPr/>
      <dgm:t>
        <a:bodyPr/>
        <a:lstStyle/>
        <a:p>
          <a:endParaRPr lang="pt-BR"/>
        </a:p>
      </dgm:t>
    </dgm:pt>
    <dgm:pt modelId="{A470AB96-F8EF-438F-B32F-2342EC5A4FE4}" type="sibTrans" cxnId="{938286A2-F460-406E-ADD9-B5B820EE72BB}">
      <dgm:prSet/>
      <dgm:spPr/>
      <dgm:t>
        <a:bodyPr/>
        <a:lstStyle/>
        <a:p>
          <a:endParaRPr lang="pt-BR"/>
        </a:p>
      </dgm:t>
    </dgm:pt>
    <dgm:pt modelId="{963CB2C9-4445-40FF-B367-8A1CFD8D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Machine Learning</a:t>
          </a:r>
        </a:p>
      </dgm:t>
    </dgm:pt>
    <dgm:pt modelId="{A8DD76BF-9B6B-4648-913C-4D2E26F8585A}" type="parTrans" cxnId="{4554CF58-BF59-44FC-B970-FEAAB45C9057}">
      <dgm:prSet/>
      <dgm:spPr/>
      <dgm:t>
        <a:bodyPr/>
        <a:lstStyle/>
        <a:p>
          <a:endParaRPr lang="pt-BR"/>
        </a:p>
      </dgm:t>
    </dgm:pt>
    <dgm:pt modelId="{B7C57324-1118-4843-B965-0EA83480F54F}" type="sibTrans" cxnId="{4554CF58-BF59-44FC-B970-FEAAB45C9057}">
      <dgm:prSet/>
      <dgm:spPr/>
      <dgm:t>
        <a:bodyPr/>
        <a:lstStyle/>
        <a:p>
          <a:endParaRPr lang="pt-BR"/>
        </a:p>
      </dgm:t>
    </dgm:pt>
    <dgm:pt modelId="{FF16D444-251A-4E8F-B2BB-E711415B767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Ética e Privacidade em Big Data</a:t>
          </a:r>
          <a:endParaRPr lang="en-US" b="1" dirty="0"/>
        </a:p>
      </dgm:t>
    </dgm:pt>
    <dgm:pt modelId="{E402FA06-33D8-476C-874F-015877C043DA}" type="parTrans" cxnId="{B88ACBBF-4C09-4FAB-94E1-0B01F351E7C0}">
      <dgm:prSet/>
      <dgm:spPr/>
      <dgm:t>
        <a:bodyPr/>
        <a:lstStyle/>
        <a:p>
          <a:endParaRPr lang="pt-BR"/>
        </a:p>
      </dgm:t>
    </dgm:pt>
    <dgm:pt modelId="{FA3F79D5-35A0-4005-BEEF-09CCDC02216C}" type="sibTrans" cxnId="{B88ACBBF-4C09-4FAB-94E1-0B01F351E7C0}">
      <dgm:prSet/>
      <dgm:spPr/>
      <dgm:t>
        <a:bodyPr/>
        <a:lstStyle/>
        <a:p>
          <a:endParaRPr lang="pt-BR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8" custLinFactNeighborX="13" custLinFactNeighborY="-23347"/>
      <dgm:spPr/>
    </dgm:pt>
    <dgm:pt modelId="{1F8562D3-E6D4-4EE1-B08E-8ADD11531FA1}" type="pres">
      <dgm:prSet presAssocID="{92B9C494-10CC-4F61-9069-71613D5E373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8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8"/>
      <dgm:spPr/>
    </dgm:pt>
    <dgm:pt modelId="{69C5A09E-B9AE-4014-B93F-C539F40E6D14}" type="pres">
      <dgm:prSet presAssocID="{78EA0DEB-C4E7-4530-82C3-38F5D5F5871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8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8"/>
      <dgm:spPr/>
    </dgm:pt>
    <dgm:pt modelId="{10B74E8D-0F59-433C-9A33-E1E81D19EBBB}" type="pres">
      <dgm:prSet presAssocID="{E78B0644-B1DF-43FF-AF62-065CF917815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8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8"/>
      <dgm:spPr/>
    </dgm:pt>
    <dgm:pt modelId="{0AA90B25-7E39-490C-94B8-5D7CC86616CA}" type="pres">
      <dgm:prSet presAssocID="{D60ACF92-21B5-45C7-9587-549A85AA87F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8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8"/>
      <dgm:spPr/>
    </dgm:pt>
    <dgm:pt modelId="{D676761A-49C2-42D6-A526-68C3E3C2F9D2}" type="pres">
      <dgm:prSet presAssocID="{F46B5934-A3BB-4DDC-BA3F-425595E724D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8">
        <dgm:presLayoutVars>
          <dgm:chMax val="0"/>
          <dgm:chPref val="0"/>
        </dgm:presLayoutVars>
      </dgm:prSet>
      <dgm:spPr/>
    </dgm:pt>
    <dgm:pt modelId="{20D40910-B169-4A22-8BF2-D44A6FDBC544}" type="pres">
      <dgm:prSet presAssocID="{CA04E64C-D352-4CFB-A6F4-BDEECDAD0063}" presName="sibTrans" presStyleCnt="0"/>
      <dgm:spPr/>
    </dgm:pt>
    <dgm:pt modelId="{03E3226B-19FC-49EB-91AE-8D36E69849B3}" type="pres">
      <dgm:prSet presAssocID="{6EC0A287-C64B-4757-B852-8087249853EB}" presName="compNode" presStyleCnt="0"/>
      <dgm:spPr/>
    </dgm:pt>
    <dgm:pt modelId="{3735C041-C77B-44F0-AC3F-EEA071678FFA}" type="pres">
      <dgm:prSet presAssocID="{6EC0A287-C64B-4757-B852-8087249853EB}" presName="bgRect" presStyleLbl="bgShp" presStyleIdx="5" presStyleCnt="8"/>
      <dgm:spPr/>
    </dgm:pt>
    <dgm:pt modelId="{9EC68228-A6F2-4FAC-80E6-17F8DCD63DF3}" type="pres">
      <dgm:prSet presAssocID="{6EC0A287-C64B-4757-B852-8087249853E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75% com preenchimento sólido"/>
        </a:ext>
      </dgm:extLst>
    </dgm:pt>
    <dgm:pt modelId="{0E4F19B6-A5C7-4D5A-8A70-44C3AC8822A3}" type="pres">
      <dgm:prSet presAssocID="{6EC0A287-C64B-4757-B852-8087249853EB}" presName="spaceRect" presStyleCnt="0"/>
      <dgm:spPr/>
    </dgm:pt>
    <dgm:pt modelId="{D4BF9A34-7B3A-4E60-B139-CFE6A68B2E02}" type="pres">
      <dgm:prSet presAssocID="{6EC0A287-C64B-4757-B852-8087249853EB}" presName="parTx" presStyleLbl="revTx" presStyleIdx="5" presStyleCnt="8">
        <dgm:presLayoutVars>
          <dgm:chMax val="0"/>
          <dgm:chPref val="0"/>
        </dgm:presLayoutVars>
      </dgm:prSet>
      <dgm:spPr/>
    </dgm:pt>
    <dgm:pt modelId="{16677FC6-42DC-48D3-9A0C-A275BDA47403}" type="pres">
      <dgm:prSet presAssocID="{A470AB96-F8EF-438F-B32F-2342EC5A4FE4}" presName="sibTrans" presStyleCnt="0"/>
      <dgm:spPr/>
    </dgm:pt>
    <dgm:pt modelId="{C1B0E1F7-DEB2-47A6-9473-6B1E1CD366B1}" type="pres">
      <dgm:prSet presAssocID="{963CB2C9-4445-40FF-B367-8A1CFD8DEC0D}" presName="compNode" presStyleCnt="0"/>
      <dgm:spPr/>
    </dgm:pt>
    <dgm:pt modelId="{004A9969-F1E3-4551-9D39-6F546E820C92}" type="pres">
      <dgm:prSet presAssocID="{963CB2C9-4445-40FF-B367-8A1CFD8DEC0D}" presName="bgRect" presStyleLbl="bgShp" presStyleIdx="6" presStyleCnt="8"/>
      <dgm:spPr/>
    </dgm:pt>
    <dgm:pt modelId="{A1ADA2DA-85F2-4B0F-BA34-D924668104B1}" type="pres">
      <dgm:prSet presAssocID="{963CB2C9-4445-40FF-B367-8A1CFD8DEC0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 com preenchimento sólido"/>
        </a:ext>
      </dgm:extLst>
    </dgm:pt>
    <dgm:pt modelId="{B7244026-F6D5-416B-A6BC-EF43A86D7BD9}" type="pres">
      <dgm:prSet presAssocID="{963CB2C9-4445-40FF-B367-8A1CFD8DEC0D}" presName="spaceRect" presStyleCnt="0"/>
      <dgm:spPr/>
    </dgm:pt>
    <dgm:pt modelId="{D7479BFA-D6A0-4D6B-84ED-6C58329FEF87}" type="pres">
      <dgm:prSet presAssocID="{963CB2C9-4445-40FF-B367-8A1CFD8DEC0D}" presName="parTx" presStyleLbl="revTx" presStyleIdx="6" presStyleCnt="8">
        <dgm:presLayoutVars>
          <dgm:chMax val="0"/>
          <dgm:chPref val="0"/>
        </dgm:presLayoutVars>
      </dgm:prSet>
      <dgm:spPr/>
    </dgm:pt>
    <dgm:pt modelId="{2046B996-3896-4C01-B381-E42519014F04}" type="pres">
      <dgm:prSet presAssocID="{B7C57324-1118-4843-B965-0EA83480F54F}" presName="sibTrans" presStyleCnt="0"/>
      <dgm:spPr/>
    </dgm:pt>
    <dgm:pt modelId="{AC36C0D2-DF6F-4C21-B5DC-8D3C91B8DB35}" type="pres">
      <dgm:prSet presAssocID="{FF16D444-251A-4E8F-B2BB-E711415B7675}" presName="compNode" presStyleCnt="0"/>
      <dgm:spPr/>
    </dgm:pt>
    <dgm:pt modelId="{B824FFB9-AA02-4DEF-A0C1-592D16AA58E2}" type="pres">
      <dgm:prSet presAssocID="{FF16D444-251A-4E8F-B2BB-E711415B7675}" presName="bgRect" presStyleLbl="bgShp" presStyleIdx="7" presStyleCnt="8" custLinFactNeighborX="-59328" custLinFactNeighborY="27098"/>
      <dgm:spPr/>
    </dgm:pt>
    <dgm:pt modelId="{7BA7FBED-0DA5-4510-BEED-7DB444785548}" type="pres">
      <dgm:prSet presAssocID="{FF16D444-251A-4E8F-B2BB-E711415B767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âmera de segurança estrutura de tópicos"/>
        </a:ext>
      </dgm:extLst>
    </dgm:pt>
    <dgm:pt modelId="{7F8852A0-C507-4828-BF28-B42D8302066B}" type="pres">
      <dgm:prSet presAssocID="{FF16D444-251A-4E8F-B2BB-E711415B7675}" presName="spaceRect" presStyleCnt="0"/>
      <dgm:spPr/>
    </dgm:pt>
    <dgm:pt modelId="{5F3A1A70-3EBC-4418-B45D-F7B0E04D8A7A}" type="pres">
      <dgm:prSet presAssocID="{FF16D444-251A-4E8F-B2BB-E711415B767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8A61C00C-8AA9-4143-A31E-8152BE0BBEA6}" type="presOf" srcId="{6EC0A287-C64B-4757-B852-8087249853EB}" destId="{D4BF9A34-7B3A-4E60-B139-CFE6A68B2E02}" srcOrd="0" destOrd="0" presId="urn:microsoft.com/office/officeart/2018/2/layout/IconVerticalSolidList"/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A20E1E28-FD16-49A5-96DF-86FF4ED66F97}" type="presOf" srcId="{963CB2C9-4445-40FF-B367-8A1CFD8DEC0D}" destId="{D7479BFA-D6A0-4D6B-84ED-6C58329FEF87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4554CF58-BF59-44FC-B970-FEAAB45C9057}" srcId="{CAFFAAD6-23A2-4170-B72E-15B505743C95}" destId="{963CB2C9-4445-40FF-B367-8A1CFD8DEC0D}" srcOrd="6" destOrd="0" parTransId="{A8DD76BF-9B6B-4648-913C-4D2E26F8585A}" sibTransId="{B7C57324-1118-4843-B965-0EA83480F54F}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938286A2-F460-406E-ADD9-B5B820EE72BB}" srcId="{CAFFAAD6-23A2-4170-B72E-15B505743C95}" destId="{6EC0A287-C64B-4757-B852-8087249853EB}" srcOrd="5" destOrd="0" parTransId="{36BB961F-B43B-4B4C-8272-8B94FA72A022}" sibTransId="{A470AB96-F8EF-438F-B32F-2342EC5A4FE4}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B88ACBBF-4C09-4FAB-94E1-0B01F351E7C0}" srcId="{CAFFAAD6-23A2-4170-B72E-15B505743C95}" destId="{FF16D444-251A-4E8F-B2BB-E711415B7675}" srcOrd="7" destOrd="0" parTransId="{E402FA06-33D8-476C-874F-015877C043DA}" sibTransId="{FA3F79D5-35A0-4005-BEEF-09CCDC02216C}"/>
    <dgm:cxn modelId="{90509BC0-A690-40CF-984F-5D879DBCE5D7}" type="presOf" srcId="{FF16D444-251A-4E8F-B2BB-E711415B7675}" destId="{5F3A1A70-3EBC-4418-B45D-F7B0E04D8A7A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  <dgm:cxn modelId="{E7945399-1D9C-4727-B6BE-D9726EA51DAE}" type="presParOf" srcId="{BCAA5659-811A-4ECE-B9C9-BBDBD99F1F2A}" destId="{20D40910-B169-4A22-8BF2-D44A6FDBC544}" srcOrd="9" destOrd="0" presId="urn:microsoft.com/office/officeart/2018/2/layout/IconVerticalSolidList"/>
    <dgm:cxn modelId="{A42F9AC4-B8BC-435B-A966-59D2F5C9511D}" type="presParOf" srcId="{BCAA5659-811A-4ECE-B9C9-BBDBD99F1F2A}" destId="{03E3226B-19FC-49EB-91AE-8D36E69849B3}" srcOrd="10" destOrd="0" presId="urn:microsoft.com/office/officeart/2018/2/layout/IconVerticalSolidList"/>
    <dgm:cxn modelId="{6791D0F8-E2BC-4CD7-8F3D-0577687984BF}" type="presParOf" srcId="{03E3226B-19FC-49EB-91AE-8D36E69849B3}" destId="{3735C041-C77B-44F0-AC3F-EEA071678FFA}" srcOrd="0" destOrd="0" presId="urn:microsoft.com/office/officeart/2018/2/layout/IconVerticalSolidList"/>
    <dgm:cxn modelId="{497306D3-82F0-47E8-92E8-9E5AE03BB46D}" type="presParOf" srcId="{03E3226B-19FC-49EB-91AE-8D36E69849B3}" destId="{9EC68228-A6F2-4FAC-80E6-17F8DCD63DF3}" srcOrd="1" destOrd="0" presId="urn:microsoft.com/office/officeart/2018/2/layout/IconVerticalSolidList"/>
    <dgm:cxn modelId="{F1834E8F-4CE3-478F-AE8E-932DACEDDF43}" type="presParOf" srcId="{03E3226B-19FC-49EB-91AE-8D36E69849B3}" destId="{0E4F19B6-A5C7-4D5A-8A70-44C3AC8822A3}" srcOrd="2" destOrd="0" presId="urn:microsoft.com/office/officeart/2018/2/layout/IconVerticalSolidList"/>
    <dgm:cxn modelId="{B9FD1FEA-0682-48C1-A399-D04D968F6C9E}" type="presParOf" srcId="{03E3226B-19FC-49EB-91AE-8D36E69849B3}" destId="{D4BF9A34-7B3A-4E60-B139-CFE6A68B2E02}" srcOrd="3" destOrd="0" presId="urn:microsoft.com/office/officeart/2018/2/layout/IconVerticalSolidList"/>
    <dgm:cxn modelId="{871401DF-689F-4726-9E7B-C02B97F0BFC1}" type="presParOf" srcId="{BCAA5659-811A-4ECE-B9C9-BBDBD99F1F2A}" destId="{16677FC6-42DC-48D3-9A0C-A275BDA47403}" srcOrd="11" destOrd="0" presId="urn:microsoft.com/office/officeart/2018/2/layout/IconVerticalSolidList"/>
    <dgm:cxn modelId="{116C8213-4E65-482A-8767-9B87E8E69E98}" type="presParOf" srcId="{BCAA5659-811A-4ECE-B9C9-BBDBD99F1F2A}" destId="{C1B0E1F7-DEB2-47A6-9473-6B1E1CD366B1}" srcOrd="12" destOrd="0" presId="urn:microsoft.com/office/officeart/2018/2/layout/IconVerticalSolidList"/>
    <dgm:cxn modelId="{4D5EF211-B336-4E08-B840-681BC296AFE7}" type="presParOf" srcId="{C1B0E1F7-DEB2-47A6-9473-6B1E1CD366B1}" destId="{004A9969-F1E3-4551-9D39-6F546E820C92}" srcOrd="0" destOrd="0" presId="urn:microsoft.com/office/officeart/2018/2/layout/IconVerticalSolidList"/>
    <dgm:cxn modelId="{A4572649-9DBA-49A3-9AFB-E2C86508A9B1}" type="presParOf" srcId="{C1B0E1F7-DEB2-47A6-9473-6B1E1CD366B1}" destId="{A1ADA2DA-85F2-4B0F-BA34-D924668104B1}" srcOrd="1" destOrd="0" presId="urn:microsoft.com/office/officeart/2018/2/layout/IconVerticalSolidList"/>
    <dgm:cxn modelId="{E721FFD5-E1FD-4DC3-9F03-660BBFBD3D4F}" type="presParOf" srcId="{C1B0E1F7-DEB2-47A6-9473-6B1E1CD366B1}" destId="{B7244026-F6D5-416B-A6BC-EF43A86D7BD9}" srcOrd="2" destOrd="0" presId="urn:microsoft.com/office/officeart/2018/2/layout/IconVerticalSolidList"/>
    <dgm:cxn modelId="{F1204247-F8E1-4F33-87BC-4D7BF02E82F8}" type="presParOf" srcId="{C1B0E1F7-DEB2-47A6-9473-6B1E1CD366B1}" destId="{D7479BFA-D6A0-4D6B-84ED-6C58329FEF87}" srcOrd="3" destOrd="0" presId="urn:microsoft.com/office/officeart/2018/2/layout/IconVerticalSolidList"/>
    <dgm:cxn modelId="{51B41BC2-07AB-4991-8832-28B9EF9BC11E}" type="presParOf" srcId="{BCAA5659-811A-4ECE-B9C9-BBDBD99F1F2A}" destId="{2046B996-3896-4C01-B381-E42519014F04}" srcOrd="13" destOrd="0" presId="urn:microsoft.com/office/officeart/2018/2/layout/IconVerticalSolidList"/>
    <dgm:cxn modelId="{BFC07E92-5B0D-4E8C-9504-DB0D0036B769}" type="presParOf" srcId="{BCAA5659-811A-4ECE-B9C9-BBDBD99F1F2A}" destId="{AC36C0D2-DF6F-4C21-B5DC-8D3C91B8DB35}" srcOrd="14" destOrd="0" presId="urn:microsoft.com/office/officeart/2018/2/layout/IconVerticalSolidList"/>
    <dgm:cxn modelId="{E6F74A26-6677-4C90-A83D-47F4CCE6BC9B}" type="presParOf" srcId="{AC36C0D2-DF6F-4C21-B5DC-8D3C91B8DB35}" destId="{B824FFB9-AA02-4DEF-A0C1-592D16AA58E2}" srcOrd="0" destOrd="0" presId="urn:microsoft.com/office/officeart/2018/2/layout/IconVerticalSolidList"/>
    <dgm:cxn modelId="{5AA227E7-24AD-427F-A002-4A7B73F6CB86}" type="presParOf" srcId="{AC36C0D2-DF6F-4C21-B5DC-8D3C91B8DB35}" destId="{7BA7FBED-0DA5-4510-BEED-7DB444785548}" srcOrd="1" destOrd="0" presId="urn:microsoft.com/office/officeart/2018/2/layout/IconVerticalSolidList"/>
    <dgm:cxn modelId="{7919C581-D6A6-4064-9B77-8F436F046AF5}" type="presParOf" srcId="{AC36C0D2-DF6F-4C21-B5DC-8D3C91B8DB35}" destId="{7F8852A0-C507-4828-BF28-B42D8302066B}" srcOrd="2" destOrd="0" presId="urn:microsoft.com/office/officeart/2018/2/layout/IconVerticalSolidList"/>
    <dgm:cxn modelId="{C8F2E272-7F6D-4CE7-AA43-0D4E62BD8E94}" type="presParOf" srcId="{AC36C0D2-DF6F-4C21-B5DC-8D3C91B8DB35}" destId="{5F3A1A70-3EBC-4418-B45D-F7B0E04D8A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370874-6F22-4316-B8B2-6DCC8A7ECD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B71AABA-73F1-4DA5-B854-600D61191166}">
      <dgm:prSet/>
      <dgm:spPr/>
      <dgm:t>
        <a:bodyPr/>
        <a:lstStyle/>
        <a:p>
          <a:r>
            <a:rPr lang="pt-BR"/>
            <a:t>- Ferramenta open source de processamento distribuído</a:t>
          </a:r>
          <a:endParaRPr lang="en-US"/>
        </a:p>
      </dgm:t>
    </dgm:pt>
    <dgm:pt modelId="{C9198AFF-F5AC-4FF5-B323-691593168ABD}" type="parTrans" cxnId="{45490704-21CB-47A0-BDF9-C48A48F0730B}">
      <dgm:prSet/>
      <dgm:spPr/>
      <dgm:t>
        <a:bodyPr/>
        <a:lstStyle/>
        <a:p>
          <a:endParaRPr lang="en-US"/>
        </a:p>
      </dgm:t>
    </dgm:pt>
    <dgm:pt modelId="{9C0BCE52-90A5-46AE-B181-573E8A98454F}" type="sibTrans" cxnId="{45490704-21CB-47A0-BDF9-C48A48F0730B}">
      <dgm:prSet/>
      <dgm:spPr/>
      <dgm:t>
        <a:bodyPr/>
        <a:lstStyle/>
        <a:p>
          <a:endParaRPr lang="en-US"/>
        </a:p>
      </dgm:t>
    </dgm:pt>
    <dgm:pt modelId="{1E5A73D2-334A-4DC3-9080-4EE500F267F1}">
      <dgm:prSet/>
      <dgm:spPr/>
      <dgm:t>
        <a:bodyPr/>
        <a:lstStyle/>
        <a:p>
          <a:r>
            <a:rPr lang="pt-BR"/>
            <a:t>- Suporte a várias linguagens: Scala, Python, Java, R, SQL</a:t>
          </a:r>
          <a:endParaRPr lang="en-US"/>
        </a:p>
      </dgm:t>
    </dgm:pt>
    <dgm:pt modelId="{C136CD71-B0DD-4613-9FD2-4D34A89C0AF4}" type="parTrans" cxnId="{43DC2BC1-0164-469C-95BF-6A8125A8B934}">
      <dgm:prSet/>
      <dgm:spPr/>
      <dgm:t>
        <a:bodyPr/>
        <a:lstStyle/>
        <a:p>
          <a:endParaRPr lang="en-US"/>
        </a:p>
      </dgm:t>
    </dgm:pt>
    <dgm:pt modelId="{4DEECEE2-A073-47F3-A651-8B90DAD1E036}" type="sibTrans" cxnId="{43DC2BC1-0164-469C-95BF-6A8125A8B934}">
      <dgm:prSet/>
      <dgm:spPr/>
      <dgm:t>
        <a:bodyPr/>
        <a:lstStyle/>
        <a:p>
          <a:endParaRPr lang="en-US"/>
        </a:p>
      </dgm:t>
    </dgm:pt>
    <dgm:pt modelId="{6953274F-B583-4A09-B842-B406B0DBCDAB}">
      <dgm:prSet/>
      <dgm:spPr/>
      <dgm:t>
        <a:bodyPr/>
        <a:lstStyle/>
        <a:p>
          <a:r>
            <a:rPr lang="pt-BR"/>
            <a:t>- Roda localmente ou na nuvem</a:t>
          </a:r>
          <a:endParaRPr lang="en-US"/>
        </a:p>
      </dgm:t>
    </dgm:pt>
    <dgm:pt modelId="{A6A05C75-A433-4331-9D27-45AF4008AA5E}" type="parTrans" cxnId="{65908B1D-93D4-44CC-9F37-1A924FE462EF}">
      <dgm:prSet/>
      <dgm:spPr/>
      <dgm:t>
        <a:bodyPr/>
        <a:lstStyle/>
        <a:p>
          <a:endParaRPr lang="en-US"/>
        </a:p>
      </dgm:t>
    </dgm:pt>
    <dgm:pt modelId="{8BB9F264-252E-4BAF-A70D-7759B1B76BC1}" type="sibTrans" cxnId="{65908B1D-93D4-44CC-9F37-1A924FE462EF}">
      <dgm:prSet/>
      <dgm:spPr/>
      <dgm:t>
        <a:bodyPr/>
        <a:lstStyle/>
        <a:p>
          <a:endParaRPr lang="en-US"/>
        </a:p>
      </dgm:t>
    </dgm:pt>
    <dgm:pt modelId="{3DA6EE86-8F6C-4BB7-BB97-2230859DE367}" type="pres">
      <dgm:prSet presAssocID="{68370874-6F22-4316-B8B2-6DCC8A7ECD4D}" presName="root" presStyleCnt="0">
        <dgm:presLayoutVars>
          <dgm:dir/>
          <dgm:resizeHandles val="exact"/>
        </dgm:presLayoutVars>
      </dgm:prSet>
      <dgm:spPr/>
    </dgm:pt>
    <dgm:pt modelId="{2548A438-EB1B-4F84-88BD-A650B6FD7B69}" type="pres">
      <dgm:prSet presAssocID="{0B71AABA-73F1-4DA5-B854-600D61191166}" presName="compNode" presStyleCnt="0"/>
      <dgm:spPr/>
    </dgm:pt>
    <dgm:pt modelId="{4355D62C-12F0-4D19-9C64-97B89573940F}" type="pres">
      <dgm:prSet presAssocID="{0B71AABA-73F1-4DA5-B854-600D61191166}" presName="bgRect" presStyleLbl="bgShp" presStyleIdx="0" presStyleCnt="3"/>
      <dgm:spPr/>
    </dgm:pt>
    <dgm:pt modelId="{6EAA1311-26CF-4FF9-8C5A-F42D18B75F7A}" type="pres">
      <dgm:prSet presAssocID="{0B71AABA-73F1-4DA5-B854-600D611911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974AC551-5ED9-43D1-99A3-CBAB6CCBF3ED}" type="pres">
      <dgm:prSet presAssocID="{0B71AABA-73F1-4DA5-B854-600D61191166}" presName="spaceRect" presStyleCnt="0"/>
      <dgm:spPr/>
    </dgm:pt>
    <dgm:pt modelId="{C2A5ED88-3F8D-46BC-B6F5-E1C9F884F1C6}" type="pres">
      <dgm:prSet presAssocID="{0B71AABA-73F1-4DA5-B854-600D61191166}" presName="parTx" presStyleLbl="revTx" presStyleIdx="0" presStyleCnt="3">
        <dgm:presLayoutVars>
          <dgm:chMax val="0"/>
          <dgm:chPref val="0"/>
        </dgm:presLayoutVars>
      </dgm:prSet>
      <dgm:spPr/>
    </dgm:pt>
    <dgm:pt modelId="{E6C6810E-D41A-4411-AE40-9562C489CCCF}" type="pres">
      <dgm:prSet presAssocID="{9C0BCE52-90A5-46AE-B181-573E8A98454F}" presName="sibTrans" presStyleCnt="0"/>
      <dgm:spPr/>
    </dgm:pt>
    <dgm:pt modelId="{903ABF3A-618E-42B4-8844-1C2FE236F51D}" type="pres">
      <dgm:prSet presAssocID="{1E5A73D2-334A-4DC3-9080-4EE500F267F1}" presName="compNode" presStyleCnt="0"/>
      <dgm:spPr/>
    </dgm:pt>
    <dgm:pt modelId="{8105BF6C-A073-4568-A6A0-1F134F1FA737}" type="pres">
      <dgm:prSet presAssocID="{1E5A73D2-334A-4DC3-9080-4EE500F267F1}" presName="bgRect" presStyleLbl="bgShp" presStyleIdx="1" presStyleCnt="3"/>
      <dgm:spPr/>
    </dgm:pt>
    <dgm:pt modelId="{486B073F-35E3-4690-B1D9-AF82718E18AF}" type="pres">
      <dgm:prSet presAssocID="{1E5A73D2-334A-4DC3-9080-4EE500F267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1D77E32B-F874-4D58-8196-2070EA1491F8}" type="pres">
      <dgm:prSet presAssocID="{1E5A73D2-334A-4DC3-9080-4EE500F267F1}" presName="spaceRect" presStyleCnt="0"/>
      <dgm:spPr/>
    </dgm:pt>
    <dgm:pt modelId="{1FE8C6CA-68BF-4D66-A702-1D91C759CAC6}" type="pres">
      <dgm:prSet presAssocID="{1E5A73D2-334A-4DC3-9080-4EE500F267F1}" presName="parTx" presStyleLbl="revTx" presStyleIdx="1" presStyleCnt="3">
        <dgm:presLayoutVars>
          <dgm:chMax val="0"/>
          <dgm:chPref val="0"/>
        </dgm:presLayoutVars>
      </dgm:prSet>
      <dgm:spPr/>
    </dgm:pt>
    <dgm:pt modelId="{F932C0EA-BA78-4369-8615-B143698AA45F}" type="pres">
      <dgm:prSet presAssocID="{4DEECEE2-A073-47F3-A651-8B90DAD1E036}" presName="sibTrans" presStyleCnt="0"/>
      <dgm:spPr/>
    </dgm:pt>
    <dgm:pt modelId="{76727336-028A-4BB1-9F95-453CBF3B3145}" type="pres">
      <dgm:prSet presAssocID="{6953274F-B583-4A09-B842-B406B0DBCDAB}" presName="compNode" presStyleCnt="0"/>
      <dgm:spPr/>
    </dgm:pt>
    <dgm:pt modelId="{9261B8A2-096A-4025-8B65-0F1480CA587C}" type="pres">
      <dgm:prSet presAssocID="{6953274F-B583-4A09-B842-B406B0DBCDAB}" presName="bgRect" presStyleLbl="bgShp" presStyleIdx="2" presStyleCnt="3"/>
      <dgm:spPr/>
    </dgm:pt>
    <dgm:pt modelId="{FD4E31AD-EB56-4BDD-A02D-7C30D86DC117}" type="pres">
      <dgm:prSet presAssocID="{6953274F-B583-4A09-B842-B406B0DBCD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839472ED-2857-445D-B4E4-B43CE0EA2989}" type="pres">
      <dgm:prSet presAssocID="{6953274F-B583-4A09-B842-B406B0DBCDAB}" presName="spaceRect" presStyleCnt="0"/>
      <dgm:spPr/>
    </dgm:pt>
    <dgm:pt modelId="{0915FFC6-8450-4425-AE5A-07B4C133D779}" type="pres">
      <dgm:prSet presAssocID="{6953274F-B583-4A09-B842-B406B0DBCD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5490704-21CB-47A0-BDF9-C48A48F0730B}" srcId="{68370874-6F22-4316-B8B2-6DCC8A7ECD4D}" destId="{0B71AABA-73F1-4DA5-B854-600D61191166}" srcOrd="0" destOrd="0" parTransId="{C9198AFF-F5AC-4FF5-B323-691593168ABD}" sibTransId="{9C0BCE52-90A5-46AE-B181-573E8A98454F}"/>
    <dgm:cxn modelId="{BD59B80F-2207-4C60-B1FF-D5ECDB519BE8}" type="presOf" srcId="{68370874-6F22-4316-B8B2-6DCC8A7ECD4D}" destId="{3DA6EE86-8F6C-4BB7-BB97-2230859DE367}" srcOrd="0" destOrd="0" presId="urn:microsoft.com/office/officeart/2018/2/layout/IconVerticalSolidList"/>
    <dgm:cxn modelId="{D071C119-FCB3-4E26-87E1-4736B7D5EE34}" type="presOf" srcId="{0B71AABA-73F1-4DA5-B854-600D61191166}" destId="{C2A5ED88-3F8D-46BC-B6F5-E1C9F884F1C6}" srcOrd="0" destOrd="0" presId="urn:microsoft.com/office/officeart/2018/2/layout/IconVerticalSolidList"/>
    <dgm:cxn modelId="{65908B1D-93D4-44CC-9F37-1A924FE462EF}" srcId="{68370874-6F22-4316-B8B2-6DCC8A7ECD4D}" destId="{6953274F-B583-4A09-B842-B406B0DBCDAB}" srcOrd="2" destOrd="0" parTransId="{A6A05C75-A433-4331-9D27-45AF4008AA5E}" sibTransId="{8BB9F264-252E-4BAF-A70D-7759B1B76BC1}"/>
    <dgm:cxn modelId="{8CFAD14D-7118-4B0A-932A-C61EA4A24953}" type="presOf" srcId="{6953274F-B583-4A09-B842-B406B0DBCDAB}" destId="{0915FFC6-8450-4425-AE5A-07B4C133D779}" srcOrd="0" destOrd="0" presId="urn:microsoft.com/office/officeart/2018/2/layout/IconVerticalSolidList"/>
    <dgm:cxn modelId="{43DC2BC1-0164-469C-95BF-6A8125A8B934}" srcId="{68370874-6F22-4316-B8B2-6DCC8A7ECD4D}" destId="{1E5A73D2-334A-4DC3-9080-4EE500F267F1}" srcOrd="1" destOrd="0" parTransId="{C136CD71-B0DD-4613-9FD2-4D34A89C0AF4}" sibTransId="{4DEECEE2-A073-47F3-A651-8B90DAD1E036}"/>
    <dgm:cxn modelId="{E02614F1-D486-434C-9738-869D920DA50B}" type="presOf" srcId="{1E5A73D2-334A-4DC3-9080-4EE500F267F1}" destId="{1FE8C6CA-68BF-4D66-A702-1D91C759CAC6}" srcOrd="0" destOrd="0" presId="urn:microsoft.com/office/officeart/2018/2/layout/IconVerticalSolidList"/>
    <dgm:cxn modelId="{03C2F3CA-621F-4DF3-B7A8-6F340CCD81F2}" type="presParOf" srcId="{3DA6EE86-8F6C-4BB7-BB97-2230859DE367}" destId="{2548A438-EB1B-4F84-88BD-A650B6FD7B69}" srcOrd="0" destOrd="0" presId="urn:microsoft.com/office/officeart/2018/2/layout/IconVerticalSolidList"/>
    <dgm:cxn modelId="{E08D3598-D3BB-43D5-88F3-45F3E11DE081}" type="presParOf" srcId="{2548A438-EB1B-4F84-88BD-A650B6FD7B69}" destId="{4355D62C-12F0-4D19-9C64-97B89573940F}" srcOrd="0" destOrd="0" presId="urn:microsoft.com/office/officeart/2018/2/layout/IconVerticalSolidList"/>
    <dgm:cxn modelId="{216C22DB-A899-4A75-A512-374A2C886942}" type="presParOf" srcId="{2548A438-EB1B-4F84-88BD-A650B6FD7B69}" destId="{6EAA1311-26CF-4FF9-8C5A-F42D18B75F7A}" srcOrd="1" destOrd="0" presId="urn:microsoft.com/office/officeart/2018/2/layout/IconVerticalSolidList"/>
    <dgm:cxn modelId="{B5A23220-CDF4-41FA-BBB4-73DE9CED9197}" type="presParOf" srcId="{2548A438-EB1B-4F84-88BD-A650B6FD7B69}" destId="{974AC551-5ED9-43D1-99A3-CBAB6CCBF3ED}" srcOrd="2" destOrd="0" presId="urn:microsoft.com/office/officeart/2018/2/layout/IconVerticalSolidList"/>
    <dgm:cxn modelId="{4EC274B2-67B1-450E-ACEA-9B6CFC48B95B}" type="presParOf" srcId="{2548A438-EB1B-4F84-88BD-A650B6FD7B69}" destId="{C2A5ED88-3F8D-46BC-B6F5-E1C9F884F1C6}" srcOrd="3" destOrd="0" presId="urn:microsoft.com/office/officeart/2018/2/layout/IconVerticalSolidList"/>
    <dgm:cxn modelId="{3EED19F0-0F3D-4591-B305-E65F2407B926}" type="presParOf" srcId="{3DA6EE86-8F6C-4BB7-BB97-2230859DE367}" destId="{E6C6810E-D41A-4411-AE40-9562C489CCCF}" srcOrd="1" destOrd="0" presId="urn:microsoft.com/office/officeart/2018/2/layout/IconVerticalSolidList"/>
    <dgm:cxn modelId="{644A4D1D-E604-4B9E-BCB7-59452ECE4954}" type="presParOf" srcId="{3DA6EE86-8F6C-4BB7-BB97-2230859DE367}" destId="{903ABF3A-618E-42B4-8844-1C2FE236F51D}" srcOrd="2" destOrd="0" presId="urn:microsoft.com/office/officeart/2018/2/layout/IconVerticalSolidList"/>
    <dgm:cxn modelId="{E1C763D5-BE0C-4E3E-AADC-A2CF88183A88}" type="presParOf" srcId="{903ABF3A-618E-42B4-8844-1C2FE236F51D}" destId="{8105BF6C-A073-4568-A6A0-1F134F1FA737}" srcOrd="0" destOrd="0" presId="urn:microsoft.com/office/officeart/2018/2/layout/IconVerticalSolidList"/>
    <dgm:cxn modelId="{B5CC7812-E6ED-4700-95CD-4CC1CC1A1B98}" type="presParOf" srcId="{903ABF3A-618E-42B4-8844-1C2FE236F51D}" destId="{486B073F-35E3-4690-B1D9-AF82718E18AF}" srcOrd="1" destOrd="0" presId="urn:microsoft.com/office/officeart/2018/2/layout/IconVerticalSolidList"/>
    <dgm:cxn modelId="{A2D49CAD-0962-4546-A63B-4E5F2E0CBFA2}" type="presParOf" srcId="{903ABF3A-618E-42B4-8844-1C2FE236F51D}" destId="{1D77E32B-F874-4D58-8196-2070EA1491F8}" srcOrd="2" destOrd="0" presId="urn:microsoft.com/office/officeart/2018/2/layout/IconVerticalSolidList"/>
    <dgm:cxn modelId="{2E54003A-612F-40D3-A80B-2F2692A080B9}" type="presParOf" srcId="{903ABF3A-618E-42B4-8844-1C2FE236F51D}" destId="{1FE8C6CA-68BF-4D66-A702-1D91C759CAC6}" srcOrd="3" destOrd="0" presId="urn:microsoft.com/office/officeart/2018/2/layout/IconVerticalSolidList"/>
    <dgm:cxn modelId="{637119B3-07F9-4B9B-BAC8-46CA53B2BF3D}" type="presParOf" srcId="{3DA6EE86-8F6C-4BB7-BB97-2230859DE367}" destId="{F932C0EA-BA78-4369-8615-B143698AA45F}" srcOrd="3" destOrd="0" presId="urn:microsoft.com/office/officeart/2018/2/layout/IconVerticalSolidList"/>
    <dgm:cxn modelId="{F45996CF-0DEA-4FAE-B3E8-582DCD7A04F1}" type="presParOf" srcId="{3DA6EE86-8F6C-4BB7-BB97-2230859DE367}" destId="{76727336-028A-4BB1-9F95-453CBF3B3145}" srcOrd="4" destOrd="0" presId="urn:microsoft.com/office/officeart/2018/2/layout/IconVerticalSolidList"/>
    <dgm:cxn modelId="{21DD726D-9F5E-4476-93B9-847300433C77}" type="presParOf" srcId="{76727336-028A-4BB1-9F95-453CBF3B3145}" destId="{9261B8A2-096A-4025-8B65-0F1480CA587C}" srcOrd="0" destOrd="0" presId="urn:microsoft.com/office/officeart/2018/2/layout/IconVerticalSolidList"/>
    <dgm:cxn modelId="{14233C0C-C189-4378-9053-427CD59680D0}" type="presParOf" srcId="{76727336-028A-4BB1-9F95-453CBF3B3145}" destId="{FD4E31AD-EB56-4BDD-A02D-7C30D86DC117}" srcOrd="1" destOrd="0" presId="urn:microsoft.com/office/officeart/2018/2/layout/IconVerticalSolidList"/>
    <dgm:cxn modelId="{E6CD49F7-A14E-46D6-A473-B9245C2CA302}" type="presParOf" srcId="{76727336-028A-4BB1-9F95-453CBF3B3145}" destId="{839472ED-2857-445D-B4E4-B43CE0EA2989}" srcOrd="2" destOrd="0" presId="urn:microsoft.com/office/officeart/2018/2/layout/IconVerticalSolidList"/>
    <dgm:cxn modelId="{914001EF-8DF9-4B15-80F1-8C40DA388EC2}" type="presParOf" srcId="{76727336-028A-4BB1-9F95-453CBF3B3145}" destId="{0915FFC6-8450-4425-AE5A-07B4C133D7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370874-6F22-4316-B8B2-6DCC8A7ECD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B71AABA-73F1-4DA5-B854-600D61191166}">
      <dgm:prSet/>
      <dgm:spPr/>
      <dgm:t>
        <a:bodyPr/>
        <a:lstStyle/>
        <a:p>
          <a:r>
            <a:rPr lang="pt-BR"/>
            <a:t>- Ferramenta open source de processamento distribuído</a:t>
          </a:r>
          <a:endParaRPr lang="en-US"/>
        </a:p>
      </dgm:t>
    </dgm:pt>
    <dgm:pt modelId="{C9198AFF-F5AC-4FF5-B323-691593168ABD}" type="parTrans" cxnId="{45490704-21CB-47A0-BDF9-C48A48F0730B}">
      <dgm:prSet/>
      <dgm:spPr/>
      <dgm:t>
        <a:bodyPr/>
        <a:lstStyle/>
        <a:p>
          <a:endParaRPr lang="en-US"/>
        </a:p>
      </dgm:t>
    </dgm:pt>
    <dgm:pt modelId="{9C0BCE52-90A5-46AE-B181-573E8A98454F}" type="sibTrans" cxnId="{45490704-21CB-47A0-BDF9-C48A48F0730B}">
      <dgm:prSet/>
      <dgm:spPr/>
      <dgm:t>
        <a:bodyPr/>
        <a:lstStyle/>
        <a:p>
          <a:endParaRPr lang="en-US"/>
        </a:p>
      </dgm:t>
    </dgm:pt>
    <dgm:pt modelId="{1E5A73D2-334A-4DC3-9080-4EE500F267F1}">
      <dgm:prSet/>
      <dgm:spPr/>
      <dgm:t>
        <a:bodyPr/>
        <a:lstStyle/>
        <a:p>
          <a:r>
            <a:rPr lang="pt-BR"/>
            <a:t>- Suporte a várias linguagens: Scala, Python, Java, R, SQL</a:t>
          </a:r>
          <a:endParaRPr lang="en-US"/>
        </a:p>
      </dgm:t>
    </dgm:pt>
    <dgm:pt modelId="{C136CD71-B0DD-4613-9FD2-4D34A89C0AF4}" type="parTrans" cxnId="{43DC2BC1-0164-469C-95BF-6A8125A8B934}">
      <dgm:prSet/>
      <dgm:spPr/>
      <dgm:t>
        <a:bodyPr/>
        <a:lstStyle/>
        <a:p>
          <a:endParaRPr lang="en-US"/>
        </a:p>
      </dgm:t>
    </dgm:pt>
    <dgm:pt modelId="{4DEECEE2-A073-47F3-A651-8B90DAD1E036}" type="sibTrans" cxnId="{43DC2BC1-0164-469C-95BF-6A8125A8B934}">
      <dgm:prSet/>
      <dgm:spPr/>
      <dgm:t>
        <a:bodyPr/>
        <a:lstStyle/>
        <a:p>
          <a:endParaRPr lang="en-US"/>
        </a:p>
      </dgm:t>
    </dgm:pt>
    <dgm:pt modelId="{6953274F-B583-4A09-B842-B406B0DBCDAB}">
      <dgm:prSet/>
      <dgm:spPr/>
      <dgm:t>
        <a:bodyPr/>
        <a:lstStyle/>
        <a:p>
          <a:r>
            <a:rPr lang="pt-BR"/>
            <a:t>- Roda localmente ou na nuvem</a:t>
          </a:r>
          <a:endParaRPr lang="en-US"/>
        </a:p>
      </dgm:t>
    </dgm:pt>
    <dgm:pt modelId="{A6A05C75-A433-4331-9D27-45AF4008AA5E}" type="parTrans" cxnId="{65908B1D-93D4-44CC-9F37-1A924FE462EF}">
      <dgm:prSet/>
      <dgm:spPr/>
      <dgm:t>
        <a:bodyPr/>
        <a:lstStyle/>
        <a:p>
          <a:endParaRPr lang="en-US"/>
        </a:p>
      </dgm:t>
    </dgm:pt>
    <dgm:pt modelId="{8BB9F264-252E-4BAF-A70D-7759B1B76BC1}" type="sibTrans" cxnId="{65908B1D-93D4-44CC-9F37-1A924FE462EF}">
      <dgm:prSet/>
      <dgm:spPr/>
      <dgm:t>
        <a:bodyPr/>
        <a:lstStyle/>
        <a:p>
          <a:endParaRPr lang="en-US"/>
        </a:p>
      </dgm:t>
    </dgm:pt>
    <dgm:pt modelId="{3DA6EE86-8F6C-4BB7-BB97-2230859DE367}" type="pres">
      <dgm:prSet presAssocID="{68370874-6F22-4316-B8B2-6DCC8A7ECD4D}" presName="root" presStyleCnt="0">
        <dgm:presLayoutVars>
          <dgm:dir/>
          <dgm:resizeHandles val="exact"/>
        </dgm:presLayoutVars>
      </dgm:prSet>
      <dgm:spPr/>
    </dgm:pt>
    <dgm:pt modelId="{2548A438-EB1B-4F84-88BD-A650B6FD7B69}" type="pres">
      <dgm:prSet presAssocID="{0B71AABA-73F1-4DA5-B854-600D61191166}" presName="compNode" presStyleCnt="0"/>
      <dgm:spPr/>
    </dgm:pt>
    <dgm:pt modelId="{4355D62C-12F0-4D19-9C64-97B89573940F}" type="pres">
      <dgm:prSet presAssocID="{0B71AABA-73F1-4DA5-B854-600D61191166}" presName="bgRect" presStyleLbl="bgShp" presStyleIdx="0" presStyleCnt="3"/>
      <dgm:spPr/>
    </dgm:pt>
    <dgm:pt modelId="{6EAA1311-26CF-4FF9-8C5A-F42D18B75F7A}" type="pres">
      <dgm:prSet presAssocID="{0B71AABA-73F1-4DA5-B854-600D611911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974AC551-5ED9-43D1-99A3-CBAB6CCBF3ED}" type="pres">
      <dgm:prSet presAssocID="{0B71AABA-73F1-4DA5-B854-600D61191166}" presName="spaceRect" presStyleCnt="0"/>
      <dgm:spPr/>
    </dgm:pt>
    <dgm:pt modelId="{C2A5ED88-3F8D-46BC-B6F5-E1C9F884F1C6}" type="pres">
      <dgm:prSet presAssocID="{0B71AABA-73F1-4DA5-B854-600D61191166}" presName="parTx" presStyleLbl="revTx" presStyleIdx="0" presStyleCnt="3">
        <dgm:presLayoutVars>
          <dgm:chMax val="0"/>
          <dgm:chPref val="0"/>
        </dgm:presLayoutVars>
      </dgm:prSet>
      <dgm:spPr/>
    </dgm:pt>
    <dgm:pt modelId="{E6C6810E-D41A-4411-AE40-9562C489CCCF}" type="pres">
      <dgm:prSet presAssocID="{9C0BCE52-90A5-46AE-B181-573E8A98454F}" presName="sibTrans" presStyleCnt="0"/>
      <dgm:spPr/>
    </dgm:pt>
    <dgm:pt modelId="{903ABF3A-618E-42B4-8844-1C2FE236F51D}" type="pres">
      <dgm:prSet presAssocID="{1E5A73D2-334A-4DC3-9080-4EE500F267F1}" presName="compNode" presStyleCnt="0"/>
      <dgm:spPr/>
    </dgm:pt>
    <dgm:pt modelId="{8105BF6C-A073-4568-A6A0-1F134F1FA737}" type="pres">
      <dgm:prSet presAssocID="{1E5A73D2-334A-4DC3-9080-4EE500F267F1}" presName="bgRect" presStyleLbl="bgShp" presStyleIdx="1" presStyleCnt="3"/>
      <dgm:spPr/>
    </dgm:pt>
    <dgm:pt modelId="{486B073F-35E3-4690-B1D9-AF82718E18AF}" type="pres">
      <dgm:prSet presAssocID="{1E5A73D2-334A-4DC3-9080-4EE500F267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1D77E32B-F874-4D58-8196-2070EA1491F8}" type="pres">
      <dgm:prSet presAssocID="{1E5A73D2-334A-4DC3-9080-4EE500F267F1}" presName="spaceRect" presStyleCnt="0"/>
      <dgm:spPr/>
    </dgm:pt>
    <dgm:pt modelId="{1FE8C6CA-68BF-4D66-A702-1D91C759CAC6}" type="pres">
      <dgm:prSet presAssocID="{1E5A73D2-334A-4DC3-9080-4EE500F267F1}" presName="parTx" presStyleLbl="revTx" presStyleIdx="1" presStyleCnt="3">
        <dgm:presLayoutVars>
          <dgm:chMax val="0"/>
          <dgm:chPref val="0"/>
        </dgm:presLayoutVars>
      </dgm:prSet>
      <dgm:spPr/>
    </dgm:pt>
    <dgm:pt modelId="{F932C0EA-BA78-4369-8615-B143698AA45F}" type="pres">
      <dgm:prSet presAssocID="{4DEECEE2-A073-47F3-A651-8B90DAD1E036}" presName="sibTrans" presStyleCnt="0"/>
      <dgm:spPr/>
    </dgm:pt>
    <dgm:pt modelId="{76727336-028A-4BB1-9F95-453CBF3B3145}" type="pres">
      <dgm:prSet presAssocID="{6953274F-B583-4A09-B842-B406B0DBCDAB}" presName="compNode" presStyleCnt="0"/>
      <dgm:spPr/>
    </dgm:pt>
    <dgm:pt modelId="{9261B8A2-096A-4025-8B65-0F1480CA587C}" type="pres">
      <dgm:prSet presAssocID="{6953274F-B583-4A09-B842-B406B0DBCDAB}" presName="bgRect" presStyleLbl="bgShp" presStyleIdx="2" presStyleCnt="3"/>
      <dgm:spPr/>
    </dgm:pt>
    <dgm:pt modelId="{FD4E31AD-EB56-4BDD-A02D-7C30D86DC117}" type="pres">
      <dgm:prSet presAssocID="{6953274F-B583-4A09-B842-B406B0DBCD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839472ED-2857-445D-B4E4-B43CE0EA2989}" type="pres">
      <dgm:prSet presAssocID="{6953274F-B583-4A09-B842-B406B0DBCDAB}" presName="spaceRect" presStyleCnt="0"/>
      <dgm:spPr/>
    </dgm:pt>
    <dgm:pt modelId="{0915FFC6-8450-4425-AE5A-07B4C133D779}" type="pres">
      <dgm:prSet presAssocID="{6953274F-B583-4A09-B842-B406B0DBCD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5490704-21CB-47A0-BDF9-C48A48F0730B}" srcId="{68370874-6F22-4316-B8B2-6DCC8A7ECD4D}" destId="{0B71AABA-73F1-4DA5-B854-600D61191166}" srcOrd="0" destOrd="0" parTransId="{C9198AFF-F5AC-4FF5-B323-691593168ABD}" sibTransId="{9C0BCE52-90A5-46AE-B181-573E8A98454F}"/>
    <dgm:cxn modelId="{BD59B80F-2207-4C60-B1FF-D5ECDB519BE8}" type="presOf" srcId="{68370874-6F22-4316-B8B2-6DCC8A7ECD4D}" destId="{3DA6EE86-8F6C-4BB7-BB97-2230859DE367}" srcOrd="0" destOrd="0" presId="urn:microsoft.com/office/officeart/2018/2/layout/IconVerticalSolidList"/>
    <dgm:cxn modelId="{D071C119-FCB3-4E26-87E1-4736B7D5EE34}" type="presOf" srcId="{0B71AABA-73F1-4DA5-B854-600D61191166}" destId="{C2A5ED88-3F8D-46BC-B6F5-E1C9F884F1C6}" srcOrd="0" destOrd="0" presId="urn:microsoft.com/office/officeart/2018/2/layout/IconVerticalSolidList"/>
    <dgm:cxn modelId="{65908B1D-93D4-44CC-9F37-1A924FE462EF}" srcId="{68370874-6F22-4316-B8B2-6DCC8A7ECD4D}" destId="{6953274F-B583-4A09-B842-B406B0DBCDAB}" srcOrd="2" destOrd="0" parTransId="{A6A05C75-A433-4331-9D27-45AF4008AA5E}" sibTransId="{8BB9F264-252E-4BAF-A70D-7759B1B76BC1}"/>
    <dgm:cxn modelId="{8CFAD14D-7118-4B0A-932A-C61EA4A24953}" type="presOf" srcId="{6953274F-B583-4A09-B842-B406B0DBCDAB}" destId="{0915FFC6-8450-4425-AE5A-07B4C133D779}" srcOrd="0" destOrd="0" presId="urn:microsoft.com/office/officeart/2018/2/layout/IconVerticalSolidList"/>
    <dgm:cxn modelId="{43DC2BC1-0164-469C-95BF-6A8125A8B934}" srcId="{68370874-6F22-4316-B8B2-6DCC8A7ECD4D}" destId="{1E5A73D2-334A-4DC3-9080-4EE500F267F1}" srcOrd="1" destOrd="0" parTransId="{C136CD71-B0DD-4613-9FD2-4D34A89C0AF4}" sibTransId="{4DEECEE2-A073-47F3-A651-8B90DAD1E036}"/>
    <dgm:cxn modelId="{E02614F1-D486-434C-9738-869D920DA50B}" type="presOf" srcId="{1E5A73D2-334A-4DC3-9080-4EE500F267F1}" destId="{1FE8C6CA-68BF-4D66-A702-1D91C759CAC6}" srcOrd="0" destOrd="0" presId="urn:microsoft.com/office/officeart/2018/2/layout/IconVerticalSolidList"/>
    <dgm:cxn modelId="{03C2F3CA-621F-4DF3-B7A8-6F340CCD81F2}" type="presParOf" srcId="{3DA6EE86-8F6C-4BB7-BB97-2230859DE367}" destId="{2548A438-EB1B-4F84-88BD-A650B6FD7B69}" srcOrd="0" destOrd="0" presId="urn:microsoft.com/office/officeart/2018/2/layout/IconVerticalSolidList"/>
    <dgm:cxn modelId="{E08D3598-D3BB-43D5-88F3-45F3E11DE081}" type="presParOf" srcId="{2548A438-EB1B-4F84-88BD-A650B6FD7B69}" destId="{4355D62C-12F0-4D19-9C64-97B89573940F}" srcOrd="0" destOrd="0" presId="urn:microsoft.com/office/officeart/2018/2/layout/IconVerticalSolidList"/>
    <dgm:cxn modelId="{216C22DB-A899-4A75-A512-374A2C886942}" type="presParOf" srcId="{2548A438-EB1B-4F84-88BD-A650B6FD7B69}" destId="{6EAA1311-26CF-4FF9-8C5A-F42D18B75F7A}" srcOrd="1" destOrd="0" presId="urn:microsoft.com/office/officeart/2018/2/layout/IconVerticalSolidList"/>
    <dgm:cxn modelId="{B5A23220-CDF4-41FA-BBB4-73DE9CED9197}" type="presParOf" srcId="{2548A438-EB1B-4F84-88BD-A650B6FD7B69}" destId="{974AC551-5ED9-43D1-99A3-CBAB6CCBF3ED}" srcOrd="2" destOrd="0" presId="urn:microsoft.com/office/officeart/2018/2/layout/IconVerticalSolidList"/>
    <dgm:cxn modelId="{4EC274B2-67B1-450E-ACEA-9B6CFC48B95B}" type="presParOf" srcId="{2548A438-EB1B-4F84-88BD-A650B6FD7B69}" destId="{C2A5ED88-3F8D-46BC-B6F5-E1C9F884F1C6}" srcOrd="3" destOrd="0" presId="urn:microsoft.com/office/officeart/2018/2/layout/IconVerticalSolidList"/>
    <dgm:cxn modelId="{3EED19F0-0F3D-4591-B305-E65F2407B926}" type="presParOf" srcId="{3DA6EE86-8F6C-4BB7-BB97-2230859DE367}" destId="{E6C6810E-D41A-4411-AE40-9562C489CCCF}" srcOrd="1" destOrd="0" presId="urn:microsoft.com/office/officeart/2018/2/layout/IconVerticalSolidList"/>
    <dgm:cxn modelId="{644A4D1D-E604-4B9E-BCB7-59452ECE4954}" type="presParOf" srcId="{3DA6EE86-8F6C-4BB7-BB97-2230859DE367}" destId="{903ABF3A-618E-42B4-8844-1C2FE236F51D}" srcOrd="2" destOrd="0" presId="urn:microsoft.com/office/officeart/2018/2/layout/IconVerticalSolidList"/>
    <dgm:cxn modelId="{E1C763D5-BE0C-4E3E-AADC-A2CF88183A88}" type="presParOf" srcId="{903ABF3A-618E-42B4-8844-1C2FE236F51D}" destId="{8105BF6C-A073-4568-A6A0-1F134F1FA737}" srcOrd="0" destOrd="0" presId="urn:microsoft.com/office/officeart/2018/2/layout/IconVerticalSolidList"/>
    <dgm:cxn modelId="{B5CC7812-E6ED-4700-95CD-4CC1CC1A1B98}" type="presParOf" srcId="{903ABF3A-618E-42B4-8844-1C2FE236F51D}" destId="{486B073F-35E3-4690-B1D9-AF82718E18AF}" srcOrd="1" destOrd="0" presId="urn:microsoft.com/office/officeart/2018/2/layout/IconVerticalSolidList"/>
    <dgm:cxn modelId="{A2D49CAD-0962-4546-A63B-4E5F2E0CBFA2}" type="presParOf" srcId="{903ABF3A-618E-42B4-8844-1C2FE236F51D}" destId="{1D77E32B-F874-4D58-8196-2070EA1491F8}" srcOrd="2" destOrd="0" presId="urn:microsoft.com/office/officeart/2018/2/layout/IconVerticalSolidList"/>
    <dgm:cxn modelId="{2E54003A-612F-40D3-A80B-2F2692A080B9}" type="presParOf" srcId="{903ABF3A-618E-42B4-8844-1C2FE236F51D}" destId="{1FE8C6CA-68BF-4D66-A702-1D91C759CAC6}" srcOrd="3" destOrd="0" presId="urn:microsoft.com/office/officeart/2018/2/layout/IconVerticalSolidList"/>
    <dgm:cxn modelId="{637119B3-07F9-4B9B-BAC8-46CA53B2BF3D}" type="presParOf" srcId="{3DA6EE86-8F6C-4BB7-BB97-2230859DE367}" destId="{F932C0EA-BA78-4369-8615-B143698AA45F}" srcOrd="3" destOrd="0" presId="urn:microsoft.com/office/officeart/2018/2/layout/IconVerticalSolidList"/>
    <dgm:cxn modelId="{F45996CF-0DEA-4FAE-B3E8-582DCD7A04F1}" type="presParOf" srcId="{3DA6EE86-8F6C-4BB7-BB97-2230859DE367}" destId="{76727336-028A-4BB1-9F95-453CBF3B3145}" srcOrd="4" destOrd="0" presId="urn:microsoft.com/office/officeart/2018/2/layout/IconVerticalSolidList"/>
    <dgm:cxn modelId="{21DD726D-9F5E-4476-93B9-847300433C77}" type="presParOf" srcId="{76727336-028A-4BB1-9F95-453CBF3B3145}" destId="{9261B8A2-096A-4025-8B65-0F1480CA587C}" srcOrd="0" destOrd="0" presId="urn:microsoft.com/office/officeart/2018/2/layout/IconVerticalSolidList"/>
    <dgm:cxn modelId="{14233C0C-C189-4378-9053-427CD59680D0}" type="presParOf" srcId="{76727336-028A-4BB1-9F95-453CBF3B3145}" destId="{FD4E31AD-EB56-4BDD-A02D-7C30D86DC117}" srcOrd="1" destOrd="0" presId="urn:microsoft.com/office/officeart/2018/2/layout/IconVerticalSolidList"/>
    <dgm:cxn modelId="{E6CD49F7-A14E-46D6-A473-B9245C2CA302}" type="presParOf" srcId="{76727336-028A-4BB1-9F95-453CBF3B3145}" destId="{839472ED-2857-445D-B4E4-B43CE0EA2989}" srcOrd="2" destOrd="0" presId="urn:microsoft.com/office/officeart/2018/2/layout/IconVerticalSolidList"/>
    <dgm:cxn modelId="{914001EF-8DF9-4B15-80F1-8C40DA388EC2}" type="presParOf" srcId="{76727336-028A-4BB1-9F95-453CBF3B3145}" destId="{0915FFC6-8450-4425-AE5A-07B4C133D7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97DA02-DB30-4D71-9F23-0322C6A706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DBAE44-8B8B-4A93-A28F-C0C51B9D07C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Processamento em memória → muito mais rápido</a:t>
          </a:r>
          <a:endParaRPr lang="en-US"/>
        </a:p>
      </dgm:t>
    </dgm:pt>
    <dgm:pt modelId="{F7B0F930-F1EF-40A2-BEB7-E3AA7C859BF1}" type="parTrans" cxnId="{6967C51B-486A-4EB8-A2B9-3E27C34FE113}">
      <dgm:prSet/>
      <dgm:spPr/>
      <dgm:t>
        <a:bodyPr/>
        <a:lstStyle/>
        <a:p>
          <a:endParaRPr lang="en-US"/>
        </a:p>
      </dgm:t>
    </dgm:pt>
    <dgm:pt modelId="{A76BE32D-EFEB-43D4-8A56-AE17DA93881A}" type="sibTrans" cxnId="{6967C51B-486A-4EB8-A2B9-3E27C34FE113}">
      <dgm:prSet/>
      <dgm:spPr/>
      <dgm:t>
        <a:bodyPr/>
        <a:lstStyle/>
        <a:p>
          <a:endParaRPr lang="en-US"/>
        </a:p>
      </dgm:t>
    </dgm:pt>
    <dgm:pt modelId="{BFFFEDA2-BEE6-4B5D-B735-859DFC359C6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Altamente escalável e tolerante a falhas</a:t>
          </a:r>
          <a:endParaRPr lang="en-US"/>
        </a:p>
      </dgm:t>
    </dgm:pt>
    <dgm:pt modelId="{2C371840-FA51-474C-B68F-B0F615DC97F1}" type="parTrans" cxnId="{2CAEA7C4-4E6C-4525-9151-99924A0861C5}">
      <dgm:prSet/>
      <dgm:spPr/>
      <dgm:t>
        <a:bodyPr/>
        <a:lstStyle/>
        <a:p>
          <a:endParaRPr lang="en-US"/>
        </a:p>
      </dgm:t>
    </dgm:pt>
    <dgm:pt modelId="{F27A207A-4752-46EE-BED3-79F1B39DD9CA}" type="sibTrans" cxnId="{2CAEA7C4-4E6C-4525-9151-99924A0861C5}">
      <dgm:prSet/>
      <dgm:spPr/>
      <dgm:t>
        <a:bodyPr/>
        <a:lstStyle/>
        <a:p>
          <a:endParaRPr lang="en-US"/>
        </a:p>
      </dgm:t>
    </dgm:pt>
    <dgm:pt modelId="{6193B307-27EC-4932-9073-E6437E81A15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- Ideal para grandes volumes de dados</a:t>
          </a:r>
          <a:endParaRPr lang="en-US"/>
        </a:p>
      </dgm:t>
    </dgm:pt>
    <dgm:pt modelId="{8A83605C-0A1E-44B3-A083-E092CC8E89D6}" type="parTrans" cxnId="{9CD28475-9FAF-4CE0-9EE8-7C633381BA22}">
      <dgm:prSet/>
      <dgm:spPr/>
      <dgm:t>
        <a:bodyPr/>
        <a:lstStyle/>
        <a:p>
          <a:endParaRPr lang="en-US"/>
        </a:p>
      </dgm:t>
    </dgm:pt>
    <dgm:pt modelId="{4CBCEA3F-F5C0-4477-A145-E1782ECE478E}" type="sibTrans" cxnId="{9CD28475-9FAF-4CE0-9EE8-7C633381BA22}">
      <dgm:prSet/>
      <dgm:spPr/>
      <dgm:t>
        <a:bodyPr/>
        <a:lstStyle/>
        <a:p>
          <a:endParaRPr lang="en-US"/>
        </a:p>
      </dgm:t>
    </dgm:pt>
    <dgm:pt modelId="{8AE0D254-0C96-41A7-981E-9911899C11CC}" type="pres">
      <dgm:prSet presAssocID="{1E97DA02-DB30-4D71-9F23-0322C6A70690}" presName="root" presStyleCnt="0">
        <dgm:presLayoutVars>
          <dgm:dir/>
          <dgm:resizeHandles val="exact"/>
        </dgm:presLayoutVars>
      </dgm:prSet>
      <dgm:spPr/>
    </dgm:pt>
    <dgm:pt modelId="{1F14E889-7B3D-4688-9DCD-A946810D050A}" type="pres">
      <dgm:prSet presAssocID="{17DBAE44-8B8B-4A93-A28F-C0C51B9D07C6}" presName="compNode" presStyleCnt="0"/>
      <dgm:spPr/>
    </dgm:pt>
    <dgm:pt modelId="{43858A3B-C195-470F-8246-ECF2C821A2AB}" type="pres">
      <dgm:prSet presAssocID="{17DBAE44-8B8B-4A93-A28F-C0C51B9D07C6}" presName="bgRect" presStyleLbl="bgShp" presStyleIdx="0" presStyleCnt="3"/>
      <dgm:spPr/>
    </dgm:pt>
    <dgm:pt modelId="{1A2686DD-13B1-4589-A9EF-AB7636D2E066}" type="pres">
      <dgm:prSet presAssocID="{17DBAE44-8B8B-4A93-A28F-C0C51B9D07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érebro"/>
        </a:ext>
      </dgm:extLst>
    </dgm:pt>
    <dgm:pt modelId="{5F092EDE-7509-4751-BAF4-4A6245E8FE92}" type="pres">
      <dgm:prSet presAssocID="{17DBAE44-8B8B-4A93-A28F-C0C51B9D07C6}" presName="spaceRect" presStyleCnt="0"/>
      <dgm:spPr/>
    </dgm:pt>
    <dgm:pt modelId="{4B076D1E-5681-4FB3-915F-2EACE3F4E0B5}" type="pres">
      <dgm:prSet presAssocID="{17DBAE44-8B8B-4A93-A28F-C0C51B9D07C6}" presName="parTx" presStyleLbl="revTx" presStyleIdx="0" presStyleCnt="3">
        <dgm:presLayoutVars>
          <dgm:chMax val="0"/>
          <dgm:chPref val="0"/>
        </dgm:presLayoutVars>
      </dgm:prSet>
      <dgm:spPr/>
    </dgm:pt>
    <dgm:pt modelId="{C4A86146-29CB-44BC-96D6-93829EC2A08E}" type="pres">
      <dgm:prSet presAssocID="{A76BE32D-EFEB-43D4-8A56-AE17DA93881A}" presName="sibTrans" presStyleCnt="0"/>
      <dgm:spPr/>
    </dgm:pt>
    <dgm:pt modelId="{6B2D4CE0-1095-4F4E-B1BB-97647C1C68AB}" type="pres">
      <dgm:prSet presAssocID="{BFFFEDA2-BEE6-4B5D-B735-859DFC359C63}" presName="compNode" presStyleCnt="0"/>
      <dgm:spPr/>
    </dgm:pt>
    <dgm:pt modelId="{ABEFE696-751B-42DF-8003-98AE61D464A4}" type="pres">
      <dgm:prSet presAssocID="{BFFFEDA2-BEE6-4B5D-B735-859DFC359C63}" presName="bgRect" presStyleLbl="bgShp" presStyleIdx="1" presStyleCnt="3"/>
      <dgm:spPr/>
    </dgm:pt>
    <dgm:pt modelId="{F2B98670-7A7B-4F1F-89F1-50FA6114BCF8}" type="pres">
      <dgm:prSet presAssocID="{BFFFEDA2-BEE6-4B5D-B735-859DFC359C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D4A21072-2BBD-4D58-844A-74640271E999}" type="pres">
      <dgm:prSet presAssocID="{BFFFEDA2-BEE6-4B5D-B735-859DFC359C63}" presName="spaceRect" presStyleCnt="0"/>
      <dgm:spPr/>
    </dgm:pt>
    <dgm:pt modelId="{FCD7B8C2-90A2-417C-B956-7438804D1864}" type="pres">
      <dgm:prSet presAssocID="{BFFFEDA2-BEE6-4B5D-B735-859DFC359C63}" presName="parTx" presStyleLbl="revTx" presStyleIdx="1" presStyleCnt="3">
        <dgm:presLayoutVars>
          <dgm:chMax val="0"/>
          <dgm:chPref val="0"/>
        </dgm:presLayoutVars>
      </dgm:prSet>
      <dgm:spPr/>
    </dgm:pt>
    <dgm:pt modelId="{206DA483-309E-4F00-AAF0-1995983EE9A7}" type="pres">
      <dgm:prSet presAssocID="{F27A207A-4752-46EE-BED3-79F1B39DD9CA}" presName="sibTrans" presStyleCnt="0"/>
      <dgm:spPr/>
    </dgm:pt>
    <dgm:pt modelId="{C5F7E6CB-5207-484E-A967-7D7BCF5E1522}" type="pres">
      <dgm:prSet presAssocID="{6193B307-27EC-4932-9073-E6437E81A157}" presName="compNode" presStyleCnt="0"/>
      <dgm:spPr/>
    </dgm:pt>
    <dgm:pt modelId="{EB7C8F20-1679-4E72-8D51-3D974BE39378}" type="pres">
      <dgm:prSet presAssocID="{6193B307-27EC-4932-9073-E6437E81A157}" presName="bgRect" presStyleLbl="bgShp" presStyleIdx="2" presStyleCnt="3"/>
      <dgm:spPr/>
    </dgm:pt>
    <dgm:pt modelId="{0CC406C6-05E5-4E4C-BF68-6D7FA9221594}" type="pres">
      <dgm:prSet presAssocID="{6193B307-27EC-4932-9073-E6437E81A15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B75D6B7D-210C-44A4-8496-1CBFE058B22E}" type="pres">
      <dgm:prSet presAssocID="{6193B307-27EC-4932-9073-E6437E81A157}" presName="spaceRect" presStyleCnt="0"/>
      <dgm:spPr/>
    </dgm:pt>
    <dgm:pt modelId="{3B97FA74-C9BD-40DE-958D-EBC5129FC3B0}" type="pres">
      <dgm:prSet presAssocID="{6193B307-27EC-4932-9073-E6437E81A1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C15501-5771-4B2B-BBB8-5B3EF85D9F48}" type="presOf" srcId="{1E97DA02-DB30-4D71-9F23-0322C6A70690}" destId="{8AE0D254-0C96-41A7-981E-9911899C11CC}" srcOrd="0" destOrd="0" presId="urn:microsoft.com/office/officeart/2018/2/layout/IconVerticalSolidList"/>
    <dgm:cxn modelId="{1A121810-3011-4080-86A8-089824589B10}" type="presOf" srcId="{BFFFEDA2-BEE6-4B5D-B735-859DFC359C63}" destId="{FCD7B8C2-90A2-417C-B956-7438804D1864}" srcOrd="0" destOrd="0" presId="urn:microsoft.com/office/officeart/2018/2/layout/IconVerticalSolidList"/>
    <dgm:cxn modelId="{6967C51B-486A-4EB8-A2B9-3E27C34FE113}" srcId="{1E97DA02-DB30-4D71-9F23-0322C6A70690}" destId="{17DBAE44-8B8B-4A93-A28F-C0C51B9D07C6}" srcOrd="0" destOrd="0" parTransId="{F7B0F930-F1EF-40A2-BEB7-E3AA7C859BF1}" sibTransId="{A76BE32D-EFEB-43D4-8A56-AE17DA93881A}"/>
    <dgm:cxn modelId="{9CD28475-9FAF-4CE0-9EE8-7C633381BA22}" srcId="{1E97DA02-DB30-4D71-9F23-0322C6A70690}" destId="{6193B307-27EC-4932-9073-E6437E81A157}" srcOrd="2" destOrd="0" parTransId="{8A83605C-0A1E-44B3-A083-E092CC8E89D6}" sibTransId="{4CBCEA3F-F5C0-4477-A145-E1782ECE478E}"/>
    <dgm:cxn modelId="{2CAEA7C4-4E6C-4525-9151-99924A0861C5}" srcId="{1E97DA02-DB30-4D71-9F23-0322C6A70690}" destId="{BFFFEDA2-BEE6-4B5D-B735-859DFC359C63}" srcOrd="1" destOrd="0" parTransId="{2C371840-FA51-474C-B68F-B0F615DC97F1}" sibTransId="{F27A207A-4752-46EE-BED3-79F1B39DD9CA}"/>
    <dgm:cxn modelId="{78BAD9DB-86C2-4C34-9FF8-8D0FCF6ADD9A}" type="presOf" srcId="{6193B307-27EC-4932-9073-E6437E81A157}" destId="{3B97FA74-C9BD-40DE-958D-EBC5129FC3B0}" srcOrd="0" destOrd="0" presId="urn:microsoft.com/office/officeart/2018/2/layout/IconVerticalSolidList"/>
    <dgm:cxn modelId="{8393E9E3-CAAC-447A-8215-40363F361937}" type="presOf" srcId="{17DBAE44-8B8B-4A93-A28F-C0C51B9D07C6}" destId="{4B076D1E-5681-4FB3-915F-2EACE3F4E0B5}" srcOrd="0" destOrd="0" presId="urn:microsoft.com/office/officeart/2018/2/layout/IconVerticalSolidList"/>
    <dgm:cxn modelId="{2DB00186-B391-4376-BD9A-CEBD16D88EA0}" type="presParOf" srcId="{8AE0D254-0C96-41A7-981E-9911899C11CC}" destId="{1F14E889-7B3D-4688-9DCD-A946810D050A}" srcOrd="0" destOrd="0" presId="urn:microsoft.com/office/officeart/2018/2/layout/IconVerticalSolidList"/>
    <dgm:cxn modelId="{EE860621-C4B7-4194-8235-7BB900EA98C3}" type="presParOf" srcId="{1F14E889-7B3D-4688-9DCD-A946810D050A}" destId="{43858A3B-C195-470F-8246-ECF2C821A2AB}" srcOrd="0" destOrd="0" presId="urn:microsoft.com/office/officeart/2018/2/layout/IconVerticalSolidList"/>
    <dgm:cxn modelId="{4F4FD654-60EC-4B3E-8CAD-79B37AF42C04}" type="presParOf" srcId="{1F14E889-7B3D-4688-9DCD-A946810D050A}" destId="{1A2686DD-13B1-4589-A9EF-AB7636D2E066}" srcOrd="1" destOrd="0" presId="urn:microsoft.com/office/officeart/2018/2/layout/IconVerticalSolidList"/>
    <dgm:cxn modelId="{789EE581-709A-425A-8B56-B8E854E91308}" type="presParOf" srcId="{1F14E889-7B3D-4688-9DCD-A946810D050A}" destId="{5F092EDE-7509-4751-BAF4-4A6245E8FE92}" srcOrd="2" destOrd="0" presId="urn:microsoft.com/office/officeart/2018/2/layout/IconVerticalSolidList"/>
    <dgm:cxn modelId="{891F936B-5F69-4C47-941F-9BC321E90E62}" type="presParOf" srcId="{1F14E889-7B3D-4688-9DCD-A946810D050A}" destId="{4B076D1E-5681-4FB3-915F-2EACE3F4E0B5}" srcOrd="3" destOrd="0" presId="urn:microsoft.com/office/officeart/2018/2/layout/IconVerticalSolidList"/>
    <dgm:cxn modelId="{FBF660DB-5212-4F5A-89BF-AC8BAF25ED46}" type="presParOf" srcId="{8AE0D254-0C96-41A7-981E-9911899C11CC}" destId="{C4A86146-29CB-44BC-96D6-93829EC2A08E}" srcOrd="1" destOrd="0" presId="urn:microsoft.com/office/officeart/2018/2/layout/IconVerticalSolidList"/>
    <dgm:cxn modelId="{3B1148E8-DC77-48B2-93EC-7450DAD8C3E9}" type="presParOf" srcId="{8AE0D254-0C96-41A7-981E-9911899C11CC}" destId="{6B2D4CE0-1095-4F4E-B1BB-97647C1C68AB}" srcOrd="2" destOrd="0" presId="urn:microsoft.com/office/officeart/2018/2/layout/IconVerticalSolidList"/>
    <dgm:cxn modelId="{3E7DF2F2-02C3-452C-AABF-6AC4286F7BF9}" type="presParOf" srcId="{6B2D4CE0-1095-4F4E-B1BB-97647C1C68AB}" destId="{ABEFE696-751B-42DF-8003-98AE61D464A4}" srcOrd="0" destOrd="0" presId="urn:microsoft.com/office/officeart/2018/2/layout/IconVerticalSolidList"/>
    <dgm:cxn modelId="{8C514666-8CCF-4C1E-9C37-8313D32182FC}" type="presParOf" srcId="{6B2D4CE0-1095-4F4E-B1BB-97647C1C68AB}" destId="{F2B98670-7A7B-4F1F-89F1-50FA6114BCF8}" srcOrd="1" destOrd="0" presId="urn:microsoft.com/office/officeart/2018/2/layout/IconVerticalSolidList"/>
    <dgm:cxn modelId="{ECCAAF53-AD8A-4E71-BA5A-CB9B46D17894}" type="presParOf" srcId="{6B2D4CE0-1095-4F4E-B1BB-97647C1C68AB}" destId="{D4A21072-2BBD-4D58-844A-74640271E999}" srcOrd="2" destOrd="0" presId="urn:microsoft.com/office/officeart/2018/2/layout/IconVerticalSolidList"/>
    <dgm:cxn modelId="{A2FC797B-80FC-4007-8752-D7824891EA3C}" type="presParOf" srcId="{6B2D4CE0-1095-4F4E-B1BB-97647C1C68AB}" destId="{FCD7B8C2-90A2-417C-B956-7438804D1864}" srcOrd="3" destOrd="0" presId="urn:microsoft.com/office/officeart/2018/2/layout/IconVerticalSolidList"/>
    <dgm:cxn modelId="{DADC8123-DE17-43D7-B94D-8954C53F45BF}" type="presParOf" srcId="{8AE0D254-0C96-41A7-981E-9911899C11CC}" destId="{206DA483-309E-4F00-AAF0-1995983EE9A7}" srcOrd="3" destOrd="0" presId="urn:microsoft.com/office/officeart/2018/2/layout/IconVerticalSolidList"/>
    <dgm:cxn modelId="{76A8496C-48FC-4774-AE4D-8B22398DB5E5}" type="presParOf" srcId="{8AE0D254-0C96-41A7-981E-9911899C11CC}" destId="{C5F7E6CB-5207-484E-A967-7D7BCF5E1522}" srcOrd="4" destOrd="0" presId="urn:microsoft.com/office/officeart/2018/2/layout/IconVerticalSolidList"/>
    <dgm:cxn modelId="{A122F97E-CAFC-4776-B711-C35225D44B93}" type="presParOf" srcId="{C5F7E6CB-5207-484E-A967-7D7BCF5E1522}" destId="{EB7C8F20-1679-4E72-8D51-3D974BE39378}" srcOrd="0" destOrd="0" presId="urn:microsoft.com/office/officeart/2018/2/layout/IconVerticalSolidList"/>
    <dgm:cxn modelId="{88A4467E-8764-49C4-AAB4-0C2DA05CBABB}" type="presParOf" srcId="{C5F7E6CB-5207-484E-A967-7D7BCF5E1522}" destId="{0CC406C6-05E5-4E4C-BF68-6D7FA9221594}" srcOrd="1" destOrd="0" presId="urn:microsoft.com/office/officeart/2018/2/layout/IconVerticalSolidList"/>
    <dgm:cxn modelId="{5384FFBF-11CD-46AE-986E-E17290106C6E}" type="presParOf" srcId="{C5F7E6CB-5207-484E-A967-7D7BCF5E1522}" destId="{B75D6B7D-210C-44A4-8496-1CBFE058B22E}" srcOrd="2" destOrd="0" presId="urn:microsoft.com/office/officeart/2018/2/layout/IconVerticalSolidList"/>
    <dgm:cxn modelId="{785265E2-761C-4B35-B3A1-B3245E218315}" type="presParOf" srcId="{C5F7E6CB-5207-484E-A967-7D7BCF5E1522}" destId="{3B97FA74-C9BD-40DE-958D-EBC5129FC3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9FE9F9-ACA7-46DF-95BE-05B68C07CD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CFE33B3-3246-47CA-A0FA-FE0F4BDF81B0}">
      <dgm:prSet/>
      <dgm:spPr/>
      <dgm:t>
        <a:bodyPr/>
        <a:lstStyle/>
        <a:p>
          <a:pPr>
            <a:defRPr cap="all"/>
          </a:pPr>
          <a:r>
            <a:rPr lang="en-US"/>
            <a:t>- Armazenamento: onde os dados ficam guardados</a:t>
          </a:r>
        </a:p>
      </dgm:t>
    </dgm:pt>
    <dgm:pt modelId="{0432F5E1-9A3F-492B-980D-8AA065DE08BC}" type="parTrans" cxnId="{BB22DCD5-8BCF-4F71-923A-E053305214BC}">
      <dgm:prSet/>
      <dgm:spPr/>
      <dgm:t>
        <a:bodyPr/>
        <a:lstStyle/>
        <a:p>
          <a:endParaRPr lang="en-US"/>
        </a:p>
      </dgm:t>
    </dgm:pt>
    <dgm:pt modelId="{B2FD0E11-74CD-4C27-BDD5-FDC96FBFDBB2}" type="sibTrans" cxnId="{BB22DCD5-8BCF-4F71-923A-E053305214BC}">
      <dgm:prSet/>
      <dgm:spPr/>
      <dgm:t>
        <a:bodyPr/>
        <a:lstStyle/>
        <a:p>
          <a:endParaRPr lang="en-US"/>
        </a:p>
      </dgm:t>
    </dgm:pt>
    <dgm:pt modelId="{18708F33-E05A-47E7-B3BC-BD9B3734FD68}">
      <dgm:prSet/>
      <dgm:spPr/>
      <dgm:t>
        <a:bodyPr/>
        <a:lstStyle/>
        <a:p>
          <a:pPr>
            <a:defRPr cap="all"/>
          </a:pPr>
          <a:r>
            <a:rPr lang="en-US"/>
            <a:t>- Processamento: onde o valor é gerado a partir dos dados</a:t>
          </a:r>
        </a:p>
      </dgm:t>
    </dgm:pt>
    <dgm:pt modelId="{130E0011-B7BD-4CE7-AD96-97B2D6F365FF}" type="parTrans" cxnId="{EC43F8D9-7603-45FC-BB8B-F4E14DB2FC00}">
      <dgm:prSet/>
      <dgm:spPr/>
      <dgm:t>
        <a:bodyPr/>
        <a:lstStyle/>
        <a:p>
          <a:endParaRPr lang="en-US"/>
        </a:p>
      </dgm:t>
    </dgm:pt>
    <dgm:pt modelId="{A8A8ECFA-72D0-42B2-8DC4-C9098C5A6AFE}" type="sibTrans" cxnId="{EC43F8D9-7603-45FC-BB8B-F4E14DB2FC00}">
      <dgm:prSet/>
      <dgm:spPr/>
      <dgm:t>
        <a:bodyPr/>
        <a:lstStyle/>
        <a:p>
          <a:endParaRPr lang="en-US"/>
        </a:p>
      </dgm:t>
    </dgm:pt>
    <dgm:pt modelId="{F22DCCAA-7534-42C4-A90F-D24C18122EF4}">
      <dgm:prSet/>
      <dgm:spPr/>
      <dgm:t>
        <a:bodyPr/>
        <a:lstStyle/>
        <a:p>
          <a:pPr>
            <a:defRPr cap="all"/>
          </a:pPr>
          <a:r>
            <a:rPr lang="en-US"/>
            <a:t>- Spark é voltado para processamento</a:t>
          </a:r>
        </a:p>
      </dgm:t>
    </dgm:pt>
    <dgm:pt modelId="{37742296-3955-43DE-89BF-58602E4215D8}" type="parTrans" cxnId="{05FE0979-C92D-41BE-BEEB-43069ECDD33C}">
      <dgm:prSet/>
      <dgm:spPr/>
      <dgm:t>
        <a:bodyPr/>
        <a:lstStyle/>
        <a:p>
          <a:endParaRPr lang="en-US"/>
        </a:p>
      </dgm:t>
    </dgm:pt>
    <dgm:pt modelId="{C14C15F7-F1DB-4B42-8E5D-4D3CF0FEA894}" type="sibTrans" cxnId="{05FE0979-C92D-41BE-BEEB-43069ECDD33C}">
      <dgm:prSet/>
      <dgm:spPr/>
      <dgm:t>
        <a:bodyPr/>
        <a:lstStyle/>
        <a:p>
          <a:endParaRPr lang="en-US"/>
        </a:p>
      </dgm:t>
    </dgm:pt>
    <dgm:pt modelId="{417355D7-0126-43B5-8523-C8BB4E92513F}" type="pres">
      <dgm:prSet presAssocID="{FC9FE9F9-ACA7-46DF-95BE-05B68C07CDEA}" presName="root" presStyleCnt="0">
        <dgm:presLayoutVars>
          <dgm:dir/>
          <dgm:resizeHandles val="exact"/>
        </dgm:presLayoutVars>
      </dgm:prSet>
      <dgm:spPr/>
    </dgm:pt>
    <dgm:pt modelId="{C912C40B-8F6E-4D7B-995D-098325A09717}" type="pres">
      <dgm:prSet presAssocID="{FCFE33B3-3246-47CA-A0FA-FE0F4BDF81B0}" presName="compNode" presStyleCnt="0"/>
      <dgm:spPr/>
    </dgm:pt>
    <dgm:pt modelId="{8CFA78FD-0FA6-4872-A806-7C8063F2D74D}" type="pres">
      <dgm:prSet presAssocID="{FCFE33B3-3246-47CA-A0FA-FE0F4BDF81B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0B12BD-6FA0-417C-B17C-3D672EE14806}" type="pres">
      <dgm:prSet presAssocID="{FCFE33B3-3246-47CA-A0FA-FE0F4BDF81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14FACF23-CFFF-476C-A6D6-4B3EC29778B3}" type="pres">
      <dgm:prSet presAssocID="{FCFE33B3-3246-47CA-A0FA-FE0F4BDF81B0}" presName="spaceRect" presStyleCnt="0"/>
      <dgm:spPr/>
    </dgm:pt>
    <dgm:pt modelId="{119D8B34-6B96-4853-B859-DFB07B012ABE}" type="pres">
      <dgm:prSet presAssocID="{FCFE33B3-3246-47CA-A0FA-FE0F4BDF81B0}" presName="textRect" presStyleLbl="revTx" presStyleIdx="0" presStyleCnt="3">
        <dgm:presLayoutVars>
          <dgm:chMax val="1"/>
          <dgm:chPref val="1"/>
        </dgm:presLayoutVars>
      </dgm:prSet>
      <dgm:spPr/>
    </dgm:pt>
    <dgm:pt modelId="{100A9AA4-D06E-455B-A552-541D2E374E02}" type="pres">
      <dgm:prSet presAssocID="{B2FD0E11-74CD-4C27-BDD5-FDC96FBFDBB2}" presName="sibTrans" presStyleCnt="0"/>
      <dgm:spPr/>
    </dgm:pt>
    <dgm:pt modelId="{000195C6-3672-4B42-9EFB-9DBEE0BCC1A1}" type="pres">
      <dgm:prSet presAssocID="{18708F33-E05A-47E7-B3BC-BD9B3734FD68}" presName="compNode" presStyleCnt="0"/>
      <dgm:spPr/>
    </dgm:pt>
    <dgm:pt modelId="{26CEA666-60F3-4FB4-BEA8-41A1E2183C0B}" type="pres">
      <dgm:prSet presAssocID="{18708F33-E05A-47E7-B3BC-BD9B3734FD6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07B63E8-8AF9-4B54-B7BF-845350E5A91E}" type="pres">
      <dgm:prSet presAssocID="{18708F33-E05A-47E7-B3BC-BD9B3734FD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rar"/>
        </a:ext>
      </dgm:extLst>
    </dgm:pt>
    <dgm:pt modelId="{A6EDFAD2-02D1-40CC-9B23-FE69B00911E1}" type="pres">
      <dgm:prSet presAssocID="{18708F33-E05A-47E7-B3BC-BD9B3734FD68}" presName="spaceRect" presStyleCnt="0"/>
      <dgm:spPr/>
    </dgm:pt>
    <dgm:pt modelId="{4D22B45C-5DE7-464F-8024-2BFB2FC8C963}" type="pres">
      <dgm:prSet presAssocID="{18708F33-E05A-47E7-B3BC-BD9B3734FD68}" presName="textRect" presStyleLbl="revTx" presStyleIdx="1" presStyleCnt="3">
        <dgm:presLayoutVars>
          <dgm:chMax val="1"/>
          <dgm:chPref val="1"/>
        </dgm:presLayoutVars>
      </dgm:prSet>
      <dgm:spPr/>
    </dgm:pt>
    <dgm:pt modelId="{68463F44-4729-4AEF-8F7D-F2C21BAF7151}" type="pres">
      <dgm:prSet presAssocID="{A8A8ECFA-72D0-42B2-8DC4-C9098C5A6AFE}" presName="sibTrans" presStyleCnt="0"/>
      <dgm:spPr/>
    </dgm:pt>
    <dgm:pt modelId="{167EAD8A-3F05-4875-BBE6-A1641C67FEA5}" type="pres">
      <dgm:prSet presAssocID="{F22DCCAA-7534-42C4-A90F-D24C18122EF4}" presName="compNode" presStyleCnt="0"/>
      <dgm:spPr/>
    </dgm:pt>
    <dgm:pt modelId="{CD526332-939F-4127-B34B-B746237A331A}" type="pres">
      <dgm:prSet presAssocID="{F22DCCAA-7534-42C4-A90F-D24C18122EF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EFA7649-C49C-443B-957E-86B3E5384433}" type="pres">
      <dgm:prSet presAssocID="{F22DCCAA-7534-42C4-A90F-D24C18122E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D91E8C38-8CAF-49AD-8542-EA854E357949}" type="pres">
      <dgm:prSet presAssocID="{F22DCCAA-7534-42C4-A90F-D24C18122EF4}" presName="spaceRect" presStyleCnt="0"/>
      <dgm:spPr/>
    </dgm:pt>
    <dgm:pt modelId="{ABD57E9A-136E-4609-9B70-2E1FC349EDAC}" type="pres">
      <dgm:prSet presAssocID="{F22DCCAA-7534-42C4-A90F-D24C18122E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7A2665-7A8E-48E6-BF26-2CD0FE245C50}" type="presOf" srcId="{FCFE33B3-3246-47CA-A0FA-FE0F4BDF81B0}" destId="{119D8B34-6B96-4853-B859-DFB07B012ABE}" srcOrd="0" destOrd="0" presId="urn:microsoft.com/office/officeart/2018/5/layout/IconLeafLabelList"/>
    <dgm:cxn modelId="{CB11EA53-E713-41D6-9D39-9F0F1391CD65}" type="presOf" srcId="{F22DCCAA-7534-42C4-A90F-D24C18122EF4}" destId="{ABD57E9A-136E-4609-9B70-2E1FC349EDAC}" srcOrd="0" destOrd="0" presId="urn:microsoft.com/office/officeart/2018/5/layout/IconLeafLabelList"/>
    <dgm:cxn modelId="{05FE0979-C92D-41BE-BEEB-43069ECDD33C}" srcId="{FC9FE9F9-ACA7-46DF-95BE-05B68C07CDEA}" destId="{F22DCCAA-7534-42C4-A90F-D24C18122EF4}" srcOrd="2" destOrd="0" parTransId="{37742296-3955-43DE-89BF-58602E4215D8}" sibTransId="{C14C15F7-F1DB-4B42-8E5D-4D3CF0FEA894}"/>
    <dgm:cxn modelId="{9D3E5AC7-43AB-4243-8A83-731FBEFC7E58}" type="presOf" srcId="{18708F33-E05A-47E7-B3BC-BD9B3734FD68}" destId="{4D22B45C-5DE7-464F-8024-2BFB2FC8C963}" srcOrd="0" destOrd="0" presId="urn:microsoft.com/office/officeart/2018/5/layout/IconLeafLabelList"/>
    <dgm:cxn modelId="{BB22DCD5-8BCF-4F71-923A-E053305214BC}" srcId="{FC9FE9F9-ACA7-46DF-95BE-05B68C07CDEA}" destId="{FCFE33B3-3246-47CA-A0FA-FE0F4BDF81B0}" srcOrd="0" destOrd="0" parTransId="{0432F5E1-9A3F-492B-980D-8AA065DE08BC}" sibTransId="{B2FD0E11-74CD-4C27-BDD5-FDC96FBFDBB2}"/>
    <dgm:cxn modelId="{EC43F8D9-7603-45FC-BB8B-F4E14DB2FC00}" srcId="{FC9FE9F9-ACA7-46DF-95BE-05B68C07CDEA}" destId="{18708F33-E05A-47E7-B3BC-BD9B3734FD68}" srcOrd="1" destOrd="0" parTransId="{130E0011-B7BD-4CE7-AD96-97B2D6F365FF}" sibTransId="{A8A8ECFA-72D0-42B2-8DC4-C9098C5A6AFE}"/>
    <dgm:cxn modelId="{BB4EF0DC-AFA3-4C04-A80E-0B9E4A273EC2}" type="presOf" srcId="{FC9FE9F9-ACA7-46DF-95BE-05B68C07CDEA}" destId="{417355D7-0126-43B5-8523-C8BB4E92513F}" srcOrd="0" destOrd="0" presId="urn:microsoft.com/office/officeart/2018/5/layout/IconLeafLabelList"/>
    <dgm:cxn modelId="{D55395AE-2FB6-4B67-B102-87026D153C26}" type="presParOf" srcId="{417355D7-0126-43B5-8523-C8BB4E92513F}" destId="{C912C40B-8F6E-4D7B-995D-098325A09717}" srcOrd="0" destOrd="0" presId="urn:microsoft.com/office/officeart/2018/5/layout/IconLeafLabelList"/>
    <dgm:cxn modelId="{05F08FEA-C163-4A89-A62A-A03AF180BEC6}" type="presParOf" srcId="{C912C40B-8F6E-4D7B-995D-098325A09717}" destId="{8CFA78FD-0FA6-4872-A806-7C8063F2D74D}" srcOrd="0" destOrd="0" presId="urn:microsoft.com/office/officeart/2018/5/layout/IconLeafLabelList"/>
    <dgm:cxn modelId="{CE403AD0-FD7C-4B65-B307-80D5173D2EE1}" type="presParOf" srcId="{C912C40B-8F6E-4D7B-995D-098325A09717}" destId="{D00B12BD-6FA0-417C-B17C-3D672EE14806}" srcOrd="1" destOrd="0" presId="urn:microsoft.com/office/officeart/2018/5/layout/IconLeafLabelList"/>
    <dgm:cxn modelId="{D0057E6A-6F76-447B-933D-88424A7A76C7}" type="presParOf" srcId="{C912C40B-8F6E-4D7B-995D-098325A09717}" destId="{14FACF23-CFFF-476C-A6D6-4B3EC29778B3}" srcOrd="2" destOrd="0" presId="urn:microsoft.com/office/officeart/2018/5/layout/IconLeafLabelList"/>
    <dgm:cxn modelId="{72377534-BBD0-48D5-A220-3AF3517DE766}" type="presParOf" srcId="{C912C40B-8F6E-4D7B-995D-098325A09717}" destId="{119D8B34-6B96-4853-B859-DFB07B012ABE}" srcOrd="3" destOrd="0" presId="urn:microsoft.com/office/officeart/2018/5/layout/IconLeafLabelList"/>
    <dgm:cxn modelId="{9024D6E6-7D3F-44B7-974E-DAEA92879A1C}" type="presParOf" srcId="{417355D7-0126-43B5-8523-C8BB4E92513F}" destId="{100A9AA4-D06E-455B-A552-541D2E374E02}" srcOrd="1" destOrd="0" presId="urn:microsoft.com/office/officeart/2018/5/layout/IconLeafLabelList"/>
    <dgm:cxn modelId="{C00115C1-8DA3-4598-B7F4-EA692270A4CB}" type="presParOf" srcId="{417355D7-0126-43B5-8523-C8BB4E92513F}" destId="{000195C6-3672-4B42-9EFB-9DBEE0BCC1A1}" srcOrd="2" destOrd="0" presId="urn:microsoft.com/office/officeart/2018/5/layout/IconLeafLabelList"/>
    <dgm:cxn modelId="{8658E394-0BBA-4BFF-860E-453072D00A50}" type="presParOf" srcId="{000195C6-3672-4B42-9EFB-9DBEE0BCC1A1}" destId="{26CEA666-60F3-4FB4-BEA8-41A1E2183C0B}" srcOrd="0" destOrd="0" presId="urn:microsoft.com/office/officeart/2018/5/layout/IconLeafLabelList"/>
    <dgm:cxn modelId="{C7B09D56-774B-4885-A242-364AD037ACBF}" type="presParOf" srcId="{000195C6-3672-4B42-9EFB-9DBEE0BCC1A1}" destId="{307B63E8-8AF9-4B54-B7BF-845350E5A91E}" srcOrd="1" destOrd="0" presId="urn:microsoft.com/office/officeart/2018/5/layout/IconLeafLabelList"/>
    <dgm:cxn modelId="{B31A36D4-2637-431C-8DD5-B170D7C960F0}" type="presParOf" srcId="{000195C6-3672-4B42-9EFB-9DBEE0BCC1A1}" destId="{A6EDFAD2-02D1-40CC-9B23-FE69B00911E1}" srcOrd="2" destOrd="0" presId="urn:microsoft.com/office/officeart/2018/5/layout/IconLeafLabelList"/>
    <dgm:cxn modelId="{8795CBE3-0A46-48B3-AF69-9D921B5216CC}" type="presParOf" srcId="{000195C6-3672-4B42-9EFB-9DBEE0BCC1A1}" destId="{4D22B45C-5DE7-464F-8024-2BFB2FC8C963}" srcOrd="3" destOrd="0" presId="urn:microsoft.com/office/officeart/2018/5/layout/IconLeafLabelList"/>
    <dgm:cxn modelId="{B0FA41E2-1D58-42A6-B877-C84DEF19ABEE}" type="presParOf" srcId="{417355D7-0126-43B5-8523-C8BB4E92513F}" destId="{68463F44-4729-4AEF-8F7D-F2C21BAF7151}" srcOrd="3" destOrd="0" presId="urn:microsoft.com/office/officeart/2018/5/layout/IconLeafLabelList"/>
    <dgm:cxn modelId="{AF46B6B4-F2DE-484F-84B4-D750F14836C4}" type="presParOf" srcId="{417355D7-0126-43B5-8523-C8BB4E92513F}" destId="{167EAD8A-3F05-4875-BBE6-A1641C67FEA5}" srcOrd="4" destOrd="0" presId="urn:microsoft.com/office/officeart/2018/5/layout/IconLeafLabelList"/>
    <dgm:cxn modelId="{98EC51B5-B7EE-4138-A1C5-A70E7F133C0E}" type="presParOf" srcId="{167EAD8A-3F05-4875-BBE6-A1641C67FEA5}" destId="{CD526332-939F-4127-B34B-B746237A331A}" srcOrd="0" destOrd="0" presId="urn:microsoft.com/office/officeart/2018/5/layout/IconLeafLabelList"/>
    <dgm:cxn modelId="{A0238B9F-4BBA-46B9-9A3B-0CED3DB54991}" type="presParOf" srcId="{167EAD8A-3F05-4875-BBE6-A1641C67FEA5}" destId="{EEFA7649-C49C-443B-957E-86B3E5384433}" srcOrd="1" destOrd="0" presId="urn:microsoft.com/office/officeart/2018/5/layout/IconLeafLabelList"/>
    <dgm:cxn modelId="{189BEA12-DBFF-4763-9B0D-CFCF9EB30F91}" type="presParOf" srcId="{167EAD8A-3F05-4875-BBE6-A1641C67FEA5}" destId="{D91E8C38-8CAF-49AD-8542-EA854E357949}" srcOrd="2" destOrd="0" presId="urn:microsoft.com/office/officeart/2018/5/layout/IconLeafLabelList"/>
    <dgm:cxn modelId="{1EFA1371-DF51-4867-A288-9E9247993DB9}" type="presParOf" srcId="{167EAD8A-3F05-4875-BBE6-A1641C67FEA5}" destId="{ABD57E9A-136E-4609-9B70-2E1FC349EDA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3EEBC6-0C98-4E31-B96E-1F0CA21086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FBFA244-8FA0-49EC-BAA5-C807F5B318D9}">
      <dgm:prSet/>
      <dgm:spPr/>
      <dgm:t>
        <a:bodyPr/>
        <a:lstStyle/>
        <a:p>
          <a:r>
            <a:rPr lang="en-US"/>
            <a:t>- Computadores tradicionais têm limite físico de expansão</a:t>
          </a:r>
        </a:p>
      </dgm:t>
    </dgm:pt>
    <dgm:pt modelId="{9E9A67C0-2650-41D3-9D7A-D7E5ED95B34E}" type="parTrans" cxnId="{025B297E-DD9E-49A0-A76D-5DC6C2EEE480}">
      <dgm:prSet/>
      <dgm:spPr/>
      <dgm:t>
        <a:bodyPr/>
        <a:lstStyle/>
        <a:p>
          <a:endParaRPr lang="en-US"/>
        </a:p>
      </dgm:t>
    </dgm:pt>
    <dgm:pt modelId="{6AAD1C35-EE47-4C6D-B40B-B656326FC8E7}" type="sibTrans" cxnId="{025B297E-DD9E-49A0-A76D-5DC6C2EEE480}">
      <dgm:prSet/>
      <dgm:spPr/>
      <dgm:t>
        <a:bodyPr/>
        <a:lstStyle/>
        <a:p>
          <a:endParaRPr lang="en-US"/>
        </a:p>
      </dgm:t>
    </dgm:pt>
    <dgm:pt modelId="{B3BC6439-D121-4027-868D-4D9B90F91773}">
      <dgm:prSet/>
      <dgm:spPr/>
      <dgm:t>
        <a:bodyPr/>
        <a:lstStyle/>
        <a:p>
          <a:r>
            <a:rPr lang="en-US"/>
            <a:t>- Spark resolve isso com escalabilidade horizontal</a:t>
          </a:r>
        </a:p>
      </dgm:t>
    </dgm:pt>
    <dgm:pt modelId="{213ADA84-9AE4-4F1C-8BB4-74AEE1C2D457}" type="parTrans" cxnId="{58BFD656-5B86-4129-8151-EE68C0106B26}">
      <dgm:prSet/>
      <dgm:spPr/>
      <dgm:t>
        <a:bodyPr/>
        <a:lstStyle/>
        <a:p>
          <a:endParaRPr lang="en-US"/>
        </a:p>
      </dgm:t>
    </dgm:pt>
    <dgm:pt modelId="{3B959415-8D30-40D7-8956-F1685987B814}" type="sibTrans" cxnId="{58BFD656-5B86-4129-8151-EE68C0106B26}">
      <dgm:prSet/>
      <dgm:spPr/>
      <dgm:t>
        <a:bodyPr/>
        <a:lstStyle/>
        <a:p>
          <a:endParaRPr lang="en-US"/>
        </a:p>
      </dgm:t>
    </dgm:pt>
    <dgm:pt modelId="{E54ACBCC-1507-4F8C-813C-3B32B9A1CC91}" type="pres">
      <dgm:prSet presAssocID="{AB3EEBC6-0C98-4E31-B96E-1F0CA2108629}" presName="root" presStyleCnt="0">
        <dgm:presLayoutVars>
          <dgm:dir/>
          <dgm:resizeHandles val="exact"/>
        </dgm:presLayoutVars>
      </dgm:prSet>
      <dgm:spPr/>
    </dgm:pt>
    <dgm:pt modelId="{3EB1D4D7-606D-4B4E-9182-947AE6ADB1A7}" type="pres">
      <dgm:prSet presAssocID="{1FBFA244-8FA0-49EC-BAA5-C807F5B318D9}" presName="compNode" presStyleCnt="0"/>
      <dgm:spPr/>
    </dgm:pt>
    <dgm:pt modelId="{3630678C-6A5F-422F-BECD-B8921DC2E474}" type="pres">
      <dgm:prSet presAssocID="{1FBFA244-8FA0-49EC-BAA5-C807F5B318D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Átomo"/>
        </a:ext>
      </dgm:extLst>
    </dgm:pt>
    <dgm:pt modelId="{4C433E83-7EC8-4465-A688-74FBFFE56B4C}" type="pres">
      <dgm:prSet presAssocID="{1FBFA244-8FA0-49EC-BAA5-C807F5B318D9}" presName="spaceRect" presStyleCnt="0"/>
      <dgm:spPr/>
    </dgm:pt>
    <dgm:pt modelId="{B1958300-C584-4E4D-81BA-E9536C99CFF5}" type="pres">
      <dgm:prSet presAssocID="{1FBFA244-8FA0-49EC-BAA5-C807F5B318D9}" presName="textRect" presStyleLbl="revTx" presStyleIdx="0" presStyleCnt="2">
        <dgm:presLayoutVars>
          <dgm:chMax val="1"/>
          <dgm:chPref val="1"/>
        </dgm:presLayoutVars>
      </dgm:prSet>
      <dgm:spPr/>
    </dgm:pt>
    <dgm:pt modelId="{568AFD15-5C6B-45D6-B060-DF61F83C5D71}" type="pres">
      <dgm:prSet presAssocID="{6AAD1C35-EE47-4C6D-B40B-B656326FC8E7}" presName="sibTrans" presStyleCnt="0"/>
      <dgm:spPr/>
    </dgm:pt>
    <dgm:pt modelId="{C1673B29-1546-4268-8421-523CDE437084}" type="pres">
      <dgm:prSet presAssocID="{B3BC6439-D121-4027-868D-4D9B90F91773}" presName="compNode" presStyleCnt="0"/>
      <dgm:spPr/>
    </dgm:pt>
    <dgm:pt modelId="{D84F7CB6-83EC-4FF4-ACB3-E7EF05CF4168}" type="pres">
      <dgm:prSet presAssocID="{B3BC6439-D121-4027-868D-4D9B90F9177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BBD3CEC6-1BB5-46DC-82E5-0EDB7237F639}" type="pres">
      <dgm:prSet presAssocID="{B3BC6439-D121-4027-868D-4D9B90F91773}" presName="spaceRect" presStyleCnt="0"/>
      <dgm:spPr/>
    </dgm:pt>
    <dgm:pt modelId="{4EE8AADF-86CA-4305-A963-954CC144963F}" type="pres">
      <dgm:prSet presAssocID="{B3BC6439-D121-4027-868D-4D9B90F9177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25A2164-F6EC-443B-84F3-CB6226EAB829}" type="presOf" srcId="{B3BC6439-D121-4027-868D-4D9B90F91773}" destId="{4EE8AADF-86CA-4305-A963-954CC144963F}" srcOrd="0" destOrd="0" presId="urn:microsoft.com/office/officeart/2018/2/layout/IconLabelList"/>
    <dgm:cxn modelId="{D6F9E144-8754-4F08-ABB0-BFFBF7BADBDC}" type="presOf" srcId="{AB3EEBC6-0C98-4E31-B96E-1F0CA2108629}" destId="{E54ACBCC-1507-4F8C-813C-3B32B9A1CC91}" srcOrd="0" destOrd="0" presId="urn:microsoft.com/office/officeart/2018/2/layout/IconLabelList"/>
    <dgm:cxn modelId="{25DCC44C-CA2D-454C-ACCA-48968D6652BD}" type="presOf" srcId="{1FBFA244-8FA0-49EC-BAA5-C807F5B318D9}" destId="{B1958300-C584-4E4D-81BA-E9536C99CFF5}" srcOrd="0" destOrd="0" presId="urn:microsoft.com/office/officeart/2018/2/layout/IconLabelList"/>
    <dgm:cxn modelId="{58BFD656-5B86-4129-8151-EE68C0106B26}" srcId="{AB3EEBC6-0C98-4E31-B96E-1F0CA2108629}" destId="{B3BC6439-D121-4027-868D-4D9B90F91773}" srcOrd="1" destOrd="0" parTransId="{213ADA84-9AE4-4F1C-8BB4-74AEE1C2D457}" sibTransId="{3B959415-8D30-40D7-8956-F1685987B814}"/>
    <dgm:cxn modelId="{025B297E-DD9E-49A0-A76D-5DC6C2EEE480}" srcId="{AB3EEBC6-0C98-4E31-B96E-1F0CA2108629}" destId="{1FBFA244-8FA0-49EC-BAA5-C807F5B318D9}" srcOrd="0" destOrd="0" parTransId="{9E9A67C0-2650-41D3-9D7A-D7E5ED95B34E}" sibTransId="{6AAD1C35-EE47-4C6D-B40B-B656326FC8E7}"/>
    <dgm:cxn modelId="{56A0DD88-BE07-41D6-937E-A90FB78489E8}" type="presParOf" srcId="{E54ACBCC-1507-4F8C-813C-3B32B9A1CC91}" destId="{3EB1D4D7-606D-4B4E-9182-947AE6ADB1A7}" srcOrd="0" destOrd="0" presId="urn:microsoft.com/office/officeart/2018/2/layout/IconLabelList"/>
    <dgm:cxn modelId="{B165E1BE-4DF3-498A-BCF2-0C142A576458}" type="presParOf" srcId="{3EB1D4D7-606D-4B4E-9182-947AE6ADB1A7}" destId="{3630678C-6A5F-422F-BECD-B8921DC2E474}" srcOrd="0" destOrd="0" presId="urn:microsoft.com/office/officeart/2018/2/layout/IconLabelList"/>
    <dgm:cxn modelId="{F9BC7F42-BE42-4D36-A056-09E13EAB761B}" type="presParOf" srcId="{3EB1D4D7-606D-4B4E-9182-947AE6ADB1A7}" destId="{4C433E83-7EC8-4465-A688-74FBFFE56B4C}" srcOrd="1" destOrd="0" presId="urn:microsoft.com/office/officeart/2018/2/layout/IconLabelList"/>
    <dgm:cxn modelId="{19327195-7EA1-475A-A2EB-01A6A334762D}" type="presParOf" srcId="{3EB1D4D7-606D-4B4E-9182-947AE6ADB1A7}" destId="{B1958300-C584-4E4D-81BA-E9536C99CFF5}" srcOrd="2" destOrd="0" presId="urn:microsoft.com/office/officeart/2018/2/layout/IconLabelList"/>
    <dgm:cxn modelId="{CDAB16DB-3FAD-4554-9D45-0655ADD70007}" type="presParOf" srcId="{E54ACBCC-1507-4F8C-813C-3B32B9A1CC91}" destId="{568AFD15-5C6B-45D6-B060-DF61F83C5D71}" srcOrd="1" destOrd="0" presId="urn:microsoft.com/office/officeart/2018/2/layout/IconLabelList"/>
    <dgm:cxn modelId="{850C40D8-6FC3-4FDC-BA24-BADF74F8048F}" type="presParOf" srcId="{E54ACBCC-1507-4F8C-813C-3B32B9A1CC91}" destId="{C1673B29-1546-4268-8421-523CDE437084}" srcOrd="2" destOrd="0" presId="urn:microsoft.com/office/officeart/2018/2/layout/IconLabelList"/>
    <dgm:cxn modelId="{9E9301F4-49CD-49AE-8DD7-D799BE2B3FC6}" type="presParOf" srcId="{C1673B29-1546-4268-8421-523CDE437084}" destId="{D84F7CB6-83EC-4FF4-ACB3-E7EF05CF4168}" srcOrd="0" destOrd="0" presId="urn:microsoft.com/office/officeart/2018/2/layout/IconLabelList"/>
    <dgm:cxn modelId="{4B033AF6-F6C6-4EAD-BF19-090646139F21}" type="presParOf" srcId="{C1673B29-1546-4268-8421-523CDE437084}" destId="{BBD3CEC6-1BB5-46DC-82E5-0EDB7237F639}" srcOrd="1" destOrd="0" presId="urn:microsoft.com/office/officeart/2018/2/layout/IconLabelList"/>
    <dgm:cxn modelId="{79D80376-95A8-41D0-B2B3-C59AF2509BA8}" type="presParOf" srcId="{C1673B29-1546-4268-8421-523CDE437084}" destId="{4EE8AADF-86CA-4305-A963-954CC14496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91D541F-2F99-4E95-BD37-5F121DFD8728}" type="doc">
      <dgm:prSet loTypeId="urn:microsoft.com/office/officeart/2018/2/layout/IconCircle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19DF023-BED5-48E9-A105-424D2456D4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Vários computadores interligados com o mesmo objetivo</a:t>
          </a:r>
        </a:p>
      </dgm:t>
    </dgm:pt>
    <dgm:pt modelId="{91712F27-4E21-4DE9-94BC-0F9AD81F65DB}" type="parTrans" cxnId="{F2949D89-51AF-40C3-88BF-8E7978B8EE51}">
      <dgm:prSet/>
      <dgm:spPr/>
      <dgm:t>
        <a:bodyPr/>
        <a:lstStyle/>
        <a:p>
          <a:endParaRPr lang="en-US"/>
        </a:p>
      </dgm:t>
    </dgm:pt>
    <dgm:pt modelId="{87F4D611-742C-492D-8B6F-B5C3F1437AB8}" type="sibTrans" cxnId="{F2949D89-51AF-40C3-88BF-8E7978B8EE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650821-413C-4914-A005-351D107DD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Compartilham processamento e dados no Spark</a:t>
          </a:r>
        </a:p>
      </dgm:t>
    </dgm:pt>
    <dgm:pt modelId="{BC0BF442-690D-455B-9A46-8EDB37B4AC99}" type="parTrans" cxnId="{345F1428-D27B-4C78-B150-B6176C451556}">
      <dgm:prSet/>
      <dgm:spPr/>
      <dgm:t>
        <a:bodyPr/>
        <a:lstStyle/>
        <a:p>
          <a:endParaRPr lang="en-US"/>
        </a:p>
      </dgm:t>
    </dgm:pt>
    <dgm:pt modelId="{DD2E6FC4-77AB-4F72-A41A-77A4CB7E0FEA}" type="sibTrans" cxnId="{345F1428-D27B-4C78-B150-B6176C451556}">
      <dgm:prSet/>
      <dgm:spPr/>
      <dgm:t>
        <a:bodyPr/>
        <a:lstStyle/>
        <a:p>
          <a:endParaRPr lang="en-US"/>
        </a:p>
      </dgm:t>
    </dgm:pt>
    <dgm:pt modelId="{D72453E2-C95C-4A4B-ACE3-B00CE169EA0B}" type="pres">
      <dgm:prSet presAssocID="{191D541F-2F99-4E95-BD37-5F121DFD8728}" presName="root" presStyleCnt="0">
        <dgm:presLayoutVars>
          <dgm:dir/>
          <dgm:resizeHandles val="exact"/>
        </dgm:presLayoutVars>
      </dgm:prSet>
      <dgm:spPr/>
    </dgm:pt>
    <dgm:pt modelId="{8FFE63EE-2220-43F1-A564-EE54117F168D}" type="pres">
      <dgm:prSet presAssocID="{191D541F-2F99-4E95-BD37-5F121DFD8728}" presName="container" presStyleCnt="0">
        <dgm:presLayoutVars>
          <dgm:dir/>
          <dgm:resizeHandles val="exact"/>
        </dgm:presLayoutVars>
      </dgm:prSet>
      <dgm:spPr/>
    </dgm:pt>
    <dgm:pt modelId="{AD07465C-0898-472E-B0A4-034524B27A2F}" type="pres">
      <dgm:prSet presAssocID="{019DF023-BED5-48E9-A105-424D2456D44F}" presName="compNode" presStyleCnt="0"/>
      <dgm:spPr/>
    </dgm:pt>
    <dgm:pt modelId="{46692AC6-B1CF-406A-89E0-2E6D7AA53806}" type="pres">
      <dgm:prSet presAssocID="{019DF023-BED5-48E9-A105-424D2456D44F}" presName="iconBgRect" presStyleLbl="bgShp" presStyleIdx="0" presStyleCnt="2"/>
      <dgm:spPr/>
    </dgm:pt>
    <dgm:pt modelId="{7E7FAE7B-2240-40E2-8959-CE19B7F346CE}" type="pres">
      <dgm:prSet presAssocID="{019DF023-BED5-48E9-A105-424D2456D4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082B8AD8-BDBA-4B1D-829D-D34F481A8318}" type="pres">
      <dgm:prSet presAssocID="{019DF023-BED5-48E9-A105-424D2456D44F}" presName="spaceRect" presStyleCnt="0"/>
      <dgm:spPr/>
    </dgm:pt>
    <dgm:pt modelId="{42CBDCC9-7A2C-4781-ABA7-7E4076B9DADA}" type="pres">
      <dgm:prSet presAssocID="{019DF023-BED5-48E9-A105-424D2456D44F}" presName="textRect" presStyleLbl="revTx" presStyleIdx="0" presStyleCnt="2">
        <dgm:presLayoutVars>
          <dgm:chMax val="1"/>
          <dgm:chPref val="1"/>
        </dgm:presLayoutVars>
      </dgm:prSet>
      <dgm:spPr/>
    </dgm:pt>
    <dgm:pt modelId="{05C81886-E158-4A34-9EF3-8491426FCB88}" type="pres">
      <dgm:prSet presAssocID="{87F4D611-742C-492D-8B6F-B5C3F1437AB8}" presName="sibTrans" presStyleLbl="sibTrans2D1" presStyleIdx="0" presStyleCnt="0"/>
      <dgm:spPr/>
    </dgm:pt>
    <dgm:pt modelId="{8082D625-CD8E-4ED7-ACC9-F33A91A33A2A}" type="pres">
      <dgm:prSet presAssocID="{5F650821-413C-4914-A005-351D107DD144}" presName="compNode" presStyleCnt="0"/>
      <dgm:spPr/>
    </dgm:pt>
    <dgm:pt modelId="{4415CCBA-FCDD-4C93-B6F4-755480A1238F}" type="pres">
      <dgm:prSet presAssocID="{5F650821-413C-4914-A005-351D107DD144}" presName="iconBgRect" presStyleLbl="bgShp" presStyleIdx="1" presStyleCnt="2"/>
      <dgm:spPr/>
    </dgm:pt>
    <dgm:pt modelId="{56735FC4-D867-4AAF-A2B5-43A5D6BDBE6A}" type="pres">
      <dgm:prSet presAssocID="{5F650821-413C-4914-A005-351D107DD14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153BFE82-2903-4F9A-B049-42F595945EFD}" type="pres">
      <dgm:prSet presAssocID="{5F650821-413C-4914-A005-351D107DD144}" presName="spaceRect" presStyleCnt="0"/>
      <dgm:spPr/>
    </dgm:pt>
    <dgm:pt modelId="{B5FCAE4E-102D-4C0B-88D3-DFA57789AA1C}" type="pres">
      <dgm:prSet presAssocID="{5F650821-413C-4914-A005-351D107DD14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5D8606-BB83-4E56-8F6F-1310D69B3D52}" type="presOf" srcId="{019DF023-BED5-48E9-A105-424D2456D44F}" destId="{42CBDCC9-7A2C-4781-ABA7-7E4076B9DADA}" srcOrd="0" destOrd="0" presId="urn:microsoft.com/office/officeart/2018/2/layout/IconCircleList"/>
    <dgm:cxn modelId="{F5A7E90C-C70B-4644-A28F-D64D3D88FF38}" type="presOf" srcId="{87F4D611-742C-492D-8B6F-B5C3F1437AB8}" destId="{05C81886-E158-4A34-9EF3-8491426FCB88}" srcOrd="0" destOrd="0" presId="urn:microsoft.com/office/officeart/2018/2/layout/IconCircleList"/>
    <dgm:cxn modelId="{345F1428-D27B-4C78-B150-B6176C451556}" srcId="{191D541F-2F99-4E95-BD37-5F121DFD8728}" destId="{5F650821-413C-4914-A005-351D107DD144}" srcOrd="1" destOrd="0" parTransId="{BC0BF442-690D-455B-9A46-8EDB37B4AC99}" sibTransId="{DD2E6FC4-77AB-4F72-A41A-77A4CB7E0FEA}"/>
    <dgm:cxn modelId="{16F2F033-D99F-420B-A8D5-590E486FD4A4}" type="presOf" srcId="{5F650821-413C-4914-A005-351D107DD144}" destId="{B5FCAE4E-102D-4C0B-88D3-DFA57789AA1C}" srcOrd="0" destOrd="0" presId="urn:microsoft.com/office/officeart/2018/2/layout/IconCircleList"/>
    <dgm:cxn modelId="{0CD59C79-00C1-46BE-8E02-F814D1B3DC01}" type="presOf" srcId="{191D541F-2F99-4E95-BD37-5F121DFD8728}" destId="{D72453E2-C95C-4A4B-ACE3-B00CE169EA0B}" srcOrd="0" destOrd="0" presId="urn:microsoft.com/office/officeart/2018/2/layout/IconCircleList"/>
    <dgm:cxn modelId="{F2949D89-51AF-40C3-88BF-8E7978B8EE51}" srcId="{191D541F-2F99-4E95-BD37-5F121DFD8728}" destId="{019DF023-BED5-48E9-A105-424D2456D44F}" srcOrd="0" destOrd="0" parTransId="{91712F27-4E21-4DE9-94BC-0F9AD81F65DB}" sibTransId="{87F4D611-742C-492D-8B6F-B5C3F1437AB8}"/>
    <dgm:cxn modelId="{370D5B79-8142-49DC-B9DB-5FCF6EAF5849}" type="presParOf" srcId="{D72453E2-C95C-4A4B-ACE3-B00CE169EA0B}" destId="{8FFE63EE-2220-43F1-A564-EE54117F168D}" srcOrd="0" destOrd="0" presId="urn:microsoft.com/office/officeart/2018/2/layout/IconCircleList"/>
    <dgm:cxn modelId="{9E1BCB64-6949-47A5-B979-25B1F2791893}" type="presParOf" srcId="{8FFE63EE-2220-43F1-A564-EE54117F168D}" destId="{AD07465C-0898-472E-B0A4-034524B27A2F}" srcOrd="0" destOrd="0" presId="urn:microsoft.com/office/officeart/2018/2/layout/IconCircleList"/>
    <dgm:cxn modelId="{1D6C2E4D-E2A0-49B3-BB76-26131C878632}" type="presParOf" srcId="{AD07465C-0898-472E-B0A4-034524B27A2F}" destId="{46692AC6-B1CF-406A-89E0-2E6D7AA53806}" srcOrd="0" destOrd="0" presId="urn:microsoft.com/office/officeart/2018/2/layout/IconCircleList"/>
    <dgm:cxn modelId="{7BC4EE34-D256-42E9-9636-20D42A581B0C}" type="presParOf" srcId="{AD07465C-0898-472E-B0A4-034524B27A2F}" destId="{7E7FAE7B-2240-40E2-8959-CE19B7F346CE}" srcOrd="1" destOrd="0" presId="urn:microsoft.com/office/officeart/2018/2/layout/IconCircleList"/>
    <dgm:cxn modelId="{FFCA7C4E-002E-48F2-80BB-408AE72D190D}" type="presParOf" srcId="{AD07465C-0898-472E-B0A4-034524B27A2F}" destId="{082B8AD8-BDBA-4B1D-829D-D34F481A8318}" srcOrd="2" destOrd="0" presId="urn:microsoft.com/office/officeart/2018/2/layout/IconCircleList"/>
    <dgm:cxn modelId="{84FF64B5-D915-4023-BE11-46E955204A2A}" type="presParOf" srcId="{AD07465C-0898-472E-B0A4-034524B27A2F}" destId="{42CBDCC9-7A2C-4781-ABA7-7E4076B9DADA}" srcOrd="3" destOrd="0" presId="urn:microsoft.com/office/officeart/2018/2/layout/IconCircleList"/>
    <dgm:cxn modelId="{FB31DD18-6A83-4F27-9221-4F5E9740664E}" type="presParOf" srcId="{8FFE63EE-2220-43F1-A564-EE54117F168D}" destId="{05C81886-E158-4A34-9EF3-8491426FCB88}" srcOrd="1" destOrd="0" presId="urn:microsoft.com/office/officeart/2018/2/layout/IconCircleList"/>
    <dgm:cxn modelId="{418DC8B9-EDFB-4913-B908-7C3D223EC411}" type="presParOf" srcId="{8FFE63EE-2220-43F1-A564-EE54117F168D}" destId="{8082D625-CD8E-4ED7-ACC9-F33A91A33A2A}" srcOrd="2" destOrd="0" presId="urn:microsoft.com/office/officeart/2018/2/layout/IconCircleList"/>
    <dgm:cxn modelId="{29F7C3D5-8E35-424F-898F-0FFFF5BF854B}" type="presParOf" srcId="{8082D625-CD8E-4ED7-ACC9-F33A91A33A2A}" destId="{4415CCBA-FCDD-4C93-B6F4-755480A1238F}" srcOrd="0" destOrd="0" presId="urn:microsoft.com/office/officeart/2018/2/layout/IconCircleList"/>
    <dgm:cxn modelId="{9580EA25-2354-4EAF-970D-A9BF8BB158DF}" type="presParOf" srcId="{8082D625-CD8E-4ED7-ACC9-F33A91A33A2A}" destId="{56735FC4-D867-4AAF-A2B5-43A5D6BDBE6A}" srcOrd="1" destOrd="0" presId="urn:microsoft.com/office/officeart/2018/2/layout/IconCircleList"/>
    <dgm:cxn modelId="{F5105E79-5B2A-484F-AC67-DE4A35E4BBAB}" type="presParOf" srcId="{8082D625-CD8E-4ED7-ACC9-F33A91A33A2A}" destId="{153BFE82-2903-4F9A-B049-42F595945EFD}" srcOrd="2" destOrd="0" presId="urn:microsoft.com/office/officeart/2018/2/layout/IconCircleList"/>
    <dgm:cxn modelId="{5F6400D2-68E9-48A4-A814-154A27A413EB}" type="presParOf" srcId="{8082D625-CD8E-4ED7-ACC9-F33A91A33A2A}" destId="{B5FCAE4E-102D-4C0B-88D3-DFA57789AA1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FD38EDF-D248-4C65-812B-862E0C524E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30C441F-7B85-4EBF-937C-001E38CBE9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Opera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memória</a:t>
          </a:r>
          <a:r>
            <a:rPr lang="en-US" dirty="0"/>
            <a:t> (in-memory)</a:t>
          </a:r>
        </a:p>
      </dgm:t>
    </dgm:pt>
    <dgm:pt modelId="{4C9B58C4-C8A9-48F2-A37B-639A28DAD721}" type="parTrans" cxnId="{98817331-D319-4D03-A056-ECEA299CF261}">
      <dgm:prSet/>
      <dgm:spPr/>
      <dgm:t>
        <a:bodyPr/>
        <a:lstStyle/>
        <a:p>
          <a:endParaRPr lang="en-US"/>
        </a:p>
      </dgm:t>
    </dgm:pt>
    <dgm:pt modelId="{A92F55F0-AEDA-49EB-BD48-30C55E291C82}" type="sibTrans" cxnId="{98817331-D319-4D03-A056-ECEA299CF261}">
      <dgm:prSet/>
      <dgm:spPr/>
      <dgm:t>
        <a:bodyPr/>
        <a:lstStyle/>
        <a:p>
          <a:endParaRPr lang="en-US"/>
        </a:p>
      </dgm:t>
    </dgm:pt>
    <dgm:pt modelId="{2A8648E5-F9B8-4919-A68B-2967C03805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Alta escalabilidade</a:t>
          </a:r>
        </a:p>
      </dgm:t>
    </dgm:pt>
    <dgm:pt modelId="{FD887515-C596-4C00-806F-93B060A9D87A}" type="parTrans" cxnId="{FEB8A0D2-B4C0-409A-BD9A-CF85D84BA13C}">
      <dgm:prSet/>
      <dgm:spPr/>
      <dgm:t>
        <a:bodyPr/>
        <a:lstStyle/>
        <a:p>
          <a:endParaRPr lang="en-US"/>
        </a:p>
      </dgm:t>
    </dgm:pt>
    <dgm:pt modelId="{757A9B5B-B84D-40A9-B76C-FC0046348E07}" type="sibTrans" cxnId="{FEB8A0D2-B4C0-409A-BD9A-CF85D84BA13C}">
      <dgm:prSet/>
      <dgm:spPr/>
      <dgm:t>
        <a:bodyPr/>
        <a:lstStyle/>
        <a:p>
          <a:endParaRPr lang="en-US"/>
        </a:p>
      </dgm:t>
    </dgm:pt>
    <dgm:pt modelId="{5E40ECA5-BE40-4D34-99B6-5F52E5A35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Suporte a replicação e particionamento</a:t>
          </a:r>
        </a:p>
      </dgm:t>
    </dgm:pt>
    <dgm:pt modelId="{1D12B5AA-FF75-4A36-AA52-5BCF47D07B97}" type="parTrans" cxnId="{642EA70D-5CF8-4BF3-B8DB-0EF0E1AE5099}">
      <dgm:prSet/>
      <dgm:spPr/>
      <dgm:t>
        <a:bodyPr/>
        <a:lstStyle/>
        <a:p>
          <a:endParaRPr lang="en-US"/>
        </a:p>
      </dgm:t>
    </dgm:pt>
    <dgm:pt modelId="{916A7348-E5B9-45B3-A4FD-2577C2B51F1F}" type="sibTrans" cxnId="{642EA70D-5CF8-4BF3-B8DB-0EF0E1AE5099}">
      <dgm:prSet/>
      <dgm:spPr/>
      <dgm:t>
        <a:bodyPr/>
        <a:lstStyle/>
        <a:p>
          <a:endParaRPr lang="en-US"/>
        </a:p>
      </dgm:t>
    </dgm:pt>
    <dgm:pt modelId="{9FD69999-60BB-4259-B9C4-2FF92557921C}" type="pres">
      <dgm:prSet presAssocID="{6FD38EDF-D248-4C65-812B-862E0C524E2A}" presName="root" presStyleCnt="0">
        <dgm:presLayoutVars>
          <dgm:dir/>
          <dgm:resizeHandles val="exact"/>
        </dgm:presLayoutVars>
      </dgm:prSet>
      <dgm:spPr/>
    </dgm:pt>
    <dgm:pt modelId="{6A00BC7A-812B-4EA1-9E39-FD4C4445964A}" type="pres">
      <dgm:prSet presAssocID="{830C441F-7B85-4EBF-937C-001E38CBE95D}" presName="compNode" presStyleCnt="0"/>
      <dgm:spPr/>
    </dgm:pt>
    <dgm:pt modelId="{16E39D09-5A59-4123-90BC-D0C8CD56B84C}" type="pres">
      <dgm:prSet presAssocID="{830C441F-7B85-4EBF-937C-001E38CBE95D}" presName="bgRect" presStyleLbl="bgShp" presStyleIdx="0" presStyleCnt="3"/>
      <dgm:spPr/>
    </dgm:pt>
    <dgm:pt modelId="{3693661E-D449-4E03-9562-A424BF86BB94}" type="pres">
      <dgm:prSet presAssocID="{830C441F-7B85-4EBF-937C-001E38CBE9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de"/>
        </a:ext>
      </dgm:extLst>
    </dgm:pt>
    <dgm:pt modelId="{60C8B297-4B64-43AC-A828-440DEB585475}" type="pres">
      <dgm:prSet presAssocID="{830C441F-7B85-4EBF-937C-001E38CBE95D}" presName="spaceRect" presStyleCnt="0"/>
      <dgm:spPr/>
    </dgm:pt>
    <dgm:pt modelId="{42E96686-4180-4D27-9DD5-19DF04952C51}" type="pres">
      <dgm:prSet presAssocID="{830C441F-7B85-4EBF-937C-001E38CBE95D}" presName="parTx" presStyleLbl="revTx" presStyleIdx="0" presStyleCnt="3">
        <dgm:presLayoutVars>
          <dgm:chMax val="0"/>
          <dgm:chPref val="0"/>
        </dgm:presLayoutVars>
      </dgm:prSet>
      <dgm:spPr/>
    </dgm:pt>
    <dgm:pt modelId="{E66EAAFE-7A5A-458E-84CB-AEA0B140F7B6}" type="pres">
      <dgm:prSet presAssocID="{A92F55F0-AEDA-49EB-BD48-30C55E291C82}" presName="sibTrans" presStyleCnt="0"/>
      <dgm:spPr/>
    </dgm:pt>
    <dgm:pt modelId="{76B81889-105C-4B6F-BBA1-4150E79F963B}" type="pres">
      <dgm:prSet presAssocID="{2A8648E5-F9B8-4919-A68B-2967C0380576}" presName="compNode" presStyleCnt="0"/>
      <dgm:spPr/>
    </dgm:pt>
    <dgm:pt modelId="{2D84769B-3B48-401C-A514-03B024B14C86}" type="pres">
      <dgm:prSet presAssocID="{2A8648E5-F9B8-4919-A68B-2967C0380576}" presName="bgRect" presStyleLbl="bgShp" presStyleIdx="1" presStyleCnt="3" custLinFactNeighborX="-2819" custLinFactNeighborY="5204"/>
      <dgm:spPr/>
    </dgm:pt>
    <dgm:pt modelId="{1283A6BB-0E55-4CE2-BBF1-C69D1BA40889}" type="pres">
      <dgm:prSet presAssocID="{2A8648E5-F9B8-4919-A68B-2967C03805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anhas"/>
        </a:ext>
      </dgm:extLst>
    </dgm:pt>
    <dgm:pt modelId="{F5854BFE-5D4F-40EB-B876-69C32D5F9398}" type="pres">
      <dgm:prSet presAssocID="{2A8648E5-F9B8-4919-A68B-2967C0380576}" presName="spaceRect" presStyleCnt="0"/>
      <dgm:spPr/>
    </dgm:pt>
    <dgm:pt modelId="{B0861AE5-8288-4F7D-A059-8F48BC1BDB1A}" type="pres">
      <dgm:prSet presAssocID="{2A8648E5-F9B8-4919-A68B-2967C0380576}" presName="parTx" presStyleLbl="revTx" presStyleIdx="1" presStyleCnt="3">
        <dgm:presLayoutVars>
          <dgm:chMax val="0"/>
          <dgm:chPref val="0"/>
        </dgm:presLayoutVars>
      </dgm:prSet>
      <dgm:spPr/>
    </dgm:pt>
    <dgm:pt modelId="{799050B6-0F79-408F-85E2-CC777FC2DC03}" type="pres">
      <dgm:prSet presAssocID="{757A9B5B-B84D-40A9-B76C-FC0046348E07}" presName="sibTrans" presStyleCnt="0"/>
      <dgm:spPr/>
    </dgm:pt>
    <dgm:pt modelId="{32DD6615-3EB3-44BD-9A28-0422BD2A8415}" type="pres">
      <dgm:prSet presAssocID="{5E40ECA5-BE40-4D34-99B6-5F52E5A35E3C}" presName="compNode" presStyleCnt="0"/>
      <dgm:spPr/>
    </dgm:pt>
    <dgm:pt modelId="{0CDA0CEE-03FE-4F04-892B-598188C3DF44}" type="pres">
      <dgm:prSet presAssocID="{5E40ECA5-BE40-4D34-99B6-5F52E5A35E3C}" presName="bgRect" presStyleLbl="bgShp" presStyleIdx="2" presStyleCnt="3"/>
      <dgm:spPr/>
    </dgm:pt>
    <dgm:pt modelId="{A32C0B96-C8EB-45D2-BDF6-EB935AD4343B}" type="pres">
      <dgm:prSet presAssocID="{5E40ECA5-BE40-4D34-99B6-5F52E5A35E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C95E71F7-77DB-43D9-9E9F-28CF05C43D59}" type="pres">
      <dgm:prSet presAssocID="{5E40ECA5-BE40-4D34-99B6-5F52E5A35E3C}" presName="spaceRect" presStyleCnt="0"/>
      <dgm:spPr/>
    </dgm:pt>
    <dgm:pt modelId="{F4909623-0568-4282-9009-0561B04A8D36}" type="pres">
      <dgm:prSet presAssocID="{5E40ECA5-BE40-4D34-99B6-5F52E5A35E3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2EA70D-5CF8-4BF3-B8DB-0EF0E1AE5099}" srcId="{6FD38EDF-D248-4C65-812B-862E0C524E2A}" destId="{5E40ECA5-BE40-4D34-99B6-5F52E5A35E3C}" srcOrd="2" destOrd="0" parTransId="{1D12B5AA-FF75-4A36-AA52-5BCF47D07B97}" sibTransId="{916A7348-E5B9-45B3-A4FD-2577C2B51F1F}"/>
    <dgm:cxn modelId="{98817331-D319-4D03-A056-ECEA299CF261}" srcId="{6FD38EDF-D248-4C65-812B-862E0C524E2A}" destId="{830C441F-7B85-4EBF-937C-001E38CBE95D}" srcOrd="0" destOrd="0" parTransId="{4C9B58C4-C8A9-48F2-A37B-639A28DAD721}" sibTransId="{A92F55F0-AEDA-49EB-BD48-30C55E291C82}"/>
    <dgm:cxn modelId="{7FE16E3A-18DF-4AAD-808E-140A1BF52FC7}" type="presOf" srcId="{6FD38EDF-D248-4C65-812B-862E0C524E2A}" destId="{9FD69999-60BB-4259-B9C4-2FF92557921C}" srcOrd="0" destOrd="0" presId="urn:microsoft.com/office/officeart/2018/2/layout/IconVerticalSolidList"/>
    <dgm:cxn modelId="{6C55737B-DE93-477D-B58D-F0B3E6A52CDE}" type="presOf" srcId="{830C441F-7B85-4EBF-937C-001E38CBE95D}" destId="{42E96686-4180-4D27-9DD5-19DF04952C51}" srcOrd="0" destOrd="0" presId="urn:microsoft.com/office/officeart/2018/2/layout/IconVerticalSolidList"/>
    <dgm:cxn modelId="{BC37A09F-E773-42C0-8CFD-54C04F028C7E}" type="presOf" srcId="{2A8648E5-F9B8-4919-A68B-2967C0380576}" destId="{B0861AE5-8288-4F7D-A059-8F48BC1BDB1A}" srcOrd="0" destOrd="0" presId="urn:microsoft.com/office/officeart/2018/2/layout/IconVerticalSolidList"/>
    <dgm:cxn modelId="{D57C58C8-07DE-42D9-A488-11EFA1561E34}" type="presOf" srcId="{5E40ECA5-BE40-4D34-99B6-5F52E5A35E3C}" destId="{F4909623-0568-4282-9009-0561B04A8D36}" srcOrd="0" destOrd="0" presId="urn:microsoft.com/office/officeart/2018/2/layout/IconVerticalSolidList"/>
    <dgm:cxn modelId="{FEB8A0D2-B4C0-409A-BD9A-CF85D84BA13C}" srcId="{6FD38EDF-D248-4C65-812B-862E0C524E2A}" destId="{2A8648E5-F9B8-4919-A68B-2967C0380576}" srcOrd="1" destOrd="0" parTransId="{FD887515-C596-4C00-806F-93B060A9D87A}" sibTransId="{757A9B5B-B84D-40A9-B76C-FC0046348E07}"/>
    <dgm:cxn modelId="{B3BC4FD7-BF37-479A-B30D-949835A195B9}" type="presParOf" srcId="{9FD69999-60BB-4259-B9C4-2FF92557921C}" destId="{6A00BC7A-812B-4EA1-9E39-FD4C4445964A}" srcOrd="0" destOrd="0" presId="urn:microsoft.com/office/officeart/2018/2/layout/IconVerticalSolidList"/>
    <dgm:cxn modelId="{EB077EC6-D00D-4169-B420-FB675516AB4F}" type="presParOf" srcId="{6A00BC7A-812B-4EA1-9E39-FD4C4445964A}" destId="{16E39D09-5A59-4123-90BC-D0C8CD56B84C}" srcOrd="0" destOrd="0" presId="urn:microsoft.com/office/officeart/2018/2/layout/IconVerticalSolidList"/>
    <dgm:cxn modelId="{5B202F5A-A73A-4C8E-B7BA-92B8AFBD78F5}" type="presParOf" srcId="{6A00BC7A-812B-4EA1-9E39-FD4C4445964A}" destId="{3693661E-D449-4E03-9562-A424BF86BB94}" srcOrd="1" destOrd="0" presId="urn:microsoft.com/office/officeart/2018/2/layout/IconVerticalSolidList"/>
    <dgm:cxn modelId="{0D81A56F-CA1A-464D-AD16-7F813FFEA32F}" type="presParOf" srcId="{6A00BC7A-812B-4EA1-9E39-FD4C4445964A}" destId="{60C8B297-4B64-43AC-A828-440DEB585475}" srcOrd="2" destOrd="0" presId="urn:microsoft.com/office/officeart/2018/2/layout/IconVerticalSolidList"/>
    <dgm:cxn modelId="{B7480148-E8AD-4640-ABC6-96AAAB36A5A2}" type="presParOf" srcId="{6A00BC7A-812B-4EA1-9E39-FD4C4445964A}" destId="{42E96686-4180-4D27-9DD5-19DF04952C51}" srcOrd="3" destOrd="0" presId="urn:microsoft.com/office/officeart/2018/2/layout/IconVerticalSolidList"/>
    <dgm:cxn modelId="{178D0B61-A5F2-403D-BC18-8AA566738C76}" type="presParOf" srcId="{9FD69999-60BB-4259-B9C4-2FF92557921C}" destId="{E66EAAFE-7A5A-458E-84CB-AEA0B140F7B6}" srcOrd="1" destOrd="0" presId="urn:microsoft.com/office/officeart/2018/2/layout/IconVerticalSolidList"/>
    <dgm:cxn modelId="{62652D96-DF7A-49BB-9669-2134E93E55BD}" type="presParOf" srcId="{9FD69999-60BB-4259-B9C4-2FF92557921C}" destId="{76B81889-105C-4B6F-BBA1-4150E79F963B}" srcOrd="2" destOrd="0" presId="urn:microsoft.com/office/officeart/2018/2/layout/IconVerticalSolidList"/>
    <dgm:cxn modelId="{1DE68E44-A9FB-46AA-BC27-6CD087293C4F}" type="presParOf" srcId="{76B81889-105C-4B6F-BBA1-4150E79F963B}" destId="{2D84769B-3B48-401C-A514-03B024B14C86}" srcOrd="0" destOrd="0" presId="urn:microsoft.com/office/officeart/2018/2/layout/IconVerticalSolidList"/>
    <dgm:cxn modelId="{03B1563A-72BF-46FA-93BB-A326E04A44D8}" type="presParOf" srcId="{76B81889-105C-4B6F-BBA1-4150E79F963B}" destId="{1283A6BB-0E55-4CE2-BBF1-C69D1BA40889}" srcOrd="1" destOrd="0" presId="urn:microsoft.com/office/officeart/2018/2/layout/IconVerticalSolidList"/>
    <dgm:cxn modelId="{262CD47D-1A88-4355-A539-A9BF7EF5D1FA}" type="presParOf" srcId="{76B81889-105C-4B6F-BBA1-4150E79F963B}" destId="{F5854BFE-5D4F-40EB-B876-69C32D5F9398}" srcOrd="2" destOrd="0" presId="urn:microsoft.com/office/officeart/2018/2/layout/IconVerticalSolidList"/>
    <dgm:cxn modelId="{F4D1BB78-B3B0-41E5-9B70-2D51033C786A}" type="presParOf" srcId="{76B81889-105C-4B6F-BBA1-4150E79F963B}" destId="{B0861AE5-8288-4F7D-A059-8F48BC1BDB1A}" srcOrd="3" destOrd="0" presId="urn:microsoft.com/office/officeart/2018/2/layout/IconVerticalSolidList"/>
    <dgm:cxn modelId="{F636AC77-2B0A-427E-B4AC-2D6C95195476}" type="presParOf" srcId="{9FD69999-60BB-4259-B9C4-2FF92557921C}" destId="{799050B6-0F79-408F-85E2-CC777FC2DC03}" srcOrd="3" destOrd="0" presId="urn:microsoft.com/office/officeart/2018/2/layout/IconVerticalSolidList"/>
    <dgm:cxn modelId="{29B2AFFA-9653-4EBE-899C-6BAF9CE01EA6}" type="presParOf" srcId="{9FD69999-60BB-4259-B9C4-2FF92557921C}" destId="{32DD6615-3EB3-44BD-9A28-0422BD2A8415}" srcOrd="4" destOrd="0" presId="urn:microsoft.com/office/officeart/2018/2/layout/IconVerticalSolidList"/>
    <dgm:cxn modelId="{FE7F4C66-A476-4192-AFB9-84A85B35DF40}" type="presParOf" srcId="{32DD6615-3EB3-44BD-9A28-0422BD2A8415}" destId="{0CDA0CEE-03FE-4F04-892B-598188C3DF44}" srcOrd="0" destOrd="0" presId="urn:microsoft.com/office/officeart/2018/2/layout/IconVerticalSolidList"/>
    <dgm:cxn modelId="{67318372-2822-4527-A453-402312196044}" type="presParOf" srcId="{32DD6615-3EB3-44BD-9A28-0422BD2A8415}" destId="{A32C0B96-C8EB-45D2-BDF6-EB935AD4343B}" srcOrd="1" destOrd="0" presId="urn:microsoft.com/office/officeart/2018/2/layout/IconVerticalSolidList"/>
    <dgm:cxn modelId="{F8965A6F-83B2-442C-8B3D-E05E5A8CA4AC}" type="presParOf" srcId="{32DD6615-3EB3-44BD-9A28-0422BD2A8415}" destId="{C95E71F7-77DB-43D9-9E9F-28CF05C43D59}" srcOrd="2" destOrd="0" presId="urn:microsoft.com/office/officeart/2018/2/layout/IconVerticalSolidList"/>
    <dgm:cxn modelId="{E9F4480E-E1AF-498F-BE94-144A35213FFF}" type="presParOf" srcId="{32DD6615-3EB3-44BD-9A28-0422BD2A8415}" destId="{F4909623-0568-4282-9009-0561B04A8D3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07FA144-163F-4B74-8F2C-BE2EE341E3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FFCEE8D-8793-45AA-B906-0D6E2EE36EDA}">
      <dgm:prSet/>
      <dgm:spPr/>
      <dgm:t>
        <a:bodyPr/>
        <a:lstStyle/>
        <a:p>
          <a:r>
            <a:rPr lang="en-US"/>
            <a:t>- Replicação = cópias para tolerância a falhas</a:t>
          </a:r>
        </a:p>
      </dgm:t>
    </dgm:pt>
    <dgm:pt modelId="{3C5A0161-8264-4EFB-A667-F4A922BE8900}" type="parTrans" cxnId="{4FF57EA6-6101-417E-8213-82C2706AF777}">
      <dgm:prSet/>
      <dgm:spPr/>
      <dgm:t>
        <a:bodyPr/>
        <a:lstStyle/>
        <a:p>
          <a:endParaRPr lang="en-US"/>
        </a:p>
      </dgm:t>
    </dgm:pt>
    <dgm:pt modelId="{9FAB94FC-2D74-4EB8-A954-0AC4D56A4887}" type="sibTrans" cxnId="{4FF57EA6-6101-417E-8213-82C2706AF777}">
      <dgm:prSet/>
      <dgm:spPr/>
      <dgm:t>
        <a:bodyPr/>
        <a:lstStyle/>
        <a:p>
          <a:endParaRPr lang="en-US"/>
        </a:p>
      </dgm:t>
    </dgm:pt>
    <dgm:pt modelId="{590C6AE0-F701-47E4-A606-07DDB59C9A8C}">
      <dgm:prSet/>
      <dgm:spPr/>
      <dgm:t>
        <a:bodyPr/>
        <a:lstStyle/>
        <a:p>
          <a:r>
            <a:rPr lang="en-US"/>
            <a:t>- Particionamento = divisão para paralelismo de execução</a:t>
          </a:r>
        </a:p>
      </dgm:t>
    </dgm:pt>
    <dgm:pt modelId="{ED8386A6-FCB8-4DCE-8860-3294DB626DB8}" type="parTrans" cxnId="{7EC0F1E2-AD7B-4A83-A58C-9C03530FCEA5}">
      <dgm:prSet/>
      <dgm:spPr/>
      <dgm:t>
        <a:bodyPr/>
        <a:lstStyle/>
        <a:p>
          <a:endParaRPr lang="en-US"/>
        </a:p>
      </dgm:t>
    </dgm:pt>
    <dgm:pt modelId="{44E76831-8073-4598-A257-57186A09B8DF}" type="sibTrans" cxnId="{7EC0F1E2-AD7B-4A83-A58C-9C03530FCEA5}">
      <dgm:prSet/>
      <dgm:spPr/>
      <dgm:t>
        <a:bodyPr/>
        <a:lstStyle/>
        <a:p>
          <a:endParaRPr lang="en-US"/>
        </a:p>
      </dgm:t>
    </dgm:pt>
    <dgm:pt modelId="{B6887949-0B13-4994-AD2F-89E7EC25BDC5}" type="pres">
      <dgm:prSet presAssocID="{207FA144-163F-4B74-8F2C-BE2EE341E336}" presName="root" presStyleCnt="0">
        <dgm:presLayoutVars>
          <dgm:dir/>
          <dgm:resizeHandles val="exact"/>
        </dgm:presLayoutVars>
      </dgm:prSet>
      <dgm:spPr/>
    </dgm:pt>
    <dgm:pt modelId="{8094CAEF-0853-48FB-ACB9-9B69334148B2}" type="pres">
      <dgm:prSet presAssocID="{2FFCEE8D-8793-45AA-B906-0D6E2EE36EDA}" presName="compNode" presStyleCnt="0"/>
      <dgm:spPr/>
    </dgm:pt>
    <dgm:pt modelId="{37D833D0-6901-4BAC-974D-F1AD357FF2AC}" type="pres">
      <dgm:prSet presAssocID="{2FFCEE8D-8793-45AA-B906-0D6E2EE36ED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A2626EF5-6FCB-464C-9CDA-49FB34588495}" type="pres">
      <dgm:prSet presAssocID="{2FFCEE8D-8793-45AA-B906-0D6E2EE36EDA}" presName="spaceRect" presStyleCnt="0"/>
      <dgm:spPr/>
    </dgm:pt>
    <dgm:pt modelId="{5C53CA08-6536-4973-845E-1884499E6EF6}" type="pres">
      <dgm:prSet presAssocID="{2FFCEE8D-8793-45AA-B906-0D6E2EE36EDA}" presName="textRect" presStyleLbl="revTx" presStyleIdx="0" presStyleCnt="2">
        <dgm:presLayoutVars>
          <dgm:chMax val="1"/>
          <dgm:chPref val="1"/>
        </dgm:presLayoutVars>
      </dgm:prSet>
      <dgm:spPr/>
    </dgm:pt>
    <dgm:pt modelId="{0120F141-D2DA-43C5-A1F5-C0BAA526B274}" type="pres">
      <dgm:prSet presAssocID="{9FAB94FC-2D74-4EB8-A954-0AC4D56A4887}" presName="sibTrans" presStyleCnt="0"/>
      <dgm:spPr/>
    </dgm:pt>
    <dgm:pt modelId="{15A91485-6959-4AE0-933C-25453EDE35B4}" type="pres">
      <dgm:prSet presAssocID="{590C6AE0-F701-47E4-A606-07DDB59C9A8C}" presName="compNode" presStyleCnt="0"/>
      <dgm:spPr/>
    </dgm:pt>
    <dgm:pt modelId="{9DF96891-D5C6-4C93-B40F-4C9167DFFF01}" type="pres">
      <dgm:prSet presAssocID="{590C6AE0-F701-47E4-A606-07DDB59C9A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E5882758-0BBD-4C18-A30D-22AA57BC92C0}" type="pres">
      <dgm:prSet presAssocID="{590C6AE0-F701-47E4-A606-07DDB59C9A8C}" presName="spaceRect" presStyleCnt="0"/>
      <dgm:spPr/>
    </dgm:pt>
    <dgm:pt modelId="{3574FAC9-1585-462D-B063-B50029744C2E}" type="pres">
      <dgm:prSet presAssocID="{590C6AE0-F701-47E4-A606-07DDB59C9A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B335065-1E49-4959-B2E8-61388D9D0D62}" type="presOf" srcId="{590C6AE0-F701-47E4-A606-07DDB59C9A8C}" destId="{3574FAC9-1585-462D-B063-B50029744C2E}" srcOrd="0" destOrd="0" presId="urn:microsoft.com/office/officeart/2018/2/layout/IconLabelList"/>
    <dgm:cxn modelId="{1971597C-8777-45AE-A46C-6BF63D1FDA2C}" type="presOf" srcId="{2FFCEE8D-8793-45AA-B906-0D6E2EE36EDA}" destId="{5C53CA08-6536-4973-845E-1884499E6EF6}" srcOrd="0" destOrd="0" presId="urn:microsoft.com/office/officeart/2018/2/layout/IconLabelList"/>
    <dgm:cxn modelId="{D6A59D82-A576-4FEB-8DD5-2600FAB20F73}" type="presOf" srcId="{207FA144-163F-4B74-8F2C-BE2EE341E336}" destId="{B6887949-0B13-4994-AD2F-89E7EC25BDC5}" srcOrd="0" destOrd="0" presId="urn:microsoft.com/office/officeart/2018/2/layout/IconLabelList"/>
    <dgm:cxn modelId="{4FF57EA6-6101-417E-8213-82C2706AF777}" srcId="{207FA144-163F-4B74-8F2C-BE2EE341E336}" destId="{2FFCEE8D-8793-45AA-B906-0D6E2EE36EDA}" srcOrd="0" destOrd="0" parTransId="{3C5A0161-8264-4EFB-A667-F4A922BE8900}" sibTransId="{9FAB94FC-2D74-4EB8-A954-0AC4D56A4887}"/>
    <dgm:cxn modelId="{7EC0F1E2-AD7B-4A83-A58C-9C03530FCEA5}" srcId="{207FA144-163F-4B74-8F2C-BE2EE341E336}" destId="{590C6AE0-F701-47E4-A606-07DDB59C9A8C}" srcOrd="1" destOrd="0" parTransId="{ED8386A6-FCB8-4DCE-8860-3294DB626DB8}" sibTransId="{44E76831-8073-4598-A257-57186A09B8DF}"/>
    <dgm:cxn modelId="{BB1BFA28-4FB8-4265-8150-75EA2922CA40}" type="presParOf" srcId="{B6887949-0B13-4994-AD2F-89E7EC25BDC5}" destId="{8094CAEF-0853-48FB-ACB9-9B69334148B2}" srcOrd="0" destOrd="0" presId="urn:microsoft.com/office/officeart/2018/2/layout/IconLabelList"/>
    <dgm:cxn modelId="{CB3744FA-B79A-4B5C-B33D-256B78227D65}" type="presParOf" srcId="{8094CAEF-0853-48FB-ACB9-9B69334148B2}" destId="{37D833D0-6901-4BAC-974D-F1AD357FF2AC}" srcOrd="0" destOrd="0" presId="urn:microsoft.com/office/officeart/2018/2/layout/IconLabelList"/>
    <dgm:cxn modelId="{ACC5C6B1-71E0-463D-921C-C4225195A77E}" type="presParOf" srcId="{8094CAEF-0853-48FB-ACB9-9B69334148B2}" destId="{A2626EF5-6FCB-464C-9CDA-49FB34588495}" srcOrd="1" destOrd="0" presId="urn:microsoft.com/office/officeart/2018/2/layout/IconLabelList"/>
    <dgm:cxn modelId="{757D1E0F-9551-4DA6-8ABE-8BEF55F3CB11}" type="presParOf" srcId="{8094CAEF-0853-48FB-ACB9-9B69334148B2}" destId="{5C53CA08-6536-4973-845E-1884499E6EF6}" srcOrd="2" destOrd="0" presId="urn:microsoft.com/office/officeart/2018/2/layout/IconLabelList"/>
    <dgm:cxn modelId="{37748B5D-98AC-448E-A753-66310C4E8007}" type="presParOf" srcId="{B6887949-0B13-4994-AD2F-89E7EC25BDC5}" destId="{0120F141-D2DA-43C5-A1F5-C0BAA526B274}" srcOrd="1" destOrd="0" presId="urn:microsoft.com/office/officeart/2018/2/layout/IconLabelList"/>
    <dgm:cxn modelId="{CA73918D-CF36-427B-988B-297A63625834}" type="presParOf" srcId="{B6887949-0B13-4994-AD2F-89E7EC25BDC5}" destId="{15A91485-6959-4AE0-933C-25453EDE35B4}" srcOrd="2" destOrd="0" presId="urn:microsoft.com/office/officeart/2018/2/layout/IconLabelList"/>
    <dgm:cxn modelId="{5F3AFFF9-116D-427F-A0A1-C73C986258EF}" type="presParOf" srcId="{15A91485-6959-4AE0-933C-25453EDE35B4}" destId="{9DF96891-D5C6-4C93-B40F-4C9167DFFF01}" srcOrd="0" destOrd="0" presId="urn:microsoft.com/office/officeart/2018/2/layout/IconLabelList"/>
    <dgm:cxn modelId="{0BED44AB-0736-482F-AFB8-B9BF63729297}" type="presParOf" srcId="{15A91485-6959-4AE0-933C-25453EDE35B4}" destId="{E5882758-0BBD-4C18-A30D-22AA57BC92C0}" srcOrd="1" destOrd="0" presId="urn:microsoft.com/office/officeart/2018/2/layout/IconLabelList"/>
    <dgm:cxn modelId="{E0375DA7-CAB0-44B2-BAEE-E10F80CCBFEC}" type="presParOf" srcId="{15A91485-6959-4AE0-933C-25453EDE35B4}" destId="{3574FAC9-1585-462D-B063-B50029744C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B12FA88-232E-448B-B456-37BC9403A4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92A47EE-6482-4E68-9BF8-F4BA6BB8985C}">
      <dgm:prSet/>
      <dgm:spPr/>
      <dgm:t>
        <a:bodyPr/>
        <a:lstStyle/>
        <a:p>
          <a:r>
            <a:rPr lang="en-US"/>
            <a:t>- Dados mensais de vendas → cada mês em um nó</a:t>
          </a:r>
        </a:p>
      </dgm:t>
    </dgm:pt>
    <dgm:pt modelId="{80DEE6BB-D107-47C9-9A4A-6B68F51F43E5}" type="parTrans" cxnId="{74DDC531-80FE-4C6E-BBE5-89573C85C8F8}">
      <dgm:prSet/>
      <dgm:spPr/>
      <dgm:t>
        <a:bodyPr/>
        <a:lstStyle/>
        <a:p>
          <a:endParaRPr lang="en-US"/>
        </a:p>
      </dgm:t>
    </dgm:pt>
    <dgm:pt modelId="{3FF78352-7199-45CA-BB24-C81CC03B4B06}" type="sibTrans" cxnId="{74DDC531-80FE-4C6E-BBE5-89573C85C8F8}">
      <dgm:prSet/>
      <dgm:spPr/>
      <dgm:t>
        <a:bodyPr/>
        <a:lstStyle/>
        <a:p>
          <a:endParaRPr lang="en-US"/>
        </a:p>
      </dgm:t>
    </dgm:pt>
    <dgm:pt modelId="{8A9ED6F5-46E6-4727-A5C0-B3B273220A79}">
      <dgm:prSet/>
      <dgm:spPr/>
      <dgm:t>
        <a:bodyPr/>
        <a:lstStyle/>
        <a:p>
          <a:r>
            <a:rPr lang="en-US"/>
            <a:t>- Permite execução paralela de consultas por mês</a:t>
          </a:r>
        </a:p>
      </dgm:t>
    </dgm:pt>
    <dgm:pt modelId="{CE650FE5-048B-4A97-A72F-D55CB728C1E7}" type="parTrans" cxnId="{AF6930C7-19C5-4332-9E32-87B67DBBBA8B}">
      <dgm:prSet/>
      <dgm:spPr/>
      <dgm:t>
        <a:bodyPr/>
        <a:lstStyle/>
        <a:p>
          <a:endParaRPr lang="en-US"/>
        </a:p>
      </dgm:t>
    </dgm:pt>
    <dgm:pt modelId="{ED6428D1-9227-49DF-B2D0-64B6720BD4C9}" type="sibTrans" cxnId="{AF6930C7-19C5-4332-9E32-87B67DBBBA8B}">
      <dgm:prSet/>
      <dgm:spPr/>
      <dgm:t>
        <a:bodyPr/>
        <a:lstStyle/>
        <a:p>
          <a:endParaRPr lang="en-US"/>
        </a:p>
      </dgm:t>
    </dgm:pt>
    <dgm:pt modelId="{EABFA14A-E1AD-4092-BDD5-573C5503FB69}" type="pres">
      <dgm:prSet presAssocID="{4B12FA88-232E-448B-B456-37BC9403A45F}" presName="root" presStyleCnt="0">
        <dgm:presLayoutVars>
          <dgm:dir/>
          <dgm:resizeHandles val="exact"/>
        </dgm:presLayoutVars>
      </dgm:prSet>
      <dgm:spPr/>
    </dgm:pt>
    <dgm:pt modelId="{440B4416-7725-4253-A938-4B70F4A2E303}" type="pres">
      <dgm:prSet presAssocID="{592A47EE-6482-4E68-9BF8-F4BA6BB8985C}" presName="compNode" presStyleCnt="0"/>
      <dgm:spPr/>
    </dgm:pt>
    <dgm:pt modelId="{30C0D96E-E76B-46F8-8160-77BFC0547EC7}" type="pres">
      <dgm:prSet presAssocID="{592A47EE-6482-4E68-9BF8-F4BA6BB8985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76E03D51-6487-4214-90A0-7E74FFF516CD}" type="pres">
      <dgm:prSet presAssocID="{592A47EE-6482-4E68-9BF8-F4BA6BB8985C}" presName="spaceRect" presStyleCnt="0"/>
      <dgm:spPr/>
    </dgm:pt>
    <dgm:pt modelId="{9B1817DC-3064-4BCE-83F7-AEB9A5F5479E}" type="pres">
      <dgm:prSet presAssocID="{592A47EE-6482-4E68-9BF8-F4BA6BB8985C}" presName="textRect" presStyleLbl="revTx" presStyleIdx="0" presStyleCnt="2">
        <dgm:presLayoutVars>
          <dgm:chMax val="1"/>
          <dgm:chPref val="1"/>
        </dgm:presLayoutVars>
      </dgm:prSet>
      <dgm:spPr/>
    </dgm:pt>
    <dgm:pt modelId="{56B8F08F-81D5-401C-907B-2995198A9D62}" type="pres">
      <dgm:prSet presAssocID="{3FF78352-7199-45CA-BB24-C81CC03B4B06}" presName="sibTrans" presStyleCnt="0"/>
      <dgm:spPr/>
    </dgm:pt>
    <dgm:pt modelId="{0838C48E-8E2B-4CE9-AB1A-FE9D8792FE58}" type="pres">
      <dgm:prSet presAssocID="{8A9ED6F5-46E6-4727-A5C0-B3B273220A79}" presName="compNode" presStyleCnt="0"/>
      <dgm:spPr/>
    </dgm:pt>
    <dgm:pt modelId="{0F00376B-AB10-41C2-BE53-5F4C8BBBDEEB}" type="pres">
      <dgm:prSet presAssocID="{8A9ED6F5-46E6-4727-A5C0-B3B273220A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90CA7540-99CE-4ABB-9871-666D0C62E9B5}" type="pres">
      <dgm:prSet presAssocID="{8A9ED6F5-46E6-4727-A5C0-B3B273220A79}" presName="spaceRect" presStyleCnt="0"/>
      <dgm:spPr/>
    </dgm:pt>
    <dgm:pt modelId="{9F65BA10-2F89-4088-8B96-00E335777C0D}" type="pres">
      <dgm:prSet presAssocID="{8A9ED6F5-46E6-4727-A5C0-B3B273220A7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DDC531-80FE-4C6E-BBE5-89573C85C8F8}" srcId="{4B12FA88-232E-448B-B456-37BC9403A45F}" destId="{592A47EE-6482-4E68-9BF8-F4BA6BB8985C}" srcOrd="0" destOrd="0" parTransId="{80DEE6BB-D107-47C9-9A4A-6B68F51F43E5}" sibTransId="{3FF78352-7199-45CA-BB24-C81CC03B4B06}"/>
    <dgm:cxn modelId="{D1777765-A407-4B21-8794-DE82D202E61A}" type="presOf" srcId="{4B12FA88-232E-448B-B456-37BC9403A45F}" destId="{EABFA14A-E1AD-4092-BDD5-573C5503FB69}" srcOrd="0" destOrd="0" presId="urn:microsoft.com/office/officeart/2018/2/layout/IconLabelList"/>
    <dgm:cxn modelId="{D046DA73-9894-4657-BACD-6A57E27F64A1}" type="presOf" srcId="{592A47EE-6482-4E68-9BF8-F4BA6BB8985C}" destId="{9B1817DC-3064-4BCE-83F7-AEB9A5F5479E}" srcOrd="0" destOrd="0" presId="urn:microsoft.com/office/officeart/2018/2/layout/IconLabelList"/>
    <dgm:cxn modelId="{AF6930C7-19C5-4332-9E32-87B67DBBBA8B}" srcId="{4B12FA88-232E-448B-B456-37BC9403A45F}" destId="{8A9ED6F5-46E6-4727-A5C0-B3B273220A79}" srcOrd="1" destOrd="0" parTransId="{CE650FE5-048B-4A97-A72F-D55CB728C1E7}" sibTransId="{ED6428D1-9227-49DF-B2D0-64B6720BD4C9}"/>
    <dgm:cxn modelId="{5E26E4D2-4C1F-414A-B32D-65B2B4E365A6}" type="presOf" srcId="{8A9ED6F5-46E6-4727-A5C0-B3B273220A79}" destId="{9F65BA10-2F89-4088-8B96-00E335777C0D}" srcOrd="0" destOrd="0" presId="urn:microsoft.com/office/officeart/2018/2/layout/IconLabelList"/>
    <dgm:cxn modelId="{CCEE2C57-1B7F-43F2-90D0-58F2503554B2}" type="presParOf" srcId="{EABFA14A-E1AD-4092-BDD5-573C5503FB69}" destId="{440B4416-7725-4253-A938-4B70F4A2E303}" srcOrd="0" destOrd="0" presId="urn:microsoft.com/office/officeart/2018/2/layout/IconLabelList"/>
    <dgm:cxn modelId="{DBD16B1A-F721-49CE-A7A3-EBFE11EBD5B2}" type="presParOf" srcId="{440B4416-7725-4253-A938-4B70F4A2E303}" destId="{30C0D96E-E76B-46F8-8160-77BFC0547EC7}" srcOrd="0" destOrd="0" presId="urn:microsoft.com/office/officeart/2018/2/layout/IconLabelList"/>
    <dgm:cxn modelId="{30C3442E-8C09-45C4-BDBB-069786A82E54}" type="presParOf" srcId="{440B4416-7725-4253-A938-4B70F4A2E303}" destId="{76E03D51-6487-4214-90A0-7E74FFF516CD}" srcOrd="1" destOrd="0" presId="urn:microsoft.com/office/officeart/2018/2/layout/IconLabelList"/>
    <dgm:cxn modelId="{A9CBC0F5-9ED4-4D14-86E2-A5DE4B56AC49}" type="presParOf" srcId="{440B4416-7725-4253-A938-4B70F4A2E303}" destId="{9B1817DC-3064-4BCE-83F7-AEB9A5F5479E}" srcOrd="2" destOrd="0" presId="urn:microsoft.com/office/officeart/2018/2/layout/IconLabelList"/>
    <dgm:cxn modelId="{B7242497-E81A-4CB8-A226-E9A3E24D4F35}" type="presParOf" srcId="{EABFA14A-E1AD-4092-BDD5-573C5503FB69}" destId="{56B8F08F-81D5-401C-907B-2995198A9D62}" srcOrd="1" destOrd="0" presId="urn:microsoft.com/office/officeart/2018/2/layout/IconLabelList"/>
    <dgm:cxn modelId="{8C6874F3-9420-4969-9E38-E79499052220}" type="presParOf" srcId="{EABFA14A-E1AD-4092-BDD5-573C5503FB69}" destId="{0838C48E-8E2B-4CE9-AB1A-FE9D8792FE58}" srcOrd="2" destOrd="0" presId="urn:microsoft.com/office/officeart/2018/2/layout/IconLabelList"/>
    <dgm:cxn modelId="{C2D67F8D-D545-45C9-8E11-7B11C77CAA1D}" type="presParOf" srcId="{0838C48E-8E2B-4CE9-AB1A-FE9D8792FE58}" destId="{0F00376B-AB10-41C2-BE53-5F4C8BBBDEEB}" srcOrd="0" destOrd="0" presId="urn:microsoft.com/office/officeart/2018/2/layout/IconLabelList"/>
    <dgm:cxn modelId="{3A388266-A7D8-47A6-B004-4EB77DD26693}" type="presParOf" srcId="{0838C48E-8E2B-4CE9-AB1A-FE9D8792FE58}" destId="{90CA7540-99CE-4ABB-9871-666D0C62E9B5}" srcOrd="1" destOrd="0" presId="urn:microsoft.com/office/officeart/2018/2/layout/IconLabelList"/>
    <dgm:cxn modelId="{A0387214-D458-4A82-9B01-938EDA3C420E}" type="presParOf" srcId="{0838C48E-8E2B-4CE9-AB1A-FE9D8792FE58}" destId="{9F65BA10-2F89-4088-8B96-00E335777C0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5CDC310-D567-438B-8295-A3F78E11FF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AEB60CD-6874-4085-BA38-9756062949FF}">
      <dgm:prSet/>
      <dgm:spPr/>
      <dgm:t>
        <a:bodyPr/>
        <a:lstStyle/>
        <a:p>
          <a:r>
            <a:rPr lang="en-US"/>
            <a:t>- Integra com Pandas, Scikit-learn, SQL</a:t>
          </a:r>
        </a:p>
      </dgm:t>
    </dgm:pt>
    <dgm:pt modelId="{391FE878-531B-40BC-9F60-2E4D5A8672DE}" type="parTrans" cxnId="{B65F764D-91CB-42A0-9FDD-DEF9F4112E08}">
      <dgm:prSet/>
      <dgm:spPr/>
      <dgm:t>
        <a:bodyPr/>
        <a:lstStyle/>
        <a:p>
          <a:endParaRPr lang="en-US"/>
        </a:p>
      </dgm:t>
    </dgm:pt>
    <dgm:pt modelId="{48CD2F66-7226-4E97-817F-0D03FD3BD1E3}" type="sibTrans" cxnId="{B65F764D-91CB-42A0-9FDD-DEF9F4112E08}">
      <dgm:prSet/>
      <dgm:spPr/>
      <dgm:t>
        <a:bodyPr/>
        <a:lstStyle/>
        <a:p>
          <a:endParaRPr lang="en-US"/>
        </a:p>
      </dgm:t>
    </dgm:pt>
    <dgm:pt modelId="{7C64C401-E19B-4528-8441-698514846529}">
      <dgm:prSet/>
      <dgm:spPr/>
      <dgm:t>
        <a:bodyPr/>
        <a:lstStyle/>
        <a:p>
          <a:r>
            <a:rPr lang="en-US"/>
            <a:t>- Não substitui Python ou R, complementa</a:t>
          </a:r>
        </a:p>
      </dgm:t>
    </dgm:pt>
    <dgm:pt modelId="{1BFFE692-BA56-484E-A403-F8D7F22B71A3}" type="parTrans" cxnId="{37A28897-8D25-4106-B88C-CB8475975DA2}">
      <dgm:prSet/>
      <dgm:spPr/>
      <dgm:t>
        <a:bodyPr/>
        <a:lstStyle/>
        <a:p>
          <a:endParaRPr lang="en-US"/>
        </a:p>
      </dgm:t>
    </dgm:pt>
    <dgm:pt modelId="{122BA075-0591-40EA-AAB2-C05FECE94B82}" type="sibTrans" cxnId="{37A28897-8D25-4106-B88C-CB8475975DA2}">
      <dgm:prSet/>
      <dgm:spPr/>
      <dgm:t>
        <a:bodyPr/>
        <a:lstStyle/>
        <a:p>
          <a:endParaRPr lang="en-US"/>
        </a:p>
      </dgm:t>
    </dgm:pt>
    <dgm:pt modelId="{53C936D5-2EE4-4FAA-BFAC-02DA2B56BA2B}" type="pres">
      <dgm:prSet presAssocID="{B5CDC310-D567-438B-8295-A3F78E11FF2B}" presName="root" presStyleCnt="0">
        <dgm:presLayoutVars>
          <dgm:dir/>
          <dgm:resizeHandles val="exact"/>
        </dgm:presLayoutVars>
      </dgm:prSet>
      <dgm:spPr/>
    </dgm:pt>
    <dgm:pt modelId="{86207222-EA41-4B39-B6C8-640A6B898098}" type="pres">
      <dgm:prSet presAssocID="{8AEB60CD-6874-4085-BA38-9756062949FF}" presName="compNode" presStyleCnt="0"/>
      <dgm:spPr/>
    </dgm:pt>
    <dgm:pt modelId="{353CD811-2BB9-4278-A206-E8CF0630DA77}" type="pres">
      <dgm:prSet presAssocID="{8AEB60CD-6874-4085-BA38-9756062949F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AA0A4C0E-C2E6-433E-B55D-B0B3FF84F8C5}" type="pres">
      <dgm:prSet presAssocID="{8AEB60CD-6874-4085-BA38-9756062949FF}" presName="spaceRect" presStyleCnt="0"/>
      <dgm:spPr/>
    </dgm:pt>
    <dgm:pt modelId="{56872C47-C603-43D8-8484-609F45E28294}" type="pres">
      <dgm:prSet presAssocID="{8AEB60CD-6874-4085-BA38-9756062949FF}" presName="textRect" presStyleLbl="revTx" presStyleIdx="0" presStyleCnt="2">
        <dgm:presLayoutVars>
          <dgm:chMax val="1"/>
          <dgm:chPref val="1"/>
        </dgm:presLayoutVars>
      </dgm:prSet>
      <dgm:spPr/>
    </dgm:pt>
    <dgm:pt modelId="{38CE1DB6-91E8-43A1-BBE3-02B0F8CABD53}" type="pres">
      <dgm:prSet presAssocID="{48CD2F66-7226-4E97-817F-0D03FD3BD1E3}" presName="sibTrans" presStyleCnt="0"/>
      <dgm:spPr/>
    </dgm:pt>
    <dgm:pt modelId="{37DA5794-AF43-45E5-80E2-85F213CA2007}" type="pres">
      <dgm:prSet presAssocID="{7C64C401-E19B-4528-8441-698514846529}" presName="compNode" presStyleCnt="0"/>
      <dgm:spPr/>
    </dgm:pt>
    <dgm:pt modelId="{EDCB202E-B15F-4EC2-941D-5A3800EBE8CA}" type="pres">
      <dgm:prSet presAssocID="{7C64C401-E19B-4528-8441-6985148465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58F41F-E83F-4F1A-93BE-14D5647884E3}" type="pres">
      <dgm:prSet presAssocID="{7C64C401-E19B-4528-8441-698514846529}" presName="spaceRect" presStyleCnt="0"/>
      <dgm:spPr/>
    </dgm:pt>
    <dgm:pt modelId="{62A613C9-7C2C-4426-84A7-11A182F351DE}" type="pres">
      <dgm:prSet presAssocID="{7C64C401-E19B-4528-8441-6985148465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5F764D-91CB-42A0-9FDD-DEF9F4112E08}" srcId="{B5CDC310-D567-438B-8295-A3F78E11FF2B}" destId="{8AEB60CD-6874-4085-BA38-9756062949FF}" srcOrd="0" destOrd="0" parTransId="{391FE878-531B-40BC-9F60-2E4D5A8672DE}" sibTransId="{48CD2F66-7226-4E97-817F-0D03FD3BD1E3}"/>
    <dgm:cxn modelId="{DAFBA582-D836-4040-BF97-A8EB5A869716}" type="presOf" srcId="{B5CDC310-D567-438B-8295-A3F78E11FF2B}" destId="{53C936D5-2EE4-4FAA-BFAC-02DA2B56BA2B}" srcOrd="0" destOrd="0" presId="urn:microsoft.com/office/officeart/2018/2/layout/IconLabelList"/>
    <dgm:cxn modelId="{8F82E095-2B83-44D3-B2CC-19DA346B5848}" type="presOf" srcId="{7C64C401-E19B-4528-8441-698514846529}" destId="{62A613C9-7C2C-4426-84A7-11A182F351DE}" srcOrd="0" destOrd="0" presId="urn:microsoft.com/office/officeart/2018/2/layout/IconLabelList"/>
    <dgm:cxn modelId="{37A28897-8D25-4106-B88C-CB8475975DA2}" srcId="{B5CDC310-D567-438B-8295-A3F78E11FF2B}" destId="{7C64C401-E19B-4528-8441-698514846529}" srcOrd="1" destOrd="0" parTransId="{1BFFE692-BA56-484E-A403-F8D7F22B71A3}" sibTransId="{122BA075-0591-40EA-AAB2-C05FECE94B82}"/>
    <dgm:cxn modelId="{CB58EBC7-C03A-4368-A331-E6FCB3258ADD}" type="presOf" srcId="{8AEB60CD-6874-4085-BA38-9756062949FF}" destId="{56872C47-C603-43D8-8484-609F45E28294}" srcOrd="0" destOrd="0" presId="urn:microsoft.com/office/officeart/2018/2/layout/IconLabelList"/>
    <dgm:cxn modelId="{98B241E7-5159-42BF-A597-D296C72E0A16}" type="presParOf" srcId="{53C936D5-2EE4-4FAA-BFAC-02DA2B56BA2B}" destId="{86207222-EA41-4B39-B6C8-640A6B898098}" srcOrd="0" destOrd="0" presId="urn:microsoft.com/office/officeart/2018/2/layout/IconLabelList"/>
    <dgm:cxn modelId="{77FC955B-549F-44FB-8A48-EF1660741E25}" type="presParOf" srcId="{86207222-EA41-4B39-B6C8-640A6B898098}" destId="{353CD811-2BB9-4278-A206-E8CF0630DA77}" srcOrd="0" destOrd="0" presId="urn:microsoft.com/office/officeart/2018/2/layout/IconLabelList"/>
    <dgm:cxn modelId="{93B92D27-34F3-417C-8EE2-043B7B2F0801}" type="presParOf" srcId="{86207222-EA41-4B39-B6C8-640A6B898098}" destId="{AA0A4C0E-C2E6-433E-B55D-B0B3FF84F8C5}" srcOrd="1" destOrd="0" presId="urn:microsoft.com/office/officeart/2018/2/layout/IconLabelList"/>
    <dgm:cxn modelId="{82C03EBC-9D7D-4ECC-A74C-13C0DD5F9127}" type="presParOf" srcId="{86207222-EA41-4B39-B6C8-640A6B898098}" destId="{56872C47-C603-43D8-8484-609F45E28294}" srcOrd="2" destOrd="0" presId="urn:microsoft.com/office/officeart/2018/2/layout/IconLabelList"/>
    <dgm:cxn modelId="{6FB56131-B56E-470F-8DD6-21D90BDB0519}" type="presParOf" srcId="{53C936D5-2EE4-4FAA-BFAC-02DA2B56BA2B}" destId="{38CE1DB6-91E8-43A1-BBE3-02B0F8CABD53}" srcOrd="1" destOrd="0" presId="urn:microsoft.com/office/officeart/2018/2/layout/IconLabelList"/>
    <dgm:cxn modelId="{FD48A5ED-C965-4BFB-9731-6EE4C2CF7942}" type="presParOf" srcId="{53C936D5-2EE4-4FAA-BFAC-02DA2B56BA2B}" destId="{37DA5794-AF43-45E5-80E2-85F213CA2007}" srcOrd="2" destOrd="0" presId="urn:microsoft.com/office/officeart/2018/2/layout/IconLabelList"/>
    <dgm:cxn modelId="{E4A15B3A-AA0A-4E5A-B93E-7F836E060A86}" type="presParOf" srcId="{37DA5794-AF43-45E5-80E2-85F213CA2007}" destId="{EDCB202E-B15F-4EC2-941D-5A3800EBE8CA}" srcOrd="0" destOrd="0" presId="urn:microsoft.com/office/officeart/2018/2/layout/IconLabelList"/>
    <dgm:cxn modelId="{03FDFB27-93F9-4B70-BA75-FF8D7C8C9243}" type="presParOf" srcId="{37DA5794-AF43-45E5-80E2-85F213CA2007}" destId="{BC58F41F-E83F-4F1A-93BE-14D5647884E3}" srcOrd="1" destOrd="0" presId="urn:microsoft.com/office/officeart/2018/2/layout/IconLabelList"/>
    <dgm:cxn modelId="{617CD368-47E4-4B64-A750-A29FBBEC6D22}" type="presParOf" srcId="{37DA5794-AF43-45E5-80E2-85F213CA2007}" destId="{62A613C9-7C2C-4426-84A7-11A182F351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5CDC310-D567-438B-8295-A3F78E11FF2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AEB60CD-6874-4085-BA38-9756062949FF}">
      <dgm:prSet/>
      <dgm:spPr/>
      <dgm:t>
        <a:bodyPr/>
        <a:lstStyle/>
        <a:p>
          <a:r>
            <a:rPr lang="en-US"/>
            <a:t>- Integra com Pandas, Scikit-learn, SQL</a:t>
          </a:r>
        </a:p>
      </dgm:t>
    </dgm:pt>
    <dgm:pt modelId="{391FE878-531B-40BC-9F60-2E4D5A8672DE}" type="parTrans" cxnId="{B65F764D-91CB-42A0-9FDD-DEF9F4112E08}">
      <dgm:prSet/>
      <dgm:spPr/>
      <dgm:t>
        <a:bodyPr/>
        <a:lstStyle/>
        <a:p>
          <a:endParaRPr lang="en-US"/>
        </a:p>
      </dgm:t>
    </dgm:pt>
    <dgm:pt modelId="{48CD2F66-7226-4E97-817F-0D03FD3BD1E3}" type="sibTrans" cxnId="{B65F764D-91CB-42A0-9FDD-DEF9F4112E08}">
      <dgm:prSet/>
      <dgm:spPr/>
      <dgm:t>
        <a:bodyPr/>
        <a:lstStyle/>
        <a:p>
          <a:endParaRPr lang="en-US"/>
        </a:p>
      </dgm:t>
    </dgm:pt>
    <dgm:pt modelId="{7C64C401-E19B-4528-8441-698514846529}">
      <dgm:prSet/>
      <dgm:spPr/>
      <dgm:t>
        <a:bodyPr/>
        <a:lstStyle/>
        <a:p>
          <a:r>
            <a:rPr lang="en-US"/>
            <a:t>- Não substitui Python ou R, complementa</a:t>
          </a:r>
        </a:p>
      </dgm:t>
    </dgm:pt>
    <dgm:pt modelId="{1BFFE692-BA56-484E-A403-F8D7F22B71A3}" type="parTrans" cxnId="{37A28897-8D25-4106-B88C-CB8475975DA2}">
      <dgm:prSet/>
      <dgm:spPr/>
      <dgm:t>
        <a:bodyPr/>
        <a:lstStyle/>
        <a:p>
          <a:endParaRPr lang="en-US"/>
        </a:p>
      </dgm:t>
    </dgm:pt>
    <dgm:pt modelId="{122BA075-0591-40EA-AAB2-C05FECE94B82}" type="sibTrans" cxnId="{37A28897-8D25-4106-B88C-CB8475975DA2}">
      <dgm:prSet/>
      <dgm:spPr/>
      <dgm:t>
        <a:bodyPr/>
        <a:lstStyle/>
        <a:p>
          <a:endParaRPr lang="en-US"/>
        </a:p>
      </dgm:t>
    </dgm:pt>
    <dgm:pt modelId="{53C936D5-2EE4-4FAA-BFAC-02DA2B56BA2B}" type="pres">
      <dgm:prSet presAssocID="{B5CDC310-D567-438B-8295-A3F78E11FF2B}" presName="root" presStyleCnt="0">
        <dgm:presLayoutVars>
          <dgm:dir/>
          <dgm:resizeHandles val="exact"/>
        </dgm:presLayoutVars>
      </dgm:prSet>
      <dgm:spPr/>
    </dgm:pt>
    <dgm:pt modelId="{86207222-EA41-4B39-B6C8-640A6B898098}" type="pres">
      <dgm:prSet presAssocID="{8AEB60CD-6874-4085-BA38-9756062949FF}" presName="compNode" presStyleCnt="0"/>
      <dgm:spPr/>
    </dgm:pt>
    <dgm:pt modelId="{353CD811-2BB9-4278-A206-E8CF0630DA77}" type="pres">
      <dgm:prSet presAssocID="{8AEB60CD-6874-4085-BA38-9756062949F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AA0A4C0E-C2E6-433E-B55D-B0B3FF84F8C5}" type="pres">
      <dgm:prSet presAssocID="{8AEB60CD-6874-4085-BA38-9756062949FF}" presName="spaceRect" presStyleCnt="0"/>
      <dgm:spPr/>
    </dgm:pt>
    <dgm:pt modelId="{56872C47-C603-43D8-8484-609F45E28294}" type="pres">
      <dgm:prSet presAssocID="{8AEB60CD-6874-4085-BA38-9756062949FF}" presName="textRect" presStyleLbl="revTx" presStyleIdx="0" presStyleCnt="2">
        <dgm:presLayoutVars>
          <dgm:chMax val="1"/>
          <dgm:chPref val="1"/>
        </dgm:presLayoutVars>
      </dgm:prSet>
      <dgm:spPr/>
    </dgm:pt>
    <dgm:pt modelId="{38CE1DB6-91E8-43A1-BBE3-02B0F8CABD53}" type="pres">
      <dgm:prSet presAssocID="{48CD2F66-7226-4E97-817F-0D03FD3BD1E3}" presName="sibTrans" presStyleCnt="0"/>
      <dgm:spPr/>
    </dgm:pt>
    <dgm:pt modelId="{37DA5794-AF43-45E5-80E2-85F213CA2007}" type="pres">
      <dgm:prSet presAssocID="{7C64C401-E19B-4528-8441-698514846529}" presName="compNode" presStyleCnt="0"/>
      <dgm:spPr/>
    </dgm:pt>
    <dgm:pt modelId="{EDCB202E-B15F-4EC2-941D-5A3800EBE8CA}" type="pres">
      <dgm:prSet presAssocID="{7C64C401-E19B-4528-8441-6985148465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58F41F-E83F-4F1A-93BE-14D5647884E3}" type="pres">
      <dgm:prSet presAssocID="{7C64C401-E19B-4528-8441-698514846529}" presName="spaceRect" presStyleCnt="0"/>
      <dgm:spPr/>
    </dgm:pt>
    <dgm:pt modelId="{62A613C9-7C2C-4426-84A7-11A182F351DE}" type="pres">
      <dgm:prSet presAssocID="{7C64C401-E19B-4528-8441-6985148465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5F764D-91CB-42A0-9FDD-DEF9F4112E08}" srcId="{B5CDC310-D567-438B-8295-A3F78E11FF2B}" destId="{8AEB60CD-6874-4085-BA38-9756062949FF}" srcOrd="0" destOrd="0" parTransId="{391FE878-531B-40BC-9F60-2E4D5A8672DE}" sibTransId="{48CD2F66-7226-4E97-817F-0D03FD3BD1E3}"/>
    <dgm:cxn modelId="{DAFBA582-D836-4040-BF97-A8EB5A869716}" type="presOf" srcId="{B5CDC310-D567-438B-8295-A3F78E11FF2B}" destId="{53C936D5-2EE4-4FAA-BFAC-02DA2B56BA2B}" srcOrd="0" destOrd="0" presId="urn:microsoft.com/office/officeart/2018/2/layout/IconLabelList"/>
    <dgm:cxn modelId="{8F82E095-2B83-44D3-B2CC-19DA346B5848}" type="presOf" srcId="{7C64C401-E19B-4528-8441-698514846529}" destId="{62A613C9-7C2C-4426-84A7-11A182F351DE}" srcOrd="0" destOrd="0" presId="urn:microsoft.com/office/officeart/2018/2/layout/IconLabelList"/>
    <dgm:cxn modelId="{37A28897-8D25-4106-B88C-CB8475975DA2}" srcId="{B5CDC310-D567-438B-8295-A3F78E11FF2B}" destId="{7C64C401-E19B-4528-8441-698514846529}" srcOrd="1" destOrd="0" parTransId="{1BFFE692-BA56-484E-A403-F8D7F22B71A3}" sibTransId="{122BA075-0591-40EA-AAB2-C05FECE94B82}"/>
    <dgm:cxn modelId="{CB58EBC7-C03A-4368-A331-E6FCB3258ADD}" type="presOf" srcId="{8AEB60CD-6874-4085-BA38-9756062949FF}" destId="{56872C47-C603-43D8-8484-609F45E28294}" srcOrd="0" destOrd="0" presId="urn:microsoft.com/office/officeart/2018/2/layout/IconLabelList"/>
    <dgm:cxn modelId="{98B241E7-5159-42BF-A597-D296C72E0A16}" type="presParOf" srcId="{53C936D5-2EE4-4FAA-BFAC-02DA2B56BA2B}" destId="{86207222-EA41-4B39-B6C8-640A6B898098}" srcOrd="0" destOrd="0" presId="urn:microsoft.com/office/officeart/2018/2/layout/IconLabelList"/>
    <dgm:cxn modelId="{77FC955B-549F-44FB-8A48-EF1660741E25}" type="presParOf" srcId="{86207222-EA41-4B39-B6C8-640A6B898098}" destId="{353CD811-2BB9-4278-A206-E8CF0630DA77}" srcOrd="0" destOrd="0" presId="urn:microsoft.com/office/officeart/2018/2/layout/IconLabelList"/>
    <dgm:cxn modelId="{93B92D27-34F3-417C-8EE2-043B7B2F0801}" type="presParOf" srcId="{86207222-EA41-4B39-B6C8-640A6B898098}" destId="{AA0A4C0E-C2E6-433E-B55D-B0B3FF84F8C5}" srcOrd="1" destOrd="0" presId="urn:microsoft.com/office/officeart/2018/2/layout/IconLabelList"/>
    <dgm:cxn modelId="{82C03EBC-9D7D-4ECC-A74C-13C0DD5F9127}" type="presParOf" srcId="{86207222-EA41-4B39-B6C8-640A6B898098}" destId="{56872C47-C603-43D8-8484-609F45E28294}" srcOrd="2" destOrd="0" presId="urn:microsoft.com/office/officeart/2018/2/layout/IconLabelList"/>
    <dgm:cxn modelId="{6FB56131-B56E-470F-8DD6-21D90BDB0519}" type="presParOf" srcId="{53C936D5-2EE4-4FAA-BFAC-02DA2B56BA2B}" destId="{38CE1DB6-91E8-43A1-BBE3-02B0F8CABD53}" srcOrd="1" destOrd="0" presId="urn:microsoft.com/office/officeart/2018/2/layout/IconLabelList"/>
    <dgm:cxn modelId="{FD48A5ED-C965-4BFB-9731-6EE4C2CF7942}" type="presParOf" srcId="{53C936D5-2EE4-4FAA-BFAC-02DA2B56BA2B}" destId="{37DA5794-AF43-45E5-80E2-85F213CA2007}" srcOrd="2" destOrd="0" presId="urn:microsoft.com/office/officeart/2018/2/layout/IconLabelList"/>
    <dgm:cxn modelId="{E4A15B3A-AA0A-4E5A-B93E-7F836E060A86}" type="presParOf" srcId="{37DA5794-AF43-45E5-80E2-85F213CA2007}" destId="{EDCB202E-B15F-4EC2-941D-5A3800EBE8CA}" srcOrd="0" destOrd="0" presId="urn:microsoft.com/office/officeart/2018/2/layout/IconLabelList"/>
    <dgm:cxn modelId="{03FDFB27-93F9-4B70-BA75-FF8D7C8C9243}" type="presParOf" srcId="{37DA5794-AF43-45E5-80E2-85F213CA2007}" destId="{BC58F41F-E83F-4F1A-93BE-14D5647884E3}" srcOrd="1" destOrd="0" presId="urn:microsoft.com/office/officeart/2018/2/layout/IconLabelList"/>
    <dgm:cxn modelId="{617CD368-47E4-4B64-A750-A29FBBEC6D22}" type="presParOf" srcId="{37DA5794-AF43-45E5-80E2-85F213CA2007}" destId="{62A613C9-7C2C-4426-84A7-11A182F351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CEBFE48-4804-456D-9C25-7973B1A7B44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1A9281E-81F4-4A46-8D93-EC16CC49D481}">
      <dgm:prSet/>
      <dgm:spPr/>
      <dgm:t>
        <a:bodyPr/>
        <a:lstStyle/>
        <a:p>
          <a:pPr>
            <a:defRPr cap="all"/>
          </a:pPr>
          <a:r>
            <a:rPr lang="en-US"/>
            <a:t>- Scala (nativo)</a:t>
          </a:r>
        </a:p>
      </dgm:t>
    </dgm:pt>
    <dgm:pt modelId="{90F13AC3-0326-4F0E-8837-159337DDB223}" type="parTrans" cxnId="{8C74B30E-E5C3-4BD9-AA15-425D89DDF5D0}">
      <dgm:prSet/>
      <dgm:spPr/>
      <dgm:t>
        <a:bodyPr/>
        <a:lstStyle/>
        <a:p>
          <a:endParaRPr lang="en-US"/>
        </a:p>
      </dgm:t>
    </dgm:pt>
    <dgm:pt modelId="{4231D276-730D-4F97-A6B8-51CEA049530E}" type="sibTrans" cxnId="{8C74B30E-E5C3-4BD9-AA15-425D89DDF5D0}">
      <dgm:prSet/>
      <dgm:spPr/>
      <dgm:t>
        <a:bodyPr/>
        <a:lstStyle/>
        <a:p>
          <a:endParaRPr lang="en-US"/>
        </a:p>
      </dgm:t>
    </dgm:pt>
    <dgm:pt modelId="{B683C358-F342-494B-B051-CAA3A64BF840}">
      <dgm:prSet/>
      <dgm:spPr/>
      <dgm:t>
        <a:bodyPr/>
        <a:lstStyle/>
        <a:p>
          <a:pPr>
            <a:defRPr cap="all"/>
          </a:pPr>
          <a:r>
            <a:rPr lang="en-US"/>
            <a:t>- Python (via PySpark)</a:t>
          </a:r>
        </a:p>
      </dgm:t>
    </dgm:pt>
    <dgm:pt modelId="{066DC2DA-A4E5-4246-AC38-0CF74C566875}" type="parTrans" cxnId="{513879D9-1542-492E-8D25-3020AA7A0760}">
      <dgm:prSet/>
      <dgm:spPr/>
      <dgm:t>
        <a:bodyPr/>
        <a:lstStyle/>
        <a:p>
          <a:endParaRPr lang="en-US"/>
        </a:p>
      </dgm:t>
    </dgm:pt>
    <dgm:pt modelId="{E4E4639A-1EEE-47A0-B6C4-5007AA2A4BD4}" type="sibTrans" cxnId="{513879D9-1542-492E-8D25-3020AA7A0760}">
      <dgm:prSet/>
      <dgm:spPr/>
      <dgm:t>
        <a:bodyPr/>
        <a:lstStyle/>
        <a:p>
          <a:endParaRPr lang="en-US"/>
        </a:p>
      </dgm:t>
    </dgm:pt>
    <dgm:pt modelId="{CD8A65D4-7C43-4532-8238-31DECE9E4592}">
      <dgm:prSet/>
      <dgm:spPr/>
      <dgm:t>
        <a:bodyPr/>
        <a:lstStyle/>
        <a:p>
          <a:pPr>
            <a:defRPr cap="all"/>
          </a:pPr>
          <a:r>
            <a:rPr lang="en-US"/>
            <a:t>- Java, R e SQL</a:t>
          </a:r>
        </a:p>
      </dgm:t>
    </dgm:pt>
    <dgm:pt modelId="{C75C2021-BE2E-480D-8A28-B18EE7999C55}" type="parTrans" cxnId="{A2E6CC7B-B498-4334-8C2C-0A31CD20D4B7}">
      <dgm:prSet/>
      <dgm:spPr/>
      <dgm:t>
        <a:bodyPr/>
        <a:lstStyle/>
        <a:p>
          <a:endParaRPr lang="en-US"/>
        </a:p>
      </dgm:t>
    </dgm:pt>
    <dgm:pt modelId="{CEB7FDD7-5648-4407-800E-26604430ABC9}" type="sibTrans" cxnId="{A2E6CC7B-B498-4334-8C2C-0A31CD20D4B7}">
      <dgm:prSet/>
      <dgm:spPr/>
      <dgm:t>
        <a:bodyPr/>
        <a:lstStyle/>
        <a:p>
          <a:endParaRPr lang="en-US"/>
        </a:p>
      </dgm:t>
    </dgm:pt>
    <dgm:pt modelId="{4C80C943-4975-46DA-AB2E-CE4B8BD55A38}" type="pres">
      <dgm:prSet presAssocID="{ECEBFE48-4804-456D-9C25-7973B1A7B449}" presName="root" presStyleCnt="0">
        <dgm:presLayoutVars>
          <dgm:dir/>
          <dgm:resizeHandles val="exact"/>
        </dgm:presLayoutVars>
      </dgm:prSet>
      <dgm:spPr/>
    </dgm:pt>
    <dgm:pt modelId="{7C64813E-A9FA-44D9-BA68-0445F79BF555}" type="pres">
      <dgm:prSet presAssocID="{11A9281E-81F4-4A46-8D93-EC16CC49D481}" presName="compNode" presStyleCnt="0"/>
      <dgm:spPr/>
    </dgm:pt>
    <dgm:pt modelId="{30C30019-6E10-44D1-8B05-EEFBA522B449}" type="pres">
      <dgm:prSet presAssocID="{11A9281E-81F4-4A46-8D93-EC16CC49D48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B340FB0-B545-488B-9EBE-A2228587100D}" type="pres">
      <dgm:prSet presAssocID="{11A9281E-81F4-4A46-8D93-EC16CC49D4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7555F201-1768-4440-8EBF-58B95CAF5020}" type="pres">
      <dgm:prSet presAssocID="{11A9281E-81F4-4A46-8D93-EC16CC49D481}" presName="spaceRect" presStyleCnt="0"/>
      <dgm:spPr/>
    </dgm:pt>
    <dgm:pt modelId="{F70D60B7-582F-4935-B163-3D600D00BD4B}" type="pres">
      <dgm:prSet presAssocID="{11A9281E-81F4-4A46-8D93-EC16CC49D481}" presName="textRect" presStyleLbl="revTx" presStyleIdx="0" presStyleCnt="3">
        <dgm:presLayoutVars>
          <dgm:chMax val="1"/>
          <dgm:chPref val="1"/>
        </dgm:presLayoutVars>
      </dgm:prSet>
      <dgm:spPr/>
    </dgm:pt>
    <dgm:pt modelId="{DA5CC01D-595F-4098-82AD-0D64EF59381C}" type="pres">
      <dgm:prSet presAssocID="{4231D276-730D-4F97-A6B8-51CEA049530E}" presName="sibTrans" presStyleCnt="0"/>
      <dgm:spPr/>
    </dgm:pt>
    <dgm:pt modelId="{ED861318-B3EF-4CD4-94A3-EEF18EA854BC}" type="pres">
      <dgm:prSet presAssocID="{B683C358-F342-494B-B051-CAA3A64BF840}" presName="compNode" presStyleCnt="0"/>
      <dgm:spPr/>
    </dgm:pt>
    <dgm:pt modelId="{629D5196-9937-4DEB-BA18-4742DEBC5711}" type="pres">
      <dgm:prSet presAssocID="{B683C358-F342-494B-B051-CAA3A64BF84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AC81B0-217E-4CE8-84B2-29F57AA59C14}" type="pres">
      <dgm:prSet presAssocID="{B683C358-F342-494B-B051-CAA3A64BF8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8DD1124D-9B90-4CAF-8772-9185EB0ABA23}" type="pres">
      <dgm:prSet presAssocID="{B683C358-F342-494B-B051-CAA3A64BF840}" presName="spaceRect" presStyleCnt="0"/>
      <dgm:spPr/>
    </dgm:pt>
    <dgm:pt modelId="{81F6703F-51F7-4BF6-A394-6099257E7097}" type="pres">
      <dgm:prSet presAssocID="{B683C358-F342-494B-B051-CAA3A64BF840}" presName="textRect" presStyleLbl="revTx" presStyleIdx="1" presStyleCnt="3">
        <dgm:presLayoutVars>
          <dgm:chMax val="1"/>
          <dgm:chPref val="1"/>
        </dgm:presLayoutVars>
      </dgm:prSet>
      <dgm:spPr/>
    </dgm:pt>
    <dgm:pt modelId="{4668686E-862A-402E-8293-204B9EC50F2E}" type="pres">
      <dgm:prSet presAssocID="{E4E4639A-1EEE-47A0-B6C4-5007AA2A4BD4}" presName="sibTrans" presStyleCnt="0"/>
      <dgm:spPr/>
    </dgm:pt>
    <dgm:pt modelId="{21A324BA-6ECE-47E4-B1EF-99271CA512A9}" type="pres">
      <dgm:prSet presAssocID="{CD8A65D4-7C43-4532-8238-31DECE9E4592}" presName="compNode" presStyleCnt="0"/>
      <dgm:spPr/>
    </dgm:pt>
    <dgm:pt modelId="{A1E3CEF7-5803-4148-9669-438228ABDDF1}" type="pres">
      <dgm:prSet presAssocID="{CD8A65D4-7C43-4532-8238-31DECE9E459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81DA882-E8B2-4379-84F2-3017F5F11164}" type="pres">
      <dgm:prSet presAssocID="{CD8A65D4-7C43-4532-8238-31DECE9E45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B5BD23C-5178-4B8C-986D-A7E334E9C353}" type="pres">
      <dgm:prSet presAssocID="{CD8A65D4-7C43-4532-8238-31DECE9E4592}" presName="spaceRect" presStyleCnt="0"/>
      <dgm:spPr/>
    </dgm:pt>
    <dgm:pt modelId="{4F073E7E-13FC-4D56-B354-757D50F94CE2}" type="pres">
      <dgm:prSet presAssocID="{CD8A65D4-7C43-4532-8238-31DECE9E45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74B30E-E5C3-4BD9-AA15-425D89DDF5D0}" srcId="{ECEBFE48-4804-456D-9C25-7973B1A7B449}" destId="{11A9281E-81F4-4A46-8D93-EC16CC49D481}" srcOrd="0" destOrd="0" parTransId="{90F13AC3-0326-4F0E-8837-159337DDB223}" sibTransId="{4231D276-730D-4F97-A6B8-51CEA049530E}"/>
    <dgm:cxn modelId="{84AF9361-5FB5-476B-99A2-26FAC88EDCD0}" type="presOf" srcId="{ECEBFE48-4804-456D-9C25-7973B1A7B449}" destId="{4C80C943-4975-46DA-AB2E-CE4B8BD55A38}" srcOrd="0" destOrd="0" presId="urn:microsoft.com/office/officeart/2018/5/layout/IconLeafLabelList"/>
    <dgm:cxn modelId="{A2E6CC7B-B498-4334-8C2C-0A31CD20D4B7}" srcId="{ECEBFE48-4804-456D-9C25-7973B1A7B449}" destId="{CD8A65D4-7C43-4532-8238-31DECE9E4592}" srcOrd="2" destOrd="0" parTransId="{C75C2021-BE2E-480D-8A28-B18EE7999C55}" sibTransId="{CEB7FDD7-5648-4407-800E-26604430ABC9}"/>
    <dgm:cxn modelId="{5EB6B885-4C80-4A9C-A1DB-2554E3EC0172}" type="presOf" srcId="{11A9281E-81F4-4A46-8D93-EC16CC49D481}" destId="{F70D60B7-582F-4935-B163-3D600D00BD4B}" srcOrd="0" destOrd="0" presId="urn:microsoft.com/office/officeart/2018/5/layout/IconLeafLabelList"/>
    <dgm:cxn modelId="{B90488AF-60E1-4D5E-BFB7-0E080867C348}" type="presOf" srcId="{B683C358-F342-494B-B051-CAA3A64BF840}" destId="{81F6703F-51F7-4BF6-A394-6099257E7097}" srcOrd="0" destOrd="0" presId="urn:microsoft.com/office/officeart/2018/5/layout/IconLeafLabelList"/>
    <dgm:cxn modelId="{513879D9-1542-492E-8D25-3020AA7A0760}" srcId="{ECEBFE48-4804-456D-9C25-7973B1A7B449}" destId="{B683C358-F342-494B-B051-CAA3A64BF840}" srcOrd="1" destOrd="0" parTransId="{066DC2DA-A4E5-4246-AC38-0CF74C566875}" sibTransId="{E4E4639A-1EEE-47A0-B6C4-5007AA2A4BD4}"/>
    <dgm:cxn modelId="{19D114DC-B4A0-40B7-9C9D-E13657A2C723}" type="presOf" srcId="{CD8A65D4-7C43-4532-8238-31DECE9E4592}" destId="{4F073E7E-13FC-4D56-B354-757D50F94CE2}" srcOrd="0" destOrd="0" presId="urn:microsoft.com/office/officeart/2018/5/layout/IconLeafLabelList"/>
    <dgm:cxn modelId="{2BC24A8B-B2B5-4043-AE6C-54B64E8B1438}" type="presParOf" srcId="{4C80C943-4975-46DA-AB2E-CE4B8BD55A38}" destId="{7C64813E-A9FA-44D9-BA68-0445F79BF555}" srcOrd="0" destOrd="0" presId="urn:microsoft.com/office/officeart/2018/5/layout/IconLeafLabelList"/>
    <dgm:cxn modelId="{CCFB4048-A565-4744-8F50-0BE04EDF8024}" type="presParOf" srcId="{7C64813E-A9FA-44D9-BA68-0445F79BF555}" destId="{30C30019-6E10-44D1-8B05-EEFBA522B449}" srcOrd="0" destOrd="0" presId="urn:microsoft.com/office/officeart/2018/5/layout/IconLeafLabelList"/>
    <dgm:cxn modelId="{9F331817-FCE1-4F1C-8484-6909EBCF1D80}" type="presParOf" srcId="{7C64813E-A9FA-44D9-BA68-0445F79BF555}" destId="{AB340FB0-B545-488B-9EBE-A2228587100D}" srcOrd="1" destOrd="0" presId="urn:microsoft.com/office/officeart/2018/5/layout/IconLeafLabelList"/>
    <dgm:cxn modelId="{6A818C0A-BCB7-4357-8A74-1EEC4AAFCE01}" type="presParOf" srcId="{7C64813E-A9FA-44D9-BA68-0445F79BF555}" destId="{7555F201-1768-4440-8EBF-58B95CAF5020}" srcOrd="2" destOrd="0" presId="urn:microsoft.com/office/officeart/2018/5/layout/IconLeafLabelList"/>
    <dgm:cxn modelId="{1DA11D48-F140-4513-BA94-B69A88A33D60}" type="presParOf" srcId="{7C64813E-A9FA-44D9-BA68-0445F79BF555}" destId="{F70D60B7-582F-4935-B163-3D600D00BD4B}" srcOrd="3" destOrd="0" presId="urn:microsoft.com/office/officeart/2018/5/layout/IconLeafLabelList"/>
    <dgm:cxn modelId="{216A061E-5835-4629-BDBB-EAC31E510228}" type="presParOf" srcId="{4C80C943-4975-46DA-AB2E-CE4B8BD55A38}" destId="{DA5CC01D-595F-4098-82AD-0D64EF59381C}" srcOrd="1" destOrd="0" presId="urn:microsoft.com/office/officeart/2018/5/layout/IconLeafLabelList"/>
    <dgm:cxn modelId="{B91DC01C-B40B-45CF-91BF-FC48BEA32D41}" type="presParOf" srcId="{4C80C943-4975-46DA-AB2E-CE4B8BD55A38}" destId="{ED861318-B3EF-4CD4-94A3-EEF18EA854BC}" srcOrd="2" destOrd="0" presId="urn:microsoft.com/office/officeart/2018/5/layout/IconLeafLabelList"/>
    <dgm:cxn modelId="{9F1A7D7E-6437-4F1D-8DED-F3C5BAC1BFE6}" type="presParOf" srcId="{ED861318-B3EF-4CD4-94A3-EEF18EA854BC}" destId="{629D5196-9937-4DEB-BA18-4742DEBC5711}" srcOrd="0" destOrd="0" presId="urn:microsoft.com/office/officeart/2018/5/layout/IconLeafLabelList"/>
    <dgm:cxn modelId="{EEDDF1BF-A757-4459-AC51-95AF05D4CE3E}" type="presParOf" srcId="{ED861318-B3EF-4CD4-94A3-EEF18EA854BC}" destId="{5BAC81B0-217E-4CE8-84B2-29F57AA59C14}" srcOrd="1" destOrd="0" presId="urn:microsoft.com/office/officeart/2018/5/layout/IconLeafLabelList"/>
    <dgm:cxn modelId="{800CA509-029D-4E85-9A78-B0103EB78CD0}" type="presParOf" srcId="{ED861318-B3EF-4CD4-94A3-EEF18EA854BC}" destId="{8DD1124D-9B90-4CAF-8772-9185EB0ABA23}" srcOrd="2" destOrd="0" presId="urn:microsoft.com/office/officeart/2018/5/layout/IconLeafLabelList"/>
    <dgm:cxn modelId="{247899F4-837A-47D3-AA3D-F25DBEFF8E5B}" type="presParOf" srcId="{ED861318-B3EF-4CD4-94A3-EEF18EA854BC}" destId="{81F6703F-51F7-4BF6-A394-6099257E7097}" srcOrd="3" destOrd="0" presId="urn:microsoft.com/office/officeart/2018/5/layout/IconLeafLabelList"/>
    <dgm:cxn modelId="{3890BA9C-6932-4790-8490-76C15A554969}" type="presParOf" srcId="{4C80C943-4975-46DA-AB2E-CE4B8BD55A38}" destId="{4668686E-862A-402E-8293-204B9EC50F2E}" srcOrd="3" destOrd="0" presId="urn:microsoft.com/office/officeart/2018/5/layout/IconLeafLabelList"/>
    <dgm:cxn modelId="{EE7E4A01-1D91-40F0-83BE-768F0C54D1E4}" type="presParOf" srcId="{4C80C943-4975-46DA-AB2E-CE4B8BD55A38}" destId="{21A324BA-6ECE-47E4-B1EF-99271CA512A9}" srcOrd="4" destOrd="0" presId="urn:microsoft.com/office/officeart/2018/5/layout/IconLeafLabelList"/>
    <dgm:cxn modelId="{6CAB4FB7-625A-47D8-B608-C890EE6EA66B}" type="presParOf" srcId="{21A324BA-6ECE-47E4-B1EF-99271CA512A9}" destId="{A1E3CEF7-5803-4148-9669-438228ABDDF1}" srcOrd="0" destOrd="0" presId="urn:microsoft.com/office/officeart/2018/5/layout/IconLeafLabelList"/>
    <dgm:cxn modelId="{CFD70748-CF2D-4E3F-B30F-E95BBD029CF0}" type="presParOf" srcId="{21A324BA-6ECE-47E4-B1EF-99271CA512A9}" destId="{181DA882-E8B2-4379-84F2-3017F5F11164}" srcOrd="1" destOrd="0" presId="urn:microsoft.com/office/officeart/2018/5/layout/IconLeafLabelList"/>
    <dgm:cxn modelId="{8BB370F4-7D93-4075-8EA7-D73300911A67}" type="presParOf" srcId="{21A324BA-6ECE-47E4-B1EF-99271CA512A9}" destId="{AB5BD23C-5178-4B8C-986D-A7E334E9C353}" srcOrd="2" destOrd="0" presId="urn:microsoft.com/office/officeart/2018/5/layout/IconLeafLabelList"/>
    <dgm:cxn modelId="{CA7FB5ED-E1BD-442B-8B3E-4507130F34CA}" type="presParOf" srcId="{21A324BA-6ECE-47E4-B1EF-99271CA512A9}" destId="{4F073E7E-13FC-4D56-B354-757D50F94CE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8030888-FD46-4E15-B3C3-616313AEB3D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5821D6-9279-4ED2-8428-CFC4D7C9A03F}">
      <dgm:prSet/>
      <dgm:spPr/>
      <dgm:t>
        <a:bodyPr/>
        <a:lstStyle/>
        <a:p>
          <a:r>
            <a:rPr lang="pt-BR"/>
            <a:t>- Aproveita todo o ecossistema Python</a:t>
          </a:r>
          <a:endParaRPr lang="en-US"/>
        </a:p>
      </dgm:t>
    </dgm:pt>
    <dgm:pt modelId="{F1C0452D-95DA-44FA-8FB1-24A439E622A6}" type="parTrans" cxnId="{1EA29A5B-6424-44C2-AB49-BF3812B46A03}">
      <dgm:prSet/>
      <dgm:spPr/>
      <dgm:t>
        <a:bodyPr/>
        <a:lstStyle/>
        <a:p>
          <a:endParaRPr lang="en-US"/>
        </a:p>
      </dgm:t>
    </dgm:pt>
    <dgm:pt modelId="{DE1104C2-DEC4-4CF3-9D02-982203FDAB9D}" type="sibTrans" cxnId="{1EA29A5B-6424-44C2-AB49-BF3812B46A03}">
      <dgm:prSet/>
      <dgm:spPr/>
      <dgm:t>
        <a:bodyPr/>
        <a:lstStyle/>
        <a:p>
          <a:endParaRPr lang="en-US"/>
        </a:p>
      </dgm:t>
    </dgm:pt>
    <dgm:pt modelId="{3A2A0595-656A-4E67-905F-1DA93294D339}">
      <dgm:prSet/>
      <dgm:spPr/>
      <dgm:t>
        <a:bodyPr/>
        <a:lstStyle/>
        <a:p>
          <a:r>
            <a:rPr lang="pt-BR"/>
            <a:t>- Integra com bibliotecas populares</a:t>
          </a:r>
          <a:endParaRPr lang="en-US"/>
        </a:p>
      </dgm:t>
    </dgm:pt>
    <dgm:pt modelId="{6DDB6A62-B0D9-4DDC-881E-7D2A8EB16108}" type="parTrans" cxnId="{A2FA4F4D-FB98-4943-817A-47235CB2C99F}">
      <dgm:prSet/>
      <dgm:spPr/>
      <dgm:t>
        <a:bodyPr/>
        <a:lstStyle/>
        <a:p>
          <a:endParaRPr lang="en-US"/>
        </a:p>
      </dgm:t>
    </dgm:pt>
    <dgm:pt modelId="{A67B96B7-5396-4151-BF22-0C78043933B8}" type="sibTrans" cxnId="{A2FA4F4D-FB98-4943-817A-47235CB2C99F}">
      <dgm:prSet/>
      <dgm:spPr/>
      <dgm:t>
        <a:bodyPr/>
        <a:lstStyle/>
        <a:p>
          <a:endParaRPr lang="en-US"/>
        </a:p>
      </dgm:t>
    </dgm:pt>
    <dgm:pt modelId="{E22B07BA-6E23-483E-BF33-B7500B32013F}">
      <dgm:prSet/>
      <dgm:spPr/>
      <dgm:t>
        <a:bodyPr/>
        <a:lstStyle/>
        <a:p>
          <a:r>
            <a:rPr lang="pt-BR"/>
            <a:t>- Escreve-se código Python real</a:t>
          </a:r>
          <a:endParaRPr lang="en-US"/>
        </a:p>
      </dgm:t>
    </dgm:pt>
    <dgm:pt modelId="{8546836B-01AB-4D06-B71A-BAC5FFED184D}" type="parTrans" cxnId="{D3DE06CF-1EF4-42D0-AC7F-28FC20917E82}">
      <dgm:prSet/>
      <dgm:spPr/>
      <dgm:t>
        <a:bodyPr/>
        <a:lstStyle/>
        <a:p>
          <a:endParaRPr lang="en-US"/>
        </a:p>
      </dgm:t>
    </dgm:pt>
    <dgm:pt modelId="{5EB575B5-D7AF-4545-ABB1-FBFC49AD51A1}" type="sibTrans" cxnId="{D3DE06CF-1EF4-42D0-AC7F-28FC20917E82}">
      <dgm:prSet/>
      <dgm:spPr/>
      <dgm:t>
        <a:bodyPr/>
        <a:lstStyle/>
        <a:p>
          <a:endParaRPr lang="en-US"/>
        </a:p>
      </dgm:t>
    </dgm:pt>
    <dgm:pt modelId="{76350E26-3066-4162-960C-0D5FFE91824D}" type="pres">
      <dgm:prSet presAssocID="{78030888-FD46-4E15-B3C3-616313AEB3DF}" presName="linear" presStyleCnt="0">
        <dgm:presLayoutVars>
          <dgm:dir/>
          <dgm:animLvl val="lvl"/>
          <dgm:resizeHandles val="exact"/>
        </dgm:presLayoutVars>
      </dgm:prSet>
      <dgm:spPr/>
    </dgm:pt>
    <dgm:pt modelId="{EAB1CB0E-3819-48D4-A385-A5CD2948997B}" type="pres">
      <dgm:prSet presAssocID="{045821D6-9279-4ED2-8428-CFC4D7C9A03F}" presName="parentLin" presStyleCnt="0"/>
      <dgm:spPr/>
    </dgm:pt>
    <dgm:pt modelId="{6494DC83-672E-4409-AB3F-B7540CE9D1EF}" type="pres">
      <dgm:prSet presAssocID="{045821D6-9279-4ED2-8428-CFC4D7C9A03F}" presName="parentLeftMargin" presStyleLbl="node1" presStyleIdx="0" presStyleCnt="3"/>
      <dgm:spPr/>
    </dgm:pt>
    <dgm:pt modelId="{BBFD0701-71E3-4A80-A2AC-FDEE7BD3F8FD}" type="pres">
      <dgm:prSet presAssocID="{045821D6-9279-4ED2-8428-CFC4D7C9A03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A70CD3-CCEB-4370-B904-F6310FE23408}" type="pres">
      <dgm:prSet presAssocID="{045821D6-9279-4ED2-8428-CFC4D7C9A03F}" presName="negativeSpace" presStyleCnt="0"/>
      <dgm:spPr/>
    </dgm:pt>
    <dgm:pt modelId="{B0F7045F-B835-4F4D-B9D4-4F8B0DEC13BF}" type="pres">
      <dgm:prSet presAssocID="{045821D6-9279-4ED2-8428-CFC4D7C9A03F}" presName="childText" presStyleLbl="conFgAcc1" presStyleIdx="0" presStyleCnt="3">
        <dgm:presLayoutVars>
          <dgm:bulletEnabled val="1"/>
        </dgm:presLayoutVars>
      </dgm:prSet>
      <dgm:spPr/>
    </dgm:pt>
    <dgm:pt modelId="{1EF8ECE0-A1D1-4263-8D5C-5AEA49591CFE}" type="pres">
      <dgm:prSet presAssocID="{DE1104C2-DEC4-4CF3-9D02-982203FDAB9D}" presName="spaceBetweenRectangles" presStyleCnt="0"/>
      <dgm:spPr/>
    </dgm:pt>
    <dgm:pt modelId="{9B96FB1F-8D94-4F60-B064-7E2CEE806C15}" type="pres">
      <dgm:prSet presAssocID="{3A2A0595-656A-4E67-905F-1DA93294D339}" presName="parentLin" presStyleCnt="0"/>
      <dgm:spPr/>
    </dgm:pt>
    <dgm:pt modelId="{E53FE9DC-7F9F-4447-AF2C-E36A488362E3}" type="pres">
      <dgm:prSet presAssocID="{3A2A0595-656A-4E67-905F-1DA93294D339}" presName="parentLeftMargin" presStyleLbl="node1" presStyleIdx="0" presStyleCnt="3"/>
      <dgm:spPr/>
    </dgm:pt>
    <dgm:pt modelId="{2424F97A-5D12-4AED-A819-38F35CD2C9DC}" type="pres">
      <dgm:prSet presAssocID="{3A2A0595-656A-4E67-905F-1DA93294D3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412109-AD28-4665-B0DC-E3C82FF512C7}" type="pres">
      <dgm:prSet presAssocID="{3A2A0595-656A-4E67-905F-1DA93294D339}" presName="negativeSpace" presStyleCnt="0"/>
      <dgm:spPr/>
    </dgm:pt>
    <dgm:pt modelId="{BDD9CD64-A823-4B6E-90BC-8A396AF92DCC}" type="pres">
      <dgm:prSet presAssocID="{3A2A0595-656A-4E67-905F-1DA93294D339}" presName="childText" presStyleLbl="conFgAcc1" presStyleIdx="1" presStyleCnt="3">
        <dgm:presLayoutVars>
          <dgm:bulletEnabled val="1"/>
        </dgm:presLayoutVars>
      </dgm:prSet>
      <dgm:spPr/>
    </dgm:pt>
    <dgm:pt modelId="{64A9164B-AEA5-4747-B24B-D432357D0CA4}" type="pres">
      <dgm:prSet presAssocID="{A67B96B7-5396-4151-BF22-0C78043933B8}" presName="spaceBetweenRectangles" presStyleCnt="0"/>
      <dgm:spPr/>
    </dgm:pt>
    <dgm:pt modelId="{E08EDDDE-D89D-4B15-B29B-961D7150E96A}" type="pres">
      <dgm:prSet presAssocID="{E22B07BA-6E23-483E-BF33-B7500B32013F}" presName="parentLin" presStyleCnt="0"/>
      <dgm:spPr/>
    </dgm:pt>
    <dgm:pt modelId="{A5F04068-C3A8-46C9-8DAB-BFB8D705158E}" type="pres">
      <dgm:prSet presAssocID="{E22B07BA-6E23-483E-BF33-B7500B32013F}" presName="parentLeftMargin" presStyleLbl="node1" presStyleIdx="1" presStyleCnt="3"/>
      <dgm:spPr/>
    </dgm:pt>
    <dgm:pt modelId="{CBDF5E0B-F88A-4F4D-9829-9874EB6363D4}" type="pres">
      <dgm:prSet presAssocID="{E22B07BA-6E23-483E-BF33-B7500B3201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F85E6F9-8AB6-4AE6-8C9B-AE8ACD08DB07}" type="pres">
      <dgm:prSet presAssocID="{E22B07BA-6E23-483E-BF33-B7500B32013F}" presName="negativeSpace" presStyleCnt="0"/>
      <dgm:spPr/>
    </dgm:pt>
    <dgm:pt modelId="{586A796B-3929-4ADC-8C80-4CAA0F465D10}" type="pres">
      <dgm:prSet presAssocID="{E22B07BA-6E23-483E-BF33-B7500B32013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AD83D0C-1CA3-448E-97FC-3EA1987FAA4E}" type="presOf" srcId="{E22B07BA-6E23-483E-BF33-B7500B32013F}" destId="{A5F04068-C3A8-46C9-8DAB-BFB8D705158E}" srcOrd="0" destOrd="0" presId="urn:microsoft.com/office/officeart/2005/8/layout/list1"/>
    <dgm:cxn modelId="{0FC56E13-D541-4FAE-9598-77AF7FB07A9D}" type="presOf" srcId="{78030888-FD46-4E15-B3C3-616313AEB3DF}" destId="{76350E26-3066-4162-960C-0D5FFE91824D}" srcOrd="0" destOrd="0" presId="urn:microsoft.com/office/officeart/2005/8/layout/list1"/>
    <dgm:cxn modelId="{1EA29A5B-6424-44C2-AB49-BF3812B46A03}" srcId="{78030888-FD46-4E15-B3C3-616313AEB3DF}" destId="{045821D6-9279-4ED2-8428-CFC4D7C9A03F}" srcOrd="0" destOrd="0" parTransId="{F1C0452D-95DA-44FA-8FB1-24A439E622A6}" sibTransId="{DE1104C2-DEC4-4CF3-9D02-982203FDAB9D}"/>
    <dgm:cxn modelId="{098BF85C-7D24-4184-9434-9B96708D9D5C}" type="presOf" srcId="{3A2A0595-656A-4E67-905F-1DA93294D339}" destId="{2424F97A-5D12-4AED-A819-38F35CD2C9DC}" srcOrd="1" destOrd="0" presId="urn:microsoft.com/office/officeart/2005/8/layout/list1"/>
    <dgm:cxn modelId="{A2FA4F4D-FB98-4943-817A-47235CB2C99F}" srcId="{78030888-FD46-4E15-B3C3-616313AEB3DF}" destId="{3A2A0595-656A-4E67-905F-1DA93294D339}" srcOrd="1" destOrd="0" parTransId="{6DDB6A62-B0D9-4DDC-881E-7D2A8EB16108}" sibTransId="{A67B96B7-5396-4151-BF22-0C78043933B8}"/>
    <dgm:cxn modelId="{9450F782-40B7-4431-8D01-823CF5A02230}" type="presOf" srcId="{E22B07BA-6E23-483E-BF33-B7500B32013F}" destId="{CBDF5E0B-F88A-4F4D-9829-9874EB6363D4}" srcOrd="1" destOrd="0" presId="urn:microsoft.com/office/officeart/2005/8/layout/list1"/>
    <dgm:cxn modelId="{D3DE06CF-1EF4-42D0-AC7F-28FC20917E82}" srcId="{78030888-FD46-4E15-B3C3-616313AEB3DF}" destId="{E22B07BA-6E23-483E-BF33-B7500B32013F}" srcOrd="2" destOrd="0" parTransId="{8546836B-01AB-4D06-B71A-BAC5FFED184D}" sibTransId="{5EB575B5-D7AF-4545-ABB1-FBFC49AD51A1}"/>
    <dgm:cxn modelId="{F87E79DD-A9B0-4E2E-BCEF-1B9A32CC2AB9}" type="presOf" srcId="{3A2A0595-656A-4E67-905F-1DA93294D339}" destId="{E53FE9DC-7F9F-4447-AF2C-E36A488362E3}" srcOrd="0" destOrd="0" presId="urn:microsoft.com/office/officeart/2005/8/layout/list1"/>
    <dgm:cxn modelId="{303339ED-0ECB-42FE-9CCD-95692B675FA6}" type="presOf" srcId="{045821D6-9279-4ED2-8428-CFC4D7C9A03F}" destId="{BBFD0701-71E3-4A80-A2AC-FDEE7BD3F8FD}" srcOrd="1" destOrd="0" presId="urn:microsoft.com/office/officeart/2005/8/layout/list1"/>
    <dgm:cxn modelId="{E4D3F0F3-84B0-415D-9015-C2F30C0BA7CD}" type="presOf" srcId="{045821D6-9279-4ED2-8428-CFC4D7C9A03F}" destId="{6494DC83-672E-4409-AB3F-B7540CE9D1EF}" srcOrd="0" destOrd="0" presId="urn:microsoft.com/office/officeart/2005/8/layout/list1"/>
    <dgm:cxn modelId="{292F606D-DEE8-4E86-B701-1F339BEB3CA9}" type="presParOf" srcId="{76350E26-3066-4162-960C-0D5FFE91824D}" destId="{EAB1CB0E-3819-48D4-A385-A5CD2948997B}" srcOrd="0" destOrd="0" presId="urn:microsoft.com/office/officeart/2005/8/layout/list1"/>
    <dgm:cxn modelId="{A89A3C05-99FD-4A39-95BE-C75D1DAA07FB}" type="presParOf" srcId="{EAB1CB0E-3819-48D4-A385-A5CD2948997B}" destId="{6494DC83-672E-4409-AB3F-B7540CE9D1EF}" srcOrd="0" destOrd="0" presId="urn:microsoft.com/office/officeart/2005/8/layout/list1"/>
    <dgm:cxn modelId="{1495039A-D349-471C-92BE-965429B8FEA8}" type="presParOf" srcId="{EAB1CB0E-3819-48D4-A385-A5CD2948997B}" destId="{BBFD0701-71E3-4A80-A2AC-FDEE7BD3F8FD}" srcOrd="1" destOrd="0" presId="urn:microsoft.com/office/officeart/2005/8/layout/list1"/>
    <dgm:cxn modelId="{CF62D790-3671-43B3-AF93-DB23C255BBE6}" type="presParOf" srcId="{76350E26-3066-4162-960C-0D5FFE91824D}" destId="{95A70CD3-CCEB-4370-B904-F6310FE23408}" srcOrd="1" destOrd="0" presId="urn:microsoft.com/office/officeart/2005/8/layout/list1"/>
    <dgm:cxn modelId="{C1697BAC-15D4-426F-A9DE-B74739BF526B}" type="presParOf" srcId="{76350E26-3066-4162-960C-0D5FFE91824D}" destId="{B0F7045F-B835-4F4D-B9D4-4F8B0DEC13BF}" srcOrd="2" destOrd="0" presId="urn:microsoft.com/office/officeart/2005/8/layout/list1"/>
    <dgm:cxn modelId="{E37AF2B6-724D-402B-9639-36CE31EC2A7F}" type="presParOf" srcId="{76350E26-3066-4162-960C-0D5FFE91824D}" destId="{1EF8ECE0-A1D1-4263-8D5C-5AEA49591CFE}" srcOrd="3" destOrd="0" presId="urn:microsoft.com/office/officeart/2005/8/layout/list1"/>
    <dgm:cxn modelId="{B4176AFA-CA07-4B11-8B7F-37411778F166}" type="presParOf" srcId="{76350E26-3066-4162-960C-0D5FFE91824D}" destId="{9B96FB1F-8D94-4F60-B064-7E2CEE806C15}" srcOrd="4" destOrd="0" presId="urn:microsoft.com/office/officeart/2005/8/layout/list1"/>
    <dgm:cxn modelId="{1409C86B-C905-4B8F-9AFB-DA05A4D73B50}" type="presParOf" srcId="{9B96FB1F-8D94-4F60-B064-7E2CEE806C15}" destId="{E53FE9DC-7F9F-4447-AF2C-E36A488362E3}" srcOrd="0" destOrd="0" presId="urn:microsoft.com/office/officeart/2005/8/layout/list1"/>
    <dgm:cxn modelId="{0C92A4E4-15B1-4DEB-B077-F4FA203A47EF}" type="presParOf" srcId="{9B96FB1F-8D94-4F60-B064-7E2CEE806C15}" destId="{2424F97A-5D12-4AED-A819-38F35CD2C9DC}" srcOrd="1" destOrd="0" presId="urn:microsoft.com/office/officeart/2005/8/layout/list1"/>
    <dgm:cxn modelId="{150D3F3E-B77E-47FE-AF6E-E838EC8DA78D}" type="presParOf" srcId="{76350E26-3066-4162-960C-0D5FFE91824D}" destId="{33412109-AD28-4665-B0DC-E3C82FF512C7}" srcOrd="5" destOrd="0" presId="urn:microsoft.com/office/officeart/2005/8/layout/list1"/>
    <dgm:cxn modelId="{1E78C3D9-3535-44F5-AA4A-DE82360235AE}" type="presParOf" srcId="{76350E26-3066-4162-960C-0D5FFE91824D}" destId="{BDD9CD64-A823-4B6E-90BC-8A396AF92DCC}" srcOrd="6" destOrd="0" presId="urn:microsoft.com/office/officeart/2005/8/layout/list1"/>
    <dgm:cxn modelId="{44344000-F577-45D0-AF6C-559D59DD2A47}" type="presParOf" srcId="{76350E26-3066-4162-960C-0D5FFE91824D}" destId="{64A9164B-AEA5-4747-B24B-D432357D0CA4}" srcOrd="7" destOrd="0" presId="urn:microsoft.com/office/officeart/2005/8/layout/list1"/>
    <dgm:cxn modelId="{147350FE-802D-441B-9A06-B28A7F4BE5A8}" type="presParOf" srcId="{76350E26-3066-4162-960C-0D5FFE91824D}" destId="{E08EDDDE-D89D-4B15-B29B-961D7150E96A}" srcOrd="8" destOrd="0" presId="urn:microsoft.com/office/officeart/2005/8/layout/list1"/>
    <dgm:cxn modelId="{D2B50B2B-1277-40D1-84C3-52C65D6FAF53}" type="presParOf" srcId="{E08EDDDE-D89D-4B15-B29B-961D7150E96A}" destId="{A5F04068-C3A8-46C9-8DAB-BFB8D705158E}" srcOrd="0" destOrd="0" presId="urn:microsoft.com/office/officeart/2005/8/layout/list1"/>
    <dgm:cxn modelId="{B21C5C20-8B80-47E5-AF97-6123FFC734FA}" type="presParOf" srcId="{E08EDDDE-D89D-4B15-B29B-961D7150E96A}" destId="{CBDF5E0B-F88A-4F4D-9829-9874EB6363D4}" srcOrd="1" destOrd="0" presId="urn:microsoft.com/office/officeart/2005/8/layout/list1"/>
    <dgm:cxn modelId="{1018FB83-265D-45A6-ABBA-AD4625CAF7B3}" type="presParOf" srcId="{76350E26-3066-4162-960C-0D5FFE91824D}" destId="{9F85E6F9-8AB6-4AE6-8C9B-AE8ACD08DB07}" srcOrd="9" destOrd="0" presId="urn:microsoft.com/office/officeart/2005/8/layout/list1"/>
    <dgm:cxn modelId="{1170189C-497D-4D4E-975D-8A694B3B24FC}" type="presParOf" srcId="{76350E26-3066-4162-960C-0D5FFE91824D}" destId="{586A796B-3929-4ADC-8C80-4CAA0F465D1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58BA823-5B7D-44CD-8698-FD5C82A23FF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695103-FA1C-4D5B-B938-668E644AACA0}">
      <dgm:prSet/>
      <dgm:spPr/>
      <dgm:t>
        <a:bodyPr/>
        <a:lstStyle/>
        <a:p>
          <a:r>
            <a:rPr lang="en-US"/>
            <a:t>- Instalar localmente (complexo)</a:t>
          </a:r>
        </a:p>
      </dgm:t>
    </dgm:pt>
    <dgm:pt modelId="{89244CFD-F537-4E5B-8BC0-FFB6253BDED4}" type="parTrans" cxnId="{67F1CAFE-0FD4-46E2-8CE1-F988827EF9ED}">
      <dgm:prSet/>
      <dgm:spPr/>
      <dgm:t>
        <a:bodyPr/>
        <a:lstStyle/>
        <a:p>
          <a:endParaRPr lang="en-US"/>
        </a:p>
      </dgm:t>
    </dgm:pt>
    <dgm:pt modelId="{A50E7119-0DEB-4004-B1E9-3C5F646AD705}" type="sibTrans" cxnId="{67F1CAFE-0FD4-46E2-8CE1-F988827EF9ED}">
      <dgm:prSet/>
      <dgm:spPr/>
      <dgm:t>
        <a:bodyPr/>
        <a:lstStyle/>
        <a:p>
          <a:endParaRPr lang="en-US"/>
        </a:p>
      </dgm:t>
    </dgm:pt>
    <dgm:pt modelId="{A99E6B9D-9B32-410B-BF80-99E696D7931A}">
      <dgm:prSet/>
      <dgm:spPr/>
      <dgm:t>
        <a:bodyPr/>
        <a:lstStyle/>
        <a:p>
          <a:r>
            <a:rPr lang="en-US"/>
            <a:t>- Usar em nuvem (AWS, Azure, Databricks)</a:t>
          </a:r>
        </a:p>
      </dgm:t>
    </dgm:pt>
    <dgm:pt modelId="{D458B175-8235-4703-A964-088C309819AF}" type="parTrans" cxnId="{1FE16F02-C26B-4AC0-95BC-5103C6FDCC54}">
      <dgm:prSet/>
      <dgm:spPr/>
      <dgm:t>
        <a:bodyPr/>
        <a:lstStyle/>
        <a:p>
          <a:endParaRPr lang="en-US"/>
        </a:p>
      </dgm:t>
    </dgm:pt>
    <dgm:pt modelId="{34E5EB0D-5A42-4E63-967B-4689FB80766D}" type="sibTrans" cxnId="{1FE16F02-C26B-4AC0-95BC-5103C6FDCC54}">
      <dgm:prSet/>
      <dgm:spPr/>
      <dgm:t>
        <a:bodyPr/>
        <a:lstStyle/>
        <a:p>
          <a:endParaRPr lang="en-US"/>
        </a:p>
      </dgm:t>
    </dgm:pt>
    <dgm:pt modelId="{0DB781A3-9675-4FA6-8D23-CF5BC27416D0}">
      <dgm:prSet/>
      <dgm:spPr/>
      <dgm:t>
        <a:bodyPr/>
        <a:lstStyle/>
        <a:p>
          <a:r>
            <a:rPr lang="en-US"/>
            <a:t>- Databricks Community é gratuito e acessível</a:t>
          </a:r>
        </a:p>
      </dgm:t>
    </dgm:pt>
    <dgm:pt modelId="{D41B65E2-0D46-4E4E-B25F-FCAA76C66BC8}" type="parTrans" cxnId="{F466505D-A9D8-452E-B6E1-359E241BBB9A}">
      <dgm:prSet/>
      <dgm:spPr/>
      <dgm:t>
        <a:bodyPr/>
        <a:lstStyle/>
        <a:p>
          <a:endParaRPr lang="en-US"/>
        </a:p>
      </dgm:t>
    </dgm:pt>
    <dgm:pt modelId="{DA19775D-D0B5-4F6A-844F-DD017E4E984B}" type="sibTrans" cxnId="{F466505D-A9D8-452E-B6E1-359E241BBB9A}">
      <dgm:prSet/>
      <dgm:spPr/>
      <dgm:t>
        <a:bodyPr/>
        <a:lstStyle/>
        <a:p>
          <a:endParaRPr lang="en-US"/>
        </a:p>
      </dgm:t>
    </dgm:pt>
    <dgm:pt modelId="{086DE6E0-05FE-45B7-A36D-F035E85988E2}" type="pres">
      <dgm:prSet presAssocID="{758BA823-5B7D-44CD-8698-FD5C82A23FFF}" presName="diagram" presStyleCnt="0">
        <dgm:presLayoutVars>
          <dgm:dir/>
          <dgm:resizeHandles val="exact"/>
        </dgm:presLayoutVars>
      </dgm:prSet>
      <dgm:spPr/>
    </dgm:pt>
    <dgm:pt modelId="{3AD10424-8291-4DA6-A996-7EC261E33FC8}" type="pres">
      <dgm:prSet presAssocID="{B7695103-FA1C-4D5B-B938-668E644AACA0}" presName="node" presStyleLbl="node1" presStyleIdx="0" presStyleCnt="3">
        <dgm:presLayoutVars>
          <dgm:bulletEnabled val="1"/>
        </dgm:presLayoutVars>
      </dgm:prSet>
      <dgm:spPr/>
    </dgm:pt>
    <dgm:pt modelId="{8E9C5586-3581-471E-82DA-C281BDACCF2C}" type="pres">
      <dgm:prSet presAssocID="{A50E7119-0DEB-4004-B1E9-3C5F646AD705}" presName="sibTrans" presStyleCnt="0"/>
      <dgm:spPr/>
    </dgm:pt>
    <dgm:pt modelId="{63F4CAC3-C2E5-426B-937F-648A19864B6A}" type="pres">
      <dgm:prSet presAssocID="{A99E6B9D-9B32-410B-BF80-99E696D7931A}" presName="node" presStyleLbl="node1" presStyleIdx="1" presStyleCnt="3">
        <dgm:presLayoutVars>
          <dgm:bulletEnabled val="1"/>
        </dgm:presLayoutVars>
      </dgm:prSet>
      <dgm:spPr/>
    </dgm:pt>
    <dgm:pt modelId="{796AFB7C-29E5-4B78-B5EA-681816BA0F0B}" type="pres">
      <dgm:prSet presAssocID="{34E5EB0D-5A42-4E63-967B-4689FB80766D}" presName="sibTrans" presStyleCnt="0"/>
      <dgm:spPr/>
    </dgm:pt>
    <dgm:pt modelId="{6AA92B0B-B334-42F9-8C7B-C655984EF6ED}" type="pres">
      <dgm:prSet presAssocID="{0DB781A3-9675-4FA6-8D23-CF5BC27416D0}" presName="node" presStyleLbl="node1" presStyleIdx="2" presStyleCnt="3">
        <dgm:presLayoutVars>
          <dgm:bulletEnabled val="1"/>
        </dgm:presLayoutVars>
      </dgm:prSet>
      <dgm:spPr/>
    </dgm:pt>
  </dgm:ptLst>
  <dgm:cxnLst>
    <dgm:cxn modelId="{1FE16F02-C26B-4AC0-95BC-5103C6FDCC54}" srcId="{758BA823-5B7D-44CD-8698-FD5C82A23FFF}" destId="{A99E6B9D-9B32-410B-BF80-99E696D7931A}" srcOrd="1" destOrd="0" parTransId="{D458B175-8235-4703-A964-088C309819AF}" sibTransId="{34E5EB0D-5A42-4E63-967B-4689FB80766D}"/>
    <dgm:cxn modelId="{C81B103A-4AEC-4624-8C1F-C1BECA802214}" type="presOf" srcId="{A99E6B9D-9B32-410B-BF80-99E696D7931A}" destId="{63F4CAC3-C2E5-426B-937F-648A19864B6A}" srcOrd="0" destOrd="0" presId="urn:microsoft.com/office/officeart/2005/8/layout/default"/>
    <dgm:cxn modelId="{F466505D-A9D8-452E-B6E1-359E241BBB9A}" srcId="{758BA823-5B7D-44CD-8698-FD5C82A23FFF}" destId="{0DB781A3-9675-4FA6-8D23-CF5BC27416D0}" srcOrd="2" destOrd="0" parTransId="{D41B65E2-0D46-4E4E-B25F-FCAA76C66BC8}" sibTransId="{DA19775D-D0B5-4F6A-844F-DD017E4E984B}"/>
    <dgm:cxn modelId="{029E3181-E851-42EC-912E-2E5E2EA889B5}" type="presOf" srcId="{758BA823-5B7D-44CD-8698-FD5C82A23FFF}" destId="{086DE6E0-05FE-45B7-A36D-F035E85988E2}" srcOrd="0" destOrd="0" presId="urn:microsoft.com/office/officeart/2005/8/layout/default"/>
    <dgm:cxn modelId="{7E4B5FB0-E38B-4FE2-88C9-38382DD5C78B}" type="presOf" srcId="{0DB781A3-9675-4FA6-8D23-CF5BC27416D0}" destId="{6AA92B0B-B334-42F9-8C7B-C655984EF6ED}" srcOrd="0" destOrd="0" presId="urn:microsoft.com/office/officeart/2005/8/layout/default"/>
    <dgm:cxn modelId="{8B29FBC7-7934-4B39-9CCB-E229BCBC8687}" type="presOf" srcId="{B7695103-FA1C-4D5B-B938-668E644AACA0}" destId="{3AD10424-8291-4DA6-A996-7EC261E33FC8}" srcOrd="0" destOrd="0" presId="urn:microsoft.com/office/officeart/2005/8/layout/default"/>
    <dgm:cxn modelId="{67F1CAFE-0FD4-46E2-8CE1-F988827EF9ED}" srcId="{758BA823-5B7D-44CD-8698-FD5C82A23FFF}" destId="{B7695103-FA1C-4D5B-B938-668E644AACA0}" srcOrd="0" destOrd="0" parTransId="{89244CFD-F537-4E5B-8BC0-FFB6253BDED4}" sibTransId="{A50E7119-0DEB-4004-B1E9-3C5F646AD705}"/>
    <dgm:cxn modelId="{F1061CBD-4C72-45F6-8CEF-4D81AACAC445}" type="presParOf" srcId="{086DE6E0-05FE-45B7-A36D-F035E85988E2}" destId="{3AD10424-8291-4DA6-A996-7EC261E33FC8}" srcOrd="0" destOrd="0" presId="urn:microsoft.com/office/officeart/2005/8/layout/default"/>
    <dgm:cxn modelId="{DD9A6434-B322-4762-BE76-58A8D071323A}" type="presParOf" srcId="{086DE6E0-05FE-45B7-A36D-F035E85988E2}" destId="{8E9C5586-3581-471E-82DA-C281BDACCF2C}" srcOrd="1" destOrd="0" presId="urn:microsoft.com/office/officeart/2005/8/layout/default"/>
    <dgm:cxn modelId="{A2C3557C-024A-4372-945A-69770A433551}" type="presParOf" srcId="{086DE6E0-05FE-45B7-A36D-F035E85988E2}" destId="{63F4CAC3-C2E5-426B-937F-648A19864B6A}" srcOrd="2" destOrd="0" presId="urn:microsoft.com/office/officeart/2005/8/layout/default"/>
    <dgm:cxn modelId="{FEC587BF-FA25-4659-BEB4-7FD8835D07C5}" type="presParOf" srcId="{086DE6E0-05FE-45B7-A36D-F035E85988E2}" destId="{796AFB7C-29E5-4B78-B5EA-681816BA0F0B}" srcOrd="3" destOrd="0" presId="urn:microsoft.com/office/officeart/2005/8/layout/default"/>
    <dgm:cxn modelId="{FD0AD130-42D9-4632-8881-B886556EA7B4}" type="presParOf" srcId="{086DE6E0-05FE-45B7-A36D-F035E85988E2}" destId="{6AA92B0B-B334-42F9-8C7B-C655984EF6E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3DC1CF7-297B-4373-8350-05B1E94FBE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DB42A6AA-EEDE-43D6-9800-8F4AED29C2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Plataforma web baseada em Spark</a:t>
          </a:r>
        </a:p>
      </dgm:t>
    </dgm:pt>
    <dgm:pt modelId="{EEC1FB86-1324-499E-BD1F-57370DE78B5D}" type="parTrans" cxnId="{345DF388-4E2D-4921-B5FA-B8082A6EA47C}">
      <dgm:prSet/>
      <dgm:spPr/>
      <dgm:t>
        <a:bodyPr/>
        <a:lstStyle/>
        <a:p>
          <a:endParaRPr lang="en-US"/>
        </a:p>
      </dgm:t>
    </dgm:pt>
    <dgm:pt modelId="{224BC950-3C6D-4E8F-8103-21A9A6414AD3}" type="sibTrans" cxnId="{345DF388-4E2D-4921-B5FA-B8082A6EA47C}">
      <dgm:prSet/>
      <dgm:spPr/>
      <dgm:t>
        <a:bodyPr/>
        <a:lstStyle/>
        <a:p>
          <a:endParaRPr lang="en-US"/>
        </a:p>
      </dgm:t>
    </dgm:pt>
    <dgm:pt modelId="{25858C90-3168-4369-AC6A-CAC0B08ADF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Criada pelos desenvolvedores originais do Spark</a:t>
          </a:r>
        </a:p>
      </dgm:t>
    </dgm:pt>
    <dgm:pt modelId="{A29BD440-81A3-4B28-85B3-6214D8407896}" type="parTrans" cxnId="{755F1AF6-A33B-4FB1-BBBB-1BA553E103F8}">
      <dgm:prSet/>
      <dgm:spPr/>
      <dgm:t>
        <a:bodyPr/>
        <a:lstStyle/>
        <a:p>
          <a:endParaRPr lang="en-US"/>
        </a:p>
      </dgm:t>
    </dgm:pt>
    <dgm:pt modelId="{A2CFB900-69F5-4C37-AB16-5A604AFCA258}" type="sibTrans" cxnId="{755F1AF6-A33B-4FB1-BBBB-1BA553E103F8}">
      <dgm:prSet/>
      <dgm:spPr/>
      <dgm:t>
        <a:bodyPr/>
        <a:lstStyle/>
        <a:p>
          <a:endParaRPr lang="en-US"/>
        </a:p>
      </dgm:t>
    </dgm:pt>
    <dgm:pt modelId="{A4D5D6DD-6A30-4B10-9B48-BB4AAFB5F8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Suporte gratuito para ensino</a:t>
          </a:r>
        </a:p>
      </dgm:t>
    </dgm:pt>
    <dgm:pt modelId="{8E35B5AC-B53D-4854-9D9E-98BAAAB7DDF1}" type="parTrans" cxnId="{E7A24A63-3026-4A84-9F50-F5279FC9D378}">
      <dgm:prSet/>
      <dgm:spPr/>
      <dgm:t>
        <a:bodyPr/>
        <a:lstStyle/>
        <a:p>
          <a:endParaRPr lang="en-US"/>
        </a:p>
      </dgm:t>
    </dgm:pt>
    <dgm:pt modelId="{48651060-A32A-45C7-9A3B-D295B349B49E}" type="sibTrans" cxnId="{E7A24A63-3026-4A84-9F50-F5279FC9D378}">
      <dgm:prSet/>
      <dgm:spPr/>
      <dgm:t>
        <a:bodyPr/>
        <a:lstStyle/>
        <a:p>
          <a:endParaRPr lang="en-US"/>
        </a:p>
      </dgm:t>
    </dgm:pt>
    <dgm:pt modelId="{300A307C-DFED-407E-8FA5-AC95353415E6}" type="pres">
      <dgm:prSet presAssocID="{A3DC1CF7-297B-4373-8350-05B1E94FBE6D}" presName="root" presStyleCnt="0">
        <dgm:presLayoutVars>
          <dgm:dir/>
          <dgm:resizeHandles val="exact"/>
        </dgm:presLayoutVars>
      </dgm:prSet>
      <dgm:spPr/>
    </dgm:pt>
    <dgm:pt modelId="{0E4A7B5E-878D-459E-BF63-2710F55CEACF}" type="pres">
      <dgm:prSet presAssocID="{DB42A6AA-EEDE-43D6-9800-8F4AED29C20D}" presName="compNode" presStyleCnt="0"/>
      <dgm:spPr/>
    </dgm:pt>
    <dgm:pt modelId="{561C1F16-DC52-4650-8262-267AD5B1CC27}" type="pres">
      <dgm:prSet presAssocID="{DB42A6AA-EEDE-43D6-9800-8F4AED29C20D}" presName="bgRect" presStyleLbl="bgShp" presStyleIdx="0" presStyleCnt="3"/>
      <dgm:spPr/>
    </dgm:pt>
    <dgm:pt modelId="{6671E0D1-39F8-4B1E-A969-810738A3DE01}" type="pres">
      <dgm:prSet presAssocID="{DB42A6AA-EEDE-43D6-9800-8F4AED29C20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E5D116FC-81A2-4446-BF64-02391B471ACF}" type="pres">
      <dgm:prSet presAssocID="{DB42A6AA-EEDE-43D6-9800-8F4AED29C20D}" presName="spaceRect" presStyleCnt="0"/>
      <dgm:spPr/>
    </dgm:pt>
    <dgm:pt modelId="{8ED3328B-C7AD-44FA-A44D-A7470C37BAB2}" type="pres">
      <dgm:prSet presAssocID="{DB42A6AA-EEDE-43D6-9800-8F4AED29C20D}" presName="parTx" presStyleLbl="revTx" presStyleIdx="0" presStyleCnt="3">
        <dgm:presLayoutVars>
          <dgm:chMax val="0"/>
          <dgm:chPref val="0"/>
        </dgm:presLayoutVars>
      </dgm:prSet>
      <dgm:spPr/>
    </dgm:pt>
    <dgm:pt modelId="{0AAF8908-E6CC-4737-A252-D67BD4340980}" type="pres">
      <dgm:prSet presAssocID="{224BC950-3C6D-4E8F-8103-21A9A6414AD3}" presName="sibTrans" presStyleCnt="0"/>
      <dgm:spPr/>
    </dgm:pt>
    <dgm:pt modelId="{E9D4C613-4B3B-4060-884B-8BA59133E4F9}" type="pres">
      <dgm:prSet presAssocID="{25858C90-3168-4369-AC6A-CAC0B08ADFA4}" presName="compNode" presStyleCnt="0"/>
      <dgm:spPr/>
    </dgm:pt>
    <dgm:pt modelId="{66CE0FE6-19D7-4C26-A5B3-9A25CEC81B59}" type="pres">
      <dgm:prSet presAssocID="{25858C90-3168-4369-AC6A-CAC0B08ADFA4}" presName="bgRect" presStyleLbl="bgShp" presStyleIdx="1" presStyleCnt="3"/>
      <dgm:spPr/>
    </dgm:pt>
    <dgm:pt modelId="{F06F66D2-5FE4-4F96-8D51-DCBE7ACA26F3}" type="pres">
      <dgm:prSet presAssocID="{25858C90-3168-4369-AC6A-CAC0B08ADF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os de Artifício"/>
        </a:ext>
      </dgm:extLst>
    </dgm:pt>
    <dgm:pt modelId="{28C1515A-D653-426E-9F53-A2F4838933F6}" type="pres">
      <dgm:prSet presAssocID="{25858C90-3168-4369-AC6A-CAC0B08ADFA4}" presName="spaceRect" presStyleCnt="0"/>
      <dgm:spPr/>
    </dgm:pt>
    <dgm:pt modelId="{4473270B-7F43-4644-BB1C-A35EB23233A1}" type="pres">
      <dgm:prSet presAssocID="{25858C90-3168-4369-AC6A-CAC0B08ADFA4}" presName="parTx" presStyleLbl="revTx" presStyleIdx="1" presStyleCnt="3">
        <dgm:presLayoutVars>
          <dgm:chMax val="0"/>
          <dgm:chPref val="0"/>
        </dgm:presLayoutVars>
      </dgm:prSet>
      <dgm:spPr/>
    </dgm:pt>
    <dgm:pt modelId="{A213F804-5D21-4BFF-AB0E-15FB90BF2AF7}" type="pres">
      <dgm:prSet presAssocID="{A2CFB900-69F5-4C37-AB16-5A604AFCA258}" presName="sibTrans" presStyleCnt="0"/>
      <dgm:spPr/>
    </dgm:pt>
    <dgm:pt modelId="{728D5213-214C-463F-9266-97F0D037BF35}" type="pres">
      <dgm:prSet presAssocID="{A4D5D6DD-6A30-4B10-9B48-BB4AAFB5F8C7}" presName="compNode" presStyleCnt="0"/>
      <dgm:spPr/>
    </dgm:pt>
    <dgm:pt modelId="{49B633D8-E160-4CC4-9793-1156F475116B}" type="pres">
      <dgm:prSet presAssocID="{A4D5D6DD-6A30-4B10-9B48-BB4AAFB5F8C7}" presName="bgRect" presStyleLbl="bgShp" presStyleIdx="2" presStyleCnt="3"/>
      <dgm:spPr/>
    </dgm:pt>
    <dgm:pt modelId="{F031618F-729F-4AAF-8C0B-458961C91581}" type="pres">
      <dgm:prSet presAssocID="{A4D5D6DD-6A30-4B10-9B48-BB4AAFB5F8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5CFE64C6-B7AE-461C-9923-935A2BB448BD}" type="pres">
      <dgm:prSet presAssocID="{A4D5D6DD-6A30-4B10-9B48-BB4AAFB5F8C7}" presName="spaceRect" presStyleCnt="0"/>
      <dgm:spPr/>
    </dgm:pt>
    <dgm:pt modelId="{3D9B2793-8DA5-40FA-8ED9-E601BF8DE08A}" type="pres">
      <dgm:prSet presAssocID="{A4D5D6DD-6A30-4B10-9B48-BB4AAFB5F8C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A31FF2B-D7BE-4B89-B3B0-D783B5F3A2A7}" type="presOf" srcId="{25858C90-3168-4369-AC6A-CAC0B08ADFA4}" destId="{4473270B-7F43-4644-BB1C-A35EB23233A1}" srcOrd="0" destOrd="0" presId="urn:microsoft.com/office/officeart/2018/2/layout/IconVerticalSolidList"/>
    <dgm:cxn modelId="{C23B5A34-3D78-4558-9F66-DEC50E04CB88}" type="presOf" srcId="{A4D5D6DD-6A30-4B10-9B48-BB4AAFB5F8C7}" destId="{3D9B2793-8DA5-40FA-8ED9-E601BF8DE08A}" srcOrd="0" destOrd="0" presId="urn:microsoft.com/office/officeart/2018/2/layout/IconVerticalSolidList"/>
    <dgm:cxn modelId="{E7A24A63-3026-4A84-9F50-F5279FC9D378}" srcId="{A3DC1CF7-297B-4373-8350-05B1E94FBE6D}" destId="{A4D5D6DD-6A30-4B10-9B48-BB4AAFB5F8C7}" srcOrd="2" destOrd="0" parTransId="{8E35B5AC-B53D-4854-9D9E-98BAAAB7DDF1}" sibTransId="{48651060-A32A-45C7-9A3B-D295B349B49E}"/>
    <dgm:cxn modelId="{345DF388-4E2D-4921-B5FA-B8082A6EA47C}" srcId="{A3DC1CF7-297B-4373-8350-05B1E94FBE6D}" destId="{DB42A6AA-EEDE-43D6-9800-8F4AED29C20D}" srcOrd="0" destOrd="0" parTransId="{EEC1FB86-1324-499E-BD1F-57370DE78B5D}" sibTransId="{224BC950-3C6D-4E8F-8103-21A9A6414AD3}"/>
    <dgm:cxn modelId="{3839CDBF-9F33-43AE-BDB7-AE713D110027}" type="presOf" srcId="{A3DC1CF7-297B-4373-8350-05B1E94FBE6D}" destId="{300A307C-DFED-407E-8FA5-AC95353415E6}" srcOrd="0" destOrd="0" presId="urn:microsoft.com/office/officeart/2018/2/layout/IconVerticalSolidList"/>
    <dgm:cxn modelId="{10E7EFF5-5BC7-4F8B-8C88-5AAD35EE0751}" type="presOf" srcId="{DB42A6AA-EEDE-43D6-9800-8F4AED29C20D}" destId="{8ED3328B-C7AD-44FA-A44D-A7470C37BAB2}" srcOrd="0" destOrd="0" presId="urn:microsoft.com/office/officeart/2018/2/layout/IconVerticalSolidList"/>
    <dgm:cxn modelId="{755F1AF6-A33B-4FB1-BBBB-1BA553E103F8}" srcId="{A3DC1CF7-297B-4373-8350-05B1E94FBE6D}" destId="{25858C90-3168-4369-AC6A-CAC0B08ADFA4}" srcOrd="1" destOrd="0" parTransId="{A29BD440-81A3-4B28-85B3-6214D8407896}" sibTransId="{A2CFB900-69F5-4C37-AB16-5A604AFCA258}"/>
    <dgm:cxn modelId="{85A5E8C0-7269-4F0D-8810-0ACC21E7E1D3}" type="presParOf" srcId="{300A307C-DFED-407E-8FA5-AC95353415E6}" destId="{0E4A7B5E-878D-459E-BF63-2710F55CEACF}" srcOrd="0" destOrd="0" presId="urn:microsoft.com/office/officeart/2018/2/layout/IconVerticalSolidList"/>
    <dgm:cxn modelId="{56E36DF3-9724-4A12-A0AF-252AE9761CB5}" type="presParOf" srcId="{0E4A7B5E-878D-459E-BF63-2710F55CEACF}" destId="{561C1F16-DC52-4650-8262-267AD5B1CC27}" srcOrd="0" destOrd="0" presId="urn:microsoft.com/office/officeart/2018/2/layout/IconVerticalSolidList"/>
    <dgm:cxn modelId="{6F70D6A3-8F7B-45FE-AB13-D66F89EDE999}" type="presParOf" srcId="{0E4A7B5E-878D-459E-BF63-2710F55CEACF}" destId="{6671E0D1-39F8-4B1E-A969-810738A3DE01}" srcOrd="1" destOrd="0" presId="urn:microsoft.com/office/officeart/2018/2/layout/IconVerticalSolidList"/>
    <dgm:cxn modelId="{B72B0C93-A209-4BE6-8439-9D12E32FEAA0}" type="presParOf" srcId="{0E4A7B5E-878D-459E-BF63-2710F55CEACF}" destId="{E5D116FC-81A2-4446-BF64-02391B471ACF}" srcOrd="2" destOrd="0" presId="urn:microsoft.com/office/officeart/2018/2/layout/IconVerticalSolidList"/>
    <dgm:cxn modelId="{BE9518E1-9F3C-44D6-9E3F-775BF110117C}" type="presParOf" srcId="{0E4A7B5E-878D-459E-BF63-2710F55CEACF}" destId="{8ED3328B-C7AD-44FA-A44D-A7470C37BAB2}" srcOrd="3" destOrd="0" presId="urn:microsoft.com/office/officeart/2018/2/layout/IconVerticalSolidList"/>
    <dgm:cxn modelId="{FB1FD7FB-3D8E-4DBF-A862-979D96E2F8D7}" type="presParOf" srcId="{300A307C-DFED-407E-8FA5-AC95353415E6}" destId="{0AAF8908-E6CC-4737-A252-D67BD4340980}" srcOrd="1" destOrd="0" presId="urn:microsoft.com/office/officeart/2018/2/layout/IconVerticalSolidList"/>
    <dgm:cxn modelId="{EDBFF616-B0F5-490D-8AC8-F6DB5B757A91}" type="presParOf" srcId="{300A307C-DFED-407E-8FA5-AC95353415E6}" destId="{E9D4C613-4B3B-4060-884B-8BA59133E4F9}" srcOrd="2" destOrd="0" presId="urn:microsoft.com/office/officeart/2018/2/layout/IconVerticalSolidList"/>
    <dgm:cxn modelId="{11F35D09-CBCE-4977-AD62-5E0D05FC7347}" type="presParOf" srcId="{E9D4C613-4B3B-4060-884B-8BA59133E4F9}" destId="{66CE0FE6-19D7-4C26-A5B3-9A25CEC81B59}" srcOrd="0" destOrd="0" presId="urn:microsoft.com/office/officeart/2018/2/layout/IconVerticalSolidList"/>
    <dgm:cxn modelId="{7BBB1191-AE73-45A3-B6BA-CC06932EC733}" type="presParOf" srcId="{E9D4C613-4B3B-4060-884B-8BA59133E4F9}" destId="{F06F66D2-5FE4-4F96-8D51-DCBE7ACA26F3}" srcOrd="1" destOrd="0" presId="urn:microsoft.com/office/officeart/2018/2/layout/IconVerticalSolidList"/>
    <dgm:cxn modelId="{558D7A93-9DF2-4865-B2BA-980D64441FEE}" type="presParOf" srcId="{E9D4C613-4B3B-4060-884B-8BA59133E4F9}" destId="{28C1515A-D653-426E-9F53-A2F4838933F6}" srcOrd="2" destOrd="0" presId="urn:microsoft.com/office/officeart/2018/2/layout/IconVerticalSolidList"/>
    <dgm:cxn modelId="{CF6A0F54-1DB6-44C7-920B-B22814721EB6}" type="presParOf" srcId="{E9D4C613-4B3B-4060-884B-8BA59133E4F9}" destId="{4473270B-7F43-4644-BB1C-A35EB23233A1}" srcOrd="3" destOrd="0" presId="urn:microsoft.com/office/officeart/2018/2/layout/IconVerticalSolidList"/>
    <dgm:cxn modelId="{5D2B7A9A-C272-4DB9-9A79-9DB9086D4838}" type="presParOf" srcId="{300A307C-DFED-407E-8FA5-AC95353415E6}" destId="{A213F804-5D21-4BFF-AB0E-15FB90BF2AF7}" srcOrd="3" destOrd="0" presId="urn:microsoft.com/office/officeart/2018/2/layout/IconVerticalSolidList"/>
    <dgm:cxn modelId="{38A58F1C-6A96-4B08-93F7-6EFEC1F2F44C}" type="presParOf" srcId="{300A307C-DFED-407E-8FA5-AC95353415E6}" destId="{728D5213-214C-463F-9266-97F0D037BF35}" srcOrd="4" destOrd="0" presId="urn:microsoft.com/office/officeart/2018/2/layout/IconVerticalSolidList"/>
    <dgm:cxn modelId="{98F26F71-9392-4B5B-A7F2-53B795B623B7}" type="presParOf" srcId="{728D5213-214C-463F-9266-97F0D037BF35}" destId="{49B633D8-E160-4CC4-9793-1156F475116B}" srcOrd="0" destOrd="0" presId="urn:microsoft.com/office/officeart/2018/2/layout/IconVerticalSolidList"/>
    <dgm:cxn modelId="{14301FC6-8078-4994-BF7A-26373ECAE3E8}" type="presParOf" srcId="{728D5213-214C-463F-9266-97F0D037BF35}" destId="{F031618F-729F-4AAF-8C0B-458961C91581}" srcOrd="1" destOrd="0" presId="urn:microsoft.com/office/officeart/2018/2/layout/IconVerticalSolidList"/>
    <dgm:cxn modelId="{2DA81D62-8FA0-4EB2-8328-31B088EE5EE5}" type="presParOf" srcId="{728D5213-214C-463F-9266-97F0D037BF35}" destId="{5CFE64C6-B7AE-461C-9923-935A2BB448BD}" srcOrd="2" destOrd="0" presId="urn:microsoft.com/office/officeart/2018/2/layout/IconVerticalSolidList"/>
    <dgm:cxn modelId="{4396B62E-5FF4-4981-BB98-812EC9BBE53D}" type="presParOf" srcId="{728D5213-214C-463F-9266-97F0D037BF35}" destId="{3D9B2793-8DA5-40FA-8ED9-E601BF8DE0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270CD45-64EB-4F9B-A40E-3B21821B477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4B17337-BBF4-4639-AD48-A4CAFB550C0D}">
      <dgm:prSet/>
      <dgm:spPr/>
      <dgm:t>
        <a:bodyPr/>
        <a:lstStyle/>
        <a:p>
          <a:r>
            <a:rPr lang="en-US"/>
            <a:t>- Buscar 'Databricks Community Edition'</a:t>
          </a:r>
        </a:p>
      </dgm:t>
    </dgm:pt>
    <dgm:pt modelId="{0CAABBC0-8D28-435F-9AFC-F81DBE1970FD}" type="parTrans" cxnId="{F467896A-59D0-4D1E-939A-564B14076E58}">
      <dgm:prSet/>
      <dgm:spPr/>
      <dgm:t>
        <a:bodyPr/>
        <a:lstStyle/>
        <a:p>
          <a:endParaRPr lang="en-US"/>
        </a:p>
      </dgm:t>
    </dgm:pt>
    <dgm:pt modelId="{72533157-107D-4485-9141-6DBBE7870282}" type="sibTrans" cxnId="{F467896A-59D0-4D1E-939A-564B14076E58}">
      <dgm:prSet/>
      <dgm:spPr/>
      <dgm:t>
        <a:bodyPr/>
        <a:lstStyle/>
        <a:p>
          <a:endParaRPr lang="en-US"/>
        </a:p>
      </dgm:t>
    </dgm:pt>
    <dgm:pt modelId="{83DFA9CD-7725-4D2E-ADA5-3972130AC9AC}">
      <dgm:prSet/>
      <dgm:spPr/>
      <dgm:t>
        <a:bodyPr/>
        <a:lstStyle/>
        <a:p>
          <a:r>
            <a:rPr lang="en-US"/>
            <a:t>- Criar conta grátis, sem cartão de crédito</a:t>
          </a:r>
        </a:p>
      </dgm:t>
    </dgm:pt>
    <dgm:pt modelId="{B8B81A8A-794E-48B8-A39A-F58B8BEFF4E9}" type="parTrans" cxnId="{2C8D2403-3D51-487C-AD0F-D26F75C3648C}">
      <dgm:prSet/>
      <dgm:spPr/>
      <dgm:t>
        <a:bodyPr/>
        <a:lstStyle/>
        <a:p>
          <a:endParaRPr lang="en-US"/>
        </a:p>
      </dgm:t>
    </dgm:pt>
    <dgm:pt modelId="{FA66F74D-B932-4066-A641-E03522CF6227}" type="sibTrans" cxnId="{2C8D2403-3D51-487C-AD0F-D26F75C3648C}">
      <dgm:prSet/>
      <dgm:spPr/>
      <dgm:t>
        <a:bodyPr/>
        <a:lstStyle/>
        <a:p>
          <a:endParaRPr lang="en-US"/>
        </a:p>
      </dgm:t>
    </dgm:pt>
    <dgm:pt modelId="{A8B9D4EB-69DA-46D4-AB12-5F6461B0EA31}">
      <dgm:prSet/>
      <dgm:spPr/>
      <dgm:t>
        <a:bodyPr/>
        <a:lstStyle/>
        <a:p>
          <a:r>
            <a:rPr lang="en-US"/>
            <a:t>- Login via navegador</a:t>
          </a:r>
        </a:p>
      </dgm:t>
    </dgm:pt>
    <dgm:pt modelId="{483C2F63-0CF2-4B64-B035-CF446B329157}" type="parTrans" cxnId="{D7F6DDEF-4EB4-4CC5-9333-076B400F0E5B}">
      <dgm:prSet/>
      <dgm:spPr/>
      <dgm:t>
        <a:bodyPr/>
        <a:lstStyle/>
        <a:p>
          <a:endParaRPr lang="en-US"/>
        </a:p>
      </dgm:t>
    </dgm:pt>
    <dgm:pt modelId="{52863E12-C03B-4F23-B873-E9A924FD866F}" type="sibTrans" cxnId="{D7F6DDEF-4EB4-4CC5-9333-076B400F0E5B}">
      <dgm:prSet/>
      <dgm:spPr/>
      <dgm:t>
        <a:bodyPr/>
        <a:lstStyle/>
        <a:p>
          <a:endParaRPr lang="en-US"/>
        </a:p>
      </dgm:t>
    </dgm:pt>
    <dgm:pt modelId="{8CD88786-8D4B-4DDA-B176-C55891D27183}" type="pres">
      <dgm:prSet presAssocID="{5270CD45-64EB-4F9B-A40E-3B21821B477C}" presName="diagram" presStyleCnt="0">
        <dgm:presLayoutVars>
          <dgm:dir/>
          <dgm:resizeHandles val="exact"/>
        </dgm:presLayoutVars>
      </dgm:prSet>
      <dgm:spPr/>
    </dgm:pt>
    <dgm:pt modelId="{CBE4F450-11CB-4F44-BE64-C1DC2C7EAB0E}" type="pres">
      <dgm:prSet presAssocID="{94B17337-BBF4-4639-AD48-A4CAFB550C0D}" presName="node" presStyleLbl="node1" presStyleIdx="0" presStyleCnt="3">
        <dgm:presLayoutVars>
          <dgm:bulletEnabled val="1"/>
        </dgm:presLayoutVars>
      </dgm:prSet>
      <dgm:spPr/>
    </dgm:pt>
    <dgm:pt modelId="{1D25A11B-72BE-41B6-A7AF-112B900A5B78}" type="pres">
      <dgm:prSet presAssocID="{72533157-107D-4485-9141-6DBBE7870282}" presName="sibTrans" presStyleCnt="0"/>
      <dgm:spPr/>
    </dgm:pt>
    <dgm:pt modelId="{851C3DC3-004E-4D13-AE18-AD6D7A61F01A}" type="pres">
      <dgm:prSet presAssocID="{83DFA9CD-7725-4D2E-ADA5-3972130AC9AC}" presName="node" presStyleLbl="node1" presStyleIdx="1" presStyleCnt="3">
        <dgm:presLayoutVars>
          <dgm:bulletEnabled val="1"/>
        </dgm:presLayoutVars>
      </dgm:prSet>
      <dgm:spPr/>
    </dgm:pt>
    <dgm:pt modelId="{BBFF9879-EC6E-45E2-803E-6E8F2FDA670A}" type="pres">
      <dgm:prSet presAssocID="{FA66F74D-B932-4066-A641-E03522CF6227}" presName="sibTrans" presStyleCnt="0"/>
      <dgm:spPr/>
    </dgm:pt>
    <dgm:pt modelId="{0965D7AA-C652-49BE-8009-8DE91BB28330}" type="pres">
      <dgm:prSet presAssocID="{A8B9D4EB-69DA-46D4-AB12-5F6461B0EA31}" presName="node" presStyleLbl="node1" presStyleIdx="2" presStyleCnt="3">
        <dgm:presLayoutVars>
          <dgm:bulletEnabled val="1"/>
        </dgm:presLayoutVars>
      </dgm:prSet>
      <dgm:spPr/>
    </dgm:pt>
  </dgm:ptLst>
  <dgm:cxnLst>
    <dgm:cxn modelId="{2C8D2403-3D51-487C-AD0F-D26F75C3648C}" srcId="{5270CD45-64EB-4F9B-A40E-3B21821B477C}" destId="{83DFA9CD-7725-4D2E-ADA5-3972130AC9AC}" srcOrd="1" destOrd="0" parTransId="{B8B81A8A-794E-48B8-A39A-F58B8BEFF4E9}" sibTransId="{FA66F74D-B932-4066-A641-E03522CF6227}"/>
    <dgm:cxn modelId="{EAFFB02C-6454-4914-B57B-E937FD3204B3}" type="presOf" srcId="{5270CD45-64EB-4F9B-A40E-3B21821B477C}" destId="{8CD88786-8D4B-4DDA-B176-C55891D27183}" srcOrd="0" destOrd="0" presId="urn:microsoft.com/office/officeart/2005/8/layout/default"/>
    <dgm:cxn modelId="{88CE893F-9303-47C1-A557-0DD75E18F891}" type="presOf" srcId="{83DFA9CD-7725-4D2E-ADA5-3972130AC9AC}" destId="{851C3DC3-004E-4D13-AE18-AD6D7A61F01A}" srcOrd="0" destOrd="0" presId="urn:microsoft.com/office/officeart/2005/8/layout/default"/>
    <dgm:cxn modelId="{2C59D964-BB69-4437-AEC8-5F5EB4105EB8}" type="presOf" srcId="{A8B9D4EB-69DA-46D4-AB12-5F6461B0EA31}" destId="{0965D7AA-C652-49BE-8009-8DE91BB28330}" srcOrd="0" destOrd="0" presId="urn:microsoft.com/office/officeart/2005/8/layout/default"/>
    <dgm:cxn modelId="{F467896A-59D0-4D1E-939A-564B14076E58}" srcId="{5270CD45-64EB-4F9B-A40E-3B21821B477C}" destId="{94B17337-BBF4-4639-AD48-A4CAFB550C0D}" srcOrd="0" destOrd="0" parTransId="{0CAABBC0-8D28-435F-9AFC-F81DBE1970FD}" sibTransId="{72533157-107D-4485-9141-6DBBE7870282}"/>
    <dgm:cxn modelId="{328229B2-749C-4D82-A651-ED5135ED61A6}" type="presOf" srcId="{94B17337-BBF4-4639-AD48-A4CAFB550C0D}" destId="{CBE4F450-11CB-4F44-BE64-C1DC2C7EAB0E}" srcOrd="0" destOrd="0" presId="urn:microsoft.com/office/officeart/2005/8/layout/default"/>
    <dgm:cxn modelId="{D7F6DDEF-4EB4-4CC5-9333-076B400F0E5B}" srcId="{5270CD45-64EB-4F9B-A40E-3B21821B477C}" destId="{A8B9D4EB-69DA-46D4-AB12-5F6461B0EA31}" srcOrd="2" destOrd="0" parTransId="{483C2F63-0CF2-4B64-B035-CF446B329157}" sibTransId="{52863E12-C03B-4F23-B873-E9A924FD866F}"/>
    <dgm:cxn modelId="{DCC3D008-1756-449D-AF21-B65D7C0C2740}" type="presParOf" srcId="{8CD88786-8D4B-4DDA-B176-C55891D27183}" destId="{CBE4F450-11CB-4F44-BE64-C1DC2C7EAB0E}" srcOrd="0" destOrd="0" presId="urn:microsoft.com/office/officeart/2005/8/layout/default"/>
    <dgm:cxn modelId="{A33F202E-FD48-44A4-BF8F-EB262115E738}" type="presParOf" srcId="{8CD88786-8D4B-4DDA-B176-C55891D27183}" destId="{1D25A11B-72BE-41B6-A7AF-112B900A5B78}" srcOrd="1" destOrd="0" presId="urn:microsoft.com/office/officeart/2005/8/layout/default"/>
    <dgm:cxn modelId="{E1D16502-216B-4A08-BC60-190BA5B74465}" type="presParOf" srcId="{8CD88786-8D4B-4DDA-B176-C55891D27183}" destId="{851C3DC3-004E-4D13-AE18-AD6D7A61F01A}" srcOrd="2" destOrd="0" presId="urn:microsoft.com/office/officeart/2005/8/layout/default"/>
    <dgm:cxn modelId="{B8691B80-3D92-4DCE-99CB-0F522B469D6F}" type="presParOf" srcId="{8CD88786-8D4B-4DDA-B176-C55891D27183}" destId="{BBFF9879-EC6E-45E2-803E-6E8F2FDA670A}" srcOrd="3" destOrd="0" presId="urn:microsoft.com/office/officeart/2005/8/layout/default"/>
    <dgm:cxn modelId="{ADB5C991-D596-4EF4-B024-BF3A2350A406}" type="presParOf" srcId="{8CD88786-8D4B-4DDA-B176-C55891D27183}" destId="{0965D7AA-C652-49BE-8009-8DE91BB2833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5084D55-8D88-4B77-B7F4-BF8D0356B01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905565-7C2B-4D9E-B4CF-27CC3CDF86B1}">
      <dgm:prSet/>
      <dgm:spPr/>
      <dgm:t>
        <a:bodyPr/>
        <a:lstStyle/>
        <a:p>
          <a:r>
            <a:rPr lang="en-US"/>
            <a:t>- Menu lateral: Compute → Create Cluster</a:t>
          </a:r>
        </a:p>
      </dgm:t>
    </dgm:pt>
    <dgm:pt modelId="{447824AC-AF65-4F36-BFE4-9813C6D9A59B}" type="parTrans" cxnId="{B15D7CE4-2AC5-4F53-BF14-19803819D72D}">
      <dgm:prSet/>
      <dgm:spPr/>
      <dgm:t>
        <a:bodyPr/>
        <a:lstStyle/>
        <a:p>
          <a:endParaRPr lang="en-US"/>
        </a:p>
      </dgm:t>
    </dgm:pt>
    <dgm:pt modelId="{86A43C5F-B3E0-4EEB-AD6F-C442CD06F82E}" type="sibTrans" cxnId="{B15D7CE4-2AC5-4F53-BF14-19803819D72D}">
      <dgm:prSet/>
      <dgm:spPr/>
      <dgm:t>
        <a:bodyPr/>
        <a:lstStyle/>
        <a:p>
          <a:endParaRPr lang="en-US"/>
        </a:p>
      </dgm:t>
    </dgm:pt>
    <dgm:pt modelId="{2361EEA1-045B-4918-98C9-3414447A71E9}">
      <dgm:prSet/>
      <dgm:spPr/>
      <dgm:t>
        <a:bodyPr/>
        <a:lstStyle/>
        <a:p>
          <a:r>
            <a:rPr lang="en-US"/>
            <a:t>- Nome, versão do Spark e criar</a:t>
          </a:r>
        </a:p>
      </dgm:t>
    </dgm:pt>
    <dgm:pt modelId="{0827B45F-B0F6-4BEB-9A85-1AF8C8C12810}" type="parTrans" cxnId="{025CF8C9-77BA-450A-B2D7-6A2139414381}">
      <dgm:prSet/>
      <dgm:spPr/>
      <dgm:t>
        <a:bodyPr/>
        <a:lstStyle/>
        <a:p>
          <a:endParaRPr lang="en-US"/>
        </a:p>
      </dgm:t>
    </dgm:pt>
    <dgm:pt modelId="{7C044BD8-CB58-4F7D-A725-F6468C0CF065}" type="sibTrans" cxnId="{025CF8C9-77BA-450A-B2D7-6A2139414381}">
      <dgm:prSet/>
      <dgm:spPr/>
      <dgm:t>
        <a:bodyPr/>
        <a:lstStyle/>
        <a:p>
          <a:endParaRPr lang="en-US"/>
        </a:p>
      </dgm:t>
    </dgm:pt>
    <dgm:pt modelId="{EA9EFA6F-6880-486C-8732-E8D42F05D60E}">
      <dgm:prSet/>
      <dgm:spPr/>
      <dgm:t>
        <a:bodyPr/>
        <a:lstStyle/>
        <a:p>
          <a:r>
            <a:rPr lang="en-US"/>
            <a:t>- Esperar status verde (ativo)</a:t>
          </a:r>
        </a:p>
      </dgm:t>
    </dgm:pt>
    <dgm:pt modelId="{EDA05460-783D-41C7-8658-D98C086607B8}" type="parTrans" cxnId="{892BD6C4-15AA-4068-944F-8ED61554D713}">
      <dgm:prSet/>
      <dgm:spPr/>
      <dgm:t>
        <a:bodyPr/>
        <a:lstStyle/>
        <a:p>
          <a:endParaRPr lang="en-US"/>
        </a:p>
      </dgm:t>
    </dgm:pt>
    <dgm:pt modelId="{364C0822-EA3D-45EF-93D1-1D9789B187C5}" type="sibTrans" cxnId="{892BD6C4-15AA-4068-944F-8ED61554D713}">
      <dgm:prSet/>
      <dgm:spPr/>
      <dgm:t>
        <a:bodyPr/>
        <a:lstStyle/>
        <a:p>
          <a:endParaRPr lang="en-US"/>
        </a:p>
      </dgm:t>
    </dgm:pt>
    <dgm:pt modelId="{C4379B28-BE04-41A2-892F-2070BD50C65A}" type="pres">
      <dgm:prSet presAssocID="{25084D55-8D88-4B77-B7F4-BF8D0356B016}" presName="outerComposite" presStyleCnt="0">
        <dgm:presLayoutVars>
          <dgm:chMax val="5"/>
          <dgm:dir/>
          <dgm:resizeHandles val="exact"/>
        </dgm:presLayoutVars>
      </dgm:prSet>
      <dgm:spPr/>
    </dgm:pt>
    <dgm:pt modelId="{BC85D527-53D6-455B-A621-8CF767C605D8}" type="pres">
      <dgm:prSet presAssocID="{25084D55-8D88-4B77-B7F4-BF8D0356B016}" presName="dummyMaxCanvas" presStyleCnt="0">
        <dgm:presLayoutVars/>
      </dgm:prSet>
      <dgm:spPr/>
    </dgm:pt>
    <dgm:pt modelId="{67EB879A-C626-4CA6-8A16-7A6CCC46E5F7}" type="pres">
      <dgm:prSet presAssocID="{25084D55-8D88-4B77-B7F4-BF8D0356B016}" presName="ThreeNodes_1" presStyleLbl="node1" presStyleIdx="0" presStyleCnt="3">
        <dgm:presLayoutVars>
          <dgm:bulletEnabled val="1"/>
        </dgm:presLayoutVars>
      </dgm:prSet>
      <dgm:spPr/>
    </dgm:pt>
    <dgm:pt modelId="{B147AB54-AF80-42F0-A7C4-CF334454187B}" type="pres">
      <dgm:prSet presAssocID="{25084D55-8D88-4B77-B7F4-BF8D0356B016}" presName="ThreeNodes_2" presStyleLbl="node1" presStyleIdx="1" presStyleCnt="3">
        <dgm:presLayoutVars>
          <dgm:bulletEnabled val="1"/>
        </dgm:presLayoutVars>
      </dgm:prSet>
      <dgm:spPr/>
    </dgm:pt>
    <dgm:pt modelId="{FE3E049D-512D-4067-98F1-06032B8C5B74}" type="pres">
      <dgm:prSet presAssocID="{25084D55-8D88-4B77-B7F4-BF8D0356B016}" presName="ThreeNodes_3" presStyleLbl="node1" presStyleIdx="2" presStyleCnt="3">
        <dgm:presLayoutVars>
          <dgm:bulletEnabled val="1"/>
        </dgm:presLayoutVars>
      </dgm:prSet>
      <dgm:spPr/>
    </dgm:pt>
    <dgm:pt modelId="{77CACF20-461A-47DC-9BDD-02715B8DD56E}" type="pres">
      <dgm:prSet presAssocID="{25084D55-8D88-4B77-B7F4-BF8D0356B016}" presName="ThreeConn_1-2" presStyleLbl="fgAccFollowNode1" presStyleIdx="0" presStyleCnt="2">
        <dgm:presLayoutVars>
          <dgm:bulletEnabled val="1"/>
        </dgm:presLayoutVars>
      </dgm:prSet>
      <dgm:spPr/>
    </dgm:pt>
    <dgm:pt modelId="{CB5A6C73-866B-4D01-8FE8-8D837ED8DFA2}" type="pres">
      <dgm:prSet presAssocID="{25084D55-8D88-4B77-B7F4-BF8D0356B016}" presName="ThreeConn_2-3" presStyleLbl="fgAccFollowNode1" presStyleIdx="1" presStyleCnt="2">
        <dgm:presLayoutVars>
          <dgm:bulletEnabled val="1"/>
        </dgm:presLayoutVars>
      </dgm:prSet>
      <dgm:spPr/>
    </dgm:pt>
    <dgm:pt modelId="{1FE69597-E945-4B88-A3C8-1BB166E5D9E9}" type="pres">
      <dgm:prSet presAssocID="{25084D55-8D88-4B77-B7F4-BF8D0356B016}" presName="ThreeNodes_1_text" presStyleLbl="node1" presStyleIdx="2" presStyleCnt="3">
        <dgm:presLayoutVars>
          <dgm:bulletEnabled val="1"/>
        </dgm:presLayoutVars>
      </dgm:prSet>
      <dgm:spPr/>
    </dgm:pt>
    <dgm:pt modelId="{2CC984C9-C0EC-48C8-9FB6-F9B5B2A44EB4}" type="pres">
      <dgm:prSet presAssocID="{25084D55-8D88-4B77-B7F4-BF8D0356B016}" presName="ThreeNodes_2_text" presStyleLbl="node1" presStyleIdx="2" presStyleCnt="3">
        <dgm:presLayoutVars>
          <dgm:bulletEnabled val="1"/>
        </dgm:presLayoutVars>
      </dgm:prSet>
      <dgm:spPr/>
    </dgm:pt>
    <dgm:pt modelId="{92AAC8E5-4470-48B5-B668-9C806C6D05EB}" type="pres">
      <dgm:prSet presAssocID="{25084D55-8D88-4B77-B7F4-BF8D0356B01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35B7C00-B018-4D0A-97B1-2B199C327D2C}" type="presOf" srcId="{2361EEA1-045B-4918-98C9-3414447A71E9}" destId="{2CC984C9-C0EC-48C8-9FB6-F9B5B2A44EB4}" srcOrd="1" destOrd="0" presId="urn:microsoft.com/office/officeart/2005/8/layout/vProcess5"/>
    <dgm:cxn modelId="{342F0602-8B90-4EE8-9955-D9E97DEE62C0}" type="presOf" srcId="{3D905565-7C2B-4D9E-B4CF-27CC3CDF86B1}" destId="{67EB879A-C626-4CA6-8A16-7A6CCC46E5F7}" srcOrd="0" destOrd="0" presId="urn:microsoft.com/office/officeart/2005/8/layout/vProcess5"/>
    <dgm:cxn modelId="{F1071420-DCAB-45AD-8CE7-E4A92D13D1D6}" type="presOf" srcId="{EA9EFA6F-6880-486C-8732-E8D42F05D60E}" destId="{92AAC8E5-4470-48B5-B668-9C806C6D05EB}" srcOrd="1" destOrd="0" presId="urn:microsoft.com/office/officeart/2005/8/layout/vProcess5"/>
    <dgm:cxn modelId="{CBB06A5D-F086-464E-B068-915BF27C5450}" type="presOf" srcId="{86A43C5F-B3E0-4EEB-AD6F-C442CD06F82E}" destId="{77CACF20-461A-47DC-9BDD-02715B8DD56E}" srcOrd="0" destOrd="0" presId="urn:microsoft.com/office/officeart/2005/8/layout/vProcess5"/>
    <dgm:cxn modelId="{74C7AB44-32FD-421F-A05F-EFC7C6C57E0D}" type="presOf" srcId="{EA9EFA6F-6880-486C-8732-E8D42F05D60E}" destId="{FE3E049D-512D-4067-98F1-06032B8C5B74}" srcOrd="0" destOrd="0" presId="urn:microsoft.com/office/officeart/2005/8/layout/vProcess5"/>
    <dgm:cxn modelId="{DCB46880-CA17-4A14-B458-CC7DDF51506B}" type="presOf" srcId="{7C044BD8-CB58-4F7D-A725-F6468C0CF065}" destId="{CB5A6C73-866B-4D01-8FE8-8D837ED8DFA2}" srcOrd="0" destOrd="0" presId="urn:microsoft.com/office/officeart/2005/8/layout/vProcess5"/>
    <dgm:cxn modelId="{283A7888-841C-409C-B02C-EDC4ADF554BB}" type="presOf" srcId="{3D905565-7C2B-4D9E-B4CF-27CC3CDF86B1}" destId="{1FE69597-E945-4B88-A3C8-1BB166E5D9E9}" srcOrd="1" destOrd="0" presId="urn:microsoft.com/office/officeart/2005/8/layout/vProcess5"/>
    <dgm:cxn modelId="{EE60B28E-1E28-46C9-8C3A-FE23C7EF0C1C}" type="presOf" srcId="{25084D55-8D88-4B77-B7F4-BF8D0356B016}" destId="{C4379B28-BE04-41A2-892F-2070BD50C65A}" srcOrd="0" destOrd="0" presId="urn:microsoft.com/office/officeart/2005/8/layout/vProcess5"/>
    <dgm:cxn modelId="{892BD6C4-15AA-4068-944F-8ED61554D713}" srcId="{25084D55-8D88-4B77-B7F4-BF8D0356B016}" destId="{EA9EFA6F-6880-486C-8732-E8D42F05D60E}" srcOrd="2" destOrd="0" parTransId="{EDA05460-783D-41C7-8658-D98C086607B8}" sibTransId="{364C0822-EA3D-45EF-93D1-1D9789B187C5}"/>
    <dgm:cxn modelId="{C7C443C8-39C9-4373-98B9-E917C5B8851A}" type="presOf" srcId="{2361EEA1-045B-4918-98C9-3414447A71E9}" destId="{B147AB54-AF80-42F0-A7C4-CF334454187B}" srcOrd="0" destOrd="0" presId="urn:microsoft.com/office/officeart/2005/8/layout/vProcess5"/>
    <dgm:cxn modelId="{025CF8C9-77BA-450A-B2D7-6A2139414381}" srcId="{25084D55-8D88-4B77-B7F4-BF8D0356B016}" destId="{2361EEA1-045B-4918-98C9-3414447A71E9}" srcOrd="1" destOrd="0" parTransId="{0827B45F-B0F6-4BEB-9A85-1AF8C8C12810}" sibTransId="{7C044BD8-CB58-4F7D-A725-F6468C0CF065}"/>
    <dgm:cxn modelId="{B15D7CE4-2AC5-4F53-BF14-19803819D72D}" srcId="{25084D55-8D88-4B77-B7F4-BF8D0356B016}" destId="{3D905565-7C2B-4D9E-B4CF-27CC3CDF86B1}" srcOrd="0" destOrd="0" parTransId="{447824AC-AF65-4F36-BFE4-9813C6D9A59B}" sibTransId="{86A43C5F-B3E0-4EEB-AD6F-C442CD06F82E}"/>
    <dgm:cxn modelId="{F8CC8DD6-B926-4225-A8B7-058C4C569D55}" type="presParOf" srcId="{C4379B28-BE04-41A2-892F-2070BD50C65A}" destId="{BC85D527-53D6-455B-A621-8CF767C605D8}" srcOrd="0" destOrd="0" presId="urn:microsoft.com/office/officeart/2005/8/layout/vProcess5"/>
    <dgm:cxn modelId="{2B509A52-EBCF-42A0-9621-A8EC5B77CA0A}" type="presParOf" srcId="{C4379B28-BE04-41A2-892F-2070BD50C65A}" destId="{67EB879A-C626-4CA6-8A16-7A6CCC46E5F7}" srcOrd="1" destOrd="0" presId="urn:microsoft.com/office/officeart/2005/8/layout/vProcess5"/>
    <dgm:cxn modelId="{52B303EF-53B8-498D-80B0-23FF25240E1A}" type="presParOf" srcId="{C4379B28-BE04-41A2-892F-2070BD50C65A}" destId="{B147AB54-AF80-42F0-A7C4-CF334454187B}" srcOrd="2" destOrd="0" presId="urn:microsoft.com/office/officeart/2005/8/layout/vProcess5"/>
    <dgm:cxn modelId="{2ECBB81B-2537-4CD5-802D-C264AF7855F6}" type="presParOf" srcId="{C4379B28-BE04-41A2-892F-2070BD50C65A}" destId="{FE3E049D-512D-4067-98F1-06032B8C5B74}" srcOrd="3" destOrd="0" presId="urn:microsoft.com/office/officeart/2005/8/layout/vProcess5"/>
    <dgm:cxn modelId="{E0863668-7E1A-4220-B174-1FA42F807AC8}" type="presParOf" srcId="{C4379B28-BE04-41A2-892F-2070BD50C65A}" destId="{77CACF20-461A-47DC-9BDD-02715B8DD56E}" srcOrd="4" destOrd="0" presId="urn:microsoft.com/office/officeart/2005/8/layout/vProcess5"/>
    <dgm:cxn modelId="{0EBEC20F-F2F6-42ED-9C65-1DAE9A5DD84B}" type="presParOf" srcId="{C4379B28-BE04-41A2-892F-2070BD50C65A}" destId="{CB5A6C73-866B-4D01-8FE8-8D837ED8DFA2}" srcOrd="5" destOrd="0" presId="urn:microsoft.com/office/officeart/2005/8/layout/vProcess5"/>
    <dgm:cxn modelId="{98130BC1-3295-43E6-8C98-7F73136A213E}" type="presParOf" srcId="{C4379B28-BE04-41A2-892F-2070BD50C65A}" destId="{1FE69597-E945-4B88-A3C8-1BB166E5D9E9}" srcOrd="6" destOrd="0" presId="urn:microsoft.com/office/officeart/2005/8/layout/vProcess5"/>
    <dgm:cxn modelId="{676FA828-6A32-4A4A-BD13-BB5C37E9CE81}" type="presParOf" srcId="{C4379B28-BE04-41A2-892F-2070BD50C65A}" destId="{2CC984C9-C0EC-48C8-9FB6-F9B5B2A44EB4}" srcOrd="7" destOrd="0" presId="urn:microsoft.com/office/officeart/2005/8/layout/vProcess5"/>
    <dgm:cxn modelId="{F710D7A2-ED5C-4FBB-AC9B-468D2B22DB39}" type="presParOf" srcId="{C4379B28-BE04-41A2-892F-2070BD50C65A}" destId="{92AAC8E5-4470-48B5-B668-9C806C6D05E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5EA9738-B7A3-4671-BD4C-5635D9221C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6E3AC2-FCCA-4F0E-9539-0D8091FAFA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- 15GB RAM, 1 nó</a:t>
          </a:r>
        </a:p>
      </dgm:t>
    </dgm:pt>
    <dgm:pt modelId="{BA68AC8F-6DEA-4B63-BCC3-3E65DAB90309}" type="parTrans" cxnId="{94184E97-DDF7-4A10-80D5-ADD69216B70B}">
      <dgm:prSet/>
      <dgm:spPr/>
      <dgm:t>
        <a:bodyPr/>
        <a:lstStyle/>
        <a:p>
          <a:endParaRPr lang="en-US"/>
        </a:p>
      </dgm:t>
    </dgm:pt>
    <dgm:pt modelId="{251EDA39-D32E-4A6C-86BC-6B181875D617}" type="sibTrans" cxnId="{94184E97-DDF7-4A10-80D5-ADD69216B70B}">
      <dgm:prSet/>
      <dgm:spPr/>
      <dgm:t>
        <a:bodyPr/>
        <a:lstStyle/>
        <a:p>
          <a:endParaRPr lang="en-US"/>
        </a:p>
      </dgm:t>
    </dgm:pt>
    <dgm:pt modelId="{AC8E18B6-EE34-43AC-BC58-DC86D0A514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Encerramento após 2 horas de inatividade</a:t>
          </a:r>
        </a:p>
      </dgm:t>
    </dgm:pt>
    <dgm:pt modelId="{093872DB-6D6F-4E94-A6CF-EFF21B3DCE89}" type="parTrans" cxnId="{42BD23BD-6F80-433B-A42A-6BA19618F639}">
      <dgm:prSet/>
      <dgm:spPr/>
      <dgm:t>
        <a:bodyPr/>
        <a:lstStyle/>
        <a:p>
          <a:endParaRPr lang="en-US"/>
        </a:p>
      </dgm:t>
    </dgm:pt>
    <dgm:pt modelId="{A91F7A66-867D-4346-BAEF-75FCF7AA0787}" type="sibTrans" cxnId="{42BD23BD-6F80-433B-A42A-6BA19618F639}">
      <dgm:prSet/>
      <dgm:spPr/>
      <dgm:t>
        <a:bodyPr/>
        <a:lstStyle/>
        <a:p>
          <a:endParaRPr lang="en-US"/>
        </a:p>
      </dgm:t>
    </dgm:pt>
    <dgm:pt modelId="{E73E0E3C-DF5E-42F0-8CFF-C458EC180B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Ideal para aprendizado</a:t>
          </a:r>
        </a:p>
      </dgm:t>
    </dgm:pt>
    <dgm:pt modelId="{8927C5D4-9A3C-45BF-A939-D64386795AD9}" type="parTrans" cxnId="{DC1D20B7-8F4F-45FA-B7C2-F9BC09F466B6}">
      <dgm:prSet/>
      <dgm:spPr/>
      <dgm:t>
        <a:bodyPr/>
        <a:lstStyle/>
        <a:p>
          <a:endParaRPr lang="en-US"/>
        </a:p>
      </dgm:t>
    </dgm:pt>
    <dgm:pt modelId="{B3D01280-DFBF-4C4B-8B40-749DF790D3F0}" type="sibTrans" cxnId="{DC1D20B7-8F4F-45FA-B7C2-F9BC09F466B6}">
      <dgm:prSet/>
      <dgm:spPr/>
      <dgm:t>
        <a:bodyPr/>
        <a:lstStyle/>
        <a:p>
          <a:endParaRPr lang="en-US"/>
        </a:p>
      </dgm:t>
    </dgm:pt>
    <dgm:pt modelId="{82A9586E-4C07-49A1-B70E-063BEAB3A538}" type="pres">
      <dgm:prSet presAssocID="{75EA9738-B7A3-4671-BD4C-5635D9221C5A}" presName="root" presStyleCnt="0">
        <dgm:presLayoutVars>
          <dgm:dir/>
          <dgm:resizeHandles val="exact"/>
        </dgm:presLayoutVars>
      </dgm:prSet>
      <dgm:spPr/>
    </dgm:pt>
    <dgm:pt modelId="{33A9CC9E-6CB2-4E55-98A8-5A515D2D2683}" type="pres">
      <dgm:prSet presAssocID="{BF6E3AC2-FCCA-4F0E-9539-0D8091FAFA14}" presName="compNode" presStyleCnt="0"/>
      <dgm:spPr/>
    </dgm:pt>
    <dgm:pt modelId="{604835AB-B786-4A89-8ECB-B5EC94D814F8}" type="pres">
      <dgm:prSet presAssocID="{BF6E3AC2-FCCA-4F0E-9539-0D8091FAFA14}" presName="bgRect" presStyleLbl="bgShp" presStyleIdx="0" presStyleCnt="3"/>
      <dgm:spPr/>
    </dgm:pt>
    <dgm:pt modelId="{3C702827-708C-4B31-B636-FBD7AB5AEA1A}" type="pres">
      <dgm:prSet presAssocID="{BF6E3AC2-FCCA-4F0E-9539-0D8091FAFA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428A638E-C6F5-4873-B141-8A60CDA4B897}" type="pres">
      <dgm:prSet presAssocID="{BF6E3AC2-FCCA-4F0E-9539-0D8091FAFA14}" presName="spaceRect" presStyleCnt="0"/>
      <dgm:spPr/>
    </dgm:pt>
    <dgm:pt modelId="{62C844F9-1F48-4DD3-A9FF-BEF12E350803}" type="pres">
      <dgm:prSet presAssocID="{BF6E3AC2-FCCA-4F0E-9539-0D8091FAFA14}" presName="parTx" presStyleLbl="revTx" presStyleIdx="0" presStyleCnt="3">
        <dgm:presLayoutVars>
          <dgm:chMax val="0"/>
          <dgm:chPref val="0"/>
        </dgm:presLayoutVars>
      </dgm:prSet>
      <dgm:spPr/>
    </dgm:pt>
    <dgm:pt modelId="{75041B5A-24BE-47EA-8F63-FE12F29E195D}" type="pres">
      <dgm:prSet presAssocID="{251EDA39-D32E-4A6C-86BC-6B181875D617}" presName="sibTrans" presStyleCnt="0"/>
      <dgm:spPr/>
    </dgm:pt>
    <dgm:pt modelId="{8B74A3D1-AC8E-4F9C-AF08-9351A835A5BB}" type="pres">
      <dgm:prSet presAssocID="{AC8E18B6-EE34-43AC-BC58-DC86D0A51407}" presName="compNode" presStyleCnt="0"/>
      <dgm:spPr/>
    </dgm:pt>
    <dgm:pt modelId="{96AAB06E-781E-4F23-9EE2-50C1A40B07F2}" type="pres">
      <dgm:prSet presAssocID="{AC8E18B6-EE34-43AC-BC58-DC86D0A51407}" presName="bgRect" presStyleLbl="bgShp" presStyleIdx="1" presStyleCnt="3"/>
      <dgm:spPr/>
    </dgm:pt>
    <dgm:pt modelId="{728D9A6F-4E77-4F61-92DC-552ED7805442}" type="pres">
      <dgm:prSet presAssocID="{AC8E18B6-EE34-43AC-BC58-DC86D0A514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541DE8F2-CB8E-473B-9AEB-E7CC62DEFF64}" type="pres">
      <dgm:prSet presAssocID="{AC8E18B6-EE34-43AC-BC58-DC86D0A51407}" presName="spaceRect" presStyleCnt="0"/>
      <dgm:spPr/>
    </dgm:pt>
    <dgm:pt modelId="{A451BF2F-DB19-4F4F-90A7-11B0E7882207}" type="pres">
      <dgm:prSet presAssocID="{AC8E18B6-EE34-43AC-BC58-DC86D0A51407}" presName="parTx" presStyleLbl="revTx" presStyleIdx="1" presStyleCnt="3">
        <dgm:presLayoutVars>
          <dgm:chMax val="0"/>
          <dgm:chPref val="0"/>
        </dgm:presLayoutVars>
      </dgm:prSet>
      <dgm:spPr/>
    </dgm:pt>
    <dgm:pt modelId="{F475EC53-CDF6-4EDB-A8F4-05FD4414831E}" type="pres">
      <dgm:prSet presAssocID="{A91F7A66-867D-4346-BAEF-75FCF7AA0787}" presName="sibTrans" presStyleCnt="0"/>
      <dgm:spPr/>
    </dgm:pt>
    <dgm:pt modelId="{33CC0849-7920-4A0D-B658-021405A34144}" type="pres">
      <dgm:prSet presAssocID="{E73E0E3C-DF5E-42F0-8CFF-C458EC180BE0}" presName="compNode" presStyleCnt="0"/>
      <dgm:spPr/>
    </dgm:pt>
    <dgm:pt modelId="{8BD5B697-2E9F-40AA-8F26-303B9F768CEC}" type="pres">
      <dgm:prSet presAssocID="{E73E0E3C-DF5E-42F0-8CFF-C458EC180BE0}" presName="bgRect" presStyleLbl="bgShp" presStyleIdx="2" presStyleCnt="3"/>
      <dgm:spPr/>
    </dgm:pt>
    <dgm:pt modelId="{89DF52AE-F27F-4BFA-AEEF-7BBFD33892B4}" type="pres">
      <dgm:prSet presAssocID="{E73E0E3C-DF5E-42F0-8CFF-C458EC180B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944F4E08-4891-49CD-9AD3-12B3BD44EAAC}" type="pres">
      <dgm:prSet presAssocID="{E73E0E3C-DF5E-42F0-8CFF-C458EC180BE0}" presName="spaceRect" presStyleCnt="0"/>
      <dgm:spPr/>
    </dgm:pt>
    <dgm:pt modelId="{BDAB5A01-AEFE-4C35-9A4E-A8FF554F0ADD}" type="pres">
      <dgm:prSet presAssocID="{E73E0E3C-DF5E-42F0-8CFF-C458EC180B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CB165B-449B-4575-9811-7EFC197E619F}" type="presOf" srcId="{E73E0E3C-DF5E-42F0-8CFF-C458EC180BE0}" destId="{BDAB5A01-AEFE-4C35-9A4E-A8FF554F0ADD}" srcOrd="0" destOrd="0" presId="urn:microsoft.com/office/officeart/2018/2/layout/IconVerticalSolidList"/>
    <dgm:cxn modelId="{BE424B5D-D18C-4814-8BFA-3BC87CBC49A1}" type="presOf" srcId="{75EA9738-B7A3-4671-BD4C-5635D9221C5A}" destId="{82A9586E-4C07-49A1-B70E-063BEAB3A538}" srcOrd="0" destOrd="0" presId="urn:microsoft.com/office/officeart/2018/2/layout/IconVerticalSolidList"/>
    <dgm:cxn modelId="{98B38069-9565-4211-966B-EB965FD31033}" type="presOf" srcId="{BF6E3AC2-FCCA-4F0E-9539-0D8091FAFA14}" destId="{62C844F9-1F48-4DD3-A9FF-BEF12E350803}" srcOrd="0" destOrd="0" presId="urn:microsoft.com/office/officeart/2018/2/layout/IconVerticalSolidList"/>
    <dgm:cxn modelId="{94184E97-DDF7-4A10-80D5-ADD69216B70B}" srcId="{75EA9738-B7A3-4671-BD4C-5635D9221C5A}" destId="{BF6E3AC2-FCCA-4F0E-9539-0D8091FAFA14}" srcOrd="0" destOrd="0" parTransId="{BA68AC8F-6DEA-4B63-BCC3-3E65DAB90309}" sibTransId="{251EDA39-D32E-4A6C-86BC-6B181875D617}"/>
    <dgm:cxn modelId="{DC1D20B7-8F4F-45FA-B7C2-F9BC09F466B6}" srcId="{75EA9738-B7A3-4671-BD4C-5635D9221C5A}" destId="{E73E0E3C-DF5E-42F0-8CFF-C458EC180BE0}" srcOrd="2" destOrd="0" parTransId="{8927C5D4-9A3C-45BF-A939-D64386795AD9}" sibTransId="{B3D01280-DFBF-4C4B-8B40-749DF790D3F0}"/>
    <dgm:cxn modelId="{42BD23BD-6F80-433B-A42A-6BA19618F639}" srcId="{75EA9738-B7A3-4671-BD4C-5635D9221C5A}" destId="{AC8E18B6-EE34-43AC-BC58-DC86D0A51407}" srcOrd="1" destOrd="0" parTransId="{093872DB-6D6F-4E94-A6CF-EFF21B3DCE89}" sibTransId="{A91F7A66-867D-4346-BAEF-75FCF7AA0787}"/>
    <dgm:cxn modelId="{BA6FECC9-7BBF-4326-A67E-B8175C4E8B27}" type="presOf" srcId="{AC8E18B6-EE34-43AC-BC58-DC86D0A51407}" destId="{A451BF2F-DB19-4F4F-90A7-11B0E7882207}" srcOrd="0" destOrd="0" presId="urn:microsoft.com/office/officeart/2018/2/layout/IconVerticalSolidList"/>
    <dgm:cxn modelId="{906D1CCA-70DC-46AA-A581-63EF9756E66E}" type="presParOf" srcId="{82A9586E-4C07-49A1-B70E-063BEAB3A538}" destId="{33A9CC9E-6CB2-4E55-98A8-5A515D2D2683}" srcOrd="0" destOrd="0" presId="urn:microsoft.com/office/officeart/2018/2/layout/IconVerticalSolidList"/>
    <dgm:cxn modelId="{D9020198-F97E-4349-8FCF-D3FAC084055C}" type="presParOf" srcId="{33A9CC9E-6CB2-4E55-98A8-5A515D2D2683}" destId="{604835AB-B786-4A89-8ECB-B5EC94D814F8}" srcOrd="0" destOrd="0" presId="urn:microsoft.com/office/officeart/2018/2/layout/IconVerticalSolidList"/>
    <dgm:cxn modelId="{78CE4941-1AA7-48F9-8CFA-8E5C6B895727}" type="presParOf" srcId="{33A9CC9E-6CB2-4E55-98A8-5A515D2D2683}" destId="{3C702827-708C-4B31-B636-FBD7AB5AEA1A}" srcOrd="1" destOrd="0" presId="urn:microsoft.com/office/officeart/2018/2/layout/IconVerticalSolidList"/>
    <dgm:cxn modelId="{3BDE7985-EF5A-42E8-B9FB-B51EE675CCF9}" type="presParOf" srcId="{33A9CC9E-6CB2-4E55-98A8-5A515D2D2683}" destId="{428A638E-C6F5-4873-B141-8A60CDA4B897}" srcOrd="2" destOrd="0" presId="urn:microsoft.com/office/officeart/2018/2/layout/IconVerticalSolidList"/>
    <dgm:cxn modelId="{6CD0F254-78EA-4E0F-890B-84282CE25B41}" type="presParOf" srcId="{33A9CC9E-6CB2-4E55-98A8-5A515D2D2683}" destId="{62C844F9-1F48-4DD3-A9FF-BEF12E350803}" srcOrd="3" destOrd="0" presId="urn:microsoft.com/office/officeart/2018/2/layout/IconVerticalSolidList"/>
    <dgm:cxn modelId="{2A68320F-16E8-447F-9271-616D5622FB7B}" type="presParOf" srcId="{82A9586E-4C07-49A1-B70E-063BEAB3A538}" destId="{75041B5A-24BE-47EA-8F63-FE12F29E195D}" srcOrd="1" destOrd="0" presId="urn:microsoft.com/office/officeart/2018/2/layout/IconVerticalSolidList"/>
    <dgm:cxn modelId="{D835E8A4-F3BC-4260-9E95-EC7FBA7D7DE5}" type="presParOf" srcId="{82A9586E-4C07-49A1-B70E-063BEAB3A538}" destId="{8B74A3D1-AC8E-4F9C-AF08-9351A835A5BB}" srcOrd="2" destOrd="0" presId="urn:microsoft.com/office/officeart/2018/2/layout/IconVerticalSolidList"/>
    <dgm:cxn modelId="{818736AE-77C9-4C45-A953-756A65E82768}" type="presParOf" srcId="{8B74A3D1-AC8E-4F9C-AF08-9351A835A5BB}" destId="{96AAB06E-781E-4F23-9EE2-50C1A40B07F2}" srcOrd="0" destOrd="0" presId="urn:microsoft.com/office/officeart/2018/2/layout/IconVerticalSolidList"/>
    <dgm:cxn modelId="{8077589C-D79A-4A5F-8EB4-A50EA65DE063}" type="presParOf" srcId="{8B74A3D1-AC8E-4F9C-AF08-9351A835A5BB}" destId="{728D9A6F-4E77-4F61-92DC-552ED7805442}" srcOrd="1" destOrd="0" presId="urn:microsoft.com/office/officeart/2018/2/layout/IconVerticalSolidList"/>
    <dgm:cxn modelId="{4A883FC9-B384-4A3B-8CF5-54F67329E2AC}" type="presParOf" srcId="{8B74A3D1-AC8E-4F9C-AF08-9351A835A5BB}" destId="{541DE8F2-CB8E-473B-9AEB-E7CC62DEFF64}" srcOrd="2" destOrd="0" presId="urn:microsoft.com/office/officeart/2018/2/layout/IconVerticalSolidList"/>
    <dgm:cxn modelId="{E38256CA-218E-4281-B8B0-D47302C2D562}" type="presParOf" srcId="{8B74A3D1-AC8E-4F9C-AF08-9351A835A5BB}" destId="{A451BF2F-DB19-4F4F-90A7-11B0E7882207}" srcOrd="3" destOrd="0" presId="urn:microsoft.com/office/officeart/2018/2/layout/IconVerticalSolidList"/>
    <dgm:cxn modelId="{61C45FC9-E23E-4CE1-A8E1-26CB9D39CA37}" type="presParOf" srcId="{82A9586E-4C07-49A1-B70E-063BEAB3A538}" destId="{F475EC53-CDF6-4EDB-A8F4-05FD4414831E}" srcOrd="3" destOrd="0" presId="urn:microsoft.com/office/officeart/2018/2/layout/IconVerticalSolidList"/>
    <dgm:cxn modelId="{CBA55DBB-B3EC-4868-AC85-83A881830925}" type="presParOf" srcId="{82A9586E-4C07-49A1-B70E-063BEAB3A538}" destId="{33CC0849-7920-4A0D-B658-021405A34144}" srcOrd="4" destOrd="0" presId="urn:microsoft.com/office/officeart/2018/2/layout/IconVerticalSolidList"/>
    <dgm:cxn modelId="{9F17B76B-8BC2-435E-8D1D-76AB461187D3}" type="presParOf" srcId="{33CC0849-7920-4A0D-B658-021405A34144}" destId="{8BD5B697-2E9F-40AA-8F26-303B9F768CEC}" srcOrd="0" destOrd="0" presId="urn:microsoft.com/office/officeart/2018/2/layout/IconVerticalSolidList"/>
    <dgm:cxn modelId="{D61D2799-7963-4FC4-8837-9CB6BA011C5D}" type="presParOf" srcId="{33CC0849-7920-4A0D-B658-021405A34144}" destId="{89DF52AE-F27F-4BFA-AEEF-7BBFD33892B4}" srcOrd="1" destOrd="0" presId="urn:microsoft.com/office/officeart/2018/2/layout/IconVerticalSolidList"/>
    <dgm:cxn modelId="{398B2E13-D4F8-4FFE-9F75-463BF0997920}" type="presParOf" srcId="{33CC0849-7920-4A0D-B658-021405A34144}" destId="{944F4E08-4891-49CD-9AD3-12B3BD44EAAC}" srcOrd="2" destOrd="0" presId="urn:microsoft.com/office/officeart/2018/2/layout/IconVerticalSolidList"/>
    <dgm:cxn modelId="{C3652F07-83E3-40F2-B04F-7B40D34468E4}" type="presParOf" srcId="{33CC0849-7920-4A0D-B658-021405A34144}" destId="{BDAB5A01-AEFE-4C35-9A4E-A8FF554F0A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29B0B38-102E-4EEC-85F1-63358396561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8DF221E-3131-434A-9399-56907605AE59}">
      <dgm:prSet/>
      <dgm:spPr/>
      <dgm:t>
        <a:bodyPr/>
        <a:lstStyle/>
        <a:p>
          <a:r>
            <a:rPr lang="en-US"/>
            <a:t>- Status 'green': pronto</a:t>
          </a:r>
        </a:p>
      </dgm:t>
    </dgm:pt>
    <dgm:pt modelId="{B509804D-8BEA-465F-8551-00910564FEAE}" type="parTrans" cxnId="{BF79F604-8CA6-4590-867A-926A67409EBB}">
      <dgm:prSet/>
      <dgm:spPr/>
      <dgm:t>
        <a:bodyPr/>
        <a:lstStyle/>
        <a:p>
          <a:endParaRPr lang="en-US"/>
        </a:p>
      </dgm:t>
    </dgm:pt>
    <dgm:pt modelId="{EC932AD7-0B30-431A-BEAF-54434160A2CF}" type="sibTrans" cxnId="{BF79F604-8CA6-4590-867A-926A67409EBB}">
      <dgm:prSet/>
      <dgm:spPr/>
      <dgm:t>
        <a:bodyPr/>
        <a:lstStyle/>
        <a:p>
          <a:endParaRPr lang="en-US"/>
        </a:p>
      </dgm:t>
    </dgm:pt>
    <dgm:pt modelId="{CE28CC73-756C-450B-9BE9-8335786DDD5B}">
      <dgm:prSet/>
      <dgm:spPr/>
      <dgm:t>
        <a:bodyPr/>
        <a:lstStyle/>
        <a:p>
          <a:r>
            <a:rPr lang="en-US"/>
            <a:t>- Acessar Notebooks e começar a executar código</a:t>
          </a:r>
        </a:p>
      </dgm:t>
    </dgm:pt>
    <dgm:pt modelId="{90E7BEBD-8E59-4841-BB31-09C2E1088C2D}" type="parTrans" cxnId="{272A1B81-A6A0-4468-950E-92D75E08CB72}">
      <dgm:prSet/>
      <dgm:spPr/>
      <dgm:t>
        <a:bodyPr/>
        <a:lstStyle/>
        <a:p>
          <a:endParaRPr lang="en-US"/>
        </a:p>
      </dgm:t>
    </dgm:pt>
    <dgm:pt modelId="{EAE4BDC6-1772-4D37-9780-7F66A8070A93}" type="sibTrans" cxnId="{272A1B81-A6A0-4468-950E-92D75E08CB72}">
      <dgm:prSet/>
      <dgm:spPr/>
      <dgm:t>
        <a:bodyPr/>
        <a:lstStyle/>
        <a:p>
          <a:endParaRPr lang="en-US"/>
        </a:p>
      </dgm:t>
    </dgm:pt>
    <dgm:pt modelId="{6119C390-39E2-401D-A539-777C4E997D19}" type="pres">
      <dgm:prSet presAssocID="{529B0B38-102E-4EEC-85F1-633583965616}" presName="root" presStyleCnt="0">
        <dgm:presLayoutVars>
          <dgm:dir/>
          <dgm:resizeHandles val="exact"/>
        </dgm:presLayoutVars>
      </dgm:prSet>
      <dgm:spPr/>
    </dgm:pt>
    <dgm:pt modelId="{81964C10-A874-478E-BF96-7E98C70E4167}" type="pres">
      <dgm:prSet presAssocID="{88DF221E-3131-434A-9399-56907605AE59}" presName="compNode" presStyleCnt="0"/>
      <dgm:spPr/>
    </dgm:pt>
    <dgm:pt modelId="{65EC5D6D-0A36-419F-9B4F-653873E24D8E}" type="pres">
      <dgm:prSet presAssocID="{88DF221E-3131-434A-9399-56907605AE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lsação"/>
        </a:ext>
      </dgm:extLst>
    </dgm:pt>
    <dgm:pt modelId="{64B3CED7-11B1-42F0-BF11-746B4B3DC421}" type="pres">
      <dgm:prSet presAssocID="{88DF221E-3131-434A-9399-56907605AE59}" presName="spaceRect" presStyleCnt="0"/>
      <dgm:spPr/>
    </dgm:pt>
    <dgm:pt modelId="{593A5DF4-6F6E-4929-B7AD-385D616DD4DE}" type="pres">
      <dgm:prSet presAssocID="{88DF221E-3131-434A-9399-56907605AE59}" presName="textRect" presStyleLbl="revTx" presStyleIdx="0" presStyleCnt="2">
        <dgm:presLayoutVars>
          <dgm:chMax val="1"/>
          <dgm:chPref val="1"/>
        </dgm:presLayoutVars>
      </dgm:prSet>
      <dgm:spPr/>
    </dgm:pt>
    <dgm:pt modelId="{F80AB97D-5B0E-460C-9CC7-410E40DDB042}" type="pres">
      <dgm:prSet presAssocID="{EC932AD7-0B30-431A-BEAF-54434160A2CF}" presName="sibTrans" presStyleCnt="0"/>
      <dgm:spPr/>
    </dgm:pt>
    <dgm:pt modelId="{6E203E02-54EA-493D-9618-FBB12951676D}" type="pres">
      <dgm:prSet presAssocID="{CE28CC73-756C-450B-9BE9-8335786DDD5B}" presName="compNode" presStyleCnt="0"/>
      <dgm:spPr/>
    </dgm:pt>
    <dgm:pt modelId="{1F9F2FA3-A34E-4576-9B1A-22C2BA1D0A5F}" type="pres">
      <dgm:prSet presAssocID="{CE28CC73-756C-450B-9BE9-8335786DDD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2D855A6-C8AA-486D-B722-9450E13DD963}" type="pres">
      <dgm:prSet presAssocID="{CE28CC73-756C-450B-9BE9-8335786DDD5B}" presName="spaceRect" presStyleCnt="0"/>
      <dgm:spPr/>
    </dgm:pt>
    <dgm:pt modelId="{ACBAE067-575A-4D86-84EC-88DAE14C6546}" type="pres">
      <dgm:prSet presAssocID="{CE28CC73-756C-450B-9BE9-8335786DDD5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F79F604-8CA6-4590-867A-926A67409EBB}" srcId="{529B0B38-102E-4EEC-85F1-633583965616}" destId="{88DF221E-3131-434A-9399-56907605AE59}" srcOrd="0" destOrd="0" parTransId="{B509804D-8BEA-465F-8551-00910564FEAE}" sibTransId="{EC932AD7-0B30-431A-BEAF-54434160A2CF}"/>
    <dgm:cxn modelId="{7BC4CE33-9803-4637-AACE-F0E2D9C9EEB9}" type="presOf" srcId="{CE28CC73-756C-450B-9BE9-8335786DDD5B}" destId="{ACBAE067-575A-4D86-84EC-88DAE14C6546}" srcOrd="0" destOrd="0" presId="urn:microsoft.com/office/officeart/2018/2/layout/IconLabelList"/>
    <dgm:cxn modelId="{16C21C38-9DB7-4F73-83B2-23157FBF81EA}" type="presOf" srcId="{88DF221E-3131-434A-9399-56907605AE59}" destId="{593A5DF4-6F6E-4929-B7AD-385D616DD4DE}" srcOrd="0" destOrd="0" presId="urn:microsoft.com/office/officeart/2018/2/layout/IconLabelList"/>
    <dgm:cxn modelId="{272A1B81-A6A0-4468-950E-92D75E08CB72}" srcId="{529B0B38-102E-4EEC-85F1-633583965616}" destId="{CE28CC73-756C-450B-9BE9-8335786DDD5B}" srcOrd="1" destOrd="0" parTransId="{90E7BEBD-8E59-4841-BB31-09C2E1088C2D}" sibTransId="{EAE4BDC6-1772-4D37-9780-7F66A8070A93}"/>
    <dgm:cxn modelId="{3AD86CA3-C7BD-47D6-BD70-F49F0E890C97}" type="presOf" srcId="{529B0B38-102E-4EEC-85F1-633583965616}" destId="{6119C390-39E2-401D-A539-777C4E997D19}" srcOrd="0" destOrd="0" presId="urn:microsoft.com/office/officeart/2018/2/layout/IconLabelList"/>
    <dgm:cxn modelId="{3007E43D-C730-4A67-A228-7B5E900C9AFD}" type="presParOf" srcId="{6119C390-39E2-401D-A539-777C4E997D19}" destId="{81964C10-A874-478E-BF96-7E98C70E4167}" srcOrd="0" destOrd="0" presId="urn:microsoft.com/office/officeart/2018/2/layout/IconLabelList"/>
    <dgm:cxn modelId="{9CCDBFFA-DBFC-457E-8118-600310272309}" type="presParOf" srcId="{81964C10-A874-478E-BF96-7E98C70E4167}" destId="{65EC5D6D-0A36-419F-9B4F-653873E24D8E}" srcOrd="0" destOrd="0" presId="urn:microsoft.com/office/officeart/2018/2/layout/IconLabelList"/>
    <dgm:cxn modelId="{E53F7F89-A685-4742-A97B-A80570B467CC}" type="presParOf" srcId="{81964C10-A874-478E-BF96-7E98C70E4167}" destId="{64B3CED7-11B1-42F0-BF11-746B4B3DC421}" srcOrd="1" destOrd="0" presId="urn:microsoft.com/office/officeart/2018/2/layout/IconLabelList"/>
    <dgm:cxn modelId="{2BC6E7A6-D839-49DE-B3E0-F1F165AF9B17}" type="presParOf" srcId="{81964C10-A874-478E-BF96-7E98C70E4167}" destId="{593A5DF4-6F6E-4929-B7AD-385D616DD4DE}" srcOrd="2" destOrd="0" presId="urn:microsoft.com/office/officeart/2018/2/layout/IconLabelList"/>
    <dgm:cxn modelId="{6D4AA00A-5CCA-4766-931C-0E9CEE6BD772}" type="presParOf" srcId="{6119C390-39E2-401D-A539-777C4E997D19}" destId="{F80AB97D-5B0E-460C-9CC7-410E40DDB042}" srcOrd="1" destOrd="0" presId="urn:microsoft.com/office/officeart/2018/2/layout/IconLabelList"/>
    <dgm:cxn modelId="{5BC67CCA-5226-491C-85BF-4E9B51C3A103}" type="presParOf" srcId="{6119C390-39E2-401D-A539-777C4E997D19}" destId="{6E203E02-54EA-493D-9618-FBB12951676D}" srcOrd="2" destOrd="0" presId="urn:microsoft.com/office/officeart/2018/2/layout/IconLabelList"/>
    <dgm:cxn modelId="{0F74EBA0-60CA-4310-B522-A510302A90F5}" type="presParOf" srcId="{6E203E02-54EA-493D-9618-FBB12951676D}" destId="{1F9F2FA3-A34E-4576-9B1A-22C2BA1D0A5F}" srcOrd="0" destOrd="0" presId="urn:microsoft.com/office/officeart/2018/2/layout/IconLabelList"/>
    <dgm:cxn modelId="{C0B88B29-E8DA-480A-AB83-18F3FD82C797}" type="presParOf" srcId="{6E203E02-54EA-493D-9618-FBB12951676D}" destId="{A2D855A6-C8AA-486D-B722-9450E13DD963}" srcOrd="1" destOrd="0" presId="urn:microsoft.com/office/officeart/2018/2/layout/IconLabelList"/>
    <dgm:cxn modelId="{6AD90D38-C186-444E-B1FA-EE4DC9531660}" type="presParOf" srcId="{6E203E02-54EA-493D-9618-FBB12951676D}" destId="{ACBAE067-575A-4D86-84EC-88DAE14C654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8097BC6-2289-44B5-B7A8-DD154A45EF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8F9C7C-13EF-434B-A46C-A3DEF4D737C9}">
      <dgm:prSet/>
      <dgm:spPr/>
      <dgm:t>
        <a:bodyPr/>
        <a:lstStyle/>
        <a:p>
          <a:r>
            <a:rPr lang="en-US"/>
            <a:t>- Menu inicial → Import &amp; Explore Data</a:t>
          </a:r>
        </a:p>
      </dgm:t>
    </dgm:pt>
    <dgm:pt modelId="{D4558F31-6CD4-4239-978D-B8AF2704145B}" type="parTrans" cxnId="{66766B3C-E7CC-4BCD-8403-EFC71A97C546}">
      <dgm:prSet/>
      <dgm:spPr/>
      <dgm:t>
        <a:bodyPr/>
        <a:lstStyle/>
        <a:p>
          <a:endParaRPr lang="en-US"/>
        </a:p>
      </dgm:t>
    </dgm:pt>
    <dgm:pt modelId="{D2505490-B0F4-4240-A67E-D13E0CA8CD01}" type="sibTrans" cxnId="{66766B3C-E7CC-4BCD-8403-EFC71A97C546}">
      <dgm:prSet/>
      <dgm:spPr/>
      <dgm:t>
        <a:bodyPr/>
        <a:lstStyle/>
        <a:p>
          <a:endParaRPr lang="en-US"/>
        </a:p>
      </dgm:t>
    </dgm:pt>
    <dgm:pt modelId="{5F8D63A8-3304-4F16-AB2F-5BADB6164F1C}">
      <dgm:prSet/>
      <dgm:spPr/>
      <dgm:t>
        <a:bodyPr/>
        <a:lstStyle/>
        <a:p>
          <a:r>
            <a:rPr lang="en-US"/>
            <a:t>- Arraste o arquivo `carros.csv`</a:t>
          </a:r>
        </a:p>
      </dgm:t>
    </dgm:pt>
    <dgm:pt modelId="{FC9829F4-050A-4304-8E45-FCCAD4A4C084}" type="parTrans" cxnId="{B8C5CB72-13D2-4FDC-988E-0700E6611992}">
      <dgm:prSet/>
      <dgm:spPr/>
      <dgm:t>
        <a:bodyPr/>
        <a:lstStyle/>
        <a:p>
          <a:endParaRPr lang="en-US"/>
        </a:p>
      </dgm:t>
    </dgm:pt>
    <dgm:pt modelId="{54A21686-E0D6-48AC-BC7D-56F86DBF6D4E}" type="sibTrans" cxnId="{B8C5CB72-13D2-4FDC-988E-0700E6611992}">
      <dgm:prSet/>
      <dgm:spPr/>
      <dgm:t>
        <a:bodyPr/>
        <a:lstStyle/>
        <a:p>
          <a:endParaRPr lang="en-US"/>
        </a:p>
      </dgm:t>
    </dgm:pt>
    <dgm:pt modelId="{20808025-F9AF-4D4C-B3EA-A0C04F454D43}">
      <dgm:prSet/>
      <dgm:spPr/>
      <dgm:t>
        <a:bodyPr/>
        <a:lstStyle/>
        <a:p>
          <a:r>
            <a:rPr lang="en-US"/>
            <a:t>- Copie o caminho para uso no notebook</a:t>
          </a:r>
        </a:p>
      </dgm:t>
    </dgm:pt>
    <dgm:pt modelId="{E008F6FF-1A17-4B6F-93BD-0DC5BE736F04}" type="parTrans" cxnId="{A0BBC7AE-C41E-4B9C-9D8E-A6A50EC22A33}">
      <dgm:prSet/>
      <dgm:spPr/>
      <dgm:t>
        <a:bodyPr/>
        <a:lstStyle/>
        <a:p>
          <a:endParaRPr lang="en-US"/>
        </a:p>
      </dgm:t>
    </dgm:pt>
    <dgm:pt modelId="{0F5FBFBA-D15A-4D49-966E-41397D11F48E}" type="sibTrans" cxnId="{A0BBC7AE-C41E-4B9C-9D8E-A6A50EC22A33}">
      <dgm:prSet/>
      <dgm:spPr/>
      <dgm:t>
        <a:bodyPr/>
        <a:lstStyle/>
        <a:p>
          <a:endParaRPr lang="en-US"/>
        </a:p>
      </dgm:t>
    </dgm:pt>
    <dgm:pt modelId="{3D97E861-B01A-416F-892E-91E48D9B3D94}" type="pres">
      <dgm:prSet presAssocID="{68097BC6-2289-44B5-B7A8-DD154A45EF1D}" presName="root" presStyleCnt="0">
        <dgm:presLayoutVars>
          <dgm:dir/>
          <dgm:resizeHandles val="exact"/>
        </dgm:presLayoutVars>
      </dgm:prSet>
      <dgm:spPr/>
    </dgm:pt>
    <dgm:pt modelId="{1CF8A1EC-81ED-4A96-8AED-E6CA5ACD5EA4}" type="pres">
      <dgm:prSet presAssocID="{D28F9C7C-13EF-434B-A46C-A3DEF4D737C9}" presName="compNode" presStyleCnt="0"/>
      <dgm:spPr/>
    </dgm:pt>
    <dgm:pt modelId="{ACD4729A-7BF0-4191-AD33-E8C076943525}" type="pres">
      <dgm:prSet presAssocID="{D28F9C7C-13EF-434B-A46C-A3DEF4D737C9}" presName="bgRect" presStyleLbl="bgShp" presStyleIdx="0" presStyleCnt="3"/>
      <dgm:spPr/>
    </dgm:pt>
    <dgm:pt modelId="{40CBC2E2-C6C2-4DEB-8FF4-9199B60B0D09}" type="pres">
      <dgm:prSet presAssocID="{D28F9C7C-13EF-434B-A46C-A3DEF4D737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0593B8C4-F018-458A-B185-E39C821E4D25}" type="pres">
      <dgm:prSet presAssocID="{D28F9C7C-13EF-434B-A46C-A3DEF4D737C9}" presName="spaceRect" presStyleCnt="0"/>
      <dgm:spPr/>
    </dgm:pt>
    <dgm:pt modelId="{EB30DA50-613E-4EF4-AC68-B02FEB287F3F}" type="pres">
      <dgm:prSet presAssocID="{D28F9C7C-13EF-434B-A46C-A3DEF4D737C9}" presName="parTx" presStyleLbl="revTx" presStyleIdx="0" presStyleCnt="3">
        <dgm:presLayoutVars>
          <dgm:chMax val="0"/>
          <dgm:chPref val="0"/>
        </dgm:presLayoutVars>
      </dgm:prSet>
      <dgm:spPr/>
    </dgm:pt>
    <dgm:pt modelId="{278FFD59-50A2-4D5D-B8F5-D20D1709CD1F}" type="pres">
      <dgm:prSet presAssocID="{D2505490-B0F4-4240-A67E-D13E0CA8CD01}" presName="sibTrans" presStyleCnt="0"/>
      <dgm:spPr/>
    </dgm:pt>
    <dgm:pt modelId="{9569F809-3D12-4DC1-904C-18BB988F12CC}" type="pres">
      <dgm:prSet presAssocID="{5F8D63A8-3304-4F16-AB2F-5BADB6164F1C}" presName="compNode" presStyleCnt="0"/>
      <dgm:spPr/>
    </dgm:pt>
    <dgm:pt modelId="{77AA727D-D4BE-43E3-8D17-C5BBB6AA2092}" type="pres">
      <dgm:prSet presAssocID="{5F8D63A8-3304-4F16-AB2F-5BADB6164F1C}" presName="bgRect" presStyleLbl="bgShp" presStyleIdx="1" presStyleCnt="3"/>
      <dgm:spPr/>
    </dgm:pt>
    <dgm:pt modelId="{8251627F-3EEB-452D-9F0C-DD3B0CF9E6B9}" type="pres">
      <dgm:prSet presAssocID="{5F8D63A8-3304-4F16-AB2F-5BADB6164F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849F1F5-0F88-41DE-B3A4-386952837230}" type="pres">
      <dgm:prSet presAssocID="{5F8D63A8-3304-4F16-AB2F-5BADB6164F1C}" presName="spaceRect" presStyleCnt="0"/>
      <dgm:spPr/>
    </dgm:pt>
    <dgm:pt modelId="{37D2F681-819C-46F7-B772-76FC325FEA6B}" type="pres">
      <dgm:prSet presAssocID="{5F8D63A8-3304-4F16-AB2F-5BADB6164F1C}" presName="parTx" presStyleLbl="revTx" presStyleIdx="1" presStyleCnt="3">
        <dgm:presLayoutVars>
          <dgm:chMax val="0"/>
          <dgm:chPref val="0"/>
        </dgm:presLayoutVars>
      </dgm:prSet>
      <dgm:spPr/>
    </dgm:pt>
    <dgm:pt modelId="{2276FC0C-EC25-4055-AA9D-D635544FC35B}" type="pres">
      <dgm:prSet presAssocID="{54A21686-E0D6-48AC-BC7D-56F86DBF6D4E}" presName="sibTrans" presStyleCnt="0"/>
      <dgm:spPr/>
    </dgm:pt>
    <dgm:pt modelId="{1B7FA2B4-0548-48E9-8373-AFFB0A249497}" type="pres">
      <dgm:prSet presAssocID="{20808025-F9AF-4D4C-B3EA-A0C04F454D43}" presName="compNode" presStyleCnt="0"/>
      <dgm:spPr/>
    </dgm:pt>
    <dgm:pt modelId="{E2736004-4DFE-4B2C-A0F3-50939A6D8ACB}" type="pres">
      <dgm:prSet presAssocID="{20808025-F9AF-4D4C-B3EA-A0C04F454D43}" presName="bgRect" presStyleLbl="bgShp" presStyleIdx="2" presStyleCnt="3"/>
      <dgm:spPr/>
    </dgm:pt>
    <dgm:pt modelId="{51AF7116-EE8C-4EBA-BD6B-72CB4527FE8B}" type="pres">
      <dgm:prSet presAssocID="{20808025-F9AF-4D4C-B3EA-A0C04F454D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0DC45924-98D2-4D71-A431-2A836A3A8935}" type="pres">
      <dgm:prSet presAssocID="{20808025-F9AF-4D4C-B3EA-A0C04F454D43}" presName="spaceRect" presStyleCnt="0"/>
      <dgm:spPr/>
    </dgm:pt>
    <dgm:pt modelId="{5C36F112-841A-4E64-AD57-E3BF1F134BF1}" type="pres">
      <dgm:prSet presAssocID="{20808025-F9AF-4D4C-B3EA-A0C04F454D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41EF03-ABAA-4858-BB3A-1559263C4237}" type="presOf" srcId="{20808025-F9AF-4D4C-B3EA-A0C04F454D43}" destId="{5C36F112-841A-4E64-AD57-E3BF1F134BF1}" srcOrd="0" destOrd="0" presId="urn:microsoft.com/office/officeart/2018/2/layout/IconVerticalSolidList"/>
    <dgm:cxn modelId="{66766B3C-E7CC-4BCD-8403-EFC71A97C546}" srcId="{68097BC6-2289-44B5-B7A8-DD154A45EF1D}" destId="{D28F9C7C-13EF-434B-A46C-A3DEF4D737C9}" srcOrd="0" destOrd="0" parTransId="{D4558F31-6CD4-4239-978D-B8AF2704145B}" sibTransId="{D2505490-B0F4-4240-A67E-D13E0CA8CD01}"/>
    <dgm:cxn modelId="{F1903067-5E67-403D-9053-D9B935FA5ECB}" type="presOf" srcId="{68097BC6-2289-44B5-B7A8-DD154A45EF1D}" destId="{3D97E861-B01A-416F-892E-91E48D9B3D94}" srcOrd="0" destOrd="0" presId="urn:microsoft.com/office/officeart/2018/2/layout/IconVerticalSolidList"/>
    <dgm:cxn modelId="{B8C5CB72-13D2-4FDC-988E-0700E6611992}" srcId="{68097BC6-2289-44B5-B7A8-DD154A45EF1D}" destId="{5F8D63A8-3304-4F16-AB2F-5BADB6164F1C}" srcOrd="1" destOrd="0" parTransId="{FC9829F4-050A-4304-8E45-FCCAD4A4C084}" sibTransId="{54A21686-E0D6-48AC-BC7D-56F86DBF6D4E}"/>
    <dgm:cxn modelId="{4509D27E-877F-44A0-965A-7B8EE52FB9E6}" type="presOf" srcId="{D28F9C7C-13EF-434B-A46C-A3DEF4D737C9}" destId="{EB30DA50-613E-4EF4-AC68-B02FEB287F3F}" srcOrd="0" destOrd="0" presId="urn:microsoft.com/office/officeart/2018/2/layout/IconVerticalSolidList"/>
    <dgm:cxn modelId="{A1D59681-65C2-4A47-BA88-B4A1DC38B106}" type="presOf" srcId="{5F8D63A8-3304-4F16-AB2F-5BADB6164F1C}" destId="{37D2F681-819C-46F7-B772-76FC325FEA6B}" srcOrd="0" destOrd="0" presId="urn:microsoft.com/office/officeart/2018/2/layout/IconVerticalSolidList"/>
    <dgm:cxn modelId="{A0BBC7AE-C41E-4B9C-9D8E-A6A50EC22A33}" srcId="{68097BC6-2289-44B5-B7A8-DD154A45EF1D}" destId="{20808025-F9AF-4D4C-B3EA-A0C04F454D43}" srcOrd="2" destOrd="0" parTransId="{E008F6FF-1A17-4B6F-93BD-0DC5BE736F04}" sibTransId="{0F5FBFBA-D15A-4D49-966E-41397D11F48E}"/>
    <dgm:cxn modelId="{F98A3C9F-6CC4-4061-B4F2-B8600667E699}" type="presParOf" srcId="{3D97E861-B01A-416F-892E-91E48D9B3D94}" destId="{1CF8A1EC-81ED-4A96-8AED-E6CA5ACD5EA4}" srcOrd="0" destOrd="0" presId="urn:microsoft.com/office/officeart/2018/2/layout/IconVerticalSolidList"/>
    <dgm:cxn modelId="{444F9C81-CD5F-4A3D-8D3E-539855D2C049}" type="presParOf" srcId="{1CF8A1EC-81ED-4A96-8AED-E6CA5ACD5EA4}" destId="{ACD4729A-7BF0-4191-AD33-E8C076943525}" srcOrd="0" destOrd="0" presId="urn:microsoft.com/office/officeart/2018/2/layout/IconVerticalSolidList"/>
    <dgm:cxn modelId="{5D242B83-DA7E-494A-8E90-CC4BE2269C73}" type="presParOf" srcId="{1CF8A1EC-81ED-4A96-8AED-E6CA5ACD5EA4}" destId="{40CBC2E2-C6C2-4DEB-8FF4-9199B60B0D09}" srcOrd="1" destOrd="0" presId="urn:microsoft.com/office/officeart/2018/2/layout/IconVerticalSolidList"/>
    <dgm:cxn modelId="{1B35A7D0-3D0A-4D79-BC09-E04AEAAA6BDF}" type="presParOf" srcId="{1CF8A1EC-81ED-4A96-8AED-E6CA5ACD5EA4}" destId="{0593B8C4-F018-458A-B185-E39C821E4D25}" srcOrd="2" destOrd="0" presId="urn:microsoft.com/office/officeart/2018/2/layout/IconVerticalSolidList"/>
    <dgm:cxn modelId="{F6AB19C4-E233-4E73-8311-C78E7EB2CA44}" type="presParOf" srcId="{1CF8A1EC-81ED-4A96-8AED-E6CA5ACD5EA4}" destId="{EB30DA50-613E-4EF4-AC68-B02FEB287F3F}" srcOrd="3" destOrd="0" presId="urn:microsoft.com/office/officeart/2018/2/layout/IconVerticalSolidList"/>
    <dgm:cxn modelId="{3CFC4179-8079-4642-AA5B-2125A07AB6D2}" type="presParOf" srcId="{3D97E861-B01A-416F-892E-91E48D9B3D94}" destId="{278FFD59-50A2-4D5D-B8F5-D20D1709CD1F}" srcOrd="1" destOrd="0" presId="urn:microsoft.com/office/officeart/2018/2/layout/IconVerticalSolidList"/>
    <dgm:cxn modelId="{F8720231-7AEC-4E8B-AC1F-B8A2C3C9F6C9}" type="presParOf" srcId="{3D97E861-B01A-416F-892E-91E48D9B3D94}" destId="{9569F809-3D12-4DC1-904C-18BB988F12CC}" srcOrd="2" destOrd="0" presId="urn:microsoft.com/office/officeart/2018/2/layout/IconVerticalSolidList"/>
    <dgm:cxn modelId="{09447876-B988-4591-9E78-B2175A446274}" type="presParOf" srcId="{9569F809-3D12-4DC1-904C-18BB988F12CC}" destId="{77AA727D-D4BE-43E3-8D17-C5BBB6AA2092}" srcOrd="0" destOrd="0" presId="urn:microsoft.com/office/officeart/2018/2/layout/IconVerticalSolidList"/>
    <dgm:cxn modelId="{1105EDA7-D5C4-49F0-9852-A034B48DCEF5}" type="presParOf" srcId="{9569F809-3D12-4DC1-904C-18BB988F12CC}" destId="{8251627F-3EEB-452D-9F0C-DD3B0CF9E6B9}" srcOrd="1" destOrd="0" presId="urn:microsoft.com/office/officeart/2018/2/layout/IconVerticalSolidList"/>
    <dgm:cxn modelId="{D013EBA1-A840-42DD-88AC-E6C6FAB73043}" type="presParOf" srcId="{9569F809-3D12-4DC1-904C-18BB988F12CC}" destId="{C849F1F5-0F88-41DE-B3A4-386952837230}" srcOrd="2" destOrd="0" presId="urn:microsoft.com/office/officeart/2018/2/layout/IconVerticalSolidList"/>
    <dgm:cxn modelId="{6C6F0B57-2201-435C-994A-E8D4486A32CE}" type="presParOf" srcId="{9569F809-3D12-4DC1-904C-18BB988F12CC}" destId="{37D2F681-819C-46F7-B772-76FC325FEA6B}" srcOrd="3" destOrd="0" presId="urn:microsoft.com/office/officeart/2018/2/layout/IconVerticalSolidList"/>
    <dgm:cxn modelId="{222F6E61-7C7A-4931-818A-0DD91EE94511}" type="presParOf" srcId="{3D97E861-B01A-416F-892E-91E48D9B3D94}" destId="{2276FC0C-EC25-4055-AA9D-D635544FC35B}" srcOrd="3" destOrd="0" presId="urn:microsoft.com/office/officeart/2018/2/layout/IconVerticalSolidList"/>
    <dgm:cxn modelId="{3A8D0782-0437-4DEC-9575-687673777574}" type="presParOf" srcId="{3D97E861-B01A-416F-892E-91E48D9B3D94}" destId="{1B7FA2B4-0548-48E9-8373-AFFB0A249497}" srcOrd="4" destOrd="0" presId="urn:microsoft.com/office/officeart/2018/2/layout/IconVerticalSolidList"/>
    <dgm:cxn modelId="{27B1F509-C4BD-41E6-8A25-B3C32BF3AF80}" type="presParOf" srcId="{1B7FA2B4-0548-48E9-8373-AFFB0A249497}" destId="{E2736004-4DFE-4B2C-A0F3-50939A6D8ACB}" srcOrd="0" destOrd="0" presId="urn:microsoft.com/office/officeart/2018/2/layout/IconVerticalSolidList"/>
    <dgm:cxn modelId="{8FF5BEFC-E637-45D2-B279-5D49DDB68F59}" type="presParOf" srcId="{1B7FA2B4-0548-48E9-8373-AFFB0A249497}" destId="{51AF7116-EE8C-4EBA-BD6B-72CB4527FE8B}" srcOrd="1" destOrd="0" presId="urn:microsoft.com/office/officeart/2018/2/layout/IconVerticalSolidList"/>
    <dgm:cxn modelId="{AC7565D5-174E-424A-A6D2-4EB2BAC57C23}" type="presParOf" srcId="{1B7FA2B4-0548-48E9-8373-AFFB0A249497}" destId="{0DC45924-98D2-4D71-A431-2A836A3A8935}" srcOrd="2" destOrd="0" presId="urn:microsoft.com/office/officeart/2018/2/layout/IconVerticalSolidList"/>
    <dgm:cxn modelId="{C9F4704B-9F74-4208-B2C0-57B78F44A938}" type="presParOf" srcId="{1B7FA2B4-0548-48E9-8373-AFFB0A249497}" destId="{5C36F112-841A-4E64-AD57-E3BF1F134B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66FF4DC-28AE-4AEA-ABD7-B6BCA13E0D3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BF6219-C8BE-4AE4-860D-FAF2EC298FEE}">
      <dgm:prSet/>
      <dgm:spPr/>
      <dgm:t>
        <a:bodyPr/>
        <a:lstStyle/>
        <a:p>
          <a:r>
            <a:rPr lang="en-US"/>
            <a:t>- Pode ser renomeado (ex: `carros.csv`)</a:t>
          </a:r>
        </a:p>
      </dgm:t>
    </dgm:pt>
    <dgm:pt modelId="{B03CC806-3FD2-42BB-96EF-134A0E0D3A9D}" type="parTrans" cxnId="{95B50D34-85AF-4C26-9209-F0BB801CF600}">
      <dgm:prSet/>
      <dgm:spPr/>
      <dgm:t>
        <a:bodyPr/>
        <a:lstStyle/>
        <a:p>
          <a:endParaRPr lang="en-US"/>
        </a:p>
      </dgm:t>
    </dgm:pt>
    <dgm:pt modelId="{94817C15-F780-445F-A5BA-8EA159372966}" type="sibTrans" cxnId="{95B50D34-85AF-4C26-9209-F0BB801CF600}">
      <dgm:prSet/>
      <dgm:spPr/>
      <dgm:t>
        <a:bodyPr/>
        <a:lstStyle/>
        <a:p>
          <a:endParaRPr lang="en-US"/>
        </a:p>
      </dgm:t>
    </dgm:pt>
    <dgm:pt modelId="{DF95BB4C-1FC3-414F-91D8-7C6418054363}">
      <dgm:prSet/>
      <dgm:spPr/>
      <dgm:t>
        <a:bodyPr/>
        <a:lstStyle/>
        <a:p>
          <a:r>
            <a:rPr lang="en-US"/>
            <a:t>- Use o caminho completo correto no código</a:t>
          </a:r>
        </a:p>
      </dgm:t>
    </dgm:pt>
    <dgm:pt modelId="{30723DB5-7A89-4F79-B286-E162ED496A77}" type="parTrans" cxnId="{09400D84-C9DC-4F13-BF75-7F305144B71E}">
      <dgm:prSet/>
      <dgm:spPr/>
      <dgm:t>
        <a:bodyPr/>
        <a:lstStyle/>
        <a:p>
          <a:endParaRPr lang="en-US"/>
        </a:p>
      </dgm:t>
    </dgm:pt>
    <dgm:pt modelId="{9D60EFB5-387B-47FD-ACA8-19B3D0CB6994}" type="sibTrans" cxnId="{09400D84-C9DC-4F13-BF75-7F305144B71E}">
      <dgm:prSet/>
      <dgm:spPr/>
      <dgm:t>
        <a:bodyPr/>
        <a:lstStyle/>
        <a:p>
          <a:endParaRPr lang="en-US"/>
        </a:p>
      </dgm:t>
    </dgm:pt>
    <dgm:pt modelId="{7A368CA3-1E0F-4E23-B8FA-4C384BDCAB8C}" type="pres">
      <dgm:prSet presAssocID="{E66FF4DC-28AE-4AEA-ABD7-B6BCA13E0D3B}" presName="linear" presStyleCnt="0">
        <dgm:presLayoutVars>
          <dgm:animLvl val="lvl"/>
          <dgm:resizeHandles val="exact"/>
        </dgm:presLayoutVars>
      </dgm:prSet>
      <dgm:spPr/>
    </dgm:pt>
    <dgm:pt modelId="{019B2641-3AC4-4ED8-8AA5-EAD0B074AC8B}" type="pres">
      <dgm:prSet presAssocID="{D6BF6219-C8BE-4AE4-860D-FAF2EC298F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87D420-4B93-4553-9B18-6F4F49779B52}" type="pres">
      <dgm:prSet presAssocID="{94817C15-F780-445F-A5BA-8EA159372966}" presName="spacer" presStyleCnt="0"/>
      <dgm:spPr/>
    </dgm:pt>
    <dgm:pt modelId="{D879200C-BDC1-44B1-890C-BD594FDC489A}" type="pres">
      <dgm:prSet presAssocID="{DF95BB4C-1FC3-414F-91D8-7C64180543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5B50D34-85AF-4C26-9209-F0BB801CF600}" srcId="{E66FF4DC-28AE-4AEA-ABD7-B6BCA13E0D3B}" destId="{D6BF6219-C8BE-4AE4-860D-FAF2EC298FEE}" srcOrd="0" destOrd="0" parTransId="{B03CC806-3FD2-42BB-96EF-134A0E0D3A9D}" sibTransId="{94817C15-F780-445F-A5BA-8EA159372966}"/>
    <dgm:cxn modelId="{5A1B775B-05C9-41C6-95FE-BA7A63B1713E}" type="presOf" srcId="{DF95BB4C-1FC3-414F-91D8-7C6418054363}" destId="{D879200C-BDC1-44B1-890C-BD594FDC489A}" srcOrd="0" destOrd="0" presId="urn:microsoft.com/office/officeart/2005/8/layout/vList2"/>
    <dgm:cxn modelId="{4586EE48-E761-473C-B4A3-6264BED72BAE}" type="presOf" srcId="{E66FF4DC-28AE-4AEA-ABD7-B6BCA13E0D3B}" destId="{7A368CA3-1E0F-4E23-B8FA-4C384BDCAB8C}" srcOrd="0" destOrd="0" presId="urn:microsoft.com/office/officeart/2005/8/layout/vList2"/>
    <dgm:cxn modelId="{09400D84-C9DC-4F13-BF75-7F305144B71E}" srcId="{E66FF4DC-28AE-4AEA-ABD7-B6BCA13E0D3B}" destId="{DF95BB4C-1FC3-414F-91D8-7C6418054363}" srcOrd="1" destOrd="0" parTransId="{30723DB5-7A89-4F79-B286-E162ED496A77}" sibTransId="{9D60EFB5-387B-47FD-ACA8-19B3D0CB6994}"/>
    <dgm:cxn modelId="{FE606CCC-4007-4825-8B2D-2D0F65357686}" type="presOf" srcId="{D6BF6219-C8BE-4AE4-860D-FAF2EC298FEE}" destId="{019B2641-3AC4-4ED8-8AA5-EAD0B074AC8B}" srcOrd="0" destOrd="0" presId="urn:microsoft.com/office/officeart/2005/8/layout/vList2"/>
    <dgm:cxn modelId="{6160435B-7BF3-4231-8B1F-8C082586324B}" type="presParOf" srcId="{7A368CA3-1E0F-4E23-B8FA-4C384BDCAB8C}" destId="{019B2641-3AC4-4ED8-8AA5-EAD0B074AC8B}" srcOrd="0" destOrd="0" presId="urn:microsoft.com/office/officeart/2005/8/layout/vList2"/>
    <dgm:cxn modelId="{E9E0C283-EABD-4FC1-AEF0-BA0E711259C8}" type="presParOf" srcId="{7A368CA3-1E0F-4E23-B8FA-4C384BDCAB8C}" destId="{5E87D420-4B93-4553-9B18-6F4F49779B52}" srcOrd="1" destOrd="0" presId="urn:microsoft.com/office/officeart/2005/8/layout/vList2"/>
    <dgm:cxn modelId="{A959D42F-BAD9-40D2-8DD1-EFCB4ECEA5EC}" type="presParOf" srcId="{7A368CA3-1E0F-4E23-B8FA-4C384BDCAB8C}" destId="{D879200C-BDC1-44B1-890C-BD594FDC489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0CFB8B3-DC6F-4A43-AB2E-2CA081BB66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24C7CD-CE6B-427F-92C3-7902BE7E76D0}">
      <dgm:prSet/>
      <dgm:spPr/>
      <dgm:t>
        <a:bodyPr/>
        <a:lstStyle/>
        <a:p>
          <a:r>
            <a:rPr lang="en-US"/>
            <a:t>- Toda operação gera um novo DataFrame</a:t>
          </a:r>
        </a:p>
      </dgm:t>
    </dgm:pt>
    <dgm:pt modelId="{97344C87-A473-4C2D-A406-7C62F2DCD2BA}" type="parTrans" cxnId="{C4A8A542-F626-4A94-BBFD-AD3C4A2CFBC6}">
      <dgm:prSet/>
      <dgm:spPr/>
      <dgm:t>
        <a:bodyPr/>
        <a:lstStyle/>
        <a:p>
          <a:endParaRPr lang="en-US"/>
        </a:p>
      </dgm:t>
    </dgm:pt>
    <dgm:pt modelId="{C922E413-F1D7-4664-97F3-972BE99E8520}" type="sibTrans" cxnId="{C4A8A542-F626-4A94-BBFD-AD3C4A2CFBC6}">
      <dgm:prSet/>
      <dgm:spPr/>
      <dgm:t>
        <a:bodyPr/>
        <a:lstStyle/>
        <a:p>
          <a:endParaRPr lang="en-US"/>
        </a:p>
      </dgm:t>
    </dgm:pt>
    <dgm:pt modelId="{02749E7D-CD71-4904-8E7A-2A02B93BC913}">
      <dgm:prSet/>
      <dgm:spPr/>
      <dgm:t>
        <a:bodyPr/>
        <a:lstStyle/>
        <a:p>
          <a:r>
            <a:rPr lang="en-US"/>
            <a:t>- Princípio funcional → evita efeitos colaterais</a:t>
          </a:r>
        </a:p>
      </dgm:t>
    </dgm:pt>
    <dgm:pt modelId="{E83040D6-AEEF-475A-9AA2-D8FD42F7E8CD}" type="parTrans" cxnId="{70554FE2-CB82-4747-BAC0-56EB16BFEDF8}">
      <dgm:prSet/>
      <dgm:spPr/>
      <dgm:t>
        <a:bodyPr/>
        <a:lstStyle/>
        <a:p>
          <a:endParaRPr lang="en-US"/>
        </a:p>
      </dgm:t>
    </dgm:pt>
    <dgm:pt modelId="{F663D5B7-F975-4CA5-9EAD-6DEB91965970}" type="sibTrans" cxnId="{70554FE2-CB82-4747-BAC0-56EB16BFEDF8}">
      <dgm:prSet/>
      <dgm:spPr/>
      <dgm:t>
        <a:bodyPr/>
        <a:lstStyle/>
        <a:p>
          <a:endParaRPr lang="en-US"/>
        </a:p>
      </dgm:t>
    </dgm:pt>
    <dgm:pt modelId="{C0C6D257-9686-400C-8183-7362B6D37878}" type="pres">
      <dgm:prSet presAssocID="{60CFB8B3-DC6F-4A43-AB2E-2CA081BB66C0}" presName="linear" presStyleCnt="0">
        <dgm:presLayoutVars>
          <dgm:animLvl val="lvl"/>
          <dgm:resizeHandles val="exact"/>
        </dgm:presLayoutVars>
      </dgm:prSet>
      <dgm:spPr/>
    </dgm:pt>
    <dgm:pt modelId="{4355C994-EC7C-49D9-8BB7-59D3C09B4AAB}" type="pres">
      <dgm:prSet presAssocID="{B824C7CD-CE6B-427F-92C3-7902BE7E76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0305E9-640C-4833-8306-7D442EF09BCE}" type="pres">
      <dgm:prSet presAssocID="{C922E413-F1D7-4664-97F3-972BE99E8520}" presName="spacer" presStyleCnt="0"/>
      <dgm:spPr/>
    </dgm:pt>
    <dgm:pt modelId="{B65EBBEA-CED6-4DF8-B1E6-42755611B036}" type="pres">
      <dgm:prSet presAssocID="{02749E7D-CD71-4904-8E7A-2A02B93BC9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DCF2133-F77B-4B5B-ADF5-F5EB8041CC4E}" type="presOf" srcId="{60CFB8B3-DC6F-4A43-AB2E-2CA081BB66C0}" destId="{C0C6D257-9686-400C-8183-7362B6D37878}" srcOrd="0" destOrd="0" presId="urn:microsoft.com/office/officeart/2005/8/layout/vList2"/>
    <dgm:cxn modelId="{C4A8A542-F626-4A94-BBFD-AD3C4A2CFBC6}" srcId="{60CFB8B3-DC6F-4A43-AB2E-2CA081BB66C0}" destId="{B824C7CD-CE6B-427F-92C3-7902BE7E76D0}" srcOrd="0" destOrd="0" parTransId="{97344C87-A473-4C2D-A406-7C62F2DCD2BA}" sibTransId="{C922E413-F1D7-4664-97F3-972BE99E8520}"/>
    <dgm:cxn modelId="{05CCDB6D-18C5-4F40-819D-7861D34F0AC9}" type="presOf" srcId="{02749E7D-CD71-4904-8E7A-2A02B93BC913}" destId="{B65EBBEA-CED6-4DF8-B1E6-42755611B036}" srcOrd="0" destOrd="0" presId="urn:microsoft.com/office/officeart/2005/8/layout/vList2"/>
    <dgm:cxn modelId="{70554FE2-CB82-4747-BAC0-56EB16BFEDF8}" srcId="{60CFB8B3-DC6F-4A43-AB2E-2CA081BB66C0}" destId="{02749E7D-CD71-4904-8E7A-2A02B93BC913}" srcOrd="1" destOrd="0" parTransId="{E83040D6-AEEF-475A-9AA2-D8FD42F7E8CD}" sibTransId="{F663D5B7-F975-4CA5-9EAD-6DEB91965970}"/>
    <dgm:cxn modelId="{6F748FE6-A891-49D9-8C6A-ED8C27730BE4}" type="presOf" srcId="{B824C7CD-CE6B-427F-92C3-7902BE7E76D0}" destId="{4355C994-EC7C-49D9-8BB7-59D3C09B4AAB}" srcOrd="0" destOrd="0" presId="urn:microsoft.com/office/officeart/2005/8/layout/vList2"/>
    <dgm:cxn modelId="{D0ADBA02-F73E-4A21-9D6D-0CA6DD8DBA33}" type="presParOf" srcId="{C0C6D257-9686-400C-8183-7362B6D37878}" destId="{4355C994-EC7C-49D9-8BB7-59D3C09B4AAB}" srcOrd="0" destOrd="0" presId="urn:microsoft.com/office/officeart/2005/8/layout/vList2"/>
    <dgm:cxn modelId="{A3E6F2F9-D464-4D08-A8A9-EC0565C17FD8}" type="presParOf" srcId="{C0C6D257-9686-400C-8183-7362B6D37878}" destId="{E00305E9-640C-4833-8306-7D442EF09BCE}" srcOrd="1" destOrd="0" presId="urn:microsoft.com/office/officeart/2005/8/layout/vList2"/>
    <dgm:cxn modelId="{D5A39D6C-A752-496C-9E92-0B70FEAAABA8}" type="presParOf" srcId="{C0C6D257-9686-400C-8183-7362B6D37878}" destId="{B65EBBEA-CED6-4DF8-B1E6-42755611B03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A62B278-3A69-45FB-8E6F-3D69DAF05A44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913421C-29D6-4353-964B-58B3067E4FED}">
      <dgm:prSet custT="1"/>
      <dgm:spPr/>
      <dgm:t>
        <a:bodyPr/>
        <a:lstStyle/>
        <a:p>
          <a:pPr algn="l"/>
          <a:r>
            <a:rPr lang="en-US" sz="1400" dirty="0"/>
            <a:t>1. </a:t>
          </a:r>
          <a:r>
            <a:rPr lang="en-US" sz="1400" dirty="0" err="1"/>
            <a:t>Criar</a:t>
          </a:r>
          <a:r>
            <a:rPr lang="en-US" sz="1400" dirty="0"/>
            <a:t> </a:t>
          </a:r>
          <a:r>
            <a:rPr lang="en-US" sz="1400" dirty="0" err="1"/>
            <a:t>conta</a:t>
          </a:r>
          <a:r>
            <a:rPr lang="en-US" sz="1400" dirty="0"/>
            <a:t> no Databricks (Community Edition)</a:t>
          </a:r>
        </a:p>
      </dgm:t>
    </dgm:pt>
    <dgm:pt modelId="{E3BB91DD-354B-4ACC-B106-824044892837}" type="parTrans" cxnId="{C25DD168-BB76-4FEF-9A1A-7C73E3E18328}">
      <dgm:prSet/>
      <dgm:spPr/>
      <dgm:t>
        <a:bodyPr/>
        <a:lstStyle/>
        <a:p>
          <a:endParaRPr lang="en-US"/>
        </a:p>
      </dgm:t>
    </dgm:pt>
    <dgm:pt modelId="{41070BAB-F9E7-4F48-B0C8-F3B0F3CFDA99}" type="sibTrans" cxnId="{C25DD168-BB76-4FEF-9A1A-7C73E3E18328}">
      <dgm:prSet/>
      <dgm:spPr/>
      <dgm:t>
        <a:bodyPr/>
        <a:lstStyle/>
        <a:p>
          <a:endParaRPr lang="en-US"/>
        </a:p>
      </dgm:t>
    </dgm:pt>
    <dgm:pt modelId="{34F40A00-78E5-43B3-A7ED-120E828923EB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Acessar</a:t>
          </a:r>
          <a:r>
            <a:rPr lang="en-US" sz="900" dirty="0"/>
            <a:t> https://community.cloud.databricks.com</a:t>
          </a:r>
        </a:p>
      </dgm:t>
    </dgm:pt>
    <dgm:pt modelId="{00026A78-5120-4DF2-B60E-8B230236134B}" type="parTrans" cxnId="{E9030C8E-E2A9-4116-8060-DAC233B0DB05}">
      <dgm:prSet/>
      <dgm:spPr/>
      <dgm:t>
        <a:bodyPr/>
        <a:lstStyle/>
        <a:p>
          <a:endParaRPr lang="en-US"/>
        </a:p>
      </dgm:t>
    </dgm:pt>
    <dgm:pt modelId="{D4DEA2A0-2D94-433D-BCE6-D11F49E6F5F0}" type="sibTrans" cxnId="{E9030C8E-E2A9-4116-8060-DAC233B0DB05}">
      <dgm:prSet/>
      <dgm:spPr/>
      <dgm:t>
        <a:bodyPr/>
        <a:lstStyle/>
        <a:p>
          <a:endParaRPr lang="en-US"/>
        </a:p>
      </dgm:t>
    </dgm:pt>
    <dgm:pt modelId="{CAA739FE-680E-48B6-BBC6-961780524348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Cadastrar</a:t>
          </a:r>
          <a:r>
            <a:rPr lang="en-US" sz="900" dirty="0"/>
            <a:t>-se </a:t>
          </a:r>
          <a:r>
            <a:rPr lang="en-US" sz="900" dirty="0" err="1"/>
            <a:t>gratuitamente</a:t>
          </a:r>
          <a:endParaRPr lang="en-US" sz="900" dirty="0"/>
        </a:p>
      </dgm:t>
    </dgm:pt>
    <dgm:pt modelId="{72F709D3-E3D5-451D-B60E-420910FE3D21}" type="parTrans" cxnId="{58A9EC30-384F-4FC1-B1C9-AFD57F0BC40F}">
      <dgm:prSet/>
      <dgm:spPr/>
      <dgm:t>
        <a:bodyPr/>
        <a:lstStyle/>
        <a:p>
          <a:endParaRPr lang="en-US"/>
        </a:p>
      </dgm:t>
    </dgm:pt>
    <dgm:pt modelId="{08F2D3BA-F7DD-4DB4-9755-A0A84821080B}" type="sibTrans" cxnId="{58A9EC30-384F-4FC1-B1C9-AFD57F0BC40F}">
      <dgm:prSet/>
      <dgm:spPr/>
      <dgm:t>
        <a:bodyPr/>
        <a:lstStyle/>
        <a:p>
          <a:endParaRPr lang="en-US"/>
        </a:p>
      </dgm:t>
    </dgm:pt>
    <dgm:pt modelId="{D9D9F99B-63DE-402B-8D45-D6EF93F5FC3B}">
      <dgm:prSet custT="1"/>
      <dgm:spPr/>
      <dgm:t>
        <a:bodyPr/>
        <a:lstStyle/>
        <a:p>
          <a:pPr algn="l"/>
          <a:r>
            <a:rPr lang="en-US" sz="1400" dirty="0"/>
            <a:t>2. </a:t>
          </a:r>
          <a:r>
            <a:rPr lang="en-US" sz="1400" dirty="0" err="1"/>
            <a:t>Criar</a:t>
          </a:r>
          <a:r>
            <a:rPr lang="en-US" sz="1400" dirty="0"/>
            <a:t> um Cluster Spark</a:t>
          </a:r>
        </a:p>
      </dgm:t>
    </dgm:pt>
    <dgm:pt modelId="{07B040E5-E14B-41A3-BAA9-A09053FDCAEC}" type="parTrans" cxnId="{925004F2-7F73-4F2C-ADBB-956D8D5DB9D3}">
      <dgm:prSet/>
      <dgm:spPr/>
      <dgm:t>
        <a:bodyPr/>
        <a:lstStyle/>
        <a:p>
          <a:endParaRPr lang="en-US"/>
        </a:p>
      </dgm:t>
    </dgm:pt>
    <dgm:pt modelId="{7D3F7619-2EDB-47D4-9B65-7ECA98BC02BE}" type="sibTrans" cxnId="{925004F2-7F73-4F2C-ADBB-956D8D5DB9D3}">
      <dgm:prSet/>
      <dgm:spPr/>
      <dgm:t>
        <a:bodyPr/>
        <a:lstStyle/>
        <a:p>
          <a:endParaRPr lang="en-US"/>
        </a:p>
      </dgm:t>
    </dgm:pt>
    <dgm:pt modelId="{D1479F72-DC9B-44F3-B018-A58A327F2656}">
      <dgm:prSet custT="1"/>
      <dgm:spPr/>
      <dgm:t>
        <a:bodyPr/>
        <a:lstStyle/>
        <a:p>
          <a:pPr algn="l"/>
          <a:r>
            <a:rPr lang="en-US" sz="900" dirty="0"/>
            <a:t>- Menu lateral → Compute → Create Cluster</a:t>
          </a:r>
        </a:p>
      </dgm:t>
    </dgm:pt>
    <dgm:pt modelId="{E3886CE3-8588-4087-BBFC-76C979592C5B}" type="parTrans" cxnId="{8AF95DF3-AE65-4698-BD44-7468D5A274D0}">
      <dgm:prSet/>
      <dgm:spPr/>
      <dgm:t>
        <a:bodyPr/>
        <a:lstStyle/>
        <a:p>
          <a:endParaRPr lang="en-US"/>
        </a:p>
      </dgm:t>
    </dgm:pt>
    <dgm:pt modelId="{21E2DB9B-10D9-4F0A-8C3D-D4F01903699C}" type="sibTrans" cxnId="{8AF95DF3-AE65-4698-BD44-7468D5A274D0}">
      <dgm:prSet/>
      <dgm:spPr/>
      <dgm:t>
        <a:bodyPr/>
        <a:lstStyle/>
        <a:p>
          <a:endParaRPr lang="en-US"/>
        </a:p>
      </dgm:t>
    </dgm:pt>
    <dgm:pt modelId="{547E2467-F2B3-4D8D-8109-68AAE4AA6E56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Definir</a:t>
          </a:r>
          <a:r>
            <a:rPr lang="en-US" sz="900" dirty="0"/>
            <a:t> </a:t>
          </a:r>
          <a:r>
            <a:rPr lang="en-US" sz="900" dirty="0" err="1"/>
            <a:t>nome</a:t>
          </a:r>
          <a:r>
            <a:rPr lang="en-US" sz="900" dirty="0"/>
            <a:t> e </a:t>
          </a:r>
          <a:r>
            <a:rPr lang="en-US" sz="900" dirty="0" err="1"/>
            <a:t>versão</a:t>
          </a:r>
          <a:r>
            <a:rPr lang="en-US" sz="900" dirty="0"/>
            <a:t> do Spark</a:t>
          </a:r>
        </a:p>
      </dgm:t>
    </dgm:pt>
    <dgm:pt modelId="{305325F1-B7A1-41A4-B465-27AD3C7D1A43}" type="parTrans" cxnId="{DAF33ABE-8295-4C2A-B4F4-C7D17B3BFBF4}">
      <dgm:prSet/>
      <dgm:spPr/>
      <dgm:t>
        <a:bodyPr/>
        <a:lstStyle/>
        <a:p>
          <a:endParaRPr lang="en-US"/>
        </a:p>
      </dgm:t>
    </dgm:pt>
    <dgm:pt modelId="{AE6763AE-06FF-437F-9D59-0828607DEC45}" type="sibTrans" cxnId="{DAF33ABE-8295-4C2A-B4F4-C7D17B3BFBF4}">
      <dgm:prSet/>
      <dgm:spPr/>
      <dgm:t>
        <a:bodyPr/>
        <a:lstStyle/>
        <a:p>
          <a:endParaRPr lang="en-US"/>
        </a:p>
      </dgm:t>
    </dgm:pt>
    <dgm:pt modelId="{91A5DB3A-E6D4-4B09-A8FF-F32899930755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Aguardar</a:t>
          </a:r>
          <a:r>
            <a:rPr lang="en-US" sz="900" dirty="0"/>
            <a:t> status “Running”</a:t>
          </a:r>
        </a:p>
      </dgm:t>
    </dgm:pt>
    <dgm:pt modelId="{553CB181-A489-4822-B1A5-1B89EA4F3288}" type="parTrans" cxnId="{63C27C92-1E37-4806-9C15-2685CFB3ED07}">
      <dgm:prSet/>
      <dgm:spPr/>
      <dgm:t>
        <a:bodyPr/>
        <a:lstStyle/>
        <a:p>
          <a:endParaRPr lang="en-US"/>
        </a:p>
      </dgm:t>
    </dgm:pt>
    <dgm:pt modelId="{69BA758D-69D5-47BC-A444-110249E37F45}" type="sibTrans" cxnId="{63C27C92-1E37-4806-9C15-2685CFB3ED07}">
      <dgm:prSet/>
      <dgm:spPr/>
      <dgm:t>
        <a:bodyPr/>
        <a:lstStyle/>
        <a:p>
          <a:endParaRPr lang="en-US"/>
        </a:p>
      </dgm:t>
    </dgm:pt>
    <dgm:pt modelId="{0AC14AE0-E58E-40FC-BD1E-6585FD6641AC}">
      <dgm:prSet custT="1"/>
      <dgm:spPr/>
      <dgm:t>
        <a:bodyPr/>
        <a:lstStyle/>
        <a:p>
          <a:pPr algn="l"/>
          <a:r>
            <a:rPr lang="en-US" sz="1400" dirty="0"/>
            <a:t>3. </a:t>
          </a:r>
          <a:r>
            <a:rPr lang="en-US" sz="1400" dirty="0" err="1"/>
            <a:t>Importar</a:t>
          </a:r>
          <a:r>
            <a:rPr lang="en-US" sz="1400" dirty="0"/>
            <a:t> o </a:t>
          </a:r>
          <a:r>
            <a:rPr lang="en-US" sz="1400" dirty="0" err="1"/>
            <a:t>arquivo</a:t>
          </a:r>
          <a:r>
            <a:rPr lang="en-US" sz="1400" dirty="0"/>
            <a:t> CSV (Carros-.csv)</a:t>
          </a:r>
        </a:p>
      </dgm:t>
    </dgm:pt>
    <dgm:pt modelId="{AF883443-DF19-4AE1-82D3-751A2962ACA3}" type="parTrans" cxnId="{BC370C9C-1E87-4BC5-897F-9F655F0F9A64}">
      <dgm:prSet/>
      <dgm:spPr/>
      <dgm:t>
        <a:bodyPr/>
        <a:lstStyle/>
        <a:p>
          <a:endParaRPr lang="en-US"/>
        </a:p>
      </dgm:t>
    </dgm:pt>
    <dgm:pt modelId="{58681D58-6C53-4BC8-A9BF-3B8521055013}" type="sibTrans" cxnId="{BC370C9C-1E87-4BC5-897F-9F655F0F9A64}">
      <dgm:prSet/>
      <dgm:spPr/>
      <dgm:t>
        <a:bodyPr/>
        <a:lstStyle/>
        <a:p>
          <a:endParaRPr lang="en-US"/>
        </a:p>
      </dgm:t>
    </dgm:pt>
    <dgm:pt modelId="{35C533F2-3A91-4D2F-9E18-B331212B66BF}">
      <dgm:prSet custT="1"/>
      <dgm:spPr/>
      <dgm:t>
        <a:bodyPr/>
        <a:lstStyle/>
        <a:p>
          <a:pPr algn="l"/>
          <a:r>
            <a:rPr lang="en-US" sz="900" dirty="0"/>
            <a:t>- Menu </a:t>
          </a:r>
          <a:r>
            <a:rPr lang="en-US" sz="900" dirty="0" err="1"/>
            <a:t>inicial</a:t>
          </a:r>
          <a:r>
            <a:rPr lang="en-US" sz="900" dirty="0"/>
            <a:t> → Import &amp; Explore Data</a:t>
          </a:r>
        </a:p>
      </dgm:t>
    </dgm:pt>
    <dgm:pt modelId="{5AE22556-88B5-4F0B-A424-DFA93542A945}" type="parTrans" cxnId="{D521F47E-29A4-479F-97A2-5FFD13A69219}">
      <dgm:prSet/>
      <dgm:spPr/>
      <dgm:t>
        <a:bodyPr/>
        <a:lstStyle/>
        <a:p>
          <a:endParaRPr lang="en-US"/>
        </a:p>
      </dgm:t>
    </dgm:pt>
    <dgm:pt modelId="{FC5066FB-1962-4B2A-A622-EE4CF3B7000D}" type="sibTrans" cxnId="{D521F47E-29A4-479F-97A2-5FFD13A69219}">
      <dgm:prSet/>
      <dgm:spPr/>
      <dgm:t>
        <a:bodyPr/>
        <a:lstStyle/>
        <a:p>
          <a:endParaRPr lang="en-US"/>
        </a:p>
      </dgm:t>
    </dgm:pt>
    <dgm:pt modelId="{83370163-2FA7-4937-A93A-E37B189E15AD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Arrastar</a:t>
          </a:r>
          <a:r>
            <a:rPr lang="en-US" sz="900" dirty="0"/>
            <a:t> o </a:t>
          </a:r>
          <a:r>
            <a:rPr lang="en-US" sz="900" dirty="0" err="1"/>
            <a:t>arquivo</a:t>
          </a:r>
          <a:r>
            <a:rPr lang="en-US" sz="900" dirty="0"/>
            <a:t> e </a:t>
          </a:r>
          <a:r>
            <a:rPr lang="en-US" sz="900" dirty="0" err="1"/>
            <a:t>copiar</a:t>
          </a:r>
          <a:r>
            <a:rPr lang="en-US" sz="900" dirty="0"/>
            <a:t> </a:t>
          </a:r>
          <a:r>
            <a:rPr lang="en-US" sz="900" dirty="0" err="1"/>
            <a:t>caminho</a:t>
          </a:r>
          <a:r>
            <a:rPr lang="en-US" sz="900" dirty="0"/>
            <a:t> </a:t>
          </a:r>
          <a:r>
            <a:rPr lang="en-US" sz="900" dirty="0" err="1"/>
            <a:t>gerado</a:t>
          </a:r>
          <a:endParaRPr lang="en-US" sz="900" dirty="0"/>
        </a:p>
      </dgm:t>
    </dgm:pt>
    <dgm:pt modelId="{0B6D7828-825E-41DC-8998-A449238D3404}" type="parTrans" cxnId="{28712A77-0392-4C59-BD49-60CA6A7F2EC5}">
      <dgm:prSet/>
      <dgm:spPr/>
      <dgm:t>
        <a:bodyPr/>
        <a:lstStyle/>
        <a:p>
          <a:endParaRPr lang="en-US"/>
        </a:p>
      </dgm:t>
    </dgm:pt>
    <dgm:pt modelId="{58437865-CED2-435E-8B67-4AA85B1C741A}" type="sibTrans" cxnId="{28712A77-0392-4C59-BD49-60CA6A7F2EC5}">
      <dgm:prSet/>
      <dgm:spPr/>
      <dgm:t>
        <a:bodyPr/>
        <a:lstStyle/>
        <a:p>
          <a:endParaRPr lang="en-US"/>
        </a:p>
      </dgm:t>
    </dgm:pt>
    <dgm:pt modelId="{076E0CBC-D0DD-4A51-950D-A03A63F7A0B9}">
      <dgm:prSet custT="1"/>
      <dgm:spPr/>
      <dgm:t>
        <a:bodyPr/>
        <a:lstStyle/>
        <a:p>
          <a:pPr algn="l"/>
          <a:r>
            <a:rPr lang="en-US" sz="1400" dirty="0"/>
            <a:t>4. </a:t>
          </a:r>
          <a:r>
            <a:rPr lang="en-US" sz="1400" dirty="0" err="1"/>
            <a:t>Importar</a:t>
          </a:r>
          <a:r>
            <a:rPr lang="en-US" sz="1400" dirty="0"/>
            <a:t> </a:t>
          </a:r>
          <a:r>
            <a:rPr lang="en-US" sz="1400" dirty="0" err="1"/>
            <a:t>ou</a:t>
          </a:r>
          <a:r>
            <a:rPr lang="en-US" sz="1400" dirty="0"/>
            <a:t> </a:t>
          </a:r>
          <a:r>
            <a:rPr lang="en-US" sz="1400" dirty="0" err="1"/>
            <a:t>criar</a:t>
          </a:r>
          <a:r>
            <a:rPr lang="en-US" sz="1400" dirty="0"/>
            <a:t> Notebook</a:t>
          </a:r>
        </a:p>
      </dgm:t>
    </dgm:pt>
    <dgm:pt modelId="{9C2A7EC7-6DF1-4FB0-A7C2-EAFEFA448375}" type="parTrans" cxnId="{15332AD7-E489-4ADD-A49B-30CA27800CEA}">
      <dgm:prSet/>
      <dgm:spPr/>
      <dgm:t>
        <a:bodyPr/>
        <a:lstStyle/>
        <a:p>
          <a:endParaRPr lang="en-US"/>
        </a:p>
      </dgm:t>
    </dgm:pt>
    <dgm:pt modelId="{D8D67BFF-F46E-4C9C-8A52-C734A9556599}" type="sibTrans" cxnId="{15332AD7-E489-4ADD-A49B-30CA27800CEA}">
      <dgm:prSet/>
      <dgm:spPr/>
      <dgm:t>
        <a:bodyPr/>
        <a:lstStyle/>
        <a:p>
          <a:endParaRPr lang="en-US"/>
        </a:p>
      </dgm:t>
    </dgm:pt>
    <dgm:pt modelId="{534B37F5-F073-4E1C-A585-A32FDAB3001D}">
      <dgm:prSet custT="1"/>
      <dgm:spPr/>
      <dgm:t>
        <a:bodyPr/>
        <a:lstStyle/>
        <a:p>
          <a:pPr algn="l"/>
          <a:r>
            <a:rPr lang="en-US" sz="900" dirty="0"/>
            <a:t>- Workspace → Import </a:t>
          </a:r>
          <a:r>
            <a:rPr lang="en-US" sz="900" dirty="0" err="1"/>
            <a:t>ou</a:t>
          </a:r>
          <a:r>
            <a:rPr lang="en-US" sz="900" dirty="0"/>
            <a:t> Create</a:t>
          </a:r>
        </a:p>
      </dgm:t>
    </dgm:pt>
    <dgm:pt modelId="{2876EE6F-0A43-4851-BDCE-26918093AB0D}" type="parTrans" cxnId="{6A8C053E-6596-4993-BFE9-07657697877A}">
      <dgm:prSet/>
      <dgm:spPr/>
      <dgm:t>
        <a:bodyPr/>
        <a:lstStyle/>
        <a:p>
          <a:endParaRPr lang="en-US"/>
        </a:p>
      </dgm:t>
    </dgm:pt>
    <dgm:pt modelId="{ADC12A54-2B5C-4288-83F5-59DCA025AA76}" type="sibTrans" cxnId="{6A8C053E-6596-4993-BFE9-07657697877A}">
      <dgm:prSet/>
      <dgm:spPr/>
      <dgm:t>
        <a:bodyPr/>
        <a:lstStyle/>
        <a:p>
          <a:endParaRPr lang="en-US"/>
        </a:p>
      </dgm:t>
    </dgm:pt>
    <dgm:pt modelId="{71BE0D25-6F46-41BD-A5D4-A4DE04A90C38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Vincular</a:t>
          </a:r>
          <a:r>
            <a:rPr lang="en-US" sz="900" dirty="0"/>
            <a:t> notebook </a:t>
          </a:r>
          <a:r>
            <a:rPr lang="en-US" sz="900" dirty="0" err="1"/>
            <a:t>ao</a:t>
          </a:r>
          <a:r>
            <a:rPr lang="en-US" sz="900" dirty="0"/>
            <a:t> cluster</a:t>
          </a:r>
        </a:p>
      </dgm:t>
    </dgm:pt>
    <dgm:pt modelId="{1226C010-66B0-4686-A0F8-ACDDE5950AA8}" type="parTrans" cxnId="{F52C7E41-1E9E-4296-82E2-EAA98751A61A}">
      <dgm:prSet/>
      <dgm:spPr/>
      <dgm:t>
        <a:bodyPr/>
        <a:lstStyle/>
        <a:p>
          <a:endParaRPr lang="en-US"/>
        </a:p>
      </dgm:t>
    </dgm:pt>
    <dgm:pt modelId="{AF183E76-8218-4DEF-B108-BEBE0BA1E5EF}" type="sibTrans" cxnId="{F52C7E41-1E9E-4296-82E2-EAA98751A61A}">
      <dgm:prSet/>
      <dgm:spPr/>
      <dgm:t>
        <a:bodyPr/>
        <a:lstStyle/>
        <a:p>
          <a:endParaRPr lang="en-US"/>
        </a:p>
      </dgm:t>
    </dgm:pt>
    <dgm:pt modelId="{0C845CBC-F32E-401D-96D8-69CF0753CDEE}">
      <dgm:prSet custT="1"/>
      <dgm:spPr/>
      <dgm:t>
        <a:bodyPr/>
        <a:lstStyle/>
        <a:p>
          <a:pPr algn="l"/>
          <a:r>
            <a:rPr lang="en-US" sz="1400" dirty="0"/>
            <a:t>5. Ler o CSV com </a:t>
          </a:r>
          <a:r>
            <a:rPr lang="en-US" sz="1400" dirty="0" err="1"/>
            <a:t>PySpark</a:t>
          </a:r>
          <a:endParaRPr lang="en-US" sz="1400" dirty="0"/>
        </a:p>
      </dgm:t>
    </dgm:pt>
    <dgm:pt modelId="{9559537F-43B6-48FA-9D13-417587E55E2C}" type="parTrans" cxnId="{74B84530-9994-4FF1-BCFE-9B3160D4E53F}">
      <dgm:prSet/>
      <dgm:spPr/>
      <dgm:t>
        <a:bodyPr/>
        <a:lstStyle/>
        <a:p>
          <a:endParaRPr lang="en-US"/>
        </a:p>
      </dgm:t>
    </dgm:pt>
    <dgm:pt modelId="{7A635F29-72D4-415D-90B1-7577605A9C38}" type="sibTrans" cxnId="{74B84530-9994-4FF1-BCFE-9B3160D4E53F}">
      <dgm:prSet/>
      <dgm:spPr/>
      <dgm:t>
        <a:bodyPr/>
        <a:lstStyle/>
        <a:p>
          <a:endParaRPr lang="en-US"/>
        </a:p>
      </dgm:t>
    </dgm:pt>
    <dgm:pt modelId="{B377A392-A9DD-43CE-BF5B-7B9F2F13F579}">
      <dgm:prSet custT="1"/>
      <dgm:spPr/>
      <dgm:t>
        <a:bodyPr/>
        <a:lstStyle/>
        <a:p>
          <a:pPr algn="l"/>
          <a:r>
            <a:rPr lang="en-US" sz="900" dirty="0"/>
            <a:t>- Ex: spark.read.csv("/FileStore/tables/Carros-5.csv", header=True, </a:t>
          </a:r>
          <a:r>
            <a:rPr lang="en-US" sz="900" dirty="0" err="1"/>
            <a:t>sep</a:t>
          </a:r>
          <a:r>
            <a:rPr lang="en-US" sz="900" dirty="0"/>
            <a:t>=";", </a:t>
          </a:r>
          <a:r>
            <a:rPr lang="en-US" sz="900" dirty="0" err="1"/>
            <a:t>inferSchema</a:t>
          </a:r>
          <a:r>
            <a:rPr lang="en-US" sz="900" dirty="0"/>
            <a:t>=True)</a:t>
          </a:r>
        </a:p>
      </dgm:t>
    </dgm:pt>
    <dgm:pt modelId="{131E51FD-09B1-4782-9ED4-1D199CC3A314}" type="parTrans" cxnId="{4A72C9B3-A505-48E4-B6AC-9DF553E7A5E5}">
      <dgm:prSet/>
      <dgm:spPr/>
      <dgm:t>
        <a:bodyPr/>
        <a:lstStyle/>
        <a:p>
          <a:endParaRPr lang="en-US"/>
        </a:p>
      </dgm:t>
    </dgm:pt>
    <dgm:pt modelId="{DE695828-E6FA-4DDE-B01E-19ACC31E4D2B}" type="sibTrans" cxnId="{4A72C9B3-A505-48E4-B6AC-9DF553E7A5E5}">
      <dgm:prSet/>
      <dgm:spPr/>
      <dgm:t>
        <a:bodyPr/>
        <a:lstStyle/>
        <a:p>
          <a:endParaRPr lang="en-US"/>
        </a:p>
      </dgm:t>
    </dgm:pt>
    <dgm:pt modelId="{77AC084B-4E5D-47EB-8E25-D1599AE29F8E}">
      <dgm:prSet custT="1"/>
      <dgm:spPr/>
      <dgm:t>
        <a:bodyPr/>
        <a:lstStyle/>
        <a:p>
          <a:pPr algn="l"/>
          <a:r>
            <a:rPr lang="en-US" sz="1400" dirty="0"/>
            <a:t>6. </a:t>
          </a:r>
          <a:r>
            <a:rPr lang="en-US" sz="1400" dirty="0" err="1"/>
            <a:t>Explorar</a:t>
          </a:r>
          <a:r>
            <a:rPr lang="en-US" sz="1400" dirty="0"/>
            <a:t> </a:t>
          </a:r>
          <a:r>
            <a:rPr lang="en-US" sz="1400" dirty="0" err="1"/>
            <a:t>os</a:t>
          </a:r>
          <a:r>
            <a:rPr lang="en-US" sz="1400" dirty="0"/>
            <a:t> dados</a:t>
          </a:r>
        </a:p>
      </dgm:t>
    </dgm:pt>
    <dgm:pt modelId="{2C090FC7-02AE-4E0E-8446-08062590EADE}" type="parTrans" cxnId="{08689754-59A6-4F80-B65D-34873792DFC3}">
      <dgm:prSet/>
      <dgm:spPr/>
      <dgm:t>
        <a:bodyPr/>
        <a:lstStyle/>
        <a:p>
          <a:endParaRPr lang="en-US"/>
        </a:p>
      </dgm:t>
    </dgm:pt>
    <dgm:pt modelId="{E3F44716-0577-4ECA-9E4E-675B5E94CE61}" type="sibTrans" cxnId="{08689754-59A6-4F80-B65D-34873792DFC3}">
      <dgm:prSet/>
      <dgm:spPr/>
      <dgm:t>
        <a:bodyPr/>
        <a:lstStyle/>
        <a:p>
          <a:endParaRPr lang="en-US"/>
        </a:p>
      </dgm:t>
    </dgm:pt>
    <dgm:pt modelId="{1F4262BA-1EBC-443A-92EB-5A28780A234F}">
      <dgm:prSet custT="1"/>
      <dgm:spPr/>
      <dgm:t>
        <a:bodyPr/>
        <a:lstStyle/>
        <a:p>
          <a:pPr algn="l"/>
          <a:r>
            <a:rPr lang="en-US" sz="900" dirty="0"/>
            <a:t>- </a:t>
          </a:r>
          <a:r>
            <a:rPr lang="en-US" sz="900" dirty="0" err="1"/>
            <a:t>Mostrar</a:t>
          </a:r>
          <a:r>
            <a:rPr lang="en-US" sz="900" dirty="0"/>
            <a:t> schema, </a:t>
          </a:r>
          <a:r>
            <a:rPr lang="en-US" sz="900" dirty="0" err="1"/>
            <a:t>contagem</a:t>
          </a:r>
          <a:r>
            <a:rPr lang="en-US" sz="900" dirty="0"/>
            <a:t> e </a:t>
          </a:r>
          <a:r>
            <a:rPr lang="en-US" sz="900" dirty="0" err="1"/>
            <a:t>colunas</a:t>
          </a:r>
          <a:endParaRPr lang="en-US" sz="900" dirty="0"/>
        </a:p>
      </dgm:t>
    </dgm:pt>
    <dgm:pt modelId="{5AF169B3-C1E0-47C0-A15E-905059F403AA}" type="parTrans" cxnId="{E2887E49-ED5A-4CCF-AAD8-357D45D9AB4F}">
      <dgm:prSet/>
      <dgm:spPr/>
      <dgm:t>
        <a:bodyPr/>
        <a:lstStyle/>
        <a:p>
          <a:endParaRPr lang="en-US"/>
        </a:p>
      </dgm:t>
    </dgm:pt>
    <dgm:pt modelId="{187941B4-7F29-4FF8-86D7-C7FA74074BC7}" type="sibTrans" cxnId="{E2887E49-ED5A-4CCF-AAD8-357D45D9AB4F}">
      <dgm:prSet/>
      <dgm:spPr/>
      <dgm:t>
        <a:bodyPr/>
        <a:lstStyle/>
        <a:p>
          <a:endParaRPr lang="en-US"/>
        </a:p>
      </dgm:t>
    </dgm:pt>
    <dgm:pt modelId="{B33418B4-198F-4A89-9019-ADCA00B240D3}">
      <dgm:prSet custT="1"/>
      <dgm:spPr/>
      <dgm:t>
        <a:bodyPr/>
        <a:lstStyle/>
        <a:p>
          <a:pPr algn="l"/>
          <a:r>
            <a:rPr lang="en-US" sz="1400" dirty="0"/>
            <a:t>7. </a:t>
          </a:r>
          <a:r>
            <a:rPr lang="en-US" sz="1400" dirty="0" err="1"/>
            <a:t>Executar</a:t>
          </a:r>
          <a:r>
            <a:rPr lang="en-US" sz="1400" dirty="0"/>
            <a:t> </a:t>
          </a:r>
          <a:r>
            <a:rPr lang="en-US" sz="1400" dirty="0" err="1"/>
            <a:t>operações</a:t>
          </a:r>
          <a:r>
            <a:rPr lang="en-US" sz="1400" dirty="0"/>
            <a:t> </a:t>
          </a:r>
          <a:r>
            <a:rPr lang="en-US" sz="1400" dirty="0" err="1"/>
            <a:t>básicas</a:t>
          </a:r>
          <a:endParaRPr lang="en-US" sz="1400" dirty="0"/>
        </a:p>
      </dgm:t>
    </dgm:pt>
    <dgm:pt modelId="{FE5138B4-1DAC-401E-9850-234235258EFF}" type="parTrans" cxnId="{C00AE219-F15F-4E21-8541-B151636B6385}">
      <dgm:prSet/>
      <dgm:spPr/>
      <dgm:t>
        <a:bodyPr/>
        <a:lstStyle/>
        <a:p>
          <a:endParaRPr lang="en-US"/>
        </a:p>
      </dgm:t>
    </dgm:pt>
    <dgm:pt modelId="{AF6B7793-05F1-4724-B664-4869D78B43A0}" type="sibTrans" cxnId="{C00AE219-F15F-4E21-8541-B151636B6385}">
      <dgm:prSet/>
      <dgm:spPr/>
      <dgm:t>
        <a:bodyPr/>
        <a:lstStyle/>
        <a:p>
          <a:endParaRPr lang="en-US"/>
        </a:p>
      </dgm:t>
    </dgm:pt>
    <dgm:pt modelId="{166BE544-AFF0-4CBC-985A-33D328627CBA}">
      <dgm:prSet custT="1"/>
      <dgm:spPr/>
      <dgm:t>
        <a:bodyPr/>
        <a:lstStyle/>
        <a:p>
          <a:pPr algn="l"/>
          <a:r>
            <a:rPr lang="en-US" sz="900" dirty="0"/>
            <a:t>- Select, filter, </a:t>
          </a:r>
          <a:r>
            <a:rPr lang="en-US" sz="900" dirty="0" err="1"/>
            <a:t>orderBy</a:t>
          </a:r>
          <a:endParaRPr lang="en-US" sz="900" dirty="0"/>
        </a:p>
      </dgm:t>
    </dgm:pt>
    <dgm:pt modelId="{492ED2B5-617E-44BE-B71D-2BCC97781BFA}" type="parTrans" cxnId="{C71E8325-B3D2-4209-8527-F2A273EC7B96}">
      <dgm:prSet/>
      <dgm:spPr/>
      <dgm:t>
        <a:bodyPr/>
        <a:lstStyle/>
        <a:p>
          <a:endParaRPr lang="en-US"/>
        </a:p>
      </dgm:t>
    </dgm:pt>
    <dgm:pt modelId="{2A4E225F-0664-4B3D-9563-3043AEA1A90A}" type="sibTrans" cxnId="{C71E8325-B3D2-4209-8527-F2A273EC7B96}">
      <dgm:prSet/>
      <dgm:spPr/>
      <dgm:t>
        <a:bodyPr/>
        <a:lstStyle/>
        <a:p>
          <a:endParaRPr lang="en-US"/>
        </a:p>
      </dgm:t>
    </dgm:pt>
    <dgm:pt modelId="{DBCC956C-AD53-4BE0-9700-0659A3F1DC85}" type="pres">
      <dgm:prSet presAssocID="{CA62B278-3A69-45FB-8E6F-3D69DAF05A44}" presName="Name0" presStyleCnt="0">
        <dgm:presLayoutVars>
          <dgm:dir/>
          <dgm:animLvl val="lvl"/>
          <dgm:resizeHandles val="exact"/>
        </dgm:presLayoutVars>
      </dgm:prSet>
      <dgm:spPr/>
    </dgm:pt>
    <dgm:pt modelId="{094D8C1D-153E-4540-9C52-748327B558F1}" type="pres">
      <dgm:prSet presAssocID="{5913421C-29D6-4353-964B-58B3067E4FED}" presName="linNode" presStyleCnt="0"/>
      <dgm:spPr/>
    </dgm:pt>
    <dgm:pt modelId="{D246E19F-5224-448A-92B8-09735E0E93A0}" type="pres">
      <dgm:prSet presAssocID="{5913421C-29D6-4353-964B-58B3067E4FED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92E3F62B-9CA0-4957-950C-11B611545684}" type="pres">
      <dgm:prSet presAssocID="{5913421C-29D6-4353-964B-58B3067E4FED}" presName="descendantText" presStyleLbl="alignAccFollowNode1" presStyleIdx="0" presStyleCnt="7">
        <dgm:presLayoutVars>
          <dgm:bulletEnabled val="1"/>
        </dgm:presLayoutVars>
      </dgm:prSet>
      <dgm:spPr/>
    </dgm:pt>
    <dgm:pt modelId="{B7677909-0A45-497A-900E-5C7FA9DCB5B2}" type="pres">
      <dgm:prSet presAssocID="{41070BAB-F9E7-4F48-B0C8-F3B0F3CFDA99}" presName="sp" presStyleCnt="0"/>
      <dgm:spPr/>
    </dgm:pt>
    <dgm:pt modelId="{62954CAA-269B-48F0-B14D-92E9C61AA092}" type="pres">
      <dgm:prSet presAssocID="{D9D9F99B-63DE-402B-8D45-D6EF93F5FC3B}" presName="linNode" presStyleCnt="0"/>
      <dgm:spPr/>
    </dgm:pt>
    <dgm:pt modelId="{7F7E873F-AF98-4761-9D64-F773B83E6733}" type="pres">
      <dgm:prSet presAssocID="{D9D9F99B-63DE-402B-8D45-D6EF93F5FC3B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7C1997C5-AD90-4FD9-A256-1CB9E69B3655}" type="pres">
      <dgm:prSet presAssocID="{D9D9F99B-63DE-402B-8D45-D6EF93F5FC3B}" presName="descendantText" presStyleLbl="alignAccFollowNode1" presStyleIdx="1" presStyleCnt="7">
        <dgm:presLayoutVars>
          <dgm:bulletEnabled val="1"/>
        </dgm:presLayoutVars>
      </dgm:prSet>
      <dgm:spPr/>
    </dgm:pt>
    <dgm:pt modelId="{7AAABC2F-0A75-48B8-9543-1F1405494215}" type="pres">
      <dgm:prSet presAssocID="{7D3F7619-2EDB-47D4-9B65-7ECA98BC02BE}" presName="sp" presStyleCnt="0"/>
      <dgm:spPr/>
    </dgm:pt>
    <dgm:pt modelId="{7C3406EF-760B-4472-A84F-9E9DBEF8AC96}" type="pres">
      <dgm:prSet presAssocID="{0AC14AE0-E58E-40FC-BD1E-6585FD6641AC}" presName="linNode" presStyleCnt="0"/>
      <dgm:spPr/>
    </dgm:pt>
    <dgm:pt modelId="{391B3993-0B4B-4A11-AA5F-D20C57786B19}" type="pres">
      <dgm:prSet presAssocID="{0AC14AE0-E58E-40FC-BD1E-6585FD6641AC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20A3DFE0-8E8B-40F0-B2A5-E2EACA775B40}" type="pres">
      <dgm:prSet presAssocID="{0AC14AE0-E58E-40FC-BD1E-6585FD6641AC}" presName="descendantText" presStyleLbl="alignAccFollowNode1" presStyleIdx="2" presStyleCnt="7">
        <dgm:presLayoutVars>
          <dgm:bulletEnabled val="1"/>
        </dgm:presLayoutVars>
      </dgm:prSet>
      <dgm:spPr/>
    </dgm:pt>
    <dgm:pt modelId="{EF2A63A0-F03F-4E43-885B-9836A34C2A99}" type="pres">
      <dgm:prSet presAssocID="{58681D58-6C53-4BC8-A9BF-3B8521055013}" presName="sp" presStyleCnt="0"/>
      <dgm:spPr/>
    </dgm:pt>
    <dgm:pt modelId="{008904E8-122C-42A6-9C69-BA9E15C4A925}" type="pres">
      <dgm:prSet presAssocID="{076E0CBC-D0DD-4A51-950D-A03A63F7A0B9}" presName="linNode" presStyleCnt="0"/>
      <dgm:spPr/>
    </dgm:pt>
    <dgm:pt modelId="{32608CE4-C970-4BFF-8E75-C9B0658E304F}" type="pres">
      <dgm:prSet presAssocID="{076E0CBC-D0DD-4A51-950D-A03A63F7A0B9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D81D5100-EDEE-40AA-94C5-528D67163763}" type="pres">
      <dgm:prSet presAssocID="{076E0CBC-D0DD-4A51-950D-A03A63F7A0B9}" presName="descendantText" presStyleLbl="alignAccFollowNode1" presStyleIdx="3" presStyleCnt="7">
        <dgm:presLayoutVars>
          <dgm:bulletEnabled val="1"/>
        </dgm:presLayoutVars>
      </dgm:prSet>
      <dgm:spPr/>
    </dgm:pt>
    <dgm:pt modelId="{734C7B4B-8BD2-4185-9EC5-A3B0294692CC}" type="pres">
      <dgm:prSet presAssocID="{D8D67BFF-F46E-4C9C-8A52-C734A9556599}" presName="sp" presStyleCnt="0"/>
      <dgm:spPr/>
    </dgm:pt>
    <dgm:pt modelId="{2938531A-85D5-4912-8F4F-C3DF6C703325}" type="pres">
      <dgm:prSet presAssocID="{0C845CBC-F32E-401D-96D8-69CF0753CDEE}" presName="linNode" presStyleCnt="0"/>
      <dgm:spPr/>
    </dgm:pt>
    <dgm:pt modelId="{48259B70-5CFA-4CCD-A032-0987CFE15B6C}" type="pres">
      <dgm:prSet presAssocID="{0C845CBC-F32E-401D-96D8-69CF0753CDEE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39B829C2-9072-4C72-9B31-5FD5D52C21C7}" type="pres">
      <dgm:prSet presAssocID="{0C845CBC-F32E-401D-96D8-69CF0753CDEE}" presName="descendantText" presStyleLbl="alignAccFollowNode1" presStyleIdx="4" presStyleCnt="7">
        <dgm:presLayoutVars>
          <dgm:bulletEnabled val="1"/>
        </dgm:presLayoutVars>
      </dgm:prSet>
      <dgm:spPr/>
    </dgm:pt>
    <dgm:pt modelId="{121324B7-D89D-4385-8969-5E8723F8016D}" type="pres">
      <dgm:prSet presAssocID="{7A635F29-72D4-415D-90B1-7577605A9C38}" presName="sp" presStyleCnt="0"/>
      <dgm:spPr/>
    </dgm:pt>
    <dgm:pt modelId="{8A96312F-183E-499C-BA21-A95603CDB5A4}" type="pres">
      <dgm:prSet presAssocID="{77AC084B-4E5D-47EB-8E25-D1599AE29F8E}" presName="linNode" presStyleCnt="0"/>
      <dgm:spPr/>
    </dgm:pt>
    <dgm:pt modelId="{601E7EF4-B833-4834-A1D1-78CDC9A9096E}" type="pres">
      <dgm:prSet presAssocID="{77AC084B-4E5D-47EB-8E25-D1599AE29F8E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7DD9FA02-7117-4E5B-AE70-F14F24984A9A}" type="pres">
      <dgm:prSet presAssocID="{77AC084B-4E5D-47EB-8E25-D1599AE29F8E}" presName="descendantText" presStyleLbl="alignAccFollowNode1" presStyleIdx="5" presStyleCnt="7">
        <dgm:presLayoutVars>
          <dgm:bulletEnabled val="1"/>
        </dgm:presLayoutVars>
      </dgm:prSet>
      <dgm:spPr/>
    </dgm:pt>
    <dgm:pt modelId="{C1EED5AF-8640-453A-88F8-CD4CEA560AB0}" type="pres">
      <dgm:prSet presAssocID="{E3F44716-0577-4ECA-9E4E-675B5E94CE61}" presName="sp" presStyleCnt="0"/>
      <dgm:spPr/>
    </dgm:pt>
    <dgm:pt modelId="{4EEF1AE3-E3EA-44AE-B0B0-30071C3A8408}" type="pres">
      <dgm:prSet presAssocID="{B33418B4-198F-4A89-9019-ADCA00B240D3}" presName="linNode" presStyleCnt="0"/>
      <dgm:spPr/>
    </dgm:pt>
    <dgm:pt modelId="{C01EBBD7-CE35-4717-9243-B6FA6E83B44F}" type="pres">
      <dgm:prSet presAssocID="{B33418B4-198F-4A89-9019-ADCA00B240D3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E16415F4-2666-41D0-8A47-72C730F18D16}" type="pres">
      <dgm:prSet presAssocID="{B33418B4-198F-4A89-9019-ADCA00B240D3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503BFA01-6A4F-4D84-9BA9-2965EAE2D072}" type="presOf" srcId="{534B37F5-F073-4E1C-A585-A32FDAB3001D}" destId="{D81D5100-EDEE-40AA-94C5-528D67163763}" srcOrd="0" destOrd="0" presId="urn:microsoft.com/office/officeart/2005/8/layout/vList5"/>
    <dgm:cxn modelId="{F5025A17-A65D-487C-9FE5-94BA2CF37887}" type="presOf" srcId="{0C845CBC-F32E-401D-96D8-69CF0753CDEE}" destId="{48259B70-5CFA-4CCD-A032-0987CFE15B6C}" srcOrd="0" destOrd="0" presId="urn:microsoft.com/office/officeart/2005/8/layout/vList5"/>
    <dgm:cxn modelId="{C00AE219-F15F-4E21-8541-B151636B6385}" srcId="{CA62B278-3A69-45FB-8E6F-3D69DAF05A44}" destId="{B33418B4-198F-4A89-9019-ADCA00B240D3}" srcOrd="6" destOrd="0" parTransId="{FE5138B4-1DAC-401E-9850-234235258EFF}" sibTransId="{AF6B7793-05F1-4724-B664-4869D78B43A0}"/>
    <dgm:cxn modelId="{A4DEB21B-8045-457B-B17D-46E1D0F4EEE6}" type="presOf" srcId="{71BE0D25-6F46-41BD-A5D4-A4DE04A90C38}" destId="{D81D5100-EDEE-40AA-94C5-528D67163763}" srcOrd="0" destOrd="1" presId="urn:microsoft.com/office/officeart/2005/8/layout/vList5"/>
    <dgm:cxn modelId="{5B9A6D1C-4A8F-41AC-A164-788AA63CDEEE}" type="presOf" srcId="{35C533F2-3A91-4D2F-9E18-B331212B66BF}" destId="{20A3DFE0-8E8B-40F0-B2A5-E2EACA775B40}" srcOrd="0" destOrd="0" presId="urn:microsoft.com/office/officeart/2005/8/layout/vList5"/>
    <dgm:cxn modelId="{C71E8325-B3D2-4209-8527-F2A273EC7B96}" srcId="{B33418B4-198F-4A89-9019-ADCA00B240D3}" destId="{166BE544-AFF0-4CBC-985A-33D328627CBA}" srcOrd="0" destOrd="0" parTransId="{492ED2B5-617E-44BE-B71D-2BCC97781BFA}" sibTransId="{2A4E225F-0664-4B3D-9563-3043AEA1A90A}"/>
    <dgm:cxn modelId="{74B84530-9994-4FF1-BCFE-9B3160D4E53F}" srcId="{CA62B278-3A69-45FB-8E6F-3D69DAF05A44}" destId="{0C845CBC-F32E-401D-96D8-69CF0753CDEE}" srcOrd="4" destOrd="0" parTransId="{9559537F-43B6-48FA-9D13-417587E55E2C}" sibTransId="{7A635F29-72D4-415D-90B1-7577605A9C38}"/>
    <dgm:cxn modelId="{58A9EC30-384F-4FC1-B1C9-AFD57F0BC40F}" srcId="{5913421C-29D6-4353-964B-58B3067E4FED}" destId="{CAA739FE-680E-48B6-BBC6-961780524348}" srcOrd="1" destOrd="0" parTransId="{72F709D3-E3D5-451D-B60E-420910FE3D21}" sibTransId="{08F2D3BA-F7DD-4DB4-9755-A0A84821080B}"/>
    <dgm:cxn modelId="{1BD55E3B-EEF5-4A5D-B6AA-67667D855C1A}" type="presOf" srcId="{1F4262BA-1EBC-443A-92EB-5A28780A234F}" destId="{7DD9FA02-7117-4E5B-AE70-F14F24984A9A}" srcOrd="0" destOrd="0" presId="urn:microsoft.com/office/officeart/2005/8/layout/vList5"/>
    <dgm:cxn modelId="{6A8C053E-6596-4993-BFE9-07657697877A}" srcId="{076E0CBC-D0DD-4A51-950D-A03A63F7A0B9}" destId="{534B37F5-F073-4E1C-A585-A32FDAB3001D}" srcOrd="0" destOrd="0" parTransId="{2876EE6F-0A43-4851-BDCE-26918093AB0D}" sibTransId="{ADC12A54-2B5C-4288-83F5-59DCA025AA76}"/>
    <dgm:cxn modelId="{F52C7E41-1E9E-4296-82E2-EAA98751A61A}" srcId="{076E0CBC-D0DD-4A51-950D-A03A63F7A0B9}" destId="{71BE0D25-6F46-41BD-A5D4-A4DE04A90C38}" srcOrd="1" destOrd="0" parTransId="{1226C010-66B0-4686-A0F8-ACDDE5950AA8}" sibTransId="{AF183E76-8218-4DEF-B108-BEBE0BA1E5EF}"/>
    <dgm:cxn modelId="{7283A346-43D2-4431-9FB5-C021ECF02DE9}" type="presOf" srcId="{0AC14AE0-E58E-40FC-BD1E-6585FD6641AC}" destId="{391B3993-0B4B-4A11-AA5F-D20C57786B19}" srcOrd="0" destOrd="0" presId="urn:microsoft.com/office/officeart/2005/8/layout/vList5"/>
    <dgm:cxn modelId="{E9FD3748-ED78-4EA4-92DB-541217ACC950}" type="presOf" srcId="{B33418B4-198F-4A89-9019-ADCA00B240D3}" destId="{C01EBBD7-CE35-4717-9243-B6FA6E83B44F}" srcOrd="0" destOrd="0" presId="urn:microsoft.com/office/officeart/2005/8/layout/vList5"/>
    <dgm:cxn modelId="{C25DD168-BB76-4FEF-9A1A-7C73E3E18328}" srcId="{CA62B278-3A69-45FB-8E6F-3D69DAF05A44}" destId="{5913421C-29D6-4353-964B-58B3067E4FED}" srcOrd="0" destOrd="0" parTransId="{E3BB91DD-354B-4ACC-B106-824044892837}" sibTransId="{41070BAB-F9E7-4F48-B0C8-F3B0F3CFDA99}"/>
    <dgm:cxn modelId="{E2887E49-ED5A-4CCF-AAD8-357D45D9AB4F}" srcId="{77AC084B-4E5D-47EB-8E25-D1599AE29F8E}" destId="{1F4262BA-1EBC-443A-92EB-5A28780A234F}" srcOrd="0" destOrd="0" parTransId="{5AF169B3-C1E0-47C0-A15E-905059F403AA}" sibTransId="{187941B4-7F29-4FF8-86D7-C7FA74074BC7}"/>
    <dgm:cxn modelId="{4823CF6E-9FD7-419D-98C7-A80E607A4591}" type="presOf" srcId="{B377A392-A9DD-43CE-BF5B-7B9F2F13F579}" destId="{39B829C2-9072-4C72-9B31-5FD5D52C21C7}" srcOrd="0" destOrd="0" presId="urn:microsoft.com/office/officeart/2005/8/layout/vList5"/>
    <dgm:cxn modelId="{08689754-59A6-4F80-B65D-34873792DFC3}" srcId="{CA62B278-3A69-45FB-8E6F-3D69DAF05A44}" destId="{77AC084B-4E5D-47EB-8E25-D1599AE29F8E}" srcOrd="5" destOrd="0" parTransId="{2C090FC7-02AE-4E0E-8446-08062590EADE}" sibTransId="{E3F44716-0577-4ECA-9E4E-675B5E94CE61}"/>
    <dgm:cxn modelId="{4F082B75-AFDE-449B-885A-FFF25A87A16A}" type="presOf" srcId="{77AC084B-4E5D-47EB-8E25-D1599AE29F8E}" destId="{601E7EF4-B833-4834-A1D1-78CDC9A9096E}" srcOrd="0" destOrd="0" presId="urn:microsoft.com/office/officeart/2005/8/layout/vList5"/>
    <dgm:cxn modelId="{D5897775-0B66-467E-B89D-E09BC706F2D6}" type="presOf" srcId="{91A5DB3A-E6D4-4B09-A8FF-F32899930755}" destId="{7C1997C5-AD90-4FD9-A256-1CB9E69B3655}" srcOrd="0" destOrd="2" presId="urn:microsoft.com/office/officeart/2005/8/layout/vList5"/>
    <dgm:cxn modelId="{28712A77-0392-4C59-BD49-60CA6A7F2EC5}" srcId="{0AC14AE0-E58E-40FC-BD1E-6585FD6641AC}" destId="{83370163-2FA7-4937-A93A-E37B189E15AD}" srcOrd="1" destOrd="0" parTransId="{0B6D7828-825E-41DC-8998-A449238D3404}" sibTransId="{58437865-CED2-435E-8B67-4AA85B1C741A}"/>
    <dgm:cxn modelId="{D521F47E-29A4-479F-97A2-5FFD13A69219}" srcId="{0AC14AE0-E58E-40FC-BD1E-6585FD6641AC}" destId="{35C533F2-3A91-4D2F-9E18-B331212B66BF}" srcOrd="0" destOrd="0" parTransId="{5AE22556-88B5-4F0B-A424-DFA93542A945}" sibTransId="{FC5066FB-1962-4B2A-A622-EE4CF3B7000D}"/>
    <dgm:cxn modelId="{C4C15384-BE5D-4C48-95B3-AE3E73390117}" type="presOf" srcId="{D9D9F99B-63DE-402B-8D45-D6EF93F5FC3B}" destId="{7F7E873F-AF98-4761-9D64-F773B83E6733}" srcOrd="0" destOrd="0" presId="urn:microsoft.com/office/officeart/2005/8/layout/vList5"/>
    <dgm:cxn modelId="{1221378A-0AB0-42D1-A90B-07A0D72697D8}" type="presOf" srcId="{CAA739FE-680E-48B6-BBC6-961780524348}" destId="{92E3F62B-9CA0-4957-950C-11B611545684}" srcOrd="0" destOrd="1" presId="urn:microsoft.com/office/officeart/2005/8/layout/vList5"/>
    <dgm:cxn modelId="{E9030C8E-E2A9-4116-8060-DAC233B0DB05}" srcId="{5913421C-29D6-4353-964B-58B3067E4FED}" destId="{34F40A00-78E5-43B3-A7ED-120E828923EB}" srcOrd="0" destOrd="0" parTransId="{00026A78-5120-4DF2-B60E-8B230236134B}" sibTransId="{D4DEA2A0-2D94-433D-BCE6-D11F49E6F5F0}"/>
    <dgm:cxn modelId="{63C27C92-1E37-4806-9C15-2685CFB3ED07}" srcId="{D9D9F99B-63DE-402B-8D45-D6EF93F5FC3B}" destId="{91A5DB3A-E6D4-4B09-A8FF-F32899930755}" srcOrd="2" destOrd="0" parTransId="{553CB181-A489-4822-B1A5-1B89EA4F3288}" sibTransId="{69BA758D-69D5-47BC-A444-110249E37F45}"/>
    <dgm:cxn modelId="{BC370C9C-1E87-4BC5-897F-9F655F0F9A64}" srcId="{CA62B278-3A69-45FB-8E6F-3D69DAF05A44}" destId="{0AC14AE0-E58E-40FC-BD1E-6585FD6641AC}" srcOrd="2" destOrd="0" parTransId="{AF883443-DF19-4AE1-82D3-751A2962ACA3}" sibTransId="{58681D58-6C53-4BC8-A9BF-3B8521055013}"/>
    <dgm:cxn modelId="{2EC8989E-CFB8-4636-889B-6B1F84C7C061}" type="presOf" srcId="{5913421C-29D6-4353-964B-58B3067E4FED}" destId="{D246E19F-5224-448A-92B8-09735E0E93A0}" srcOrd="0" destOrd="0" presId="urn:microsoft.com/office/officeart/2005/8/layout/vList5"/>
    <dgm:cxn modelId="{DC00DEA8-43A1-4756-842D-0407BE8F6372}" type="presOf" srcId="{D1479F72-DC9B-44F3-B018-A58A327F2656}" destId="{7C1997C5-AD90-4FD9-A256-1CB9E69B3655}" srcOrd="0" destOrd="0" presId="urn:microsoft.com/office/officeart/2005/8/layout/vList5"/>
    <dgm:cxn modelId="{4A72C9B3-A505-48E4-B6AC-9DF553E7A5E5}" srcId="{0C845CBC-F32E-401D-96D8-69CF0753CDEE}" destId="{B377A392-A9DD-43CE-BF5B-7B9F2F13F579}" srcOrd="0" destOrd="0" parTransId="{131E51FD-09B1-4782-9ED4-1D199CC3A314}" sibTransId="{DE695828-E6FA-4DDE-B01E-19ACC31E4D2B}"/>
    <dgm:cxn modelId="{0431F9BA-3565-4BCA-8784-86220ACF8859}" type="presOf" srcId="{166BE544-AFF0-4CBC-985A-33D328627CBA}" destId="{E16415F4-2666-41D0-8A47-72C730F18D16}" srcOrd="0" destOrd="0" presId="urn:microsoft.com/office/officeart/2005/8/layout/vList5"/>
    <dgm:cxn modelId="{DAF33ABE-8295-4C2A-B4F4-C7D17B3BFBF4}" srcId="{D9D9F99B-63DE-402B-8D45-D6EF93F5FC3B}" destId="{547E2467-F2B3-4D8D-8109-68AAE4AA6E56}" srcOrd="1" destOrd="0" parTransId="{305325F1-B7A1-41A4-B465-27AD3C7D1A43}" sibTransId="{AE6763AE-06FF-437F-9D59-0828607DEC45}"/>
    <dgm:cxn modelId="{473FCABE-FC9A-45E9-AB15-AAAC71CFB4BC}" type="presOf" srcId="{076E0CBC-D0DD-4A51-950D-A03A63F7A0B9}" destId="{32608CE4-C970-4BFF-8E75-C9B0658E304F}" srcOrd="0" destOrd="0" presId="urn:microsoft.com/office/officeart/2005/8/layout/vList5"/>
    <dgm:cxn modelId="{3B03DEBF-F639-4181-B38D-4CEFD3CE7392}" type="presOf" srcId="{CA62B278-3A69-45FB-8E6F-3D69DAF05A44}" destId="{DBCC956C-AD53-4BE0-9700-0659A3F1DC85}" srcOrd="0" destOrd="0" presId="urn:microsoft.com/office/officeart/2005/8/layout/vList5"/>
    <dgm:cxn modelId="{15332AD7-E489-4ADD-A49B-30CA27800CEA}" srcId="{CA62B278-3A69-45FB-8E6F-3D69DAF05A44}" destId="{076E0CBC-D0DD-4A51-950D-A03A63F7A0B9}" srcOrd="3" destOrd="0" parTransId="{9C2A7EC7-6DF1-4FB0-A7C2-EAFEFA448375}" sibTransId="{D8D67BFF-F46E-4C9C-8A52-C734A9556599}"/>
    <dgm:cxn modelId="{2E9FD6D7-9909-424E-A0C3-61BA01A4B76F}" type="presOf" srcId="{34F40A00-78E5-43B3-A7ED-120E828923EB}" destId="{92E3F62B-9CA0-4957-950C-11B611545684}" srcOrd="0" destOrd="0" presId="urn:microsoft.com/office/officeart/2005/8/layout/vList5"/>
    <dgm:cxn modelId="{EA6DDBE5-A564-44F5-88FF-8B7B73FFF95D}" type="presOf" srcId="{547E2467-F2B3-4D8D-8109-68AAE4AA6E56}" destId="{7C1997C5-AD90-4FD9-A256-1CB9E69B3655}" srcOrd="0" destOrd="1" presId="urn:microsoft.com/office/officeart/2005/8/layout/vList5"/>
    <dgm:cxn modelId="{6C9AA8EE-CC60-4AB4-B4B1-AF8E7BF7F66C}" type="presOf" srcId="{83370163-2FA7-4937-A93A-E37B189E15AD}" destId="{20A3DFE0-8E8B-40F0-B2A5-E2EACA775B40}" srcOrd="0" destOrd="1" presId="urn:microsoft.com/office/officeart/2005/8/layout/vList5"/>
    <dgm:cxn modelId="{925004F2-7F73-4F2C-ADBB-956D8D5DB9D3}" srcId="{CA62B278-3A69-45FB-8E6F-3D69DAF05A44}" destId="{D9D9F99B-63DE-402B-8D45-D6EF93F5FC3B}" srcOrd="1" destOrd="0" parTransId="{07B040E5-E14B-41A3-BAA9-A09053FDCAEC}" sibTransId="{7D3F7619-2EDB-47D4-9B65-7ECA98BC02BE}"/>
    <dgm:cxn modelId="{8AF95DF3-AE65-4698-BD44-7468D5A274D0}" srcId="{D9D9F99B-63DE-402B-8D45-D6EF93F5FC3B}" destId="{D1479F72-DC9B-44F3-B018-A58A327F2656}" srcOrd="0" destOrd="0" parTransId="{E3886CE3-8588-4087-BBFC-76C979592C5B}" sibTransId="{21E2DB9B-10D9-4F0A-8C3D-D4F01903699C}"/>
    <dgm:cxn modelId="{664821E3-032F-4E98-9A03-359FFDD11588}" type="presParOf" srcId="{DBCC956C-AD53-4BE0-9700-0659A3F1DC85}" destId="{094D8C1D-153E-4540-9C52-748327B558F1}" srcOrd="0" destOrd="0" presId="urn:microsoft.com/office/officeart/2005/8/layout/vList5"/>
    <dgm:cxn modelId="{0E34461C-0003-4770-8CFB-119519B33A29}" type="presParOf" srcId="{094D8C1D-153E-4540-9C52-748327B558F1}" destId="{D246E19F-5224-448A-92B8-09735E0E93A0}" srcOrd="0" destOrd="0" presId="urn:microsoft.com/office/officeart/2005/8/layout/vList5"/>
    <dgm:cxn modelId="{0B76750B-632A-4B3C-9168-DFE04D843E1C}" type="presParOf" srcId="{094D8C1D-153E-4540-9C52-748327B558F1}" destId="{92E3F62B-9CA0-4957-950C-11B611545684}" srcOrd="1" destOrd="0" presId="urn:microsoft.com/office/officeart/2005/8/layout/vList5"/>
    <dgm:cxn modelId="{04B8A232-E81E-4B89-BBBC-A5EE67972F69}" type="presParOf" srcId="{DBCC956C-AD53-4BE0-9700-0659A3F1DC85}" destId="{B7677909-0A45-497A-900E-5C7FA9DCB5B2}" srcOrd="1" destOrd="0" presId="urn:microsoft.com/office/officeart/2005/8/layout/vList5"/>
    <dgm:cxn modelId="{5289B812-CA20-42C3-A9ED-CD39D2D1CD15}" type="presParOf" srcId="{DBCC956C-AD53-4BE0-9700-0659A3F1DC85}" destId="{62954CAA-269B-48F0-B14D-92E9C61AA092}" srcOrd="2" destOrd="0" presId="urn:microsoft.com/office/officeart/2005/8/layout/vList5"/>
    <dgm:cxn modelId="{8517AFDE-D427-4F39-B659-0673D8A37A36}" type="presParOf" srcId="{62954CAA-269B-48F0-B14D-92E9C61AA092}" destId="{7F7E873F-AF98-4761-9D64-F773B83E6733}" srcOrd="0" destOrd="0" presId="urn:microsoft.com/office/officeart/2005/8/layout/vList5"/>
    <dgm:cxn modelId="{9A8F42AE-2772-49D4-BEB5-1283E406E3F5}" type="presParOf" srcId="{62954CAA-269B-48F0-B14D-92E9C61AA092}" destId="{7C1997C5-AD90-4FD9-A256-1CB9E69B3655}" srcOrd="1" destOrd="0" presId="urn:microsoft.com/office/officeart/2005/8/layout/vList5"/>
    <dgm:cxn modelId="{1ADF3BC3-812E-4745-84DF-67E61048B734}" type="presParOf" srcId="{DBCC956C-AD53-4BE0-9700-0659A3F1DC85}" destId="{7AAABC2F-0A75-48B8-9543-1F1405494215}" srcOrd="3" destOrd="0" presId="urn:microsoft.com/office/officeart/2005/8/layout/vList5"/>
    <dgm:cxn modelId="{4BC78823-5289-4A3C-BC70-2C88ACC2CC84}" type="presParOf" srcId="{DBCC956C-AD53-4BE0-9700-0659A3F1DC85}" destId="{7C3406EF-760B-4472-A84F-9E9DBEF8AC96}" srcOrd="4" destOrd="0" presId="urn:microsoft.com/office/officeart/2005/8/layout/vList5"/>
    <dgm:cxn modelId="{44076C26-2976-49FA-94B9-22DD948B0FCF}" type="presParOf" srcId="{7C3406EF-760B-4472-A84F-9E9DBEF8AC96}" destId="{391B3993-0B4B-4A11-AA5F-D20C57786B19}" srcOrd="0" destOrd="0" presId="urn:microsoft.com/office/officeart/2005/8/layout/vList5"/>
    <dgm:cxn modelId="{EB9C16B6-0576-42BF-AC64-B0A5282F9F20}" type="presParOf" srcId="{7C3406EF-760B-4472-A84F-9E9DBEF8AC96}" destId="{20A3DFE0-8E8B-40F0-B2A5-E2EACA775B40}" srcOrd="1" destOrd="0" presId="urn:microsoft.com/office/officeart/2005/8/layout/vList5"/>
    <dgm:cxn modelId="{E8625E5E-DD0C-41DD-BA46-50CE1828B5E9}" type="presParOf" srcId="{DBCC956C-AD53-4BE0-9700-0659A3F1DC85}" destId="{EF2A63A0-F03F-4E43-885B-9836A34C2A99}" srcOrd="5" destOrd="0" presId="urn:microsoft.com/office/officeart/2005/8/layout/vList5"/>
    <dgm:cxn modelId="{5E2FACE2-037D-4F4E-AED6-72174BF6AD82}" type="presParOf" srcId="{DBCC956C-AD53-4BE0-9700-0659A3F1DC85}" destId="{008904E8-122C-42A6-9C69-BA9E15C4A925}" srcOrd="6" destOrd="0" presId="urn:microsoft.com/office/officeart/2005/8/layout/vList5"/>
    <dgm:cxn modelId="{A94D9C60-D250-4038-BA0D-3729A909A0E3}" type="presParOf" srcId="{008904E8-122C-42A6-9C69-BA9E15C4A925}" destId="{32608CE4-C970-4BFF-8E75-C9B0658E304F}" srcOrd="0" destOrd="0" presId="urn:microsoft.com/office/officeart/2005/8/layout/vList5"/>
    <dgm:cxn modelId="{4C8D2AA0-8078-4207-89A7-4D8BA42A8B14}" type="presParOf" srcId="{008904E8-122C-42A6-9C69-BA9E15C4A925}" destId="{D81D5100-EDEE-40AA-94C5-528D67163763}" srcOrd="1" destOrd="0" presId="urn:microsoft.com/office/officeart/2005/8/layout/vList5"/>
    <dgm:cxn modelId="{15EBBC1F-58A2-4BE2-960D-F2E5DC9F4383}" type="presParOf" srcId="{DBCC956C-AD53-4BE0-9700-0659A3F1DC85}" destId="{734C7B4B-8BD2-4185-9EC5-A3B0294692CC}" srcOrd="7" destOrd="0" presId="urn:microsoft.com/office/officeart/2005/8/layout/vList5"/>
    <dgm:cxn modelId="{1732920C-CC8D-4AE8-BA5B-BEA302F27684}" type="presParOf" srcId="{DBCC956C-AD53-4BE0-9700-0659A3F1DC85}" destId="{2938531A-85D5-4912-8F4F-C3DF6C703325}" srcOrd="8" destOrd="0" presId="urn:microsoft.com/office/officeart/2005/8/layout/vList5"/>
    <dgm:cxn modelId="{3681168E-7776-410A-89F4-CC44F39E5327}" type="presParOf" srcId="{2938531A-85D5-4912-8F4F-C3DF6C703325}" destId="{48259B70-5CFA-4CCD-A032-0987CFE15B6C}" srcOrd="0" destOrd="0" presId="urn:microsoft.com/office/officeart/2005/8/layout/vList5"/>
    <dgm:cxn modelId="{279E09C6-4711-45C1-BB58-53EBF13F0AC4}" type="presParOf" srcId="{2938531A-85D5-4912-8F4F-C3DF6C703325}" destId="{39B829C2-9072-4C72-9B31-5FD5D52C21C7}" srcOrd="1" destOrd="0" presId="urn:microsoft.com/office/officeart/2005/8/layout/vList5"/>
    <dgm:cxn modelId="{1542B3CB-062E-4406-B022-3EDE610F7A63}" type="presParOf" srcId="{DBCC956C-AD53-4BE0-9700-0659A3F1DC85}" destId="{121324B7-D89D-4385-8969-5E8723F8016D}" srcOrd="9" destOrd="0" presId="urn:microsoft.com/office/officeart/2005/8/layout/vList5"/>
    <dgm:cxn modelId="{0233E014-4FA0-4C0E-B1B8-89EB1C1500A0}" type="presParOf" srcId="{DBCC956C-AD53-4BE0-9700-0659A3F1DC85}" destId="{8A96312F-183E-499C-BA21-A95603CDB5A4}" srcOrd="10" destOrd="0" presId="urn:microsoft.com/office/officeart/2005/8/layout/vList5"/>
    <dgm:cxn modelId="{A0D352DE-1863-43FC-BBDD-C491DB7618D8}" type="presParOf" srcId="{8A96312F-183E-499C-BA21-A95603CDB5A4}" destId="{601E7EF4-B833-4834-A1D1-78CDC9A9096E}" srcOrd="0" destOrd="0" presId="urn:microsoft.com/office/officeart/2005/8/layout/vList5"/>
    <dgm:cxn modelId="{9760CC07-1DA9-4A00-92FA-9A9E24083AC5}" type="presParOf" srcId="{8A96312F-183E-499C-BA21-A95603CDB5A4}" destId="{7DD9FA02-7117-4E5B-AE70-F14F24984A9A}" srcOrd="1" destOrd="0" presId="urn:microsoft.com/office/officeart/2005/8/layout/vList5"/>
    <dgm:cxn modelId="{1ABF1E5C-023E-4B89-87C7-FFA5077AA388}" type="presParOf" srcId="{DBCC956C-AD53-4BE0-9700-0659A3F1DC85}" destId="{C1EED5AF-8640-453A-88F8-CD4CEA560AB0}" srcOrd="11" destOrd="0" presId="urn:microsoft.com/office/officeart/2005/8/layout/vList5"/>
    <dgm:cxn modelId="{4A818DB9-88B5-4391-BF12-C935469EA0A9}" type="presParOf" srcId="{DBCC956C-AD53-4BE0-9700-0659A3F1DC85}" destId="{4EEF1AE3-E3EA-44AE-B0B0-30071C3A8408}" srcOrd="12" destOrd="0" presId="urn:microsoft.com/office/officeart/2005/8/layout/vList5"/>
    <dgm:cxn modelId="{C1732C16-A4DE-4F2B-BAFA-4A1931AB894A}" type="presParOf" srcId="{4EEF1AE3-E3EA-44AE-B0B0-30071C3A8408}" destId="{C01EBBD7-CE35-4717-9243-B6FA6E83B44F}" srcOrd="0" destOrd="0" presId="urn:microsoft.com/office/officeart/2005/8/layout/vList5"/>
    <dgm:cxn modelId="{6160A103-252D-4412-AFAA-22CA7BC15991}" type="presParOf" srcId="{4EEF1AE3-E3EA-44AE-B0B0-30071C3A8408}" destId="{E16415F4-2666-41D0-8A47-72C730F18D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4E0A9F2-79B5-40F8-8202-E7DF5949F4E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A6A8890-AF55-47F2-B4EB-FD9AEF948C66}">
      <dgm:prSet/>
      <dgm:spPr/>
      <dgm:t>
        <a:bodyPr/>
        <a:lstStyle/>
        <a:p>
          <a:r>
            <a:rPr lang="pt-BR"/>
            <a:t>O trabalho final deverá conter um pipeline de análise com base em dados reais ou simulados</a:t>
          </a:r>
          <a:endParaRPr lang="en-US"/>
        </a:p>
      </dgm:t>
    </dgm:pt>
    <dgm:pt modelId="{3E20A5DC-D923-4740-A698-2C688AFBA402}" type="parTrans" cxnId="{3957BBC3-6AD2-41F9-8E65-9A46B792B3A8}">
      <dgm:prSet/>
      <dgm:spPr/>
      <dgm:t>
        <a:bodyPr/>
        <a:lstStyle/>
        <a:p>
          <a:endParaRPr lang="en-US"/>
        </a:p>
      </dgm:t>
    </dgm:pt>
    <dgm:pt modelId="{0CC0A2B6-90EA-4D46-A442-215134FC3E03}" type="sibTrans" cxnId="{3957BBC3-6AD2-41F9-8E65-9A46B792B3A8}">
      <dgm:prSet/>
      <dgm:spPr/>
      <dgm:t>
        <a:bodyPr/>
        <a:lstStyle/>
        <a:p>
          <a:endParaRPr lang="en-US"/>
        </a:p>
      </dgm:t>
    </dgm:pt>
    <dgm:pt modelId="{01FAE748-4FC5-477E-8845-309C51CFA651}">
      <dgm:prSet/>
      <dgm:spPr/>
      <dgm:t>
        <a:bodyPr/>
        <a:lstStyle/>
        <a:p>
          <a:r>
            <a:rPr lang="pt-BR"/>
            <a:t>Sugere-se que o grupo utilize ferramentas exploradas em aula (ex: PySpark, Databricks)</a:t>
          </a:r>
          <a:endParaRPr lang="en-US"/>
        </a:p>
      </dgm:t>
    </dgm:pt>
    <dgm:pt modelId="{2C907BBA-96BC-4D67-A9CF-BE5FF17E683A}" type="parTrans" cxnId="{4ACB4DFA-5E7A-4ED6-A401-AF8B48D41342}">
      <dgm:prSet/>
      <dgm:spPr/>
      <dgm:t>
        <a:bodyPr/>
        <a:lstStyle/>
        <a:p>
          <a:endParaRPr lang="en-US"/>
        </a:p>
      </dgm:t>
    </dgm:pt>
    <dgm:pt modelId="{65ACA07C-80EC-40F2-9330-8F0E0CBF46AB}" type="sibTrans" cxnId="{4ACB4DFA-5E7A-4ED6-A401-AF8B48D41342}">
      <dgm:prSet/>
      <dgm:spPr/>
      <dgm:t>
        <a:bodyPr/>
        <a:lstStyle/>
        <a:p>
          <a:endParaRPr lang="en-US"/>
        </a:p>
      </dgm:t>
    </dgm:pt>
    <dgm:pt modelId="{E9FA6E4D-9A75-40E3-940C-2677A9F07A08}">
      <dgm:prSet/>
      <dgm:spPr/>
      <dgm:t>
        <a:bodyPr/>
        <a:lstStyle/>
        <a:p>
          <a:r>
            <a:rPr lang="pt-BR"/>
            <a:t>O Capítulo 2 do projeto deve conter o planejamento, definição do problema, objetivos e base de dados (entrega: </a:t>
          </a:r>
          <a:r>
            <a:rPr lang="pt-BR" b="1"/>
            <a:t>06/06/2025</a:t>
          </a:r>
          <a:r>
            <a:rPr lang="pt-BR"/>
            <a:t>)</a:t>
          </a:r>
          <a:endParaRPr lang="en-US"/>
        </a:p>
      </dgm:t>
    </dgm:pt>
    <dgm:pt modelId="{9C08B41B-B1E1-4D36-8C2E-E33BCC89B31E}" type="parTrans" cxnId="{FC4D0974-E59A-4E30-BDE0-A4CB1BCEF2BC}">
      <dgm:prSet/>
      <dgm:spPr/>
      <dgm:t>
        <a:bodyPr/>
        <a:lstStyle/>
        <a:p>
          <a:endParaRPr lang="en-US"/>
        </a:p>
      </dgm:t>
    </dgm:pt>
    <dgm:pt modelId="{0CBE5779-1868-46AC-91BB-5AB57E344936}" type="sibTrans" cxnId="{FC4D0974-E59A-4E30-BDE0-A4CB1BCEF2BC}">
      <dgm:prSet/>
      <dgm:spPr/>
      <dgm:t>
        <a:bodyPr/>
        <a:lstStyle/>
        <a:p>
          <a:endParaRPr lang="en-US"/>
        </a:p>
      </dgm:t>
    </dgm:pt>
    <dgm:pt modelId="{DA124350-87B8-4F08-97E5-DEE751C343CE}">
      <dgm:prSet/>
      <dgm:spPr/>
      <dgm:t>
        <a:bodyPr/>
        <a:lstStyle/>
        <a:p>
          <a:r>
            <a:rPr lang="pt-BR"/>
            <a:t>A entrega final incluirá também aplicação de técnicas de processamento ou análise preditiva (entrega: </a:t>
          </a:r>
          <a:r>
            <a:rPr lang="pt-BR" b="1"/>
            <a:t>20/06/2025</a:t>
          </a:r>
          <a:r>
            <a:rPr lang="pt-BR"/>
            <a:t>)</a:t>
          </a:r>
          <a:endParaRPr lang="en-US"/>
        </a:p>
      </dgm:t>
    </dgm:pt>
    <dgm:pt modelId="{88D58CBD-9D00-47BA-9E83-18256D7D91F8}" type="parTrans" cxnId="{C4B659D7-571F-42C6-882E-847B819CD6E5}">
      <dgm:prSet/>
      <dgm:spPr/>
      <dgm:t>
        <a:bodyPr/>
        <a:lstStyle/>
        <a:p>
          <a:endParaRPr lang="en-US"/>
        </a:p>
      </dgm:t>
    </dgm:pt>
    <dgm:pt modelId="{F08A69E1-E82F-45F2-B29E-E9C8005386BD}" type="sibTrans" cxnId="{C4B659D7-571F-42C6-882E-847B819CD6E5}">
      <dgm:prSet/>
      <dgm:spPr/>
      <dgm:t>
        <a:bodyPr/>
        <a:lstStyle/>
        <a:p>
          <a:endParaRPr lang="en-US"/>
        </a:p>
      </dgm:t>
    </dgm:pt>
    <dgm:pt modelId="{B94D5520-B88A-4B38-AA1B-9E0BF8D18913}">
      <dgm:prSet/>
      <dgm:spPr/>
      <dgm:t>
        <a:bodyPr/>
        <a:lstStyle/>
        <a:p>
          <a:r>
            <a:rPr lang="pt-BR"/>
            <a:t>Grupos que implementarem modelos com Spark ML ganharão destaque técnico</a:t>
          </a:r>
          <a:endParaRPr lang="en-US"/>
        </a:p>
      </dgm:t>
    </dgm:pt>
    <dgm:pt modelId="{39C34E1D-4389-4830-88B2-0542B8D1C2BD}" type="parTrans" cxnId="{A0DE7A61-1EF7-49F8-83FF-1BF71F37A387}">
      <dgm:prSet/>
      <dgm:spPr/>
      <dgm:t>
        <a:bodyPr/>
        <a:lstStyle/>
        <a:p>
          <a:endParaRPr lang="en-US"/>
        </a:p>
      </dgm:t>
    </dgm:pt>
    <dgm:pt modelId="{1CBBC5B7-90DA-4442-AAE6-E2B20328E92F}" type="sibTrans" cxnId="{A0DE7A61-1EF7-49F8-83FF-1BF71F37A387}">
      <dgm:prSet/>
      <dgm:spPr/>
      <dgm:t>
        <a:bodyPr/>
        <a:lstStyle/>
        <a:p>
          <a:endParaRPr lang="en-US"/>
        </a:p>
      </dgm:t>
    </dgm:pt>
    <dgm:pt modelId="{58B8EF7A-E7EE-4095-A7EC-C663B91B967C}" type="pres">
      <dgm:prSet presAssocID="{64E0A9F2-79B5-40F8-8202-E7DF5949F4EF}" presName="root" presStyleCnt="0">
        <dgm:presLayoutVars>
          <dgm:dir/>
          <dgm:resizeHandles val="exact"/>
        </dgm:presLayoutVars>
      </dgm:prSet>
      <dgm:spPr/>
    </dgm:pt>
    <dgm:pt modelId="{B389E296-493C-49FF-ACA5-71AB5374331C}" type="pres">
      <dgm:prSet presAssocID="{EA6A8890-AF55-47F2-B4EB-FD9AEF948C66}" presName="compNode" presStyleCnt="0"/>
      <dgm:spPr/>
    </dgm:pt>
    <dgm:pt modelId="{574269FC-9B76-448A-979C-F17695C221FF}" type="pres">
      <dgm:prSet presAssocID="{EA6A8890-AF55-47F2-B4EB-FD9AEF948C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CB62146-B6A6-42A4-8544-73994D4CD9D0}" type="pres">
      <dgm:prSet presAssocID="{EA6A8890-AF55-47F2-B4EB-FD9AEF948C66}" presName="spaceRect" presStyleCnt="0"/>
      <dgm:spPr/>
    </dgm:pt>
    <dgm:pt modelId="{22609EEC-320D-44F7-8052-09CEAD63E82B}" type="pres">
      <dgm:prSet presAssocID="{EA6A8890-AF55-47F2-B4EB-FD9AEF948C66}" presName="textRect" presStyleLbl="revTx" presStyleIdx="0" presStyleCnt="5">
        <dgm:presLayoutVars>
          <dgm:chMax val="1"/>
          <dgm:chPref val="1"/>
        </dgm:presLayoutVars>
      </dgm:prSet>
      <dgm:spPr/>
    </dgm:pt>
    <dgm:pt modelId="{4E6B213C-0C6D-47EC-BA28-C249CB6AA60B}" type="pres">
      <dgm:prSet presAssocID="{0CC0A2B6-90EA-4D46-A442-215134FC3E03}" presName="sibTrans" presStyleCnt="0"/>
      <dgm:spPr/>
    </dgm:pt>
    <dgm:pt modelId="{F4BA757C-5C81-47BE-8860-460B94254B38}" type="pres">
      <dgm:prSet presAssocID="{01FAE748-4FC5-477E-8845-309C51CFA651}" presName="compNode" presStyleCnt="0"/>
      <dgm:spPr/>
    </dgm:pt>
    <dgm:pt modelId="{CDAA3EFC-0B56-4AF6-8DBD-A6C2F76654EE}" type="pres">
      <dgm:prSet presAssocID="{01FAE748-4FC5-477E-8845-309C51CFA65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100D3C30-CE24-4EBB-B4E0-EA6C3167D951}" type="pres">
      <dgm:prSet presAssocID="{01FAE748-4FC5-477E-8845-309C51CFA651}" presName="spaceRect" presStyleCnt="0"/>
      <dgm:spPr/>
    </dgm:pt>
    <dgm:pt modelId="{7E11959A-32E2-4361-8C19-B1F1A8F4B50B}" type="pres">
      <dgm:prSet presAssocID="{01FAE748-4FC5-477E-8845-309C51CFA651}" presName="textRect" presStyleLbl="revTx" presStyleIdx="1" presStyleCnt="5">
        <dgm:presLayoutVars>
          <dgm:chMax val="1"/>
          <dgm:chPref val="1"/>
        </dgm:presLayoutVars>
      </dgm:prSet>
      <dgm:spPr/>
    </dgm:pt>
    <dgm:pt modelId="{27E98154-25AF-411E-B939-FEB5CBA9D764}" type="pres">
      <dgm:prSet presAssocID="{65ACA07C-80EC-40F2-9330-8F0E0CBF46AB}" presName="sibTrans" presStyleCnt="0"/>
      <dgm:spPr/>
    </dgm:pt>
    <dgm:pt modelId="{E81B0844-5659-4D54-80A0-04811F426FBD}" type="pres">
      <dgm:prSet presAssocID="{E9FA6E4D-9A75-40E3-940C-2677A9F07A08}" presName="compNode" presStyleCnt="0"/>
      <dgm:spPr/>
    </dgm:pt>
    <dgm:pt modelId="{3570DC45-8E6F-4679-9641-3C57BEA43203}" type="pres">
      <dgm:prSet presAssocID="{E9FA6E4D-9A75-40E3-940C-2677A9F07A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7CE69CA6-1AD4-4B6D-89D3-5CB975F7FEBB}" type="pres">
      <dgm:prSet presAssocID="{E9FA6E4D-9A75-40E3-940C-2677A9F07A08}" presName="spaceRect" presStyleCnt="0"/>
      <dgm:spPr/>
    </dgm:pt>
    <dgm:pt modelId="{E9D323F4-5BA8-4DC7-BB83-DC53815109AF}" type="pres">
      <dgm:prSet presAssocID="{E9FA6E4D-9A75-40E3-940C-2677A9F07A08}" presName="textRect" presStyleLbl="revTx" presStyleIdx="2" presStyleCnt="5">
        <dgm:presLayoutVars>
          <dgm:chMax val="1"/>
          <dgm:chPref val="1"/>
        </dgm:presLayoutVars>
      </dgm:prSet>
      <dgm:spPr/>
    </dgm:pt>
    <dgm:pt modelId="{66861B81-D860-4D45-A4D4-71F9E67E967D}" type="pres">
      <dgm:prSet presAssocID="{0CBE5779-1868-46AC-91BB-5AB57E344936}" presName="sibTrans" presStyleCnt="0"/>
      <dgm:spPr/>
    </dgm:pt>
    <dgm:pt modelId="{4BEB264E-A397-44A9-8489-9629141858AD}" type="pres">
      <dgm:prSet presAssocID="{DA124350-87B8-4F08-97E5-DEE751C343CE}" presName="compNode" presStyleCnt="0"/>
      <dgm:spPr/>
    </dgm:pt>
    <dgm:pt modelId="{23AB1DAC-2F17-4AF8-BF87-04C1B6A2EE67}" type="pres">
      <dgm:prSet presAssocID="{DA124350-87B8-4F08-97E5-DEE751C343C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AAA88928-D7E2-41EB-9B65-0D8978CB6B96}" type="pres">
      <dgm:prSet presAssocID="{DA124350-87B8-4F08-97E5-DEE751C343CE}" presName="spaceRect" presStyleCnt="0"/>
      <dgm:spPr/>
    </dgm:pt>
    <dgm:pt modelId="{CE5FABC8-F1E4-4674-AD8A-EFA3EB677614}" type="pres">
      <dgm:prSet presAssocID="{DA124350-87B8-4F08-97E5-DEE751C343CE}" presName="textRect" presStyleLbl="revTx" presStyleIdx="3" presStyleCnt="5">
        <dgm:presLayoutVars>
          <dgm:chMax val="1"/>
          <dgm:chPref val="1"/>
        </dgm:presLayoutVars>
      </dgm:prSet>
      <dgm:spPr/>
    </dgm:pt>
    <dgm:pt modelId="{875D8323-F4E6-4A83-9605-B0F335E71483}" type="pres">
      <dgm:prSet presAssocID="{F08A69E1-E82F-45F2-B29E-E9C8005386BD}" presName="sibTrans" presStyleCnt="0"/>
      <dgm:spPr/>
    </dgm:pt>
    <dgm:pt modelId="{26B3F507-8FF1-4B29-8096-C229F121A7BE}" type="pres">
      <dgm:prSet presAssocID="{B94D5520-B88A-4B38-AA1B-9E0BF8D18913}" presName="compNode" presStyleCnt="0"/>
      <dgm:spPr/>
    </dgm:pt>
    <dgm:pt modelId="{ED972B3A-3C0B-41AA-8848-ABCC596A0494}" type="pres">
      <dgm:prSet presAssocID="{B94D5520-B88A-4B38-AA1B-9E0BF8D1891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B93B9C9-8B36-4730-A08D-8D47BA428520}" type="pres">
      <dgm:prSet presAssocID="{B94D5520-B88A-4B38-AA1B-9E0BF8D18913}" presName="spaceRect" presStyleCnt="0"/>
      <dgm:spPr/>
    </dgm:pt>
    <dgm:pt modelId="{79EDFAE5-D0BB-474D-83CB-F8A2C6DF2C9D}" type="pres">
      <dgm:prSet presAssocID="{B94D5520-B88A-4B38-AA1B-9E0BF8D1891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7E07D12-5F00-40E0-A7B7-5A7BEED65475}" type="presOf" srcId="{E9FA6E4D-9A75-40E3-940C-2677A9F07A08}" destId="{E9D323F4-5BA8-4DC7-BB83-DC53815109AF}" srcOrd="0" destOrd="0" presId="urn:microsoft.com/office/officeart/2018/2/layout/IconLabelList"/>
    <dgm:cxn modelId="{A0DE7A61-1EF7-49F8-83FF-1BF71F37A387}" srcId="{64E0A9F2-79B5-40F8-8202-E7DF5949F4EF}" destId="{B94D5520-B88A-4B38-AA1B-9E0BF8D18913}" srcOrd="4" destOrd="0" parTransId="{39C34E1D-4389-4830-88B2-0542B8D1C2BD}" sibTransId="{1CBBC5B7-90DA-4442-AAE6-E2B20328E92F}"/>
    <dgm:cxn modelId="{C285366F-4EC5-49E9-9CD4-AD3E71FFB8FD}" type="presOf" srcId="{EA6A8890-AF55-47F2-B4EB-FD9AEF948C66}" destId="{22609EEC-320D-44F7-8052-09CEAD63E82B}" srcOrd="0" destOrd="0" presId="urn:microsoft.com/office/officeart/2018/2/layout/IconLabelList"/>
    <dgm:cxn modelId="{FC4D0974-E59A-4E30-BDE0-A4CB1BCEF2BC}" srcId="{64E0A9F2-79B5-40F8-8202-E7DF5949F4EF}" destId="{E9FA6E4D-9A75-40E3-940C-2677A9F07A08}" srcOrd="2" destOrd="0" parTransId="{9C08B41B-B1E1-4D36-8C2E-E33BCC89B31E}" sibTransId="{0CBE5779-1868-46AC-91BB-5AB57E344936}"/>
    <dgm:cxn modelId="{C9739E86-5769-410A-89A1-6984775C4CE3}" type="presOf" srcId="{B94D5520-B88A-4B38-AA1B-9E0BF8D18913}" destId="{79EDFAE5-D0BB-474D-83CB-F8A2C6DF2C9D}" srcOrd="0" destOrd="0" presId="urn:microsoft.com/office/officeart/2018/2/layout/IconLabelList"/>
    <dgm:cxn modelId="{59A812AC-6A9B-4324-BC65-852537C5E1A4}" type="presOf" srcId="{01FAE748-4FC5-477E-8845-309C51CFA651}" destId="{7E11959A-32E2-4361-8C19-B1F1A8F4B50B}" srcOrd="0" destOrd="0" presId="urn:microsoft.com/office/officeart/2018/2/layout/IconLabelList"/>
    <dgm:cxn modelId="{8D2D2BBF-FFB1-4149-8B43-0A5A94D450EC}" type="presOf" srcId="{64E0A9F2-79B5-40F8-8202-E7DF5949F4EF}" destId="{58B8EF7A-E7EE-4095-A7EC-C663B91B967C}" srcOrd="0" destOrd="0" presId="urn:microsoft.com/office/officeart/2018/2/layout/IconLabelList"/>
    <dgm:cxn modelId="{3CC115C0-CB44-4FDC-8F29-16C6D7D0882A}" type="presOf" srcId="{DA124350-87B8-4F08-97E5-DEE751C343CE}" destId="{CE5FABC8-F1E4-4674-AD8A-EFA3EB677614}" srcOrd="0" destOrd="0" presId="urn:microsoft.com/office/officeart/2018/2/layout/IconLabelList"/>
    <dgm:cxn modelId="{3957BBC3-6AD2-41F9-8E65-9A46B792B3A8}" srcId="{64E0A9F2-79B5-40F8-8202-E7DF5949F4EF}" destId="{EA6A8890-AF55-47F2-B4EB-FD9AEF948C66}" srcOrd="0" destOrd="0" parTransId="{3E20A5DC-D923-4740-A698-2C688AFBA402}" sibTransId="{0CC0A2B6-90EA-4D46-A442-215134FC3E03}"/>
    <dgm:cxn modelId="{C4B659D7-571F-42C6-882E-847B819CD6E5}" srcId="{64E0A9F2-79B5-40F8-8202-E7DF5949F4EF}" destId="{DA124350-87B8-4F08-97E5-DEE751C343CE}" srcOrd="3" destOrd="0" parTransId="{88D58CBD-9D00-47BA-9E83-18256D7D91F8}" sibTransId="{F08A69E1-E82F-45F2-B29E-E9C8005386BD}"/>
    <dgm:cxn modelId="{4ACB4DFA-5E7A-4ED6-A401-AF8B48D41342}" srcId="{64E0A9F2-79B5-40F8-8202-E7DF5949F4EF}" destId="{01FAE748-4FC5-477E-8845-309C51CFA651}" srcOrd="1" destOrd="0" parTransId="{2C907BBA-96BC-4D67-A9CF-BE5FF17E683A}" sibTransId="{65ACA07C-80EC-40F2-9330-8F0E0CBF46AB}"/>
    <dgm:cxn modelId="{A7CDC76A-B2F6-422D-ADB2-C9A9D204F89D}" type="presParOf" srcId="{58B8EF7A-E7EE-4095-A7EC-C663B91B967C}" destId="{B389E296-493C-49FF-ACA5-71AB5374331C}" srcOrd="0" destOrd="0" presId="urn:microsoft.com/office/officeart/2018/2/layout/IconLabelList"/>
    <dgm:cxn modelId="{BD09499E-2C67-4EC3-B4E5-F972F541974C}" type="presParOf" srcId="{B389E296-493C-49FF-ACA5-71AB5374331C}" destId="{574269FC-9B76-448A-979C-F17695C221FF}" srcOrd="0" destOrd="0" presId="urn:microsoft.com/office/officeart/2018/2/layout/IconLabelList"/>
    <dgm:cxn modelId="{B58E44C5-2F59-49DC-AE26-40296A483E7A}" type="presParOf" srcId="{B389E296-493C-49FF-ACA5-71AB5374331C}" destId="{5CB62146-B6A6-42A4-8544-73994D4CD9D0}" srcOrd="1" destOrd="0" presId="urn:microsoft.com/office/officeart/2018/2/layout/IconLabelList"/>
    <dgm:cxn modelId="{6A2AEE04-44F0-42E1-A084-1C4256624CF4}" type="presParOf" srcId="{B389E296-493C-49FF-ACA5-71AB5374331C}" destId="{22609EEC-320D-44F7-8052-09CEAD63E82B}" srcOrd="2" destOrd="0" presId="urn:microsoft.com/office/officeart/2018/2/layout/IconLabelList"/>
    <dgm:cxn modelId="{B3D743CA-62E0-4941-A462-484415504FFA}" type="presParOf" srcId="{58B8EF7A-E7EE-4095-A7EC-C663B91B967C}" destId="{4E6B213C-0C6D-47EC-BA28-C249CB6AA60B}" srcOrd="1" destOrd="0" presId="urn:microsoft.com/office/officeart/2018/2/layout/IconLabelList"/>
    <dgm:cxn modelId="{91739C3F-7E2F-4799-AF93-BD0909FEAAA1}" type="presParOf" srcId="{58B8EF7A-E7EE-4095-A7EC-C663B91B967C}" destId="{F4BA757C-5C81-47BE-8860-460B94254B38}" srcOrd="2" destOrd="0" presId="urn:microsoft.com/office/officeart/2018/2/layout/IconLabelList"/>
    <dgm:cxn modelId="{A9B0B0FB-B646-492F-8884-1BAED98039FB}" type="presParOf" srcId="{F4BA757C-5C81-47BE-8860-460B94254B38}" destId="{CDAA3EFC-0B56-4AF6-8DBD-A6C2F76654EE}" srcOrd="0" destOrd="0" presId="urn:microsoft.com/office/officeart/2018/2/layout/IconLabelList"/>
    <dgm:cxn modelId="{389E6E2F-3766-4D3E-8FCD-E5E14A07C657}" type="presParOf" srcId="{F4BA757C-5C81-47BE-8860-460B94254B38}" destId="{100D3C30-CE24-4EBB-B4E0-EA6C3167D951}" srcOrd="1" destOrd="0" presId="urn:microsoft.com/office/officeart/2018/2/layout/IconLabelList"/>
    <dgm:cxn modelId="{F9B3185C-E20D-4766-8F1F-9CE91F75E7F3}" type="presParOf" srcId="{F4BA757C-5C81-47BE-8860-460B94254B38}" destId="{7E11959A-32E2-4361-8C19-B1F1A8F4B50B}" srcOrd="2" destOrd="0" presId="urn:microsoft.com/office/officeart/2018/2/layout/IconLabelList"/>
    <dgm:cxn modelId="{F9EB4CCE-B107-4D46-A5A8-3A5BC8924D24}" type="presParOf" srcId="{58B8EF7A-E7EE-4095-A7EC-C663B91B967C}" destId="{27E98154-25AF-411E-B939-FEB5CBA9D764}" srcOrd="3" destOrd="0" presId="urn:microsoft.com/office/officeart/2018/2/layout/IconLabelList"/>
    <dgm:cxn modelId="{1E5F5684-542D-4D9A-8897-6E20FB26493F}" type="presParOf" srcId="{58B8EF7A-E7EE-4095-A7EC-C663B91B967C}" destId="{E81B0844-5659-4D54-80A0-04811F426FBD}" srcOrd="4" destOrd="0" presId="urn:microsoft.com/office/officeart/2018/2/layout/IconLabelList"/>
    <dgm:cxn modelId="{31D7FFE9-0823-452F-B533-7280D70517AE}" type="presParOf" srcId="{E81B0844-5659-4D54-80A0-04811F426FBD}" destId="{3570DC45-8E6F-4679-9641-3C57BEA43203}" srcOrd="0" destOrd="0" presId="urn:microsoft.com/office/officeart/2018/2/layout/IconLabelList"/>
    <dgm:cxn modelId="{6261B44E-07AE-4CA6-BB68-B7B1D533EC28}" type="presParOf" srcId="{E81B0844-5659-4D54-80A0-04811F426FBD}" destId="{7CE69CA6-1AD4-4B6D-89D3-5CB975F7FEBB}" srcOrd="1" destOrd="0" presId="urn:microsoft.com/office/officeart/2018/2/layout/IconLabelList"/>
    <dgm:cxn modelId="{23735597-2081-484D-9179-EADFC448C3F8}" type="presParOf" srcId="{E81B0844-5659-4D54-80A0-04811F426FBD}" destId="{E9D323F4-5BA8-4DC7-BB83-DC53815109AF}" srcOrd="2" destOrd="0" presId="urn:microsoft.com/office/officeart/2018/2/layout/IconLabelList"/>
    <dgm:cxn modelId="{3587E3C1-9A9D-4B39-BFFA-C1E898005C66}" type="presParOf" srcId="{58B8EF7A-E7EE-4095-A7EC-C663B91B967C}" destId="{66861B81-D860-4D45-A4D4-71F9E67E967D}" srcOrd="5" destOrd="0" presId="urn:microsoft.com/office/officeart/2018/2/layout/IconLabelList"/>
    <dgm:cxn modelId="{A16BAB4A-C07F-46EB-8F7A-B8C9BAB6D4B2}" type="presParOf" srcId="{58B8EF7A-E7EE-4095-A7EC-C663B91B967C}" destId="{4BEB264E-A397-44A9-8489-9629141858AD}" srcOrd="6" destOrd="0" presId="urn:microsoft.com/office/officeart/2018/2/layout/IconLabelList"/>
    <dgm:cxn modelId="{8A5FFB83-F086-4887-A0D2-8D198792F8DA}" type="presParOf" srcId="{4BEB264E-A397-44A9-8489-9629141858AD}" destId="{23AB1DAC-2F17-4AF8-BF87-04C1B6A2EE67}" srcOrd="0" destOrd="0" presId="urn:microsoft.com/office/officeart/2018/2/layout/IconLabelList"/>
    <dgm:cxn modelId="{432BFCAF-01EC-464F-AA3D-48B2AE2135BE}" type="presParOf" srcId="{4BEB264E-A397-44A9-8489-9629141858AD}" destId="{AAA88928-D7E2-41EB-9B65-0D8978CB6B96}" srcOrd="1" destOrd="0" presId="urn:microsoft.com/office/officeart/2018/2/layout/IconLabelList"/>
    <dgm:cxn modelId="{5C06C546-4DD2-44EB-8212-FCCBBCE2B727}" type="presParOf" srcId="{4BEB264E-A397-44A9-8489-9629141858AD}" destId="{CE5FABC8-F1E4-4674-AD8A-EFA3EB677614}" srcOrd="2" destOrd="0" presId="urn:microsoft.com/office/officeart/2018/2/layout/IconLabelList"/>
    <dgm:cxn modelId="{5B1FE37F-CA1E-4D9A-A3F1-C5454E5D6709}" type="presParOf" srcId="{58B8EF7A-E7EE-4095-A7EC-C663B91B967C}" destId="{875D8323-F4E6-4A83-9605-B0F335E71483}" srcOrd="7" destOrd="0" presId="urn:microsoft.com/office/officeart/2018/2/layout/IconLabelList"/>
    <dgm:cxn modelId="{C689A1C0-C387-49F2-99AE-5C514E859C3B}" type="presParOf" srcId="{58B8EF7A-E7EE-4095-A7EC-C663B91B967C}" destId="{26B3F507-8FF1-4B29-8096-C229F121A7BE}" srcOrd="8" destOrd="0" presId="urn:microsoft.com/office/officeart/2018/2/layout/IconLabelList"/>
    <dgm:cxn modelId="{CB485D3E-4475-4027-8D44-AF4E98C7BAF7}" type="presParOf" srcId="{26B3F507-8FF1-4B29-8096-C229F121A7BE}" destId="{ED972B3A-3C0B-41AA-8848-ABCC596A0494}" srcOrd="0" destOrd="0" presId="urn:microsoft.com/office/officeart/2018/2/layout/IconLabelList"/>
    <dgm:cxn modelId="{F06DBA83-D7EF-4205-B93E-97083952A0D2}" type="presParOf" srcId="{26B3F507-8FF1-4B29-8096-C229F121A7BE}" destId="{CB93B9C9-8B36-4730-A08D-8D47BA428520}" srcOrd="1" destOrd="0" presId="urn:microsoft.com/office/officeart/2018/2/layout/IconLabelList"/>
    <dgm:cxn modelId="{CC8375B3-8EFA-4A6E-9113-111677FE1DA0}" type="presParOf" srcId="{26B3F507-8FF1-4B29-8096-C229F121A7BE}" destId="{79EDFAE5-D0BB-474D-83CB-F8A2C6DF2C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91202A3-5C47-4916-AB88-AE83361B044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971815-2B75-49DC-BBFB-83F0EFD95364}">
      <dgm:prSet/>
      <dgm:spPr/>
      <dgm:t>
        <a:bodyPr/>
        <a:lstStyle/>
        <a:p>
          <a:r>
            <a:rPr lang="pt-BR" b="0" i="0" baseline="0"/>
            <a:t>Vimos o que é o Apache Spark e por que ele é essencial para Big Data</a:t>
          </a:r>
          <a:endParaRPr lang="en-US"/>
        </a:p>
      </dgm:t>
    </dgm:pt>
    <dgm:pt modelId="{16B08CCC-D6E1-4C34-9C46-88D75F167543}" type="parTrans" cxnId="{B3A79C1C-9539-482F-AA70-297C6FDF5B97}">
      <dgm:prSet/>
      <dgm:spPr/>
      <dgm:t>
        <a:bodyPr/>
        <a:lstStyle/>
        <a:p>
          <a:endParaRPr lang="en-US"/>
        </a:p>
      </dgm:t>
    </dgm:pt>
    <dgm:pt modelId="{C71D43E7-A8D8-4084-8CA4-A25EB1D492E1}" type="sibTrans" cxnId="{B3A79C1C-9539-482F-AA70-297C6FDF5B97}">
      <dgm:prSet/>
      <dgm:spPr/>
      <dgm:t>
        <a:bodyPr/>
        <a:lstStyle/>
        <a:p>
          <a:endParaRPr lang="en-US"/>
        </a:p>
      </dgm:t>
    </dgm:pt>
    <dgm:pt modelId="{34583127-D642-4A58-886F-57A5EDF24A81}">
      <dgm:prSet/>
      <dgm:spPr/>
      <dgm:t>
        <a:bodyPr/>
        <a:lstStyle/>
        <a:p>
          <a:r>
            <a:rPr lang="pt-BR" b="0" i="0" baseline="0"/>
            <a:t>Exploramos conceitos como escalabilidade, particionamento e replicação</a:t>
          </a:r>
          <a:endParaRPr lang="en-US"/>
        </a:p>
      </dgm:t>
    </dgm:pt>
    <dgm:pt modelId="{DB656FB9-1D9D-43D3-9CDE-0DB9ED8C4E26}" type="parTrans" cxnId="{0A27D02D-D677-4C7C-99D6-CD42D5A2D5B7}">
      <dgm:prSet/>
      <dgm:spPr/>
      <dgm:t>
        <a:bodyPr/>
        <a:lstStyle/>
        <a:p>
          <a:endParaRPr lang="en-US"/>
        </a:p>
      </dgm:t>
    </dgm:pt>
    <dgm:pt modelId="{5628D5D4-9FA4-40BB-9FEA-DABF33920473}" type="sibTrans" cxnId="{0A27D02D-D677-4C7C-99D6-CD42D5A2D5B7}">
      <dgm:prSet/>
      <dgm:spPr/>
      <dgm:t>
        <a:bodyPr/>
        <a:lstStyle/>
        <a:p>
          <a:endParaRPr lang="en-US"/>
        </a:p>
      </dgm:t>
    </dgm:pt>
    <dgm:pt modelId="{E6742A43-B7CD-4708-A95E-8D1120C7B317}">
      <dgm:prSet/>
      <dgm:spPr/>
      <dgm:t>
        <a:bodyPr/>
        <a:lstStyle/>
        <a:p>
          <a:r>
            <a:rPr lang="pt-BR" b="0" i="0" baseline="0"/>
            <a:t>Criamos um cluster gratuito no Databricks e executamos comandos reais</a:t>
          </a:r>
          <a:endParaRPr lang="en-US"/>
        </a:p>
      </dgm:t>
    </dgm:pt>
    <dgm:pt modelId="{4F264180-C27A-4F6B-8B3E-FFC0CE970A2B}" type="parTrans" cxnId="{FF2F835E-18DB-4FCA-BEE3-EECF64519BF5}">
      <dgm:prSet/>
      <dgm:spPr/>
      <dgm:t>
        <a:bodyPr/>
        <a:lstStyle/>
        <a:p>
          <a:endParaRPr lang="en-US"/>
        </a:p>
      </dgm:t>
    </dgm:pt>
    <dgm:pt modelId="{FC58BDA3-24E2-43EA-BB86-3FB5689B6E42}" type="sibTrans" cxnId="{FF2F835E-18DB-4FCA-BEE3-EECF64519BF5}">
      <dgm:prSet/>
      <dgm:spPr/>
      <dgm:t>
        <a:bodyPr/>
        <a:lstStyle/>
        <a:p>
          <a:endParaRPr lang="en-US"/>
        </a:p>
      </dgm:t>
    </dgm:pt>
    <dgm:pt modelId="{E91124EF-AC75-4732-BF23-AC6578492A95}">
      <dgm:prSet/>
      <dgm:spPr/>
      <dgm:t>
        <a:bodyPr/>
        <a:lstStyle/>
        <a:p>
          <a:r>
            <a:rPr lang="pt-BR" b="0" i="0" baseline="0"/>
            <a:t>Fizemos a ponte entre teoria e prática com foco no projeto final</a:t>
          </a:r>
          <a:endParaRPr lang="en-US"/>
        </a:p>
      </dgm:t>
    </dgm:pt>
    <dgm:pt modelId="{982D4DDF-5294-41CB-BF58-07C66DC980F2}" type="parTrans" cxnId="{86E5F777-3C23-444D-BEAA-BEF2CDA97A96}">
      <dgm:prSet/>
      <dgm:spPr/>
      <dgm:t>
        <a:bodyPr/>
        <a:lstStyle/>
        <a:p>
          <a:endParaRPr lang="en-US"/>
        </a:p>
      </dgm:t>
    </dgm:pt>
    <dgm:pt modelId="{05859CD7-022F-4794-99A3-48DA807DBC9E}" type="sibTrans" cxnId="{86E5F777-3C23-444D-BEAA-BEF2CDA97A96}">
      <dgm:prSet/>
      <dgm:spPr/>
      <dgm:t>
        <a:bodyPr/>
        <a:lstStyle/>
        <a:p>
          <a:endParaRPr lang="en-US"/>
        </a:p>
      </dgm:t>
    </dgm:pt>
    <dgm:pt modelId="{F8974629-90AF-468A-A962-285CF6223BEB}" type="pres">
      <dgm:prSet presAssocID="{091202A3-5C47-4916-AB88-AE83361B0445}" presName="outerComposite" presStyleCnt="0">
        <dgm:presLayoutVars>
          <dgm:chMax val="5"/>
          <dgm:dir/>
          <dgm:resizeHandles val="exact"/>
        </dgm:presLayoutVars>
      </dgm:prSet>
      <dgm:spPr/>
    </dgm:pt>
    <dgm:pt modelId="{8EA13FEA-BC9B-4506-BE33-09609ADCCAB6}" type="pres">
      <dgm:prSet presAssocID="{091202A3-5C47-4916-AB88-AE83361B0445}" presName="dummyMaxCanvas" presStyleCnt="0">
        <dgm:presLayoutVars/>
      </dgm:prSet>
      <dgm:spPr/>
    </dgm:pt>
    <dgm:pt modelId="{22DA317E-D92B-4DC5-A52D-4196DDEABDB8}" type="pres">
      <dgm:prSet presAssocID="{091202A3-5C47-4916-AB88-AE83361B0445}" presName="FourNodes_1" presStyleLbl="node1" presStyleIdx="0" presStyleCnt="4">
        <dgm:presLayoutVars>
          <dgm:bulletEnabled val="1"/>
        </dgm:presLayoutVars>
      </dgm:prSet>
      <dgm:spPr/>
    </dgm:pt>
    <dgm:pt modelId="{AA8AEF1B-C691-45C4-81EB-E31210E48823}" type="pres">
      <dgm:prSet presAssocID="{091202A3-5C47-4916-AB88-AE83361B0445}" presName="FourNodes_2" presStyleLbl="node1" presStyleIdx="1" presStyleCnt="4">
        <dgm:presLayoutVars>
          <dgm:bulletEnabled val="1"/>
        </dgm:presLayoutVars>
      </dgm:prSet>
      <dgm:spPr/>
    </dgm:pt>
    <dgm:pt modelId="{51F6E027-9E9F-4098-A894-57D81A19BBD3}" type="pres">
      <dgm:prSet presAssocID="{091202A3-5C47-4916-AB88-AE83361B0445}" presName="FourNodes_3" presStyleLbl="node1" presStyleIdx="2" presStyleCnt="4">
        <dgm:presLayoutVars>
          <dgm:bulletEnabled val="1"/>
        </dgm:presLayoutVars>
      </dgm:prSet>
      <dgm:spPr/>
    </dgm:pt>
    <dgm:pt modelId="{DB277C4E-0AB9-4B28-BAA2-B5F9A95A48D4}" type="pres">
      <dgm:prSet presAssocID="{091202A3-5C47-4916-AB88-AE83361B0445}" presName="FourNodes_4" presStyleLbl="node1" presStyleIdx="3" presStyleCnt="4">
        <dgm:presLayoutVars>
          <dgm:bulletEnabled val="1"/>
        </dgm:presLayoutVars>
      </dgm:prSet>
      <dgm:spPr/>
    </dgm:pt>
    <dgm:pt modelId="{B00C9D25-7931-43E2-B52D-5198AB3DBD84}" type="pres">
      <dgm:prSet presAssocID="{091202A3-5C47-4916-AB88-AE83361B0445}" presName="FourConn_1-2" presStyleLbl="fgAccFollowNode1" presStyleIdx="0" presStyleCnt="3">
        <dgm:presLayoutVars>
          <dgm:bulletEnabled val="1"/>
        </dgm:presLayoutVars>
      </dgm:prSet>
      <dgm:spPr/>
    </dgm:pt>
    <dgm:pt modelId="{F5E53E60-A1DA-4A55-A59D-C18189371E00}" type="pres">
      <dgm:prSet presAssocID="{091202A3-5C47-4916-AB88-AE83361B0445}" presName="FourConn_2-3" presStyleLbl="fgAccFollowNode1" presStyleIdx="1" presStyleCnt="3">
        <dgm:presLayoutVars>
          <dgm:bulletEnabled val="1"/>
        </dgm:presLayoutVars>
      </dgm:prSet>
      <dgm:spPr/>
    </dgm:pt>
    <dgm:pt modelId="{4EB5F87A-FEF4-4807-9287-A4EF64D3D6B5}" type="pres">
      <dgm:prSet presAssocID="{091202A3-5C47-4916-AB88-AE83361B0445}" presName="FourConn_3-4" presStyleLbl="fgAccFollowNode1" presStyleIdx="2" presStyleCnt="3">
        <dgm:presLayoutVars>
          <dgm:bulletEnabled val="1"/>
        </dgm:presLayoutVars>
      </dgm:prSet>
      <dgm:spPr/>
    </dgm:pt>
    <dgm:pt modelId="{BB639C32-CC06-4F49-8A90-C889A922B3A5}" type="pres">
      <dgm:prSet presAssocID="{091202A3-5C47-4916-AB88-AE83361B0445}" presName="FourNodes_1_text" presStyleLbl="node1" presStyleIdx="3" presStyleCnt="4">
        <dgm:presLayoutVars>
          <dgm:bulletEnabled val="1"/>
        </dgm:presLayoutVars>
      </dgm:prSet>
      <dgm:spPr/>
    </dgm:pt>
    <dgm:pt modelId="{D428F297-8569-478A-88BE-A5AB25C91602}" type="pres">
      <dgm:prSet presAssocID="{091202A3-5C47-4916-AB88-AE83361B0445}" presName="FourNodes_2_text" presStyleLbl="node1" presStyleIdx="3" presStyleCnt="4">
        <dgm:presLayoutVars>
          <dgm:bulletEnabled val="1"/>
        </dgm:presLayoutVars>
      </dgm:prSet>
      <dgm:spPr/>
    </dgm:pt>
    <dgm:pt modelId="{4903A1C0-A3E5-4FD6-913D-FFD545695373}" type="pres">
      <dgm:prSet presAssocID="{091202A3-5C47-4916-AB88-AE83361B0445}" presName="FourNodes_3_text" presStyleLbl="node1" presStyleIdx="3" presStyleCnt="4">
        <dgm:presLayoutVars>
          <dgm:bulletEnabled val="1"/>
        </dgm:presLayoutVars>
      </dgm:prSet>
      <dgm:spPr/>
    </dgm:pt>
    <dgm:pt modelId="{695DE702-6559-4FB9-88F4-41424FF2E960}" type="pres">
      <dgm:prSet presAssocID="{091202A3-5C47-4916-AB88-AE83361B044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0DCED07-F75D-4CF6-94BB-37A69A0493B0}" type="presOf" srcId="{34583127-D642-4A58-886F-57A5EDF24A81}" destId="{AA8AEF1B-C691-45C4-81EB-E31210E48823}" srcOrd="0" destOrd="0" presId="urn:microsoft.com/office/officeart/2005/8/layout/vProcess5"/>
    <dgm:cxn modelId="{783A141C-E4E8-46B4-8598-FF89F4200988}" type="presOf" srcId="{E6742A43-B7CD-4708-A95E-8D1120C7B317}" destId="{4903A1C0-A3E5-4FD6-913D-FFD545695373}" srcOrd="1" destOrd="0" presId="urn:microsoft.com/office/officeart/2005/8/layout/vProcess5"/>
    <dgm:cxn modelId="{B3A79C1C-9539-482F-AA70-297C6FDF5B97}" srcId="{091202A3-5C47-4916-AB88-AE83361B0445}" destId="{99971815-2B75-49DC-BBFB-83F0EFD95364}" srcOrd="0" destOrd="0" parTransId="{16B08CCC-D6E1-4C34-9C46-88D75F167543}" sibTransId="{C71D43E7-A8D8-4084-8CA4-A25EB1D492E1}"/>
    <dgm:cxn modelId="{4B298E2B-91D1-4152-8327-5FCFA8710320}" type="presOf" srcId="{99971815-2B75-49DC-BBFB-83F0EFD95364}" destId="{22DA317E-D92B-4DC5-A52D-4196DDEABDB8}" srcOrd="0" destOrd="0" presId="urn:microsoft.com/office/officeart/2005/8/layout/vProcess5"/>
    <dgm:cxn modelId="{0A27D02D-D677-4C7C-99D6-CD42D5A2D5B7}" srcId="{091202A3-5C47-4916-AB88-AE83361B0445}" destId="{34583127-D642-4A58-886F-57A5EDF24A81}" srcOrd="1" destOrd="0" parTransId="{DB656FB9-1D9D-43D3-9CDE-0DB9ED8C4E26}" sibTransId="{5628D5D4-9FA4-40BB-9FEA-DABF33920473}"/>
    <dgm:cxn modelId="{8BE6CB2E-5B38-491C-9FF5-A355B935865D}" type="presOf" srcId="{E6742A43-B7CD-4708-A95E-8D1120C7B317}" destId="{51F6E027-9E9F-4098-A894-57D81A19BBD3}" srcOrd="0" destOrd="0" presId="urn:microsoft.com/office/officeart/2005/8/layout/vProcess5"/>
    <dgm:cxn modelId="{685FED35-0912-4B9A-A46F-ABC393B8EB3C}" type="presOf" srcId="{99971815-2B75-49DC-BBFB-83F0EFD95364}" destId="{BB639C32-CC06-4F49-8A90-C889A922B3A5}" srcOrd="1" destOrd="0" presId="urn:microsoft.com/office/officeart/2005/8/layout/vProcess5"/>
    <dgm:cxn modelId="{C0B45B3B-4F71-4EB1-A5AF-5DD0BCB3FBCD}" type="presOf" srcId="{34583127-D642-4A58-886F-57A5EDF24A81}" destId="{D428F297-8569-478A-88BE-A5AB25C91602}" srcOrd="1" destOrd="0" presId="urn:microsoft.com/office/officeart/2005/8/layout/vProcess5"/>
    <dgm:cxn modelId="{FF2F835E-18DB-4FCA-BEE3-EECF64519BF5}" srcId="{091202A3-5C47-4916-AB88-AE83361B0445}" destId="{E6742A43-B7CD-4708-A95E-8D1120C7B317}" srcOrd="2" destOrd="0" parTransId="{4F264180-C27A-4F6B-8B3E-FFC0CE970A2B}" sibTransId="{FC58BDA3-24E2-43EA-BB86-3FB5689B6E42}"/>
    <dgm:cxn modelId="{86E5F777-3C23-444D-BEAA-BEF2CDA97A96}" srcId="{091202A3-5C47-4916-AB88-AE83361B0445}" destId="{E91124EF-AC75-4732-BF23-AC6578492A95}" srcOrd="3" destOrd="0" parTransId="{982D4DDF-5294-41CB-BF58-07C66DC980F2}" sibTransId="{05859CD7-022F-4794-99A3-48DA807DBC9E}"/>
    <dgm:cxn modelId="{3B603896-4961-416B-A743-FA8AAC5FC42B}" type="presOf" srcId="{FC58BDA3-24E2-43EA-BB86-3FB5689B6E42}" destId="{4EB5F87A-FEF4-4807-9287-A4EF64D3D6B5}" srcOrd="0" destOrd="0" presId="urn:microsoft.com/office/officeart/2005/8/layout/vProcess5"/>
    <dgm:cxn modelId="{DE3556B8-2A52-4065-A6CA-B5A7718E9217}" type="presOf" srcId="{091202A3-5C47-4916-AB88-AE83361B0445}" destId="{F8974629-90AF-468A-A962-285CF6223BEB}" srcOrd="0" destOrd="0" presId="urn:microsoft.com/office/officeart/2005/8/layout/vProcess5"/>
    <dgm:cxn modelId="{13C555C9-DC8C-4401-AC26-CE797AA2DF48}" type="presOf" srcId="{5628D5D4-9FA4-40BB-9FEA-DABF33920473}" destId="{F5E53E60-A1DA-4A55-A59D-C18189371E00}" srcOrd="0" destOrd="0" presId="urn:microsoft.com/office/officeart/2005/8/layout/vProcess5"/>
    <dgm:cxn modelId="{A06387DC-E70E-4655-B6EA-823D2D3355D1}" type="presOf" srcId="{E91124EF-AC75-4732-BF23-AC6578492A95}" destId="{DB277C4E-0AB9-4B28-BAA2-B5F9A95A48D4}" srcOrd="0" destOrd="0" presId="urn:microsoft.com/office/officeart/2005/8/layout/vProcess5"/>
    <dgm:cxn modelId="{927997EA-2726-48BE-BF54-D1D865660184}" type="presOf" srcId="{E91124EF-AC75-4732-BF23-AC6578492A95}" destId="{695DE702-6559-4FB9-88F4-41424FF2E960}" srcOrd="1" destOrd="0" presId="urn:microsoft.com/office/officeart/2005/8/layout/vProcess5"/>
    <dgm:cxn modelId="{923F94FE-D78D-4FB5-9148-8FBD976FC711}" type="presOf" srcId="{C71D43E7-A8D8-4084-8CA4-A25EB1D492E1}" destId="{B00C9D25-7931-43E2-B52D-5198AB3DBD84}" srcOrd="0" destOrd="0" presId="urn:microsoft.com/office/officeart/2005/8/layout/vProcess5"/>
    <dgm:cxn modelId="{34DFCC6C-96C2-4ED7-955B-E94E09820504}" type="presParOf" srcId="{F8974629-90AF-468A-A962-285CF6223BEB}" destId="{8EA13FEA-BC9B-4506-BE33-09609ADCCAB6}" srcOrd="0" destOrd="0" presId="urn:microsoft.com/office/officeart/2005/8/layout/vProcess5"/>
    <dgm:cxn modelId="{5233B26D-5868-455E-8E5D-01F084F26AD3}" type="presParOf" srcId="{F8974629-90AF-468A-A962-285CF6223BEB}" destId="{22DA317E-D92B-4DC5-A52D-4196DDEABDB8}" srcOrd="1" destOrd="0" presId="urn:microsoft.com/office/officeart/2005/8/layout/vProcess5"/>
    <dgm:cxn modelId="{C3024ADB-CD2F-41B0-946B-0F748DEC8A49}" type="presParOf" srcId="{F8974629-90AF-468A-A962-285CF6223BEB}" destId="{AA8AEF1B-C691-45C4-81EB-E31210E48823}" srcOrd="2" destOrd="0" presId="urn:microsoft.com/office/officeart/2005/8/layout/vProcess5"/>
    <dgm:cxn modelId="{C2B11949-8F8E-431A-A129-DC7C6E5981C0}" type="presParOf" srcId="{F8974629-90AF-468A-A962-285CF6223BEB}" destId="{51F6E027-9E9F-4098-A894-57D81A19BBD3}" srcOrd="3" destOrd="0" presId="urn:microsoft.com/office/officeart/2005/8/layout/vProcess5"/>
    <dgm:cxn modelId="{6808F114-A691-4CB5-9C9A-3E5E88DC48D1}" type="presParOf" srcId="{F8974629-90AF-468A-A962-285CF6223BEB}" destId="{DB277C4E-0AB9-4B28-BAA2-B5F9A95A48D4}" srcOrd="4" destOrd="0" presId="urn:microsoft.com/office/officeart/2005/8/layout/vProcess5"/>
    <dgm:cxn modelId="{6D590208-4005-4DF1-A05F-361165BD5716}" type="presParOf" srcId="{F8974629-90AF-468A-A962-285CF6223BEB}" destId="{B00C9D25-7931-43E2-B52D-5198AB3DBD84}" srcOrd="5" destOrd="0" presId="urn:microsoft.com/office/officeart/2005/8/layout/vProcess5"/>
    <dgm:cxn modelId="{52924D63-B60E-493F-A427-38701D90BAB7}" type="presParOf" srcId="{F8974629-90AF-468A-A962-285CF6223BEB}" destId="{F5E53E60-A1DA-4A55-A59D-C18189371E00}" srcOrd="6" destOrd="0" presId="urn:microsoft.com/office/officeart/2005/8/layout/vProcess5"/>
    <dgm:cxn modelId="{2A08A8FA-79AC-4FD4-848E-C924D38D45AA}" type="presParOf" srcId="{F8974629-90AF-468A-A962-285CF6223BEB}" destId="{4EB5F87A-FEF4-4807-9287-A4EF64D3D6B5}" srcOrd="7" destOrd="0" presId="urn:microsoft.com/office/officeart/2005/8/layout/vProcess5"/>
    <dgm:cxn modelId="{33E6AE25-7FBB-4670-B611-9E00C775D56F}" type="presParOf" srcId="{F8974629-90AF-468A-A962-285CF6223BEB}" destId="{BB639C32-CC06-4F49-8A90-C889A922B3A5}" srcOrd="8" destOrd="0" presId="urn:microsoft.com/office/officeart/2005/8/layout/vProcess5"/>
    <dgm:cxn modelId="{5F067058-C09D-4BA8-AEBF-FB267E3B8174}" type="presParOf" srcId="{F8974629-90AF-468A-A962-285CF6223BEB}" destId="{D428F297-8569-478A-88BE-A5AB25C91602}" srcOrd="9" destOrd="0" presId="urn:microsoft.com/office/officeart/2005/8/layout/vProcess5"/>
    <dgm:cxn modelId="{6C8583A0-61E0-4485-9AB3-7581954E6AA0}" type="presParOf" srcId="{F8974629-90AF-468A-A962-285CF6223BEB}" destId="{4903A1C0-A3E5-4FD6-913D-FFD545695373}" srcOrd="10" destOrd="0" presId="urn:microsoft.com/office/officeart/2005/8/layout/vProcess5"/>
    <dgm:cxn modelId="{6BF5F2AE-AF67-4D5C-BC9B-39C1CDCBF030}" type="presParOf" srcId="{F8974629-90AF-468A-A962-285CF6223BEB}" destId="{695DE702-6559-4FB9-88F4-41424FF2E96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BFB722B-4E43-44E3-973B-5F148077B4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95EFAE-AAD6-4786-BE3D-F774CF3E0E6F}">
      <dgm:prSet/>
      <dgm:spPr/>
      <dgm:t>
        <a:bodyPr/>
        <a:lstStyle/>
        <a:p>
          <a:r>
            <a:rPr lang="pt-BR"/>
            <a:t>O que mais te surpreendeu sobre o Spark?</a:t>
          </a:r>
          <a:endParaRPr lang="en-US"/>
        </a:p>
      </dgm:t>
    </dgm:pt>
    <dgm:pt modelId="{338F5172-E27C-4520-B83E-E786A6CF267A}" type="parTrans" cxnId="{A1DF5709-A874-44E8-828D-09769FD60CFA}">
      <dgm:prSet/>
      <dgm:spPr/>
      <dgm:t>
        <a:bodyPr/>
        <a:lstStyle/>
        <a:p>
          <a:endParaRPr lang="en-US"/>
        </a:p>
      </dgm:t>
    </dgm:pt>
    <dgm:pt modelId="{478F79E8-361C-4731-8F48-C0446F9DDA14}" type="sibTrans" cxnId="{A1DF5709-A874-44E8-828D-09769FD60CFA}">
      <dgm:prSet/>
      <dgm:spPr/>
      <dgm:t>
        <a:bodyPr/>
        <a:lstStyle/>
        <a:p>
          <a:endParaRPr lang="en-US"/>
        </a:p>
      </dgm:t>
    </dgm:pt>
    <dgm:pt modelId="{03C6EDB8-B482-4105-ACC1-A933EF0611EE}">
      <dgm:prSet/>
      <dgm:spPr/>
      <dgm:t>
        <a:bodyPr/>
        <a:lstStyle/>
        <a:p>
          <a:r>
            <a:rPr lang="pt-BR"/>
            <a:t>Você se sentiu confortável utilizando o ambiente Databricks?</a:t>
          </a:r>
          <a:endParaRPr lang="en-US"/>
        </a:p>
      </dgm:t>
    </dgm:pt>
    <dgm:pt modelId="{DD74F46A-F736-4580-A17D-6D939B81D625}" type="parTrans" cxnId="{CF4314F8-DECB-49E7-97E7-DE6B60D7293E}">
      <dgm:prSet/>
      <dgm:spPr/>
      <dgm:t>
        <a:bodyPr/>
        <a:lstStyle/>
        <a:p>
          <a:endParaRPr lang="en-US"/>
        </a:p>
      </dgm:t>
    </dgm:pt>
    <dgm:pt modelId="{4F6C3ED9-9D69-436F-938E-C1308E6A3DD1}" type="sibTrans" cxnId="{CF4314F8-DECB-49E7-97E7-DE6B60D7293E}">
      <dgm:prSet/>
      <dgm:spPr/>
      <dgm:t>
        <a:bodyPr/>
        <a:lstStyle/>
        <a:p>
          <a:endParaRPr lang="en-US"/>
        </a:p>
      </dgm:t>
    </dgm:pt>
    <dgm:pt modelId="{2B43F551-5525-4244-BAAD-9692C16906E8}">
      <dgm:prSet/>
      <dgm:spPr/>
      <dgm:t>
        <a:bodyPr/>
        <a:lstStyle/>
        <a:p>
          <a:r>
            <a:rPr lang="pt-BR"/>
            <a:t>Qual recurso do PySpark parece mais útil para o seu projeto final?</a:t>
          </a:r>
          <a:endParaRPr lang="en-US"/>
        </a:p>
      </dgm:t>
    </dgm:pt>
    <dgm:pt modelId="{EBEA0003-9B83-410D-938D-72B5B2BB9B6A}" type="parTrans" cxnId="{29434A76-83C0-4F71-87AB-B9B4C98F4090}">
      <dgm:prSet/>
      <dgm:spPr/>
      <dgm:t>
        <a:bodyPr/>
        <a:lstStyle/>
        <a:p>
          <a:endParaRPr lang="en-US"/>
        </a:p>
      </dgm:t>
    </dgm:pt>
    <dgm:pt modelId="{42BE1D39-79C2-4464-8470-1AA32836BF81}" type="sibTrans" cxnId="{29434A76-83C0-4F71-87AB-B9B4C98F4090}">
      <dgm:prSet/>
      <dgm:spPr/>
      <dgm:t>
        <a:bodyPr/>
        <a:lstStyle/>
        <a:p>
          <a:endParaRPr lang="en-US"/>
        </a:p>
      </dgm:t>
    </dgm:pt>
    <dgm:pt modelId="{A3866F31-626A-4F89-A243-EED74652FF9B}">
      <dgm:prSet/>
      <dgm:spPr/>
      <dgm:t>
        <a:bodyPr/>
        <a:lstStyle/>
        <a:p>
          <a:r>
            <a:rPr lang="pt-BR"/>
            <a:t>O que ainda precisa reforçar para aplicar Spark no contexto do trabalho?</a:t>
          </a:r>
          <a:endParaRPr lang="en-US"/>
        </a:p>
      </dgm:t>
    </dgm:pt>
    <dgm:pt modelId="{F0744F42-055B-40CE-B572-2EDCDA8FFBF5}" type="parTrans" cxnId="{DE17A77A-C094-4EB8-919D-D1C0B256C49B}">
      <dgm:prSet/>
      <dgm:spPr/>
      <dgm:t>
        <a:bodyPr/>
        <a:lstStyle/>
        <a:p>
          <a:endParaRPr lang="en-US"/>
        </a:p>
      </dgm:t>
    </dgm:pt>
    <dgm:pt modelId="{D164F633-625B-4588-BEBA-DD71874B2318}" type="sibTrans" cxnId="{DE17A77A-C094-4EB8-919D-D1C0B256C49B}">
      <dgm:prSet/>
      <dgm:spPr/>
      <dgm:t>
        <a:bodyPr/>
        <a:lstStyle/>
        <a:p>
          <a:endParaRPr lang="en-US"/>
        </a:p>
      </dgm:t>
    </dgm:pt>
    <dgm:pt modelId="{A96C7A8F-0698-4CC2-A7CD-0CFF78B134E7}">
      <dgm:prSet/>
      <dgm:spPr/>
      <dgm:t>
        <a:bodyPr/>
        <a:lstStyle/>
        <a:p>
          <a:r>
            <a:rPr lang="pt-BR"/>
            <a:t>Anote dúvidas e compartilhe com o professor ou no mural da disciplina</a:t>
          </a:r>
          <a:endParaRPr lang="en-US"/>
        </a:p>
      </dgm:t>
    </dgm:pt>
    <dgm:pt modelId="{216205E6-4FF4-4FE7-BDBF-B2AF5457DE54}" type="parTrans" cxnId="{040D8734-09E0-43C3-91ED-07FA7FE8A4F3}">
      <dgm:prSet/>
      <dgm:spPr/>
      <dgm:t>
        <a:bodyPr/>
        <a:lstStyle/>
        <a:p>
          <a:endParaRPr lang="en-US"/>
        </a:p>
      </dgm:t>
    </dgm:pt>
    <dgm:pt modelId="{4A24BF3F-93D9-47D2-AF50-04580ED9A1F3}" type="sibTrans" cxnId="{040D8734-09E0-43C3-91ED-07FA7FE8A4F3}">
      <dgm:prSet/>
      <dgm:spPr/>
      <dgm:t>
        <a:bodyPr/>
        <a:lstStyle/>
        <a:p>
          <a:endParaRPr lang="en-US"/>
        </a:p>
      </dgm:t>
    </dgm:pt>
    <dgm:pt modelId="{349B0284-8132-4F18-8B0D-5034258CCE43}" type="pres">
      <dgm:prSet presAssocID="{DBFB722B-4E43-44E3-973B-5F148077B4EF}" presName="linear" presStyleCnt="0">
        <dgm:presLayoutVars>
          <dgm:animLvl val="lvl"/>
          <dgm:resizeHandles val="exact"/>
        </dgm:presLayoutVars>
      </dgm:prSet>
      <dgm:spPr/>
    </dgm:pt>
    <dgm:pt modelId="{44C3AC56-07A5-4794-B2C6-5FBB09590D70}" type="pres">
      <dgm:prSet presAssocID="{E195EFAE-AAD6-4786-BE3D-F774CF3E0E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FFEDEB-A0E0-4BC5-8DE2-B743EA88E81B}" type="pres">
      <dgm:prSet presAssocID="{478F79E8-361C-4731-8F48-C0446F9DDA14}" presName="spacer" presStyleCnt="0"/>
      <dgm:spPr/>
    </dgm:pt>
    <dgm:pt modelId="{58EB03BC-9245-423D-ACAF-D129771F4924}" type="pres">
      <dgm:prSet presAssocID="{03C6EDB8-B482-4105-ACC1-A933EF0611E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E6CAD7A-B542-477E-B44C-4F3107604ECC}" type="pres">
      <dgm:prSet presAssocID="{4F6C3ED9-9D69-436F-938E-C1308E6A3DD1}" presName="spacer" presStyleCnt="0"/>
      <dgm:spPr/>
    </dgm:pt>
    <dgm:pt modelId="{6C76B1E3-43A8-499B-9698-3233974C7555}" type="pres">
      <dgm:prSet presAssocID="{2B43F551-5525-4244-BAAD-9692C16906E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381DA8B-42BC-460C-AEB3-1C061ED6074E}" type="pres">
      <dgm:prSet presAssocID="{42BE1D39-79C2-4464-8470-1AA32836BF81}" presName="spacer" presStyleCnt="0"/>
      <dgm:spPr/>
    </dgm:pt>
    <dgm:pt modelId="{A766DF47-818D-4A74-8417-067735559B67}" type="pres">
      <dgm:prSet presAssocID="{A3866F31-626A-4F89-A243-EED74652FF9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166771A-5CE9-4BA1-9C16-65E3429C7A8A}" type="pres">
      <dgm:prSet presAssocID="{D164F633-625B-4588-BEBA-DD71874B2318}" presName="spacer" presStyleCnt="0"/>
      <dgm:spPr/>
    </dgm:pt>
    <dgm:pt modelId="{B1508B59-4DF7-4AA6-BC29-365CF001DE62}" type="pres">
      <dgm:prSet presAssocID="{A96C7A8F-0698-4CC2-A7CD-0CFF78B134E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5AD0B01-7FF1-4F6D-8B29-2BD5AEFD31C1}" type="presOf" srcId="{03C6EDB8-B482-4105-ACC1-A933EF0611EE}" destId="{58EB03BC-9245-423D-ACAF-D129771F4924}" srcOrd="0" destOrd="0" presId="urn:microsoft.com/office/officeart/2005/8/layout/vList2"/>
    <dgm:cxn modelId="{A1DF5709-A874-44E8-828D-09769FD60CFA}" srcId="{DBFB722B-4E43-44E3-973B-5F148077B4EF}" destId="{E195EFAE-AAD6-4786-BE3D-F774CF3E0E6F}" srcOrd="0" destOrd="0" parTransId="{338F5172-E27C-4520-B83E-E786A6CF267A}" sibTransId="{478F79E8-361C-4731-8F48-C0446F9DDA14}"/>
    <dgm:cxn modelId="{617DB823-E9EF-4F17-9DF9-3F9F2694023B}" type="presOf" srcId="{A3866F31-626A-4F89-A243-EED74652FF9B}" destId="{A766DF47-818D-4A74-8417-067735559B67}" srcOrd="0" destOrd="0" presId="urn:microsoft.com/office/officeart/2005/8/layout/vList2"/>
    <dgm:cxn modelId="{040D8734-09E0-43C3-91ED-07FA7FE8A4F3}" srcId="{DBFB722B-4E43-44E3-973B-5F148077B4EF}" destId="{A96C7A8F-0698-4CC2-A7CD-0CFF78B134E7}" srcOrd="4" destOrd="0" parTransId="{216205E6-4FF4-4FE7-BDBF-B2AF5457DE54}" sibTransId="{4A24BF3F-93D9-47D2-AF50-04580ED9A1F3}"/>
    <dgm:cxn modelId="{29434A76-83C0-4F71-87AB-B9B4C98F4090}" srcId="{DBFB722B-4E43-44E3-973B-5F148077B4EF}" destId="{2B43F551-5525-4244-BAAD-9692C16906E8}" srcOrd="2" destOrd="0" parTransId="{EBEA0003-9B83-410D-938D-72B5B2BB9B6A}" sibTransId="{42BE1D39-79C2-4464-8470-1AA32836BF81}"/>
    <dgm:cxn modelId="{DE17A77A-C094-4EB8-919D-D1C0B256C49B}" srcId="{DBFB722B-4E43-44E3-973B-5F148077B4EF}" destId="{A3866F31-626A-4F89-A243-EED74652FF9B}" srcOrd="3" destOrd="0" parTransId="{F0744F42-055B-40CE-B572-2EDCDA8FFBF5}" sibTransId="{D164F633-625B-4588-BEBA-DD71874B2318}"/>
    <dgm:cxn modelId="{A51EAB8A-29AF-4734-A45B-D66EC3E7FA46}" type="presOf" srcId="{DBFB722B-4E43-44E3-973B-5F148077B4EF}" destId="{349B0284-8132-4F18-8B0D-5034258CCE43}" srcOrd="0" destOrd="0" presId="urn:microsoft.com/office/officeart/2005/8/layout/vList2"/>
    <dgm:cxn modelId="{9C0D689B-8915-4B85-9755-7D1A533FEF49}" type="presOf" srcId="{A96C7A8F-0698-4CC2-A7CD-0CFF78B134E7}" destId="{B1508B59-4DF7-4AA6-BC29-365CF001DE62}" srcOrd="0" destOrd="0" presId="urn:microsoft.com/office/officeart/2005/8/layout/vList2"/>
    <dgm:cxn modelId="{0BCC7CA4-ADE5-41E1-A81F-9DEE3454423F}" type="presOf" srcId="{2B43F551-5525-4244-BAAD-9692C16906E8}" destId="{6C76B1E3-43A8-499B-9698-3233974C7555}" srcOrd="0" destOrd="0" presId="urn:microsoft.com/office/officeart/2005/8/layout/vList2"/>
    <dgm:cxn modelId="{D1360FD8-04AF-4EBE-B621-EF49AB2C16B2}" type="presOf" srcId="{E195EFAE-AAD6-4786-BE3D-F774CF3E0E6F}" destId="{44C3AC56-07A5-4794-B2C6-5FBB09590D70}" srcOrd="0" destOrd="0" presId="urn:microsoft.com/office/officeart/2005/8/layout/vList2"/>
    <dgm:cxn modelId="{CF4314F8-DECB-49E7-97E7-DE6B60D7293E}" srcId="{DBFB722B-4E43-44E3-973B-5F148077B4EF}" destId="{03C6EDB8-B482-4105-ACC1-A933EF0611EE}" srcOrd="1" destOrd="0" parTransId="{DD74F46A-F736-4580-A17D-6D939B81D625}" sibTransId="{4F6C3ED9-9D69-436F-938E-C1308E6A3DD1}"/>
    <dgm:cxn modelId="{39EF136D-A030-4C81-98E4-70448DE67935}" type="presParOf" srcId="{349B0284-8132-4F18-8B0D-5034258CCE43}" destId="{44C3AC56-07A5-4794-B2C6-5FBB09590D70}" srcOrd="0" destOrd="0" presId="urn:microsoft.com/office/officeart/2005/8/layout/vList2"/>
    <dgm:cxn modelId="{EF29C39E-7EFE-49A9-9C44-7DE755D29FFD}" type="presParOf" srcId="{349B0284-8132-4F18-8B0D-5034258CCE43}" destId="{74FFEDEB-A0E0-4BC5-8DE2-B743EA88E81B}" srcOrd="1" destOrd="0" presId="urn:microsoft.com/office/officeart/2005/8/layout/vList2"/>
    <dgm:cxn modelId="{154E6F49-B3AB-4A23-91CA-819FB615F4CD}" type="presParOf" srcId="{349B0284-8132-4F18-8B0D-5034258CCE43}" destId="{58EB03BC-9245-423D-ACAF-D129771F4924}" srcOrd="2" destOrd="0" presId="urn:microsoft.com/office/officeart/2005/8/layout/vList2"/>
    <dgm:cxn modelId="{DEBD5932-4FE8-4C56-805E-1A35597A1DB6}" type="presParOf" srcId="{349B0284-8132-4F18-8B0D-5034258CCE43}" destId="{AE6CAD7A-B542-477E-B44C-4F3107604ECC}" srcOrd="3" destOrd="0" presId="urn:microsoft.com/office/officeart/2005/8/layout/vList2"/>
    <dgm:cxn modelId="{C3550307-8D4C-4D37-8FE1-50C77DFCC5AC}" type="presParOf" srcId="{349B0284-8132-4F18-8B0D-5034258CCE43}" destId="{6C76B1E3-43A8-499B-9698-3233974C7555}" srcOrd="4" destOrd="0" presId="urn:microsoft.com/office/officeart/2005/8/layout/vList2"/>
    <dgm:cxn modelId="{968C89D3-6B71-46B6-9641-4124766CD771}" type="presParOf" srcId="{349B0284-8132-4F18-8B0D-5034258CCE43}" destId="{6381DA8B-42BC-460C-AEB3-1C061ED6074E}" srcOrd="5" destOrd="0" presId="urn:microsoft.com/office/officeart/2005/8/layout/vList2"/>
    <dgm:cxn modelId="{797C15DD-FAB8-4A1A-BCF1-AD8FDB446AB2}" type="presParOf" srcId="{349B0284-8132-4F18-8B0D-5034258CCE43}" destId="{A766DF47-818D-4A74-8417-067735559B67}" srcOrd="6" destOrd="0" presId="urn:microsoft.com/office/officeart/2005/8/layout/vList2"/>
    <dgm:cxn modelId="{780890DE-EBDA-4C7E-8773-5F34E8FCC883}" type="presParOf" srcId="{349B0284-8132-4F18-8B0D-5034258CCE43}" destId="{8166771A-5CE9-4BA1-9C16-65E3429C7A8A}" srcOrd="7" destOrd="0" presId="urn:microsoft.com/office/officeart/2005/8/layout/vList2"/>
    <dgm:cxn modelId="{D870430A-F528-4690-975F-59D383288F5A}" type="presParOf" srcId="{349B0284-8132-4F18-8B0D-5034258CCE43}" destId="{B1508B59-4DF7-4AA6-BC29-365CF001DE6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9C331-8DCC-45AA-9FAC-62278A53C36B}">
      <dsp:nvSpPr>
        <dsp:cNvPr id="0" name=""/>
        <dsp:cNvSpPr/>
      </dsp:nvSpPr>
      <dsp:spPr>
        <a:xfrm>
          <a:off x="185086" y="515745"/>
          <a:ext cx="718531" cy="7185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016AF-BB51-4A13-9439-D8186B86E3CD}">
      <dsp:nvSpPr>
        <dsp:cNvPr id="0" name=""/>
        <dsp:cNvSpPr/>
      </dsp:nvSpPr>
      <dsp:spPr>
        <a:xfrm>
          <a:off x="335978" y="666636"/>
          <a:ext cx="416748" cy="4167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99FD3-C84F-45B0-9E92-AEAB1F5B2A0E}">
      <dsp:nvSpPr>
        <dsp:cNvPr id="0" name=""/>
        <dsp:cNvSpPr/>
      </dsp:nvSpPr>
      <dsp:spPr>
        <a:xfrm>
          <a:off x="1057589" y="515745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Compreender os fundamentos do Apache Spark e sua importância no contexto de Big Data</a:t>
          </a:r>
          <a:endParaRPr lang="en-US" sz="1100" kern="1200"/>
        </a:p>
      </dsp:txBody>
      <dsp:txXfrm>
        <a:off x="1057589" y="515745"/>
        <a:ext cx="1693681" cy="718531"/>
      </dsp:txXfrm>
    </dsp:sp>
    <dsp:sp modelId="{505C6015-BB77-481B-8FFF-EB5B313AF89B}">
      <dsp:nvSpPr>
        <dsp:cNvPr id="0" name=""/>
        <dsp:cNvSpPr/>
      </dsp:nvSpPr>
      <dsp:spPr>
        <a:xfrm>
          <a:off x="3046382" y="515745"/>
          <a:ext cx="718531" cy="71853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855E19-3B30-4463-B556-A4E65F6ABAF1}">
      <dsp:nvSpPr>
        <dsp:cNvPr id="0" name=""/>
        <dsp:cNvSpPr/>
      </dsp:nvSpPr>
      <dsp:spPr>
        <a:xfrm>
          <a:off x="3197273" y="666636"/>
          <a:ext cx="416748" cy="4167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1D0B1-D0E1-4D8B-8F48-F0156CBBBEB1}">
      <dsp:nvSpPr>
        <dsp:cNvPr id="0" name=""/>
        <dsp:cNvSpPr/>
      </dsp:nvSpPr>
      <dsp:spPr>
        <a:xfrm>
          <a:off x="3918885" y="515745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Explorar a arquitetura distribuída e os conceitos de cluster, particionamento e replicação</a:t>
          </a:r>
          <a:endParaRPr lang="en-US" sz="1100" kern="1200"/>
        </a:p>
      </dsp:txBody>
      <dsp:txXfrm>
        <a:off x="3918885" y="515745"/>
        <a:ext cx="1693681" cy="718531"/>
      </dsp:txXfrm>
    </dsp:sp>
    <dsp:sp modelId="{340CC79A-806B-4436-85F5-BB50D5706619}">
      <dsp:nvSpPr>
        <dsp:cNvPr id="0" name=""/>
        <dsp:cNvSpPr/>
      </dsp:nvSpPr>
      <dsp:spPr>
        <a:xfrm>
          <a:off x="5907677" y="515745"/>
          <a:ext cx="718531" cy="7185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2BAF0-348F-4598-AC32-FFE345E773B5}">
      <dsp:nvSpPr>
        <dsp:cNvPr id="0" name=""/>
        <dsp:cNvSpPr/>
      </dsp:nvSpPr>
      <dsp:spPr>
        <a:xfrm>
          <a:off x="6058569" y="666636"/>
          <a:ext cx="416748" cy="4167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48778-9455-41C8-9253-752337FF8565}">
      <dsp:nvSpPr>
        <dsp:cNvPr id="0" name=""/>
        <dsp:cNvSpPr/>
      </dsp:nvSpPr>
      <dsp:spPr>
        <a:xfrm>
          <a:off x="6780180" y="515745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Aprender a configurar e utilizar um ambiente no Databricks Community Edition</a:t>
          </a:r>
          <a:endParaRPr lang="en-US" sz="1100" kern="1200"/>
        </a:p>
      </dsp:txBody>
      <dsp:txXfrm>
        <a:off x="6780180" y="515745"/>
        <a:ext cx="1693681" cy="718531"/>
      </dsp:txXfrm>
    </dsp:sp>
    <dsp:sp modelId="{7B3D6E92-8894-4B39-92BD-81D83D8A0624}">
      <dsp:nvSpPr>
        <dsp:cNvPr id="0" name=""/>
        <dsp:cNvSpPr/>
      </dsp:nvSpPr>
      <dsp:spPr>
        <a:xfrm>
          <a:off x="185086" y="1739884"/>
          <a:ext cx="718531" cy="71853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D1518-F724-40DF-89CA-EDBA7CF54C20}">
      <dsp:nvSpPr>
        <dsp:cNvPr id="0" name=""/>
        <dsp:cNvSpPr/>
      </dsp:nvSpPr>
      <dsp:spPr>
        <a:xfrm>
          <a:off x="335978" y="1890775"/>
          <a:ext cx="416748" cy="4167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2F288-91CA-4540-9988-202D3EEB22FA}">
      <dsp:nvSpPr>
        <dsp:cNvPr id="0" name=""/>
        <dsp:cNvSpPr/>
      </dsp:nvSpPr>
      <dsp:spPr>
        <a:xfrm>
          <a:off x="1057589" y="1739884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Importar e manipular conjuntos de dados com PySpark</a:t>
          </a:r>
          <a:endParaRPr lang="en-US" sz="1100" kern="1200"/>
        </a:p>
      </dsp:txBody>
      <dsp:txXfrm>
        <a:off x="1057589" y="1739884"/>
        <a:ext cx="1693681" cy="718531"/>
      </dsp:txXfrm>
    </dsp:sp>
    <dsp:sp modelId="{02A511B2-6318-4758-B78B-8F27460714AE}">
      <dsp:nvSpPr>
        <dsp:cNvPr id="0" name=""/>
        <dsp:cNvSpPr/>
      </dsp:nvSpPr>
      <dsp:spPr>
        <a:xfrm>
          <a:off x="3046382" y="1739884"/>
          <a:ext cx="718531" cy="71853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FFC68-71DC-4E05-B1E4-CB95E5E27A3E}">
      <dsp:nvSpPr>
        <dsp:cNvPr id="0" name=""/>
        <dsp:cNvSpPr/>
      </dsp:nvSpPr>
      <dsp:spPr>
        <a:xfrm>
          <a:off x="3197273" y="1890775"/>
          <a:ext cx="416748" cy="4167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4FC08-49F8-41CD-BBB8-D2CFD1DCF2F1}">
      <dsp:nvSpPr>
        <dsp:cNvPr id="0" name=""/>
        <dsp:cNvSpPr/>
      </dsp:nvSpPr>
      <dsp:spPr>
        <a:xfrm>
          <a:off x="3918885" y="1739884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Realizar operações básicas em DataFrames: seleção, filtragem, ordenação</a:t>
          </a:r>
          <a:endParaRPr lang="en-US" sz="1100" kern="1200"/>
        </a:p>
      </dsp:txBody>
      <dsp:txXfrm>
        <a:off x="3918885" y="1739884"/>
        <a:ext cx="1693681" cy="718531"/>
      </dsp:txXfrm>
    </dsp:sp>
    <dsp:sp modelId="{0DAA4BC4-A34B-43E7-9566-4F608E43A601}">
      <dsp:nvSpPr>
        <dsp:cNvPr id="0" name=""/>
        <dsp:cNvSpPr/>
      </dsp:nvSpPr>
      <dsp:spPr>
        <a:xfrm>
          <a:off x="5907677" y="1739884"/>
          <a:ext cx="718531" cy="7185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7A49E-C5C4-4832-96F4-546171F2E64D}">
      <dsp:nvSpPr>
        <dsp:cNvPr id="0" name=""/>
        <dsp:cNvSpPr/>
      </dsp:nvSpPr>
      <dsp:spPr>
        <a:xfrm>
          <a:off x="6058569" y="1890775"/>
          <a:ext cx="416748" cy="41674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A8693-CD5F-4C85-B394-6AA205910C5F}">
      <dsp:nvSpPr>
        <dsp:cNvPr id="0" name=""/>
        <dsp:cNvSpPr/>
      </dsp:nvSpPr>
      <dsp:spPr>
        <a:xfrm>
          <a:off x="6780180" y="1739884"/>
          <a:ext cx="1693681" cy="718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Refletir sobre o uso prático do Spark no projeto final da disciplina</a:t>
          </a:r>
          <a:endParaRPr lang="en-US" sz="1100" kern="1200"/>
        </a:p>
      </dsp:txBody>
      <dsp:txXfrm>
        <a:off x="6780180" y="1739884"/>
        <a:ext cx="1693681" cy="7185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0356F-482C-4F43-8755-4F37E322B2EF}">
      <dsp:nvSpPr>
        <dsp:cNvPr id="0" name=""/>
        <dsp:cNvSpPr/>
      </dsp:nvSpPr>
      <dsp:spPr>
        <a:xfrm rot="5400000">
          <a:off x="3455233" y="-1302023"/>
          <a:ext cx="825809" cy="3640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 dirty="0"/>
            <a:t>Check-in: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 dirty="0"/>
            <a:t>Revisão do que foi visto até aqui</a:t>
          </a:r>
          <a:endParaRPr lang="en-US" sz="1050" kern="1200" dirty="0"/>
        </a:p>
      </dsp:txBody>
      <dsp:txXfrm rot="-5400000">
        <a:off x="2047838" y="145685"/>
        <a:ext cx="3600287" cy="745183"/>
      </dsp:txXfrm>
    </dsp:sp>
    <dsp:sp modelId="{92E3AC04-0AAF-4933-A457-B01F581E2838}">
      <dsp:nvSpPr>
        <dsp:cNvPr id="0" name=""/>
        <dsp:cNvSpPr/>
      </dsp:nvSpPr>
      <dsp:spPr>
        <a:xfrm>
          <a:off x="0" y="2146"/>
          <a:ext cx="2047838" cy="1032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🔹 Início</a:t>
          </a:r>
          <a:endParaRPr lang="en-US" sz="1600" kern="1200" dirty="0"/>
        </a:p>
      </dsp:txBody>
      <dsp:txXfrm>
        <a:off x="50391" y="52537"/>
        <a:ext cx="1947056" cy="931480"/>
      </dsp:txXfrm>
    </dsp:sp>
    <dsp:sp modelId="{39084C19-A59E-4790-8A7D-B0179EADCB2F}">
      <dsp:nvSpPr>
        <dsp:cNvPr id="0" name=""/>
        <dsp:cNvSpPr/>
      </dsp:nvSpPr>
      <dsp:spPr>
        <a:xfrm rot="5400000">
          <a:off x="3455233" y="-218148"/>
          <a:ext cx="825809" cy="3640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O que é Spark e por que usar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Diferença entre processamento e armazenamento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Conceitos: escalabilidade, particionamento e replicação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Comparativo com ferramentas tradicionais</a:t>
          </a:r>
          <a:endParaRPr lang="en-US" sz="1050" kern="1200"/>
        </a:p>
      </dsp:txBody>
      <dsp:txXfrm rot="-5400000">
        <a:off x="2047838" y="1229560"/>
        <a:ext cx="3600287" cy="745183"/>
      </dsp:txXfrm>
    </dsp:sp>
    <dsp:sp modelId="{072D349C-3405-42B2-8928-29BC346E8596}">
      <dsp:nvSpPr>
        <dsp:cNvPr id="0" name=""/>
        <dsp:cNvSpPr/>
      </dsp:nvSpPr>
      <dsp:spPr>
        <a:xfrm>
          <a:off x="0" y="1086021"/>
          <a:ext cx="2047838" cy="1032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🔹 Parte Técnica – Apache Spark</a:t>
          </a:r>
          <a:endParaRPr lang="en-US" sz="1600" kern="1200" dirty="0"/>
        </a:p>
      </dsp:txBody>
      <dsp:txXfrm>
        <a:off x="50391" y="1136412"/>
        <a:ext cx="1947056" cy="931480"/>
      </dsp:txXfrm>
    </dsp:sp>
    <dsp:sp modelId="{C06733F3-F5F5-4922-AB1F-8E6B003A0DB1}">
      <dsp:nvSpPr>
        <dsp:cNvPr id="0" name=""/>
        <dsp:cNvSpPr/>
      </dsp:nvSpPr>
      <dsp:spPr>
        <a:xfrm rot="5400000">
          <a:off x="3455233" y="865727"/>
          <a:ext cx="825809" cy="3640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Criando conta e cluster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Importando arquivos e notebooks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Leitura e manipulação de DataFrames com PySpark</a:t>
          </a:r>
          <a:endParaRPr lang="en-US" sz="1050" kern="1200"/>
        </a:p>
      </dsp:txBody>
      <dsp:txXfrm rot="-5400000">
        <a:off x="2047838" y="2313436"/>
        <a:ext cx="3600287" cy="745183"/>
      </dsp:txXfrm>
    </dsp:sp>
    <dsp:sp modelId="{15F1E1FB-FFE1-42AF-9844-B1041B9C4F82}">
      <dsp:nvSpPr>
        <dsp:cNvPr id="0" name=""/>
        <dsp:cNvSpPr/>
      </dsp:nvSpPr>
      <dsp:spPr>
        <a:xfrm>
          <a:off x="0" y="2169896"/>
          <a:ext cx="2047838" cy="1032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🔹 Mão na massa – </a:t>
          </a:r>
          <a:r>
            <a:rPr lang="pt-BR" sz="1600" b="1" kern="1200" dirty="0" err="1"/>
            <a:t>Databricks</a:t>
          </a:r>
          <a:endParaRPr lang="en-US" sz="1600" kern="1200" dirty="0"/>
        </a:p>
      </dsp:txBody>
      <dsp:txXfrm>
        <a:off x="50391" y="2220287"/>
        <a:ext cx="1947056" cy="931480"/>
      </dsp:txXfrm>
    </dsp:sp>
    <dsp:sp modelId="{C411955A-0D6C-414C-A975-E9686BE961C6}">
      <dsp:nvSpPr>
        <dsp:cNvPr id="0" name=""/>
        <dsp:cNvSpPr/>
      </dsp:nvSpPr>
      <dsp:spPr>
        <a:xfrm rot="5400000">
          <a:off x="3455233" y="1949602"/>
          <a:ext cx="825809" cy="364060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Reflexão: o que diferencia Pandas e Spark?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/>
            <a:t>Orientações sobre o Trabalho Final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050" kern="1200" dirty="0" err="1"/>
            <a:t>Check-out</a:t>
          </a:r>
          <a:r>
            <a:rPr lang="pt-BR" sz="1050" kern="1200" dirty="0"/>
            <a:t>: frase de encerramento inspiradora</a:t>
          </a:r>
          <a:endParaRPr lang="en-US" sz="1050" kern="1200" dirty="0"/>
        </a:p>
      </dsp:txBody>
      <dsp:txXfrm rot="-5400000">
        <a:off x="2047838" y="3397311"/>
        <a:ext cx="3600287" cy="745183"/>
      </dsp:txXfrm>
    </dsp:sp>
    <dsp:sp modelId="{72B70FA2-D3C9-4E38-A68F-F024598FE740}">
      <dsp:nvSpPr>
        <dsp:cNvPr id="0" name=""/>
        <dsp:cNvSpPr/>
      </dsp:nvSpPr>
      <dsp:spPr>
        <a:xfrm>
          <a:off x="0" y="3253771"/>
          <a:ext cx="2047838" cy="1032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🔹 Finalização</a:t>
          </a:r>
          <a:endParaRPr lang="en-US" sz="1600" kern="1200" dirty="0"/>
        </a:p>
      </dsp:txBody>
      <dsp:txXfrm>
        <a:off x="50391" y="3304162"/>
        <a:ext cx="1947056" cy="9314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4F023-BFF4-4AD9-BEB2-48F1E567E3F6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29509-ACDD-44A4-8826-FA59B06BEC1C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💬 </a:t>
          </a:r>
          <a:r>
            <a:rPr lang="pt-BR" sz="2100" b="0" i="1" kern="1200" baseline="0" dirty="0"/>
            <a:t>“Qual foi o maior desafio até agora no projeto de vocês?”</a:t>
          </a:r>
          <a:endParaRPr lang="en-US" sz="2100" kern="1200" dirty="0"/>
        </a:p>
      </dsp:txBody>
      <dsp:txXfrm>
        <a:off x="85060" y="2252601"/>
        <a:ext cx="3690000" cy="720000"/>
      </dsp:txXfrm>
    </dsp:sp>
    <dsp:sp modelId="{AEA51E5B-F6FC-44F3-81CE-92F12AB51C05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4B975-7CB7-4B8A-92C5-1DC04BB0BE14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 dirty="0"/>
            <a:t>📌 </a:t>
          </a:r>
          <a:r>
            <a:rPr lang="pt-BR" sz="2100" kern="1200" dirty="0"/>
            <a:t>Roda rápida de comentários</a:t>
          </a:r>
          <a:endParaRPr lang="en-US" sz="2100" kern="1200" dirty="0"/>
        </a:p>
      </dsp:txBody>
      <dsp:txXfrm>
        <a:off x="4420810" y="2252601"/>
        <a:ext cx="369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0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152718" y="114193"/>
          <a:ext cx="277670" cy="277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583107" y="60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Introdução à Disciplina</a:t>
          </a:r>
          <a:endParaRPr lang="en-US" sz="1600" kern="1200" dirty="0"/>
        </a:p>
      </dsp:txBody>
      <dsp:txXfrm>
        <a:off x="583107" y="601"/>
        <a:ext cx="4297003" cy="504854"/>
      </dsp:txXfrm>
    </dsp:sp>
    <dsp:sp modelId="{88B8DE9F-BFF9-40F9-827B-E1AB5395B1CC}">
      <dsp:nvSpPr>
        <dsp:cNvPr id="0" name=""/>
        <dsp:cNvSpPr/>
      </dsp:nvSpPr>
      <dsp:spPr>
        <a:xfrm>
          <a:off x="0" y="631669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152718" y="745261"/>
          <a:ext cx="277670" cy="277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583107" y="631669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Conceitos Fundamentais do Big Data</a:t>
          </a:r>
          <a:endParaRPr lang="en-US" sz="1600" kern="1200"/>
        </a:p>
      </dsp:txBody>
      <dsp:txXfrm>
        <a:off x="583107" y="631669"/>
        <a:ext cx="4297003" cy="504854"/>
      </dsp:txXfrm>
    </dsp:sp>
    <dsp:sp modelId="{12930027-1F86-4E37-AE86-4A255152A462}">
      <dsp:nvSpPr>
        <dsp:cNvPr id="0" name=""/>
        <dsp:cNvSpPr/>
      </dsp:nvSpPr>
      <dsp:spPr>
        <a:xfrm>
          <a:off x="0" y="1262737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152718" y="1376330"/>
          <a:ext cx="277670" cy="277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583107" y="1262737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Tecnologias para Big Data</a:t>
          </a:r>
          <a:endParaRPr lang="en-US" sz="1600" kern="1200"/>
        </a:p>
      </dsp:txBody>
      <dsp:txXfrm>
        <a:off x="583107" y="1262737"/>
        <a:ext cx="4297003" cy="504854"/>
      </dsp:txXfrm>
    </dsp:sp>
    <dsp:sp modelId="{401554BA-51F1-4008-8088-AEE5CD916FCC}">
      <dsp:nvSpPr>
        <dsp:cNvPr id="0" name=""/>
        <dsp:cNvSpPr/>
      </dsp:nvSpPr>
      <dsp:spPr>
        <a:xfrm>
          <a:off x="0" y="1893806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152718" y="2007398"/>
          <a:ext cx="277670" cy="277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583107" y="1893806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Infraestrutura para Big Data</a:t>
          </a:r>
          <a:endParaRPr lang="en-US" sz="1600" kern="1200" dirty="0"/>
        </a:p>
      </dsp:txBody>
      <dsp:txXfrm>
        <a:off x="583107" y="1893806"/>
        <a:ext cx="4297003" cy="504854"/>
      </dsp:txXfrm>
    </dsp:sp>
    <dsp:sp modelId="{3AEC4C33-D60D-498E-916B-2A4705EE4AE4}">
      <dsp:nvSpPr>
        <dsp:cNvPr id="0" name=""/>
        <dsp:cNvSpPr/>
      </dsp:nvSpPr>
      <dsp:spPr>
        <a:xfrm>
          <a:off x="0" y="2524874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152718" y="2638467"/>
          <a:ext cx="277670" cy="277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583107" y="2524874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Processamento de Dados em Escala</a:t>
          </a:r>
          <a:endParaRPr lang="en-US" sz="1600" kern="1200" dirty="0"/>
        </a:p>
      </dsp:txBody>
      <dsp:txXfrm>
        <a:off x="583107" y="2524874"/>
        <a:ext cx="4297003" cy="504854"/>
      </dsp:txXfrm>
    </dsp:sp>
    <dsp:sp modelId="{3735C041-C77B-44F0-AC3F-EEA071678FFA}">
      <dsp:nvSpPr>
        <dsp:cNvPr id="0" name=""/>
        <dsp:cNvSpPr/>
      </dsp:nvSpPr>
      <dsp:spPr>
        <a:xfrm>
          <a:off x="0" y="3155943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68228-A6F2-4FAC-80E6-17F8DCD63DF3}">
      <dsp:nvSpPr>
        <dsp:cNvPr id="0" name=""/>
        <dsp:cNvSpPr/>
      </dsp:nvSpPr>
      <dsp:spPr>
        <a:xfrm>
          <a:off x="152718" y="3269535"/>
          <a:ext cx="277670" cy="277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9A34-7B3A-4E60-B139-CFE6A68B2E02}">
      <dsp:nvSpPr>
        <dsp:cNvPr id="0" name=""/>
        <dsp:cNvSpPr/>
      </dsp:nvSpPr>
      <dsp:spPr>
        <a:xfrm>
          <a:off x="583107" y="3155943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Streaming de Dados</a:t>
          </a:r>
          <a:endParaRPr lang="en-US" sz="1600" kern="1200" dirty="0"/>
        </a:p>
      </dsp:txBody>
      <dsp:txXfrm>
        <a:off x="583107" y="3155943"/>
        <a:ext cx="4297003" cy="504854"/>
      </dsp:txXfrm>
    </dsp:sp>
    <dsp:sp modelId="{004A9969-F1E3-4551-9D39-6F546E820C92}">
      <dsp:nvSpPr>
        <dsp:cNvPr id="0" name=""/>
        <dsp:cNvSpPr/>
      </dsp:nvSpPr>
      <dsp:spPr>
        <a:xfrm>
          <a:off x="0" y="378701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DA2DA-85F2-4B0F-BA34-D924668104B1}">
      <dsp:nvSpPr>
        <dsp:cNvPr id="0" name=""/>
        <dsp:cNvSpPr/>
      </dsp:nvSpPr>
      <dsp:spPr>
        <a:xfrm>
          <a:off x="152718" y="3900604"/>
          <a:ext cx="277670" cy="27767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79BFA-D6A0-4D6B-84ED-6C58329FEF87}">
      <dsp:nvSpPr>
        <dsp:cNvPr id="0" name=""/>
        <dsp:cNvSpPr/>
      </dsp:nvSpPr>
      <dsp:spPr>
        <a:xfrm>
          <a:off x="583107" y="378701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Machine Learning</a:t>
          </a:r>
        </a:p>
      </dsp:txBody>
      <dsp:txXfrm>
        <a:off x="583107" y="3787011"/>
        <a:ext cx="4297003" cy="504854"/>
      </dsp:txXfrm>
    </dsp:sp>
    <dsp:sp modelId="{B824FFB9-AA02-4DEF-A0C1-592D16AA58E2}">
      <dsp:nvSpPr>
        <dsp:cNvPr id="0" name=""/>
        <dsp:cNvSpPr/>
      </dsp:nvSpPr>
      <dsp:spPr>
        <a:xfrm>
          <a:off x="0" y="441868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7FBED-0DA5-4510-BEED-7DB444785548}">
      <dsp:nvSpPr>
        <dsp:cNvPr id="0" name=""/>
        <dsp:cNvSpPr/>
      </dsp:nvSpPr>
      <dsp:spPr>
        <a:xfrm>
          <a:off x="152718" y="4531672"/>
          <a:ext cx="277670" cy="27767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A1A70-3EBC-4418-B45D-F7B0E04D8A7A}">
      <dsp:nvSpPr>
        <dsp:cNvPr id="0" name=""/>
        <dsp:cNvSpPr/>
      </dsp:nvSpPr>
      <dsp:spPr>
        <a:xfrm>
          <a:off x="583107" y="4418080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Ética e Privacidade em Big Data</a:t>
          </a:r>
          <a:endParaRPr lang="en-US" sz="1600" b="1" kern="1200" dirty="0"/>
        </a:p>
      </dsp:txBody>
      <dsp:txXfrm>
        <a:off x="583107" y="4418080"/>
        <a:ext cx="4297003" cy="504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5D62C-12F0-4D19-9C64-97B89573940F}">
      <dsp:nvSpPr>
        <dsp:cNvPr id="0" name=""/>
        <dsp:cNvSpPr/>
      </dsp:nvSpPr>
      <dsp:spPr>
        <a:xfrm>
          <a:off x="0" y="400"/>
          <a:ext cx="4421059" cy="9377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A1311-26CF-4FF9-8C5A-F42D18B75F7A}">
      <dsp:nvSpPr>
        <dsp:cNvPr id="0" name=""/>
        <dsp:cNvSpPr/>
      </dsp:nvSpPr>
      <dsp:spPr>
        <a:xfrm>
          <a:off x="283684" y="211405"/>
          <a:ext cx="515789" cy="5157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5ED88-3F8D-46BC-B6F5-E1C9F884F1C6}">
      <dsp:nvSpPr>
        <dsp:cNvPr id="0" name=""/>
        <dsp:cNvSpPr/>
      </dsp:nvSpPr>
      <dsp:spPr>
        <a:xfrm>
          <a:off x="1083158" y="400"/>
          <a:ext cx="3337900" cy="93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50" tIns="99250" rIns="99250" bIns="992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- Ferramenta open source de processamento distribuído</a:t>
          </a:r>
          <a:endParaRPr lang="en-US" sz="1900" kern="1200"/>
        </a:p>
      </dsp:txBody>
      <dsp:txXfrm>
        <a:off x="1083158" y="400"/>
        <a:ext cx="3337900" cy="937799"/>
      </dsp:txXfrm>
    </dsp:sp>
    <dsp:sp modelId="{8105BF6C-A073-4568-A6A0-1F134F1FA737}">
      <dsp:nvSpPr>
        <dsp:cNvPr id="0" name=""/>
        <dsp:cNvSpPr/>
      </dsp:nvSpPr>
      <dsp:spPr>
        <a:xfrm>
          <a:off x="0" y="1172650"/>
          <a:ext cx="4421059" cy="9377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B073F-35E3-4690-B1D9-AF82718E18AF}">
      <dsp:nvSpPr>
        <dsp:cNvPr id="0" name=""/>
        <dsp:cNvSpPr/>
      </dsp:nvSpPr>
      <dsp:spPr>
        <a:xfrm>
          <a:off x="283684" y="1383655"/>
          <a:ext cx="515789" cy="5157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8C6CA-68BF-4D66-A702-1D91C759CAC6}">
      <dsp:nvSpPr>
        <dsp:cNvPr id="0" name=""/>
        <dsp:cNvSpPr/>
      </dsp:nvSpPr>
      <dsp:spPr>
        <a:xfrm>
          <a:off x="1083158" y="1172650"/>
          <a:ext cx="3337900" cy="93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50" tIns="99250" rIns="99250" bIns="992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- Suporte a várias linguagens: Scala, Python, Java, R, SQL</a:t>
          </a:r>
          <a:endParaRPr lang="en-US" sz="1900" kern="1200"/>
        </a:p>
      </dsp:txBody>
      <dsp:txXfrm>
        <a:off x="1083158" y="1172650"/>
        <a:ext cx="3337900" cy="937799"/>
      </dsp:txXfrm>
    </dsp:sp>
    <dsp:sp modelId="{9261B8A2-096A-4025-8B65-0F1480CA587C}">
      <dsp:nvSpPr>
        <dsp:cNvPr id="0" name=""/>
        <dsp:cNvSpPr/>
      </dsp:nvSpPr>
      <dsp:spPr>
        <a:xfrm>
          <a:off x="0" y="2344899"/>
          <a:ext cx="4421059" cy="9377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E31AD-EB56-4BDD-A02D-7C30D86DC117}">
      <dsp:nvSpPr>
        <dsp:cNvPr id="0" name=""/>
        <dsp:cNvSpPr/>
      </dsp:nvSpPr>
      <dsp:spPr>
        <a:xfrm>
          <a:off x="283684" y="2555904"/>
          <a:ext cx="515789" cy="5157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5FFC6-8450-4425-AE5A-07B4C133D779}">
      <dsp:nvSpPr>
        <dsp:cNvPr id="0" name=""/>
        <dsp:cNvSpPr/>
      </dsp:nvSpPr>
      <dsp:spPr>
        <a:xfrm>
          <a:off x="1083158" y="2344899"/>
          <a:ext cx="3337900" cy="937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250" tIns="99250" rIns="99250" bIns="992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- Roda localmente ou na nuvem</a:t>
          </a:r>
          <a:endParaRPr lang="en-US" sz="1900" kern="1200"/>
        </a:p>
      </dsp:txBody>
      <dsp:txXfrm>
        <a:off x="1083158" y="2344899"/>
        <a:ext cx="3337900" cy="9377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5D62C-12F0-4D19-9C64-97B89573940F}">
      <dsp:nvSpPr>
        <dsp:cNvPr id="0" name=""/>
        <dsp:cNvSpPr/>
      </dsp:nvSpPr>
      <dsp:spPr>
        <a:xfrm>
          <a:off x="0" y="511"/>
          <a:ext cx="4683949" cy="1197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A1311-26CF-4FF9-8C5A-F42D18B75F7A}">
      <dsp:nvSpPr>
        <dsp:cNvPr id="0" name=""/>
        <dsp:cNvSpPr/>
      </dsp:nvSpPr>
      <dsp:spPr>
        <a:xfrm>
          <a:off x="362220" y="269932"/>
          <a:ext cx="658583" cy="6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5ED88-3F8D-46BC-B6F5-E1C9F884F1C6}">
      <dsp:nvSpPr>
        <dsp:cNvPr id="0" name=""/>
        <dsp:cNvSpPr/>
      </dsp:nvSpPr>
      <dsp:spPr>
        <a:xfrm>
          <a:off x="1383025" y="511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- Ferramenta open source de processamento distribuído</a:t>
          </a:r>
          <a:endParaRPr lang="en-US" sz="2100" kern="1200"/>
        </a:p>
      </dsp:txBody>
      <dsp:txXfrm>
        <a:off x="1383025" y="511"/>
        <a:ext cx="3300923" cy="1197424"/>
      </dsp:txXfrm>
    </dsp:sp>
    <dsp:sp modelId="{8105BF6C-A073-4568-A6A0-1F134F1FA737}">
      <dsp:nvSpPr>
        <dsp:cNvPr id="0" name=""/>
        <dsp:cNvSpPr/>
      </dsp:nvSpPr>
      <dsp:spPr>
        <a:xfrm>
          <a:off x="0" y="1497292"/>
          <a:ext cx="4683949" cy="1197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B073F-35E3-4690-B1D9-AF82718E18AF}">
      <dsp:nvSpPr>
        <dsp:cNvPr id="0" name=""/>
        <dsp:cNvSpPr/>
      </dsp:nvSpPr>
      <dsp:spPr>
        <a:xfrm>
          <a:off x="362220" y="1766713"/>
          <a:ext cx="658583" cy="6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8C6CA-68BF-4D66-A702-1D91C759CAC6}">
      <dsp:nvSpPr>
        <dsp:cNvPr id="0" name=""/>
        <dsp:cNvSpPr/>
      </dsp:nvSpPr>
      <dsp:spPr>
        <a:xfrm>
          <a:off x="1383025" y="1497292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- Suporte a várias linguagens: Scala, Python, Java, R, SQL</a:t>
          </a:r>
          <a:endParaRPr lang="en-US" sz="2100" kern="1200"/>
        </a:p>
      </dsp:txBody>
      <dsp:txXfrm>
        <a:off x="1383025" y="1497292"/>
        <a:ext cx="3300923" cy="1197424"/>
      </dsp:txXfrm>
    </dsp:sp>
    <dsp:sp modelId="{9261B8A2-096A-4025-8B65-0F1480CA587C}">
      <dsp:nvSpPr>
        <dsp:cNvPr id="0" name=""/>
        <dsp:cNvSpPr/>
      </dsp:nvSpPr>
      <dsp:spPr>
        <a:xfrm>
          <a:off x="0" y="2994073"/>
          <a:ext cx="4683949" cy="11974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E31AD-EB56-4BDD-A02D-7C30D86DC117}">
      <dsp:nvSpPr>
        <dsp:cNvPr id="0" name=""/>
        <dsp:cNvSpPr/>
      </dsp:nvSpPr>
      <dsp:spPr>
        <a:xfrm>
          <a:off x="362220" y="3263494"/>
          <a:ext cx="658583" cy="6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5FFC6-8450-4425-AE5A-07B4C133D779}">
      <dsp:nvSpPr>
        <dsp:cNvPr id="0" name=""/>
        <dsp:cNvSpPr/>
      </dsp:nvSpPr>
      <dsp:spPr>
        <a:xfrm>
          <a:off x="1383025" y="2994073"/>
          <a:ext cx="3300923" cy="119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27" tIns="126727" rIns="126727" bIns="12672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- Roda localmente ou na nuvem</a:t>
          </a:r>
          <a:endParaRPr lang="en-US" sz="2100" kern="1200"/>
        </a:p>
      </dsp:txBody>
      <dsp:txXfrm>
        <a:off x="1383025" y="2994073"/>
        <a:ext cx="3300923" cy="11974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58A3B-C195-470F-8246-ECF2C821A2AB}">
      <dsp:nvSpPr>
        <dsp:cNvPr id="0" name=""/>
        <dsp:cNvSpPr/>
      </dsp:nvSpPr>
      <dsp:spPr>
        <a:xfrm>
          <a:off x="0" y="2218"/>
          <a:ext cx="3323779" cy="759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686DD-13B1-4589-A9EF-AB7636D2E066}">
      <dsp:nvSpPr>
        <dsp:cNvPr id="0" name=""/>
        <dsp:cNvSpPr/>
      </dsp:nvSpPr>
      <dsp:spPr>
        <a:xfrm>
          <a:off x="229854" y="173184"/>
          <a:ext cx="418325" cy="4179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76D1E-5681-4FB3-915F-2EACE3F4E0B5}">
      <dsp:nvSpPr>
        <dsp:cNvPr id="0" name=""/>
        <dsp:cNvSpPr/>
      </dsp:nvSpPr>
      <dsp:spPr>
        <a:xfrm>
          <a:off x="878035" y="2218"/>
          <a:ext cx="2399619" cy="760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96" tIns="80496" rIns="80496" bIns="8049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- Processamento em memória → muito mais rápido</a:t>
          </a:r>
          <a:endParaRPr lang="en-US" sz="1400" kern="1200"/>
        </a:p>
      </dsp:txBody>
      <dsp:txXfrm>
        <a:off x="878035" y="2218"/>
        <a:ext cx="2399619" cy="760592"/>
      </dsp:txXfrm>
    </dsp:sp>
    <dsp:sp modelId="{ABEFE696-751B-42DF-8003-98AE61D464A4}">
      <dsp:nvSpPr>
        <dsp:cNvPr id="0" name=""/>
        <dsp:cNvSpPr/>
      </dsp:nvSpPr>
      <dsp:spPr>
        <a:xfrm>
          <a:off x="0" y="941773"/>
          <a:ext cx="3323779" cy="759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98670-7A7B-4F1F-89F1-50FA6114BCF8}">
      <dsp:nvSpPr>
        <dsp:cNvPr id="0" name=""/>
        <dsp:cNvSpPr/>
      </dsp:nvSpPr>
      <dsp:spPr>
        <a:xfrm>
          <a:off x="229854" y="1112739"/>
          <a:ext cx="418325" cy="4179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7B8C2-90A2-417C-B956-7438804D1864}">
      <dsp:nvSpPr>
        <dsp:cNvPr id="0" name=""/>
        <dsp:cNvSpPr/>
      </dsp:nvSpPr>
      <dsp:spPr>
        <a:xfrm>
          <a:off x="878035" y="941773"/>
          <a:ext cx="2399619" cy="760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96" tIns="80496" rIns="80496" bIns="8049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- Altamente escalável e tolerante a falhas</a:t>
          </a:r>
          <a:endParaRPr lang="en-US" sz="1400" kern="1200"/>
        </a:p>
      </dsp:txBody>
      <dsp:txXfrm>
        <a:off x="878035" y="941773"/>
        <a:ext cx="2399619" cy="760592"/>
      </dsp:txXfrm>
    </dsp:sp>
    <dsp:sp modelId="{EB7C8F20-1679-4E72-8D51-3D974BE39378}">
      <dsp:nvSpPr>
        <dsp:cNvPr id="0" name=""/>
        <dsp:cNvSpPr/>
      </dsp:nvSpPr>
      <dsp:spPr>
        <a:xfrm>
          <a:off x="0" y="1881329"/>
          <a:ext cx="3323779" cy="7598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406C6-05E5-4E4C-BF68-6D7FA9221594}">
      <dsp:nvSpPr>
        <dsp:cNvPr id="0" name=""/>
        <dsp:cNvSpPr/>
      </dsp:nvSpPr>
      <dsp:spPr>
        <a:xfrm>
          <a:off x="229854" y="2052295"/>
          <a:ext cx="418325" cy="4179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7FA74-C9BD-40DE-958D-EBC5129FC3B0}">
      <dsp:nvSpPr>
        <dsp:cNvPr id="0" name=""/>
        <dsp:cNvSpPr/>
      </dsp:nvSpPr>
      <dsp:spPr>
        <a:xfrm>
          <a:off x="878035" y="1881329"/>
          <a:ext cx="2399619" cy="760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96" tIns="80496" rIns="80496" bIns="8049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- Ideal para grandes volumes de dados</a:t>
          </a:r>
          <a:endParaRPr lang="en-US" sz="1400" kern="1200"/>
        </a:p>
      </dsp:txBody>
      <dsp:txXfrm>
        <a:off x="878035" y="1881329"/>
        <a:ext cx="2399619" cy="7605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A78FD-0FA6-4872-A806-7C8063F2D74D}">
      <dsp:nvSpPr>
        <dsp:cNvPr id="0" name=""/>
        <dsp:cNvSpPr/>
      </dsp:nvSpPr>
      <dsp:spPr>
        <a:xfrm>
          <a:off x="518185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B12BD-6FA0-417C-B17C-3D672EE14806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D8B34-6B96-4853-B859-DFB07B012ABE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Armazenamento: onde os dados ficam guardados</a:t>
          </a:r>
        </a:p>
      </dsp:txBody>
      <dsp:txXfrm>
        <a:off x="46529" y="2179802"/>
        <a:ext cx="2418750" cy="720000"/>
      </dsp:txXfrm>
    </dsp:sp>
    <dsp:sp modelId="{26CEA666-60F3-4FB4-BEA8-41A1E2183C0B}">
      <dsp:nvSpPr>
        <dsp:cNvPr id="0" name=""/>
        <dsp:cNvSpPr/>
      </dsp:nvSpPr>
      <dsp:spPr>
        <a:xfrm>
          <a:off x="3360216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B63E8-8AF9-4B54-B7BF-845350E5A91E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2B45C-5DE7-464F-8024-2BFB2FC8C963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Processamento: onde o valor é gerado a partir dos dados</a:t>
          </a:r>
        </a:p>
      </dsp:txBody>
      <dsp:txXfrm>
        <a:off x="2888560" y="2179802"/>
        <a:ext cx="2418750" cy="720000"/>
      </dsp:txXfrm>
    </dsp:sp>
    <dsp:sp modelId="{CD526332-939F-4127-B34B-B746237A331A}">
      <dsp:nvSpPr>
        <dsp:cNvPr id="0" name=""/>
        <dsp:cNvSpPr/>
      </dsp:nvSpPr>
      <dsp:spPr>
        <a:xfrm>
          <a:off x="6202248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A7649-C49C-443B-957E-86B3E5384433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57E9A-136E-4609-9B70-2E1FC349EDAC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- Spark é voltado para processamento</a:t>
          </a:r>
        </a:p>
      </dsp:txBody>
      <dsp:txXfrm>
        <a:off x="5730591" y="2179802"/>
        <a:ext cx="241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0678C-6A5F-422F-BECD-B8921DC2E474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58300-C584-4E4D-81BA-E9536C99CFF5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Computadores tradicionais têm limite físico de expansão</a:t>
          </a:r>
        </a:p>
      </dsp:txBody>
      <dsp:txXfrm>
        <a:off x="85060" y="2252601"/>
        <a:ext cx="3690000" cy="720000"/>
      </dsp:txXfrm>
    </dsp:sp>
    <dsp:sp modelId="{D84F7CB6-83EC-4FF4-ACB3-E7EF05CF4168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8AADF-86CA-4305-A963-954CC144963F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Spark resolve isso com escalabilidade horizontal</a:t>
          </a:r>
        </a:p>
      </dsp:txBody>
      <dsp:txXfrm>
        <a:off x="4420810" y="2252601"/>
        <a:ext cx="369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92AC6-B1CF-406A-89E0-2E6D7AA53806}">
      <dsp:nvSpPr>
        <dsp:cNvPr id="0" name=""/>
        <dsp:cNvSpPr/>
      </dsp:nvSpPr>
      <dsp:spPr>
        <a:xfrm>
          <a:off x="816402" y="659712"/>
          <a:ext cx="868869" cy="868869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FAE7B-2240-40E2-8959-CE19B7F346CE}">
      <dsp:nvSpPr>
        <dsp:cNvPr id="0" name=""/>
        <dsp:cNvSpPr/>
      </dsp:nvSpPr>
      <dsp:spPr>
        <a:xfrm>
          <a:off x="998864" y="842174"/>
          <a:ext cx="503944" cy="5039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BDCC9-7A2C-4781-ABA7-7E4076B9DADA}">
      <dsp:nvSpPr>
        <dsp:cNvPr id="0" name=""/>
        <dsp:cNvSpPr/>
      </dsp:nvSpPr>
      <dsp:spPr>
        <a:xfrm>
          <a:off x="1871457" y="659712"/>
          <a:ext cx="2048049" cy="868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Vários computadores interligados com o mesmo objetivo</a:t>
          </a:r>
        </a:p>
      </dsp:txBody>
      <dsp:txXfrm>
        <a:off x="1871457" y="659712"/>
        <a:ext cx="2048049" cy="868869"/>
      </dsp:txXfrm>
    </dsp:sp>
    <dsp:sp modelId="{4415CCBA-FCDD-4C93-B6F4-755480A1238F}">
      <dsp:nvSpPr>
        <dsp:cNvPr id="0" name=""/>
        <dsp:cNvSpPr/>
      </dsp:nvSpPr>
      <dsp:spPr>
        <a:xfrm>
          <a:off x="4276364" y="659712"/>
          <a:ext cx="868869" cy="868869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35FC4-D867-4AAF-A2B5-43A5D6BDBE6A}">
      <dsp:nvSpPr>
        <dsp:cNvPr id="0" name=""/>
        <dsp:cNvSpPr/>
      </dsp:nvSpPr>
      <dsp:spPr>
        <a:xfrm>
          <a:off x="4458826" y="842174"/>
          <a:ext cx="503944" cy="5039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CAE4E-102D-4C0B-88D3-DFA57789AA1C}">
      <dsp:nvSpPr>
        <dsp:cNvPr id="0" name=""/>
        <dsp:cNvSpPr/>
      </dsp:nvSpPr>
      <dsp:spPr>
        <a:xfrm>
          <a:off x="5331419" y="659712"/>
          <a:ext cx="2048049" cy="868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Compartilham processamento e dados no Spark</a:t>
          </a:r>
        </a:p>
      </dsp:txBody>
      <dsp:txXfrm>
        <a:off x="5331419" y="659712"/>
        <a:ext cx="2048049" cy="8688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39D09-5A59-4123-90BC-D0C8CD56B84C}">
      <dsp:nvSpPr>
        <dsp:cNvPr id="0" name=""/>
        <dsp:cNvSpPr/>
      </dsp:nvSpPr>
      <dsp:spPr>
        <a:xfrm>
          <a:off x="0" y="320"/>
          <a:ext cx="3169530" cy="7494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3661E-D449-4E03-9562-A424BF86BB94}">
      <dsp:nvSpPr>
        <dsp:cNvPr id="0" name=""/>
        <dsp:cNvSpPr/>
      </dsp:nvSpPr>
      <dsp:spPr>
        <a:xfrm>
          <a:off x="226701" y="168941"/>
          <a:ext cx="412184" cy="4121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96686-4180-4D27-9DD5-19DF04952C51}">
      <dsp:nvSpPr>
        <dsp:cNvPr id="0" name=""/>
        <dsp:cNvSpPr/>
      </dsp:nvSpPr>
      <dsp:spPr>
        <a:xfrm>
          <a:off x="865587" y="320"/>
          <a:ext cx="2303942" cy="749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14" tIns="79314" rIns="79314" bIns="7931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Opera </a:t>
          </a:r>
          <a:r>
            <a:rPr lang="en-US" sz="1700" kern="1200" dirty="0" err="1"/>
            <a:t>na</a:t>
          </a:r>
          <a:r>
            <a:rPr lang="en-US" sz="1700" kern="1200" dirty="0"/>
            <a:t> </a:t>
          </a:r>
          <a:r>
            <a:rPr lang="en-US" sz="1700" kern="1200" dirty="0" err="1"/>
            <a:t>memória</a:t>
          </a:r>
          <a:r>
            <a:rPr lang="en-US" sz="1700" kern="1200" dirty="0"/>
            <a:t> (in-memory)</a:t>
          </a:r>
        </a:p>
      </dsp:txBody>
      <dsp:txXfrm>
        <a:off x="865587" y="320"/>
        <a:ext cx="2303942" cy="749426"/>
      </dsp:txXfrm>
    </dsp:sp>
    <dsp:sp modelId="{2D84769B-3B48-401C-A514-03B024B14C86}">
      <dsp:nvSpPr>
        <dsp:cNvPr id="0" name=""/>
        <dsp:cNvSpPr/>
      </dsp:nvSpPr>
      <dsp:spPr>
        <a:xfrm>
          <a:off x="0" y="976103"/>
          <a:ext cx="3169530" cy="7494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3A6BB-0E55-4CE2-BBF1-C69D1BA40889}">
      <dsp:nvSpPr>
        <dsp:cNvPr id="0" name=""/>
        <dsp:cNvSpPr/>
      </dsp:nvSpPr>
      <dsp:spPr>
        <a:xfrm>
          <a:off x="226701" y="1105723"/>
          <a:ext cx="412184" cy="4121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61AE5-8288-4F7D-A059-8F48BC1BDB1A}">
      <dsp:nvSpPr>
        <dsp:cNvPr id="0" name=""/>
        <dsp:cNvSpPr/>
      </dsp:nvSpPr>
      <dsp:spPr>
        <a:xfrm>
          <a:off x="865587" y="937102"/>
          <a:ext cx="2303942" cy="749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14" tIns="79314" rIns="79314" bIns="7931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Alta escalabilidade</a:t>
          </a:r>
        </a:p>
      </dsp:txBody>
      <dsp:txXfrm>
        <a:off x="865587" y="937102"/>
        <a:ext cx="2303942" cy="749426"/>
      </dsp:txXfrm>
    </dsp:sp>
    <dsp:sp modelId="{0CDA0CEE-03FE-4F04-892B-598188C3DF44}">
      <dsp:nvSpPr>
        <dsp:cNvPr id="0" name=""/>
        <dsp:cNvSpPr/>
      </dsp:nvSpPr>
      <dsp:spPr>
        <a:xfrm>
          <a:off x="0" y="1873885"/>
          <a:ext cx="3169530" cy="7494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C0B96-C8EB-45D2-BDF6-EB935AD4343B}">
      <dsp:nvSpPr>
        <dsp:cNvPr id="0" name=""/>
        <dsp:cNvSpPr/>
      </dsp:nvSpPr>
      <dsp:spPr>
        <a:xfrm>
          <a:off x="226701" y="2042506"/>
          <a:ext cx="412184" cy="4121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09623-0568-4282-9009-0561B04A8D36}">
      <dsp:nvSpPr>
        <dsp:cNvPr id="0" name=""/>
        <dsp:cNvSpPr/>
      </dsp:nvSpPr>
      <dsp:spPr>
        <a:xfrm>
          <a:off x="865587" y="1873885"/>
          <a:ext cx="2303942" cy="749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14" tIns="79314" rIns="79314" bIns="79314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Suporte a replicação e particionamento</a:t>
          </a:r>
        </a:p>
      </dsp:txBody>
      <dsp:txXfrm>
        <a:off x="865587" y="1873885"/>
        <a:ext cx="2303942" cy="74942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833D0-6901-4BAC-974D-F1AD357FF2AC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3CA08-6536-4973-845E-1884499E6EF6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Replicação = cópias para tolerância a falhas</a:t>
          </a:r>
        </a:p>
      </dsp:txBody>
      <dsp:txXfrm>
        <a:off x="85060" y="2252601"/>
        <a:ext cx="3690000" cy="720000"/>
      </dsp:txXfrm>
    </dsp:sp>
    <dsp:sp modelId="{9DF96891-D5C6-4C93-B40F-4C9167DFFF01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4FAC9-1585-462D-B063-B50029744C2E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Particionamento = divisão para paralelismo de execução</a:t>
          </a:r>
        </a:p>
      </dsp:txBody>
      <dsp:txXfrm>
        <a:off x="4420810" y="2252601"/>
        <a:ext cx="369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0D96E-E76B-46F8-8160-77BFC0547EC7}">
      <dsp:nvSpPr>
        <dsp:cNvPr id="0" name=""/>
        <dsp:cNvSpPr/>
      </dsp:nvSpPr>
      <dsp:spPr>
        <a:xfrm>
          <a:off x="629008" y="377043"/>
          <a:ext cx="916312" cy="916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817DC-3064-4BCE-83F7-AEB9A5F5479E}">
      <dsp:nvSpPr>
        <dsp:cNvPr id="0" name=""/>
        <dsp:cNvSpPr/>
      </dsp:nvSpPr>
      <dsp:spPr>
        <a:xfrm>
          <a:off x="69040" y="1582214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Dados mensais de vendas → cada mês em um nó</a:t>
          </a:r>
        </a:p>
      </dsp:txBody>
      <dsp:txXfrm>
        <a:off x="69040" y="1582214"/>
        <a:ext cx="2036250" cy="720000"/>
      </dsp:txXfrm>
    </dsp:sp>
    <dsp:sp modelId="{0F00376B-AB10-41C2-BE53-5F4C8BBBDEEB}">
      <dsp:nvSpPr>
        <dsp:cNvPr id="0" name=""/>
        <dsp:cNvSpPr/>
      </dsp:nvSpPr>
      <dsp:spPr>
        <a:xfrm>
          <a:off x="3021602" y="377043"/>
          <a:ext cx="916312" cy="916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5BA10-2F89-4088-8B96-00E335777C0D}">
      <dsp:nvSpPr>
        <dsp:cNvPr id="0" name=""/>
        <dsp:cNvSpPr/>
      </dsp:nvSpPr>
      <dsp:spPr>
        <a:xfrm>
          <a:off x="2461633" y="1582214"/>
          <a:ext cx="203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Permite execução paralela de consultas por mês</a:t>
          </a:r>
        </a:p>
      </dsp:txBody>
      <dsp:txXfrm>
        <a:off x="2461633" y="1582214"/>
        <a:ext cx="20362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CD811-2BB9-4278-A206-E8CF0630DA77}">
      <dsp:nvSpPr>
        <dsp:cNvPr id="0" name=""/>
        <dsp:cNvSpPr/>
      </dsp:nvSpPr>
      <dsp:spPr>
        <a:xfrm>
          <a:off x="1161819" y="158647"/>
          <a:ext cx="637558" cy="637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72C47-C603-43D8-8484-609F45E28294}">
      <dsp:nvSpPr>
        <dsp:cNvPr id="0" name=""/>
        <dsp:cNvSpPr/>
      </dsp:nvSpPr>
      <dsp:spPr>
        <a:xfrm>
          <a:off x="772200" y="1008776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Integra com Pandas, Scikit-learn, SQL</a:t>
          </a:r>
        </a:p>
      </dsp:txBody>
      <dsp:txXfrm>
        <a:off x="772200" y="1008776"/>
        <a:ext cx="1416796" cy="566718"/>
      </dsp:txXfrm>
    </dsp:sp>
    <dsp:sp modelId="{EDCB202E-B15F-4EC2-941D-5A3800EBE8CA}">
      <dsp:nvSpPr>
        <dsp:cNvPr id="0" name=""/>
        <dsp:cNvSpPr/>
      </dsp:nvSpPr>
      <dsp:spPr>
        <a:xfrm>
          <a:off x="1161819" y="1929694"/>
          <a:ext cx="637558" cy="637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613C9-7C2C-4426-84A7-11A182F351DE}">
      <dsp:nvSpPr>
        <dsp:cNvPr id="0" name=""/>
        <dsp:cNvSpPr/>
      </dsp:nvSpPr>
      <dsp:spPr>
        <a:xfrm>
          <a:off x="772200" y="2779823"/>
          <a:ext cx="1416796" cy="56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Não substitui Python ou R, complementa</a:t>
          </a:r>
        </a:p>
      </dsp:txBody>
      <dsp:txXfrm>
        <a:off x="772200" y="2779823"/>
        <a:ext cx="1416796" cy="56671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CD811-2BB9-4278-A206-E8CF0630DA77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72C47-C603-43D8-8484-609F45E28294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Integra com Pandas, Scikit-learn, SQL</a:t>
          </a:r>
        </a:p>
      </dsp:txBody>
      <dsp:txXfrm>
        <a:off x="85060" y="2252601"/>
        <a:ext cx="3690000" cy="720000"/>
      </dsp:txXfrm>
    </dsp:sp>
    <dsp:sp modelId="{EDCB202E-B15F-4EC2-941D-5A3800EBE8CA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613C9-7C2C-4426-84A7-11A182F351DE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Não substitui Python ou R, complementa</a:t>
          </a:r>
        </a:p>
      </dsp:txBody>
      <dsp:txXfrm>
        <a:off x="4420810" y="2252601"/>
        <a:ext cx="369000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30019-6E10-44D1-8B05-EEFBA522B449}">
      <dsp:nvSpPr>
        <dsp:cNvPr id="0" name=""/>
        <dsp:cNvSpPr/>
      </dsp:nvSpPr>
      <dsp:spPr>
        <a:xfrm>
          <a:off x="518185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40FB0-B545-488B-9EBE-A2228587100D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D60B7-582F-4935-B163-3D600D00BD4B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- Scala (nativo)</a:t>
          </a:r>
        </a:p>
      </dsp:txBody>
      <dsp:txXfrm>
        <a:off x="46529" y="2179802"/>
        <a:ext cx="2418750" cy="720000"/>
      </dsp:txXfrm>
    </dsp:sp>
    <dsp:sp modelId="{629D5196-9937-4DEB-BA18-4742DEBC5711}">
      <dsp:nvSpPr>
        <dsp:cNvPr id="0" name=""/>
        <dsp:cNvSpPr/>
      </dsp:nvSpPr>
      <dsp:spPr>
        <a:xfrm>
          <a:off x="3360216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C81B0-217E-4CE8-84B2-29F57AA59C14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6703F-51F7-4BF6-A394-6099257E7097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- Python (via PySpark)</a:t>
          </a:r>
        </a:p>
      </dsp:txBody>
      <dsp:txXfrm>
        <a:off x="2888560" y="2179802"/>
        <a:ext cx="2418750" cy="720000"/>
      </dsp:txXfrm>
    </dsp:sp>
    <dsp:sp modelId="{A1E3CEF7-5803-4148-9669-438228ABDDF1}">
      <dsp:nvSpPr>
        <dsp:cNvPr id="0" name=""/>
        <dsp:cNvSpPr/>
      </dsp:nvSpPr>
      <dsp:spPr>
        <a:xfrm>
          <a:off x="6202248" y="244801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DA882-E8B2-4379-84F2-3017F5F11164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73E7E-13FC-4D56-B354-757D50F94CE2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- Java, R e SQL</a:t>
          </a:r>
        </a:p>
      </dsp:txBody>
      <dsp:txXfrm>
        <a:off x="5730591" y="2179802"/>
        <a:ext cx="241875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7045F-B835-4F4D-B9D4-4F8B0DEC13BF}">
      <dsp:nvSpPr>
        <dsp:cNvPr id="0" name=""/>
        <dsp:cNvSpPr/>
      </dsp:nvSpPr>
      <dsp:spPr>
        <a:xfrm>
          <a:off x="0" y="417832"/>
          <a:ext cx="78867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D0701-71E3-4A80-A2AC-FDEE7BD3F8FD}">
      <dsp:nvSpPr>
        <dsp:cNvPr id="0" name=""/>
        <dsp:cNvSpPr/>
      </dsp:nvSpPr>
      <dsp:spPr>
        <a:xfrm>
          <a:off x="394335" y="63592"/>
          <a:ext cx="552069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- Aproveita todo o ecossistema Python</a:t>
          </a:r>
          <a:endParaRPr lang="en-US" sz="2400" kern="1200"/>
        </a:p>
      </dsp:txBody>
      <dsp:txXfrm>
        <a:off x="428920" y="98177"/>
        <a:ext cx="5451520" cy="639310"/>
      </dsp:txXfrm>
    </dsp:sp>
    <dsp:sp modelId="{BDD9CD64-A823-4B6E-90BC-8A396AF92DCC}">
      <dsp:nvSpPr>
        <dsp:cNvPr id="0" name=""/>
        <dsp:cNvSpPr/>
      </dsp:nvSpPr>
      <dsp:spPr>
        <a:xfrm>
          <a:off x="0" y="1506472"/>
          <a:ext cx="78867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4F97A-5D12-4AED-A819-38F35CD2C9DC}">
      <dsp:nvSpPr>
        <dsp:cNvPr id="0" name=""/>
        <dsp:cNvSpPr/>
      </dsp:nvSpPr>
      <dsp:spPr>
        <a:xfrm>
          <a:off x="394335" y="1152232"/>
          <a:ext cx="552069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- Integra com bibliotecas populares</a:t>
          </a:r>
          <a:endParaRPr lang="en-US" sz="2400" kern="1200"/>
        </a:p>
      </dsp:txBody>
      <dsp:txXfrm>
        <a:off x="428920" y="1186817"/>
        <a:ext cx="5451520" cy="639310"/>
      </dsp:txXfrm>
    </dsp:sp>
    <dsp:sp modelId="{586A796B-3929-4ADC-8C80-4CAA0F465D10}">
      <dsp:nvSpPr>
        <dsp:cNvPr id="0" name=""/>
        <dsp:cNvSpPr/>
      </dsp:nvSpPr>
      <dsp:spPr>
        <a:xfrm>
          <a:off x="0" y="2595112"/>
          <a:ext cx="78867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F5E0B-F88A-4F4D-9829-9874EB6363D4}">
      <dsp:nvSpPr>
        <dsp:cNvPr id="0" name=""/>
        <dsp:cNvSpPr/>
      </dsp:nvSpPr>
      <dsp:spPr>
        <a:xfrm>
          <a:off x="394335" y="2240872"/>
          <a:ext cx="552069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- Escreve-se código Python real</a:t>
          </a:r>
          <a:endParaRPr lang="en-US" sz="2400" kern="1200"/>
        </a:p>
      </dsp:txBody>
      <dsp:txXfrm>
        <a:off x="428920" y="2275457"/>
        <a:ext cx="5451520" cy="63931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10424-8291-4DA6-A996-7EC261E33FC8}">
      <dsp:nvSpPr>
        <dsp:cNvPr id="0" name=""/>
        <dsp:cNvSpPr/>
      </dsp:nvSpPr>
      <dsp:spPr>
        <a:xfrm>
          <a:off x="0" y="803939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Instalar localmente (complexo)</a:t>
          </a:r>
        </a:p>
      </dsp:txBody>
      <dsp:txXfrm>
        <a:off x="0" y="803939"/>
        <a:ext cx="2561209" cy="1536725"/>
      </dsp:txXfrm>
    </dsp:sp>
    <dsp:sp modelId="{63F4CAC3-C2E5-426B-937F-648A19864B6A}">
      <dsp:nvSpPr>
        <dsp:cNvPr id="0" name=""/>
        <dsp:cNvSpPr/>
      </dsp:nvSpPr>
      <dsp:spPr>
        <a:xfrm>
          <a:off x="2817330" y="803939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Usar em nuvem (AWS, Azure, Databricks)</a:t>
          </a:r>
        </a:p>
      </dsp:txBody>
      <dsp:txXfrm>
        <a:off x="2817330" y="803939"/>
        <a:ext cx="2561209" cy="1536725"/>
      </dsp:txXfrm>
    </dsp:sp>
    <dsp:sp modelId="{6AA92B0B-B334-42F9-8C7B-C655984EF6ED}">
      <dsp:nvSpPr>
        <dsp:cNvPr id="0" name=""/>
        <dsp:cNvSpPr/>
      </dsp:nvSpPr>
      <dsp:spPr>
        <a:xfrm>
          <a:off x="5634661" y="803939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Databricks Community é gratuito e acessível</a:t>
          </a:r>
        </a:p>
      </dsp:txBody>
      <dsp:txXfrm>
        <a:off x="5634661" y="803939"/>
        <a:ext cx="2561209" cy="153672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C1F16-DC52-4650-8262-267AD5B1CC27}">
      <dsp:nvSpPr>
        <dsp:cNvPr id="0" name=""/>
        <dsp:cNvSpPr/>
      </dsp:nvSpPr>
      <dsp:spPr>
        <a:xfrm>
          <a:off x="0" y="398"/>
          <a:ext cx="3371850" cy="9322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1E0D1-39F8-4B1E-A969-810738A3DE01}">
      <dsp:nvSpPr>
        <dsp:cNvPr id="0" name=""/>
        <dsp:cNvSpPr/>
      </dsp:nvSpPr>
      <dsp:spPr>
        <a:xfrm>
          <a:off x="281991" y="210143"/>
          <a:ext cx="512711" cy="512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3328B-C7AD-44FA-A44D-A7470C37BAB2}">
      <dsp:nvSpPr>
        <dsp:cNvPr id="0" name=""/>
        <dsp:cNvSpPr/>
      </dsp:nvSpPr>
      <dsp:spPr>
        <a:xfrm>
          <a:off x="1076693" y="398"/>
          <a:ext cx="229515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Plataforma web baseada em Spark</a:t>
          </a:r>
        </a:p>
      </dsp:txBody>
      <dsp:txXfrm>
        <a:off x="1076693" y="398"/>
        <a:ext cx="2295156" cy="932202"/>
      </dsp:txXfrm>
    </dsp:sp>
    <dsp:sp modelId="{66CE0FE6-19D7-4C26-A5B3-9A25CEC81B59}">
      <dsp:nvSpPr>
        <dsp:cNvPr id="0" name=""/>
        <dsp:cNvSpPr/>
      </dsp:nvSpPr>
      <dsp:spPr>
        <a:xfrm>
          <a:off x="0" y="1165650"/>
          <a:ext cx="3371850" cy="9322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F66D2-5FE4-4F96-8D51-DCBE7ACA26F3}">
      <dsp:nvSpPr>
        <dsp:cNvPr id="0" name=""/>
        <dsp:cNvSpPr/>
      </dsp:nvSpPr>
      <dsp:spPr>
        <a:xfrm>
          <a:off x="281991" y="1375396"/>
          <a:ext cx="512711" cy="512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3270B-7F43-4644-BB1C-A35EB23233A1}">
      <dsp:nvSpPr>
        <dsp:cNvPr id="0" name=""/>
        <dsp:cNvSpPr/>
      </dsp:nvSpPr>
      <dsp:spPr>
        <a:xfrm>
          <a:off x="1076693" y="1165650"/>
          <a:ext cx="229515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Criada pelos desenvolvedores originais do Spark</a:t>
          </a:r>
        </a:p>
      </dsp:txBody>
      <dsp:txXfrm>
        <a:off x="1076693" y="1165650"/>
        <a:ext cx="2295156" cy="932202"/>
      </dsp:txXfrm>
    </dsp:sp>
    <dsp:sp modelId="{49B633D8-E160-4CC4-9793-1156F475116B}">
      <dsp:nvSpPr>
        <dsp:cNvPr id="0" name=""/>
        <dsp:cNvSpPr/>
      </dsp:nvSpPr>
      <dsp:spPr>
        <a:xfrm>
          <a:off x="0" y="2330903"/>
          <a:ext cx="3371850" cy="9322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1618F-729F-4AAF-8C0B-458961C91581}">
      <dsp:nvSpPr>
        <dsp:cNvPr id="0" name=""/>
        <dsp:cNvSpPr/>
      </dsp:nvSpPr>
      <dsp:spPr>
        <a:xfrm>
          <a:off x="281991" y="2540649"/>
          <a:ext cx="512711" cy="512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B2793-8DA5-40FA-8ED9-E601BF8DE08A}">
      <dsp:nvSpPr>
        <dsp:cNvPr id="0" name=""/>
        <dsp:cNvSpPr/>
      </dsp:nvSpPr>
      <dsp:spPr>
        <a:xfrm>
          <a:off x="1076693" y="2330903"/>
          <a:ext cx="229515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Suporte gratuito para ensino</a:t>
          </a:r>
        </a:p>
      </dsp:txBody>
      <dsp:txXfrm>
        <a:off x="1076693" y="2330903"/>
        <a:ext cx="2295156" cy="93220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4F450-11CB-4F44-BE64-C1DC2C7EAB0E}">
      <dsp:nvSpPr>
        <dsp:cNvPr id="0" name=""/>
        <dsp:cNvSpPr/>
      </dsp:nvSpPr>
      <dsp:spPr>
        <a:xfrm>
          <a:off x="0" y="803939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Buscar 'Databricks Community Edition'</a:t>
          </a:r>
        </a:p>
      </dsp:txBody>
      <dsp:txXfrm>
        <a:off x="0" y="803939"/>
        <a:ext cx="2561209" cy="1536725"/>
      </dsp:txXfrm>
    </dsp:sp>
    <dsp:sp modelId="{851C3DC3-004E-4D13-AE18-AD6D7A61F01A}">
      <dsp:nvSpPr>
        <dsp:cNvPr id="0" name=""/>
        <dsp:cNvSpPr/>
      </dsp:nvSpPr>
      <dsp:spPr>
        <a:xfrm>
          <a:off x="2817330" y="803939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Criar conta grátis, sem cartão de crédito</a:t>
          </a:r>
        </a:p>
      </dsp:txBody>
      <dsp:txXfrm>
        <a:off x="2817330" y="803939"/>
        <a:ext cx="2561209" cy="1536725"/>
      </dsp:txXfrm>
    </dsp:sp>
    <dsp:sp modelId="{0965D7AA-C652-49BE-8009-8DE91BB28330}">
      <dsp:nvSpPr>
        <dsp:cNvPr id="0" name=""/>
        <dsp:cNvSpPr/>
      </dsp:nvSpPr>
      <dsp:spPr>
        <a:xfrm>
          <a:off x="5634661" y="803939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Login via navegador</a:t>
          </a:r>
        </a:p>
      </dsp:txBody>
      <dsp:txXfrm>
        <a:off x="5634661" y="803939"/>
        <a:ext cx="2561209" cy="153672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B879A-C626-4CA6-8A16-7A6CCC46E5F7}">
      <dsp:nvSpPr>
        <dsp:cNvPr id="0" name=""/>
        <dsp:cNvSpPr/>
      </dsp:nvSpPr>
      <dsp:spPr>
        <a:xfrm>
          <a:off x="0" y="0"/>
          <a:ext cx="6966490" cy="8301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Menu lateral: Compute → Create Cluster</a:t>
          </a:r>
        </a:p>
      </dsp:txBody>
      <dsp:txXfrm>
        <a:off x="24313" y="24313"/>
        <a:ext cx="6070730" cy="781490"/>
      </dsp:txXfrm>
    </dsp:sp>
    <dsp:sp modelId="{B147AB54-AF80-42F0-A7C4-CF334454187B}">
      <dsp:nvSpPr>
        <dsp:cNvPr id="0" name=""/>
        <dsp:cNvSpPr/>
      </dsp:nvSpPr>
      <dsp:spPr>
        <a:xfrm>
          <a:off x="614690" y="968468"/>
          <a:ext cx="6966490" cy="8301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Nome, versão do Spark e criar</a:t>
          </a:r>
        </a:p>
      </dsp:txBody>
      <dsp:txXfrm>
        <a:off x="639003" y="992781"/>
        <a:ext cx="5763598" cy="781490"/>
      </dsp:txXfrm>
    </dsp:sp>
    <dsp:sp modelId="{FE3E049D-512D-4067-98F1-06032B8C5B74}">
      <dsp:nvSpPr>
        <dsp:cNvPr id="0" name=""/>
        <dsp:cNvSpPr/>
      </dsp:nvSpPr>
      <dsp:spPr>
        <a:xfrm>
          <a:off x="1229380" y="1936937"/>
          <a:ext cx="6966490" cy="8301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- Esperar status verde (ativo)</a:t>
          </a:r>
        </a:p>
      </dsp:txBody>
      <dsp:txXfrm>
        <a:off x="1253693" y="1961250"/>
        <a:ext cx="5763598" cy="781490"/>
      </dsp:txXfrm>
    </dsp:sp>
    <dsp:sp modelId="{77CACF20-461A-47DC-9BDD-02715B8DD56E}">
      <dsp:nvSpPr>
        <dsp:cNvPr id="0" name=""/>
        <dsp:cNvSpPr/>
      </dsp:nvSpPr>
      <dsp:spPr>
        <a:xfrm>
          <a:off x="6426914" y="629504"/>
          <a:ext cx="539575" cy="53957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548318" y="629504"/>
        <a:ext cx="296767" cy="406030"/>
      </dsp:txXfrm>
    </dsp:sp>
    <dsp:sp modelId="{CB5A6C73-866B-4D01-8FE8-8D837ED8DFA2}">
      <dsp:nvSpPr>
        <dsp:cNvPr id="0" name=""/>
        <dsp:cNvSpPr/>
      </dsp:nvSpPr>
      <dsp:spPr>
        <a:xfrm>
          <a:off x="7041605" y="1592439"/>
          <a:ext cx="539575" cy="53957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163009" y="1592439"/>
        <a:ext cx="296767" cy="40603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835AB-B786-4A89-8ECB-B5EC94D814F8}">
      <dsp:nvSpPr>
        <dsp:cNvPr id="0" name=""/>
        <dsp:cNvSpPr/>
      </dsp:nvSpPr>
      <dsp:spPr>
        <a:xfrm>
          <a:off x="0" y="398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02827-708C-4B31-B636-FBD7AB5AEA1A}">
      <dsp:nvSpPr>
        <dsp:cNvPr id="0" name=""/>
        <dsp:cNvSpPr/>
      </dsp:nvSpPr>
      <dsp:spPr>
        <a:xfrm>
          <a:off x="281991" y="210143"/>
          <a:ext cx="512711" cy="512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844F9-1F48-4DD3-A9FF-BEF12E350803}">
      <dsp:nvSpPr>
        <dsp:cNvPr id="0" name=""/>
        <dsp:cNvSpPr/>
      </dsp:nvSpPr>
      <dsp:spPr>
        <a:xfrm>
          <a:off x="1076693" y="398"/>
          <a:ext cx="681000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- 15GB RAM, 1 nó</a:t>
          </a:r>
        </a:p>
      </dsp:txBody>
      <dsp:txXfrm>
        <a:off x="1076693" y="398"/>
        <a:ext cx="6810006" cy="932202"/>
      </dsp:txXfrm>
    </dsp:sp>
    <dsp:sp modelId="{96AAB06E-781E-4F23-9EE2-50C1A40B07F2}">
      <dsp:nvSpPr>
        <dsp:cNvPr id="0" name=""/>
        <dsp:cNvSpPr/>
      </dsp:nvSpPr>
      <dsp:spPr>
        <a:xfrm>
          <a:off x="0" y="1165650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D9A6F-4E77-4F61-92DC-552ED7805442}">
      <dsp:nvSpPr>
        <dsp:cNvPr id="0" name=""/>
        <dsp:cNvSpPr/>
      </dsp:nvSpPr>
      <dsp:spPr>
        <a:xfrm>
          <a:off x="281991" y="1375396"/>
          <a:ext cx="512711" cy="512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1BF2F-DB19-4F4F-90A7-11B0E7882207}">
      <dsp:nvSpPr>
        <dsp:cNvPr id="0" name=""/>
        <dsp:cNvSpPr/>
      </dsp:nvSpPr>
      <dsp:spPr>
        <a:xfrm>
          <a:off x="1076693" y="1165650"/>
          <a:ext cx="681000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Encerramento após 2 horas de inatividade</a:t>
          </a:r>
        </a:p>
      </dsp:txBody>
      <dsp:txXfrm>
        <a:off x="1076693" y="1165650"/>
        <a:ext cx="6810006" cy="932202"/>
      </dsp:txXfrm>
    </dsp:sp>
    <dsp:sp modelId="{8BD5B697-2E9F-40AA-8F26-303B9F768CEC}">
      <dsp:nvSpPr>
        <dsp:cNvPr id="0" name=""/>
        <dsp:cNvSpPr/>
      </dsp:nvSpPr>
      <dsp:spPr>
        <a:xfrm>
          <a:off x="0" y="2330903"/>
          <a:ext cx="7886700" cy="9322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F52AE-F27F-4BFA-AEEF-7BBFD33892B4}">
      <dsp:nvSpPr>
        <dsp:cNvPr id="0" name=""/>
        <dsp:cNvSpPr/>
      </dsp:nvSpPr>
      <dsp:spPr>
        <a:xfrm>
          <a:off x="281991" y="2540649"/>
          <a:ext cx="512711" cy="512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B5A01-AEFE-4C35-9A4E-A8FF554F0ADD}">
      <dsp:nvSpPr>
        <dsp:cNvPr id="0" name=""/>
        <dsp:cNvSpPr/>
      </dsp:nvSpPr>
      <dsp:spPr>
        <a:xfrm>
          <a:off x="1076693" y="2330903"/>
          <a:ext cx="6810006" cy="932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58" tIns="98658" rIns="98658" bIns="986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Ideal para aprendizado</a:t>
          </a:r>
        </a:p>
      </dsp:txBody>
      <dsp:txXfrm>
        <a:off x="1076693" y="2330903"/>
        <a:ext cx="6810006" cy="93220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C5D6D-0A36-419F-9B4F-653873E24D8E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A5DF4-6F6E-4929-B7AD-385D616DD4DE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Status 'green': pronto</a:t>
          </a:r>
        </a:p>
      </dsp:txBody>
      <dsp:txXfrm>
        <a:off x="85060" y="2252601"/>
        <a:ext cx="3690000" cy="720000"/>
      </dsp:txXfrm>
    </dsp:sp>
    <dsp:sp modelId="{1F9F2FA3-A34E-4576-9B1A-22C2BA1D0A5F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AE067-575A-4D86-84EC-88DAE14C6546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Acessar Notebooks e começar a executar código</a:t>
          </a:r>
        </a:p>
      </dsp:txBody>
      <dsp:txXfrm>
        <a:off x="4420810" y="2252601"/>
        <a:ext cx="3690000" cy="7200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4729A-7BF0-4191-AD33-E8C076943525}">
      <dsp:nvSpPr>
        <dsp:cNvPr id="0" name=""/>
        <dsp:cNvSpPr/>
      </dsp:nvSpPr>
      <dsp:spPr>
        <a:xfrm>
          <a:off x="0" y="538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BC2E2-C6C2-4DEB-8FF4-9199B60B0D09}">
      <dsp:nvSpPr>
        <dsp:cNvPr id="0" name=""/>
        <dsp:cNvSpPr/>
      </dsp:nvSpPr>
      <dsp:spPr>
        <a:xfrm>
          <a:off x="380979" y="283911"/>
          <a:ext cx="692690" cy="692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0DA50-613E-4EF4-AC68-B02FEB287F3F}">
      <dsp:nvSpPr>
        <dsp:cNvPr id="0" name=""/>
        <dsp:cNvSpPr/>
      </dsp:nvSpPr>
      <dsp:spPr>
        <a:xfrm>
          <a:off x="1454649" y="538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Menu inicial → Import &amp; Explore Data</a:t>
          </a:r>
        </a:p>
      </dsp:txBody>
      <dsp:txXfrm>
        <a:off x="1454649" y="538"/>
        <a:ext cx="3271551" cy="1259437"/>
      </dsp:txXfrm>
    </dsp:sp>
    <dsp:sp modelId="{77AA727D-D4BE-43E3-8D17-C5BBB6AA2092}">
      <dsp:nvSpPr>
        <dsp:cNvPr id="0" name=""/>
        <dsp:cNvSpPr/>
      </dsp:nvSpPr>
      <dsp:spPr>
        <a:xfrm>
          <a:off x="0" y="1574834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1627F-3EEB-452D-9F0C-DD3B0CF9E6B9}">
      <dsp:nvSpPr>
        <dsp:cNvPr id="0" name=""/>
        <dsp:cNvSpPr/>
      </dsp:nvSpPr>
      <dsp:spPr>
        <a:xfrm>
          <a:off x="380979" y="1858207"/>
          <a:ext cx="692690" cy="692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2F681-819C-46F7-B772-76FC325FEA6B}">
      <dsp:nvSpPr>
        <dsp:cNvPr id="0" name=""/>
        <dsp:cNvSpPr/>
      </dsp:nvSpPr>
      <dsp:spPr>
        <a:xfrm>
          <a:off x="1454649" y="1574834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Arraste o arquivo `carros.csv`</a:t>
          </a:r>
        </a:p>
      </dsp:txBody>
      <dsp:txXfrm>
        <a:off x="1454649" y="1574834"/>
        <a:ext cx="3271551" cy="1259437"/>
      </dsp:txXfrm>
    </dsp:sp>
    <dsp:sp modelId="{E2736004-4DFE-4B2C-A0F3-50939A6D8ACB}">
      <dsp:nvSpPr>
        <dsp:cNvPr id="0" name=""/>
        <dsp:cNvSpPr/>
      </dsp:nvSpPr>
      <dsp:spPr>
        <a:xfrm>
          <a:off x="0" y="3149130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F7116-EE8C-4EBA-BD6B-72CB4527FE8B}">
      <dsp:nvSpPr>
        <dsp:cNvPr id="0" name=""/>
        <dsp:cNvSpPr/>
      </dsp:nvSpPr>
      <dsp:spPr>
        <a:xfrm>
          <a:off x="380979" y="3432504"/>
          <a:ext cx="692690" cy="692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6F112-841A-4E64-AD57-E3BF1F134BF1}">
      <dsp:nvSpPr>
        <dsp:cNvPr id="0" name=""/>
        <dsp:cNvSpPr/>
      </dsp:nvSpPr>
      <dsp:spPr>
        <a:xfrm>
          <a:off x="1454649" y="3149130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 Copie o caminho para uso no notebook</a:t>
          </a:r>
        </a:p>
      </dsp:txBody>
      <dsp:txXfrm>
        <a:off x="1454649" y="3149130"/>
        <a:ext cx="3271551" cy="125943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B2641-3AC4-4ED8-8AA5-EAD0B074AC8B}">
      <dsp:nvSpPr>
        <dsp:cNvPr id="0" name=""/>
        <dsp:cNvSpPr/>
      </dsp:nvSpPr>
      <dsp:spPr>
        <a:xfrm>
          <a:off x="0" y="3782"/>
          <a:ext cx="4726201" cy="2144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Pode ser renomeado (ex: `carros.csv`)</a:t>
          </a:r>
        </a:p>
      </dsp:txBody>
      <dsp:txXfrm>
        <a:off x="104691" y="108473"/>
        <a:ext cx="4516819" cy="1935228"/>
      </dsp:txXfrm>
    </dsp:sp>
    <dsp:sp modelId="{D879200C-BDC1-44B1-890C-BD594FDC489A}">
      <dsp:nvSpPr>
        <dsp:cNvPr id="0" name=""/>
        <dsp:cNvSpPr/>
      </dsp:nvSpPr>
      <dsp:spPr>
        <a:xfrm>
          <a:off x="0" y="2260713"/>
          <a:ext cx="4726201" cy="214461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- Use o caminho completo correto no código</a:t>
          </a:r>
        </a:p>
      </dsp:txBody>
      <dsp:txXfrm>
        <a:off x="104691" y="2365404"/>
        <a:ext cx="4516819" cy="193522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5C994-EC7C-49D9-8BB7-59D3C09B4AAB}">
      <dsp:nvSpPr>
        <dsp:cNvPr id="0" name=""/>
        <dsp:cNvSpPr/>
      </dsp:nvSpPr>
      <dsp:spPr>
        <a:xfrm>
          <a:off x="0" y="5941"/>
          <a:ext cx="8195871" cy="1511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Toda operação gera um novo DataFrame</a:t>
          </a:r>
        </a:p>
      </dsp:txBody>
      <dsp:txXfrm>
        <a:off x="73792" y="79733"/>
        <a:ext cx="8048287" cy="1364056"/>
      </dsp:txXfrm>
    </dsp:sp>
    <dsp:sp modelId="{B65EBBEA-CED6-4DF8-B1E6-42755611B036}">
      <dsp:nvSpPr>
        <dsp:cNvPr id="0" name=""/>
        <dsp:cNvSpPr/>
      </dsp:nvSpPr>
      <dsp:spPr>
        <a:xfrm>
          <a:off x="0" y="1627021"/>
          <a:ext cx="8195871" cy="151164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Princípio funcional → evita efeitos colaterais</a:t>
          </a:r>
        </a:p>
      </dsp:txBody>
      <dsp:txXfrm>
        <a:off x="73792" y="1700813"/>
        <a:ext cx="8048287" cy="136405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3F62B-9CA0-4957-950C-11B611545684}">
      <dsp:nvSpPr>
        <dsp:cNvPr id="0" name=""/>
        <dsp:cNvSpPr/>
      </dsp:nvSpPr>
      <dsp:spPr>
        <a:xfrm rot="5400000">
          <a:off x="5232094" y="-230024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Acessar</a:t>
          </a:r>
          <a:r>
            <a:rPr lang="en-US" sz="900" kern="1200" dirty="0"/>
            <a:t> https://community.cloud.databricks.com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Cadastrar</a:t>
          </a:r>
          <a:r>
            <a:rPr lang="en-US" sz="900" kern="1200" dirty="0"/>
            <a:t>-se </a:t>
          </a:r>
          <a:r>
            <a:rPr lang="en-US" sz="900" kern="1200" dirty="0" err="1"/>
            <a:t>gratuitamente</a:t>
          </a:r>
          <a:endParaRPr lang="en-US" sz="900" kern="1200" dirty="0"/>
        </a:p>
      </dsp:txBody>
      <dsp:txXfrm rot="-5400000">
        <a:off x="2879691" y="72395"/>
        <a:ext cx="5099209" cy="374161"/>
      </dsp:txXfrm>
    </dsp:sp>
    <dsp:sp modelId="{D246E19F-5224-448A-92B8-09735E0E93A0}">
      <dsp:nvSpPr>
        <dsp:cNvPr id="0" name=""/>
        <dsp:cNvSpPr/>
      </dsp:nvSpPr>
      <dsp:spPr>
        <a:xfrm>
          <a:off x="0" y="323"/>
          <a:ext cx="2879691" cy="518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1. </a:t>
          </a:r>
          <a:r>
            <a:rPr lang="en-US" sz="1400" kern="1200" dirty="0" err="1"/>
            <a:t>Criar</a:t>
          </a:r>
          <a:r>
            <a:rPr lang="en-US" sz="1400" kern="1200" dirty="0"/>
            <a:t> </a:t>
          </a:r>
          <a:r>
            <a:rPr lang="en-US" sz="1400" kern="1200" dirty="0" err="1"/>
            <a:t>conta</a:t>
          </a:r>
          <a:r>
            <a:rPr lang="en-US" sz="1400" kern="1200" dirty="0"/>
            <a:t> no Databricks (Community Edition)</a:t>
          </a:r>
        </a:p>
      </dsp:txBody>
      <dsp:txXfrm>
        <a:off x="25302" y="25625"/>
        <a:ext cx="2829087" cy="467700"/>
      </dsp:txXfrm>
    </dsp:sp>
    <dsp:sp modelId="{7C1997C5-AD90-4FD9-A256-1CB9E69B3655}">
      <dsp:nvSpPr>
        <dsp:cNvPr id="0" name=""/>
        <dsp:cNvSpPr/>
      </dsp:nvSpPr>
      <dsp:spPr>
        <a:xfrm rot="5400000">
          <a:off x="5232094" y="-175602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187447"/>
            <a:satOff val="735"/>
            <a:lumOff val="9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87447"/>
              <a:satOff val="735"/>
              <a:lumOff val="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Menu lateral → Compute → Create Cluster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Definir</a:t>
          </a:r>
          <a:r>
            <a:rPr lang="en-US" sz="900" kern="1200" dirty="0"/>
            <a:t> </a:t>
          </a:r>
          <a:r>
            <a:rPr lang="en-US" sz="900" kern="1200" dirty="0" err="1"/>
            <a:t>nome</a:t>
          </a:r>
          <a:r>
            <a:rPr lang="en-US" sz="900" kern="1200" dirty="0"/>
            <a:t> e </a:t>
          </a:r>
          <a:r>
            <a:rPr lang="en-US" sz="900" kern="1200" dirty="0" err="1"/>
            <a:t>versão</a:t>
          </a:r>
          <a:r>
            <a:rPr lang="en-US" sz="900" kern="1200" dirty="0"/>
            <a:t> do Spark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Aguardar</a:t>
          </a:r>
          <a:r>
            <a:rPr lang="en-US" sz="900" kern="1200" dirty="0"/>
            <a:t> status “Running”</a:t>
          </a:r>
        </a:p>
      </dsp:txBody>
      <dsp:txXfrm rot="-5400000">
        <a:off x="2879691" y="616615"/>
        <a:ext cx="5099209" cy="374161"/>
      </dsp:txXfrm>
    </dsp:sp>
    <dsp:sp modelId="{7F7E873F-AF98-4761-9D64-F773B83E6733}">
      <dsp:nvSpPr>
        <dsp:cNvPr id="0" name=""/>
        <dsp:cNvSpPr/>
      </dsp:nvSpPr>
      <dsp:spPr>
        <a:xfrm>
          <a:off x="0" y="544543"/>
          <a:ext cx="2879691" cy="518304"/>
        </a:xfrm>
        <a:prstGeom prst="roundRect">
          <a:avLst/>
        </a:prstGeom>
        <a:solidFill>
          <a:schemeClr val="accent2">
            <a:hueOff val="-212896"/>
            <a:satOff val="58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</a:t>
          </a:r>
          <a:r>
            <a:rPr lang="en-US" sz="1400" kern="1200" dirty="0" err="1"/>
            <a:t>Criar</a:t>
          </a:r>
          <a:r>
            <a:rPr lang="en-US" sz="1400" kern="1200" dirty="0"/>
            <a:t> um Cluster Spark</a:t>
          </a:r>
        </a:p>
      </dsp:txBody>
      <dsp:txXfrm>
        <a:off x="25302" y="569845"/>
        <a:ext cx="2829087" cy="467700"/>
      </dsp:txXfrm>
    </dsp:sp>
    <dsp:sp modelId="{20A3DFE0-8E8B-40F0-B2A5-E2EACA775B40}">
      <dsp:nvSpPr>
        <dsp:cNvPr id="0" name=""/>
        <dsp:cNvSpPr/>
      </dsp:nvSpPr>
      <dsp:spPr>
        <a:xfrm rot="5400000">
          <a:off x="5232094" y="-121180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374893"/>
            <a:satOff val="1471"/>
            <a:lumOff val="18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374893"/>
              <a:satOff val="1471"/>
              <a:lumOff val="1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Menu </a:t>
          </a:r>
          <a:r>
            <a:rPr lang="en-US" sz="900" kern="1200" dirty="0" err="1"/>
            <a:t>inicial</a:t>
          </a:r>
          <a:r>
            <a:rPr lang="en-US" sz="900" kern="1200" dirty="0"/>
            <a:t> → Import &amp; Explore Data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Arrastar</a:t>
          </a:r>
          <a:r>
            <a:rPr lang="en-US" sz="900" kern="1200" dirty="0"/>
            <a:t> o </a:t>
          </a:r>
          <a:r>
            <a:rPr lang="en-US" sz="900" kern="1200" dirty="0" err="1"/>
            <a:t>arquivo</a:t>
          </a:r>
          <a:r>
            <a:rPr lang="en-US" sz="900" kern="1200" dirty="0"/>
            <a:t> e </a:t>
          </a:r>
          <a:r>
            <a:rPr lang="en-US" sz="900" kern="1200" dirty="0" err="1"/>
            <a:t>copiar</a:t>
          </a:r>
          <a:r>
            <a:rPr lang="en-US" sz="900" kern="1200" dirty="0"/>
            <a:t> </a:t>
          </a:r>
          <a:r>
            <a:rPr lang="en-US" sz="900" kern="1200" dirty="0" err="1"/>
            <a:t>caminho</a:t>
          </a:r>
          <a:r>
            <a:rPr lang="en-US" sz="900" kern="1200" dirty="0"/>
            <a:t> </a:t>
          </a:r>
          <a:r>
            <a:rPr lang="en-US" sz="900" kern="1200" dirty="0" err="1"/>
            <a:t>gerado</a:t>
          </a:r>
          <a:endParaRPr lang="en-US" sz="900" kern="1200" dirty="0"/>
        </a:p>
      </dsp:txBody>
      <dsp:txXfrm rot="-5400000">
        <a:off x="2879691" y="1160835"/>
        <a:ext cx="5099209" cy="374161"/>
      </dsp:txXfrm>
    </dsp:sp>
    <dsp:sp modelId="{391B3993-0B4B-4A11-AA5F-D20C57786B19}">
      <dsp:nvSpPr>
        <dsp:cNvPr id="0" name=""/>
        <dsp:cNvSpPr/>
      </dsp:nvSpPr>
      <dsp:spPr>
        <a:xfrm>
          <a:off x="0" y="1088763"/>
          <a:ext cx="2879691" cy="518304"/>
        </a:xfrm>
        <a:prstGeom prst="roundRect">
          <a:avLst/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3. </a:t>
          </a:r>
          <a:r>
            <a:rPr lang="en-US" sz="1400" kern="1200" dirty="0" err="1"/>
            <a:t>Importar</a:t>
          </a:r>
          <a:r>
            <a:rPr lang="en-US" sz="1400" kern="1200" dirty="0"/>
            <a:t> o </a:t>
          </a:r>
          <a:r>
            <a:rPr lang="en-US" sz="1400" kern="1200" dirty="0" err="1"/>
            <a:t>arquivo</a:t>
          </a:r>
          <a:r>
            <a:rPr lang="en-US" sz="1400" kern="1200" dirty="0"/>
            <a:t> CSV (Carros-.csv)</a:t>
          </a:r>
        </a:p>
      </dsp:txBody>
      <dsp:txXfrm>
        <a:off x="25302" y="1114065"/>
        <a:ext cx="2829087" cy="467700"/>
      </dsp:txXfrm>
    </dsp:sp>
    <dsp:sp modelId="{D81D5100-EDEE-40AA-94C5-528D67163763}">
      <dsp:nvSpPr>
        <dsp:cNvPr id="0" name=""/>
        <dsp:cNvSpPr/>
      </dsp:nvSpPr>
      <dsp:spPr>
        <a:xfrm rot="5400000">
          <a:off x="5232094" y="-66758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Workspace → Import </a:t>
          </a:r>
          <a:r>
            <a:rPr lang="en-US" sz="900" kern="1200" dirty="0" err="1"/>
            <a:t>ou</a:t>
          </a:r>
          <a:r>
            <a:rPr lang="en-US" sz="900" kern="1200" dirty="0"/>
            <a:t> Create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Vincular</a:t>
          </a:r>
          <a:r>
            <a:rPr lang="en-US" sz="900" kern="1200" dirty="0"/>
            <a:t> notebook </a:t>
          </a:r>
          <a:r>
            <a:rPr lang="en-US" sz="900" kern="1200" dirty="0" err="1"/>
            <a:t>ao</a:t>
          </a:r>
          <a:r>
            <a:rPr lang="en-US" sz="900" kern="1200" dirty="0"/>
            <a:t> cluster</a:t>
          </a:r>
        </a:p>
      </dsp:txBody>
      <dsp:txXfrm rot="-5400000">
        <a:off x="2879691" y="1705055"/>
        <a:ext cx="5099209" cy="374161"/>
      </dsp:txXfrm>
    </dsp:sp>
    <dsp:sp modelId="{32608CE4-C970-4BFF-8E75-C9B0658E304F}">
      <dsp:nvSpPr>
        <dsp:cNvPr id="0" name=""/>
        <dsp:cNvSpPr/>
      </dsp:nvSpPr>
      <dsp:spPr>
        <a:xfrm>
          <a:off x="0" y="1632983"/>
          <a:ext cx="2879691" cy="518304"/>
        </a:xfrm>
        <a:prstGeom prst="round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4. </a:t>
          </a:r>
          <a:r>
            <a:rPr lang="en-US" sz="1400" kern="1200" dirty="0" err="1"/>
            <a:t>Importar</a:t>
          </a:r>
          <a:r>
            <a:rPr lang="en-US" sz="1400" kern="1200" dirty="0"/>
            <a:t> </a:t>
          </a:r>
          <a:r>
            <a:rPr lang="en-US" sz="1400" kern="1200" dirty="0" err="1"/>
            <a:t>ou</a:t>
          </a:r>
          <a:r>
            <a:rPr lang="en-US" sz="1400" kern="1200" dirty="0"/>
            <a:t> </a:t>
          </a:r>
          <a:r>
            <a:rPr lang="en-US" sz="1400" kern="1200" dirty="0" err="1"/>
            <a:t>criar</a:t>
          </a:r>
          <a:r>
            <a:rPr lang="en-US" sz="1400" kern="1200" dirty="0"/>
            <a:t> Notebook</a:t>
          </a:r>
        </a:p>
      </dsp:txBody>
      <dsp:txXfrm>
        <a:off x="25302" y="1658285"/>
        <a:ext cx="2829087" cy="467700"/>
      </dsp:txXfrm>
    </dsp:sp>
    <dsp:sp modelId="{39B829C2-9072-4C72-9B31-5FD5D52C21C7}">
      <dsp:nvSpPr>
        <dsp:cNvPr id="0" name=""/>
        <dsp:cNvSpPr/>
      </dsp:nvSpPr>
      <dsp:spPr>
        <a:xfrm rot="5400000">
          <a:off x="5232094" y="-123370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749786"/>
            <a:satOff val="2942"/>
            <a:lumOff val="3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749786"/>
              <a:satOff val="2942"/>
              <a:lumOff val="3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Ex: spark.read.csv("/FileStore/tables/Carros-5.csv", header=True, </a:t>
          </a:r>
          <a:r>
            <a:rPr lang="en-US" sz="900" kern="1200" dirty="0" err="1"/>
            <a:t>sep</a:t>
          </a:r>
          <a:r>
            <a:rPr lang="en-US" sz="900" kern="1200" dirty="0"/>
            <a:t>=";", </a:t>
          </a:r>
          <a:r>
            <a:rPr lang="en-US" sz="900" kern="1200" dirty="0" err="1"/>
            <a:t>inferSchema</a:t>
          </a:r>
          <a:r>
            <a:rPr lang="en-US" sz="900" kern="1200" dirty="0"/>
            <a:t>=True)</a:t>
          </a:r>
        </a:p>
      </dsp:txBody>
      <dsp:txXfrm rot="-5400000">
        <a:off x="2879691" y="2249274"/>
        <a:ext cx="5099209" cy="374161"/>
      </dsp:txXfrm>
    </dsp:sp>
    <dsp:sp modelId="{48259B70-5CFA-4CCD-A032-0987CFE15B6C}">
      <dsp:nvSpPr>
        <dsp:cNvPr id="0" name=""/>
        <dsp:cNvSpPr/>
      </dsp:nvSpPr>
      <dsp:spPr>
        <a:xfrm>
          <a:off x="0" y="2177203"/>
          <a:ext cx="2879691" cy="518304"/>
        </a:xfrm>
        <a:prstGeom prst="roundRect">
          <a:avLst/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5. Ler o CSV com </a:t>
          </a:r>
          <a:r>
            <a:rPr lang="en-US" sz="1400" kern="1200" dirty="0" err="1"/>
            <a:t>PySpark</a:t>
          </a:r>
          <a:endParaRPr lang="en-US" sz="1400" kern="1200" dirty="0"/>
        </a:p>
      </dsp:txBody>
      <dsp:txXfrm>
        <a:off x="25302" y="2202505"/>
        <a:ext cx="2829087" cy="467700"/>
      </dsp:txXfrm>
    </dsp:sp>
    <dsp:sp modelId="{7DD9FA02-7117-4E5B-AE70-F14F24984A9A}">
      <dsp:nvSpPr>
        <dsp:cNvPr id="0" name=""/>
        <dsp:cNvSpPr/>
      </dsp:nvSpPr>
      <dsp:spPr>
        <a:xfrm rot="5400000">
          <a:off x="5232094" y="42084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937233"/>
            <a:satOff val="3677"/>
            <a:lumOff val="47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937233"/>
              <a:satOff val="3677"/>
              <a:lumOff val="4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</a:t>
          </a:r>
          <a:r>
            <a:rPr lang="en-US" sz="900" kern="1200" dirty="0" err="1"/>
            <a:t>Mostrar</a:t>
          </a:r>
          <a:r>
            <a:rPr lang="en-US" sz="900" kern="1200" dirty="0"/>
            <a:t> schema, </a:t>
          </a:r>
          <a:r>
            <a:rPr lang="en-US" sz="900" kern="1200" dirty="0" err="1"/>
            <a:t>contagem</a:t>
          </a:r>
          <a:r>
            <a:rPr lang="en-US" sz="900" kern="1200" dirty="0"/>
            <a:t> e </a:t>
          </a:r>
          <a:r>
            <a:rPr lang="en-US" sz="900" kern="1200" dirty="0" err="1"/>
            <a:t>colunas</a:t>
          </a:r>
          <a:endParaRPr lang="en-US" sz="900" kern="1200" dirty="0"/>
        </a:p>
      </dsp:txBody>
      <dsp:txXfrm rot="-5400000">
        <a:off x="2879691" y="2793494"/>
        <a:ext cx="5099209" cy="374161"/>
      </dsp:txXfrm>
    </dsp:sp>
    <dsp:sp modelId="{601E7EF4-B833-4834-A1D1-78CDC9A9096E}">
      <dsp:nvSpPr>
        <dsp:cNvPr id="0" name=""/>
        <dsp:cNvSpPr/>
      </dsp:nvSpPr>
      <dsp:spPr>
        <a:xfrm>
          <a:off x="0" y="2721423"/>
          <a:ext cx="2879691" cy="518304"/>
        </a:xfrm>
        <a:prstGeom prst="roundRect">
          <a:avLst/>
        </a:prstGeom>
        <a:solidFill>
          <a:schemeClr val="accent2">
            <a:hueOff val="-1064479"/>
            <a:satOff val="2924"/>
            <a:lumOff val="19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6. </a:t>
          </a:r>
          <a:r>
            <a:rPr lang="en-US" sz="1400" kern="1200" dirty="0" err="1"/>
            <a:t>Explorar</a:t>
          </a:r>
          <a:r>
            <a:rPr lang="en-US" sz="1400" kern="1200" dirty="0"/>
            <a:t> </a:t>
          </a:r>
          <a:r>
            <a:rPr lang="en-US" sz="1400" kern="1200" dirty="0" err="1"/>
            <a:t>os</a:t>
          </a:r>
          <a:r>
            <a:rPr lang="en-US" sz="1400" kern="1200" dirty="0"/>
            <a:t> dados</a:t>
          </a:r>
        </a:p>
      </dsp:txBody>
      <dsp:txXfrm>
        <a:off x="25302" y="2746725"/>
        <a:ext cx="2829087" cy="467700"/>
      </dsp:txXfrm>
    </dsp:sp>
    <dsp:sp modelId="{E16415F4-2666-41D0-8A47-72C730F18D16}">
      <dsp:nvSpPr>
        <dsp:cNvPr id="0" name=""/>
        <dsp:cNvSpPr/>
      </dsp:nvSpPr>
      <dsp:spPr>
        <a:xfrm rot="5400000">
          <a:off x="5232094" y="965069"/>
          <a:ext cx="414643" cy="5119450"/>
        </a:xfrm>
        <a:prstGeom prst="round2SameRect">
          <a:avLst/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- Select, filter, </a:t>
          </a:r>
          <a:r>
            <a:rPr lang="en-US" sz="900" kern="1200" dirty="0" err="1"/>
            <a:t>orderBy</a:t>
          </a:r>
          <a:endParaRPr lang="en-US" sz="900" kern="1200" dirty="0"/>
        </a:p>
      </dsp:txBody>
      <dsp:txXfrm rot="-5400000">
        <a:off x="2879691" y="3337714"/>
        <a:ext cx="5099209" cy="374161"/>
      </dsp:txXfrm>
    </dsp:sp>
    <dsp:sp modelId="{C01EBBD7-CE35-4717-9243-B6FA6E83B44F}">
      <dsp:nvSpPr>
        <dsp:cNvPr id="0" name=""/>
        <dsp:cNvSpPr/>
      </dsp:nvSpPr>
      <dsp:spPr>
        <a:xfrm>
          <a:off x="0" y="3265642"/>
          <a:ext cx="2879691" cy="518304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7. </a:t>
          </a:r>
          <a:r>
            <a:rPr lang="en-US" sz="1400" kern="1200" dirty="0" err="1"/>
            <a:t>Executar</a:t>
          </a:r>
          <a:r>
            <a:rPr lang="en-US" sz="1400" kern="1200" dirty="0"/>
            <a:t> </a:t>
          </a:r>
          <a:r>
            <a:rPr lang="en-US" sz="1400" kern="1200" dirty="0" err="1"/>
            <a:t>operações</a:t>
          </a:r>
          <a:r>
            <a:rPr lang="en-US" sz="1400" kern="1200" dirty="0"/>
            <a:t> </a:t>
          </a:r>
          <a:r>
            <a:rPr lang="en-US" sz="1400" kern="1200" dirty="0" err="1"/>
            <a:t>básicas</a:t>
          </a:r>
          <a:endParaRPr lang="en-US" sz="1400" kern="1200" dirty="0"/>
        </a:p>
      </dsp:txBody>
      <dsp:txXfrm>
        <a:off x="25302" y="3290944"/>
        <a:ext cx="2829087" cy="46770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269FC-9B76-448A-979C-F17695C221FF}">
      <dsp:nvSpPr>
        <dsp:cNvPr id="0" name=""/>
        <dsp:cNvSpPr/>
      </dsp:nvSpPr>
      <dsp:spPr>
        <a:xfrm>
          <a:off x="399893" y="822530"/>
          <a:ext cx="646259" cy="646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09EEC-320D-44F7-8052-09CEAD63E82B}">
      <dsp:nvSpPr>
        <dsp:cNvPr id="0" name=""/>
        <dsp:cNvSpPr/>
      </dsp:nvSpPr>
      <dsp:spPr>
        <a:xfrm>
          <a:off x="4956" y="1693764"/>
          <a:ext cx="1436132" cy="62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 trabalho final deverá conter um pipeline de análise com base em dados reais ou simulados</a:t>
          </a:r>
          <a:endParaRPr lang="en-US" sz="1100" kern="1200"/>
        </a:p>
      </dsp:txBody>
      <dsp:txXfrm>
        <a:off x="4956" y="1693764"/>
        <a:ext cx="1436132" cy="628308"/>
      </dsp:txXfrm>
    </dsp:sp>
    <dsp:sp modelId="{CDAA3EFC-0B56-4AF6-8DBD-A6C2F76654EE}">
      <dsp:nvSpPr>
        <dsp:cNvPr id="0" name=""/>
        <dsp:cNvSpPr/>
      </dsp:nvSpPr>
      <dsp:spPr>
        <a:xfrm>
          <a:off x="2087349" y="822530"/>
          <a:ext cx="646259" cy="646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1959A-32E2-4361-8C19-B1F1A8F4B50B}">
      <dsp:nvSpPr>
        <dsp:cNvPr id="0" name=""/>
        <dsp:cNvSpPr/>
      </dsp:nvSpPr>
      <dsp:spPr>
        <a:xfrm>
          <a:off x="1692413" y="1693764"/>
          <a:ext cx="1436132" cy="62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Sugere-se que o grupo utilize ferramentas exploradas em aula (ex: PySpark, Databricks)</a:t>
          </a:r>
          <a:endParaRPr lang="en-US" sz="1100" kern="1200"/>
        </a:p>
      </dsp:txBody>
      <dsp:txXfrm>
        <a:off x="1692413" y="1693764"/>
        <a:ext cx="1436132" cy="628308"/>
      </dsp:txXfrm>
    </dsp:sp>
    <dsp:sp modelId="{3570DC45-8E6F-4679-9641-3C57BEA43203}">
      <dsp:nvSpPr>
        <dsp:cNvPr id="0" name=""/>
        <dsp:cNvSpPr/>
      </dsp:nvSpPr>
      <dsp:spPr>
        <a:xfrm>
          <a:off x="3774805" y="822530"/>
          <a:ext cx="646259" cy="646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323F4-5BA8-4DC7-BB83-DC53815109AF}">
      <dsp:nvSpPr>
        <dsp:cNvPr id="0" name=""/>
        <dsp:cNvSpPr/>
      </dsp:nvSpPr>
      <dsp:spPr>
        <a:xfrm>
          <a:off x="3379869" y="1693764"/>
          <a:ext cx="1436132" cy="62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 Capítulo 2 do projeto deve conter o planejamento, definição do problema, objetivos e base de dados (entrega: </a:t>
          </a:r>
          <a:r>
            <a:rPr lang="pt-BR" sz="1100" b="1" kern="1200"/>
            <a:t>06/06/2025</a:t>
          </a:r>
          <a:r>
            <a:rPr lang="pt-BR" sz="1100" kern="1200"/>
            <a:t>)</a:t>
          </a:r>
          <a:endParaRPr lang="en-US" sz="1100" kern="1200"/>
        </a:p>
      </dsp:txBody>
      <dsp:txXfrm>
        <a:off x="3379869" y="1693764"/>
        <a:ext cx="1436132" cy="628308"/>
      </dsp:txXfrm>
    </dsp:sp>
    <dsp:sp modelId="{23AB1DAC-2F17-4AF8-BF87-04C1B6A2EE67}">
      <dsp:nvSpPr>
        <dsp:cNvPr id="0" name=""/>
        <dsp:cNvSpPr/>
      </dsp:nvSpPr>
      <dsp:spPr>
        <a:xfrm>
          <a:off x="5462261" y="822530"/>
          <a:ext cx="646259" cy="6462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FABC8-F1E4-4674-AD8A-EFA3EB677614}">
      <dsp:nvSpPr>
        <dsp:cNvPr id="0" name=""/>
        <dsp:cNvSpPr/>
      </dsp:nvSpPr>
      <dsp:spPr>
        <a:xfrm>
          <a:off x="5067325" y="1693764"/>
          <a:ext cx="1436132" cy="62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entrega final incluirá também aplicação de técnicas de processamento ou análise preditiva (entrega: </a:t>
          </a:r>
          <a:r>
            <a:rPr lang="pt-BR" sz="1100" b="1" kern="1200"/>
            <a:t>20/06/2025</a:t>
          </a:r>
          <a:r>
            <a:rPr lang="pt-BR" sz="1100" kern="1200"/>
            <a:t>)</a:t>
          </a:r>
          <a:endParaRPr lang="en-US" sz="1100" kern="1200"/>
        </a:p>
      </dsp:txBody>
      <dsp:txXfrm>
        <a:off x="5067325" y="1693764"/>
        <a:ext cx="1436132" cy="628308"/>
      </dsp:txXfrm>
    </dsp:sp>
    <dsp:sp modelId="{ED972B3A-3C0B-41AA-8848-ABCC596A0494}">
      <dsp:nvSpPr>
        <dsp:cNvPr id="0" name=""/>
        <dsp:cNvSpPr/>
      </dsp:nvSpPr>
      <dsp:spPr>
        <a:xfrm>
          <a:off x="7149717" y="822530"/>
          <a:ext cx="646259" cy="6462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DFAE5-D0BB-474D-83CB-F8A2C6DF2C9D}">
      <dsp:nvSpPr>
        <dsp:cNvPr id="0" name=""/>
        <dsp:cNvSpPr/>
      </dsp:nvSpPr>
      <dsp:spPr>
        <a:xfrm>
          <a:off x="6754781" y="1693764"/>
          <a:ext cx="1436132" cy="6283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Grupos que implementarem modelos com Spark ML ganharão destaque técnico</a:t>
          </a:r>
          <a:endParaRPr lang="en-US" sz="1100" kern="1200"/>
        </a:p>
      </dsp:txBody>
      <dsp:txXfrm>
        <a:off x="6754781" y="1693764"/>
        <a:ext cx="1436132" cy="62830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A317E-D92B-4DC5-A52D-4196DDEABDB8}">
      <dsp:nvSpPr>
        <dsp:cNvPr id="0" name=""/>
        <dsp:cNvSpPr/>
      </dsp:nvSpPr>
      <dsp:spPr>
        <a:xfrm>
          <a:off x="0" y="0"/>
          <a:ext cx="6309360" cy="7179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Vimos o que é o Apache Spark e por que ele é essencial para Big Data</a:t>
          </a:r>
          <a:endParaRPr lang="en-US" sz="1800" kern="1200"/>
        </a:p>
      </dsp:txBody>
      <dsp:txXfrm>
        <a:off x="21029" y="21029"/>
        <a:ext cx="5473944" cy="675912"/>
      </dsp:txXfrm>
    </dsp:sp>
    <dsp:sp modelId="{AA8AEF1B-C691-45C4-81EB-E31210E48823}">
      <dsp:nvSpPr>
        <dsp:cNvPr id="0" name=""/>
        <dsp:cNvSpPr/>
      </dsp:nvSpPr>
      <dsp:spPr>
        <a:xfrm>
          <a:off x="528408" y="848510"/>
          <a:ext cx="6309360" cy="717970"/>
        </a:xfrm>
        <a:prstGeom prst="roundRect">
          <a:avLst>
            <a:gd name="adj" fmla="val 10000"/>
          </a:avLst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Exploramos conceitos como escalabilidade, particionamento e replicação</a:t>
          </a:r>
          <a:endParaRPr lang="en-US" sz="1800" kern="1200"/>
        </a:p>
      </dsp:txBody>
      <dsp:txXfrm>
        <a:off x="549437" y="869539"/>
        <a:ext cx="5272212" cy="675912"/>
      </dsp:txXfrm>
    </dsp:sp>
    <dsp:sp modelId="{51F6E027-9E9F-4098-A894-57D81A19BBD3}">
      <dsp:nvSpPr>
        <dsp:cNvPr id="0" name=""/>
        <dsp:cNvSpPr/>
      </dsp:nvSpPr>
      <dsp:spPr>
        <a:xfrm>
          <a:off x="1048931" y="1697021"/>
          <a:ext cx="6309360" cy="717970"/>
        </a:xfrm>
        <a:prstGeom prst="roundRect">
          <a:avLst>
            <a:gd name="adj" fmla="val 10000"/>
          </a:avLst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Criamos um cluster gratuito no Databricks e executamos comandos reais</a:t>
          </a:r>
          <a:endParaRPr lang="en-US" sz="1800" kern="1200"/>
        </a:p>
      </dsp:txBody>
      <dsp:txXfrm>
        <a:off x="1069960" y="1718050"/>
        <a:ext cx="5280098" cy="675912"/>
      </dsp:txXfrm>
    </dsp:sp>
    <dsp:sp modelId="{DB277C4E-0AB9-4B28-BAA2-B5F9A95A48D4}">
      <dsp:nvSpPr>
        <dsp:cNvPr id="0" name=""/>
        <dsp:cNvSpPr/>
      </dsp:nvSpPr>
      <dsp:spPr>
        <a:xfrm>
          <a:off x="1577340" y="2545532"/>
          <a:ext cx="6309360" cy="717970"/>
        </a:xfrm>
        <a:prstGeom prst="roundRect">
          <a:avLst>
            <a:gd name="adj" fmla="val 10000"/>
          </a:avLst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Fizemos a ponte entre teoria e prática com foco no projeto final</a:t>
          </a:r>
          <a:endParaRPr lang="en-US" sz="1800" kern="1200"/>
        </a:p>
      </dsp:txBody>
      <dsp:txXfrm>
        <a:off x="1598369" y="2566561"/>
        <a:ext cx="5272212" cy="675912"/>
      </dsp:txXfrm>
    </dsp:sp>
    <dsp:sp modelId="{B00C9D25-7931-43E2-B52D-5198AB3DBD84}">
      <dsp:nvSpPr>
        <dsp:cNvPr id="0" name=""/>
        <dsp:cNvSpPr/>
      </dsp:nvSpPr>
      <dsp:spPr>
        <a:xfrm>
          <a:off x="5842679" y="549900"/>
          <a:ext cx="466680" cy="4666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947682" y="549900"/>
        <a:ext cx="256674" cy="351177"/>
      </dsp:txXfrm>
    </dsp:sp>
    <dsp:sp modelId="{F5E53E60-A1DA-4A55-A59D-C18189371E00}">
      <dsp:nvSpPr>
        <dsp:cNvPr id="0" name=""/>
        <dsp:cNvSpPr/>
      </dsp:nvSpPr>
      <dsp:spPr>
        <a:xfrm>
          <a:off x="6371087" y="1398411"/>
          <a:ext cx="466680" cy="4666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476090" y="1398411"/>
        <a:ext cx="256674" cy="351177"/>
      </dsp:txXfrm>
    </dsp:sp>
    <dsp:sp modelId="{4EB5F87A-FEF4-4807-9287-A4EF64D3D6B5}">
      <dsp:nvSpPr>
        <dsp:cNvPr id="0" name=""/>
        <dsp:cNvSpPr/>
      </dsp:nvSpPr>
      <dsp:spPr>
        <a:xfrm>
          <a:off x="6891610" y="2246921"/>
          <a:ext cx="466680" cy="4666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996613" y="2246921"/>
        <a:ext cx="256674" cy="35117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3AC56-07A5-4794-B2C6-5FBB09590D70}">
      <dsp:nvSpPr>
        <dsp:cNvPr id="0" name=""/>
        <dsp:cNvSpPr/>
      </dsp:nvSpPr>
      <dsp:spPr>
        <a:xfrm>
          <a:off x="0" y="45708"/>
          <a:ext cx="4941405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O que mais te surpreendeu sobre o Spark?</a:t>
          </a:r>
          <a:endParaRPr lang="en-US" sz="1300" kern="1200"/>
        </a:p>
      </dsp:txBody>
      <dsp:txXfrm>
        <a:off x="25337" y="71045"/>
        <a:ext cx="4890731" cy="468367"/>
      </dsp:txXfrm>
    </dsp:sp>
    <dsp:sp modelId="{58EB03BC-9245-423D-ACAF-D129771F4924}">
      <dsp:nvSpPr>
        <dsp:cNvPr id="0" name=""/>
        <dsp:cNvSpPr/>
      </dsp:nvSpPr>
      <dsp:spPr>
        <a:xfrm>
          <a:off x="0" y="602190"/>
          <a:ext cx="4941405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Você se sentiu confortável utilizando o ambiente Databricks?</a:t>
          </a:r>
          <a:endParaRPr lang="en-US" sz="1300" kern="1200"/>
        </a:p>
      </dsp:txBody>
      <dsp:txXfrm>
        <a:off x="25337" y="627527"/>
        <a:ext cx="4890731" cy="468367"/>
      </dsp:txXfrm>
    </dsp:sp>
    <dsp:sp modelId="{6C76B1E3-43A8-499B-9698-3233974C7555}">
      <dsp:nvSpPr>
        <dsp:cNvPr id="0" name=""/>
        <dsp:cNvSpPr/>
      </dsp:nvSpPr>
      <dsp:spPr>
        <a:xfrm>
          <a:off x="0" y="1158671"/>
          <a:ext cx="4941405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Qual recurso do PySpark parece mais útil para o seu projeto final?</a:t>
          </a:r>
          <a:endParaRPr lang="en-US" sz="1300" kern="1200"/>
        </a:p>
      </dsp:txBody>
      <dsp:txXfrm>
        <a:off x="25337" y="1184008"/>
        <a:ext cx="4890731" cy="468367"/>
      </dsp:txXfrm>
    </dsp:sp>
    <dsp:sp modelId="{A766DF47-818D-4A74-8417-067735559B67}">
      <dsp:nvSpPr>
        <dsp:cNvPr id="0" name=""/>
        <dsp:cNvSpPr/>
      </dsp:nvSpPr>
      <dsp:spPr>
        <a:xfrm>
          <a:off x="0" y="1715152"/>
          <a:ext cx="4941405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O que ainda precisa reforçar para aplicar Spark no contexto do trabalho?</a:t>
          </a:r>
          <a:endParaRPr lang="en-US" sz="1300" kern="1200"/>
        </a:p>
      </dsp:txBody>
      <dsp:txXfrm>
        <a:off x="25337" y="1740489"/>
        <a:ext cx="4890731" cy="468367"/>
      </dsp:txXfrm>
    </dsp:sp>
    <dsp:sp modelId="{B1508B59-4DF7-4AA6-BC29-365CF001DE62}">
      <dsp:nvSpPr>
        <dsp:cNvPr id="0" name=""/>
        <dsp:cNvSpPr/>
      </dsp:nvSpPr>
      <dsp:spPr>
        <a:xfrm>
          <a:off x="0" y="2271633"/>
          <a:ext cx="4941405" cy="5190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Anote dúvidas e compartilhe com o professor ou no mural da disciplina</a:t>
          </a:r>
          <a:endParaRPr lang="en-US" sz="1300" kern="1200"/>
        </a:p>
      </dsp:txBody>
      <dsp:txXfrm>
        <a:off x="25337" y="2296970"/>
        <a:ext cx="4890731" cy="468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78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97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0.xml"/><Relationship Id="rId3" Type="http://schemas.openxmlformats.org/officeDocument/2006/relationships/image" Target="../media/image125.svg"/><Relationship Id="rId7" Type="http://schemas.openxmlformats.org/officeDocument/2006/relationships/diagramColors" Target="../diagrams/colors30.xml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0.xml"/><Relationship Id="rId5" Type="http://schemas.openxmlformats.org/officeDocument/2006/relationships/diagramLayout" Target="../diagrams/layout30.xml"/><Relationship Id="rId4" Type="http://schemas.openxmlformats.org/officeDocument/2006/relationships/diagramData" Target="../diagrams/data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0610" y="212874"/>
            <a:ext cx="2110739" cy="2110739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Espaço Reservado para Conteúdo 2">
            <a:extLst>
              <a:ext uri="{FF2B5EF4-FFF2-40B4-BE49-F238E27FC236}">
                <a16:creationId xmlns:a16="http://schemas.microsoft.com/office/drawing/2014/main" id="{F9EFDC7B-61AA-BE97-2FBD-7CD11C6B0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581333"/>
              </p:ext>
            </p:extLst>
          </p:nvPr>
        </p:nvGraphicFramePr>
        <p:xfrm>
          <a:off x="332651" y="1956465"/>
          <a:ext cx="8658949" cy="2974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EE69C331-8DCC-45AA-9FAC-62278A53C3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graphicEl>
                                              <a:dgm id="{EE69C331-8DCC-45AA-9FAC-62278A53C3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graphicEl>
                                              <a:dgm id="{EE69C331-8DCC-45AA-9FAC-62278A53C3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193016AF-BB51-4A13-9439-D8186B86E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graphicEl>
                                              <a:dgm id="{193016AF-BB51-4A13-9439-D8186B86E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graphicEl>
                                              <a:dgm id="{193016AF-BB51-4A13-9439-D8186B86E3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5999FD3-C84F-45B0-9E92-AEAB1F5B2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>
                                            <p:graphicEl>
                                              <a:dgm id="{45999FD3-C84F-45B0-9E92-AEAB1F5B2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graphicEl>
                                              <a:dgm id="{45999FD3-C84F-45B0-9E92-AEAB1F5B2A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505C6015-BB77-481B-8FFF-EB5B313AF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graphicEl>
                                              <a:dgm id="{505C6015-BB77-481B-8FFF-EB5B313AF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>
                                            <p:graphicEl>
                                              <a:dgm id="{505C6015-BB77-481B-8FFF-EB5B313AF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5855E19-3B30-4463-B556-A4E65F6ABA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graphicEl>
                                              <a:dgm id="{85855E19-3B30-4463-B556-A4E65F6ABA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graphicEl>
                                              <a:dgm id="{85855E19-3B30-4463-B556-A4E65F6ABA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0C61D0B1-D0E1-4D8B-8F48-F0156CBBBE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graphicEl>
                                              <a:dgm id="{0C61D0B1-D0E1-4D8B-8F48-F0156CBBBE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>
                                            <p:graphicEl>
                                              <a:dgm id="{0C61D0B1-D0E1-4D8B-8F48-F0156CBBBE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1132BAF0-348F-4598-AC32-FFE345E773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>
                                            <p:graphicEl>
                                              <a:dgm id="{1132BAF0-348F-4598-AC32-FFE345E773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>
                                            <p:graphicEl>
                                              <a:dgm id="{1132BAF0-348F-4598-AC32-FFE345E773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340CC79A-806B-4436-85F5-BB50D5706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>
                                            <p:graphicEl>
                                              <a:dgm id="{340CC79A-806B-4436-85F5-BB50D5706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graphicEl>
                                              <a:dgm id="{340CC79A-806B-4436-85F5-BB50D57066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0F48778-9455-41C8-9253-752337FF8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graphicEl>
                                              <a:dgm id="{80F48778-9455-41C8-9253-752337FF8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graphicEl>
                                              <a:dgm id="{80F48778-9455-41C8-9253-752337FF85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B3D6E92-8894-4B39-92BD-81D83D8A0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graphicEl>
                                              <a:dgm id="{7B3D6E92-8894-4B39-92BD-81D83D8A0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graphicEl>
                                              <a:dgm id="{7B3D6E92-8894-4B39-92BD-81D83D8A06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6ED1518-F724-40DF-89CA-EDBA7CF54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>
                                            <p:graphicEl>
                                              <a:dgm id="{F6ED1518-F724-40DF-89CA-EDBA7CF54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>
                                            <p:graphicEl>
                                              <a:dgm id="{F6ED1518-F724-40DF-89CA-EDBA7CF54C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8D42F288-91CA-4540-9988-202D3EEB22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graphicEl>
                                              <a:dgm id="{8D42F288-91CA-4540-9988-202D3EEB22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graphicEl>
                                              <a:dgm id="{8D42F288-91CA-4540-9988-202D3EEB22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02A511B2-6318-4758-B78B-8F27460714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>
                                            <p:graphicEl>
                                              <a:dgm id="{02A511B2-6318-4758-B78B-8F27460714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>
                                            <p:graphicEl>
                                              <a:dgm id="{02A511B2-6318-4758-B78B-8F27460714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322FFC68-71DC-4E05-B1E4-CB95E5E27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>
                                            <p:graphicEl>
                                              <a:dgm id="{322FFC68-71DC-4E05-B1E4-CB95E5E27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>
                                            <p:graphicEl>
                                              <a:dgm id="{322FFC68-71DC-4E05-B1E4-CB95E5E27A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D594FC08-49F8-41CD-BBB8-D2CFD1DCF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">
                                            <p:graphicEl>
                                              <a:dgm id="{D594FC08-49F8-41CD-BBB8-D2CFD1DCF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">
                                            <p:graphicEl>
                                              <a:dgm id="{D594FC08-49F8-41CD-BBB8-D2CFD1DCF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0DAA4BC4-A34B-43E7-9566-4F608E43A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>
                                            <p:graphicEl>
                                              <a:dgm id="{0DAA4BC4-A34B-43E7-9566-4F608E43A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>
                                            <p:graphicEl>
                                              <a:dgm id="{0DAA4BC4-A34B-43E7-9566-4F608E43A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C3B7A49E-C5C4-4832-96F4-546171F2E6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>
                                            <p:graphicEl>
                                              <a:dgm id="{C3B7A49E-C5C4-4832-96F4-546171F2E6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>
                                            <p:graphicEl>
                                              <a:dgm id="{C3B7A49E-C5C4-4832-96F4-546171F2E6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AECA8693-CD5F-4C85-B394-6AA205910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">
                                            <p:graphicEl>
                                              <a:dgm id="{AECA8693-CD5F-4C85-B394-6AA205910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">
                                            <p:graphicEl>
                                              <a:dgm id="{AECA8693-CD5F-4C85-B394-6AA205910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50" y="780797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/>
              <a:t>🗓️ </a:t>
            </a:r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b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 dia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5EC3C60-0BB8-798D-DDDE-AD4FCDAE8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111404"/>
              </p:ext>
            </p:extLst>
          </p:nvPr>
        </p:nvGraphicFramePr>
        <p:xfrm>
          <a:off x="3314311" y="849085"/>
          <a:ext cx="5688439" cy="4288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2E3AC04-0AAF-4933-A457-B01F581E28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92E3AC04-0AAF-4933-A457-B01F581E28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92E3AC04-0AAF-4933-A457-B01F581E28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92E3AC04-0AAF-4933-A457-B01F581E28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30356F-482C-4F43-8755-4F37E322B2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graphicEl>
                                              <a:dgm id="{8C30356F-482C-4F43-8755-4F37E322B2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graphicEl>
                                              <a:dgm id="{8C30356F-482C-4F43-8755-4F37E322B2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graphicEl>
                                              <a:dgm id="{8C30356F-482C-4F43-8755-4F37E322B2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72D349C-3405-42B2-8928-29BC346E85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graphicEl>
                                              <a:dgm id="{072D349C-3405-42B2-8928-29BC346E85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graphicEl>
                                              <a:dgm id="{072D349C-3405-42B2-8928-29BC346E85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graphicEl>
                                              <a:dgm id="{072D349C-3405-42B2-8928-29BC346E85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084C19-A59E-4790-8A7D-B0179EADC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graphicEl>
                                              <a:dgm id="{39084C19-A59E-4790-8A7D-B0179EADC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graphicEl>
                                              <a:dgm id="{39084C19-A59E-4790-8A7D-B0179EADC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39084C19-A59E-4790-8A7D-B0179EADC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F1E1FB-FFE1-42AF-9844-B1041B9C4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graphicEl>
                                              <a:dgm id="{15F1E1FB-FFE1-42AF-9844-B1041B9C4F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15F1E1FB-FFE1-42AF-9844-B1041B9C4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graphicEl>
                                              <a:dgm id="{15F1E1FB-FFE1-42AF-9844-B1041B9C4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6733F3-F5F5-4922-AB1F-8E6B003A0D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graphicEl>
                                              <a:dgm id="{C06733F3-F5F5-4922-AB1F-8E6B003A0D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C06733F3-F5F5-4922-AB1F-8E6B003A0D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C06733F3-F5F5-4922-AB1F-8E6B003A0D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B70FA2-D3C9-4E38-A68F-F024598FE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graphicEl>
                                              <a:dgm id="{72B70FA2-D3C9-4E38-A68F-F024598FE7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graphicEl>
                                              <a:dgm id="{72B70FA2-D3C9-4E38-A68F-F024598FE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graphicEl>
                                              <a:dgm id="{72B70FA2-D3C9-4E38-A68F-F024598FE7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11955A-0D6C-414C-A975-E9686BE96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graphicEl>
                                              <a:dgm id="{C411955A-0D6C-414C-A975-E9686BE961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C411955A-0D6C-414C-A975-E9686BE96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graphicEl>
                                              <a:dgm id="{C411955A-0D6C-414C-A975-E9686BE96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07D5DE-4430-01A6-81A2-478C4D4A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chemeClr val="bg1"/>
                </a:solidFill>
              </a:rPr>
              <a:t>Check-in: Quebra-Gelo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2AD86F8-D65C-06E0-7A0D-7711EBBAA4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92557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00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E4F023-BFF4-4AD9-BEB2-48F1E567E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D7E4F023-BFF4-4AD9-BEB2-48F1E567E3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D7E4F023-BFF4-4AD9-BEB2-48F1E567E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D7E4F023-BFF4-4AD9-BEB2-48F1E567E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429509-ACDD-44A4-8826-FA59B06B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EB429509-ACDD-44A4-8826-FA59B06BE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EB429509-ACDD-44A4-8826-FA59B06B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EB429509-ACDD-44A4-8826-FA59B06B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EA51E5B-F6FC-44F3-81CE-92F12AB51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graphicEl>
                                              <a:dgm id="{AEA51E5B-F6FC-44F3-81CE-92F12AB51C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graphicEl>
                                              <a:dgm id="{AEA51E5B-F6FC-44F3-81CE-92F12AB51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graphicEl>
                                              <a:dgm id="{AEA51E5B-F6FC-44F3-81CE-92F12AB51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F94B975-7CB7-4B8A-92C5-1DC04BB0B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3F94B975-7CB7-4B8A-92C5-1DC04BB0BE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3F94B975-7CB7-4B8A-92C5-1DC04BB0B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3F94B975-7CB7-4B8A-92C5-1DC04BB0B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4869" y="66908"/>
          <a:ext cx="4880111" cy="4923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9352" y="4114800"/>
            <a:ext cx="2004648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Spark">
            <a:extLst>
              <a:ext uri="{FF2B5EF4-FFF2-40B4-BE49-F238E27FC236}">
                <a16:creationId xmlns:a16="http://schemas.microsoft.com/office/drawing/2014/main" id="{526EF4CB-8CDD-8D58-A9A1-EE7B23D9C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5789" y="1669450"/>
            <a:ext cx="3583036" cy="16750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Arc 103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1537" y="48762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9619"/>
            <a:ext cx="3943350" cy="994173"/>
          </a:xfrm>
        </p:spPr>
        <p:txBody>
          <a:bodyPr>
            <a:normAutofit/>
          </a:bodyPr>
          <a:lstStyle/>
          <a:p>
            <a:r>
              <a:rPr lang="pt-BR" sz="3100"/>
              <a:t>O que é o Apache Spark?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6B97E7-6094-2AF7-C7AC-D7954CE010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758572"/>
              </p:ext>
            </p:extLst>
          </p:nvPr>
        </p:nvGraphicFramePr>
        <p:xfrm>
          <a:off x="655173" y="1451983"/>
          <a:ext cx="4421059" cy="328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C74B9-3CF5-FB51-7AE3-84C95DE1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69B73-4C21-62C2-2241-82B61384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/>
              <a:t>O que é o Apache Spark?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7" name="Content Placeholder 2">
            <a:extLst>
              <a:ext uri="{FF2B5EF4-FFF2-40B4-BE49-F238E27FC236}">
                <a16:creationId xmlns:a16="http://schemas.microsoft.com/office/drawing/2014/main" id="{AD322473-B06E-8C1C-2472-DBD0AD888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276838"/>
              </p:ext>
            </p:extLst>
          </p:nvPr>
        </p:nvGraphicFramePr>
        <p:xfrm>
          <a:off x="3831401" y="80310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878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7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7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7">
                                            <p:graphicEl>
                                              <a:dgm id="{4355D62C-12F0-4D19-9C64-97B8957394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37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7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7">
                                            <p:graphicEl>
                                              <a:dgm id="{6EAA1311-26CF-4FF9-8C5A-F42D18B75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37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37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37">
                                            <p:graphicEl>
                                              <a:dgm id="{C2A5ED88-3F8D-46BC-B6F5-E1C9F884F1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37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37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7">
                                            <p:graphicEl>
                                              <a:dgm id="{8105BF6C-A073-4568-A6A0-1F134F1FA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37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7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37">
                                            <p:graphicEl>
                                              <a:dgm id="{486B073F-35E3-4690-B1D9-AF82718E18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7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37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37">
                                            <p:graphicEl>
                                              <a:dgm id="{1FE8C6CA-68BF-4D66-A702-1D91C759C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37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7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7">
                                            <p:graphicEl>
                                              <a:dgm id="{FD4E31AD-EB56-4BDD-A02D-7C30D86DC1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37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37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37">
                                            <p:graphicEl>
                                              <a:dgm id="{9261B8A2-096A-4025-8B65-0F1480CA5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37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37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37">
                                            <p:graphicEl>
                                              <a:dgm id="{0915FFC6-8450-4425-AE5A-07B4C133D7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37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4" name="Rectangle 205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anchor="b">
            <a:normAutofit/>
          </a:bodyPr>
          <a:lstStyle/>
          <a:p>
            <a:r>
              <a:rPr lang="pt-BR" sz="3500"/>
              <a:t>Por que usar o Spark?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Why Apache Spark Outshines Hadoop in Big Data Processing | by Gad August |  Medium">
            <a:extLst>
              <a:ext uri="{FF2B5EF4-FFF2-40B4-BE49-F238E27FC236}">
                <a16:creationId xmlns:a16="http://schemas.microsoft.com/office/drawing/2014/main" id="{2C2752D0-6F66-70B9-BD83-3E5DC8598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1722" y="1283137"/>
            <a:ext cx="5177790" cy="2912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93D78EB-7F0F-D69D-02E1-B8EB9336A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830053"/>
              </p:ext>
            </p:extLst>
          </p:nvPr>
        </p:nvGraphicFramePr>
        <p:xfrm>
          <a:off x="219521" y="2171701"/>
          <a:ext cx="3323779" cy="2644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A2686DD-13B1-4589-A9EF-AB7636D2E0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1A2686DD-13B1-4589-A9EF-AB7636D2E0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1A2686DD-13B1-4589-A9EF-AB7636D2E0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3858A3B-C195-470F-8246-ECF2C821A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43858A3B-C195-470F-8246-ECF2C821A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43858A3B-C195-470F-8246-ECF2C821A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B076D1E-5681-4FB3-915F-2EACE3F4E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dgm id="{4B076D1E-5681-4FB3-915F-2EACE3F4E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graphicEl>
                                              <a:dgm id="{4B076D1E-5681-4FB3-915F-2EACE3F4E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B98670-7A7B-4F1F-89F1-50FA6114B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F2B98670-7A7B-4F1F-89F1-50FA6114B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F2B98670-7A7B-4F1F-89F1-50FA6114B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BEFE696-751B-42DF-8003-98AE61D46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ABEFE696-751B-42DF-8003-98AE61D46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graphicEl>
                                              <a:dgm id="{ABEFE696-751B-42DF-8003-98AE61D464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CD7B8C2-90A2-417C-B956-7438804D18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graphicEl>
                                              <a:dgm id="{FCD7B8C2-90A2-417C-B956-7438804D18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graphicEl>
                                              <a:dgm id="{FCD7B8C2-90A2-417C-B956-7438804D18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B7C8F20-1679-4E72-8D51-3D974BE39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graphicEl>
                                              <a:dgm id="{EB7C8F20-1679-4E72-8D51-3D974BE39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dgm id="{EB7C8F20-1679-4E72-8D51-3D974BE393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C406C6-05E5-4E4C-BF68-6D7FA9221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graphicEl>
                                              <a:dgm id="{0CC406C6-05E5-4E4C-BF68-6D7FA9221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dgm id="{0CC406C6-05E5-4E4C-BF68-6D7FA9221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97FA74-C9BD-40DE-958D-EBC5129FC3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3B97FA74-C9BD-40DE-958D-EBC5129FC3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3B97FA74-C9BD-40DE-958D-EBC5129FC3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Armazenamento vs Processamento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E4148E-FC50-6A5D-2675-2DCC39CEC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92932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FA78FD-0FA6-4872-A806-7C8063F2D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8CFA78FD-0FA6-4872-A806-7C8063F2D7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0B12BD-6FA0-417C-B17C-3D672EE14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D00B12BD-6FA0-417C-B17C-3D672EE148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9D8B34-6B96-4853-B859-DFB07B012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>
                                            <p:graphicEl>
                                              <a:dgm id="{119D8B34-6B96-4853-B859-DFB07B012A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6CEA666-60F3-4FB4-BEA8-41A1E2183C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26CEA666-60F3-4FB4-BEA8-41A1E2183C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7B63E8-8AF9-4B54-B7BF-845350E5A9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>
                                            <p:graphicEl>
                                              <a:dgm id="{307B63E8-8AF9-4B54-B7BF-845350E5A9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22B45C-5DE7-464F-8024-2BFB2FC8C9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5">
                                            <p:graphicEl>
                                              <a:dgm id="{4D22B45C-5DE7-464F-8024-2BFB2FC8C9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FA7649-C49C-443B-957E-86B3E53844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5">
                                            <p:graphicEl>
                                              <a:dgm id="{EEFA7649-C49C-443B-957E-86B3E53844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526332-939F-4127-B34B-B746237A33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CD526332-939F-4127-B34B-B746237A33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D57E9A-136E-4609-9B70-2E1FC349ED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">
                                            <p:graphicEl>
                                              <a:dgm id="{ABD57E9A-136E-4609-9B70-2E1FC349ED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Problema do Volume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05E063-BB0D-7319-8AE3-D1C4DAB01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96983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30678C-6A5F-422F-BECD-B8921DC2E4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3630678C-6A5F-422F-BECD-B8921DC2E4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958300-C584-4E4D-81BA-E9536C99CF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B1958300-C584-4E4D-81BA-E9536C99CF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4F7CB6-83EC-4FF4-ACB3-E7EF05CF41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D84F7CB6-83EC-4FF4-ACB3-E7EF05CF41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E8AADF-86CA-4305-A963-954CC14496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4EE8AADF-86CA-4305-A963-954CC14496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28848-602D-2628-3D0C-F5917EC7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Rectangle 308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Cluster | O que é um cluster? Conceito e características (2019)">
            <a:extLst>
              <a:ext uri="{FF2B5EF4-FFF2-40B4-BE49-F238E27FC236}">
                <a16:creationId xmlns:a16="http://schemas.microsoft.com/office/drawing/2014/main" id="{48C519C3-0BB8-B620-A5F0-6E91F5354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8"/>
          <a:stretch>
            <a:fillRect/>
          </a:stretch>
        </p:blipFill>
        <p:spPr bwMode="auto">
          <a:xfrm>
            <a:off x="20" y="961"/>
            <a:ext cx="9143980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063534A-2CA0-F03B-B54E-C932ED348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679772"/>
              </p:ext>
            </p:extLst>
          </p:nvPr>
        </p:nvGraphicFramePr>
        <p:xfrm>
          <a:off x="1092642" y="3543300"/>
          <a:ext cx="8195871" cy="2188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078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6692AC6-B1CF-406A-89E0-2E6D7AA53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graphicEl>
                                              <a:dgm id="{46692AC6-B1CF-406A-89E0-2E6D7AA53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graphicEl>
                                              <a:dgm id="{46692AC6-B1CF-406A-89E0-2E6D7AA538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7E7FAE7B-2240-40E2-8959-CE19B7F34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graphicEl>
                                              <a:dgm id="{7E7FAE7B-2240-40E2-8959-CE19B7F34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graphicEl>
                                              <a:dgm id="{7E7FAE7B-2240-40E2-8959-CE19B7F34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2CBDCC9-7A2C-4781-ABA7-7E4076B9DA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graphicEl>
                                              <a:dgm id="{42CBDCC9-7A2C-4781-ABA7-7E4076B9DA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>
                                            <p:graphicEl>
                                              <a:dgm id="{42CBDCC9-7A2C-4781-ABA7-7E4076B9DA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56735FC4-D867-4AAF-A2B5-43A5D6BDB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graphicEl>
                                              <a:dgm id="{56735FC4-D867-4AAF-A2B5-43A5D6BDB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graphicEl>
                                              <a:dgm id="{56735FC4-D867-4AAF-A2B5-43A5D6BDB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415CCBA-FCDD-4C93-B6F4-755480A12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graphicEl>
                                              <a:dgm id="{4415CCBA-FCDD-4C93-B6F4-755480A12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graphicEl>
                                              <a:dgm id="{4415CCBA-FCDD-4C93-B6F4-755480A123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B5FCAE4E-102D-4C0B-88D3-DFA57789AA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graphicEl>
                                              <a:dgm id="{B5FCAE4E-102D-4C0B-88D3-DFA57789AA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graphicEl>
                                              <a:dgm id="{B5FCAE4E-102D-4C0B-88D3-DFA57789AA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AE8A6-0B2B-ED8A-7AE2-8E949A55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B3EA8-1F07-2D07-3A80-3E20F606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571750" cy="1289304"/>
          </a:xfrm>
        </p:spPr>
        <p:txBody>
          <a:bodyPr anchor="b">
            <a:normAutofit/>
          </a:bodyPr>
          <a:lstStyle/>
          <a:p>
            <a:r>
              <a:rPr lang="pt-BR" sz="2900"/>
              <a:t>Características do Spark</a:t>
            </a:r>
          </a:p>
        </p:txBody>
      </p:sp>
      <p:sp>
        <p:nvSpPr>
          <p:cNvPr id="41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Destrinchando o Apache Spark — Parte 1 | by Denis Oliveira | Medium">
            <a:extLst>
              <a:ext uri="{FF2B5EF4-FFF2-40B4-BE49-F238E27FC236}">
                <a16:creationId xmlns:a16="http://schemas.microsoft.com/office/drawing/2014/main" id="{C9685470-C9C7-7832-90CB-1E8C09C66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4" r="16196"/>
          <a:stretch/>
        </p:blipFill>
        <p:spPr bwMode="auto">
          <a:xfrm>
            <a:off x="3546072" y="379512"/>
            <a:ext cx="5423170" cy="464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47AD3F1-49A7-5EA2-33C7-D0407F194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362801"/>
              </p:ext>
            </p:extLst>
          </p:nvPr>
        </p:nvGraphicFramePr>
        <p:xfrm>
          <a:off x="473203" y="2144406"/>
          <a:ext cx="3169530" cy="2623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673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E39D09-5A59-4123-90BC-D0C8CD56B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graphicEl>
                                              <a:dgm id="{16E39D09-5A59-4123-90BC-D0C8CD56B8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graphicEl>
                                              <a:dgm id="{16E39D09-5A59-4123-90BC-D0C8CD56B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graphicEl>
                                              <a:dgm id="{16E39D09-5A59-4123-90BC-D0C8CD56B8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693661E-D449-4E03-9562-A424BF86B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graphicEl>
                                              <a:dgm id="{3693661E-D449-4E03-9562-A424BF86BB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graphicEl>
                                              <a:dgm id="{3693661E-D449-4E03-9562-A424BF86B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graphicEl>
                                              <a:dgm id="{3693661E-D449-4E03-9562-A424BF86BB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2E96686-4180-4D27-9DD5-19DF04952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graphicEl>
                                              <a:dgm id="{42E96686-4180-4D27-9DD5-19DF04952C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graphicEl>
                                              <a:dgm id="{42E96686-4180-4D27-9DD5-19DF04952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graphicEl>
                                              <a:dgm id="{42E96686-4180-4D27-9DD5-19DF04952C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283A6BB-0E55-4CE2-BBF1-C69D1BA40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graphicEl>
                                              <a:dgm id="{1283A6BB-0E55-4CE2-BBF1-C69D1BA408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graphicEl>
                                              <a:dgm id="{1283A6BB-0E55-4CE2-BBF1-C69D1BA40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graphicEl>
                                              <a:dgm id="{1283A6BB-0E55-4CE2-BBF1-C69D1BA408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D84769B-3B48-401C-A514-03B024B14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graphicEl>
                                              <a:dgm id="{2D84769B-3B48-401C-A514-03B024B14C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graphicEl>
                                              <a:dgm id="{2D84769B-3B48-401C-A514-03B024B14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graphicEl>
                                              <a:dgm id="{2D84769B-3B48-401C-A514-03B024B14C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0861AE5-8288-4F7D-A059-8F48BC1BDB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graphicEl>
                                              <a:dgm id="{B0861AE5-8288-4F7D-A059-8F48BC1BDB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graphicEl>
                                              <a:dgm id="{B0861AE5-8288-4F7D-A059-8F48BC1BDB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graphicEl>
                                              <a:dgm id="{B0861AE5-8288-4F7D-A059-8F48BC1BDB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32C0B96-C8EB-45D2-BDF6-EB935AD43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graphicEl>
                                              <a:dgm id="{A32C0B96-C8EB-45D2-BDF6-EB935AD434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graphicEl>
                                              <a:dgm id="{A32C0B96-C8EB-45D2-BDF6-EB935AD43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graphicEl>
                                              <a:dgm id="{A32C0B96-C8EB-45D2-BDF6-EB935AD43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CDA0CEE-03FE-4F04-892B-598188C3DF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graphicEl>
                                              <a:dgm id="{0CDA0CEE-03FE-4F04-892B-598188C3DF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graphicEl>
                                              <a:dgm id="{0CDA0CEE-03FE-4F04-892B-598188C3DF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graphicEl>
                                              <a:dgm id="{0CDA0CEE-03FE-4F04-892B-598188C3DF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909623-0568-4282-9009-0561B04A8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graphicEl>
                                              <a:dgm id="{F4909623-0568-4282-9009-0561B04A8D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graphicEl>
                                              <a:dgm id="{F4909623-0568-4282-9009-0561B04A8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graphicEl>
                                              <a:dgm id="{F4909623-0568-4282-9009-0561B04A8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Replicação </a:t>
            </a:r>
            <a:r>
              <a:rPr lang="pt-BR" sz="3000" dirty="0" err="1">
                <a:solidFill>
                  <a:srgbClr val="FFFFFF"/>
                </a:solidFill>
              </a:rPr>
              <a:t>vs</a:t>
            </a:r>
            <a:r>
              <a:rPr lang="pt-BR" sz="3000" dirty="0">
                <a:solidFill>
                  <a:srgbClr val="FFFFFF"/>
                </a:solidFill>
              </a:rPr>
              <a:t> Particionamento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DB0483-45F4-AC2C-8122-28700407B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76488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 descr="JustinDB - replication and partitioning | Mateusz Maciaszek">
            <a:extLst>
              <a:ext uri="{FF2B5EF4-FFF2-40B4-BE49-F238E27FC236}">
                <a16:creationId xmlns:a16="http://schemas.microsoft.com/office/drawing/2014/main" id="{28C24244-4C46-DA4E-6F7E-72584A8D7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77" y="1322044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D833D0-6901-4BAC-974D-F1AD357FF2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37D833D0-6901-4BAC-974D-F1AD357FF2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37D833D0-6901-4BAC-974D-F1AD357FF2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37D833D0-6901-4BAC-974D-F1AD357FF2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C53CA08-6536-4973-845E-1884499E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5C53CA08-6536-4973-845E-1884499E6E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5C53CA08-6536-4973-845E-1884499E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5C53CA08-6536-4973-845E-1884499E6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F96891-D5C6-4C93-B40F-4C9167DFFF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9DF96891-D5C6-4C93-B40F-4C9167DFFF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9DF96891-D5C6-4C93-B40F-4C9167DFFF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9DF96891-D5C6-4C93-B40F-4C9167DFFF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74FAC9-1585-462D-B063-B50029744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3574FAC9-1585-462D-B063-B50029744C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3574FAC9-1585-462D-B063-B50029744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3574FAC9-1585-462D-B063-B50029744C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A8B64-7CB9-0A5E-3F3B-6A5AAF01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006B05-4445-B32C-11B4-F280BDDF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1340A-CFF2-FA23-F089-449FA392B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15A86F-FAF0-23C8-0CC6-644243BE8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BF7EA0-D077-82AF-F9F3-34C6575E1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DCBFE-3DC4-0158-C110-DB690696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Replicação </a:t>
            </a:r>
            <a:r>
              <a:rPr lang="pt-BR" sz="3000" dirty="0" err="1">
                <a:solidFill>
                  <a:srgbClr val="FFFFFF"/>
                </a:solidFill>
              </a:rPr>
              <a:t>vs</a:t>
            </a:r>
            <a:r>
              <a:rPr lang="pt-BR" sz="3000" dirty="0">
                <a:solidFill>
                  <a:srgbClr val="FFFFFF"/>
                </a:solidFill>
              </a:rPr>
              <a:t> Particionamento</a:t>
            </a:r>
          </a:p>
        </p:txBody>
      </p:sp>
      <p:pic>
        <p:nvPicPr>
          <p:cNvPr id="5122" name="Picture 2" descr="JustinDB - replication and partitioning | Mateusz Maciaszek">
            <a:extLst>
              <a:ext uri="{FF2B5EF4-FFF2-40B4-BE49-F238E27FC236}">
                <a16:creationId xmlns:a16="http://schemas.microsoft.com/office/drawing/2014/main" id="{60F7A42C-9EA5-2E6E-36E4-68593967F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888" y="1309140"/>
            <a:ext cx="4237148" cy="370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50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997E9-614F-76AC-0001-D68AB47D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02E8B5-07A9-5F7E-080E-AD1508544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7B42A5-DAD1-786A-B354-94180104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C5B000-34F4-33D7-CD2D-7A89275CE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B4B498-8ECD-10AB-49B7-96E8C750E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10AF4-2355-115D-B969-355CC9A29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Replicação </a:t>
            </a:r>
            <a:r>
              <a:rPr lang="pt-BR" sz="3000" dirty="0" err="1">
                <a:solidFill>
                  <a:srgbClr val="FFFFFF"/>
                </a:solidFill>
              </a:rPr>
              <a:t>vs</a:t>
            </a:r>
            <a:r>
              <a:rPr lang="pt-BR" sz="3000" dirty="0">
                <a:solidFill>
                  <a:srgbClr val="FFFFFF"/>
                </a:solidFill>
              </a:rPr>
              <a:t> Particionamento</a:t>
            </a:r>
          </a:p>
        </p:txBody>
      </p:sp>
      <p:pic>
        <p:nvPicPr>
          <p:cNvPr id="5122" name="Picture 2" descr="JustinDB - replication and partitioning | Mateusz Maciaszek">
            <a:extLst>
              <a:ext uri="{FF2B5EF4-FFF2-40B4-BE49-F238E27FC236}">
                <a16:creationId xmlns:a16="http://schemas.microsoft.com/office/drawing/2014/main" id="{47B975F8-9C58-E700-90BE-D4DCB47A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4" y="1309165"/>
            <a:ext cx="4237148" cy="370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5E124EE-48CB-EE3B-3684-D31550A52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855604"/>
              </p:ext>
            </p:extLst>
          </p:nvPr>
        </p:nvGraphicFramePr>
        <p:xfrm>
          <a:off x="4356096" y="2049780"/>
          <a:ext cx="4566924" cy="2679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2356B45F-135B-147E-8163-7ACDB5DEFD9C}"/>
              </a:ext>
            </a:extLst>
          </p:cNvPr>
          <p:cNvSpPr/>
          <p:nvPr/>
        </p:nvSpPr>
        <p:spPr>
          <a:xfrm>
            <a:off x="4899894" y="1181593"/>
            <a:ext cx="33140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EXEMPLO:</a:t>
            </a:r>
            <a:endParaRPr lang="pt-B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092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0C0D96E-E76B-46F8-8160-77BFC0547E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graphicEl>
                                              <a:dgm id="{30C0D96E-E76B-46F8-8160-77BFC0547E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1817DC-3064-4BCE-83F7-AEB9A5F547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graphicEl>
                                              <a:dgm id="{9B1817DC-3064-4BCE-83F7-AEB9A5F547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00376B-AB10-41C2-BE53-5F4C8BBBD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graphicEl>
                                              <a:dgm id="{0F00376B-AB10-41C2-BE53-5F4C8BBBDE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65BA10-2F89-4088-8B96-00E335777C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graphicEl>
                                              <a:dgm id="{9F65BA10-2F89-4088-8B96-00E335777C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Apache Spark Como Ferramenta ETL - Uma Visão Detalhada - Data ...">
            <a:extLst>
              <a:ext uri="{FF2B5EF4-FFF2-40B4-BE49-F238E27FC236}">
                <a16:creationId xmlns:a16="http://schemas.microsoft.com/office/drawing/2014/main" id="{38AF1C6A-EDBB-FCAA-E3FA-7F4C7FBA3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" r="8373"/>
          <a:stretch>
            <a:fillRect/>
          </a:stretch>
        </p:blipFill>
        <p:spPr bwMode="auto">
          <a:xfrm>
            <a:off x="1891767" y="10"/>
            <a:ext cx="7252231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460" y="273843"/>
            <a:ext cx="3323062" cy="1424934"/>
          </a:xfrm>
        </p:spPr>
        <p:txBody>
          <a:bodyPr>
            <a:normAutofit/>
          </a:bodyPr>
          <a:lstStyle/>
          <a:p>
            <a:r>
              <a:rPr lang="pt-BR" sz="3000" dirty="0"/>
              <a:t>Spark x Ferramentas Tradicionais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D89D055-4000-0660-8CF5-06C18CA4AF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9029121"/>
              </p:ext>
            </p:extLst>
          </p:nvPr>
        </p:nvGraphicFramePr>
        <p:xfrm>
          <a:off x="0" y="1608077"/>
          <a:ext cx="2961197" cy="3505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53CD811-2BB9-4278-A206-E8CF0630DA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353CD811-2BB9-4278-A206-E8CF0630DA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6872C47-C603-43D8-8484-609F45E28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56872C47-C603-43D8-8484-609F45E282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DCB202E-B15F-4EC2-941D-5A3800EBE8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EDCB202E-B15F-4EC2-941D-5A3800EBE8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2A613C9-7C2C-4426-84A7-11A182F351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62A613C9-7C2C-4426-84A7-11A182F351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097E2-E6C9-154B-B6E5-CFC4987E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A318A-4C1B-5F83-3A5D-42E567B0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Spark x Ferramentas Tradicionais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BAAB9C-56E1-F49B-0F4F-3E9783BAC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484980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22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3CD811-2BB9-4278-A206-E8CF0630DA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53CD811-2BB9-4278-A206-E8CF0630DA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872C47-C603-43D8-8484-609F45E282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56872C47-C603-43D8-8484-609F45E282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CB202E-B15F-4EC2-941D-5A3800EBE8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EDCB202E-B15F-4EC2-941D-5A3800EBE8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A613C9-7C2C-4426-84A7-11A182F351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62A613C9-7C2C-4426-84A7-11A182F351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Linguagens Suportadas pelo Spark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79E594-4658-EC2D-5768-F3C7C217C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61018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340FB0-B545-488B-9EBE-A22285871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B340FB0-B545-488B-9EBE-A222858710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B340FB0-B545-488B-9EBE-A22285871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B340FB0-B545-488B-9EBE-A222858710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C30019-6E10-44D1-8B05-EEFBA522B4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30C30019-6E10-44D1-8B05-EEFBA522B4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30C30019-6E10-44D1-8B05-EEFBA522B4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30C30019-6E10-44D1-8B05-EEFBA522B4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0D60B7-582F-4935-B163-3D600D00B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70D60B7-582F-4935-B163-3D600D00BD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70D60B7-582F-4935-B163-3D600D00B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70D60B7-582F-4935-B163-3D600D00BD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AC81B0-217E-4CE8-84B2-29F57AA59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5BAC81B0-217E-4CE8-84B2-29F57AA59C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5BAC81B0-217E-4CE8-84B2-29F57AA59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5BAC81B0-217E-4CE8-84B2-29F57AA59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9D5196-9937-4DEB-BA18-4742DEBC5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629D5196-9937-4DEB-BA18-4742DEBC57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629D5196-9937-4DEB-BA18-4742DEBC5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629D5196-9937-4DEB-BA18-4742DEBC5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F6703F-51F7-4BF6-A394-6099257E7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81F6703F-51F7-4BF6-A394-6099257E70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81F6703F-51F7-4BF6-A394-6099257E7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81F6703F-51F7-4BF6-A394-6099257E7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81DA882-E8B2-4379-84F2-3017F5F111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181DA882-E8B2-4379-84F2-3017F5F111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181DA882-E8B2-4379-84F2-3017F5F111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181DA882-E8B2-4379-84F2-3017F5F111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E3CEF7-5803-4148-9669-438228ABD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A1E3CEF7-5803-4148-9669-438228ABDD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A1E3CEF7-5803-4148-9669-438228ABD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A1E3CEF7-5803-4148-9669-438228ABD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F073E7E-13FC-4D56-B354-757D50F9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4F073E7E-13FC-4D56-B354-757D50F9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4F073E7E-13FC-4D56-B354-757D50F9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4F073E7E-13FC-4D56-B354-757D50F9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olar com um desenho&#10;&#10;O conteúdo gerado por IA pode estar incorreto.">
            <a:extLst>
              <a:ext uri="{FF2B5EF4-FFF2-40B4-BE49-F238E27FC236}">
                <a16:creationId xmlns:a16="http://schemas.microsoft.com/office/drawing/2014/main" id="{D56343EE-61BA-348E-1BE6-5B96B2E3C9C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r>
              <a:rPr lang="pt-BR"/>
              <a:t>Vantagens do PySpark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D991CCB-FDCF-3F1E-ACA9-A00B266E0C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627652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BFD0701-71E3-4A80-A2AC-FDEE7BD3F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graphicEl>
                                              <a:dgm id="{BBFD0701-71E3-4A80-A2AC-FDEE7BD3F8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0F7045F-B835-4F4D-B9D4-4F8B0DEC1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graphicEl>
                                              <a:dgm id="{B0F7045F-B835-4F4D-B9D4-4F8B0DEC13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2424F97A-5D12-4AED-A819-38F35CD2C9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graphicEl>
                                              <a:dgm id="{2424F97A-5D12-4AED-A819-38F35CD2C9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BDD9CD64-A823-4B6E-90BC-8A396AF92D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>
                                            <p:graphicEl>
                                              <a:dgm id="{BDD9CD64-A823-4B6E-90BC-8A396AF92D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CBDF5E0B-F88A-4F4D-9829-9874EB6363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">
                                            <p:graphicEl>
                                              <a:dgm id="{CBDF5E0B-F88A-4F4D-9829-9874EB6363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graphicEl>
                                              <a:dgm id="{586A796B-3929-4ADC-8C80-4CAA0F465D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0">
                                            <p:graphicEl>
                                              <a:dgm id="{586A796B-3929-4ADC-8C80-4CAA0F465D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Como Usar o Spark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93D97C-E0A7-F434-21F0-1233828A6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86211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AD10424-8291-4DA6-A996-7EC261E33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3AD10424-8291-4DA6-A996-7EC261E33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3AD10424-8291-4DA6-A996-7EC261E33F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F4CAC3-C2E5-426B-937F-648A19864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63F4CAC3-C2E5-426B-937F-648A19864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63F4CAC3-C2E5-426B-937F-648A19864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A92B0B-B334-42F9-8C7B-C655984EF6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6AA92B0B-B334-42F9-8C7B-C655984EF6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6AA92B0B-B334-42F9-8C7B-C655984EF6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1ACD2-7AF4-3DAF-D278-84E46C82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E78C3-16E0-1DDF-3101-68900B7B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273843"/>
            <a:ext cx="7886700" cy="994173"/>
          </a:xfrm>
        </p:spPr>
        <p:txBody>
          <a:bodyPr>
            <a:normAutofit/>
          </a:bodyPr>
          <a:lstStyle/>
          <a:p>
            <a:r>
              <a:rPr lang="pt-BR"/>
              <a:t>O que é o Databricks?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F4DAB0-88E2-7225-ED21-B0060D62A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4475032"/>
              </p:ext>
            </p:extLst>
          </p:nvPr>
        </p:nvGraphicFramePr>
        <p:xfrm>
          <a:off x="392430" y="1268016"/>
          <a:ext cx="337185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2" name="Picture 4" descr="Databricks: O que é e para que serve? - Blog Techlise">
            <a:extLst>
              <a:ext uri="{FF2B5EF4-FFF2-40B4-BE49-F238E27FC236}">
                <a16:creationId xmlns:a16="http://schemas.microsoft.com/office/drawing/2014/main" id="{41070A12-B731-780B-DB43-284BC9B4C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4" b="15728"/>
          <a:stretch/>
        </p:blipFill>
        <p:spPr bwMode="auto">
          <a:xfrm>
            <a:off x="4000500" y="393084"/>
            <a:ext cx="5143500" cy="435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18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1C1F16-DC52-4650-8262-267AD5B1C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61C1F16-DC52-4650-8262-267AD5B1C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61C1F16-DC52-4650-8262-267AD5B1C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71E0D1-39F8-4B1E-A969-810738A3D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6671E0D1-39F8-4B1E-A969-810738A3D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6671E0D1-39F8-4B1E-A969-810738A3D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D3328B-C7AD-44FA-A44D-A7470C37BA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8ED3328B-C7AD-44FA-A44D-A7470C37BA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8ED3328B-C7AD-44FA-A44D-A7470C37BA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F66D2-5FE4-4F96-8D51-DCBE7ACA2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F06F66D2-5FE4-4F96-8D51-DCBE7ACA2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F06F66D2-5FE4-4F96-8D51-DCBE7ACA26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CE0FE6-19D7-4C26-A5B3-9A25CEC81B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6CE0FE6-19D7-4C26-A5B3-9A25CEC81B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6CE0FE6-19D7-4C26-A5B3-9A25CEC81B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73270B-7F43-4644-BB1C-A35EB2323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4473270B-7F43-4644-BB1C-A35EB2323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4473270B-7F43-4644-BB1C-A35EB23233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31618F-729F-4AAF-8C0B-458961C91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F031618F-729F-4AAF-8C0B-458961C91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F031618F-729F-4AAF-8C0B-458961C91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9B633D8-E160-4CC4-9793-1156F47511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49B633D8-E160-4CC4-9793-1156F47511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49B633D8-E160-4CC4-9793-1156F47511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9B2793-8DA5-40FA-8ED9-E601BF8DE0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3D9B2793-8DA5-40FA-8ED9-E601BF8DE0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3D9B2793-8DA5-40FA-8ED9-E601BF8DE0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Como Acessar o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1ABAA9-3F9A-8D04-BD55-59E366F3B3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67208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E4F450-11CB-4F44-BE64-C1DC2C7EA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CBE4F450-11CB-4F44-BE64-C1DC2C7EA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CBE4F450-11CB-4F44-BE64-C1DC2C7EAB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1C3DC3-004E-4D13-AE18-AD6D7A61F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851C3DC3-004E-4D13-AE18-AD6D7A61F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851C3DC3-004E-4D13-AE18-AD6D7A61F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65D7AA-C652-49BE-8009-8DE91BB28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0965D7AA-C652-49BE-8009-8DE91BB28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0965D7AA-C652-49BE-8009-8DE91BB28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Criando o Primeiro Cluster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C1F8FE-7BC1-BBE9-8CC6-6C5AB720C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245327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EB879A-C626-4CA6-8A16-7A6CCC46E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67EB879A-C626-4CA6-8A16-7A6CCC46E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67EB879A-C626-4CA6-8A16-7A6CCC46E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CACF20-461A-47DC-9BDD-02715B8DD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77CACF20-461A-47DC-9BDD-02715B8DD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77CACF20-461A-47DC-9BDD-02715B8DD5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47AB54-AF80-42F0-A7C4-CF3344541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B147AB54-AF80-42F0-A7C4-CF3344541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B147AB54-AF80-42F0-A7C4-CF3344541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5A6C73-866B-4D01-8FE8-8D837ED8DF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CB5A6C73-866B-4D01-8FE8-8D837ED8DF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CB5A6C73-866B-4D01-8FE8-8D837ED8DF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3E049D-512D-4067-98F1-06032B8C5B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FE3E049D-512D-4067-98F1-06032B8C5B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FE3E049D-512D-4067-98F1-06032B8C5B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da Edição Gratuita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C3D1B8-62FD-A85D-9E94-3E8B96F8A8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4835AB-B786-4A89-8ECB-B5EC94D81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604835AB-B786-4A89-8ECB-B5EC94D81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604835AB-B786-4A89-8ECB-B5EC94D81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702827-708C-4B31-B636-FBD7AB5A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3C702827-708C-4B31-B636-FBD7AB5A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3C702827-708C-4B31-B636-FBD7AB5A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C844F9-1F48-4DD3-A9FF-BEF12E3508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62C844F9-1F48-4DD3-A9FF-BEF12E3508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62C844F9-1F48-4DD3-A9FF-BEF12E3508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AAB06E-781E-4F23-9EE2-50C1A40B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96AAB06E-781E-4F23-9EE2-50C1A40B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96AAB06E-781E-4F23-9EE2-50C1A40B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28D9A6F-4E77-4F61-92DC-552ED7805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728D9A6F-4E77-4F61-92DC-552ED7805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728D9A6F-4E77-4F61-92DC-552ED78054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51BF2F-DB19-4F4F-90A7-11B0E7882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A451BF2F-DB19-4F4F-90A7-11B0E7882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A451BF2F-DB19-4F4F-90A7-11B0E78822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9DF52AE-F27F-4BFA-AEEF-7BBFD3389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89DF52AE-F27F-4BFA-AEEF-7BBFD3389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89DF52AE-F27F-4BFA-AEEF-7BBFD3389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BD5B697-2E9F-40AA-8F26-303B9F768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8BD5B697-2E9F-40AA-8F26-303B9F768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8BD5B697-2E9F-40AA-8F26-303B9F768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AB5A01-AEFE-4C35-9A4E-A8FF554F0A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BDAB5A01-AEFE-4C35-9A4E-A8FF554F0A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BDAB5A01-AEFE-4C35-9A4E-A8FF554F0A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Verificando o Cluster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CF34AC-DF93-C0F4-E414-72F15819B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16110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EC5D6D-0A36-419F-9B4F-653873E24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65EC5D6D-0A36-419F-9B4F-653873E24D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3A5DF4-6F6E-4929-B7AD-385D616DD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593A5DF4-6F6E-4929-B7AD-385D616DD4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9F2FA3-A34E-4576-9B1A-22C2BA1D0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1F9F2FA3-A34E-4576-9B1A-22C2BA1D0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BAE067-575A-4D86-84EC-88DAE14C6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ACBAE067-575A-4D86-84EC-88DAE14C65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Importando Arquivo CSV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AE1F39-AB90-9EB8-63D4-933C8DA79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343489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CD4729A-7BF0-4191-AD33-E8C0769435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ACD4729A-7BF0-4191-AD33-E8C0769435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ACD4729A-7BF0-4191-AD33-E8C0769435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ACD4729A-7BF0-4191-AD33-E8C0769435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CBC2E2-C6C2-4DEB-8FF4-9199B60B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40CBC2E2-C6C2-4DEB-8FF4-9199B60B0D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40CBC2E2-C6C2-4DEB-8FF4-9199B60B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40CBC2E2-C6C2-4DEB-8FF4-9199B60B0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30DA50-613E-4EF4-AC68-B02FEB287F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EB30DA50-613E-4EF4-AC68-B02FEB287F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EB30DA50-613E-4EF4-AC68-B02FEB287F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EB30DA50-613E-4EF4-AC68-B02FEB287F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AA727D-D4BE-43E3-8D17-C5BBB6AA20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77AA727D-D4BE-43E3-8D17-C5BBB6AA20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77AA727D-D4BE-43E3-8D17-C5BBB6AA20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77AA727D-D4BE-43E3-8D17-C5BBB6AA20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51627F-3EEB-452D-9F0C-DD3B0CF9E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8251627F-3EEB-452D-9F0C-DD3B0CF9E6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8251627F-3EEB-452D-9F0C-DD3B0CF9E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8251627F-3EEB-452D-9F0C-DD3B0CF9E6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D2F681-819C-46F7-B772-76FC325FEA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37D2F681-819C-46F7-B772-76FC325FEA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37D2F681-819C-46F7-B772-76FC325FEA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37D2F681-819C-46F7-B772-76FC325FEA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AF7116-EE8C-4EBA-BD6B-72CB4527F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51AF7116-EE8C-4EBA-BD6B-72CB4527FE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51AF7116-EE8C-4EBA-BD6B-72CB4527F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51AF7116-EE8C-4EBA-BD6B-72CB4527FE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736004-4DFE-4B2C-A0F3-50939A6D8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E2736004-4DFE-4B2C-A0F3-50939A6D8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E2736004-4DFE-4B2C-A0F3-50939A6D8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E2736004-4DFE-4B2C-A0F3-50939A6D8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C36F112-841A-4E64-AD57-E3BF1F134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5C36F112-841A-4E64-AD57-E3BF1F134B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5C36F112-841A-4E64-AD57-E3BF1F134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5C36F112-841A-4E64-AD57-E3BF1F134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Atenção ao Caminho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8CC18E-4C2F-5464-E62D-3C9A3B9F0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028661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9B2641-3AC4-4ED8-8AA5-EAD0B074AC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019B2641-3AC4-4ED8-8AA5-EAD0B074AC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79200C-BDC1-44B1-890C-BD594FDC4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879200C-BDC1-44B1-890C-BD594FDC48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213" y="431520"/>
            <a:ext cx="4280457" cy="428045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11339"/>
            <a:ext cx="3731078" cy="2690839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Importando Notebooks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9836" y="894940"/>
            <a:ext cx="968730" cy="321911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316191"/>
            <a:ext cx="968601" cy="96860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8295" y="316191"/>
            <a:ext cx="968601" cy="96860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3561229"/>
            <a:ext cx="997902" cy="997897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0689" y="3561229"/>
            <a:ext cx="997902" cy="997897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52" y="848134"/>
            <a:ext cx="3731078" cy="326350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- Workspace → Import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- Formato .ipynb ou .dbc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- Vincular ao cluster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780627"/>
            <a:ext cx="3566211" cy="35662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772205"/>
            <a:ext cx="3566211" cy="356621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701141"/>
            <a:ext cx="3566211" cy="35662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408119"/>
            <a:ext cx="3022599" cy="2411529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Exemplo: Leitura de CSV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3418"/>
            <a:ext cx="1396390" cy="538135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343359"/>
            <a:ext cx="685923" cy="68592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343359"/>
            <a:ext cx="685923" cy="68592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3709997"/>
            <a:ext cx="239955" cy="23995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3709997"/>
            <a:ext cx="239955" cy="23995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848134"/>
            <a:ext cx="3912879" cy="326350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```python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 = spark.read.csv("/FileStore/tables/carros.csv", header=True, sep=";", inferSchema=True)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carros.show(5)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4604598"/>
            <a:ext cx="790849" cy="352266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96" y="780627"/>
            <a:ext cx="3566211" cy="35662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558" y="772205"/>
            <a:ext cx="3566211" cy="356621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70" y="701141"/>
            <a:ext cx="3566211" cy="35662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1408119"/>
            <a:ext cx="3022599" cy="2411529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Explorando o DataFrame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3418"/>
            <a:ext cx="1396390" cy="538135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343359"/>
            <a:ext cx="685923" cy="68592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1393" y="343359"/>
            <a:ext cx="685923" cy="68592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3709997"/>
            <a:ext cx="239955" cy="239956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232" y="3709997"/>
            <a:ext cx="239955" cy="23995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848134"/>
            <a:ext cx="3912879" cy="326350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```python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carros.printSchema()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carros.count()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carros.columns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59174" y="4604598"/>
            <a:ext cx="790849" cy="352266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520701"/>
            <a:ext cx="2665132" cy="4108449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Selecionando e Filtrando Dados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1652241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3564156"/>
            <a:ext cx="273766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3564156"/>
            <a:ext cx="273766" cy="273765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848134"/>
            <a:ext cx="3912879" cy="326350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```python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carros.select("consumo", "cilindros").show(5)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carros.filter(col("cilindros") &gt; 6).show()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520701"/>
            <a:ext cx="2665132" cy="4108449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chemeClr val="bg1"/>
                </a:solidFill>
              </a:rPr>
              <a:t>Ordenando Registros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1652241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3564156"/>
            <a:ext cx="273766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3564156"/>
            <a:ext cx="273766" cy="273765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848134"/>
            <a:ext cx="3912879" cy="3263504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```python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carros.orderBy("hp").show(5)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carros.orderBy(col("hp").desc()).show(5)</a:t>
            </a:r>
          </a:p>
          <a:p>
            <a:pPr>
              <a:defRPr sz="1800"/>
            </a:pPr>
            <a:r>
              <a:rPr lang="pt-BR" sz="1800">
                <a:solidFill>
                  <a:schemeClr val="bg1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DataFrames são Imutáveis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1C043B-C841-DD4D-0A13-F41C211B6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46317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55C994-EC7C-49D9-8BB7-59D3C09B4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4355C994-EC7C-49D9-8BB7-59D3C09B4A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65EBBEA-CED6-4DF8-B1E6-42755611B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B65EBBEA-CED6-4DF8-B1E6-42755611B0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ED133-63ED-6F0E-CB5D-710BAF2A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2" y="408877"/>
            <a:ext cx="7999142" cy="807099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/>
              <a:t>🔧 Passo a Passo da Parte Prática com </a:t>
            </a:r>
            <a:r>
              <a:rPr lang="pt-BR" b="1" dirty="0" err="1"/>
              <a:t>Databricks</a:t>
            </a:r>
            <a:r>
              <a:rPr lang="pt-BR" b="1" dirty="0"/>
              <a:t> e Apache Spark</a:t>
            </a:r>
            <a:br>
              <a:rPr lang="pt-BR" b="1" dirty="0"/>
            </a:br>
            <a:endParaRPr lang="pt-BR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1F4B151-C2D0-B3A6-D618-A3DA74F355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985624"/>
              </p:ext>
            </p:extLst>
          </p:nvPr>
        </p:nvGraphicFramePr>
        <p:xfrm>
          <a:off x="631902" y="1137423"/>
          <a:ext cx="7999142" cy="3784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0064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551329"/>
            <a:ext cx="7540322" cy="21963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Reflexão Rápida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3653118"/>
            <a:ext cx="7504463" cy="109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spcBef>
                <a:spcPts val="1000"/>
              </a:spcBef>
              <a:buNone/>
              <a:defRPr sz="1800"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 que você percebeu de diferente entre Pandas e PySpark até agora?"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b="1" dirty="0">
                <a:solidFill>
                  <a:srgbClr val="FFFFFF"/>
                </a:solidFill>
              </a:rPr>
              <a:t>Orientações sobre o Trabalho Final</a:t>
            </a:r>
            <a:endParaRPr lang="pt-BR" sz="3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DE57A0-F761-3E22-5095-6300B431E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28955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4269FC-9B76-448A-979C-F17695C22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74269FC-9B76-448A-979C-F17695C22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74269FC-9B76-448A-979C-F17695C221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609EEC-320D-44F7-8052-09CEAD63E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22609EEC-320D-44F7-8052-09CEAD63E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22609EEC-320D-44F7-8052-09CEAD63E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AA3EFC-0B56-4AF6-8DBD-A6C2F76654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DAA3EFC-0B56-4AF6-8DBD-A6C2F76654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DAA3EFC-0B56-4AF6-8DBD-A6C2F76654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11959A-32E2-4361-8C19-B1F1A8F4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E11959A-32E2-4361-8C19-B1F1A8F4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E11959A-32E2-4361-8C19-B1F1A8F4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70DC45-8E6F-4679-9641-3C57BEA43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3570DC45-8E6F-4679-9641-3C57BEA43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3570DC45-8E6F-4679-9641-3C57BEA43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D323F4-5BA8-4DC7-BB83-DC5381510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E9D323F4-5BA8-4DC7-BB83-DC5381510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E9D323F4-5BA8-4DC7-BB83-DC5381510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AB1DAC-2F17-4AF8-BF87-04C1B6A2EE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23AB1DAC-2F17-4AF8-BF87-04C1B6A2EE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23AB1DAC-2F17-4AF8-BF87-04C1B6A2EE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5FABC8-F1E4-4674-AD8A-EFA3EB6776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CE5FABC8-F1E4-4674-AD8A-EFA3EB6776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CE5FABC8-F1E4-4674-AD8A-EFA3EB6776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972B3A-3C0B-41AA-8848-ABCC596A0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ED972B3A-3C0B-41AA-8848-ABCC596A0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ED972B3A-3C0B-41AA-8848-ABCC596A04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EDFAE5-D0BB-474D-83CB-F8A2C6DF2C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79EDFAE5-D0BB-474D-83CB-F8A2C6DF2C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79EDFAE5-D0BB-474D-83CB-F8A2C6DF2C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537A97-2B71-112A-BEC4-62539655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4897"/>
            <a:ext cx="7886700" cy="753445"/>
          </a:xfrm>
        </p:spPr>
        <p:txBody>
          <a:bodyPr>
            <a:normAutofit/>
          </a:bodyPr>
          <a:lstStyle/>
          <a:p>
            <a:pPr algn="ctr"/>
            <a:r>
              <a:rPr lang="pt-BR">
                <a:solidFill>
                  <a:srgbClr val="FFFFFF"/>
                </a:solidFill>
              </a:rPr>
              <a:t>Resumo da Aula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190977"/>
            <a:ext cx="8274756" cy="3576285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CBF4624B-32E2-59AA-CBFA-A5AB80523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20357"/>
              </p:ext>
            </p:extLst>
          </p:nvPr>
        </p:nvGraphicFramePr>
        <p:xfrm>
          <a:off x="628650" y="1350683"/>
          <a:ext cx="7886700" cy="3263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43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2DA317E-D92B-4DC5-A52D-4196DDEABD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22DA317E-D92B-4DC5-A52D-4196DDEABD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22DA317E-D92B-4DC5-A52D-4196DDEABD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00C9D25-7931-43E2-B52D-5198AB3DB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graphicEl>
                                              <a:dgm id="{B00C9D25-7931-43E2-B52D-5198AB3DB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graphicEl>
                                              <a:dgm id="{B00C9D25-7931-43E2-B52D-5198AB3DB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8AEF1B-C691-45C4-81EB-E31210E488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graphicEl>
                                              <a:dgm id="{AA8AEF1B-C691-45C4-81EB-E31210E488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AA8AEF1B-C691-45C4-81EB-E31210E488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E53E60-A1DA-4A55-A59D-C18189371E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graphicEl>
                                              <a:dgm id="{F5E53E60-A1DA-4A55-A59D-C18189371E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graphicEl>
                                              <a:dgm id="{F5E53E60-A1DA-4A55-A59D-C18189371E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1F6E027-9E9F-4098-A894-57D81A19B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dgm id="{51F6E027-9E9F-4098-A894-57D81A19B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dgm id="{51F6E027-9E9F-4098-A894-57D81A19B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EB5F87A-FEF4-4807-9287-A4EF64D3D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graphicEl>
                                              <a:dgm id="{4EB5F87A-FEF4-4807-9287-A4EF64D3D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graphicEl>
                                              <a:dgm id="{4EB5F87A-FEF4-4807-9287-A4EF64D3D6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277C4E-0AB9-4B28-BAA2-B5F9A95A4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DB277C4E-0AB9-4B28-BAA2-B5F9A95A4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graphicEl>
                                              <a:dgm id="{DB277C4E-0AB9-4B28-BAA2-B5F9A95A48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346" y="57336"/>
            <a:ext cx="4351438" cy="1671570"/>
          </a:xfrm>
        </p:spPr>
        <p:txBody>
          <a:bodyPr anchor="b">
            <a:normAutofit/>
          </a:bodyPr>
          <a:lstStyle/>
          <a:p>
            <a:r>
              <a:rPr lang="pt-BR" sz="3000" dirty="0" err="1"/>
              <a:t>Check-out</a:t>
            </a:r>
            <a:r>
              <a:rPr lang="pt-BR" sz="3000" dirty="0"/>
              <a:t> – Rodada Final</a:t>
            </a:r>
          </a:p>
        </p:txBody>
      </p:sp>
      <p:pic>
        <p:nvPicPr>
          <p:cNvPr id="7" name="Graphic 6" descr="Perguntas">
            <a:extLst>
              <a:ext uri="{FF2B5EF4-FFF2-40B4-BE49-F238E27FC236}">
                <a16:creationId xmlns:a16="http://schemas.microsoft.com/office/drawing/2014/main" id="{ED2FB433-2600-5AF6-683A-4EE907B1E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35" y="824173"/>
            <a:ext cx="898899" cy="898899"/>
          </a:xfrm>
          <a:prstGeom prst="rect">
            <a:avLst/>
          </a:prstGeom>
        </p:spPr>
      </p:pic>
      <p:pic>
        <p:nvPicPr>
          <p:cNvPr id="9" name="Graphic 8" descr="Perguntas">
            <a:extLst>
              <a:ext uri="{FF2B5EF4-FFF2-40B4-BE49-F238E27FC236}">
                <a16:creationId xmlns:a16="http://schemas.microsoft.com/office/drawing/2014/main" id="{F3854502-DD25-440B-A7C2-6986515F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612252"/>
            <a:ext cx="3918995" cy="3918995"/>
          </a:xfrm>
          <a:prstGeom prst="rect">
            <a:avLst/>
          </a:prstGeom>
        </p:spPr>
      </p:pic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44F173FE-A270-FC8F-2041-F6A57AC0F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071606"/>
              </p:ext>
            </p:extLst>
          </p:nvPr>
        </p:nvGraphicFramePr>
        <p:xfrm>
          <a:off x="448351" y="1925445"/>
          <a:ext cx="4941405" cy="283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C3AC56-07A5-4794-B2C6-5FBB09590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44C3AC56-07A5-4794-B2C6-5FBB09590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44C3AC56-07A5-4794-B2C6-5FBB09590D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8EB03BC-9245-423D-ACAF-D129771F4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58EB03BC-9245-423D-ACAF-D129771F4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58EB03BC-9245-423D-ACAF-D129771F49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C76B1E3-43A8-499B-9698-3233974C75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6C76B1E3-43A8-499B-9698-3233974C75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6C76B1E3-43A8-499B-9698-3233974C75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66DF47-818D-4A74-8417-06773555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A766DF47-818D-4A74-8417-06773555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A766DF47-818D-4A74-8417-067735559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508B59-4DF7-4AA6-BC29-365CF001D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B1508B59-4DF7-4AA6-BC29-365CF001D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B1508B59-4DF7-4AA6-BC29-365CF001DE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77268" y="2392507"/>
            <a:ext cx="6359680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"Transformar dados em decisões exige técnica, mas principalmente propósito. Que seu projeto reflita o impacto que você quer ver no mundo."— Prof. José Pedro</a:t>
            </a:r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12251</TotalTime>
  <Words>1306</Words>
  <Application>Microsoft Office PowerPoint</Application>
  <PresentationFormat>Apresentação na tela (16:9)</PresentationFormat>
  <Paragraphs>190</Paragraphs>
  <Slides>44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0" baseType="lpstr">
      <vt:lpstr>Tahoma</vt:lpstr>
      <vt:lpstr>Arial</vt:lpstr>
      <vt:lpstr>Aptos Display</vt:lpstr>
      <vt:lpstr>Calibri</vt:lpstr>
      <vt:lpstr>Aptos</vt:lpstr>
      <vt:lpstr>Tema do Office</vt:lpstr>
      <vt:lpstr>Fundamentos de Big Data</vt:lpstr>
      <vt:lpstr>Objetivo da aula</vt:lpstr>
      <vt:lpstr>🗓️ Agenda do dia</vt:lpstr>
      <vt:lpstr>Check-in: Quebra-Gelo</vt:lpstr>
      <vt:lpstr>Revisão: O que Vimos até o momento?</vt:lpstr>
      <vt:lpstr>O que é o Apache Spark?</vt:lpstr>
      <vt:lpstr>O que é o Apache Spark?</vt:lpstr>
      <vt:lpstr>Por que usar o Spark?</vt:lpstr>
      <vt:lpstr>Armazenamento vs Processamento</vt:lpstr>
      <vt:lpstr>Problema do Volume de Dados</vt:lpstr>
      <vt:lpstr>Apresentação do PowerPoint</vt:lpstr>
      <vt:lpstr>Características do Spark</vt:lpstr>
      <vt:lpstr>Replicação vs Particionamento</vt:lpstr>
      <vt:lpstr>Replicação vs Particionamento</vt:lpstr>
      <vt:lpstr>Replicação vs Particionamento</vt:lpstr>
      <vt:lpstr>Spark x Ferramentas Tradicionais</vt:lpstr>
      <vt:lpstr>Spark x Ferramentas Tradicionais</vt:lpstr>
      <vt:lpstr>Linguagens Suportadas pelo Spark</vt:lpstr>
      <vt:lpstr>Vantagens do PySpark</vt:lpstr>
      <vt:lpstr>Como Usar o Spark</vt:lpstr>
      <vt:lpstr>O que é o Databricks?</vt:lpstr>
      <vt:lpstr>Como Acessar o Databricks</vt:lpstr>
      <vt:lpstr>Criando o Primeiro Cluster</vt:lpstr>
      <vt:lpstr>Limitações da Edição Gratuita</vt:lpstr>
      <vt:lpstr>Verificando o Cluster</vt:lpstr>
      <vt:lpstr>Importando Arquivo CSV</vt:lpstr>
      <vt:lpstr>Atenção ao Caminho</vt:lpstr>
      <vt:lpstr>Importando Notebooks</vt:lpstr>
      <vt:lpstr>Exemplo: Leitura de CSV</vt:lpstr>
      <vt:lpstr>Explorando o DataFrame</vt:lpstr>
      <vt:lpstr>Selecionando e Filtrando Dados</vt:lpstr>
      <vt:lpstr>Ordenando Registros</vt:lpstr>
      <vt:lpstr>DataFrames são Imutáveis</vt:lpstr>
      <vt:lpstr>🔧 Passo a Passo da Parte Prática com Databricks e Apache Spark </vt:lpstr>
      <vt:lpstr>Reflexão Rápida</vt:lpstr>
      <vt:lpstr>Orientações sobre o Trabalho Final</vt:lpstr>
      <vt:lpstr>Resumo da Aula</vt:lpstr>
      <vt:lpstr>Check-out – Rodada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16</cp:revision>
  <dcterms:modified xsi:type="dcterms:W3CDTF">2025-05-16T03:52:07Z</dcterms:modified>
</cp:coreProperties>
</file>