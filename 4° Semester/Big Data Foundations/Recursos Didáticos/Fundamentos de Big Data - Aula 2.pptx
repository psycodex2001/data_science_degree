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319" r:id="rId3"/>
    <p:sldId id="344" r:id="rId4"/>
    <p:sldId id="261" r:id="rId5"/>
    <p:sldId id="258" r:id="rId6"/>
    <p:sldId id="341" r:id="rId7"/>
    <p:sldId id="342" r:id="rId8"/>
    <p:sldId id="262" r:id="rId9"/>
    <p:sldId id="263" r:id="rId10"/>
    <p:sldId id="264" r:id="rId11"/>
    <p:sldId id="298" r:id="rId12"/>
    <p:sldId id="302" r:id="rId13"/>
    <p:sldId id="300" r:id="rId14"/>
    <p:sldId id="299" r:id="rId15"/>
    <p:sldId id="259" r:id="rId16"/>
    <p:sldId id="257" r:id="rId17"/>
    <p:sldId id="260" r:id="rId18"/>
    <p:sldId id="303" r:id="rId19"/>
    <p:sldId id="320" r:id="rId20"/>
    <p:sldId id="339" r:id="rId21"/>
    <p:sldId id="335" r:id="rId22"/>
    <p:sldId id="306" r:id="rId23"/>
    <p:sldId id="322" r:id="rId24"/>
    <p:sldId id="324" r:id="rId25"/>
    <p:sldId id="326" r:id="rId26"/>
    <p:sldId id="327" r:id="rId27"/>
    <p:sldId id="332" r:id="rId28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0"/>
      <p:bold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08008-46F9-486A-995A-F1908219AA0E}" v="126" dt="2025-02-14T13:08:19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29908008-46F9-486A-995A-F1908219AA0E}"/>
    <pc:docChg chg="undo custSel addSld delSld modSld sldOrd">
      <pc:chgData name="José Pedro Calistro Torres de Miranda" userId="82558bf5-0a7c-4071-b398-5925c96dbeb2" providerId="ADAL" clId="{29908008-46F9-486A-995A-F1908219AA0E}" dt="2025-02-14T13:08:19.168" v="516" actId="20577"/>
      <pc:docMkLst>
        <pc:docMk/>
      </pc:docMkLst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0" sldId="257"/>
        </pc:sldMkLst>
      </pc:sldChg>
      <pc:sldChg chg="addSp delSp modSp add mod setBg modAnim">
        <pc:chgData name="José Pedro Calistro Torres de Miranda" userId="82558bf5-0a7c-4071-b398-5925c96dbeb2" providerId="ADAL" clId="{29908008-46F9-486A-995A-F1908219AA0E}" dt="2025-02-14T05:01:44.936" v="515" actId="12100"/>
        <pc:sldMkLst>
          <pc:docMk/>
          <pc:sldMk cId="0" sldId="258"/>
        </pc:sldMkLst>
        <pc:spChg chg="mod">
          <ac:chgData name="José Pedro Calistro Torres de Miranda" userId="82558bf5-0a7c-4071-b398-5925c96dbeb2" providerId="ADAL" clId="{29908008-46F9-486A-995A-F1908219AA0E}" dt="2025-02-14T04:30:41.181" v="19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9908008-46F9-486A-995A-F1908219AA0E}" dt="2025-02-14T04:30:41.181" v="19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30:41.181" v="19" actId="26606"/>
          <ac:spMkLst>
            <pc:docMk/>
            <pc:sldMk cId="0" sldId="258"/>
            <ac:spMk id="9" creationId="{2659FDB4-FCBE-4A89-B46D-43D4FA54464D}"/>
          </ac:spMkLst>
        </pc:spChg>
        <pc:graphicFrameChg chg="add mod">
          <ac:chgData name="José Pedro Calistro Torres de Miranda" userId="82558bf5-0a7c-4071-b398-5925c96dbeb2" providerId="ADAL" clId="{29908008-46F9-486A-995A-F1908219AA0E}" dt="2025-02-14T05:01:44.936" v="515" actId="12100"/>
          <ac:graphicFrameMkLst>
            <pc:docMk/>
            <pc:sldMk cId="0" sldId="258"/>
            <ac:graphicFrameMk id="5" creationId="{15B24622-48C1-A438-91D6-582FCE02EB6E}"/>
          </ac:graphicFrameMkLst>
        </pc:graphicFrameChg>
        <pc:cxnChg chg="add">
          <ac:chgData name="José Pedro Calistro Torres de Miranda" userId="82558bf5-0a7c-4071-b398-5925c96dbeb2" providerId="ADAL" clId="{29908008-46F9-486A-995A-F1908219AA0E}" dt="2025-02-14T04:30:41.181" v="19" actId="26606"/>
          <ac:cxnSpMkLst>
            <pc:docMk/>
            <pc:sldMk cId="0" sldId="258"/>
            <ac:cxnSpMk id="11" creationId="{C8F51B3F-8331-4E4A-AE96-D47B1006EEAD}"/>
          </ac:cxnSpMkLst>
        </pc:cxnChg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197196880" sldId="260"/>
        </pc:sldMkLst>
      </pc:sldChg>
      <pc:sldChg chg="addSp modSp add mod ord setBg modAnim">
        <pc:chgData name="José Pedro Calistro Torres de Miranda" userId="82558bf5-0a7c-4071-b398-5925c96dbeb2" providerId="ADAL" clId="{29908008-46F9-486A-995A-F1908219AA0E}" dt="2025-02-14T04:59:59.717" v="490"/>
        <pc:sldMkLst>
          <pc:docMk/>
          <pc:sldMk cId="0" sldId="261"/>
        </pc:sldMkLst>
        <pc:spChg chg="mod">
          <ac:chgData name="José Pedro Calistro Torres de Miranda" userId="82558bf5-0a7c-4071-b398-5925c96dbeb2" providerId="ADAL" clId="{29908008-46F9-486A-995A-F1908219AA0E}" dt="2025-02-14T04:37:06.086" v="141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29908008-46F9-486A-995A-F1908219AA0E}" dt="2025-02-14T04:59:01.684" v="485" actId="14100"/>
          <ac:spMkLst>
            <pc:docMk/>
            <pc:sldMk cId="0" sldId="26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37:06.086" v="141" actId="26606"/>
          <ac:spMkLst>
            <pc:docMk/>
            <pc:sldMk cId="0" sldId="261"/>
            <ac:spMk id="8" creationId="{B6CDA21F-E7AF-4C75-8395-33F58D5B0E45}"/>
          </ac:spMkLst>
        </pc:spChg>
        <pc:spChg chg="add">
          <ac:chgData name="José Pedro Calistro Torres de Miranda" userId="82558bf5-0a7c-4071-b398-5925c96dbeb2" providerId="ADAL" clId="{29908008-46F9-486A-995A-F1908219AA0E}" dt="2025-02-14T04:37:06.086" v="141" actId="26606"/>
          <ac:spMkLst>
            <pc:docMk/>
            <pc:sldMk cId="0" sldId="261"/>
            <ac:spMk id="15" creationId="{D5B0017B-2ECA-49AF-B397-DC140825DF8D}"/>
          </ac:spMkLst>
        </pc:spChg>
        <pc:grpChg chg="add">
          <ac:chgData name="José Pedro Calistro Torres de Miranda" userId="82558bf5-0a7c-4071-b398-5925c96dbeb2" providerId="ADAL" clId="{29908008-46F9-486A-995A-F1908219AA0E}" dt="2025-02-14T04:37:06.086" v="141" actId="26606"/>
          <ac:grpSpMkLst>
            <pc:docMk/>
            <pc:sldMk cId="0" sldId="261"/>
            <ac:grpSpMk id="10" creationId="{AE1C45F0-260A-458C-96ED-C1F6D2151219}"/>
          </ac:grpSpMkLst>
        </pc:grpChg>
        <pc:cxnChg chg="add">
          <ac:chgData name="José Pedro Calistro Torres de Miranda" userId="82558bf5-0a7c-4071-b398-5925c96dbeb2" providerId="ADAL" clId="{29908008-46F9-486A-995A-F1908219AA0E}" dt="2025-02-14T04:37:06.086" v="141" actId="26606"/>
          <ac:cxnSpMkLst>
            <pc:docMk/>
            <pc:sldMk cId="0" sldId="261"/>
            <ac:cxnSpMk id="17" creationId="{6CF1BAF6-AD41-4082-B212-8A1F9A2E8779}"/>
          </ac:cxnSpMkLst>
        </pc:cxnChg>
      </pc:sldChg>
      <pc:sldChg chg="addSp delSp modSp add mod setBg modAnim">
        <pc:chgData name="José Pedro Calistro Torres de Miranda" userId="82558bf5-0a7c-4071-b398-5925c96dbeb2" providerId="ADAL" clId="{29908008-46F9-486A-995A-F1908219AA0E}" dt="2025-02-14T04:44:47.647" v="219"/>
        <pc:sldMkLst>
          <pc:docMk/>
          <pc:sldMk cId="0" sldId="262"/>
        </pc:sldMkLst>
        <pc:spChg chg="mo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43:04.868" v="178"/>
          <ac:spMkLst>
            <pc:docMk/>
            <pc:sldMk cId="0" sldId="262"/>
            <ac:spMk id="4" creationId="{D87DBD35-A5CD-9C50-FA18-E4AD9575765C}"/>
          </ac:spMkLst>
        </pc:spChg>
        <pc:spChg chg="add">
          <ac:chgData name="José Pedro Calistro Torres de Miranda" userId="82558bf5-0a7c-4071-b398-5925c96dbeb2" providerId="ADAL" clId="{29908008-46F9-486A-995A-F1908219AA0E}" dt="2025-02-14T04:43:04.868" v="178"/>
          <ac:spMkLst>
            <pc:docMk/>
            <pc:sldMk cId="0" sldId="262"/>
            <ac:spMk id="5" creationId="{1F75D171-6133-29F6-8969-1C84319D4AD3}"/>
          </ac:spMkLst>
        </pc:spChg>
        <pc:spChg chg="add">
          <ac:chgData name="José Pedro Calistro Torres de Miranda" userId="82558bf5-0a7c-4071-b398-5925c96dbeb2" providerId="ADAL" clId="{29908008-46F9-486A-995A-F1908219AA0E}" dt="2025-02-14T04:43:04.868" v="178"/>
          <ac:spMkLst>
            <pc:docMk/>
            <pc:sldMk cId="0" sldId="262"/>
            <ac:spMk id="6" creationId="{C6D547D1-7E24-C6BC-726E-77299CC6948C}"/>
          </ac:spMkLst>
        </pc:spChg>
        <pc:spChg chg="add">
          <ac:chgData name="José Pedro Calistro Torres de Miranda" userId="82558bf5-0a7c-4071-b398-5925c96dbeb2" providerId="ADAL" clId="{29908008-46F9-486A-995A-F1908219AA0E}" dt="2025-02-14T04:43:12.747" v="179"/>
          <ac:spMkLst>
            <pc:docMk/>
            <pc:sldMk cId="0" sldId="262"/>
            <ac:spMk id="7" creationId="{49ABBA8B-353A-5DEE-C0DC-A75A87E50B5C}"/>
          </ac:spMkLst>
        </pc:spChg>
        <pc:spChg chg="add">
          <ac:chgData name="José Pedro Calistro Torres de Miranda" userId="82558bf5-0a7c-4071-b398-5925c96dbeb2" providerId="ADAL" clId="{29908008-46F9-486A-995A-F1908219AA0E}" dt="2025-02-14T04:43:12.747" v="179"/>
          <ac:spMkLst>
            <pc:docMk/>
            <pc:sldMk cId="0" sldId="262"/>
            <ac:spMk id="8" creationId="{233AB883-1359-64D0-4050-DC707BBBD2AD}"/>
          </ac:spMkLst>
        </pc:spChg>
        <pc:spChg chg="add">
          <ac:chgData name="José Pedro Calistro Torres de Miranda" userId="82558bf5-0a7c-4071-b398-5925c96dbeb2" providerId="ADAL" clId="{29908008-46F9-486A-995A-F1908219AA0E}" dt="2025-02-14T04:43:12.747" v="179"/>
          <ac:spMkLst>
            <pc:docMk/>
            <pc:sldMk cId="0" sldId="262"/>
            <ac:spMk id="9" creationId="{955EA33E-BC53-0151-493A-8F09BF04D285}"/>
          </ac:spMkLst>
        </pc:spChg>
        <pc:spChg chg="add">
          <ac:chgData name="José Pedro Calistro Torres de Miranda" userId="82558bf5-0a7c-4071-b398-5925c96dbeb2" providerId="ADAL" clId="{29908008-46F9-486A-995A-F1908219AA0E}" dt="2025-02-14T04:43:17.551" v="180"/>
          <ac:spMkLst>
            <pc:docMk/>
            <pc:sldMk cId="0" sldId="262"/>
            <ac:spMk id="10" creationId="{C4E39A24-FDFC-7F54-3279-1F59A5CCFE70}"/>
          </ac:spMkLst>
        </pc:spChg>
        <pc:spChg chg="add">
          <ac:chgData name="José Pedro Calistro Torres de Miranda" userId="82558bf5-0a7c-4071-b398-5925c96dbeb2" providerId="ADAL" clId="{29908008-46F9-486A-995A-F1908219AA0E}" dt="2025-02-14T04:43:17.551" v="180"/>
          <ac:spMkLst>
            <pc:docMk/>
            <pc:sldMk cId="0" sldId="262"/>
            <ac:spMk id="11" creationId="{DE323CE0-2621-E37C-14BB-7D844CB5259B}"/>
          </ac:spMkLst>
        </pc:spChg>
        <pc:spChg chg="add">
          <ac:chgData name="José Pedro Calistro Torres de Miranda" userId="82558bf5-0a7c-4071-b398-5925c96dbeb2" providerId="ADAL" clId="{29908008-46F9-486A-995A-F1908219AA0E}" dt="2025-02-14T04:43:17.551" v="180"/>
          <ac:spMkLst>
            <pc:docMk/>
            <pc:sldMk cId="0" sldId="262"/>
            <ac:spMk id="12" creationId="{D786E2F1-80B3-9D94-4E91-6E053C8A9317}"/>
          </ac:spMkLst>
        </pc:spChg>
        <pc:spChg chg="ad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14" creationId="{BACC6370-2D7E-4714-9D71-7542949D7D5D}"/>
          </ac:spMkLst>
        </pc:spChg>
        <pc:spChg chg="ad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29908008-46F9-486A-995A-F1908219AA0E}" dt="2025-02-14T04:44:37.175" v="217" actId="26606"/>
          <ac:spMkLst>
            <pc:docMk/>
            <pc:sldMk cId="0" sldId="262"/>
            <ac:spMk id="16" creationId="{F68B3F68-107C-434F-AA38-110D5EA91B85}"/>
          </ac:spMkLst>
        </pc:spChg>
        <pc:graphicFrameChg chg="add">
          <ac:chgData name="José Pedro Calistro Torres de Miranda" userId="82558bf5-0a7c-4071-b398-5925c96dbeb2" providerId="ADAL" clId="{29908008-46F9-486A-995A-F1908219AA0E}" dt="2025-02-14T04:44:37.175" v="217" actId="26606"/>
          <ac:graphicFrameMkLst>
            <pc:docMk/>
            <pc:sldMk cId="0" sldId="262"/>
            <ac:graphicFrameMk id="17" creationId="{B9D9E548-EDCF-A7E6-9FC0-3619A133BCA8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29908008-46F9-486A-995A-F1908219AA0E}" dt="2025-02-14T13:08:19.168" v="516" actId="20577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29908008-46F9-486A-995A-F1908219AA0E}" dt="2025-02-14T04:45:43.473" v="223" actId="26606"/>
          <ac:spMkLst>
            <pc:docMk/>
            <pc:sldMk cId="0" sldId="263"/>
            <ac:spMk id="9" creationId="{56E9B3E6-E277-4D68-BA48-9CB43FFBD6E2}"/>
          </ac:spMkLst>
        </pc:spChg>
        <pc:spChg chg="ad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15" creationId="{063BBA22-50EA-4C4D-BE05-F1CE4E63AA56}"/>
          </ac:spMkLst>
        </pc:spChg>
        <pc:spChg chg="add del">
          <ac:chgData name="José Pedro Calistro Torres de Miranda" userId="82558bf5-0a7c-4071-b398-5925c96dbeb2" providerId="ADAL" clId="{29908008-46F9-486A-995A-F1908219AA0E}" dt="2025-02-14T04:45:43.473" v="223" actId="26606"/>
          <ac:spMkLst>
            <pc:docMk/>
            <pc:sldMk cId="0" sldId="263"/>
            <ac:spMk id="16" creationId="{D5B0017B-2ECA-49AF-B397-DC140825DF8D}"/>
          </ac:spMkLst>
        </pc:spChg>
        <pc:spChg chg="ad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20" creationId="{BACC6370-2D7E-4714-9D71-7542949D7D5D}"/>
          </ac:spMkLst>
        </pc:spChg>
        <pc:spChg chg="ad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21" creationId="{F68B3F68-107C-434F-AA38-110D5EA91B85}"/>
          </ac:spMkLst>
        </pc:spChg>
        <pc:spChg chg="add">
          <ac:chgData name="José Pedro Calistro Torres de Miranda" userId="82558bf5-0a7c-4071-b398-5925c96dbeb2" providerId="ADAL" clId="{29908008-46F9-486A-995A-F1908219AA0E}" dt="2025-02-14T04:45:43.505" v="224" actId="26606"/>
          <ac:spMkLst>
            <pc:docMk/>
            <pc:sldMk cId="0" sldId="263"/>
            <ac:spMk id="22" creationId="{AAD0DBB9-1A4B-4391-81D4-CB19F9AB918A}"/>
          </ac:spMkLst>
        </pc:spChg>
        <pc:grpChg chg="add del">
          <ac:chgData name="José Pedro Calistro Torres de Miranda" userId="82558bf5-0a7c-4071-b398-5925c96dbeb2" providerId="ADAL" clId="{29908008-46F9-486A-995A-F1908219AA0E}" dt="2025-02-14T04:45:43.473" v="223" actId="26606"/>
          <ac:grpSpMkLst>
            <pc:docMk/>
            <pc:sldMk cId="0" sldId="263"/>
            <ac:grpSpMk id="11" creationId="{AE1C45F0-260A-458C-96ED-C1F6D2151219}"/>
          </ac:grpSpMkLst>
        </pc:grpChg>
        <pc:graphicFrameChg chg="add del">
          <ac:chgData name="José Pedro Calistro Torres de Miranda" userId="82558bf5-0a7c-4071-b398-5925c96dbeb2" providerId="ADAL" clId="{29908008-46F9-486A-995A-F1908219AA0E}" dt="2025-02-14T04:45:43.473" v="223" actId="26606"/>
          <ac:graphicFrameMkLst>
            <pc:docMk/>
            <pc:sldMk cId="0" sldId="263"/>
            <ac:graphicFrameMk id="5" creationId="{1F5754B8-76B4-0ECE-AA87-12A4A9AB55BC}"/>
          </ac:graphicFrameMkLst>
        </pc:graphicFrameChg>
        <pc:graphicFrameChg chg="add mod">
          <ac:chgData name="José Pedro Calistro Torres de Miranda" userId="82558bf5-0a7c-4071-b398-5925c96dbeb2" providerId="ADAL" clId="{29908008-46F9-486A-995A-F1908219AA0E}" dt="2025-02-14T13:08:19.168" v="516" actId="20577"/>
          <ac:graphicFrameMkLst>
            <pc:docMk/>
            <pc:sldMk cId="0" sldId="263"/>
            <ac:graphicFrameMk id="23" creationId="{8DD7716F-BBBF-A0B2-E586-B4369CD2A1C5}"/>
          </ac:graphicFrameMkLst>
        </pc:graphicFrameChg>
        <pc:cxnChg chg="add del">
          <ac:chgData name="José Pedro Calistro Torres de Miranda" userId="82558bf5-0a7c-4071-b398-5925c96dbeb2" providerId="ADAL" clId="{29908008-46F9-486A-995A-F1908219AA0E}" dt="2025-02-14T04:45:43.473" v="223" actId="26606"/>
          <ac:cxnSpMkLst>
            <pc:docMk/>
            <pc:sldMk cId="0" sldId="263"/>
            <ac:cxnSpMk id="18" creationId="{6CF1BAF6-AD41-4082-B212-8A1F9A2E8779}"/>
          </ac:cxnSpMkLst>
        </pc:cxnChg>
      </pc:sldChg>
      <pc:sldChg chg="addSp delSp modSp add mod setBg modAnim">
        <pc:chgData name="José Pedro Calistro Torres de Miranda" userId="82558bf5-0a7c-4071-b398-5925c96dbeb2" providerId="ADAL" clId="{29908008-46F9-486A-995A-F1908219AA0E}" dt="2025-02-14T04:59:39.461" v="487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9908008-46F9-486A-995A-F1908219AA0E}" dt="2025-02-14T04:48:23.988" v="251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9908008-46F9-486A-995A-F1908219AA0E}" dt="2025-02-14T04:48:23.988" v="251" actId="26606"/>
          <ac:graphicFrameMkLst>
            <pc:docMk/>
            <pc:sldMk cId="0" sldId="264"/>
            <ac:graphicFrameMk id="5" creationId="{72815F9F-6EE2-DC3D-B2DF-D7069237219F}"/>
          </ac:graphicFrameMkLst>
        </pc:graphicFrameChg>
      </pc:sldChg>
      <pc:sldChg chg="modSp mod">
        <pc:chgData name="José Pedro Calistro Torres de Miranda" userId="82558bf5-0a7c-4071-b398-5925c96dbeb2" providerId="ADAL" clId="{29908008-46F9-486A-995A-F1908219AA0E}" dt="2025-02-14T04:51:12.059" v="263" actId="403"/>
        <pc:sldMkLst>
          <pc:docMk/>
          <pc:sldMk cId="895513024" sldId="298"/>
        </pc:sldMkLst>
        <pc:spChg chg="mod">
          <ac:chgData name="José Pedro Calistro Torres de Miranda" userId="82558bf5-0a7c-4071-b398-5925c96dbeb2" providerId="ADAL" clId="{29908008-46F9-486A-995A-F1908219AA0E}" dt="2025-02-14T04:51:12.059" v="263" actId="403"/>
          <ac:spMkLst>
            <pc:docMk/>
            <pc:sldMk cId="895513024" sldId="298"/>
            <ac:spMk id="2" creationId="{1BEBFA4D-B714-CA78-D5DF-0B09AB3F840D}"/>
          </ac:spMkLst>
        </pc:spChg>
      </pc:sldChg>
      <pc:sldChg chg="del">
        <pc:chgData name="José Pedro Calistro Torres de Miranda" userId="82558bf5-0a7c-4071-b398-5925c96dbeb2" providerId="ADAL" clId="{29908008-46F9-486A-995A-F1908219AA0E}" dt="2025-02-14T04:29:44.388" v="0" actId="47"/>
        <pc:sldMkLst>
          <pc:docMk/>
          <pc:sldMk cId="1487898757" sldId="301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3556616156" sldId="303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3788279868" sldId="306"/>
        </pc:sldMkLst>
      </pc:sldChg>
      <pc:sldChg chg="del ord">
        <pc:chgData name="José Pedro Calistro Torres de Miranda" userId="82558bf5-0a7c-4071-b398-5925c96dbeb2" providerId="ADAL" clId="{29908008-46F9-486A-995A-F1908219AA0E}" dt="2025-02-14T04:58:47.811" v="484" actId="47"/>
        <pc:sldMkLst>
          <pc:docMk/>
          <pc:sldMk cId="1498373291" sldId="318"/>
        </pc:sldMkLst>
      </pc:sldChg>
      <pc:sldChg chg="modSp mod ord">
        <pc:chgData name="José Pedro Calistro Torres de Miranda" userId="82558bf5-0a7c-4071-b398-5925c96dbeb2" providerId="ADAL" clId="{29908008-46F9-486A-995A-F1908219AA0E}" dt="2025-02-14T04:54:10.121" v="455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29908008-46F9-486A-995A-F1908219AA0E}" dt="2025-02-14T04:30:26.711" v="17" actId="6549"/>
          <ac:spMkLst>
            <pc:docMk/>
            <pc:sldMk cId="3917579560" sldId="319"/>
            <ac:spMk id="3" creationId="{D8726801-AA1F-7181-A680-DBA3E16E4C55}"/>
          </ac:spMkLst>
        </pc:spChg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1570664289" sldId="320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1187414843" sldId="322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32322845" sldId="324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319208421" sldId="326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4167661503" sldId="327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3590232900" sldId="332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1137521231" sldId="335"/>
        </pc:sldMkLst>
      </pc:sldChg>
      <pc:sldChg chg="mod ord modShow">
        <pc:chgData name="José Pedro Calistro Torres de Miranda" userId="82558bf5-0a7c-4071-b398-5925c96dbeb2" providerId="ADAL" clId="{29908008-46F9-486A-995A-F1908219AA0E}" dt="2025-02-14T04:48:39.116" v="254"/>
        <pc:sldMkLst>
          <pc:docMk/>
          <pc:sldMk cId="2277430405" sldId="339"/>
        </pc:sldMkLst>
      </pc:sldChg>
      <pc:sldChg chg="add del">
        <pc:chgData name="José Pedro Calistro Torres de Miranda" userId="82558bf5-0a7c-4071-b398-5925c96dbeb2" providerId="ADAL" clId="{29908008-46F9-486A-995A-F1908219AA0E}" dt="2025-02-14T04:30:31.093" v="18" actId="47"/>
        <pc:sldMkLst>
          <pc:docMk/>
          <pc:sldMk cId="0" sldId="340"/>
        </pc:sldMkLst>
      </pc:sldChg>
      <pc:sldChg chg="addSp delSp modSp add mod setBg modAnim">
        <pc:chgData name="José Pedro Calistro Torres de Miranda" userId="82558bf5-0a7c-4071-b398-5925c96dbeb2" providerId="ADAL" clId="{29908008-46F9-486A-995A-F1908219AA0E}" dt="2025-02-14T04:35:26.146" v="110"/>
        <pc:sldMkLst>
          <pc:docMk/>
          <pc:sldMk cId="0" sldId="341"/>
        </pc:sldMkLst>
        <pc:spChg chg="mod">
          <ac:chgData name="José Pedro Calistro Torres de Miranda" userId="82558bf5-0a7c-4071-b398-5925c96dbeb2" providerId="ADAL" clId="{29908008-46F9-486A-995A-F1908219AA0E}" dt="2025-02-14T04:31:36.598" v="28" actId="26606"/>
          <ac:spMkLst>
            <pc:docMk/>
            <pc:sldMk cId="0" sldId="34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9908008-46F9-486A-995A-F1908219AA0E}" dt="2025-02-14T04:31:36.598" v="28" actId="26606"/>
          <ac:spMkLst>
            <pc:docMk/>
            <pc:sldMk cId="0" sldId="34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31:36.598" v="28" actId="26606"/>
          <ac:spMkLst>
            <pc:docMk/>
            <pc:sldMk cId="0" sldId="341"/>
            <ac:spMk id="10" creationId="{B50AB553-2A96-4A92-96F2-93548E096954}"/>
          </ac:spMkLst>
        </pc:spChg>
        <pc:graphicFrameChg chg="add mod">
          <ac:chgData name="José Pedro Calistro Torres de Miranda" userId="82558bf5-0a7c-4071-b398-5925c96dbeb2" providerId="ADAL" clId="{29908008-46F9-486A-995A-F1908219AA0E}" dt="2025-02-14T04:35:04.223" v="107" actId="12100"/>
          <ac:graphicFrameMkLst>
            <pc:docMk/>
            <pc:sldMk cId="0" sldId="341"/>
            <ac:graphicFrameMk id="5" creationId="{BA3ADF22-0406-A568-2A28-21E1508116B5}"/>
          </ac:graphicFrameMkLst>
        </pc:graphicFrameChg>
        <pc:picChg chg="add del mod">
          <ac:chgData name="José Pedro Calistro Torres de Miranda" userId="82558bf5-0a7c-4071-b398-5925c96dbeb2" providerId="ADAL" clId="{29908008-46F9-486A-995A-F1908219AA0E}" dt="2025-02-14T04:33:54.532" v="65" actId="21"/>
          <ac:picMkLst>
            <pc:docMk/>
            <pc:sldMk cId="0" sldId="341"/>
            <ac:picMk id="4" creationId="{390F8104-C134-D976-726C-4B9B8008C2C9}"/>
          </ac:picMkLst>
        </pc:picChg>
        <pc:picChg chg="add mod">
          <ac:chgData name="José Pedro Calistro Torres de Miranda" userId="82558bf5-0a7c-4071-b398-5925c96dbeb2" providerId="ADAL" clId="{29908008-46F9-486A-995A-F1908219AA0E}" dt="2025-02-14T04:34:24.174" v="91" actId="29295"/>
          <ac:picMkLst>
            <pc:docMk/>
            <pc:sldMk cId="0" sldId="341"/>
            <ac:picMk id="6" creationId="{CCC11065-C041-52DD-BF5F-B470CE6E0FB4}"/>
          </ac:picMkLst>
        </pc:picChg>
        <pc:picChg chg="add del mod">
          <ac:chgData name="José Pedro Calistro Torres de Miranda" userId="82558bf5-0a7c-4071-b398-5925c96dbeb2" providerId="ADAL" clId="{29908008-46F9-486A-995A-F1908219AA0E}" dt="2025-02-14T04:34:12.634" v="72" actId="21"/>
          <ac:picMkLst>
            <pc:docMk/>
            <pc:sldMk cId="0" sldId="341"/>
            <ac:picMk id="7" creationId="{390F8104-C134-D976-726C-4B9B8008C2C9}"/>
          </ac:picMkLst>
        </pc:picChg>
      </pc:sldChg>
      <pc:sldChg chg="addSp delSp modSp add mod setBg modAnim">
        <pc:chgData name="José Pedro Calistro Torres de Miranda" userId="82558bf5-0a7c-4071-b398-5925c96dbeb2" providerId="ADAL" clId="{29908008-46F9-486A-995A-F1908219AA0E}" dt="2025-02-14T04:38:02.177" v="176"/>
        <pc:sldMkLst>
          <pc:docMk/>
          <pc:sldMk cId="0" sldId="342"/>
        </pc:sldMkLst>
        <pc:spChg chg="mo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9908008-46F9-486A-995A-F1908219AA0E}" dt="2025-02-14T04:37:46.752" v="174" actId="26606"/>
          <ac:spMkLst>
            <pc:docMk/>
            <pc:sldMk cId="0" sldId="342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9908008-46F9-486A-995A-F1908219AA0E}" dt="2025-02-14T04:37:46.752" v="174" actId="26606"/>
          <ac:graphicFrameMkLst>
            <pc:docMk/>
            <pc:sldMk cId="0" sldId="342"/>
            <ac:graphicFrameMk id="5" creationId="{40801E5A-A9DC-41AB-B317-E2D6C6DEBACE}"/>
          </ac:graphicFrameMkLst>
        </pc:graphicFrameChg>
      </pc:sldChg>
      <pc:sldChg chg="addSp delSp modSp new del mod setBg">
        <pc:chgData name="José Pedro Calistro Torres de Miranda" userId="82558bf5-0a7c-4071-b398-5925c96dbeb2" providerId="ADAL" clId="{29908008-46F9-486A-995A-F1908219AA0E}" dt="2025-02-14T05:00:17.752" v="491" actId="47"/>
        <pc:sldMkLst>
          <pc:docMk/>
          <pc:sldMk cId="4063985937" sldId="343"/>
        </pc:sldMkLst>
        <pc:spChg chg="mod">
          <ac:chgData name="José Pedro Calistro Torres de Miranda" userId="82558bf5-0a7c-4071-b398-5925c96dbeb2" providerId="ADAL" clId="{29908008-46F9-486A-995A-F1908219AA0E}" dt="2025-02-14T04:54:55.456" v="466" actId="26606"/>
          <ac:spMkLst>
            <pc:docMk/>
            <pc:sldMk cId="4063985937" sldId="343"/>
            <ac:spMk id="2" creationId="{C8090201-F4A4-9FA0-54F1-A4425C21C2C2}"/>
          </ac:spMkLst>
        </pc:spChg>
        <pc:spChg chg="add del mod">
          <ac:chgData name="José Pedro Calistro Torres de Miranda" userId="82558bf5-0a7c-4071-b398-5925c96dbeb2" providerId="ADAL" clId="{29908008-46F9-486A-995A-F1908219AA0E}" dt="2025-02-14T04:54:55.472" v="467" actId="26606"/>
          <ac:spMkLst>
            <pc:docMk/>
            <pc:sldMk cId="4063985937" sldId="343"/>
            <ac:spMk id="3" creationId="{287232C0-42DB-5EB6-1D75-B902A8029DF6}"/>
          </ac:spMkLst>
        </pc:spChg>
        <pc:spChg chg="add del">
          <ac:chgData name="José Pedro Calistro Torres de Miranda" userId="82558bf5-0a7c-4071-b398-5925c96dbeb2" providerId="ADAL" clId="{29908008-46F9-486A-995A-F1908219AA0E}" dt="2025-02-14T04:54:55.456" v="466" actId="26606"/>
          <ac:spMkLst>
            <pc:docMk/>
            <pc:sldMk cId="4063985937" sldId="343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29908008-46F9-486A-995A-F1908219AA0E}" dt="2025-02-14T04:54:55.456" v="466" actId="26606"/>
          <ac:spMkLst>
            <pc:docMk/>
            <pc:sldMk cId="4063985937" sldId="343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29908008-46F9-486A-995A-F1908219AA0E}" dt="2025-02-14T04:54:55.456" v="466" actId="26606"/>
          <ac:spMkLst>
            <pc:docMk/>
            <pc:sldMk cId="4063985937" sldId="343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29908008-46F9-486A-995A-F1908219AA0E}" dt="2025-02-14T04:54:55.456" v="466" actId="26606"/>
          <ac:spMkLst>
            <pc:docMk/>
            <pc:sldMk cId="4063985937" sldId="343"/>
            <ac:spMk id="15" creationId="{063BBA22-50EA-4C4D-BE05-F1CE4E63AA56}"/>
          </ac:spMkLst>
        </pc:spChg>
        <pc:graphicFrameChg chg="add del">
          <ac:chgData name="José Pedro Calistro Torres de Miranda" userId="82558bf5-0a7c-4071-b398-5925c96dbeb2" providerId="ADAL" clId="{29908008-46F9-486A-995A-F1908219AA0E}" dt="2025-02-14T04:54:55.456" v="466" actId="26606"/>
          <ac:graphicFrameMkLst>
            <pc:docMk/>
            <pc:sldMk cId="4063985937" sldId="343"/>
            <ac:graphicFrameMk id="5" creationId="{F97F509D-F4F5-4913-72BE-2E9CAFF2E799}"/>
          </ac:graphicFrameMkLst>
        </pc:graphicFrameChg>
        <pc:graphicFrameChg chg="add mod">
          <ac:chgData name="José Pedro Calistro Torres de Miranda" userId="82558bf5-0a7c-4071-b398-5925c96dbeb2" providerId="ADAL" clId="{29908008-46F9-486A-995A-F1908219AA0E}" dt="2025-02-14T04:55:17.160" v="473" actId="20577"/>
          <ac:graphicFrameMkLst>
            <pc:docMk/>
            <pc:sldMk cId="4063985937" sldId="343"/>
            <ac:graphicFrameMk id="17" creationId="{AE7B280B-E1FA-D3E5-0986-30F7B9B37710}"/>
          </ac:graphicFrameMkLst>
        </pc:graphicFrameChg>
      </pc:sldChg>
      <pc:sldChg chg="modSp add modAnim">
        <pc:chgData name="José Pedro Calistro Torres de Miranda" userId="82558bf5-0a7c-4071-b398-5925c96dbeb2" providerId="ADAL" clId="{29908008-46F9-486A-995A-F1908219AA0E}" dt="2025-02-14T04:58:42.238" v="483"/>
        <pc:sldMkLst>
          <pc:docMk/>
          <pc:sldMk cId="187657952" sldId="344"/>
        </pc:sldMkLst>
        <pc:graphicFrameChg chg="mod">
          <ac:chgData name="José Pedro Calistro Torres de Miranda" userId="82558bf5-0a7c-4071-b398-5925c96dbeb2" providerId="ADAL" clId="{29908008-46F9-486A-995A-F1908219AA0E}" dt="2025-02-14T04:58:42.238" v="483"/>
          <ac:graphicFrameMkLst>
            <pc:docMk/>
            <pc:sldMk cId="187657952" sldId="344"/>
            <ac:graphicFrameMk id="5" creationId="{41F36371-7ED1-FA22-4072-4C4BEA4BCBC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4" Type="http://schemas.openxmlformats.org/officeDocument/2006/relationships/image" Target="../media/image4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4" Type="http://schemas.openxmlformats.org/officeDocument/2006/relationships/image" Target="../media/image9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4" Type="http://schemas.openxmlformats.org/officeDocument/2006/relationships/image" Target="../media/image4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4" Type="http://schemas.openxmlformats.org/officeDocument/2006/relationships/image" Target="../media/image9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AA3517-3691-4938-A722-676E393395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C5BA0-0B00-4E9C-B92C-DB66F815E8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Atividade: Os 5Vs no Meu Mundo</a:t>
          </a:r>
          <a:endParaRPr lang="en-US" dirty="0"/>
        </a:p>
      </dgm:t>
    </dgm:pt>
    <dgm:pt modelId="{09630102-750C-44F7-AEB9-391E9551F155}" type="parTrans" cxnId="{CA7E4AD8-1EBF-4866-8E59-99940A7F109A}">
      <dgm:prSet/>
      <dgm:spPr/>
      <dgm:t>
        <a:bodyPr/>
        <a:lstStyle/>
        <a:p>
          <a:endParaRPr lang="en-US"/>
        </a:p>
      </dgm:t>
    </dgm:pt>
    <dgm:pt modelId="{7074EFA1-8E2E-456F-8410-94986314B16B}" type="sibTrans" cxnId="{CA7E4AD8-1EBF-4866-8E59-99940A7F109A}">
      <dgm:prSet/>
      <dgm:spPr/>
      <dgm:t>
        <a:bodyPr/>
        <a:lstStyle/>
        <a:p>
          <a:endParaRPr lang="en-US"/>
        </a:p>
      </dgm:t>
    </dgm:pt>
    <dgm:pt modelId="{6C98BBB0-D851-42DC-9FFB-BFEE5231101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O que é Big Data</a:t>
          </a:r>
          <a:endParaRPr lang="en-US" dirty="0"/>
        </a:p>
      </dgm:t>
    </dgm:pt>
    <dgm:pt modelId="{3CD79597-A42D-44AA-B745-DF989F766C75}" type="parTrans" cxnId="{670356F5-EA86-41F2-80AF-8FAF3D77A5B2}">
      <dgm:prSet/>
      <dgm:spPr/>
      <dgm:t>
        <a:bodyPr/>
        <a:lstStyle/>
        <a:p>
          <a:endParaRPr lang="pt-BR"/>
        </a:p>
      </dgm:t>
    </dgm:pt>
    <dgm:pt modelId="{42DD88EF-EF34-471A-86A8-F5101A173BAC}" type="sibTrans" cxnId="{670356F5-EA86-41F2-80AF-8FAF3D77A5B2}">
      <dgm:prSet/>
      <dgm:spPr/>
      <dgm:t>
        <a:bodyPr/>
        <a:lstStyle/>
        <a:p>
          <a:endParaRPr lang="pt-BR"/>
        </a:p>
      </dgm:t>
    </dgm:pt>
    <dgm:pt modelId="{B2B2FD26-0C3E-4BBC-9469-D6690A80F37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Os 5Vs do Big Data</a:t>
          </a:r>
          <a:endParaRPr lang="en-US" dirty="0"/>
        </a:p>
      </dgm:t>
    </dgm:pt>
    <dgm:pt modelId="{0A3BCCAE-49F9-4149-A87C-198E55CF0584}" type="parTrans" cxnId="{0D2FCFCD-DAB6-40E4-9CBC-E3F7BD1EA556}">
      <dgm:prSet/>
      <dgm:spPr/>
      <dgm:t>
        <a:bodyPr/>
        <a:lstStyle/>
        <a:p>
          <a:endParaRPr lang="pt-BR"/>
        </a:p>
      </dgm:t>
    </dgm:pt>
    <dgm:pt modelId="{D1B5B460-4C95-412D-917A-35C3D82C3981}" type="sibTrans" cxnId="{0D2FCFCD-DAB6-40E4-9CBC-E3F7BD1EA556}">
      <dgm:prSet/>
      <dgm:spPr/>
      <dgm:t>
        <a:bodyPr/>
        <a:lstStyle/>
        <a:p>
          <a:endParaRPr lang="pt-BR"/>
        </a:p>
      </dgm:t>
    </dgm:pt>
    <dgm:pt modelId="{17BA76E3-E8FD-4772-BD05-1C23FE5C5DD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Exemplos de Big Data</a:t>
          </a:r>
          <a:endParaRPr lang="en-US" dirty="0"/>
        </a:p>
      </dgm:t>
    </dgm:pt>
    <dgm:pt modelId="{C0DDDDCA-EC87-4170-8447-E188C44DAADA}" type="parTrans" cxnId="{00448C22-D930-47B5-B4F2-859ADFB16949}">
      <dgm:prSet/>
      <dgm:spPr/>
      <dgm:t>
        <a:bodyPr/>
        <a:lstStyle/>
        <a:p>
          <a:endParaRPr lang="pt-BR"/>
        </a:p>
      </dgm:t>
    </dgm:pt>
    <dgm:pt modelId="{6D82CF8F-4F07-4526-AA6C-4BA39DE8C3C7}" type="sibTrans" cxnId="{00448C22-D930-47B5-B4F2-859ADFB16949}">
      <dgm:prSet/>
      <dgm:spPr/>
      <dgm:t>
        <a:bodyPr/>
        <a:lstStyle/>
        <a:p>
          <a:endParaRPr lang="pt-BR"/>
        </a:p>
      </dgm:t>
    </dgm:pt>
    <dgm:pt modelId="{5EA39F09-A68D-47E2-B5E5-A96E67644A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Estudo de Caso - Aplicando os 5Vs</a:t>
          </a:r>
          <a:endParaRPr lang="en-US" dirty="0"/>
        </a:p>
      </dgm:t>
    </dgm:pt>
    <dgm:pt modelId="{410877D4-B923-4BD8-B730-F39E87EC73BC}" type="parTrans" cxnId="{257F54A0-6BD5-4451-BA14-0C30DA308744}">
      <dgm:prSet/>
      <dgm:spPr/>
      <dgm:t>
        <a:bodyPr/>
        <a:lstStyle/>
        <a:p>
          <a:endParaRPr lang="pt-BR"/>
        </a:p>
      </dgm:t>
    </dgm:pt>
    <dgm:pt modelId="{E6B4AED0-D554-46DA-86A5-C4AE42317A6E}" type="sibTrans" cxnId="{257F54A0-6BD5-4451-BA14-0C30DA308744}">
      <dgm:prSet/>
      <dgm:spPr/>
      <dgm:t>
        <a:bodyPr/>
        <a:lstStyle/>
        <a:p>
          <a:endParaRPr lang="pt-BR"/>
        </a:p>
      </dgm:t>
    </dgm:pt>
    <dgm:pt modelId="{B49C64D6-5E9D-4334-B579-04E542BE836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Check-out: Resumo Express</a:t>
          </a:r>
          <a:endParaRPr lang="en-US"/>
        </a:p>
      </dgm:t>
    </dgm:pt>
    <dgm:pt modelId="{0102884E-0C4E-410A-88E5-5D369621FE1B}" type="parTrans" cxnId="{9A5D71BC-911D-4ED6-82A3-F84624475E59}">
      <dgm:prSet/>
      <dgm:spPr/>
      <dgm:t>
        <a:bodyPr/>
        <a:lstStyle/>
        <a:p>
          <a:endParaRPr lang="pt-BR"/>
        </a:p>
      </dgm:t>
    </dgm:pt>
    <dgm:pt modelId="{EFB1BEE4-6420-42AF-BAAD-E054A428A95C}" type="sibTrans" cxnId="{9A5D71BC-911D-4ED6-82A3-F84624475E59}">
      <dgm:prSet/>
      <dgm:spPr/>
      <dgm:t>
        <a:bodyPr/>
        <a:lstStyle/>
        <a:p>
          <a:endParaRPr lang="pt-BR"/>
        </a:p>
      </dgm:t>
    </dgm:pt>
    <dgm:pt modelId="{D0E0DE80-BD7C-4BE6-B2C0-4B32D59F5F9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Conclusão e Próximos Passos</a:t>
          </a:r>
          <a:endParaRPr lang="en-US" dirty="0"/>
        </a:p>
      </dgm:t>
    </dgm:pt>
    <dgm:pt modelId="{E25C0EEB-BAC2-4674-9A22-DDDAD1AF3416}" type="parTrans" cxnId="{0BC83A16-4F91-429A-A3F1-AF23E3A63A36}">
      <dgm:prSet/>
      <dgm:spPr/>
      <dgm:t>
        <a:bodyPr/>
        <a:lstStyle/>
        <a:p>
          <a:endParaRPr lang="pt-BR"/>
        </a:p>
      </dgm:t>
    </dgm:pt>
    <dgm:pt modelId="{A88BEC28-347E-4856-9ADF-204FAC76E415}" type="sibTrans" cxnId="{0BC83A16-4F91-429A-A3F1-AF23E3A63A36}">
      <dgm:prSet/>
      <dgm:spPr/>
      <dgm:t>
        <a:bodyPr/>
        <a:lstStyle/>
        <a:p>
          <a:endParaRPr lang="pt-BR"/>
        </a:p>
      </dgm:t>
    </dgm:pt>
    <dgm:pt modelId="{FBCE7753-B04B-4CA6-9A9A-3950FB3E0447}" type="pres">
      <dgm:prSet presAssocID="{5AAA3517-3691-4938-A722-676E3933958D}" presName="root" presStyleCnt="0">
        <dgm:presLayoutVars>
          <dgm:dir/>
          <dgm:resizeHandles val="exact"/>
        </dgm:presLayoutVars>
      </dgm:prSet>
      <dgm:spPr/>
    </dgm:pt>
    <dgm:pt modelId="{600B3870-6406-42DA-83A3-BCEBDD532C61}" type="pres">
      <dgm:prSet presAssocID="{9DDC5BA0-0B00-4E9C-B92C-DB66F815E84A}" presName="compNode" presStyleCnt="0"/>
      <dgm:spPr/>
    </dgm:pt>
    <dgm:pt modelId="{967C7811-E1C2-434C-992A-86A4652B6E8C}" type="pres">
      <dgm:prSet presAssocID="{9DDC5BA0-0B00-4E9C-B92C-DB66F815E84A}" presName="bgRect" presStyleLbl="bgShp" presStyleIdx="0" presStyleCnt="7"/>
      <dgm:spPr/>
    </dgm:pt>
    <dgm:pt modelId="{88B697A3-FBEF-456D-B197-149D4F8EDF72}" type="pres">
      <dgm:prSet presAssocID="{9DDC5BA0-0B00-4E9C-B92C-DB66F815E8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ça"/>
        </a:ext>
      </dgm:extLst>
    </dgm:pt>
    <dgm:pt modelId="{1BC1BF4D-A813-48B9-B789-6DF414EF7831}" type="pres">
      <dgm:prSet presAssocID="{9DDC5BA0-0B00-4E9C-B92C-DB66F815E84A}" presName="spaceRect" presStyleCnt="0"/>
      <dgm:spPr/>
    </dgm:pt>
    <dgm:pt modelId="{B95310AA-1A0D-4641-9370-11C3871CC811}" type="pres">
      <dgm:prSet presAssocID="{9DDC5BA0-0B00-4E9C-B92C-DB66F815E84A}" presName="parTx" presStyleLbl="revTx" presStyleIdx="0" presStyleCnt="7">
        <dgm:presLayoutVars>
          <dgm:chMax val="0"/>
          <dgm:chPref val="0"/>
        </dgm:presLayoutVars>
      </dgm:prSet>
      <dgm:spPr/>
    </dgm:pt>
    <dgm:pt modelId="{E7D36FD0-06C4-4616-83F9-74554E5DE34B}" type="pres">
      <dgm:prSet presAssocID="{7074EFA1-8E2E-456F-8410-94986314B16B}" presName="sibTrans" presStyleCnt="0"/>
      <dgm:spPr/>
    </dgm:pt>
    <dgm:pt modelId="{47F9E224-C6DF-45FC-9A08-DE7EADEF9FF4}" type="pres">
      <dgm:prSet presAssocID="{6C98BBB0-D851-42DC-9FFB-BFEE52311019}" presName="compNode" presStyleCnt="0"/>
      <dgm:spPr/>
    </dgm:pt>
    <dgm:pt modelId="{27A37D85-3376-4183-B375-F5692D088C0A}" type="pres">
      <dgm:prSet presAssocID="{6C98BBB0-D851-42DC-9FFB-BFEE52311019}" presName="bgRect" presStyleLbl="bgShp" presStyleIdx="1" presStyleCnt="7"/>
      <dgm:spPr/>
    </dgm:pt>
    <dgm:pt modelId="{08642868-D0A1-473D-A72C-94BB0878C317}" type="pres">
      <dgm:prSet presAssocID="{6C98BBB0-D851-42DC-9FFB-BFEE5231101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Ábaco com preenchimento sólido"/>
        </a:ext>
      </dgm:extLst>
    </dgm:pt>
    <dgm:pt modelId="{49CC7C60-2E76-46DA-A22B-C59A1A804A7E}" type="pres">
      <dgm:prSet presAssocID="{6C98BBB0-D851-42DC-9FFB-BFEE52311019}" presName="spaceRect" presStyleCnt="0"/>
      <dgm:spPr/>
    </dgm:pt>
    <dgm:pt modelId="{78644A61-4AE3-4101-98BD-AAF0898B6DFF}" type="pres">
      <dgm:prSet presAssocID="{6C98BBB0-D851-42DC-9FFB-BFEE52311019}" presName="parTx" presStyleLbl="revTx" presStyleIdx="1" presStyleCnt="7">
        <dgm:presLayoutVars>
          <dgm:chMax val="0"/>
          <dgm:chPref val="0"/>
        </dgm:presLayoutVars>
      </dgm:prSet>
      <dgm:spPr/>
    </dgm:pt>
    <dgm:pt modelId="{B1FF899C-E7F0-4EB1-A022-A5D1DEABFCCE}" type="pres">
      <dgm:prSet presAssocID="{42DD88EF-EF34-471A-86A8-F5101A173BAC}" presName="sibTrans" presStyleCnt="0"/>
      <dgm:spPr/>
    </dgm:pt>
    <dgm:pt modelId="{414EDC45-E2E9-4684-B7B6-932DCBFC7115}" type="pres">
      <dgm:prSet presAssocID="{B2B2FD26-0C3E-4BBC-9469-D6690A80F37D}" presName="compNode" presStyleCnt="0"/>
      <dgm:spPr/>
    </dgm:pt>
    <dgm:pt modelId="{FD144301-C64D-4825-A141-AEC64E91185C}" type="pres">
      <dgm:prSet presAssocID="{B2B2FD26-0C3E-4BBC-9469-D6690A80F37D}" presName="bgRect" presStyleLbl="bgShp" presStyleIdx="2" presStyleCnt="7"/>
      <dgm:spPr/>
    </dgm:pt>
    <dgm:pt modelId="{333CD52D-5D76-444F-B9F6-B8862BD72579}" type="pres">
      <dgm:prSet presAssocID="{B2B2FD26-0C3E-4BBC-9469-D6690A80F37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mante com preenchimento sólido"/>
        </a:ext>
      </dgm:extLst>
    </dgm:pt>
    <dgm:pt modelId="{A6FEA316-AC9B-4522-907B-E9D7502E396B}" type="pres">
      <dgm:prSet presAssocID="{B2B2FD26-0C3E-4BBC-9469-D6690A80F37D}" presName="spaceRect" presStyleCnt="0"/>
      <dgm:spPr/>
    </dgm:pt>
    <dgm:pt modelId="{1C69269F-30D5-4927-B388-F09CF8B539E4}" type="pres">
      <dgm:prSet presAssocID="{B2B2FD26-0C3E-4BBC-9469-D6690A80F37D}" presName="parTx" presStyleLbl="revTx" presStyleIdx="2" presStyleCnt="7">
        <dgm:presLayoutVars>
          <dgm:chMax val="0"/>
          <dgm:chPref val="0"/>
        </dgm:presLayoutVars>
      </dgm:prSet>
      <dgm:spPr/>
    </dgm:pt>
    <dgm:pt modelId="{EBDD3C36-06FB-4702-AD0E-A4622D04B308}" type="pres">
      <dgm:prSet presAssocID="{D1B5B460-4C95-412D-917A-35C3D82C3981}" presName="sibTrans" presStyleCnt="0"/>
      <dgm:spPr/>
    </dgm:pt>
    <dgm:pt modelId="{C39C6E03-27A4-41A8-B728-AEFF51E74F60}" type="pres">
      <dgm:prSet presAssocID="{17BA76E3-E8FD-4772-BD05-1C23FE5C5DD4}" presName="compNode" presStyleCnt="0"/>
      <dgm:spPr/>
    </dgm:pt>
    <dgm:pt modelId="{803F44DE-8CD4-456C-911C-1F3DA00B22E1}" type="pres">
      <dgm:prSet presAssocID="{17BA76E3-E8FD-4772-BD05-1C23FE5C5DD4}" presName="bgRect" presStyleLbl="bgShp" presStyleIdx="3" presStyleCnt="7"/>
      <dgm:spPr/>
    </dgm:pt>
    <dgm:pt modelId="{FF531B6F-AEF7-4814-A35E-4FC4BF489D7C}" type="pres">
      <dgm:prSet presAssocID="{17BA76E3-E8FD-4772-BD05-1C23FE5C5DD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squisa com preenchimento sólido"/>
        </a:ext>
      </dgm:extLst>
    </dgm:pt>
    <dgm:pt modelId="{9A7112CC-164D-49DE-B148-278B19C07CEF}" type="pres">
      <dgm:prSet presAssocID="{17BA76E3-E8FD-4772-BD05-1C23FE5C5DD4}" presName="spaceRect" presStyleCnt="0"/>
      <dgm:spPr/>
    </dgm:pt>
    <dgm:pt modelId="{8DF08E7A-0705-42BB-8C2C-825A7DA3FAB1}" type="pres">
      <dgm:prSet presAssocID="{17BA76E3-E8FD-4772-BD05-1C23FE5C5DD4}" presName="parTx" presStyleLbl="revTx" presStyleIdx="3" presStyleCnt="7">
        <dgm:presLayoutVars>
          <dgm:chMax val="0"/>
          <dgm:chPref val="0"/>
        </dgm:presLayoutVars>
      </dgm:prSet>
      <dgm:spPr/>
    </dgm:pt>
    <dgm:pt modelId="{079CFF18-C108-4015-A2E4-AF8AF1092F97}" type="pres">
      <dgm:prSet presAssocID="{6D82CF8F-4F07-4526-AA6C-4BA39DE8C3C7}" presName="sibTrans" presStyleCnt="0"/>
      <dgm:spPr/>
    </dgm:pt>
    <dgm:pt modelId="{29F69E98-CC89-4D34-AD25-E9A9C56A1D55}" type="pres">
      <dgm:prSet presAssocID="{5EA39F09-A68D-47E2-B5E5-A96E67644A5F}" presName="compNode" presStyleCnt="0"/>
      <dgm:spPr/>
    </dgm:pt>
    <dgm:pt modelId="{B532D536-8197-4885-B396-0D3394E3C40D}" type="pres">
      <dgm:prSet presAssocID="{5EA39F09-A68D-47E2-B5E5-A96E67644A5F}" presName="bgRect" presStyleLbl="bgShp" presStyleIdx="4" presStyleCnt="7"/>
      <dgm:spPr/>
    </dgm:pt>
    <dgm:pt modelId="{83FF839B-BF2B-4A6F-8A55-DFD1F5FA359C}" type="pres">
      <dgm:prSet presAssocID="{5EA39F09-A68D-47E2-B5E5-A96E67644A5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crivaninha de Home Office com preenchimento sólido"/>
        </a:ext>
      </dgm:extLst>
    </dgm:pt>
    <dgm:pt modelId="{36240AF7-3455-4B5E-A530-85961EB61537}" type="pres">
      <dgm:prSet presAssocID="{5EA39F09-A68D-47E2-B5E5-A96E67644A5F}" presName="spaceRect" presStyleCnt="0"/>
      <dgm:spPr/>
    </dgm:pt>
    <dgm:pt modelId="{399C847F-C109-4725-973A-46BD1E26F834}" type="pres">
      <dgm:prSet presAssocID="{5EA39F09-A68D-47E2-B5E5-A96E67644A5F}" presName="parTx" presStyleLbl="revTx" presStyleIdx="4" presStyleCnt="7">
        <dgm:presLayoutVars>
          <dgm:chMax val="0"/>
          <dgm:chPref val="0"/>
        </dgm:presLayoutVars>
      </dgm:prSet>
      <dgm:spPr/>
    </dgm:pt>
    <dgm:pt modelId="{3EB342B2-13A2-4556-99BB-CFE57718FFB7}" type="pres">
      <dgm:prSet presAssocID="{E6B4AED0-D554-46DA-86A5-C4AE42317A6E}" presName="sibTrans" presStyleCnt="0"/>
      <dgm:spPr/>
    </dgm:pt>
    <dgm:pt modelId="{6394D954-7E57-48C4-8C91-A53583603B00}" type="pres">
      <dgm:prSet presAssocID="{B49C64D6-5E9D-4334-B579-04E542BE8361}" presName="compNode" presStyleCnt="0"/>
      <dgm:spPr/>
    </dgm:pt>
    <dgm:pt modelId="{01DD9525-6458-405F-8CAC-C2DB1AC7A5EC}" type="pres">
      <dgm:prSet presAssocID="{B49C64D6-5E9D-4334-B579-04E542BE8361}" presName="bgRect" presStyleLbl="bgShp" presStyleIdx="5" presStyleCnt="7"/>
      <dgm:spPr/>
    </dgm:pt>
    <dgm:pt modelId="{CB5C1736-58C7-48A4-877C-6941F1EA8DD4}" type="pres">
      <dgm:prSet presAssocID="{B49C64D6-5E9D-4334-B579-04E542BE836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ída com preenchimento sólido"/>
        </a:ext>
      </dgm:extLst>
    </dgm:pt>
    <dgm:pt modelId="{8FA1C6BF-3BE8-4094-BF92-A57A2ED25130}" type="pres">
      <dgm:prSet presAssocID="{B49C64D6-5E9D-4334-B579-04E542BE8361}" presName="spaceRect" presStyleCnt="0"/>
      <dgm:spPr/>
    </dgm:pt>
    <dgm:pt modelId="{99511F37-E918-41A8-8B3E-2D4C53BE7AD1}" type="pres">
      <dgm:prSet presAssocID="{B49C64D6-5E9D-4334-B579-04E542BE8361}" presName="parTx" presStyleLbl="revTx" presStyleIdx="5" presStyleCnt="7">
        <dgm:presLayoutVars>
          <dgm:chMax val="0"/>
          <dgm:chPref val="0"/>
        </dgm:presLayoutVars>
      </dgm:prSet>
      <dgm:spPr/>
    </dgm:pt>
    <dgm:pt modelId="{6E2A7E74-8FA3-42DC-8A67-4C7E566E45BD}" type="pres">
      <dgm:prSet presAssocID="{EFB1BEE4-6420-42AF-BAAD-E054A428A95C}" presName="sibTrans" presStyleCnt="0"/>
      <dgm:spPr/>
    </dgm:pt>
    <dgm:pt modelId="{CEB81F89-4852-449B-8A08-95F76AB83EC0}" type="pres">
      <dgm:prSet presAssocID="{D0E0DE80-BD7C-4BE6-B2C0-4B32D59F5F92}" presName="compNode" presStyleCnt="0"/>
      <dgm:spPr/>
    </dgm:pt>
    <dgm:pt modelId="{A7DFFE39-E6C8-4534-A22B-947B1BAA9105}" type="pres">
      <dgm:prSet presAssocID="{D0E0DE80-BD7C-4BE6-B2C0-4B32D59F5F92}" presName="bgRect" presStyleLbl="bgShp" presStyleIdx="6" presStyleCnt="7"/>
      <dgm:spPr/>
    </dgm:pt>
    <dgm:pt modelId="{2D80EA22-3968-41CC-BBA1-EBECEBF5626B}" type="pres">
      <dgm:prSet presAssocID="{D0E0DE80-BD7C-4BE6-B2C0-4B32D59F5F9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m com preenchimento sólido"/>
        </a:ext>
      </dgm:extLst>
    </dgm:pt>
    <dgm:pt modelId="{0F47AFE8-139A-4E75-833B-B15CB9D5562C}" type="pres">
      <dgm:prSet presAssocID="{D0E0DE80-BD7C-4BE6-B2C0-4B32D59F5F92}" presName="spaceRect" presStyleCnt="0"/>
      <dgm:spPr/>
    </dgm:pt>
    <dgm:pt modelId="{E17213E8-1472-41F6-A653-8793DBC3FDC3}" type="pres">
      <dgm:prSet presAssocID="{D0E0DE80-BD7C-4BE6-B2C0-4B32D59F5F9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BC83A16-4F91-429A-A3F1-AF23E3A63A36}" srcId="{5AAA3517-3691-4938-A722-676E3933958D}" destId="{D0E0DE80-BD7C-4BE6-B2C0-4B32D59F5F92}" srcOrd="6" destOrd="0" parTransId="{E25C0EEB-BAC2-4674-9A22-DDDAD1AF3416}" sibTransId="{A88BEC28-347E-4856-9ADF-204FAC76E415}"/>
    <dgm:cxn modelId="{00448C22-D930-47B5-B4F2-859ADFB16949}" srcId="{5AAA3517-3691-4938-A722-676E3933958D}" destId="{17BA76E3-E8FD-4772-BD05-1C23FE5C5DD4}" srcOrd="3" destOrd="0" parTransId="{C0DDDDCA-EC87-4170-8447-E188C44DAADA}" sibTransId="{6D82CF8F-4F07-4526-AA6C-4BA39DE8C3C7}"/>
    <dgm:cxn modelId="{B7F43B5B-2AE6-4A18-9D1C-35D13D4B988C}" type="presOf" srcId="{6C98BBB0-D851-42DC-9FFB-BFEE52311019}" destId="{78644A61-4AE3-4101-98BD-AAF0898B6DFF}" srcOrd="0" destOrd="0" presId="urn:microsoft.com/office/officeart/2018/2/layout/IconVerticalSolidList"/>
    <dgm:cxn modelId="{AF2B7B60-04FD-4A53-8638-0B83F9E987E0}" type="presOf" srcId="{17BA76E3-E8FD-4772-BD05-1C23FE5C5DD4}" destId="{8DF08E7A-0705-42BB-8C2C-825A7DA3FAB1}" srcOrd="0" destOrd="0" presId="urn:microsoft.com/office/officeart/2018/2/layout/IconVerticalSolidList"/>
    <dgm:cxn modelId="{D7A3C573-E62C-40CF-BB94-0E59F7D4B8BD}" type="presOf" srcId="{B49C64D6-5E9D-4334-B579-04E542BE8361}" destId="{99511F37-E918-41A8-8B3E-2D4C53BE7AD1}" srcOrd="0" destOrd="0" presId="urn:microsoft.com/office/officeart/2018/2/layout/IconVerticalSolidList"/>
    <dgm:cxn modelId="{47023857-47A5-4D4F-8CD7-815FC102491F}" type="presOf" srcId="{5EA39F09-A68D-47E2-B5E5-A96E67644A5F}" destId="{399C847F-C109-4725-973A-46BD1E26F834}" srcOrd="0" destOrd="0" presId="urn:microsoft.com/office/officeart/2018/2/layout/IconVerticalSolidList"/>
    <dgm:cxn modelId="{AD941687-3917-4E88-886B-EB84AC4A164D}" type="presOf" srcId="{D0E0DE80-BD7C-4BE6-B2C0-4B32D59F5F92}" destId="{E17213E8-1472-41F6-A653-8793DBC3FDC3}" srcOrd="0" destOrd="0" presId="urn:microsoft.com/office/officeart/2018/2/layout/IconVerticalSolidList"/>
    <dgm:cxn modelId="{71E4298B-F4BD-45ED-8D22-D1C466071E16}" type="presOf" srcId="{B2B2FD26-0C3E-4BBC-9469-D6690A80F37D}" destId="{1C69269F-30D5-4927-B388-F09CF8B539E4}" srcOrd="0" destOrd="0" presId="urn:microsoft.com/office/officeart/2018/2/layout/IconVerticalSolidList"/>
    <dgm:cxn modelId="{257F54A0-6BD5-4451-BA14-0C30DA308744}" srcId="{5AAA3517-3691-4938-A722-676E3933958D}" destId="{5EA39F09-A68D-47E2-B5E5-A96E67644A5F}" srcOrd="4" destOrd="0" parTransId="{410877D4-B923-4BD8-B730-F39E87EC73BC}" sibTransId="{E6B4AED0-D554-46DA-86A5-C4AE42317A6E}"/>
    <dgm:cxn modelId="{3F3804AC-09B5-4F20-B0F4-DBE757745D59}" type="presOf" srcId="{5AAA3517-3691-4938-A722-676E3933958D}" destId="{FBCE7753-B04B-4CA6-9A9A-3950FB3E0447}" srcOrd="0" destOrd="0" presId="urn:microsoft.com/office/officeart/2018/2/layout/IconVerticalSolidList"/>
    <dgm:cxn modelId="{9A5D71BC-911D-4ED6-82A3-F84624475E59}" srcId="{5AAA3517-3691-4938-A722-676E3933958D}" destId="{B49C64D6-5E9D-4334-B579-04E542BE8361}" srcOrd="5" destOrd="0" parTransId="{0102884E-0C4E-410A-88E5-5D369621FE1B}" sibTransId="{EFB1BEE4-6420-42AF-BAAD-E054A428A95C}"/>
    <dgm:cxn modelId="{0D2FCFCD-DAB6-40E4-9CBC-E3F7BD1EA556}" srcId="{5AAA3517-3691-4938-A722-676E3933958D}" destId="{B2B2FD26-0C3E-4BBC-9469-D6690A80F37D}" srcOrd="2" destOrd="0" parTransId="{0A3BCCAE-49F9-4149-A87C-198E55CF0584}" sibTransId="{D1B5B460-4C95-412D-917A-35C3D82C3981}"/>
    <dgm:cxn modelId="{CA7E4AD8-1EBF-4866-8E59-99940A7F109A}" srcId="{5AAA3517-3691-4938-A722-676E3933958D}" destId="{9DDC5BA0-0B00-4E9C-B92C-DB66F815E84A}" srcOrd="0" destOrd="0" parTransId="{09630102-750C-44F7-AEB9-391E9551F155}" sibTransId="{7074EFA1-8E2E-456F-8410-94986314B16B}"/>
    <dgm:cxn modelId="{4D0417DC-AFC2-4D06-BAC5-8A2D6603B31C}" type="presOf" srcId="{9DDC5BA0-0B00-4E9C-B92C-DB66F815E84A}" destId="{B95310AA-1A0D-4641-9370-11C3871CC811}" srcOrd="0" destOrd="0" presId="urn:microsoft.com/office/officeart/2018/2/layout/IconVerticalSolidList"/>
    <dgm:cxn modelId="{670356F5-EA86-41F2-80AF-8FAF3D77A5B2}" srcId="{5AAA3517-3691-4938-A722-676E3933958D}" destId="{6C98BBB0-D851-42DC-9FFB-BFEE52311019}" srcOrd="1" destOrd="0" parTransId="{3CD79597-A42D-44AA-B745-DF989F766C75}" sibTransId="{42DD88EF-EF34-471A-86A8-F5101A173BAC}"/>
    <dgm:cxn modelId="{49F98F9A-BA5C-43E3-8FA2-D69A944263D7}" type="presParOf" srcId="{FBCE7753-B04B-4CA6-9A9A-3950FB3E0447}" destId="{600B3870-6406-42DA-83A3-BCEBDD532C61}" srcOrd="0" destOrd="0" presId="urn:microsoft.com/office/officeart/2018/2/layout/IconVerticalSolidList"/>
    <dgm:cxn modelId="{6DEB8C06-ED8D-400F-AD31-1E651C93C0CF}" type="presParOf" srcId="{600B3870-6406-42DA-83A3-BCEBDD532C61}" destId="{967C7811-E1C2-434C-992A-86A4652B6E8C}" srcOrd="0" destOrd="0" presId="urn:microsoft.com/office/officeart/2018/2/layout/IconVerticalSolidList"/>
    <dgm:cxn modelId="{4F3530A4-D94B-42C8-899B-47C3F06B733B}" type="presParOf" srcId="{600B3870-6406-42DA-83A3-BCEBDD532C61}" destId="{88B697A3-FBEF-456D-B197-149D4F8EDF72}" srcOrd="1" destOrd="0" presId="urn:microsoft.com/office/officeart/2018/2/layout/IconVerticalSolidList"/>
    <dgm:cxn modelId="{8062AC89-B4D9-499C-80D0-0656224962E2}" type="presParOf" srcId="{600B3870-6406-42DA-83A3-BCEBDD532C61}" destId="{1BC1BF4D-A813-48B9-B789-6DF414EF7831}" srcOrd="2" destOrd="0" presId="urn:microsoft.com/office/officeart/2018/2/layout/IconVerticalSolidList"/>
    <dgm:cxn modelId="{ED24BF05-885E-423A-B19C-57B218E0A1D1}" type="presParOf" srcId="{600B3870-6406-42DA-83A3-BCEBDD532C61}" destId="{B95310AA-1A0D-4641-9370-11C3871CC811}" srcOrd="3" destOrd="0" presId="urn:microsoft.com/office/officeart/2018/2/layout/IconVerticalSolidList"/>
    <dgm:cxn modelId="{A5590566-F85F-47F0-90D7-364A5A472BF9}" type="presParOf" srcId="{FBCE7753-B04B-4CA6-9A9A-3950FB3E0447}" destId="{E7D36FD0-06C4-4616-83F9-74554E5DE34B}" srcOrd="1" destOrd="0" presId="urn:microsoft.com/office/officeart/2018/2/layout/IconVerticalSolidList"/>
    <dgm:cxn modelId="{3E655973-ADFE-4C8A-884C-C4ED7A65C153}" type="presParOf" srcId="{FBCE7753-B04B-4CA6-9A9A-3950FB3E0447}" destId="{47F9E224-C6DF-45FC-9A08-DE7EADEF9FF4}" srcOrd="2" destOrd="0" presId="urn:microsoft.com/office/officeart/2018/2/layout/IconVerticalSolidList"/>
    <dgm:cxn modelId="{149BEF6A-E2CF-43A5-9F9F-A93BCD73071C}" type="presParOf" srcId="{47F9E224-C6DF-45FC-9A08-DE7EADEF9FF4}" destId="{27A37D85-3376-4183-B375-F5692D088C0A}" srcOrd="0" destOrd="0" presId="urn:microsoft.com/office/officeart/2018/2/layout/IconVerticalSolidList"/>
    <dgm:cxn modelId="{FC844C69-C179-4768-8906-9662A4AE25EF}" type="presParOf" srcId="{47F9E224-C6DF-45FC-9A08-DE7EADEF9FF4}" destId="{08642868-D0A1-473D-A72C-94BB0878C317}" srcOrd="1" destOrd="0" presId="urn:microsoft.com/office/officeart/2018/2/layout/IconVerticalSolidList"/>
    <dgm:cxn modelId="{1BEC0606-F6CA-4264-9C25-6AAED553CC42}" type="presParOf" srcId="{47F9E224-C6DF-45FC-9A08-DE7EADEF9FF4}" destId="{49CC7C60-2E76-46DA-A22B-C59A1A804A7E}" srcOrd="2" destOrd="0" presId="urn:microsoft.com/office/officeart/2018/2/layout/IconVerticalSolidList"/>
    <dgm:cxn modelId="{94EFD433-74D6-4F14-8A85-FCC0D8225763}" type="presParOf" srcId="{47F9E224-C6DF-45FC-9A08-DE7EADEF9FF4}" destId="{78644A61-4AE3-4101-98BD-AAF0898B6DFF}" srcOrd="3" destOrd="0" presId="urn:microsoft.com/office/officeart/2018/2/layout/IconVerticalSolidList"/>
    <dgm:cxn modelId="{D8CBED94-ECCE-4EB3-826B-D70D20C077BC}" type="presParOf" srcId="{FBCE7753-B04B-4CA6-9A9A-3950FB3E0447}" destId="{B1FF899C-E7F0-4EB1-A022-A5D1DEABFCCE}" srcOrd="3" destOrd="0" presId="urn:microsoft.com/office/officeart/2018/2/layout/IconVerticalSolidList"/>
    <dgm:cxn modelId="{70986F85-D458-4C87-9EF6-C7B6944A5079}" type="presParOf" srcId="{FBCE7753-B04B-4CA6-9A9A-3950FB3E0447}" destId="{414EDC45-E2E9-4684-B7B6-932DCBFC7115}" srcOrd="4" destOrd="0" presId="urn:microsoft.com/office/officeart/2018/2/layout/IconVerticalSolidList"/>
    <dgm:cxn modelId="{910DBA2A-EAFF-4147-8319-42FCA35858AD}" type="presParOf" srcId="{414EDC45-E2E9-4684-B7B6-932DCBFC7115}" destId="{FD144301-C64D-4825-A141-AEC64E91185C}" srcOrd="0" destOrd="0" presId="urn:microsoft.com/office/officeart/2018/2/layout/IconVerticalSolidList"/>
    <dgm:cxn modelId="{D31C9D0B-E9D5-4DA1-AD3C-6B1536277C41}" type="presParOf" srcId="{414EDC45-E2E9-4684-B7B6-932DCBFC7115}" destId="{333CD52D-5D76-444F-B9F6-B8862BD72579}" srcOrd="1" destOrd="0" presId="urn:microsoft.com/office/officeart/2018/2/layout/IconVerticalSolidList"/>
    <dgm:cxn modelId="{A100D777-DA5E-45ED-BB69-4CCE5739AFF7}" type="presParOf" srcId="{414EDC45-E2E9-4684-B7B6-932DCBFC7115}" destId="{A6FEA316-AC9B-4522-907B-E9D7502E396B}" srcOrd="2" destOrd="0" presId="urn:microsoft.com/office/officeart/2018/2/layout/IconVerticalSolidList"/>
    <dgm:cxn modelId="{4ADAF9A7-7B7E-458B-BAB7-AF474ACAEA43}" type="presParOf" srcId="{414EDC45-E2E9-4684-B7B6-932DCBFC7115}" destId="{1C69269F-30D5-4927-B388-F09CF8B539E4}" srcOrd="3" destOrd="0" presId="urn:microsoft.com/office/officeart/2018/2/layout/IconVerticalSolidList"/>
    <dgm:cxn modelId="{EA6E2237-77E3-4499-9CD6-9A5F3E45A07B}" type="presParOf" srcId="{FBCE7753-B04B-4CA6-9A9A-3950FB3E0447}" destId="{EBDD3C36-06FB-4702-AD0E-A4622D04B308}" srcOrd="5" destOrd="0" presId="urn:microsoft.com/office/officeart/2018/2/layout/IconVerticalSolidList"/>
    <dgm:cxn modelId="{87621ADF-F122-42EA-B29B-D1D49A2D87C4}" type="presParOf" srcId="{FBCE7753-B04B-4CA6-9A9A-3950FB3E0447}" destId="{C39C6E03-27A4-41A8-B728-AEFF51E74F60}" srcOrd="6" destOrd="0" presId="urn:microsoft.com/office/officeart/2018/2/layout/IconVerticalSolidList"/>
    <dgm:cxn modelId="{2829038F-C168-4861-BEA7-20BF57ABD66B}" type="presParOf" srcId="{C39C6E03-27A4-41A8-B728-AEFF51E74F60}" destId="{803F44DE-8CD4-456C-911C-1F3DA00B22E1}" srcOrd="0" destOrd="0" presId="urn:microsoft.com/office/officeart/2018/2/layout/IconVerticalSolidList"/>
    <dgm:cxn modelId="{974250F9-6C3D-4F6E-BB6F-28CBA22B1738}" type="presParOf" srcId="{C39C6E03-27A4-41A8-B728-AEFF51E74F60}" destId="{FF531B6F-AEF7-4814-A35E-4FC4BF489D7C}" srcOrd="1" destOrd="0" presId="urn:microsoft.com/office/officeart/2018/2/layout/IconVerticalSolidList"/>
    <dgm:cxn modelId="{6A37DFE0-76A2-485D-94AA-21977D5BDC71}" type="presParOf" srcId="{C39C6E03-27A4-41A8-B728-AEFF51E74F60}" destId="{9A7112CC-164D-49DE-B148-278B19C07CEF}" srcOrd="2" destOrd="0" presId="urn:microsoft.com/office/officeart/2018/2/layout/IconVerticalSolidList"/>
    <dgm:cxn modelId="{88B343AB-8DBD-4D8D-84A8-1E1F7E759F2F}" type="presParOf" srcId="{C39C6E03-27A4-41A8-B728-AEFF51E74F60}" destId="{8DF08E7A-0705-42BB-8C2C-825A7DA3FAB1}" srcOrd="3" destOrd="0" presId="urn:microsoft.com/office/officeart/2018/2/layout/IconVerticalSolidList"/>
    <dgm:cxn modelId="{954E0292-AC7A-4862-942C-321468607429}" type="presParOf" srcId="{FBCE7753-B04B-4CA6-9A9A-3950FB3E0447}" destId="{079CFF18-C108-4015-A2E4-AF8AF1092F97}" srcOrd="7" destOrd="0" presId="urn:microsoft.com/office/officeart/2018/2/layout/IconVerticalSolidList"/>
    <dgm:cxn modelId="{880CC1A2-E8A0-4D81-8275-BF34D7A1CAF6}" type="presParOf" srcId="{FBCE7753-B04B-4CA6-9A9A-3950FB3E0447}" destId="{29F69E98-CC89-4D34-AD25-E9A9C56A1D55}" srcOrd="8" destOrd="0" presId="urn:microsoft.com/office/officeart/2018/2/layout/IconVerticalSolidList"/>
    <dgm:cxn modelId="{DCEDAFBD-A656-402C-8CE8-1982896CCAFD}" type="presParOf" srcId="{29F69E98-CC89-4D34-AD25-E9A9C56A1D55}" destId="{B532D536-8197-4885-B396-0D3394E3C40D}" srcOrd="0" destOrd="0" presId="urn:microsoft.com/office/officeart/2018/2/layout/IconVerticalSolidList"/>
    <dgm:cxn modelId="{1BCC32F3-D41F-4E33-8937-C0724C617D62}" type="presParOf" srcId="{29F69E98-CC89-4D34-AD25-E9A9C56A1D55}" destId="{83FF839B-BF2B-4A6F-8A55-DFD1F5FA359C}" srcOrd="1" destOrd="0" presId="urn:microsoft.com/office/officeart/2018/2/layout/IconVerticalSolidList"/>
    <dgm:cxn modelId="{12F219BE-0974-4B6D-80B9-B7F3A8BA540D}" type="presParOf" srcId="{29F69E98-CC89-4D34-AD25-E9A9C56A1D55}" destId="{36240AF7-3455-4B5E-A530-85961EB61537}" srcOrd="2" destOrd="0" presId="urn:microsoft.com/office/officeart/2018/2/layout/IconVerticalSolidList"/>
    <dgm:cxn modelId="{AA2487A2-3178-48F9-9E62-3352DEEA1BFD}" type="presParOf" srcId="{29F69E98-CC89-4D34-AD25-E9A9C56A1D55}" destId="{399C847F-C109-4725-973A-46BD1E26F834}" srcOrd="3" destOrd="0" presId="urn:microsoft.com/office/officeart/2018/2/layout/IconVerticalSolidList"/>
    <dgm:cxn modelId="{E2D53AF6-AC6E-4C03-8B5F-CA8085BF7064}" type="presParOf" srcId="{FBCE7753-B04B-4CA6-9A9A-3950FB3E0447}" destId="{3EB342B2-13A2-4556-99BB-CFE57718FFB7}" srcOrd="9" destOrd="0" presId="urn:microsoft.com/office/officeart/2018/2/layout/IconVerticalSolidList"/>
    <dgm:cxn modelId="{512CBF08-EAEB-47D7-B439-4943A3C9A5EF}" type="presParOf" srcId="{FBCE7753-B04B-4CA6-9A9A-3950FB3E0447}" destId="{6394D954-7E57-48C4-8C91-A53583603B00}" srcOrd="10" destOrd="0" presId="urn:microsoft.com/office/officeart/2018/2/layout/IconVerticalSolidList"/>
    <dgm:cxn modelId="{EB1855BA-37E1-4C6A-93EF-23DED4FC91AF}" type="presParOf" srcId="{6394D954-7E57-48C4-8C91-A53583603B00}" destId="{01DD9525-6458-405F-8CAC-C2DB1AC7A5EC}" srcOrd="0" destOrd="0" presId="urn:microsoft.com/office/officeart/2018/2/layout/IconVerticalSolidList"/>
    <dgm:cxn modelId="{5FFA50BC-360C-4BCB-B672-922EB0360760}" type="presParOf" srcId="{6394D954-7E57-48C4-8C91-A53583603B00}" destId="{CB5C1736-58C7-48A4-877C-6941F1EA8DD4}" srcOrd="1" destOrd="0" presId="urn:microsoft.com/office/officeart/2018/2/layout/IconVerticalSolidList"/>
    <dgm:cxn modelId="{F1A9DEDE-6889-411F-9D99-EE293C38A171}" type="presParOf" srcId="{6394D954-7E57-48C4-8C91-A53583603B00}" destId="{8FA1C6BF-3BE8-4094-BF92-A57A2ED25130}" srcOrd="2" destOrd="0" presId="urn:microsoft.com/office/officeart/2018/2/layout/IconVerticalSolidList"/>
    <dgm:cxn modelId="{23AE1B21-5FFA-43D9-BF2E-D5616B9202A1}" type="presParOf" srcId="{6394D954-7E57-48C4-8C91-A53583603B00}" destId="{99511F37-E918-41A8-8B3E-2D4C53BE7AD1}" srcOrd="3" destOrd="0" presId="urn:microsoft.com/office/officeart/2018/2/layout/IconVerticalSolidList"/>
    <dgm:cxn modelId="{C92B94C5-4992-4E19-9894-47DD26C08092}" type="presParOf" srcId="{FBCE7753-B04B-4CA6-9A9A-3950FB3E0447}" destId="{6E2A7E74-8FA3-42DC-8A67-4C7E566E45BD}" srcOrd="11" destOrd="0" presId="urn:microsoft.com/office/officeart/2018/2/layout/IconVerticalSolidList"/>
    <dgm:cxn modelId="{12B27F2D-15C8-4D76-BECD-C3FA7ADC0FCF}" type="presParOf" srcId="{FBCE7753-B04B-4CA6-9A9A-3950FB3E0447}" destId="{CEB81F89-4852-449B-8A08-95F76AB83EC0}" srcOrd="12" destOrd="0" presId="urn:microsoft.com/office/officeart/2018/2/layout/IconVerticalSolidList"/>
    <dgm:cxn modelId="{E514D14C-73F6-4884-829B-CF1D79173C59}" type="presParOf" srcId="{CEB81F89-4852-449B-8A08-95F76AB83EC0}" destId="{A7DFFE39-E6C8-4534-A22B-947B1BAA9105}" srcOrd="0" destOrd="0" presId="urn:microsoft.com/office/officeart/2018/2/layout/IconVerticalSolidList"/>
    <dgm:cxn modelId="{0503458A-5937-4F19-855D-432AD4E01C20}" type="presParOf" srcId="{CEB81F89-4852-449B-8A08-95F76AB83EC0}" destId="{2D80EA22-3968-41CC-BBA1-EBECEBF5626B}" srcOrd="1" destOrd="0" presId="urn:microsoft.com/office/officeart/2018/2/layout/IconVerticalSolidList"/>
    <dgm:cxn modelId="{8154CF9A-0799-41E8-AA40-8D2DAFEC9B59}" type="presParOf" srcId="{CEB81F89-4852-449B-8A08-95F76AB83EC0}" destId="{0F47AFE8-139A-4E75-833B-B15CB9D5562C}" srcOrd="2" destOrd="0" presId="urn:microsoft.com/office/officeart/2018/2/layout/IconVerticalSolidList"/>
    <dgm:cxn modelId="{4F5183F5-1741-4262-BDA3-A3D0134CBB1F}" type="presParOf" srcId="{CEB81F89-4852-449B-8A08-95F76AB83EC0}" destId="{E17213E8-1472-41F6-A653-8793DBC3FD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586D22-9459-4AFF-92A6-82F79DA8E2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7BE76F9F-E579-4B19-B659-A78EB32D6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Conjunto de dados </a:t>
          </a:r>
          <a:r>
            <a:rPr lang="en-US" dirty="0" err="1"/>
            <a:t>massivos</a:t>
          </a:r>
          <a:r>
            <a:rPr lang="en-US" dirty="0"/>
            <a:t> e </a:t>
          </a:r>
          <a:r>
            <a:rPr lang="en-US" dirty="0" err="1"/>
            <a:t>complexos</a:t>
          </a:r>
          <a:r>
            <a:rPr lang="en-US" dirty="0"/>
            <a:t> que </a:t>
          </a:r>
          <a:r>
            <a:rPr lang="en-US" dirty="0" err="1"/>
            <a:t>exigem</a:t>
          </a:r>
          <a:r>
            <a:rPr lang="en-US" dirty="0"/>
            <a:t> </a:t>
          </a:r>
          <a:r>
            <a:rPr lang="en-US" dirty="0" err="1"/>
            <a:t>novas</a:t>
          </a:r>
          <a:r>
            <a:rPr lang="en-US" dirty="0"/>
            <a:t> </a:t>
          </a:r>
          <a:r>
            <a:rPr lang="en-US" dirty="0" err="1"/>
            <a:t>formas</a:t>
          </a:r>
          <a:r>
            <a:rPr lang="en-US" dirty="0"/>
            <a:t> de </a:t>
          </a:r>
          <a:r>
            <a:rPr lang="en-US" dirty="0" err="1"/>
            <a:t>processamento</a:t>
          </a:r>
          <a:r>
            <a:rPr lang="en-US" dirty="0"/>
            <a:t> e </a:t>
          </a:r>
          <a:r>
            <a:rPr lang="en-US" dirty="0" err="1"/>
            <a:t>análise</a:t>
          </a:r>
          <a:r>
            <a:rPr lang="en-US" dirty="0"/>
            <a:t>.</a:t>
          </a:r>
        </a:p>
      </dgm:t>
    </dgm:pt>
    <dgm:pt modelId="{68FA6622-32C0-4B70-8397-C92B45535A9B}" type="parTrans" cxnId="{28D2721F-C3A3-4E22-9DAB-19D595A34549}">
      <dgm:prSet/>
      <dgm:spPr/>
      <dgm:t>
        <a:bodyPr/>
        <a:lstStyle/>
        <a:p>
          <a:endParaRPr lang="en-US"/>
        </a:p>
      </dgm:t>
    </dgm:pt>
    <dgm:pt modelId="{80DEBF6E-8CEA-459E-97FD-33178EC0CB34}" type="sibTrans" cxnId="{28D2721F-C3A3-4E22-9DAB-19D595A34549}">
      <dgm:prSet/>
      <dgm:spPr/>
      <dgm:t>
        <a:bodyPr/>
        <a:lstStyle/>
        <a:p>
          <a:endParaRPr lang="en-US"/>
        </a:p>
      </dgm:t>
    </dgm:pt>
    <dgm:pt modelId="{8F0FF8EA-A7FD-4B56-B557-032EC9C3F2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extrair</a:t>
          </a:r>
          <a:r>
            <a:rPr lang="en-US" dirty="0"/>
            <a:t> insights </a:t>
          </a:r>
          <a:r>
            <a:rPr lang="en-US" dirty="0" err="1"/>
            <a:t>valiosos</a:t>
          </a:r>
          <a:r>
            <a:rPr lang="en-US" dirty="0"/>
            <a:t> para </a:t>
          </a:r>
          <a:r>
            <a:rPr lang="en-US" dirty="0" err="1"/>
            <a:t>tomada</a:t>
          </a:r>
          <a:r>
            <a:rPr lang="en-US" dirty="0"/>
            <a:t> de </a:t>
          </a:r>
          <a:r>
            <a:rPr lang="en-US" dirty="0" err="1"/>
            <a:t>decisão</a:t>
          </a:r>
          <a:r>
            <a:rPr lang="en-US" dirty="0"/>
            <a:t>.</a:t>
          </a:r>
        </a:p>
      </dgm:t>
    </dgm:pt>
    <dgm:pt modelId="{45C94024-5A96-4655-A56F-B23F826B7A01}" type="parTrans" cxnId="{19CF9BC7-3977-4E19-AE08-51460B820178}">
      <dgm:prSet/>
      <dgm:spPr/>
      <dgm:t>
        <a:bodyPr/>
        <a:lstStyle/>
        <a:p>
          <a:endParaRPr lang="en-US"/>
        </a:p>
      </dgm:t>
    </dgm:pt>
    <dgm:pt modelId="{79330AFE-085D-4E64-ACA8-25B4C33FA18C}" type="sibTrans" cxnId="{19CF9BC7-3977-4E19-AE08-51460B820178}">
      <dgm:prSet/>
      <dgm:spPr/>
      <dgm:t>
        <a:bodyPr/>
        <a:lstStyle/>
        <a:p>
          <a:endParaRPr lang="en-US"/>
        </a:p>
      </dgm:t>
    </dgm:pt>
    <dgm:pt modelId="{851A1932-AE5C-4B17-976A-43917C4A6A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Utilizado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diversas</a:t>
          </a:r>
          <a:r>
            <a:rPr lang="en-US" dirty="0"/>
            <a:t> </a:t>
          </a:r>
          <a:r>
            <a:rPr lang="en-US" dirty="0" err="1"/>
            <a:t>indústrias</a:t>
          </a:r>
          <a:r>
            <a:rPr lang="en-US" dirty="0"/>
            <a:t>: </a:t>
          </a:r>
          <a:r>
            <a:rPr lang="en-US" dirty="0" err="1"/>
            <a:t>saúde</a:t>
          </a:r>
          <a:r>
            <a:rPr lang="en-US" dirty="0"/>
            <a:t>, </a:t>
          </a:r>
          <a:r>
            <a:rPr lang="en-US" dirty="0" err="1"/>
            <a:t>finanças</a:t>
          </a:r>
          <a:r>
            <a:rPr lang="en-US" dirty="0"/>
            <a:t>, </a:t>
          </a:r>
          <a:r>
            <a:rPr lang="en-US" dirty="0" err="1"/>
            <a:t>entretenimento</a:t>
          </a:r>
          <a:r>
            <a:rPr lang="en-US" dirty="0"/>
            <a:t>, etc.</a:t>
          </a:r>
        </a:p>
      </dgm:t>
    </dgm:pt>
    <dgm:pt modelId="{EB9DAFED-626E-4C8E-A24D-1DF43B5761EF}" type="parTrans" cxnId="{A7C01908-D16D-4560-AA13-DD32683E3A76}">
      <dgm:prSet/>
      <dgm:spPr/>
      <dgm:t>
        <a:bodyPr/>
        <a:lstStyle/>
        <a:p>
          <a:endParaRPr lang="en-US"/>
        </a:p>
      </dgm:t>
    </dgm:pt>
    <dgm:pt modelId="{E302415B-57C1-4780-BE0E-5DFEA6CDD8F9}" type="sibTrans" cxnId="{A7C01908-D16D-4560-AA13-DD32683E3A76}">
      <dgm:prSet/>
      <dgm:spPr/>
      <dgm:t>
        <a:bodyPr/>
        <a:lstStyle/>
        <a:p>
          <a:endParaRPr lang="en-US"/>
        </a:p>
      </dgm:t>
    </dgm:pt>
    <dgm:pt modelId="{6A7E017F-DD48-4A8F-98BC-ED716D498793}" type="pres">
      <dgm:prSet presAssocID="{23586D22-9459-4AFF-92A6-82F79DA8E2DD}" presName="root" presStyleCnt="0">
        <dgm:presLayoutVars>
          <dgm:dir/>
          <dgm:resizeHandles val="exact"/>
        </dgm:presLayoutVars>
      </dgm:prSet>
      <dgm:spPr/>
    </dgm:pt>
    <dgm:pt modelId="{1D0ED2BA-09E6-4E23-8A19-8A0A83D4C524}" type="pres">
      <dgm:prSet presAssocID="{7BE76F9F-E579-4B19-B659-A78EB32D61E7}" presName="compNode" presStyleCnt="0"/>
      <dgm:spPr/>
    </dgm:pt>
    <dgm:pt modelId="{EA6CACB6-258E-4B4F-A7DA-8A65A2CBFB3F}" type="pres">
      <dgm:prSet presAssocID="{7BE76F9F-E579-4B19-B659-A78EB32D61E7}" presName="bgRect" presStyleLbl="bgShp" presStyleIdx="0" presStyleCnt="3"/>
      <dgm:spPr/>
    </dgm:pt>
    <dgm:pt modelId="{58795160-E2CE-4C0F-9807-71ABDF3258DA}" type="pres">
      <dgm:prSet presAssocID="{7BE76F9F-E579-4B19-B659-A78EB32D61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916218AC-CA14-4682-AA6D-0C88ECB25F62}" type="pres">
      <dgm:prSet presAssocID="{7BE76F9F-E579-4B19-B659-A78EB32D61E7}" presName="spaceRect" presStyleCnt="0"/>
      <dgm:spPr/>
    </dgm:pt>
    <dgm:pt modelId="{29E02D45-2FC9-4C6E-A57E-E008B4EB9C26}" type="pres">
      <dgm:prSet presAssocID="{7BE76F9F-E579-4B19-B659-A78EB32D61E7}" presName="parTx" presStyleLbl="revTx" presStyleIdx="0" presStyleCnt="3">
        <dgm:presLayoutVars>
          <dgm:chMax val="0"/>
          <dgm:chPref val="0"/>
        </dgm:presLayoutVars>
      </dgm:prSet>
      <dgm:spPr/>
    </dgm:pt>
    <dgm:pt modelId="{45E11CB8-D7F1-421F-8986-542AA6DFF588}" type="pres">
      <dgm:prSet presAssocID="{80DEBF6E-8CEA-459E-97FD-33178EC0CB34}" presName="sibTrans" presStyleCnt="0"/>
      <dgm:spPr/>
    </dgm:pt>
    <dgm:pt modelId="{5C6C4414-A4E0-40F0-A98E-4634D9202AC2}" type="pres">
      <dgm:prSet presAssocID="{8F0FF8EA-A7FD-4B56-B557-032EC9C3F284}" presName="compNode" presStyleCnt="0"/>
      <dgm:spPr/>
    </dgm:pt>
    <dgm:pt modelId="{A45D6DAA-3CB3-4CB1-9C5F-E3E048D2DF49}" type="pres">
      <dgm:prSet presAssocID="{8F0FF8EA-A7FD-4B56-B557-032EC9C3F284}" presName="bgRect" presStyleLbl="bgShp" presStyleIdx="1" presStyleCnt="3"/>
      <dgm:spPr/>
    </dgm:pt>
    <dgm:pt modelId="{C2723908-36D6-47B8-8150-AECCD4179698}" type="pres">
      <dgm:prSet presAssocID="{8F0FF8EA-A7FD-4B56-B557-032EC9C3F2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4239D9BB-8D89-4A2F-BCB8-BF327C0675FA}" type="pres">
      <dgm:prSet presAssocID="{8F0FF8EA-A7FD-4B56-B557-032EC9C3F284}" presName="spaceRect" presStyleCnt="0"/>
      <dgm:spPr/>
    </dgm:pt>
    <dgm:pt modelId="{8744A1A5-619E-41EF-B891-CBFF2413F32E}" type="pres">
      <dgm:prSet presAssocID="{8F0FF8EA-A7FD-4B56-B557-032EC9C3F284}" presName="parTx" presStyleLbl="revTx" presStyleIdx="1" presStyleCnt="3">
        <dgm:presLayoutVars>
          <dgm:chMax val="0"/>
          <dgm:chPref val="0"/>
        </dgm:presLayoutVars>
      </dgm:prSet>
      <dgm:spPr/>
    </dgm:pt>
    <dgm:pt modelId="{2EBE2B8C-B9B6-430D-B67F-22675F5AFA33}" type="pres">
      <dgm:prSet presAssocID="{79330AFE-085D-4E64-ACA8-25B4C33FA18C}" presName="sibTrans" presStyleCnt="0"/>
      <dgm:spPr/>
    </dgm:pt>
    <dgm:pt modelId="{83055DE4-E71C-4D16-8495-FD45993DD80E}" type="pres">
      <dgm:prSet presAssocID="{851A1932-AE5C-4B17-976A-43917C4A6A75}" presName="compNode" presStyleCnt="0"/>
      <dgm:spPr/>
    </dgm:pt>
    <dgm:pt modelId="{22B243B3-49DB-4017-8C96-C895B72F6EE5}" type="pres">
      <dgm:prSet presAssocID="{851A1932-AE5C-4B17-976A-43917C4A6A75}" presName="bgRect" presStyleLbl="bgShp" presStyleIdx="2" presStyleCnt="3"/>
      <dgm:spPr/>
    </dgm:pt>
    <dgm:pt modelId="{A6C251DC-A9DA-40FF-AB15-E3EE5413E769}" type="pres">
      <dgm:prSet presAssocID="{851A1932-AE5C-4B17-976A-43917C4A6A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540C29EC-36D0-4447-B397-65270D4D5A6D}" type="pres">
      <dgm:prSet presAssocID="{851A1932-AE5C-4B17-976A-43917C4A6A75}" presName="spaceRect" presStyleCnt="0"/>
      <dgm:spPr/>
    </dgm:pt>
    <dgm:pt modelId="{6AC8FF35-E98D-430D-9C94-7CB919EF7483}" type="pres">
      <dgm:prSet presAssocID="{851A1932-AE5C-4B17-976A-43917C4A6A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C01908-D16D-4560-AA13-DD32683E3A76}" srcId="{23586D22-9459-4AFF-92A6-82F79DA8E2DD}" destId="{851A1932-AE5C-4B17-976A-43917C4A6A75}" srcOrd="2" destOrd="0" parTransId="{EB9DAFED-626E-4C8E-A24D-1DF43B5761EF}" sibTransId="{E302415B-57C1-4780-BE0E-5DFEA6CDD8F9}"/>
    <dgm:cxn modelId="{28D2721F-C3A3-4E22-9DAB-19D595A34549}" srcId="{23586D22-9459-4AFF-92A6-82F79DA8E2DD}" destId="{7BE76F9F-E579-4B19-B659-A78EB32D61E7}" srcOrd="0" destOrd="0" parTransId="{68FA6622-32C0-4B70-8397-C92B45535A9B}" sibTransId="{80DEBF6E-8CEA-459E-97FD-33178EC0CB34}"/>
    <dgm:cxn modelId="{1767C942-C673-4594-9E90-B19552207795}" type="presOf" srcId="{851A1932-AE5C-4B17-976A-43917C4A6A75}" destId="{6AC8FF35-E98D-430D-9C94-7CB919EF7483}" srcOrd="0" destOrd="0" presId="urn:microsoft.com/office/officeart/2018/2/layout/IconVerticalSolidList"/>
    <dgm:cxn modelId="{AF986244-E0D3-4158-986E-24B9E59F280A}" type="presOf" srcId="{8F0FF8EA-A7FD-4B56-B557-032EC9C3F284}" destId="{8744A1A5-619E-41EF-B891-CBFF2413F32E}" srcOrd="0" destOrd="0" presId="urn:microsoft.com/office/officeart/2018/2/layout/IconVerticalSolidList"/>
    <dgm:cxn modelId="{3F87C36E-FF3E-4BE5-A748-2E2D89C7EDCD}" type="presOf" srcId="{7BE76F9F-E579-4B19-B659-A78EB32D61E7}" destId="{29E02D45-2FC9-4C6E-A57E-E008B4EB9C26}" srcOrd="0" destOrd="0" presId="urn:microsoft.com/office/officeart/2018/2/layout/IconVerticalSolidList"/>
    <dgm:cxn modelId="{93FE377B-0D76-4E54-B213-3D426F24BDEF}" type="presOf" srcId="{23586D22-9459-4AFF-92A6-82F79DA8E2DD}" destId="{6A7E017F-DD48-4A8F-98BC-ED716D498793}" srcOrd="0" destOrd="0" presId="urn:microsoft.com/office/officeart/2018/2/layout/IconVerticalSolidList"/>
    <dgm:cxn modelId="{19CF9BC7-3977-4E19-AE08-51460B820178}" srcId="{23586D22-9459-4AFF-92A6-82F79DA8E2DD}" destId="{8F0FF8EA-A7FD-4B56-B557-032EC9C3F284}" srcOrd="1" destOrd="0" parTransId="{45C94024-5A96-4655-A56F-B23F826B7A01}" sibTransId="{79330AFE-085D-4E64-ACA8-25B4C33FA18C}"/>
    <dgm:cxn modelId="{DFDACBF4-E3F6-4D99-8DD8-44CA0F1FF395}" type="presParOf" srcId="{6A7E017F-DD48-4A8F-98BC-ED716D498793}" destId="{1D0ED2BA-09E6-4E23-8A19-8A0A83D4C524}" srcOrd="0" destOrd="0" presId="urn:microsoft.com/office/officeart/2018/2/layout/IconVerticalSolidList"/>
    <dgm:cxn modelId="{3D9D889D-186A-4AFD-87AA-231DE638B1C0}" type="presParOf" srcId="{1D0ED2BA-09E6-4E23-8A19-8A0A83D4C524}" destId="{EA6CACB6-258E-4B4F-A7DA-8A65A2CBFB3F}" srcOrd="0" destOrd="0" presId="urn:microsoft.com/office/officeart/2018/2/layout/IconVerticalSolidList"/>
    <dgm:cxn modelId="{3722D19F-DD9D-465B-8837-AF575773AED1}" type="presParOf" srcId="{1D0ED2BA-09E6-4E23-8A19-8A0A83D4C524}" destId="{58795160-E2CE-4C0F-9807-71ABDF3258DA}" srcOrd="1" destOrd="0" presId="urn:microsoft.com/office/officeart/2018/2/layout/IconVerticalSolidList"/>
    <dgm:cxn modelId="{E1B9312B-9EC5-47C6-BF08-5CC293AD2875}" type="presParOf" srcId="{1D0ED2BA-09E6-4E23-8A19-8A0A83D4C524}" destId="{916218AC-CA14-4682-AA6D-0C88ECB25F62}" srcOrd="2" destOrd="0" presId="urn:microsoft.com/office/officeart/2018/2/layout/IconVerticalSolidList"/>
    <dgm:cxn modelId="{60D82FCA-3398-49E4-9C9F-4721ED9BF189}" type="presParOf" srcId="{1D0ED2BA-09E6-4E23-8A19-8A0A83D4C524}" destId="{29E02D45-2FC9-4C6E-A57E-E008B4EB9C26}" srcOrd="3" destOrd="0" presId="urn:microsoft.com/office/officeart/2018/2/layout/IconVerticalSolidList"/>
    <dgm:cxn modelId="{1C2C4439-A59C-4C5F-8494-26D1CA3BBE0F}" type="presParOf" srcId="{6A7E017F-DD48-4A8F-98BC-ED716D498793}" destId="{45E11CB8-D7F1-421F-8986-542AA6DFF588}" srcOrd="1" destOrd="0" presId="urn:microsoft.com/office/officeart/2018/2/layout/IconVerticalSolidList"/>
    <dgm:cxn modelId="{0815E985-C613-44E9-8875-57514CFE16A7}" type="presParOf" srcId="{6A7E017F-DD48-4A8F-98BC-ED716D498793}" destId="{5C6C4414-A4E0-40F0-A98E-4634D9202AC2}" srcOrd="2" destOrd="0" presId="urn:microsoft.com/office/officeart/2018/2/layout/IconVerticalSolidList"/>
    <dgm:cxn modelId="{F38C6F38-CD41-4DDC-B962-3E9919FBAF29}" type="presParOf" srcId="{5C6C4414-A4E0-40F0-A98E-4634D9202AC2}" destId="{A45D6DAA-3CB3-4CB1-9C5F-E3E048D2DF49}" srcOrd="0" destOrd="0" presId="urn:microsoft.com/office/officeart/2018/2/layout/IconVerticalSolidList"/>
    <dgm:cxn modelId="{15FD9479-A3A7-4E5C-99CF-298E8F75BAFA}" type="presParOf" srcId="{5C6C4414-A4E0-40F0-A98E-4634D9202AC2}" destId="{C2723908-36D6-47B8-8150-AECCD4179698}" srcOrd="1" destOrd="0" presId="urn:microsoft.com/office/officeart/2018/2/layout/IconVerticalSolidList"/>
    <dgm:cxn modelId="{066A126A-13CB-46D1-900A-F764F3DAFDAB}" type="presParOf" srcId="{5C6C4414-A4E0-40F0-A98E-4634D9202AC2}" destId="{4239D9BB-8D89-4A2F-BCB8-BF327C0675FA}" srcOrd="2" destOrd="0" presId="urn:microsoft.com/office/officeart/2018/2/layout/IconVerticalSolidList"/>
    <dgm:cxn modelId="{2487F487-F302-46A3-A950-4ED05CF70846}" type="presParOf" srcId="{5C6C4414-A4E0-40F0-A98E-4634D9202AC2}" destId="{8744A1A5-619E-41EF-B891-CBFF2413F32E}" srcOrd="3" destOrd="0" presId="urn:microsoft.com/office/officeart/2018/2/layout/IconVerticalSolidList"/>
    <dgm:cxn modelId="{3828DF8C-A17C-498B-9A7B-320C95D9497C}" type="presParOf" srcId="{6A7E017F-DD48-4A8F-98BC-ED716D498793}" destId="{2EBE2B8C-B9B6-430D-B67F-22675F5AFA33}" srcOrd="3" destOrd="0" presId="urn:microsoft.com/office/officeart/2018/2/layout/IconVerticalSolidList"/>
    <dgm:cxn modelId="{4A4590E4-9182-419F-82C3-ECBFC754E22F}" type="presParOf" srcId="{6A7E017F-DD48-4A8F-98BC-ED716D498793}" destId="{83055DE4-E71C-4D16-8495-FD45993DD80E}" srcOrd="4" destOrd="0" presId="urn:microsoft.com/office/officeart/2018/2/layout/IconVerticalSolidList"/>
    <dgm:cxn modelId="{24904F15-A297-4C26-A0F0-D8DAA8D9D042}" type="presParOf" srcId="{83055DE4-E71C-4D16-8495-FD45993DD80E}" destId="{22B243B3-49DB-4017-8C96-C895B72F6EE5}" srcOrd="0" destOrd="0" presId="urn:microsoft.com/office/officeart/2018/2/layout/IconVerticalSolidList"/>
    <dgm:cxn modelId="{FBEC28D9-293E-444D-84B1-B0BD801CE2B0}" type="presParOf" srcId="{83055DE4-E71C-4D16-8495-FD45993DD80E}" destId="{A6C251DC-A9DA-40FF-AB15-E3EE5413E769}" srcOrd="1" destOrd="0" presId="urn:microsoft.com/office/officeart/2018/2/layout/IconVerticalSolidList"/>
    <dgm:cxn modelId="{158D99D0-3C62-419E-864F-7DC0808803AC}" type="presParOf" srcId="{83055DE4-E71C-4D16-8495-FD45993DD80E}" destId="{540C29EC-36D0-4447-B397-65270D4D5A6D}" srcOrd="2" destOrd="0" presId="urn:microsoft.com/office/officeart/2018/2/layout/IconVerticalSolidList"/>
    <dgm:cxn modelId="{506CF091-8EF1-4492-B682-DC6A51DA1496}" type="presParOf" srcId="{83055DE4-E71C-4D16-8495-FD45993DD80E}" destId="{6AC8FF35-E98D-430D-9C94-7CB919EF74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4E5677-C87F-4FFF-9CE9-D69AD860C3CB}" type="doc">
      <dgm:prSet loTypeId="urn:microsoft.com/office/officeart/2005/8/layout/vProcess5" loCatId="process" qsTypeId="urn:microsoft.com/office/officeart/2005/8/quickstyle/simple4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F1A74FF2-360F-4743-8A0C-1880693A6E00}">
      <dgm:prSet/>
      <dgm:spPr/>
      <dgm:t>
        <a:bodyPr/>
        <a:lstStyle/>
        <a:p>
          <a:r>
            <a:rPr lang="en-US" dirty="0"/>
            <a:t>1. Volume - Grandes </a:t>
          </a:r>
          <a:r>
            <a:rPr lang="en-US" dirty="0" err="1"/>
            <a:t>quantidades</a:t>
          </a:r>
          <a:r>
            <a:rPr lang="en-US" dirty="0"/>
            <a:t> de dados </a:t>
          </a:r>
          <a:r>
            <a:rPr lang="en-US" dirty="0" err="1"/>
            <a:t>gerados</a:t>
          </a:r>
          <a:r>
            <a:rPr lang="en-US" dirty="0"/>
            <a:t> </a:t>
          </a:r>
          <a:r>
            <a:rPr lang="en-US" dirty="0" err="1"/>
            <a:t>diariamente</a:t>
          </a:r>
          <a:r>
            <a:rPr lang="en-US" dirty="0"/>
            <a:t>.</a:t>
          </a:r>
        </a:p>
      </dgm:t>
    </dgm:pt>
    <dgm:pt modelId="{EB73663F-238C-4216-B4ED-18ADD9624157}" type="parTrans" cxnId="{66CD392F-3A9C-4C5C-8505-E2158578B071}">
      <dgm:prSet/>
      <dgm:spPr/>
      <dgm:t>
        <a:bodyPr/>
        <a:lstStyle/>
        <a:p>
          <a:endParaRPr lang="en-US"/>
        </a:p>
      </dgm:t>
    </dgm:pt>
    <dgm:pt modelId="{010FDFC6-F706-4FF1-ACFC-0A528F9E19D6}" type="sibTrans" cxnId="{66CD392F-3A9C-4C5C-8505-E2158578B071}">
      <dgm:prSet/>
      <dgm:spPr/>
      <dgm:t>
        <a:bodyPr/>
        <a:lstStyle/>
        <a:p>
          <a:endParaRPr lang="en-US"/>
        </a:p>
      </dgm:t>
    </dgm:pt>
    <dgm:pt modelId="{B3FE96D0-64AE-43D4-89C0-91CCBADBE3F6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Velocidade</a:t>
          </a:r>
          <a:r>
            <a:rPr lang="en-US" dirty="0"/>
            <a:t> - </a:t>
          </a:r>
          <a:r>
            <a:rPr lang="en-US" dirty="0" err="1"/>
            <a:t>Rapidez</a:t>
          </a:r>
          <a:r>
            <a:rPr lang="en-US" dirty="0"/>
            <a:t> com que </a:t>
          </a:r>
          <a:r>
            <a:rPr lang="en-US" dirty="0" err="1"/>
            <a:t>os</a:t>
          </a:r>
          <a:r>
            <a:rPr lang="en-US" dirty="0"/>
            <a:t> dados </a:t>
          </a:r>
          <a:r>
            <a:rPr lang="en-US" dirty="0" err="1"/>
            <a:t>são</a:t>
          </a:r>
          <a:r>
            <a:rPr lang="en-US" dirty="0"/>
            <a:t> </a:t>
          </a:r>
          <a:r>
            <a:rPr lang="en-US" dirty="0" err="1"/>
            <a:t>gerados</a:t>
          </a:r>
          <a:r>
            <a:rPr lang="en-US" dirty="0"/>
            <a:t> e </a:t>
          </a:r>
          <a:r>
            <a:rPr lang="en-US" dirty="0" err="1"/>
            <a:t>processados</a:t>
          </a:r>
          <a:r>
            <a:rPr lang="en-US" dirty="0"/>
            <a:t>.</a:t>
          </a:r>
        </a:p>
      </dgm:t>
    </dgm:pt>
    <dgm:pt modelId="{5E3B41B9-8BF9-4EA6-878B-FFCB19769387}" type="parTrans" cxnId="{0D696E51-F485-4E38-B819-CEAA1846601F}">
      <dgm:prSet/>
      <dgm:spPr/>
      <dgm:t>
        <a:bodyPr/>
        <a:lstStyle/>
        <a:p>
          <a:endParaRPr lang="en-US"/>
        </a:p>
      </dgm:t>
    </dgm:pt>
    <dgm:pt modelId="{F0248936-0544-4D53-B048-996C0CBA8565}" type="sibTrans" cxnId="{0D696E51-F485-4E38-B819-CEAA1846601F}">
      <dgm:prSet/>
      <dgm:spPr/>
      <dgm:t>
        <a:bodyPr/>
        <a:lstStyle/>
        <a:p>
          <a:endParaRPr lang="en-US"/>
        </a:p>
      </dgm:t>
    </dgm:pt>
    <dgm:pt modelId="{8D7A3DB8-6A03-4821-A086-84C727528470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Variedade</a:t>
          </a:r>
          <a:r>
            <a:rPr lang="en-US" dirty="0"/>
            <a:t> - </a:t>
          </a:r>
          <a:r>
            <a:rPr lang="en-US" dirty="0" err="1"/>
            <a:t>Diferentes</a:t>
          </a:r>
          <a:r>
            <a:rPr lang="en-US" dirty="0"/>
            <a:t> </a:t>
          </a:r>
          <a:r>
            <a:rPr lang="en-US" dirty="0" err="1"/>
            <a:t>formatos</a:t>
          </a:r>
          <a:r>
            <a:rPr lang="en-US" dirty="0"/>
            <a:t> de dados (</a:t>
          </a:r>
          <a:r>
            <a:rPr lang="en-US" dirty="0" err="1"/>
            <a:t>texto</a:t>
          </a:r>
          <a:r>
            <a:rPr lang="en-US" dirty="0"/>
            <a:t>, </a:t>
          </a:r>
          <a:r>
            <a:rPr lang="en-US" dirty="0" err="1"/>
            <a:t>imagem</a:t>
          </a:r>
          <a:r>
            <a:rPr lang="en-US" dirty="0"/>
            <a:t>, </a:t>
          </a:r>
          <a:r>
            <a:rPr lang="en-US" dirty="0" err="1"/>
            <a:t>vídeo</a:t>
          </a:r>
          <a:r>
            <a:rPr lang="en-US" dirty="0"/>
            <a:t>, etc.).</a:t>
          </a:r>
        </a:p>
      </dgm:t>
    </dgm:pt>
    <dgm:pt modelId="{6FF77D14-8B23-49DE-9C1F-00EF068ADE65}" type="parTrans" cxnId="{C21C468C-61E7-45C7-838D-5306FCA598D7}">
      <dgm:prSet/>
      <dgm:spPr/>
      <dgm:t>
        <a:bodyPr/>
        <a:lstStyle/>
        <a:p>
          <a:endParaRPr lang="en-US"/>
        </a:p>
      </dgm:t>
    </dgm:pt>
    <dgm:pt modelId="{1799D66B-430A-49A9-A081-10056FEE7B54}" type="sibTrans" cxnId="{C21C468C-61E7-45C7-838D-5306FCA598D7}">
      <dgm:prSet/>
      <dgm:spPr/>
      <dgm:t>
        <a:bodyPr/>
        <a:lstStyle/>
        <a:p>
          <a:endParaRPr lang="en-US"/>
        </a:p>
      </dgm:t>
    </dgm:pt>
    <dgm:pt modelId="{B68E4D23-79F8-4748-83BC-F0D48AE41252}">
      <dgm:prSet/>
      <dgm:spPr/>
      <dgm:t>
        <a:bodyPr/>
        <a:lstStyle/>
        <a:p>
          <a:r>
            <a:rPr lang="en-US" dirty="0"/>
            <a:t>4. Valor- </a:t>
          </a:r>
          <a:r>
            <a:rPr lang="en-US" dirty="0" err="1"/>
            <a:t>Importância</a:t>
          </a:r>
          <a:r>
            <a:rPr lang="en-US" dirty="0"/>
            <a:t> dos dados para </a:t>
          </a:r>
          <a:r>
            <a:rPr lang="en-US" dirty="0" err="1"/>
            <a:t>gerar</a:t>
          </a:r>
          <a:r>
            <a:rPr lang="en-US" dirty="0"/>
            <a:t> insights e </a:t>
          </a:r>
          <a:r>
            <a:rPr lang="en-US" dirty="0" err="1"/>
            <a:t>decisões</a:t>
          </a:r>
          <a:r>
            <a:rPr lang="en-US" dirty="0"/>
            <a:t>.</a:t>
          </a:r>
        </a:p>
      </dgm:t>
    </dgm:pt>
    <dgm:pt modelId="{033ADDF7-B5CB-4342-8C50-7BCA2D3CC48C}" type="parTrans" cxnId="{346E72C1-B5FD-4D88-A1F0-00C554084CB4}">
      <dgm:prSet/>
      <dgm:spPr/>
      <dgm:t>
        <a:bodyPr/>
        <a:lstStyle/>
        <a:p>
          <a:endParaRPr lang="en-US"/>
        </a:p>
      </dgm:t>
    </dgm:pt>
    <dgm:pt modelId="{E706DD8C-E308-4BBF-9141-914FB705FB0E}" type="sibTrans" cxnId="{346E72C1-B5FD-4D88-A1F0-00C554084CB4}">
      <dgm:prSet/>
      <dgm:spPr/>
      <dgm:t>
        <a:bodyPr/>
        <a:lstStyle/>
        <a:p>
          <a:endParaRPr lang="en-US"/>
        </a:p>
      </dgm:t>
    </dgm:pt>
    <dgm:pt modelId="{A6CAEB04-C165-4C16-B405-FA04B6B7447B}">
      <dgm:prSet/>
      <dgm:spPr/>
      <dgm:t>
        <a:bodyPr/>
        <a:lstStyle/>
        <a:p>
          <a:r>
            <a:rPr lang="en-US" dirty="0"/>
            <a:t>5. </a:t>
          </a:r>
          <a:r>
            <a:rPr lang="en-US" dirty="0" err="1"/>
            <a:t>Veracidade</a:t>
          </a:r>
          <a:r>
            <a:rPr lang="en-US" dirty="0"/>
            <a:t> - </a:t>
          </a:r>
          <a:r>
            <a:rPr lang="en-US" dirty="0" err="1"/>
            <a:t>Qualidade</a:t>
          </a:r>
          <a:r>
            <a:rPr lang="en-US" dirty="0"/>
            <a:t> e </a:t>
          </a:r>
          <a:r>
            <a:rPr lang="en-US" dirty="0" err="1"/>
            <a:t>confiabilidade</a:t>
          </a:r>
          <a:r>
            <a:rPr lang="en-US" dirty="0"/>
            <a:t> dos dados.</a:t>
          </a:r>
        </a:p>
      </dgm:t>
    </dgm:pt>
    <dgm:pt modelId="{4712C300-1C2E-4302-ADC9-99A93858AC34}" type="parTrans" cxnId="{E249F399-8F67-4827-941D-113483FFAB99}">
      <dgm:prSet/>
      <dgm:spPr/>
      <dgm:t>
        <a:bodyPr/>
        <a:lstStyle/>
        <a:p>
          <a:endParaRPr lang="pt-BR"/>
        </a:p>
      </dgm:t>
    </dgm:pt>
    <dgm:pt modelId="{A2A367F1-F26A-4EC6-9572-95F1776AE351}" type="sibTrans" cxnId="{E249F399-8F67-4827-941D-113483FFAB99}">
      <dgm:prSet/>
      <dgm:spPr/>
      <dgm:t>
        <a:bodyPr/>
        <a:lstStyle/>
        <a:p>
          <a:endParaRPr lang="pt-BR"/>
        </a:p>
      </dgm:t>
    </dgm:pt>
    <dgm:pt modelId="{EFEDF266-9CF2-4A5B-9695-883E5C8C3418}" type="pres">
      <dgm:prSet presAssocID="{DC4E5677-C87F-4FFF-9CE9-D69AD860C3CB}" presName="outerComposite" presStyleCnt="0">
        <dgm:presLayoutVars>
          <dgm:chMax val="5"/>
          <dgm:dir/>
          <dgm:resizeHandles val="exact"/>
        </dgm:presLayoutVars>
      </dgm:prSet>
      <dgm:spPr/>
    </dgm:pt>
    <dgm:pt modelId="{43F88A11-B998-4303-987B-809AAC1D1BA1}" type="pres">
      <dgm:prSet presAssocID="{DC4E5677-C87F-4FFF-9CE9-D69AD860C3CB}" presName="dummyMaxCanvas" presStyleCnt="0">
        <dgm:presLayoutVars/>
      </dgm:prSet>
      <dgm:spPr/>
    </dgm:pt>
    <dgm:pt modelId="{D31A27C6-6031-498E-94F2-964B74C6EBF3}" type="pres">
      <dgm:prSet presAssocID="{DC4E5677-C87F-4FFF-9CE9-D69AD860C3CB}" presName="FiveNodes_1" presStyleLbl="node1" presStyleIdx="0" presStyleCnt="5">
        <dgm:presLayoutVars>
          <dgm:bulletEnabled val="1"/>
        </dgm:presLayoutVars>
      </dgm:prSet>
      <dgm:spPr/>
    </dgm:pt>
    <dgm:pt modelId="{5BBB4E70-7524-44D0-8C62-68983519AF65}" type="pres">
      <dgm:prSet presAssocID="{DC4E5677-C87F-4FFF-9CE9-D69AD860C3CB}" presName="FiveNodes_2" presStyleLbl="node1" presStyleIdx="1" presStyleCnt="5">
        <dgm:presLayoutVars>
          <dgm:bulletEnabled val="1"/>
        </dgm:presLayoutVars>
      </dgm:prSet>
      <dgm:spPr/>
    </dgm:pt>
    <dgm:pt modelId="{3037FF9F-AAB0-429B-8F37-D081193754ED}" type="pres">
      <dgm:prSet presAssocID="{DC4E5677-C87F-4FFF-9CE9-D69AD860C3CB}" presName="FiveNodes_3" presStyleLbl="node1" presStyleIdx="2" presStyleCnt="5">
        <dgm:presLayoutVars>
          <dgm:bulletEnabled val="1"/>
        </dgm:presLayoutVars>
      </dgm:prSet>
      <dgm:spPr/>
    </dgm:pt>
    <dgm:pt modelId="{E8A1EACD-5FEC-457E-8245-07B6AB5F3D75}" type="pres">
      <dgm:prSet presAssocID="{DC4E5677-C87F-4FFF-9CE9-D69AD860C3CB}" presName="FiveNodes_4" presStyleLbl="node1" presStyleIdx="3" presStyleCnt="5">
        <dgm:presLayoutVars>
          <dgm:bulletEnabled val="1"/>
        </dgm:presLayoutVars>
      </dgm:prSet>
      <dgm:spPr/>
    </dgm:pt>
    <dgm:pt modelId="{602E96F2-9951-4AA7-A067-9C831076F459}" type="pres">
      <dgm:prSet presAssocID="{DC4E5677-C87F-4FFF-9CE9-D69AD860C3CB}" presName="FiveNodes_5" presStyleLbl="node1" presStyleIdx="4" presStyleCnt="5">
        <dgm:presLayoutVars>
          <dgm:bulletEnabled val="1"/>
        </dgm:presLayoutVars>
      </dgm:prSet>
      <dgm:spPr/>
    </dgm:pt>
    <dgm:pt modelId="{4E1A770C-9A4F-4DF2-B943-791BF2E8883D}" type="pres">
      <dgm:prSet presAssocID="{DC4E5677-C87F-4FFF-9CE9-D69AD860C3CB}" presName="FiveConn_1-2" presStyleLbl="fgAccFollowNode1" presStyleIdx="0" presStyleCnt="4">
        <dgm:presLayoutVars>
          <dgm:bulletEnabled val="1"/>
        </dgm:presLayoutVars>
      </dgm:prSet>
      <dgm:spPr/>
    </dgm:pt>
    <dgm:pt modelId="{AEEB7EEC-F436-4C56-B317-CC677AFB29FE}" type="pres">
      <dgm:prSet presAssocID="{DC4E5677-C87F-4FFF-9CE9-D69AD860C3CB}" presName="FiveConn_2-3" presStyleLbl="fgAccFollowNode1" presStyleIdx="1" presStyleCnt="4">
        <dgm:presLayoutVars>
          <dgm:bulletEnabled val="1"/>
        </dgm:presLayoutVars>
      </dgm:prSet>
      <dgm:spPr/>
    </dgm:pt>
    <dgm:pt modelId="{6BA88043-6FCD-45CF-A2B4-01FFE13F40BA}" type="pres">
      <dgm:prSet presAssocID="{DC4E5677-C87F-4FFF-9CE9-D69AD860C3CB}" presName="FiveConn_3-4" presStyleLbl="fgAccFollowNode1" presStyleIdx="2" presStyleCnt="4">
        <dgm:presLayoutVars>
          <dgm:bulletEnabled val="1"/>
        </dgm:presLayoutVars>
      </dgm:prSet>
      <dgm:spPr/>
    </dgm:pt>
    <dgm:pt modelId="{E6A08B8F-2DE9-48CE-A839-714DB913BFA1}" type="pres">
      <dgm:prSet presAssocID="{DC4E5677-C87F-4FFF-9CE9-D69AD860C3CB}" presName="FiveConn_4-5" presStyleLbl="fgAccFollowNode1" presStyleIdx="3" presStyleCnt="4">
        <dgm:presLayoutVars>
          <dgm:bulletEnabled val="1"/>
        </dgm:presLayoutVars>
      </dgm:prSet>
      <dgm:spPr/>
    </dgm:pt>
    <dgm:pt modelId="{CB4B9124-AEFF-4F42-B5D9-AB7BB211A77F}" type="pres">
      <dgm:prSet presAssocID="{DC4E5677-C87F-4FFF-9CE9-D69AD860C3CB}" presName="FiveNodes_1_text" presStyleLbl="node1" presStyleIdx="4" presStyleCnt="5">
        <dgm:presLayoutVars>
          <dgm:bulletEnabled val="1"/>
        </dgm:presLayoutVars>
      </dgm:prSet>
      <dgm:spPr/>
    </dgm:pt>
    <dgm:pt modelId="{8F88CA08-31AF-4D6F-B5B5-3D717D3C5AA6}" type="pres">
      <dgm:prSet presAssocID="{DC4E5677-C87F-4FFF-9CE9-D69AD860C3CB}" presName="FiveNodes_2_text" presStyleLbl="node1" presStyleIdx="4" presStyleCnt="5">
        <dgm:presLayoutVars>
          <dgm:bulletEnabled val="1"/>
        </dgm:presLayoutVars>
      </dgm:prSet>
      <dgm:spPr/>
    </dgm:pt>
    <dgm:pt modelId="{71029325-586B-4402-A976-BEF8355086AD}" type="pres">
      <dgm:prSet presAssocID="{DC4E5677-C87F-4FFF-9CE9-D69AD860C3CB}" presName="FiveNodes_3_text" presStyleLbl="node1" presStyleIdx="4" presStyleCnt="5">
        <dgm:presLayoutVars>
          <dgm:bulletEnabled val="1"/>
        </dgm:presLayoutVars>
      </dgm:prSet>
      <dgm:spPr/>
    </dgm:pt>
    <dgm:pt modelId="{DEBEBD46-D348-4C56-998F-E212DD140B72}" type="pres">
      <dgm:prSet presAssocID="{DC4E5677-C87F-4FFF-9CE9-D69AD860C3CB}" presName="FiveNodes_4_text" presStyleLbl="node1" presStyleIdx="4" presStyleCnt="5">
        <dgm:presLayoutVars>
          <dgm:bulletEnabled val="1"/>
        </dgm:presLayoutVars>
      </dgm:prSet>
      <dgm:spPr/>
    </dgm:pt>
    <dgm:pt modelId="{885C6956-49E6-419A-9F14-43140C4BBCD4}" type="pres">
      <dgm:prSet presAssocID="{DC4E5677-C87F-4FFF-9CE9-D69AD860C3C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347E505-2E62-4699-8091-21FA49A0B399}" type="presOf" srcId="{010FDFC6-F706-4FF1-ACFC-0A528F9E19D6}" destId="{4E1A770C-9A4F-4DF2-B943-791BF2E8883D}" srcOrd="0" destOrd="0" presId="urn:microsoft.com/office/officeart/2005/8/layout/vProcess5"/>
    <dgm:cxn modelId="{67C3F913-5C80-446A-8213-AFAB41AF67C6}" type="presOf" srcId="{8D7A3DB8-6A03-4821-A086-84C727528470}" destId="{3037FF9F-AAB0-429B-8F37-D081193754ED}" srcOrd="0" destOrd="0" presId="urn:microsoft.com/office/officeart/2005/8/layout/vProcess5"/>
    <dgm:cxn modelId="{F0C37114-B39F-417B-980C-6275D0082302}" type="presOf" srcId="{F1A74FF2-360F-4743-8A0C-1880693A6E00}" destId="{D31A27C6-6031-498E-94F2-964B74C6EBF3}" srcOrd="0" destOrd="0" presId="urn:microsoft.com/office/officeart/2005/8/layout/vProcess5"/>
    <dgm:cxn modelId="{F3863821-B421-4606-A89B-D93D4FFF937D}" type="presOf" srcId="{B68E4D23-79F8-4748-83BC-F0D48AE41252}" destId="{DEBEBD46-D348-4C56-998F-E212DD140B72}" srcOrd="1" destOrd="0" presId="urn:microsoft.com/office/officeart/2005/8/layout/vProcess5"/>
    <dgm:cxn modelId="{FB497021-471F-407B-8A30-B6B9F8F8402B}" type="presOf" srcId="{A6CAEB04-C165-4C16-B405-FA04B6B7447B}" destId="{602E96F2-9951-4AA7-A067-9C831076F459}" srcOrd="0" destOrd="0" presId="urn:microsoft.com/office/officeart/2005/8/layout/vProcess5"/>
    <dgm:cxn modelId="{66CD392F-3A9C-4C5C-8505-E2158578B071}" srcId="{DC4E5677-C87F-4FFF-9CE9-D69AD860C3CB}" destId="{F1A74FF2-360F-4743-8A0C-1880693A6E00}" srcOrd="0" destOrd="0" parTransId="{EB73663F-238C-4216-B4ED-18ADD9624157}" sibTransId="{010FDFC6-F706-4FF1-ACFC-0A528F9E19D6}"/>
    <dgm:cxn modelId="{1543CA36-420F-4862-A3C8-E729AA9E1CF4}" type="presOf" srcId="{F1A74FF2-360F-4743-8A0C-1880693A6E00}" destId="{CB4B9124-AEFF-4F42-B5D9-AB7BB211A77F}" srcOrd="1" destOrd="0" presId="urn:microsoft.com/office/officeart/2005/8/layout/vProcess5"/>
    <dgm:cxn modelId="{7CFBB94E-0649-4F9C-BAED-35B40ADC2E22}" type="presOf" srcId="{E706DD8C-E308-4BBF-9141-914FB705FB0E}" destId="{E6A08B8F-2DE9-48CE-A839-714DB913BFA1}" srcOrd="0" destOrd="0" presId="urn:microsoft.com/office/officeart/2005/8/layout/vProcess5"/>
    <dgm:cxn modelId="{0D696E51-F485-4E38-B819-CEAA1846601F}" srcId="{DC4E5677-C87F-4FFF-9CE9-D69AD860C3CB}" destId="{B3FE96D0-64AE-43D4-89C0-91CCBADBE3F6}" srcOrd="1" destOrd="0" parTransId="{5E3B41B9-8BF9-4EA6-878B-FFCB19769387}" sibTransId="{F0248936-0544-4D53-B048-996C0CBA8565}"/>
    <dgm:cxn modelId="{FFB1E67A-7FE8-499C-B3C3-B63B00346A13}" type="presOf" srcId="{F0248936-0544-4D53-B048-996C0CBA8565}" destId="{AEEB7EEC-F436-4C56-B317-CC677AFB29FE}" srcOrd="0" destOrd="0" presId="urn:microsoft.com/office/officeart/2005/8/layout/vProcess5"/>
    <dgm:cxn modelId="{17CE4D7E-0935-4ECA-BCEA-85D9C1409E85}" type="presOf" srcId="{8D7A3DB8-6A03-4821-A086-84C727528470}" destId="{71029325-586B-4402-A976-BEF8355086AD}" srcOrd="1" destOrd="0" presId="urn:microsoft.com/office/officeart/2005/8/layout/vProcess5"/>
    <dgm:cxn modelId="{33364B8B-D576-4AC7-BA14-44E952CF9E36}" type="presOf" srcId="{DC4E5677-C87F-4FFF-9CE9-D69AD860C3CB}" destId="{EFEDF266-9CF2-4A5B-9695-883E5C8C3418}" srcOrd="0" destOrd="0" presId="urn:microsoft.com/office/officeart/2005/8/layout/vProcess5"/>
    <dgm:cxn modelId="{C21C468C-61E7-45C7-838D-5306FCA598D7}" srcId="{DC4E5677-C87F-4FFF-9CE9-D69AD860C3CB}" destId="{8D7A3DB8-6A03-4821-A086-84C727528470}" srcOrd="2" destOrd="0" parTransId="{6FF77D14-8B23-49DE-9C1F-00EF068ADE65}" sibTransId="{1799D66B-430A-49A9-A081-10056FEE7B54}"/>
    <dgm:cxn modelId="{E249F399-8F67-4827-941D-113483FFAB99}" srcId="{DC4E5677-C87F-4FFF-9CE9-D69AD860C3CB}" destId="{A6CAEB04-C165-4C16-B405-FA04B6B7447B}" srcOrd="4" destOrd="0" parTransId="{4712C300-1C2E-4302-ADC9-99A93858AC34}" sibTransId="{A2A367F1-F26A-4EC6-9572-95F1776AE351}"/>
    <dgm:cxn modelId="{2638ED9E-9397-4036-924E-5F43BB89DABF}" type="presOf" srcId="{B3FE96D0-64AE-43D4-89C0-91CCBADBE3F6}" destId="{8F88CA08-31AF-4D6F-B5B5-3D717D3C5AA6}" srcOrd="1" destOrd="0" presId="urn:microsoft.com/office/officeart/2005/8/layout/vProcess5"/>
    <dgm:cxn modelId="{8B5644A4-904D-4F79-AA8D-67D69ECBF39D}" type="presOf" srcId="{B3FE96D0-64AE-43D4-89C0-91CCBADBE3F6}" destId="{5BBB4E70-7524-44D0-8C62-68983519AF65}" srcOrd="0" destOrd="0" presId="urn:microsoft.com/office/officeart/2005/8/layout/vProcess5"/>
    <dgm:cxn modelId="{5E5D3EBD-9448-40F7-B6C0-85FA28009ABF}" type="presOf" srcId="{B68E4D23-79F8-4748-83BC-F0D48AE41252}" destId="{E8A1EACD-5FEC-457E-8245-07B6AB5F3D75}" srcOrd="0" destOrd="0" presId="urn:microsoft.com/office/officeart/2005/8/layout/vProcess5"/>
    <dgm:cxn modelId="{346E72C1-B5FD-4D88-A1F0-00C554084CB4}" srcId="{DC4E5677-C87F-4FFF-9CE9-D69AD860C3CB}" destId="{B68E4D23-79F8-4748-83BC-F0D48AE41252}" srcOrd="3" destOrd="0" parTransId="{033ADDF7-B5CB-4342-8C50-7BCA2D3CC48C}" sibTransId="{E706DD8C-E308-4BBF-9141-914FB705FB0E}"/>
    <dgm:cxn modelId="{5467BFD5-9537-4D96-86AD-88C62FEC6BB3}" type="presOf" srcId="{A6CAEB04-C165-4C16-B405-FA04B6B7447B}" destId="{885C6956-49E6-419A-9F14-43140C4BBCD4}" srcOrd="1" destOrd="0" presId="urn:microsoft.com/office/officeart/2005/8/layout/vProcess5"/>
    <dgm:cxn modelId="{A0D0DCD6-41D5-4796-A236-FCDBFC460DDC}" type="presOf" srcId="{1799D66B-430A-49A9-A081-10056FEE7B54}" destId="{6BA88043-6FCD-45CF-A2B4-01FFE13F40BA}" srcOrd="0" destOrd="0" presId="urn:microsoft.com/office/officeart/2005/8/layout/vProcess5"/>
    <dgm:cxn modelId="{83256A32-79D5-4ED4-844A-1991EC305EFD}" type="presParOf" srcId="{EFEDF266-9CF2-4A5B-9695-883E5C8C3418}" destId="{43F88A11-B998-4303-987B-809AAC1D1BA1}" srcOrd="0" destOrd="0" presId="urn:microsoft.com/office/officeart/2005/8/layout/vProcess5"/>
    <dgm:cxn modelId="{E42EA02A-44DF-4F31-90FB-91947B51C08F}" type="presParOf" srcId="{EFEDF266-9CF2-4A5B-9695-883E5C8C3418}" destId="{D31A27C6-6031-498E-94F2-964B74C6EBF3}" srcOrd="1" destOrd="0" presId="urn:microsoft.com/office/officeart/2005/8/layout/vProcess5"/>
    <dgm:cxn modelId="{2E47B160-1FD6-438D-AF69-37D3E558E839}" type="presParOf" srcId="{EFEDF266-9CF2-4A5B-9695-883E5C8C3418}" destId="{5BBB4E70-7524-44D0-8C62-68983519AF65}" srcOrd="2" destOrd="0" presId="urn:microsoft.com/office/officeart/2005/8/layout/vProcess5"/>
    <dgm:cxn modelId="{E02BF83D-62D4-4CFB-9A24-04224A9B0947}" type="presParOf" srcId="{EFEDF266-9CF2-4A5B-9695-883E5C8C3418}" destId="{3037FF9F-AAB0-429B-8F37-D081193754ED}" srcOrd="3" destOrd="0" presId="urn:microsoft.com/office/officeart/2005/8/layout/vProcess5"/>
    <dgm:cxn modelId="{7D5D75D6-8740-4E88-8E46-2E9F9464A0A2}" type="presParOf" srcId="{EFEDF266-9CF2-4A5B-9695-883E5C8C3418}" destId="{E8A1EACD-5FEC-457E-8245-07B6AB5F3D75}" srcOrd="4" destOrd="0" presId="urn:microsoft.com/office/officeart/2005/8/layout/vProcess5"/>
    <dgm:cxn modelId="{706796B0-FF35-4EDE-8603-0FB6FD647C3B}" type="presParOf" srcId="{EFEDF266-9CF2-4A5B-9695-883E5C8C3418}" destId="{602E96F2-9951-4AA7-A067-9C831076F459}" srcOrd="5" destOrd="0" presId="urn:microsoft.com/office/officeart/2005/8/layout/vProcess5"/>
    <dgm:cxn modelId="{2D74C912-B678-4534-91BC-E6C2CFC79E46}" type="presParOf" srcId="{EFEDF266-9CF2-4A5B-9695-883E5C8C3418}" destId="{4E1A770C-9A4F-4DF2-B943-791BF2E8883D}" srcOrd="6" destOrd="0" presId="urn:microsoft.com/office/officeart/2005/8/layout/vProcess5"/>
    <dgm:cxn modelId="{2D05DAE9-228A-49C7-BD1D-2DF4F4CE059B}" type="presParOf" srcId="{EFEDF266-9CF2-4A5B-9695-883E5C8C3418}" destId="{AEEB7EEC-F436-4C56-B317-CC677AFB29FE}" srcOrd="7" destOrd="0" presId="urn:microsoft.com/office/officeart/2005/8/layout/vProcess5"/>
    <dgm:cxn modelId="{602368D2-E3A8-40E2-AFC0-89885770D390}" type="presParOf" srcId="{EFEDF266-9CF2-4A5B-9695-883E5C8C3418}" destId="{6BA88043-6FCD-45CF-A2B4-01FFE13F40BA}" srcOrd="8" destOrd="0" presId="urn:microsoft.com/office/officeart/2005/8/layout/vProcess5"/>
    <dgm:cxn modelId="{02EB3EC2-ACBB-4FAE-8C06-32507B93C0A8}" type="presParOf" srcId="{EFEDF266-9CF2-4A5B-9695-883E5C8C3418}" destId="{E6A08B8F-2DE9-48CE-A839-714DB913BFA1}" srcOrd="9" destOrd="0" presId="urn:microsoft.com/office/officeart/2005/8/layout/vProcess5"/>
    <dgm:cxn modelId="{7019EB2D-E9FE-40DE-BB6D-2FFB86C82397}" type="presParOf" srcId="{EFEDF266-9CF2-4A5B-9695-883E5C8C3418}" destId="{CB4B9124-AEFF-4F42-B5D9-AB7BB211A77F}" srcOrd="10" destOrd="0" presId="urn:microsoft.com/office/officeart/2005/8/layout/vProcess5"/>
    <dgm:cxn modelId="{9ECD7FD2-B219-47B1-B681-7BEE8089C885}" type="presParOf" srcId="{EFEDF266-9CF2-4A5B-9695-883E5C8C3418}" destId="{8F88CA08-31AF-4D6F-B5B5-3D717D3C5AA6}" srcOrd="11" destOrd="0" presId="urn:microsoft.com/office/officeart/2005/8/layout/vProcess5"/>
    <dgm:cxn modelId="{51EC5FA2-BEAE-49F0-B00B-7AC9174EF994}" type="presParOf" srcId="{EFEDF266-9CF2-4A5B-9695-883E5C8C3418}" destId="{71029325-586B-4402-A976-BEF8355086AD}" srcOrd="12" destOrd="0" presId="urn:microsoft.com/office/officeart/2005/8/layout/vProcess5"/>
    <dgm:cxn modelId="{7EA89FFD-28F8-4EA8-B09D-1F9333F3F8DE}" type="presParOf" srcId="{EFEDF266-9CF2-4A5B-9695-883E5C8C3418}" destId="{DEBEBD46-D348-4C56-998F-E212DD140B72}" srcOrd="13" destOrd="0" presId="urn:microsoft.com/office/officeart/2005/8/layout/vProcess5"/>
    <dgm:cxn modelId="{02F89BD3-8A39-4773-B4F7-3CB68FE51DDC}" type="presParOf" srcId="{EFEDF266-9CF2-4A5B-9695-883E5C8C3418}" destId="{885C6956-49E6-419A-9F14-43140C4BBCD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F8E3F5-C638-4395-83DD-1CDDD7016E42}" type="doc">
      <dgm:prSet loTypeId="urn:microsoft.com/office/officeart/2018/5/layout/CenteredIconLabelDescriptionList#1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12D161B-BE53-4154-ADCF-1B5CCA2D4EC1}">
      <dgm:prSet/>
      <dgm:spPr/>
      <dgm:t>
        <a:bodyPr/>
        <a:lstStyle/>
        <a:p>
          <a:pPr>
            <a:defRPr b="1"/>
          </a:pPr>
          <a:r>
            <a:rPr lang="en-US"/>
            <a:t>Netflix: </a:t>
          </a:r>
        </a:p>
      </dgm:t>
    </dgm:pt>
    <dgm:pt modelId="{43B5C2EE-6091-4C6B-B2A3-8104EBC7A349}" type="parTrans" cxnId="{C288D86E-A8C1-48EA-AB76-700707C812E4}">
      <dgm:prSet/>
      <dgm:spPr/>
      <dgm:t>
        <a:bodyPr/>
        <a:lstStyle/>
        <a:p>
          <a:endParaRPr lang="en-US"/>
        </a:p>
      </dgm:t>
    </dgm:pt>
    <dgm:pt modelId="{C0287371-67A1-463E-8718-7CEE29E4947A}" type="sibTrans" cxnId="{C288D86E-A8C1-48EA-AB76-700707C812E4}">
      <dgm:prSet/>
      <dgm:spPr/>
      <dgm:t>
        <a:bodyPr/>
        <a:lstStyle/>
        <a:p>
          <a:endParaRPr lang="en-US"/>
        </a:p>
      </dgm:t>
    </dgm:pt>
    <dgm:pt modelId="{EF29DC2A-2F72-4CC3-A6A0-7A17D19790D2}">
      <dgm:prSet/>
      <dgm:spPr/>
      <dgm:t>
        <a:bodyPr/>
        <a:lstStyle/>
        <a:p>
          <a:r>
            <a:rPr lang="en-US"/>
            <a:t>Algoritmos de recomendação baseados no comportamento do usuário.</a:t>
          </a:r>
        </a:p>
      </dgm:t>
    </dgm:pt>
    <dgm:pt modelId="{438F20E0-8B4D-41D9-BE37-5BE6185BDAA6}" type="parTrans" cxnId="{1C1D85D6-9677-4279-A2B5-87F94D4EFA98}">
      <dgm:prSet/>
      <dgm:spPr/>
      <dgm:t>
        <a:bodyPr/>
        <a:lstStyle/>
        <a:p>
          <a:endParaRPr lang="en-US"/>
        </a:p>
      </dgm:t>
    </dgm:pt>
    <dgm:pt modelId="{FB21233E-E8A1-4AA0-9200-CB56FC3E7478}" type="sibTrans" cxnId="{1C1D85D6-9677-4279-A2B5-87F94D4EFA98}">
      <dgm:prSet/>
      <dgm:spPr/>
      <dgm:t>
        <a:bodyPr/>
        <a:lstStyle/>
        <a:p>
          <a:endParaRPr lang="en-US"/>
        </a:p>
      </dgm:t>
    </dgm:pt>
    <dgm:pt modelId="{85742631-CF9C-4782-8E8B-704566FD234D}">
      <dgm:prSet/>
      <dgm:spPr/>
      <dgm:t>
        <a:bodyPr/>
        <a:lstStyle/>
        <a:p>
          <a:pPr>
            <a:defRPr b="1"/>
          </a:pPr>
          <a:r>
            <a:rPr lang="en-US"/>
            <a:t>Google Maps: </a:t>
          </a:r>
        </a:p>
      </dgm:t>
    </dgm:pt>
    <dgm:pt modelId="{43ADB4F4-8D8B-439F-9792-0DC014E4CA14}" type="parTrans" cxnId="{AFA523E1-FB19-4214-952D-23EF907C0C60}">
      <dgm:prSet/>
      <dgm:spPr/>
      <dgm:t>
        <a:bodyPr/>
        <a:lstStyle/>
        <a:p>
          <a:endParaRPr lang="en-US"/>
        </a:p>
      </dgm:t>
    </dgm:pt>
    <dgm:pt modelId="{6F5A31B4-B333-4626-91C6-8CA37561FCCF}" type="sibTrans" cxnId="{AFA523E1-FB19-4214-952D-23EF907C0C60}">
      <dgm:prSet/>
      <dgm:spPr/>
      <dgm:t>
        <a:bodyPr/>
        <a:lstStyle/>
        <a:p>
          <a:endParaRPr lang="en-US"/>
        </a:p>
      </dgm:t>
    </dgm:pt>
    <dgm:pt modelId="{FF4E2B78-DE6F-4545-B393-7CF93CFFF3D1}">
      <dgm:prSet/>
      <dgm:spPr/>
      <dgm:t>
        <a:bodyPr/>
        <a:lstStyle/>
        <a:p>
          <a:r>
            <a:rPr lang="en-US"/>
            <a:t>Processamento de dados de localização para trânsito em tempo real.</a:t>
          </a:r>
        </a:p>
      </dgm:t>
    </dgm:pt>
    <dgm:pt modelId="{A83694B0-A7C2-44CE-95FF-72EEB93E2605}" type="parTrans" cxnId="{84B405D2-B8A8-41C9-AC0E-933702086680}">
      <dgm:prSet/>
      <dgm:spPr/>
      <dgm:t>
        <a:bodyPr/>
        <a:lstStyle/>
        <a:p>
          <a:endParaRPr lang="en-US"/>
        </a:p>
      </dgm:t>
    </dgm:pt>
    <dgm:pt modelId="{6DD4E10A-D029-4812-871A-4A4BCD23B32F}" type="sibTrans" cxnId="{84B405D2-B8A8-41C9-AC0E-933702086680}">
      <dgm:prSet/>
      <dgm:spPr/>
      <dgm:t>
        <a:bodyPr/>
        <a:lstStyle/>
        <a:p>
          <a:endParaRPr lang="en-US"/>
        </a:p>
      </dgm:t>
    </dgm:pt>
    <dgm:pt modelId="{DFBC7E54-F5B8-4EF7-9AE5-7E442C23F0A1}">
      <dgm:prSet/>
      <dgm:spPr/>
      <dgm:t>
        <a:bodyPr/>
        <a:lstStyle/>
        <a:p>
          <a:pPr>
            <a:defRPr b="1"/>
          </a:pPr>
          <a:r>
            <a:rPr lang="en-US"/>
            <a:t>Redes Sociais: </a:t>
          </a:r>
        </a:p>
      </dgm:t>
    </dgm:pt>
    <dgm:pt modelId="{E15F3EEC-39AB-48F1-96B6-E60234954D8A}" type="parTrans" cxnId="{8AD48A01-445E-4760-8C44-00D2A507B6DB}">
      <dgm:prSet/>
      <dgm:spPr/>
      <dgm:t>
        <a:bodyPr/>
        <a:lstStyle/>
        <a:p>
          <a:endParaRPr lang="en-US"/>
        </a:p>
      </dgm:t>
    </dgm:pt>
    <dgm:pt modelId="{6639753E-4159-4A2A-ABEF-549974527DA0}" type="sibTrans" cxnId="{8AD48A01-445E-4760-8C44-00D2A507B6DB}">
      <dgm:prSet/>
      <dgm:spPr/>
      <dgm:t>
        <a:bodyPr/>
        <a:lstStyle/>
        <a:p>
          <a:endParaRPr lang="en-US"/>
        </a:p>
      </dgm:t>
    </dgm:pt>
    <dgm:pt modelId="{23E7D3ED-227B-426F-929A-5539A9199F71}">
      <dgm:prSet/>
      <dgm:spPr/>
      <dgm:t>
        <a:bodyPr/>
        <a:lstStyle/>
        <a:p>
          <a:r>
            <a:rPr lang="en-US"/>
            <a:t>Análise de postagens e interações para segmentação de público.</a:t>
          </a:r>
        </a:p>
      </dgm:t>
    </dgm:pt>
    <dgm:pt modelId="{749D518D-3F1C-4629-9C46-A83F03165AB8}" type="parTrans" cxnId="{24688484-DF29-40A7-9D63-33E54C1572C6}">
      <dgm:prSet/>
      <dgm:spPr/>
      <dgm:t>
        <a:bodyPr/>
        <a:lstStyle/>
        <a:p>
          <a:endParaRPr lang="en-US"/>
        </a:p>
      </dgm:t>
    </dgm:pt>
    <dgm:pt modelId="{6A3A3FD5-A271-4F2D-935D-257D5F69B36C}" type="sibTrans" cxnId="{24688484-DF29-40A7-9D63-33E54C1572C6}">
      <dgm:prSet/>
      <dgm:spPr/>
      <dgm:t>
        <a:bodyPr/>
        <a:lstStyle/>
        <a:p>
          <a:endParaRPr lang="en-US"/>
        </a:p>
      </dgm:t>
    </dgm:pt>
    <dgm:pt modelId="{39B43E99-9DF2-45E8-A832-2D6F6AB4299E}">
      <dgm:prSet/>
      <dgm:spPr/>
      <dgm:t>
        <a:bodyPr/>
        <a:lstStyle/>
        <a:p>
          <a:pPr>
            <a:defRPr b="1"/>
          </a:pPr>
          <a:r>
            <a:rPr lang="en-US"/>
            <a:t>Setor Financeiro: </a:t>
          </a:r>
        </a:p>
      </dgm:t>
    </dgm:pt>
    <dgm:pt modelId="{1A7F72E6-67E8-4EF7-AB4F-FDF4924A872E}" type="parTrans" cxnId="{2CC3487D-AB6C-479C-B782-9CD3A80C5B98}">
      <dgm:prSet/>
      <dgm:spPr/>
      <dgm:t>
        <a:bodyPr/>
        <a:lstStyle/>
        <a:p>
          <a:endParaRPr lang="en-US"/>
        </a:p>
      </dgm:t>
    </dgm:pt>
    <dgm:pt modelId="{F3ADB8B1-24AB-48C4-B400-6411F110B103}" type="sibTrans" cxnId="{2CC3487D-AB6C-479C-B782-9CD3A80C5B98}">
      <dgm:prSet/>
      <dgm:spPr/>
      <dgm:t>
        <a:bodyPr/>
        <a:lstStyle/>
        <a:p>
          <a:endParaRPr lang="en-US"/>
        </a:p>
      </dgm:t>
    </dgm:pt>
    <dgm:pt modelId="{2435AADF-554B-4BC7-922C-A8F70644C3FB}">
      <dgm:prSet/>
      <dgm:spPr/>
      <dgm:t>
        <a:bodyPr/>
        <a:lstStyle/>
        <a:p>
          <a:r>
            <a:rPr lang="en-US"/>
            <a:t>Detecção de fraudes em transações bancárias.</a:t>
          </a:r>
        </a:p>
      </dgm:t>
    </dgm:pt>
    <dgm:pt modelId="{9FBD0FB8-1DB7-4ECC-B916-0101FD2AAC9A}" type="parTrans" cxnId="{D38051CD-3E43-47E7-83BE-F68A89ACBBF2}">
      <dgm:prSet/>
      <dgm:spPr/>
      <dgm:t>
        <a:bodyPr/>
        <a:lstStyle/>
        <a:p>
          <a:endParaRPr lang="en-US"/>
        </a:p>
      </dgm:t>
    </dgm:pt>
    <dgm:pt modelId="{844EF31C-EF55-4B37-9D8C-EBF6184E7CA2}" type="sibTrans" cxnId="{D38051CD-3E43-47E7-83BE-F68A89ACBBF2}">
      <dgm:prSet/>
      <dgm:spPr/>
      <dgm:t>
        <a:bodyPr/>
        <a:lstStyle/>
        <a:p>
          <a:endParaRPr lang="en-US"/>
        </a:p>
      </dgm:t>
    </dgm:pt>
    <dgm:pt modelId="{C8FBE591-4E1E-4F2C-ACFB-DE345C581294}" type="pres">
      <dgm:prSet presAssocID="{46F8E3F5-C638-4395-83DD-1CDDD7016E42}" presName="root" presStyleCnt="0">
        <dgm:presLayoutVars>
          <dgm:dir/>
          <dgm:resizeHandles val="exact"/>
        </dgm:presLayoutVars>
      </dgm:prSet>
      <dgm:spPr/>
    </dgm:pt>
    <dgm:pt modelId="{7A017967-44D6-45E2-812C-CBC349723251}" type="pres">
      <dgm:prSet presAssocID="{112D161B-BE53-4154-ADCF-1B5CCA2D4EC1}" presName="compNode" presStyleCnt="0"/>
      <dgm:spPr/>
    </dgm:pt>
    <dgm:pt modelId="{CD02C3EE-FC14-4E35-962F-E59D07F67C61}" type="pres">
      <dgm:prSet presAssocID="{112D161B-BE53-4154-ADCF-1B5CCA2D4E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E773F3A0-9244-47BB-AD80-1B7ED9431B64}" type="pres">
      <dgm:prSet presAssocID="{112D161B-BE53-4154-ADCF-1B5CCA2D4EC1}" presName="iconSpace" presStyleCnt="0"/>
      <dgm:spPr/>
    </dgm:pt>
    <dgm:pt modelId="{8D8934B3-F7D3-4F17-A5DB-9B3B24D58465}" type="pres">
      <dgm:prSet presAssocID="{112D161B-BE53-4154-ADCF-1B5CCA2D4EC1}" presName="parTx" presStyleLbl="revTx" presStyleIdx="0" presStyleCnt="8">
        <dgm:presLayoutVars>
          <dgm:chMax val="0"/>
          <dgm:chPref val="0"/>
        </dgm:presLayoutVars>
      </dgm:prSet>
      <dgm:spPr/>
    </dgm:pt>
    <dgm:pt modelId="{66E4B416-D0B1-4224-B87C-08E3156A0140}" type="pres">
      <dgm:prSet presAssocID="{112D161B-BE53-4154-ADCF-1B5CCA2D4EC1}" presName="txSpace" presStyleCnt="0"/>
      <dgm:spPr/>
    </dgm:pt>
    <dgm:pt modelId="{8A1F6F1C-9F63-4967-9355-611B4319EDD4}" type="pres">
      <dgm:prSet presAssocID="{112D161B-BE53-4154-ADCF-1B5CCA2D4EC1}" presName="desTx" presStyleLbl="revTx" presStyleIdx="1" presStyleCnt="8">
        <dgm:presLayoutVars/>
      </dgm:prSet>
      <dgm:spPr/>
    </dgm:pt>
    <dgm:pt modelId="{F0E5DDBC-F7D5-4B0D-BECA-49442A280007}" type="pres">
      <dgm:prSet presAssocID="{C0287371-67A1-463E-8718-7CEE29E4947A}" presName="sibTrans" presStyleCnt="0"/>
      <dgm:spPr/>
    </dgm:pt>
    <dgm:pt modelId="{91DD0E04-E446-418C-B5C9-A7D774BD9661}" type="pres">
      <dgm:prSet presAssocID="{85742631-CF9C-4782-8E8B-704566FD234D}" presName="compNode" presStyleCnt="0"/>
      <dgm:spPr/>
    </dgm:pt>
    <dgm:pt modelId="{13612D22-215B-4A98-8DF6-82F5AE71B573}" type="pres">
      <dgm:prSet presAssocID="{85742631-CF9C-4782-8E8B-704566FD234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77769DAB-97C4-428A-8667-083133C85FC0}" type="pres">
      <dgm:prSet presAssocID="{85742631-CF9C-4782-8E8B-704566FD234D}" presName="iconSpace" presStyleCnt="0"/>
      <dgm:spPr/>
    </dgm:pt>
    <dgm:pt modelId="{8B1A1652-F1E9-4780-BE0C-962EFA080AE6}" type="pres">
      <dgm:prSet presAssocID="{85742631-CF9C-4782-8E8B-704566FD234D}" presName="parTx" presStyleLbl="revTx" presStyleIdx="2" presStyleCnt="8">
        <dgm:presLayoutVars>
          <dgm:chMax val="0"/>
          <dgm:chPref val="0"/>
        </dgm:presLayoutVars>
      </dgm:prSet>
      <dgm:spPr/>
    </dgm:pt>
    <dgm:pt modelId="{22B9CA83-15E4-49FE-9809-94E8D07D9AB8}" type="pres">
      <dgm:prSet presAssocID="{85742631-CF9C-4782-8E8B-704566FD234D}" presName="txSpace" presStyleCnt="0"/>
      <dgm:spPr/>
    </dgm:pt>
    <dgm:pt modelId="{6374F528-C252-4BA2-966A-8378550ED3F1}" type="pres">
      <dgm:prSet presAssocID="{85742631-CF9C-4782-8E8B-704566FD234D}" presName="desTx" presStyleLbl="revTx" presStyleIdx="3" presStyleCnt="8">
        <dgm:presLayoutVars/>
      </dgm:prSet>
      <dgm:spPr/>
    </dgm:pt>
    <dgm:pt modelId="{D331FE73-512A-4A65-9FAC-00F96CD65722}" type="pres">
      <dgm:prSet presAssocID="{6F5A31B4-B333-4626-91C6-8CA37561FCCF}" presName="sibTrans" presStyleCnt="0"/>
      <dgm:spPr/>
    </dgm:pt>
    <dgm:pt modelId="{2B75DFF9-A99F-4E9B-8E34-2B2418CFC9B6}" type="pres">
      <dgm:prSet presAssocID="{DFBC7E54-F5B8-4EF7-9AE5-7E442C23F0A1}" presName="compNode" presStyleCnt="0"/>
      <dgm:spPr/>
    </dgm:pt>
    <dgm:pt modelId="{F768770D-D59D-430B-BE8A-EC189D55FEDF}" type="pres">
      <dgm:prSet presAssocID="{DFBC7E54-F5B8-4EF7-9AE5-7E442C23F0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787ED49C-0A66-4A07-80E2-C8D3C6F20AF6}" type="pres">
      <dgm:prSet presAssocID="{DFBC7E54-F5B8-4EF7-9AE5-7E442C23F0A1}" presName="iconSpace" presStyleCnt="0"/>
      <dgm:spPr/>
    </dgm:pt>
    <dgm:pt modelId="{70AC45CF-C18C-4E0C-8F1A-922781330187}" type="pres">
      <dgm:prSet presAssocID="{DFBC7E54-F5B8-4EF7-9AE5-7E442C23F0A1}" presName="parTx" presStyleLbl="revTx" presStyleIdx="4" presStyleCnt="8">
        <dgm:presLayoutVars>
          <dgm:chMax val="0"/>
          <dgm:chPref val="0"/>
        </dgm:presLayoutVars>
      </dgm:prSet>
      <dgm:spPr/>
    </dgm:pt>
    <dgm:pt modelId="{C2AF5536-05BC-4BC0-AF31-107EBDDCD408}" type="pres">
      <dgm:prSet presAssocID="{DFBC7E54-F5B8-4EF7-9AE5-7E442C23F0A1}" presName="txSpace" presStyleCnt="0"/>
      <dgm:spPr/>
    </dgm:pt>
    <dgm:pt modelId="{BF692EDB-A5F9-4B3D-B283-4656A1B000DE}" type="pres">
      <dgm:prSet presAssocID="{DFBC7E54-F5B8-4EF7-9AE5-7E442C23F0A1}" presName="desTx" presStyleLbl="revTx" presStyleIdx="5" presStyleCnt="8">
        <dgm:presLayoutVars/>
      </dgm:prSet>
      <dgm:spPr/>
    </dgm:pt>
    <dgm:pt modelId="{4B27455C-CBEC-4096-B7D5-939F8560B185}" type="pres">
      <dgm:prSet presAssocID="{6639753E-4159-4A2A-ABEF-549974527DA0}" presName="sibTrans" presStyleCnt="0"/>
      <dgm:spPr/>
    </dgm:pt>
    <dgm:pt modelId="{4594E433-6030-4747-A8D6-045849BA02DA}" type="pres">
      <dgm:prSet presAssocID="{39B43E99-9DF2-45E8-A832-2D6F6AB4299E}" presName="compNode" presStyleCnt="0"/>
      <dgm:spPr/>
    </dgm:pt>
    <dgm:pt modelId="{0A409759-9018-4C08-A132-A187E81E7822}" type="pres">
      <dgm:prSet presAssocID="{39B43E99-9DF2-45E8-A832-2D6F6AB429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764311C9-1F29-48A9-90BD-2498E85DF1D2}" type="pres">
      <dgm:prSet presAssocID="{39B43E99-9DF2-45E8-A832-2D6F6AB4299E}" presName="iconSpace" presStyleCnt="0"/>
      <dgm:spPr/>
    </dgm:pt>
    <dgm:pt modelId="{E7D5DC2F-EADF-4F6B-909C-42F34AE8D224}" type="pres">
      <dgm:prSet presAssocID="{39B43E99-9DF2-45E8-A832-2D6F6AB4299E}" presName="parTx" presStyleLbl="revTx" presStyleIdx="6" presStyleCnt="8">
        <dgm:presLayoutVars>
          <dgm:chMax val="0"/>
          <dgm:chPref val="0"/>
        </dgm:presLayoutVars>
      </dgm:prSet>
      <dgm:spPr/>
    </dgm:pt>
    <dgm:pt modelId="{756DC383-A48B-426A-B0FC-82A76AEBDA1A}" type="pres">
      <dgm:prSet presAssocID="{39B43E99-9DF2-45E8-A832-2D6F6AB4299E}" presName="txSpace" presStyleCnt="0"/>
      <dgm:spPr/>
    </dgm:pt>
    <dgm:pt modelId="{9205D524-0836-47C0-B910-DD78704853ED}" type="pres">
      <dgm:prSet presAssocID="{39B43E99-9DF2-45E8-A832-2D6F6AB4299E}" presName="desTx" presStyleLbl="revTx" presStyleIdx="7" presStyleCnt="8">
        <dgm:presLayoutVars/>
      </dgm:prSet>
      <dgm:spPr/>
    </dgm:pt>
  </dgm:ptLst>
  <dgm:cxnLst>
    <dgm:cxn modelId="{8AD48A01-445E-4760-8C44-00D2A507B6DB}" srcId="{46F8E3F5-C638-4395-83DD-1CDDD7016E42}" destId="{DFBC7E54-F5B8-4EF7-9AE5-7E442C23F0A1}" srcOrd="2" destOrd="0" parTransId="{E15F3EEC-39AB-48F1-96B6-E60234954D8A}" sibTransId="{6639753E-4159-4A2A-ABEF-549974527DA0}"/>
    <dgm:cxn modelId="{7FE8860A-A677-4F76-B078-F1C6E9B5D35E}" type="presOf" srcId="{46F8E3F5-C638-4395-83DD-1CDDD7016E42}" destId="{C8FBE591-4E1E-4F2C-ACFB-DE345C581294}" srcOrd="0" destOrd="0" presId="urn:microsoft.com/office/officeart/2018/5/layout/CenteredIconLabelDescriptionList#1"/>
    <dgm:cxn modelId="{38281E2D-0117-4D05-B2F2-509BCBB1D932}" type="presOf" srcId="{2435AADF-554B-4BC7-922C-A8F70644C3FB}" destId="{9205D524-0836-47C0-B910-DD78704853ED}" srcOrd="0" destOrd="0" presId="urn:microsoft.com/office/officeart/2018/5/layout/CenteredIconLabelDescriptionList#1"/>
    <dgm:cxn modelId="{B79D033B-4463-478D-93D3-49346BE2C5DF}" type="presOf" srcId="{39B43E99-9DF2-45E8-A832-2D6F6AB4299E}" destId="{E7D5DC2F-EADF-4F6B-909C-42F34AE8D224}" srcOrd="0" destOrd="0" presId="urn:microsoft.com/office/officeart/2018/5/layout/CenteredIconLabelDescriptionList#1"/>
    <dgm:cxn modelId="{90D9913F-D546-4ED1-AFA1-AAA6A2B84726}" type="presOf" srcId="{DFBC7E54-F5B8-4EF7-9AE5-7E442C23F0A1}" destId="{70AC45CF-C18C-4E0C-8F1A-922781330187}" srcOrd="0" destOrd="0" presId="urn:microsoft.com/office/officeart/2018/5/layout/CenteredIconLabelDescriptionList#1"/>
    <dgm:cxn modelId="{C288D86E-A8C1-48EA-AB76-700707C812E4}" srcId="{46F8E3F5-C638-4395-83DD-1CDDD7016E42}" destId="{112D161B-BE53-4154-ADCF-1B5CCA2D4EC1}" srcOrd="0" destOrd="0" parTransId="{43B5C2EE-6091-4C6B-B2A3-8104EBC7A349}" sibTransId="{C0287371-67A1-463E-8718-7CEE29E4947A}"/>
    <dgm:cxn modelId="{2CC3487D-AB6C-479C-B782-9CD3A80C5B98}" srcId="{46F8E3F5-C638-4395-83DD-1CDDD7016E42}" destId="{39B43E99-9DF2-45E8-A832-2D6F6AB4299E}" srcOrd="3" destOrd="0" parTransId="{1A7F72E6-67E8-4EF7-AB4F-FDF4924A872E}" sibTransId="{F3ADB8B1-24AB-48C4-B400-6411F110B103}"/>
    <dgm:cxn modelId="{24688484-DF29-40A7-9D63-33E54C1572C6}" srcId="{DFBC7E54-F5B8-4EF7-9AE5-7E442C23F0A1}" destId="{23E7D3ED-227B-426F-929A-5539A9199F71}" srcOrd="0" destOrd="0" parTransId="{749D518D-3F1C-4629-9C46-A83F03165AB8}" sibTransId="{6A3A3FD5-A271-4F2D-935D-257D5F69B36C}"/>
    <dgm:cxn modelId="{8D86C589-EA06-4692-B910-FE5A21EF0CC5}" type="presOf" srcId="{23E7D3ED-227B-426F-929A-5539A9199F71}" destId="{BF692EDB-A5F9-4B3D-B283-4656A1B000DE}" srcOrd="0" destOrd="0" presId="urn:microsoft.com/office/officeart/2018/5/layout/CenteredIconLabelDescriptionList#1"/>
    <dgm:cxn modelId="{81618693-D462-41E6-BED3-137849437125}" type="presOf" srcId="{EF29DC2A-2F72-4CC3-A6A0-7A17D19790D2}" destId="{8A1F6F1C-9F63-4967-9355-611B4319EDD4}" srcOrd="0" destOrd="0" presId="urn:microsoft.com/office/officeart/2018/5/layout/CenteredIconLabelDescriptionList#1"/>
    <dgm:cxn modelId="{22BBE3A3-D762-4737-9D5F-6AFD31427A70}" type="presOf" srcId="{FF4E2B78-DE6F-4545-B393-7CF93CFFF3D1}" destId="{6374F528-C252-4BA2-966A-8378550ED3F1}" srcOrd="0" destOrd="0" presId="urn:microsoft.com/office/officeart/2018/5/layout/CenteredIconLabelDescriptionList#1"/>
    <dgm:cxn modelId="{D9E323CB-7363-4868-BD55-304CE48B076B}" type="presOf" srcId="{85742631-CF9C-4782-8E8B-704566FD234D}" destId="{8B1A1652-F1E9-4780-BE0C-962EFA080AE6}" srcOrd="0" destOrd="0" presId="urn:microsoft.com/office/officeart/2018/5/layout/CenteredIconLabelDescriptionList#1"/>
    <dgm:cxn modelId="{D38051CD-3E43-47E7-83BE-F68A89ACBBF2}" srcId="{39B43E99-9DF2-45E8-A832-2D6F6AB4299E}" destId="{2435AADF-554B-4BC7-922C-A8F70644C3FB}" srcOrd="0" destOrd="0" parTransId="{9FBD0FB8-1DB7-4ECC-B916-0101FD2AAC9A}" sibTransId="{844EF31C-EF55-4B37-9D8C-EBF6184E7CA2}"/>
    <dgm:cxn modelId="{84B405D2-B8A8-41C9-AC0E-933702086680}" srcId="{85742631-CF9C-4782-8E8B-704566FD234D}" destId="{FF4E2B78-DE6F-4545-B393-7CF93CFFF3D1}" srcOrd="0" destOrd="0" parTransId="{A83694B0-A7C2-44CE-95FF-72EEB93E2605}" sibTransId="{6DD4E10A-D029-4812-871A-4A4BCD23B32F}"/>
    <dgm:cxn modelId="{60AF09D4-E063-4163-A1AB-0633FFF7C72A}" type="presOf" srcId="{112D161B-BE53-4154-ADCF-1B5CCA2D4EC1}" destId="{8D8934B3-F7D3-4F17-A5DB-9B3B24D58465}" srcOrd="0" destOrd="0" presId="urn:microsoft.com/office/officeart/2018/5/layout/CenteredIconLabelDescriptionList#1"/>
    <dgm:cxn modelId="{1C1D85D6-9677-4279-A2B5-87F94D4EFA98}" srcId="{112D161B-BE53-4154-ADCF-1B5CCA2D4EC1}" destId="{EF29DC2A-2F72-4CC3-A6A0-7A17D19790D2}" srcOrd="0" destOrd="0" parTransId="{438F20E0-8B4D-41D9-BE37-5BE6185BDAA6}" sibTransId="{FB21233E-E8A1-4AA0-9200-CB56FC3E7478}"/>
    <dgm:cxn modelId="{AFA523E1-FB19-4214-952D-23EF907C0C60}" srcId="{46F8E3F5-C638-4395-83DD-1CDDD7016E42}" destId="{85742631-CF9C-4782-8E8B-704566FD234D}" srcOrd="1" destOrd="0" parTransId="{43ADB4F4-8D8B-439F-9792-0DC014E4CA14}" sibTransId="{6F5A31B4-B333-4626-91C6-8CA37561FCCF}"/>
    <dgm:cxn modelId="{72D741C4-6068-4371-B099-88E35B692473}" type="presParOf" srcId="{C8FBE591-4E1E-4F2C-ACFB-DE345C581294}" destId="{7A017967-44D6-45E2-812C-CBC349723251}" srcOrd="0" destOrd="0" presId="urn:microsoft.com/office/officeart/2018/5/layout/CenteredIconLabelDescriptionList#1"/>
    <dgm:cxn modelId="{313408D6-46BE-4B6D-976E-16F91CA84B81}" type="presParOf" srcId="{7A017967-44D6-45E2-812C-CBC349723251}" destId="{CD02C3EE-FC14-4E35-962F-E59D07F67C61}" srcOrd="0" destOrd="0" presId="urn:microsoft.com/office/officeart/2018/5/layout/CenteredIconLabelDescriptionList#1"/>
    <dgm:cxn modelId="{2410A243-934F-443F-AE8F-069E2F9FC812}" type="presParOf" srcId="{7A017967-44D6-45E2-812C-CBC349723251}" destId="{E773F3A0-9244-47BB-AD80-1B7ED9431B64}" srcOrd="1" destOrd="0" presId="urn:microsoft.com/office/officeart/2018/5/layout/CenteredIconLabelDescriptionList#1"/>
    <dgm:cxn modelId="{5BA491C5-715F-42C2-9132-56A498BC0035}" type="presParOf" srcId="{7A017967-44D6-45E2-812C-CBC349723251}" destId="{8D8934B3-F7D3-4F17-A5DB-9B3B24D58465}" srcOrd="2" destOrd="0" presId="urn:microsoft.com/office/officeart/2018/5/layout/CenteredIconLabelDescriptionList#1"/>
    <dgm:cxn modelId="{717D1376-8EA7-4B2D-A40F-3D59E002FF1D}" type="presParOf" srcId="{7A017967-44D6-45E2-812C-CBC349723251}" destId="{66E4B416-D0B1-4224-B87C-08E3156A0140}" srcOrd="3" destOrd="0" presId="urn:microsoft.com/office/officeart/2018/5/layout/CenteredIconLabelDescriptionList#1"/>
    <dgm:cxn modelId="{9D2DFE1E-44D0-4446-8D54-BC098CA63E1B}" type="presParOf" srcId="{7A017967-44D6-45E2-812C-CBC349723251}" destId="{8A1F6F1C-9F63-4967-9355-611B4319EDD4}" srcOrd="4" destOrd="0" presId="urn:microsoft.com/office/officeart/2018/5/layout/CenteredIconLabelDescriptionList#1"/>
    <dgm:cxn modelId="{979F3F57-2C39-4384-972B-BF9DF795FA36}" type="presParOf" srcId="{C8FBE591-4E1E-4F2C-ACFB-DE345C581294}" destId="{F0E5DDBC-F7D5-4B0D-BECA-49442A280007}" srcOrd="1" destOrd="0" presId="urn:microsoft.com/office/officeart/2018/5/layout/CenteredIconLabelDescriptionList#1"/>
    <dgm:cxn modelId="{A6E98622-67E9-49E1-8AC9-D3ED6684E610}" type="presParOf" srcId="{C8FBE591-4E1E-4F2C-ACFB-DE345C581294}" destId="{91DD0E04-E446-418C-B5C9-A7D774BD9661}" srcOrd="2" destOrd="0" presId="urn:microsoft.com/office/officeart/2018/5/layout/CenteredIconLabelDescriptionList#1"/>
    <dgm:cxn modelId="{3D7F4824-B165-4945-9D05-9850738BADA4}" type="presParOf" srcId="{91DD0E04-E446-418C-B5C9-A7D774BD9661}" destId="{13612D22-215B-4A98-8DF6-82F5AE71B573}" srcOrd="0" destOrd="0" presId="urn:microsoft.com/office/officeart/2018/5/layout/CenteredIconLabelDescriptionList#1"/>
    <dgm:cxn modelId="{595A9D1D-36BA-432F-A3DC-89B53B4C7284}" type="presParOf" srcId="{91DD0E04-E446-418C-B5C9-A7D774BD9661}" destId="{77769DAB-97C4-428A-8667-083133C85FC0}" srcOrd="1" destOrd="0" presId="urn:microsoft.com/office/officeart/2018/5/layout/CenteredIconLabelDescriptionList#1"/>
    <dgm:cxn modelId="{C23356A5-F8D8-4FF8-AB8C-3437A2B90768}" type="presParOf" srcId="{91DD0E04-E446-418C-B5C9-A7D774BD9661}" destId="{8B1A1652-F1E9-4780-BE0C-962EFA080AE6}" srcOrd="2" destOrd="0" presId="urn:microsoft.com/office/officeart/2018/5/layout/CenteredIconLabelDescriptionList#1"/>
    <dgm:cxn modelId="{31756E40-D2C7-41BA-9C35-0C90B8A8F1BF}" type="presParOf" srcId="{91DD0E04-E446-418C-B5C9-A7D774BD9661}" destId="{22B9CA83-15E4-49FE-9809-94E8D07D9AB8}" srcOrd="3" destOrd="0" presId="urn:microsoft.com/office/officeart/2018/5/layout/CenteredIconLabelDescriptionList#1"/>
    <dgm:cxn modelId="{B82FD4E7-78CF-4A1D-B763-63BB6E28EB99}" type="presParOf" srcId="{91DD0E04-E446-418C-B5C9-A7D774BD9661}" destId="{6374F528-C252-4BA2-966A-8378550ED3F1}" srcOrd="4" destOrd="0" presId="urn:microsoft.com/office/officeart/2018/5/layout/CenteredIconLabelDescriptionList#1"/>
    <dgm:cxn modelId="{5185D355-2931-4C9A-A710-C143C6C089AE}" type="presParOf" srcId="{C8FBE591-4E1E-4F2C-ACFB-DE345C581294}" destId="{D331FE73-512A-4A65-9FAC-00F96CD65722}" srcOrd="3" destOrd="0" presId="urn:microsoft.com/office/officeart/2018/5/layout/CenteredIconLabelDescriptionList#1"/>
    <dgm:cxn modelId="{04A6ED0F-A2C0-4EFE-818D-04EE55858A12}" type="presParOf" srcId="{C8FBE591-4E1E-4F2C-ACFB-DE345C581294}" destId="{2B75DFF9-A99F-4E9B-8E34-2B2418CFC9B6}" srcOrd="4" destOrd="0" presId="urn:microsoft.com/office/officeart/2018/5/layout/CenteredIconLabelDescriptionList#1"/>
    <dgm:cxn modelId="{01D2D230-40FC-4FF7-A070-C5B4DCBC1E01}" type="presParOf" srcId="{2B75DFF9-A99F-4E9B-8E34-2B2418CFC9B6}" destId="{F768770D-D59D-430B-BE8A-EC189D55FEDF}" srcOrd="0" destOrd="0" presId="urn:microsoft.com/office/officeart/2018/5/layout/CenteredIconLabelDescriptionList#1"/>
    <dgm:cxn modelId="{6EB55A67-8E4F-4407-8964-AE6A69DABCA7}" type="presParOf" srcId="{2B75DFF9-A99F-4E9B-8E34-2B2418CFC9B6}" destId="{787ED49C-0A66-4A07-80E2-C8D3C6F20AF6}" srcOrd="1" destOrd="0" presId="urn:microsoft.com/office/officeart/2018/5/layout/CenteredIconLabelDescriptionList#1"/>
    <dgm:cxn modelId="{5AA8D45F-6497-4E73-BE75-92E9C199B39F}" type="presParOf" srcId="{2B75DFF9-A99F-4E9B-8E34-2B2418CFC9B6}" destId="{70AC45CF-C18C-4E0C-8F1A-922781330187}" srcOrd="2" destOrd="0" presId="urn:microsoft.com/office/officeart/2018/5/layout/CenteredIconLabelDescriptionList#1"/>
    <dgm:cxn modelId="{E58C1415-81B9-4C71-96BD-F727E3E9EB8A}" type="presParOf" srcId="{2B75DFF9-A99F-4E9B-8E34-2B2418CFC9B6}" destId="{C2AF5536-05BC-4BC0-AF31-107EBDDCD408}" srcOrd="3" destOrd="0" presId="urn:microsoft.com/office/officeart/2018/5/layout/CenteredIconLabelDescriptionList#1"/>
    <dgm:cxn modelId="{CEDF0FC7-8A71-4FF0-B18C-2D79C4D53A7E}" type="presParOf" srcId="{2B75DFF9-A99F-4E9B-8E34-2B2418CFC9B6}" destId="{BF692EDB-A5F9-4B3D-B283-4656A1B000DE}" srcOrd="4" destOrd="0" presId="urn:microsoft.com/office/officeart/2018/5/layout/CenteredIconLabelDescriptionList#1"/>
    <dgm:cxn modelId="{6159E6BE-2049-4D55-8169-D9BD9A256448}" type="presParOf" srcId="{C8FBE591-4E1E-4F2C-ACFB-DE345C581294}" destId="{4B27455C-CBEC-4096-B7D5-939F8560B185}" srcOrd="5" destOrd="0" presId="urn:microsoft.com/office/officeart/2018/5/layout/CenteredIconLabelDescriptionList#1"/>
    <dgm:cxn modelId="{3080D7BD-9984-47CC-864C-2B1745E6B340}" type="presParOf" srcId="{C8FBE591-4E1E-4F2C-ACFB-DE345C581294}" destId="{4594E433-6030-4747-A8D6-045849BA02DA}" srcOrd="6" destOrd="0" presId="urn:microsoft.com/office/officeart/2018/5/layout/CenteredIconLabelDescriptionList#1"/>
    <dgm:cxn modelId="{BF36D632-4A75-4C58-8A03-641C6E4A36B3}" type="presParOf" srcId="{4594E433-6030-4747-A8D6-045849BA02DA}" destId="{0A409759-9018-4C08-A132-A187E81E7822}" srcOrd="0" destOrd="0" presId="urn:microsoft.com/office/officeart/2018/5/layout/CenteredIconLabelDescriptionList#1"/>
    <dgm:cxn modelId="{811E6B4B-47FF-401A-ABB3-0F6B9927300E}" type="presParOf" srcId="{4594E433-6030-4747-A8D6-045849BA02DA}" destId="{764311C9-1F29-48A9-90BD-2498E85DF1D2}" srcOrd="1" destOrd="0" presId="urn:microsoft.com/office/officeart/2018/5/layout/CenteredIconLabelDescriptionList#1"/>
    <dgm:cxn modelId="{94BE0839-B001-40D0-9E22-B365BB4490E7}" type="presParOf" srcId="{4594E433-6030-4747-A8D6-045849BA02DA}" destId="{E7D5DC2F-EADF-4F6B-909C-42F34AE8D224}" srcOrd="2" destOrd="0" presId="urn:microsoft.com/office/officeart/2018/5/layout/CenteredIconLabelDescriptionList#1"/>
    <dgm:cxn modelId="{F027B909-3023-4D68-83B9-C34F20BCA476}" type="presParOf" srcId="{4594E433-6030-4747-A8D6-045849BA02DA}" destId="{756DC383-A48B-426A-B0FC-82A76AEBDA1A}" srcOrd="3" destOrd="0" presId="urn:microsoft.com/office/officeart/2018/5/layout/CenteredIconLabelDescriptionList#1"/>
    <dgm:cxn modelId="{6FD218C5-EB68-4C37-BFFF-8C245F1AF84C}" type="presParOf" srcId="{4594E433-6030-4747-A8D6-045849BA02DA}" destId="{9205D524-0836-47C0-B910-DD78704853ED}" srcOrd="4" destOrd="0" presId="urn:microsoft.com/office/officeart/2018/5/layout/CenteredIconLabelDescription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9BCD12-1CB8-407F-BB7B-1B98580F1DD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70E0C9-4566-4089-B399-225AB38E0103}">
      <dgm:prSet/>
      <dgm:spPr/>
      <dgm:t>
        <a:bodyPr/>
        <a:lstStyle/>
        <a:p>
          <a:pPr>
            <a:defRPr b="1"/>
          </a:pPr>
          <a:r>
            <a:rPr lang="pt-BR" dirty="0"/>
            <a:t>Cenário: Faculdade CEUB</a:t>
          </a:r>
          <a:endParaRPr lang="en-US" dirty="0"/>
        </a:p>
      </dgm:t>
    </dgm:pt>
    <dgm:pt modelId="{125C5B67-0821-4C45-867F-23B0246DEA48}" type="parTrans" cxnId="{DF361028-F0F7-402D-8559-357F19AD5769}">
      <dgm:prSet/>
      <dgm:spPr/>
      <dgm:t>
        <a:bodyPr/>
        <a:lstStyle/>
        <a:p>
          <a:endParaRPr lang="en-US"/>
        </a:p>
      </dgm:t>
    </dgm:pt>
    <dgm:pt modelId="{67F1BD2E-F621-4399-87DE-768D7FC63514}" type="sibTrans" cxnId="{DF361028-F0F7-402D-8559-357F19AD5769}">
      <dgm:prSet/>
      <dgm:spPr/>
      <dgm:t>
        <a:bodyPr/>
        <a:lstStyle/>
        <a:p>
          <a:endParaRPr lang="en-US"/>
        </a:p>
      </dgm:t>
    </dgm:pt>
    <dgm:pt modelId="{56C14D33-457D-410E-B32E-00DD37952FC2}">
      <dgm:prSet/>
      <dgm:spPr/>
      <dgm:t>
        <a:bodyPr/>
        <a:lstStyle/>
        <a:p>
          <a:r>
            <a:rPr lang="pt-BR" dirty="0"/>
            <a:t>O CEUB deseja utilizar análise de Big Data para melhorar o desempenho dos alunos, a qualidade das aulas e reduzir a evasão acadêmica. </a:t>
          </a:r>
          <a:endParaRPr lang="en-US" dirty="0"/>
        </a:p>
      </dgm:t>
    </dgm:pt>
    <dgm:pt modelId="{6F56773A-3F8E-4057-A44C-329BF244AC44}" type="parTrans" cxnId="{BD449EE7-409B-4732-B5A6-7F1BD23246F3}">
      <dgm:prSet/>
      <dgm:spPr/>
      <dgm:t>
        <a:bodyPr/>
        <a:lstStyle/>
        <a:p>
          <a:endParaRPr lang="en-US"/>
        </a:p>
      </dgm:t>
    </dgm:pt>
    <dgm:pt modelId="{15BC123D-80BA-484E-A234-5FF7A2312CEC}" type="sibTrans" cxnId="{BD449EE7-409B-4732-B5A6-7F1BD23246F3}">
      <dgm:prSet/>
      <dgm:spPr/>
      <dgm:t>
        <a:bodyPr/>
        <a:lstStyle/>
        <a:p>
          <a:endParaRPr lang="en-US"/>
        </a:p>
      </dgm:t>
    </dgm:pt>
    <dgm:pt modelId="{C3E63229-A87D-4916-A09A-90C226DEDAB7}">
      <dgm:prSet/>
      <dgm:spPr/>
      <dgm:t>
        <a:bodyPr/>
        <a:lstStyle/>
        <a:p>
          <a:pPr>
            <a:defRPr b="1"/>
          </a:pPr>
          <a:r>
            <a:rPr lang="pt-BR" dirty="0"/>
            <a:t>Para isso, tem acesso a:</a:t>
          </a:r>
          <a:endParaRPr lang="en-US" dirty="0"/>
        </a:p>
      </dgm:t>
    </dgm:pt>
    <dgm:pt modelId="{5CAB110F-0141-4070-AD20-85370A6BBC8B}" type="parTrans" cxnId="{1DFDD7BE-0B6A-4959-9DF2-3CBC617B409C}">
      <dgm:prSet/>
      <dgm:spPr/>
      <dgm:t>
        <a:bodyPr/>
        <a:lstStyle/>
        <a:p>
          <a:endParaRPr lang="en-US"/>
        </a:p>
      </dgm:t>
    </dgm:pt>
    <dgm:pt modelId="{552EED8F-B368-4C12-837C-535EBC8B391D}" type="sibTrans" cxnId="{1DFDD7BE-0B6A-4959-9DF2-3CBC617B409C}">
      <dgm:prSet/>
      <dgm:spPr/>
      <dgm:t>
        <a:bodyPr/>
        <a:lstStyle/>
        <a:p>
          <a:endParaRPr lang="en-US"/>
        </a:p>
      </dgm:t>
    </dgm:pt>
    <dgm:pt modelId="{B415F9C5-A015-46D0-94FA-240F162FF87C}">
      <dgm:prSet/>
      <dgm:spPr/>
      <dgm:t>
        <a:bodyPr/>
        <a:lstStyle/>
        <a:p>
          <a:r>
            <a:rPr lang="pt-BR" dirty="0"/>
            <a:t>Registros de frequência e participação dos alunos.</a:t>
          </a:r>
          <a:endParaRPr lang="en-US" dirty="0"/>
        </a:p>
      </dgm:t>
    </dgm:pt>
    <dgm:pt modelId="{2877042E-CC5D-4CFE-A970-E32022620F91}" type="parTrans" cxnId="{6C0D4E58-D139-4783-9CF8-8597686F053C}">
      <dgm:prSet/>
      <dgm:spPr/>
      <dgm:t>
        <a:bodyPr/>
        <a:lstStyle/>
        <a:p>
          <a:endParaRPr lang="en-US"/>
        </a:p>
      </dgm:t>
    </dgm:pt>
    <dgm:pt modelId="{005D7321-97C0-48EF-BB93-67D48A42213E}" type="sibTrans" cxnId="{6C0D4E58-D139-4783-9CF8-8597686F053C}">
      <dgm:prSet/>
      <dgm:spPr/>
      <dgm:t>
        <a:bodyPr/>
        <a:lstStyle/>
        <a:p>
          <a:endParaRPr lang="en-US"/>
        </a:p>
      </dgm:t>
    </dgm:pt>
    <dgm:pt modelId="{BB25D313-BBE4-418C-9F80-F6599C916934}">
      <dgm:prSet/>
      <dgm:spPr/>
      <dgm:t>
        <a:bodyPr/>
        <a:lstStyle/>
        <a:p>
          <a:r>
            <a:rPr lang="pt-BR" dirty="0"/>
            <a:t>Notas e desempenho acadêmico ao longo dos semestres.</a:t>
          </a:r>
          <a:endParaRPr lang="en-US" dirty="0"/>
        </a:p>
      </dgm:t>
    </dgm:pt>
    <dgm:pt modelId="{65200F11-8D37-4D4C-9545-605DEE7AF356}" type="parTrans" cxnId="{EA5C695E-F2F1-471C-9089-00A58B4440D9}">
      <dgm:prSet/>
      <dgm:spPr/>
      <dgm:t>
        <a:bodyPr/>
        <a:lstStyle/>
        <a:p>
          <a:endParaRPr lang="en-US"/>
        </a:p>
      </dgm:t>
    </dgm:pt>
    <dgm:pt modelId="{0E799360-F0FD-4D62-8665-9EC71607DBAF}" type="sibTrans" cxnId="{EA5C695E-F2F1-471C-9089-00A58B4440D9}">
      <dgm:prSet/>
      <dgm:spPr/>
      <dgm:t>
        <a:bodyPr/>
        <a:lstStyle/>
        <a:p>
          <a:endParaRPr lang="en-US"/>
        </a:p>
      </dgm:t>
    </dgm:pt>
    <dgm:pt modelId="{7A2D334C-0BCF-454D-8524-50B6BD296965}">
      <dgm:prSet/>
      <dgm:spPr/>
      <dgm:t>
        <a:bodyPr/>
        <a:lstStyle/>
        <a:p>
          <a:r>
            <a:rPr lang="pt-BR" dirty="0"/>
            <a:t>Interações no ambiente virtual de aprendizado.</a:t>
          </a:r>
          <a:endParaRPr lang="en-US" dirty="0"/>
        </a:p>
      </dgm:t>
    </dgm:pt>
    <dgm:pt modelId="{2311D86F-7E6C-4FC8-9E1A-FCE46AB8373E}" type="parTrans" cxnId="{4983E5CA-1A4F-42C9-9CBC-1B95FAD4BF68}">
      <dgm:prSet/>
      <dgm:spPr/>
      <dgm:t>
        <a:bodyPr/>
        <a:lstStyle/>
        <a:p>
          <a:endParaRPr lang="en-US"/>
        </a:p>
      </dgm:t>
    </dgm:pt>
    <dgm:pt modelId="{C8531517-9E30-4FA8-A97D-40DBA80ECA40}" type="sibTrans" cxnId="{4983E5CA-1A4F-42C9-9CBC-1B95FAD4BF68}">
      <dgm:prSet/>
      <dgm:spPr/>
      <dgm:t>
        <a:bodyPr/>
        <a:lstStyle/>
        <a:p>
          <a:endParaRPr lang="en-US"/>
        </a:p>
      </dgm:t>
    </dgm:pt>
    <dgm:pt modelId="{53FE3694-850D-4E01-873A-C2CD6D9C4381}">
      <dgm:prSet/>
      <dgm:spPr/>
      <dgm:t>
        <a:bodyPr/>
        <a:lstStyle/>
        <a:p>
          <a:r>
            <a:rPr lang="pt-BR" dirty="0"/>
            <a:t>Feedbacks de alunos sobre a qualidade das aulas.</a:t>
          </a:r>
          <a:endParaRPr lang="en-US" dirty="0"/>
        </a:p>
      </dgm:t>
    </dgm:pt>
    <dgm:pt modelId="{8BF7B277-A147-4302-B714-DB1640A3EE09}" type="parTrans" cxnId="{A8B1BB2C-7D40-43DD-B0D3-80385D5302D8}">
      <dgm:prSet/>
      <dgm:spPr/>
      <dgm:t>
        <a:bodyPr/>
        <a:lstStyle/>
        <a:p>
          <a:endParaRPr lang="en-US"/>
        </a:p>
      </dgm:t>
    </dgm:pt>
    <dgm:pt modelId="{0C0BF06B-D226-4480-869A-80C934C3C0AB}" type="sibTrans" cxnId="{A8B1BB2C-7D40-43DD-B0D3-80385D5302D8}">
      <dgm:prSet/>
      <dgm:spPr/>
      <dgm:t>
        <a:bodyPr/>
        <a:lstStyle/>
        <a:p>
          <a:endParaRPr lang="en-US"/>
        </a:p>
      </dgm:t>
    </dgm:pt>
    <dgm:pt modelId="{7167C711-3A6F-4A97-B016-AF90AC4CCC6C}">
      <dgm:prSet/>
      <dgm:spPr/>
      <dgm:t>
        <a:bodyPr/>
        <a:lstStyle/>
        <a:p>
          <a:r>
            <a:rPr lang="pt-BR" dirty="0"/>
            <a:t>Dados administrativos sobre taxas de evasão e retenção.</a:t>
          </a:r>
          <a:endParaRPr lang="en-US" dirty="0"/>
        </a:p>
      </dgm:t>
    </dgm:pt>
    <dgm:pt modelId="{1268952A-8437-4291-A024-066B210D6B82}" type="parTrans" cxnId="{3C7644CA-220C-4FFD-BAE9-94FB480E9218}">
      <dgm:prSet/>
      <dgm:spPr/>
      <dgm:t>
        <a:bodyPr/>
        <a:lstStyle/>
        <a:p>
          <a:endParaRPr lang="en-US"/>
        </a:p>
      </dgm:t>
    </dgm:pt>
    <dgm:pt modelId="{B4357116-DCBC-4D34-84DF-ABF1994A65D6}" type="sibTrans" cxnId="{3C7644CA-220C-4FFD-BAE9-94FB480E9218}">
      <dgm:prSet/>
      <dgm:spPr/>
      <dgm:t>
        <a:bodyPr/>
        <a:lstStyle/>
        <a:p>
          <a:endParaRPr lang="en-US"/>
        </a:p>
      </dgm:t>
    </dgm:pt>
    <dgm:pt modelId="{103CC7F5-8BD6-465C-8CBF-A5A4CC8CEA1D}">
      <dgm:prSet/>
      <dgm:spPr/>
      <dgm:t>
        <a:bodyPr/>
        <a:lstStyle/>
        <a:p>
          <a:pPr>
            <a:defRPr b="1"/>
          </a:pPr>
          <a:r>
            <a:rPr lang="pt-BR" dirty="0"/>
            <a:t>Tarefa para os Alunos:</a:t>
          </a:r>
          <a:endParaRPr lang="en-US" dirty="0"/>
        </a:p>
      </dgm:t>
    </dgm:pt>
    <dgm:pt modelId="{46117431-D771-41C1-81E6-B225C8641121}" type="parTrans" cxnId="{14FCDAA9-5933-40DC-98A4-EF1DFD19C7AB}">
      <dgm:prSet/>
      <dgm:spPr/>
      <dgm:t>
        <a:bodyPr/>
        <a:lstStyle/>
        <a:p>
          <a:endParaRPr lang="en-US"/>
        </a:p>
      </dgm:t>
    </dgm:pt>
    <dgm:pt modelId="{05CE901B-139B-4808-96E8-1EA5DF1AFAA9}" type="sibTrans" cxnId="{14FCDAA9-5933-40DC-98A4-EF1DFD19C7AB}">
      <dgm:prSet/>
      <dgm:spPr/>
      <dgm:t>
        <a:bodyPr/>
        <a:lstStyle/>
        <a:p>
          <a:endParaRPr lang="en-US"/>
        </a:p>
      </dgm:t>
    </dgm:pt>
    <dgm:pt modelId="{9B79343D-F8A5-43A2-A81F-CA5F8C614EBC}">
      <dgm:prSet/>
      <dgm:spPr/>
      <dgm:t>
        <a:bodyPr/>
        <a:lstStyle/>
        <a:p>
          <a:r>
            <a:rPr lang="pt-BR" dirty="0"/>
            <a:t>Identificar os 5Vs no estudo de caso.</a:t>
          </a:r>
          <a:endParaRPr lang="en-US" dirty="0"/>
        </a:p>
      </dgm:t>
    </dgm:pt>
    <dgm:pt modelId="{FA30DA18-068C-4FF4-AA52-41D0D0D9D9F6}" type="parTrans" cxnId="{4265B099-7137-492A-B990-98EDB1CDDB65}">
      <dgm:prSet/>
      <dgm:spPr/>
      <dgm:t>
        <a:bodyPr/>
        <a:lstStyle/>
        <a:p>
          <a:endParaRPr lang="en-US"/>
        </a:p>
      </dgm:t>
    </dgm:pt>
    <dgm:pt modelId="{17753F30-425A-43B2-8535-FC5B1830575E}" type="sibTrans" cxnId="{4265B099-7137-492A-B990-98EDB1CDDB65}">
      <dgm:prSet/>
      <dgm:spPr/>
      <dgm:t>
        <a:bodyPr/>
        <a:lstStyle/>
        <a:p>
          <a:endParaRPr lang="en-US"/>
        </a:p>
      </dgm:t>
    </dgm:pt>
    <dgm:pt modelId="{00C771B0-9F4B-4F8E-83DE-2EC2B12E4088}">
      <dgm:prSet/>
      <dgm:spPr/>
      <dgm:t>
        <a:bodyPr/>
        <a:lstStyle/>
        <a:p>
          <a:r>
            <a:rPr lang="pt-BR" dirty="0"/>
            <a:t>Propor soluções baseadas em dados para melhorar a experiência dos alunos.</a:t>
          </a:r>
          <a:endParaRPr lang="en-US" dirty="0"/>
        </a:p>
      </dgm:t>
    </dgm:pt>
    <dgm:pt modelId="{7B2FCF77-290E-47CB-8E05-5AF4F408CA51}" type="parTrans" cxnId="{96F7B095-F1D6-4D7A-BFF7-D19D3C7B58FA}">
      <dgm:prSet/>
      <dgm:spPr/>
      <dgm:t>
        <a:bodyPr/>
        <a:lstStyle/>
        <a:p>
          <a:endParaRPr lang="en-US"/>
        </a:p>
      </dgm:t>
    </dgm:pt>
    <dgm:pt modelId="{9788513B-A57D-4DD0-B4EE-46E09003ACE1}" type="sibTrans" cxnId="{96F7B095-F1D6-4D7A-BFF7-D19D3C7B58FA}">
      <dgm:prSet/>
      <dgm:spPr/>
      <dgm:t>
        <a:bodyPr/>
        <a:lstStyle/>
        <a:p>
          <a:endParaRPr lang="en-US"/>
        </a:p>
      </dgm:t>
    </dgm:pt>
    <dgm:pt modelId="{20DDB466-C669-42BE-B141-D3880B7DD5CA}">
      <dgm:prSet/>
      <dgm:spPr/>
      <dgm:t>
        <a:bodyPr/>
        <a:lstStyle/>
        <a:p>
          <a:r>
            <a:rPr lang="pt-BR" dirty="0"/>
            <a:t>Apresentar um resumo da discussão para a turma.</a:t>
          </a:r>
          <a:endParaRPr lang="en-US" dirty="0"/>
        </a:p>
      </dgm:t>
    </dgm:pt>
    <dgm:pt modelId="{D491A37C-8809-4A53-BB31-0CB4A2B72F68}" type="parTrans" cxnId="{4F9FEA2E-5378-493D-BD0C-D86452B5945E}">
      <dgm:prSet/>
      <dgm:spPr/>
      <dgm:t>
        <a:bodyPr/>
        <a:lstStyle/>
        <a:p>
          <a:endParaRPr lang="en-US"/>
        </a:p>
      </dgm:t>
    </dgm:pt>
    <dgm:pt modelId="{E3985656-8012-4F8A-971D-C2FDA43B1189}" type="sibTrans" cxnId="{4F9FEA2E-5378-493D-BD0C-D86452B5945E}">
      <dgm:prSet/>
      <dgm:spPr/>
      <dgm:t>
        <a:bodyPr/>
        <a:lstStyle/>
        <a:p>
          <a:endParaRPr lang="en-US"/>
        </a:p>
      </dgm:t>
    </dgm:pt>
    <dgm:pt modelId="{92C45E10-9E59-4169-9D3B-CB2CBF9C0825}" type="pres">
      <dgm:prSet presAssocID="{F39BCD12-1CB8-407F-BB7B-1B98580F1DD5}" presName="root" presStyleCnt="0">
        <dgm:presLayoutVars>
          <dgm:dir/>
          <dgm:resizeHandles val="exact"/>
        </dgm:presLayoutVars>
      </dgm:prSet>
      <dgm:spPr/>
    </dgm:pt>
    <dgm:pt modelId="{8C40238A-DFB3-4B0F-B94C-DCE33F7455D2}" type="pres">
      <dgm:prSet presAssocID="{5D70E0C9-4566-4089-B399-225AB38E0103}" presName="compNode" presStyleCnt="0"/>
      <dgm:spPr/>
    </dgm:pt>
    <dgm:pt modelId="{56BA0DB0-7D43-4CB6-BB28-5EC44729BB82}" type="pres">
      <dgm:prSet presAssocID="{5D70E0C9-4566-4089-B399-225AB38E01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8302C7F-31EE-4CB2-B4CA-899EFF82F035}" type="pres">
      <dgm:prSet presAssocID="{5D70E0C9-4566-4089-B399-225AB38E0103}" presName="iconSpace" presStyleCnt="0"/>
      <dgm:spPr/>
    </dgm:pt>
    <dgm:pt modelId="{78E32272-D879-44FF-8C39-4C12195EEBB6}" type="pres">
      <dgm:prSet presAssocID="{5D70E0C9-4566-4089-B399-225AB38E0103}" presName="parTx" presStyleLbl="revTx" presStyleIdx="0" presStyleCnt="6">
        <dgm:presLayoutVars>
          <dgm:chMax val="0"/>
          <dgm:chPref val="0"/>
        </dgm:presLayoutVars>
      </dgm:prSet>
      <dgm:spPr/>
    </dgm:pt>
    <dgm:pt modelId="{617ABF2F-1543-4476-9EB8-A133CE58D62A}" type="pres">
      <dgm:prSet presAssocID="{5D70E0C9-4566-4089-B399-225AB38E0103}" presName="txSpace" presStyleCnt="0"/>
      <dgm:spPr/>
    </dgm:pt>
    <dgm:pt modelId="{4EACCEE3-F524-4464-905D-036515137444}" type="pres">
      <dgm:prSet presAssocID="{5D70E0C9-4566-4089-B399-225AB38E0103}" presName="desTx" presStyleLbl="revTx" presStyleIdx="1" presStyleCnt="6">
        <dgm:presLayoutVars/>
      </dgm:prSet>
      <dgm:spPr/>
    </dgm:pt>
    <dgm:pt modelId="{9CF8F030-F689-4BA6-BE85-6D2F25E201EB}" type="pres">
      <dgm:prSet presAssocID="{67F1BD2E-F621-4399-87DE-768D7FC63514}" presName="sibTrans" presStyleCnt="0"/>
      <dgm:spPr/>
    </dgm:pt>
    <dgm:pt modelId="{A9D7EBCA-C6B7-411D-9BA5-5A16F78D9962}" type="pres">
      <dgm:prSet presAssocID="{C3E63229-A87D-4916-A09A-90C226DEDAB7}" presName="compNode" presStyleCnt="0"/>
      <dgm:spPr/>
    </dgm:pt>
    <dgm:pt modelId="{06192078-EB0B-4B7F-A877-D57EE40C7FF4}" type="pres">
      <dgm:prSet presAssocID="{C3E63229-A87D-4916-A09A-90C226DEDA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493BB6CD-1036-4B3C-84C2-498A94FB3C69}" type="pres">
      <dgm:prSet presAssocID="{C3E63229-A87D-4916-A09A-90C226DEDAB7}" presName="iconSpace" presStyleCnt="0"/>
      <dgm:spPr/>
    </dgm:pt>
    <dgm:pt modelId="{4DFA4477-3B96-4703-9035-6F79AE77DFF1}" type="pres">
      <dgm:prSet presAssocID="{C3E63229-A87D-4916-A09A-90C226DEDAB7}" presName="parTx" presStyleLbl="revTx" presStyleIdx="2" presStyleCnt="6">
        <dgm:presLayoutVars>
          <dgm:chMax val="0"/>
          <dgm:chPref val="0"/>
        </dgm:presLayoutVars>
      </dgm:prSet>
      <dgm:spPr/>
    </dgm:pt>
    <dgm:pt modelId="{2CE39586-0A7A-4135-9673-5C503CAFCE2A}" type="pres">
      <dgm:prSet presAssocID="{C3E63229-A87D-4916-A09A-90C226DEDAB7}" presName="txSpace" presStyleCnt="0"/>
      <dgm:spPr/>
    </dgm:pt>
    <dgm:pt modelId="{45CEEE25-73C3-4084-A806-E6A3F2011A2C}" type="pres">
      <dgm:prSet presAssocID="{C3E63229-A87D-4916-A09A-90C226DEDAB7}" presName="desTx" presStyleLbl="revTx" presStyleIdx="3" presStyleCnt="6">
        <dgm:presLayoutVars/>
      </dgm:prSet>
      <dgm:spPr/>
    </dgm:pt>
    <dgm:pt modelId="{F84B3826-19B9-466B-AEDA-9B8833070A23}" type="pres">
      <dgm:prSet presAssocID="{552EED8F-B368-4C12-837C-535EBC8B391D}" presName="sibTrans" presStyleCnt="0"/>
      <dgm:spPr/>
    </dgm:pt>
    <dgm:pt modelId="{4A7D4C90-C5DC-427D-B987-11176427791F}" type="pres">
      <dgm:prSet presAssocID="{103CC7F5-8BD6-465C-8CBF-A5A4CC8CEA1D}" presName="compNode" presStyleCnt="0"/>
      <dgm:spPr/>
    </dgm:pt>
    <dgm:pt modelId="{A87A48BC-06F5-4E05-BBA2-BC5F81FD87D5}" type="pres">
      <dgm:prSet presAssocID="{103CC7F5-8BD6-465C-8CBF-A5A4CC8CEA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5BF27C0-0B4E-4849-99B6-86465BE6E9C3}" type="pres">
      <dgm:prSet presAssocID="{103CC7F5-8BD6-465C-8CBF-A5A4CC8CEA1D}" presName="iconSpace" presStyleCnt="0"/>
      <dgm:spPr/>
    </dgm:pt>
    <dgm:pt modelId="{B83DB64A-B519-42B1-BE2F-9411E182B9EF}" type="pres">
      <dgm:prSet presAssocID="{103CC7F5-8BD6-465C-8CBF-A5A4CC8CEA1D}" presName="parTx" presStyleLbl="revTx" presStyleIdx="4" presStyleCnt="6">
        <dgm:presLayoutVars>
          <dgm:chMax val="0"/>
          <dgm:chPref val="0"/>
        </dgm:presLayoutVars>
      </dgm:prSet>
      <dgm:spPr/>
    </dgm:pt>
    <dgm:pt modelId="{F0B21243-C752-4DB3-944F-8F7DDE699969}" type="pres">
      <dgm:prSet presAssocID="{103CC7F5-8BD6-465C-8CBF-A5A4CC8CEA1D}" presName="txSpace" presStyleCnt="0"/>
      <dgm:spPr/>
    </dgm:pt>
    <dgm:pt modelId="{7488B214-83F9-4B45-91D4-0D80F2FB2162}" type="pres">
      <dgm:prSet presAssocID="{103CC7F5-8BD6-465C-8CBF-A5A4CC8CEA1D}" presName="desTx" presStyleLbl="revTx" presStyleIdx="5" presStyleCnt="6">
        <dgm:presLayoutVars/>
      </dgm:prSet>
      <dgm:spPr/>
    </dgm:pt>
  </dgm:ptLst>
  <dgm:cxnLst>
    <dgm:cxn modelId="{65425603-D7FE-4097-AD6E-8F02599952E7}" type="presOf" srcId="{C3E63229-A87D-4916-A09A-90C226DEDAB7}" destId="{4DFA4477-3B96-4703-9035-6F79AE77DFF1}" srcOrd="0" destOrd="0" presId="urn:microsoft.com/office/officeart/2018/2/layout/IconLabelDescriptionList"/>
    <dgm:cxn modelId="{84E80E1D-B6C1-404A-A7E9-46A9B69A2B70}" type="presOf" srcId="{56C14D33-457D-410E-B32E-00DD37952FC2}" destId="{4EACCEE3-F524-4464-905D-036515137444}" srcOrd="0" destOrd="0" presId="urn:microsoft.com/office/officeart/2018/2/layout/IconLabelDescriptionList"/>
    <dgm:cxn modelId="{DF361028-F0F7-402D-8559-357F19AD5769}" srcId="{F39BCD12-1CB8-407F-BB7B-1B98580F1DD5}" destId="{5D70E0C9-4566-4089-B399-225AB38E0103}" srcOrd="0" destOrd="0" parTransId="{125C5B67-0821-4C45-867F-23B0246DEA48}" sibTransId="{67F1BD2E-F621-4399-87DE-768D7FC63514}"/>
    <dgm:cxn modelId="{A8B1BB2C-7D40-43DD-B0D3-80385D5302D8}" srcId="{C3E63229-A87D-4916-A09A-90C226DEDAB7}" destId="{53FE3694-850D-4E01-873A-C2CD6D9C4381}" srcOrd="3" destOrd="0" parTransId="{8BF7B277-A147-4302-B714-DB1640A3EE09}" sibTransId="{0C0BF06B-D226-4480-869A-80C934C3C0AB}"/>
    <dgm:cxn modelId="{4F9FEA2E-5378-493D-BD0C-D86452B5945E}" srcId="{103CC7F5-8BD6-465C-8CBF-A5A4CC8CEA1D}" destId="{20DDB466-C669-42BE-B141-D3880B7DD5CA}" srcOrd="2" destOrd="0" parTransId="{D491A37C-8809-4A53-BB31-0CB4A2B72F68}" sibTransId="{E3985656-8012-4F8A-971D-C2FDA43B1189}"/>
    <dgm:cxn modelId="{508DAF3C-E163-4704-9ECF-FE1DF0F448BF}" type="presOf" srcId="{F39BCD12-1CB8-407F-BB7B-1B98580F1DD5}" destId="{92C45E10-9E59-4169-9D3B-CB2CBF9C0825}" srcOrd="0" destOrd="0" presId="urn:microsoft.com/office/officeart/2018/2/layout/IconLabelDescriptionList"/>
    <dgm:cxn modelId="{EA5C695E-F2F1-471C-9089-00A58B4440D9}" srcId="{C3E63229-A87D-4916-A09A-90C226DEDAB7}" destId="{BB25D313-BBE4-418C-9F80-F6599C916934}" srcOrd="1" destOrd="0" parTransId="{65200F11-8D37-4D4C-9545-605DEE7AF356}" sibTransId="{0E799360-F0FD-4D62-8665-9EC71607DBAF}"/>
    <dgm:cxn modelId="{D930765F-9212-458F-8C5F-C324BEB23848}" type="presOf" srcId="{20DDB466-C669-42BE-B141-D3880B7DD5CA}" destId="{7488B214-83F9-4B45-91D4-0D80F2FB2162}" srcOrd="0" destOrd="2" presId="urn:microsoft.com/office/officeart/2018/2/layout/IconLabelDescriptionList"/>
    <dgm:cxn modelId="{850E2260-5B9B-4434-835D-3B8631BB01C3}" type="presOf" srcId="{BB25D313-BBE4-418C-9F80-F6599C916934}" destId="{45CEEE25-73C3-4084-A806-E6A3F2011A2C}" srcOrd="0" destOrd="1" presId="urn:microsoft.com/office/officeart/2018/2/layout/IconLabelDescriptionList"/>
    <dgm:cxn modelId="{A737A56D-9CCB-4D58-9223-57F41A8B3826}" type="presOf" srcId="{5D70E0C9-4566-4089-B399-225AB38E0103}" destId="{78E32272-D879-44FF-8C39-4C12195EEBB6}" srcOrd="0" destOrd="0" presId="urn:microsoft.com/office/officeart/2018/2/layout/IconLabelDescriptionList"/>
    <dgm:cxn modelId="{6C0D4E58-D139-4783-9CF8-8597686F053C}" srcId="{C3E63229-A87D-4916-A09A-90C226DEDAB7}" destId="{B415F9C5-A015-46D0-94FA-240F162FF87C}" srcOrd="0" destOrd="0" parTransId="{2877042E-CC5D-4CFE-A970-E32022620F91}" sibTransId="{005D7321-97C0-48EF-BB93-67D48A42213E}"/>
    <dgm:cxn modelId="{60BBC480-44D7-4EF0-89C3-38D5435A9228}" type="presOf" srcId="{9B79343D-F8A5-43A2-A81F-CA5F8C614EBC}" destId="{7488B214-83F9-4B45-91D4-0D80F2FB2162}" srcOrd="0" destOrd="0" presId="urn:microsoft.com/office/officeart/2018/2/layout/IconLabelDescriptionList"/>
    <dgm:cxn modelId="{43AD1794-2645-49F6-99C8-717F54E000AE}" type="presOf" srcId="{00C771B0-9F4B-4F8E-83DE-2EC2B12E4088}" destId="{7488B214-83F9-4B45-91D4-0D80F2FB2162}" srcOrd="0" destOrd="1" presId="urn:microsoft.com/office/officeart/2018/2/layout/IconLabelDescriptionList"/>
    <dgm:cxn modelId="{96F7B095-F1D6-4D7A-BFF7-D19D3C7B58FA}" srcId="{103CC7F5-8BD6-465C-8CBF-A5A4CC8CEA1D}" destId="{00C771B0-9F4B-4F8E-83DE-2EC2B12E4088}" srcOrd="1" destOrd="0" parTransId="{7B2FCF77-290E-47CB-8E05-5AF4F408CA51}" sibTransId="{9788513B-A57D-4DD0-B4EE-46E09003ACE1}"/>
    <dgm:cxn modelId="{4265B099-7137-492A-B990-98EDB1CDDB65}" srcId="{103CC7F5-8BD6-465C-8CBF-A5A4CC8CEA1D}" destId="{9B79343D-F8A5-43A2-A81F-CA5F8C614EBC}" srcOrd="0" destOrd="0" parTransId="{FA30DA18-068C-4FF4-AA52-41D0D0D9D9F6}" sibTransId="{17753F30-425A-43B2-8535-FC5B1830575E}"/>
    <dgm:cxn modelId="{D1E51C9C-9937-47E1-8C68-88E478F4D989}" type="presOf" srcId="{103CC7F5-8BD6-465C-8CBF-A5A4CC8CEA1D}" destId="{B83DB64A-B519-42B1-BE2F-9411E182B9EF}" srcOrd="0" destOrd="0" presId="urn:microsoft.com/office/officeart/2018/2/layout/IconLabelDescriptionList"/>
    <dgm:cxn modelId="{14FCDAA9-5933-40DC-98A4-EF1DFD19C7AB}" srcId="{F39BCD12-1CB8-407F-BB7B-1B98580F1DD5}" destId="{103CC7F5-8BD6-465C-8CBF-A5A4CC8CEA1D}" srcOrd="2" destOrd="0" parTransId="{46117431-D771-41C1-81E6-B225C8641121}" sibTransId="{05CE901B-139B-4808-96E8-1EA5DF1AFAA9}"/>
    <dgm:cxn modelId="{A3AFF5BC-11E6-4EC2-8ACA-BB0106170351}" type="presOf" srcId="{B415F9C5-A015-46D0-94FA-240F162FF87C}" destId="{45CEEE25-73C3-4084-A806-E6A3F2011A2C}" srcOrd="0" destOrd="0" presId="urn:microsoft.com/office/officeart/2018/2/layout/IconLabelDescriptionList"/>
    <dgm:cxn modelId="{1DFDD7BE-0B6A-4959-9DF2-3CBC617B409C}" srcId="{F39BCD12-1CB8-407F-BB7B-1B98580F1DD5}" destId="{C3E63229-A87D-4916-A09A-90C226DEDAB7}" srcOrd="1" destOrd="0" parTransId="{5CAB110F-0141-4070-AD20-85370A6BBC8B}" sibTransId="{552EED8F-B368-4C12-837C-535EBC8B391D}"/>
    <dgm:cxn modelId="{CF718EC3-31C0-4087-849D-E3B5D804B350}" type="presOf" srcId="{53FE3694-850D-4E01-873A-C2CD6D9C4381}" destId="{45CEEE25-73C3-4084-A806-E6A3F2011A2C}" srcOrd="0" destOrd="3" presId="urn:microsoft.com/office/officeart/2018/2/layout/IconLabelDescriptionList"/>
    <dgm:cxn modelId="{F2F512CA-FF29-4F54-A4F8-082EAB16D8D0}" type="presOf" srcId="{7167C711-3A6F-4A97-B016-AF90AC4CCC6C}" destId="{45CEEE25-73C3-4084-A806-E6A3F2011A2C}" srcOrd="0" destOrd="4" presId="urn:microsoft.com/office/officeart/2018/2/layout/IconLabelDescriptionList"/>
    <dgm:cxn modelId="{3C7644CA-220C-4FFD-BAE9-94FB480E9218}" srcId="{C3E63229-A87D-4916-A09A-90C226DEDAB7}" destId="{7167C711-3A6F-4A97-B016-AF90AC4CCC6C}" srcOrd="4" destOrd="0" parTransId="{1268952A-8437-4291-A024-066B210D6B82}" sibTransId="{B4357116-DCBC-4D34-84DF-ABF1994A65D6}"/>
    <dgm:cxn modelId="{4983E5CA-1A4F-42C9-9CBC-1B95FAD4BF68}" srcId="{C3E63229-A87D-4916-A09A-90C226DEDAB7}" destId="{7A2D334C-0BCF-454D-8524-50B6BD296965}" srcOrd="2" destOrd="0" parTransId="{2311D86F-7E6C-4FC8-9E1A-FCE46AB8373E}" sibTransId="{C8531517-9E30-4FA8-A97D-40DBA80ECA40}"/>
    <dgm:cxn modelId="{F949A9DE-52FA-4C32-BA17-99242352D838}" type="presOf" srcId="{7A2D334C-0BCF-454D-8524-50B6BD296965}" destId="{45CEEE25-73C3-4084-A806-E6A3F2011A2C}" srcOrd="0" destOrd="2" presId="urn:microsoft.com/office/officeart/2018/2/layout/IconLabelDescriptionList"/>
    <dgm:cxn modelId="{BD449EE7-409B-4732-B5A6-7F1BD23246F3}" srcId="{5D70E0C9-4566-4089-B399-225AB38E0103}" destId="{56C14D33-457D-410E-B32E-00DD37952FC2}" srcOrd="0" destOrd="0" parTransId="{6F56773A-3F8E-4057-A44C-329BF244AC44}" sibTransId="{15BC123D-80BA-484E-A234-5FF7A2312CEC}"/>
    <dgm:cxn modelId="{69B50C2F-449F-4C84-9DA1-4E8E1137289A}" type="presParOf" srcId="{92C45E10-9E59-4169-9D3B-CB2CBF9C0825}" destId="{8C40238A-DFB3-4B0F-B94C-DCE33F7455D2}" srcOrd="0" destOrd="0" presId="urn:microsoft.com/office/officeart/2018/2/layout/IconLabelDescriptionList"/>
    <dgm:cxn modelId="{1E4A18C9-5C51-4F30-8692-A5BFABA562EA}" type="presParOf" srcId="{8C40238A-DFB3-4B0F-B94C-DCE33F7455D2}" destId="{56BA0DB0-7D43-4CB6-BB28-5EC44729BB82}" srcOrd="0" destOrd="0" presId="urn:microsoft.com/office/officeart/2018/2/layout/IconLabelDescriptionList"/>
    <dgm:cxn modelId="{32E4551A-35DA-46A4-A7AB-8F0BF2DDF7D0}" type="presParOf" srcId="{8C40238A-DFB3-4B0F-B94C-DCE33F7455D2}" destId="{18302C7F-31EE-4CB2-B4CA-899EFF82F035}" srcOrd="1" destOrd="0" presId="urn:microsoft.com/office/officeart/2018/2/layout/IconLabelDescriptionList"/>
    <dgm:cxn modelId="{3C31A8C0-216B-4599-B296-E6763260B433}" type="presParOf" srcId="{8C40238A-DFB3-4B0F-B94C-DCE33F7455D2}" destId="{78E32272-D879-44FF-8C39-4C12195EEBB6}" srcOrd="2" destOrd="0" presId="urn:microsoft.com/office/officeart/2018/2/layout/IconLabelDescriptionList"/>
    <dgm:cxn modelId="{D38F681F-F738-4613-A08D-9CC3D2999CE3}" type="presParOf" srcId="{8C40238A-DFB3-4B0F-B94C-DCE33F7455D2}" destId="{617ABF2F-1543-4476-9EB8-A133CE58D62A}" srcOrd="3" destOrd="0" presId="urn:microsoft.com/office/officeart/2018/2/layout/IconLabelDescriptionList"/>
    <dgm:cxn modelId="{09B8BD5D-9B87-424C-9D80-6263CB3D658D}" type="presParOf" srcId="{8C40238A-DFB3-4B0F-B94C-DCE33F7455D2}" destId="{4EACCEE3-F524-4464-905D-036515137444}" srcOrd="4" destOrd="0" presId="urn:microsoft.com/office/officeart/2018/2/layout/IconLabelDescriptionList"/>
    <dgm:cxn modelId="{BB62456D-38D9-4972-8722-9E3AD8D115AD}" type="presParOf" srcId="{92C45E10-9E59-4169-9D3B-CB2CBF9C0825}" destId="{9CF8F030-F689-4BA6-BE85-6D2F25E201EB}" srcOrd="1" destOrd="0" presId="urn:microsoft.com/office/officeart/2018/2/layout/IconLabelDescriptionList"/>
    <dgm:cxn modelId="{A2F1A45E-B0FC-40A4-9C84-F2F0AA797B36}" type="presParOf" srcId="{92C45E10-9E59-4169-9D3B-CB2CBF9C0825}" destId="{A9D7EBCA-C6B7-411D-9BA5-5A16F78D9962}" srcOrd="2" destOrd="0" presId="urn:microsoft.com/office/officeart/2018/2/layout/IconLabelDescriptionList"/>
    <dgm:cxn modelId="{3F18F9B0-2A1A-4D97-8B14-17FF64751F99}" type="presParOf" srcId="{A9D7EBCA-C6B7-411D-9BA5-5A16F78D9962}" destId="{06192078-EB0B-4B7F-A877-D57EE40C7FF4}" srcOrd="0" destOrd="0" presId="urn:microsoft.com/office/officeart/2018/2/layout/IconLabelDescriptionList"/>
    <dgm:cxn modelId="{D9228D6F-28AA-4E97-A679-7A3D4B75807E}" type="presParOf" srcId="{A9D7EBCA-C6B7-411D-9BA5-5A16F78D9962}" destId="{493BB6CD-1036-4B3C-84C2-498A94FB3C69}" srcOrd="1" destOrd="0" presId="urn:microsoft.com/office/officeart/2018/2/layout/IconLabelDescriptionList"/>
    <dgm:cxn modelId="{E717224D-0C32-4DB0-B6A0-87194F70AF2E}" type="presParOf" srcId="{A9D7EBCA-C6B7-411D-9BA5-5A16F78D9962}" destId="{4DFA4477-3B96-4703-9035-6F79AE77DFF1}" srcOrd="2" destOrd="0" presId="urn:microsoft.com/office/officeart/2018/2/layout/IconLabelDescriptionList"/>
    <dgm:cxn modelId="{BC720248-2F15-4CA2-96D3-E47F40F76F25}" type="presParOf" srcId="{A9D7EBCA-C6B7-411D-9BA5-5A16F78D9962}" destId="{2CE39586-0A7A-4135-9673-5C503CAFCE2A}" srcOrd="3" destOrd="0" presId="urn:microsoft.com/office/officeart/2018/2/layout/IconLabelDescriptionList"/>
    <dgm:cxn modelId="{29D73736-6117-4190-88EB-3EC3E1386CC7}" type="presParOf" srcId="{A9D7EBCA-C6B7-411D-9BA5-5A16F78D9962}" destId="{45CEEE25-73C3-4084-A806-E6A3F2011A2C}" srcOrd="4" destOrd="0" presId="urn:microsoft.com/office/officeart/2018/2/layout/IconLabelDescriptionList"/>
    <dgm:cxn modelId="{F8A0A86C-F9A3-44AA-8ABB-A5DE89A1098D}" type="presParOf" srcId="{92C45E10-9E59-4169-9D3B-CB2CBF9C0825}" destId="{F84B3826-19B9-466B-AEDA-9B8833070A23}" srcOrd="3" destOrd="0" presId="urn:microsoft.com/office/officeart/2018/2/layout/IconLabelDescriptionList"/>
    <dgm:cxn modelId="{8B578E0C-BCAC-49D3-BAAE-2DFBAE30AAEC}" type="presParOf" srcId="{92C45E10-9E59-4169-9D3B-CB2CBF9C0825}" destId="{4A7D4C90-C5DC-427D-B987-11176427791F}" srcOrd="4" destOrd="0" presId="urn:microsoft.com/office/officeart/2018/2/layout/IconLabelDescriptionList"/>
    <dgm:cxn modelId="{00D2A4D7-A866-48DF-B2D1-71BF1E69AFD0}" type="presParOf" srcId="{4A7D4C90-C5DC-427D-B987-11176427791F}" destId="{A87A48BC-06F5-4E05-BBA2-BC5F81FD87D5}" srcOrd="0" destOrd="0" presId="urn:microsoft.com/office/officeart/2018/2/layout/IconLabelDescriptionList"/>
    <dgm:cxn modelId="{9A176EC0-D2C1-4577-87B9-79045CD21623}" type="presParOf" srcId="{4A7D4C90-C5DC-427D-B987-11176427791F}" destId="{F5BF27C0-0B4E-4849-99B6-86465BE6E9C3}" srcOrd="1" destOrd="0" presId="urn:microsoft.com/office/officeart/2018/2/layout/IconLabelDescriptionList"/>
    <dgm:cxn modelId="{4D0C483C-2259-4B68-B514-E6ED1C584CAC}" type="presParOf" srcId="{4A7D4C90-C5DC-427D-B987-11176427791F}" destId="{B83DB64A-B519-42B1-BE2F-9411E182B9EF}" srcOrd="2" destOrd="0" presId="urn:microsoft.com/office/officeart/2018/2/layout/IconLabelDescriptionList"/>
    <dgm:cxn modelId="{64F56085-49D8-4616-A46E-F9189DDBF0FB}" type="presParOf" srcId="{4A7D4C90-C5DC-427D-B987-11176427791F}" destId="{F0B21243-C752-4DB3-944F-8F7DDE699969}" srcOrd="3" destOrd="0" presId="urn:microsoft.com/office/officeart/2018/2/layout/IconLabelDescriptionList"/>
    <dgm:cxn modelId="{1BD30AE6-788A-4409-A0CD-2A28395E1044}" type="presParOf" srcId="{4A7D4C90-C5DC-427D-B987-11176427791F}" destId="{7488B214-83F9-4B45-91D4-0D80F2FB216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F7063DE-E4D9-48CB-BE38-AEFD5456F3A7}" type="doc">
      <dgm:prSet loTypeId="urn:microsoft.com/office/officeart/2018/5/layout/CenteredIconLabelDescriptionList#7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539CFAE-2635-4484-A043-F3E5BFBBFB0A}">
      <dgm:prSet/>
      <dgm:spPr/>
      <dgm:t>
        <a:bodyPr/>
        <a:lstStyle/>
        <a:p>
          <a:pPr>
            <a:defRPr b="1"/>
          </a:pPr>
          <a:r>
            <a:rPr lang="en-US"/>
            <a:t>Atividade de Encerramento:</a:t>
          </a:r>
        </a:p>
      </dgm:t>
    </dgm:pt>
    <dgm:pt modelId="{99C3E630-EEF9-429C-8F13-23E31967737B}" type="parTrans" cxnId="{8E7AFCF9-BBCC-43D1-ACFF-D7BB9B671D39}">
      <dgm:prSet/>
      <dgm:spPr/>
      <dgm:t>
        <a:bodyPr/>
        <a:lstStyle/>
        <a:p>
          <a:endParaRPr lang="en-US"/>
        </a:p>
      </dgm:t>
    </dgm:pt>
    <dgm:pt modelId="{29479252-306F-4A8B-8C1E-0D50458925B1}" type="sibTrans" cxnId="{8E7AFCF9-BBCC-43D1-ACFF-D7BB9B671D39}">
      <dgm:prSet/>
      <dgm:spPr/>
      <dgm:t>
        <a:bodyPr/>
        <a:lstStyle/>
        <a:p>
          <a:endParaRPr lang="en-US"/>
        </a:p>
      </dgm:t>
    </dgm:pt>
    <dgm:pt modelId="{889A42AF-2C12-4337-97B0-C4842E01D203}">
      <dgm:prSet/>
      <dgm:spPr/>
      <dgm:t>
        <a:bodyPr/>
        <a:lstStyle/>
        <a:p>
          <a:r>
            <a:rPr lang="en-US" dirty="0"/>
            <a:t>- Em </a:t>
          </a:r>
          <a:r>
            <a:rPr lang="en-US" dirty="0" err="1"/>
            <a:t>duplas</a:t>
          </a:r>
          <a:r>
            <a:rPr lang="en-US" dirty="0"/>
            <a:t>, </a:t>
          </a:r>
          <a:r>
            <a:rPr lang="en-US" dirty="0" err="1"/>
            <a:t>resumam</a:t>
          </a:r>
          <a:r>
            <a:rPr lang="en-US"/>
            <a:t> com </a:t>
          </a:r>
          <a:r>
            <a:rPr lang="en-US" dirty="0" err="1"/>
            <a:t>suas</a:t>
          </a:r>
          <a:r>
            <a:rPr lang="en-US" dirty="0"/>
            <a:t> </a:t>
          </a:r>
          <a:r>
            <a:rPr lang="en-US" dirty="0" err="1"/>
            <a:t>palavras</a:t>
          </a:r>
          <a:r>
            <a:rPr lang="en-US" dirty="0"/>
            <a:t> a aula de </a:t>
          </a:r>
          <a:r>
            <a:rPr lang="en-US" dirty="0" err="1"/>
            <a:t>hoje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uma</a:t>
          </a:r>
          <a:r>
            <a:rPr lang="en-US" dirty="0"/>
            <a:t> </a:t>
          </a:r>
          <a:r>
            <a:rPr lang="en-US" dirty="0" err="1"/>
            <a:t>única</a:t>
          </a:r>
          <a:r>
            <a:rPr lang="en-US" dirty="0"/>
            <a:t> </a:t>
          </a:r>
          <a:r>
            <a:rPr lang="en-US" dirty="0" err="1"/>
            <a:t>frase</a:t>
          </a:r>
          <a:r>
            <a:rPr lang="en-US" dirty="0"/>
            <a:t> que </a:t>
          </a:r>
          <a:r>
            <a:rPr lang="en-US" dirty="0" err="1"/>
            <a:t>defina</a:t>
          </a:r>
          <a:r>
            <a:rPr lang="en-US" dirty="0"/>
            <a:t> o </a:t>
          </a:r>
          <a:r>
            <a:rPr lang="en-US" dirty="0" err="1"/>
            <a:t>conceito</a:t>
          </a:r>
          <a:r>
            <a:rPr lang="en-US" dirty="0"/>
            <a:t> de Big Data.</a:t>
          </a:r>
        </a:p>
      </dgm:t>
    </dgm:pt>
    <dgm:pt modelId="{8B4C4054-1069-4CAF-BFDA-09166290AD32}" type="parTrans" cxnId="{3D7AFFCF-3526-4C9F-961F-A8B99242A81E}">
      <dgm:prSet/>
      <dgm:spPr/>
      <dgm:t>
        <a:bodyPr/>
        <a:lstStyle/>
        <a:p>
          <a:endParaRPr lang="en-US"/>
        </a:p>
      </dgm:t>
    </dgm:pt>
    <dgm:pt modelId="{6C94D0E1-C54F-410F-8DF9-339AC5F2E6FC}" type="sibTrans" cxnId="{3D7AFFCF-3526-4C9F-961F-A8B99242A81E}">
      <dgm:prSet/>
      <dgm:spPr/>
      <dgm:t>
        <a:bodyPr/>
        <a:lstStyle/>
        <a:p>
          <a:endParaRPr lang="en-US"/>
        </a:p>
      </dgm:t>
    </dgm:pt>
    <dgm:pt modelId="{52DC0421-DD9E-4513-8856-888752EC5C45}">
      <dgm:prSet/>
      <dgm:spPr/>
      <dgm:t>
        <a:bodyPr/>
        <a:lstStyle/>
        <a:p>
          <a:pPr>
            <a:defRPr b="1"/>
          </a:pPr>
          <a:r>
            <a:rPr lang="en-US"/>
            <a:t>Exemplos:</a:t>
          </a:r>
        </a:p>
      </dgm:t>
    </dgm:pt>
    <dgm:pt modelId="{0D7B9F39-8F65-4897-8DC3-ADB6FD7CF71C}" type="parTrans" cxnId="{8B5EC385-756F-4402-818D-8FCA10F4649F}">
      <dgm:prSet/>
      <dgm:spPr/>
      <dgm:t>
        <a:bodyPr/>
        <a:lstStyle/>
        <a:p>
          <a:endParaRPr lang="en-US"/>
        </a:p>
      </dgm:t>
    </dgm:pt>
    <dgm:pt modelId="{9B6278FD-4E93-4617-AF19-CADDED6BB423}" type="sibTrans" cxnId="{8B5EC385-756F-4402-818D-8FCA10F4649F}">
      <dgm:prSet/>
      <dgm:spPr/>
      <dgm:t>
        <a:bodyPr/>
        <a:lstStyle/>
        <a:p>
          <a:endParaRPr lang="en-US"/>
        </a:p>
      </dgm:t>
    </dgm:pt>
    <dgm:pt modelId="{FB490CE0-1788-459B-B867-E2B36100B406}">
      <dgm:prSet/>
      <dgm:spPr/>
      <dgm:t>
        <a:bodyPr/>
        <a:lstStyle/>
        <a:p>
          <a:r>
            <a:rPr lang="en-US"/>
            <a:t>- "Big Data é o uso inteligente de grandes volumes de dados para extrair insights valiosos."</a:t>
          </a:r>
        </a:p>
      </dgm:t>
    </dgm:pt>
    <dgm:pt modelId="{19DAB362-CA28-4FD3-8772-1DB5E0704DC7}" type="parTrans" cxnId="{077B7502-4368-4AF3-B84F-6D3EB23A54D4}">
      <dgm:prSet/>
      <dgm:spPr/>
      <dgm:t>
        <a:bodyPr/>
        <a:lstStyle/>
        <a:p>
          <a:endParaRPr lang="en-US"/>
        </a:p>
      </dgm:t>
    </dgm:pt>
    <dgm:pt modelId="{7C1D96D7-7B9E-4928-9AA0-BA1462AFA56C}" type="sibTrans" cxnId="{077B7502-4368-4AF3-B84F-6D3EB23A54D4}">
      <dgm:prSet/>
      <dgm:spPr/>
      <dgm:t>
        <a:bodyPr/>
        <a:lstStyle/>
        <a:p>
          <a:endParaRPr lang="en-US"/>
        </a:p>
      </dgm:t>
    </dgm:pt>
    <dgm:pt modelId="{C3C4D679-F5C2-4D7B-B28C-5D8A9A0BCEF3}">
      <dgm:prSet/>
      <dgm:spPr/>
      <dgm:t>
        <a:bodyPr/>
        <a:lstStyle/>
        <a:p>
          <a:r>
            <a:rPr lang="en-US"/>
            <a:t>- "Os 5Vs ajudam a entender como os dados são gerados, analisados e utilizados."</a:t>
          </a:r>
        </a:p>
      </dgm:t>
    </dgm:pt>
    <dgm:pt modelId="{A009067A-9A11-42A5-93D2-30B99FCCB519}" type="parTrans" cxnId="{82F9D657-92B1-4498-B18D-77B72C29C516}">
      <dgm:prSet/>
      <dgm:spPr/>
      <dgm:t>
        <a:bodyPr/>
        <a:lstStyle/>
        <a:p>
          <a:endParaRPr lang="en-US"/>
        </a:p>
      </dgm:t>
    </dgm:pt>
    <dgm:pt modelId="{BEABE98B-3BDF-4432-A273-4763E25F0FED}" type="sibTrans" cxnId="{82F9D657-92B1-4498-B18D-77B72C29C516}">
      <dgm:prSet/>
      <dgm:spPr/>
      <dgm:t>
        <a:bodyPr/>
        <a:lstStyle/>
        <a:p>
          <a:endParaRPr lang="en-US"/>
        </a:p>
      </dgm:t>
    </dgm:pt>
    <dgm:pt modelId="{CA2B23D5-BB35-47C0-AD91-78F9CCD3BD04}" type="pres">
      <dgm:prSet presAssocID="{0F7063DE-E4D9-48CB-BE38-AEFD5456F3A7}" presName="root" presStyleCnt="0">
        <dgm:presLayoutVars>
          <dgm:dir/>
          <dgm:resizeHandles val="exact"/>
        </dgm:presLayoutVars>
      </dgm:prSet>
      <dgm:spPr/>
    </dgm:pt>
    <dgm:pt modelId="{2B859427-F376-4E5F-8A2E-4880ABF2DC91}" type="pres">
      <dgm:prSet presAssocID="{4539CFAE-2635-4484-A043-F3E5BFBBFB0A}" presName="compNode" presStyleCnt="0"/>
      <dgm:spPr/>
    </dgm:pt>
    <dgm:pt modelId="{F36120BB-1681-45AE-AAB9-55B40393E310}" type="pres">
      <dgm:prSet presAssocID="{4539CFAE-2635-4484-A043-F3E5BFBBFB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80CBDE03-85D6-4E59-BD75-12435FCD7E9B}" type="pres">
      <dgm:prSet presAssocID="{4539CFAE-2635-4484-A043-F3E5BFBBFB0A}" presName="iconSpace" presStyleCnt="0"/>
      <dgm:spPr/>
    </dgm:pt>
    <dgm:pt modelId="{B9FC5A97-DCE1-43DE-9FF6-87EC7C328FE1}" type="pres">
      <dgm:prSet presAssocID="{4539CFAE-2635-4484-A043-F3E5BFBBFB0A}" presName="parTx" presStyleLbl="revTx" presStyleIdx="0" presStyleCnt="4">
        <dgm:presLayoutVars>
          <dgm:chMax val="0"/>
          <dgm:chPref val="0"/>
        </dgm:presLayoutVars>
      </dgm:prSet>
      <dgm:spPr/>
    </dgm:pt>
    <dgm:pt modelId="{7AFDDFB0-E410-4A0E-AC7F-0ECC4860B7FA}" type="pres">
      <dgm:prSet presAssocID="{4539CFAE-2635-4484-A043-F3E5BFBBFB0A}" presName="txSpace" presStyleCnt="0"/>
      <dgm:spPr/>
    </dgm:pt>
    <dgm:pt modelId="{0E7B5CF5-9D9C-4F59-A71A-2D0318325EF7}" type="pres">
      <dgm:prSet presAssocID="{4539CFAE-2635-4484-A043-F3E5BFBBFB0A}" presName="desTx" presStyleLbl="revTx" presStyleIdx="1" presStyleCnt="4">
        <dgm:presLayoutVars/>
      </dgm:prSet>
      <dgm:spPr/>
    </dgm:pt>
    <dgm:pt modelId="{6F02A9CB-1CC6-4BE3-A646-C6D61962C6CC}" type="pres">
      <dgm:prSet presAssocID="{29479252-306F-4A8B-8C1E-0D50458925B1}" presName="sibTrans" presStyleCnt="0"/>
      <dgm:spPr/>
    </dgm:pt>
    <dgm:pt modelId="{B3397157-15BB-43EA-932D-A13DC13CCDBA}" type="pres">
      <dgm:prSet presAssocID="{52DC0421-DD9E-4513-8856-888752EC5C45}" presName="compNode" presStyleCnt="0"/>
      <dgm:spPr/>
    </dgm:pt>
    <dgm:pt modelId="{875616E8-B377-4732-A7E2-7F88B8BA579B}" type="pres">
      <dgm:prSet presAssocID="{52DC0421-DD9E-4513-8856-888752EC5C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4040F174-31B4-4A0D-A21E-BBD4DBFB5E51}" type="pres">
      <dgm:prSet presAssocID="{52DC0421-DD9E-4513-8856-888752EC5C45}" presName="iconSpace" presStyleCnt="0"/>
      <dgm:spPr/>
    </dgm:pt>
    <dgm:pt modelId="{943EA176-CD50-418D-A6BF-899E4BE7999D}" type="pres">
      <dgm:prSet presAssocID="{52DC0421-DD9E-4513-8856-888752EC5C45}" presName="parTx" presStyleLbl="revTx" presStyleIdx="2" presStyleCnt="4">
        <dgm:presLayoutVars>
          <dgm:chMax val="0"/>
          <dgm:chPref val="0"/>
        </dgm:presLayoutVars>
      </dgm:prSet>
      <dgm:spPr/>
    </dgm:pt>
    <dgm:pt modelId="{E75593EE-64EB-4236-B5E6-EDEEBE596DC1}" type="pres">
      <dgm:prSet presAssocID="{52DC0421-DD9E-4513-8856-888752EC5C45}" presName="txSpace" presStyleCnt="0"/>
      <dgm:spPr/>
    </dgm:pt>
    <dgm:pt modelId="{C76CA220-F1D2-4A2C-8AC6-09392D42EF7F}" type="pres">
      <dgm:prSet presAssocID="{52DC0421-DD9E-4513-8856-888752EC5C45}" presName="desTx" presStyleLbl="revTx" presStyleIdx="3" presStyleCnt="4">
        <dgm:presLayoutVars/>
      </dgm:prSet>
      <dgm:spPr/>
    </dgm:pt>
  </dgm:ptLst>
  <dgm:cxnLst>
    <dgm:cxn modelId="{077B7502-4368-4AF3-B84F-6D3EB23A54D4}" srcId="{52DC0421-DD9E-4513-8856-888752EC5C45}" destId="{FB490CE0-1788-459B-B867-E2B36100B406}" srcOrd="0" destOrd="0" parTransId="{19DAB362-CA28-4FD3-8772-1DB5E0704DC7}" sibTransId="{7C1D96D7-7B9E-4928-9AA0-BA1462AFA56C}"/>
    <dgm:cxn modelId="{01F93E34-B329-46DC-AD40-FD58C36B3682}" type="presOf" srcId="{0F7063DE-E4D9-48CB-BE38-AEFD5456F3A7}" destId="{CA2B23D5-BB35-47C0-AD91-78F9CCD3BD04}" srcOrd="0" destOrd="0" presId="urn:microsoft.com/office/officeart/2018/5/layout/CenteredIconLabelDescriptionList#7"/>
    <dgm:cxn modelId="{17D30A3C-DF70-499B-A25E-8A0008384326}" type="presOf" srcId="{FB490CE0-1788-459B-B867-E2B36100B406}" destId="{C76CA220-F1D2-4A2C-8AC6-09392D42EF7F}" srcOrd="0" destOrd="0" presId="urn:microsoft.com/office/officeart/2018/5/layout/CenteredIconLabelDescriptionList#7"/>
    <dgm:cxn modelId="{E8053452-90C0-497D-A11F-56ECCF8B5BBF}" type="presOf" srcId="{C3C4D679-F5C2-4D7B-B28C-5D8A9A0BCEF3}" destId="{C76CA220-F1D2-4A2C-8AC6-09392D42EF7F}" srcOrd="0" destOrd="1" presId="urn:microsoft.com/office/officeart/2018/5/layout/CenteredIconLabelDescriptionList#7"/>
    <dgm:cxn modelId="{82F9D657-92B1-4498-B18D-77B72C29C516}" srcId="{52DC0421-DD9E-4513-8856-888752EC5C45}" destId="{C3C4D679-F5C2-4D7B-B28C-5D8A9A0BCEF3}" srcOrd="1" destOrd="0" parTransId="{A009067A-9A11-42A5-93D2-30B99FCCB519}" sibTransId="{BEABE98B-3BDF-4432-A273-4763E25F0FED}"/>
    <dgm:cxn modelId="{1A42B159-2463-40B9-99B6-921348D86A3D}" type="presOf" srcId="{889A42AF-2C12-4337-97B0-C4842E01D203}" destId="{0E7B5CF5-9D9C-4F59-A71A-2D0318325EF7}" srcOrd="0" destOrd="0" presId="urn:microsoft.com/office/officeart/2018/5/layout/CenteredIconLabelDescriptionList#7"/>
    <dgm:cxn modelId="{8B5EC385-756F-4402-818D-8FCA10F4649F}" srcId="{0F7063DE-E4D9-48CB-BE38-AEFD5456F3A7}" destId="{52DC0421-DD9E-4513-8856-888752EC5C45}" srcOrd="1" destOrd="0" parTransId="{0D7B9F39-8F65-4897-8DC3-ADB6FD7CF71C}" sibTransId="{9B6278FD-4E93-4617-AF19-CADDED6BB423}"/>
    <dgm:cxn modelId="{81AE2FA6-91BB-4AAD-A889-E61A5B7F73BE}" type="presOf" srcId="{4539CFAE-2635-4484-A043-F3E5BFBBFB0A}" destId="{B9FC5A97-DCE1-43DE-9FF6-87EC7C328FE1}" srcOrd="0" destOrd="0" presId="urn:microsoft.com/office/officeart/2018/5/layout/CenteredIconLabelDescriptionList#7"/>
    <dgm:cxn modelId="{3D7AFFCF-3526-4C9F-961F-A8B99242A81E}" srcId="{4539CFAE-2635-4484-A043-F3E5BFBBFB0A}" destId="{889A42AF-2C12-4337-97B0-C4842E01D203}" srcOrd="0" destOrd="0" parTransId="{8B4C4054-1069-4CAF-BFDA-09166290AD32}" sibTransId="{6C94D0E1-C54F-410F-8DF9-339AC5F2E6FC}"/>
    <dgm:cxn modelId="{D52642F6-FE28-47F5-BB89-E9B9DE8A906D}" type="presOf" srcId="{52DC0421-DD9E-4513-8856-888752EC5C45}" destId="{943EA176-CD50-418D-A6BF-899E4BE7999D}" srcOrd="0" destOrd="0" presId="urn:microsoft.com/office/officeart/2018/5/layout/CenteredIconLabelDescriptionList#7"/>
    <dgm:cxn modelId="{8E7AFCF9-BBCC-43D1-ACFF-D7BB9B671D39}" srcId="{0F7063DE-E4D9-48CB-BE38-AEFD5456F3A7}" destId="{4539CFAE-2635-4484-A043-F3E5BFBBFB0A}" srcOrd="0" destOrd="0" parTransId="{99C3E630-EEF9-429C-8F13-23E31967737B}" sibTransId="{29479252-306F-4A8B-8C1E-0D50458925B1}"/>
    <dgm:cxn modelId="{D97A186D-8FB7-4226-AB79-552C591A5E32}" type="presParOf" srcId="{CA2B23D5-BB35-47C0-AD91-78F9CCD3BD04}" destId="{2B859427-F376-4E5F-8A2E-4880ABF2DC91}" srcOrd="0" destOrd="0" presId="urn:microsoft.com/office/officeart/2018/5/layout/CenteredIconLabelDescriptionList#7"/>
    <dgm:cxn modelId="{4C84D09E-EFB2-4A91-8F72-D5CFC00E5CF3}" type="presParOf" srcId="{2B859427-F376-4E5F-8A2E-4880ABF2DC91}" destId="{F36120BB-1681-45AE-AAB9-55B40393E310}" srcOrd="0" destOrd="0" presId="urn:microsoft.com/office/officeart/2018/5/layout/CenteredIconLabelDescriptionList#7"/>
    <dgm:cxn modelId="{33AE633E-5D4F-4009-8004-C170F844F697}" type="presParOf" srcId="{2B859427-F376-4E5F-8A2E-4880ABF2DC91}" destId="{80CBDE03-85D6-4E59-BD75-12435FCD7E9B}" srcOrd="1" destOrd="0" presId="urn:microsoft.com/office/officeart/2018/5/layout/CenteredIconLabelDescriptionList#7"/>
    <dgm:cxn modelId="{67FBA638-93F9-4A33-B9EB-183A5E7F2B48}" type="presParOf" srcId="{2B859427-F376-4E5F-8A2E-4880ABF2DC91}" destId="{B9FC5A97-DCE1-43DE-9FF6-87EC7C328FE1}" srcOrd="2" destOrd="0" presId="urn:microsoft.com/office/officeart/2018/5/layout/CenteredIconLabelDescriptionList#7"/>
    <dgm:cxn modelId="{AB620C56-A182-442C-8F3A-0E028368F2B1}" type="presParOf" srcId="{2B859427-F376-4E5F-8A2E-4880ABF2DC91}" destId="{7AFDDFB0-E410-4A0E-AC7F-0ECC4860B7FA}" srcOrd="3" destOrd="0" presId="urn:microsoft.com/office/officeart/2018/5/layout/CenteredIconLabelDescriptionList#7"/>
    <dgm:cxn modelId="{978D7AF7-4DB7-47BC-87EB-1EA90E26C7B0}" type="presParOf" srcId="{2B859427-F376-4E5F-8A2E-4880ABF2DC91}" destId="{0E7B5CF5-9D9C-4F59-A71A-2D0318325EF7}" srcOrd="4" destOrd="0" presId="urn:microsoft.com/office/officeart/2018/5/layout/CenteredIconLabelDescriptionList#7"/>
    <dgm:cxn modelId="{FB2F301E-9D10-486A-B55B-F86D904F9D20}" type="presParOf" srcId="{CA2B23D5-BB35-47C0-AD91-78F9CCD3BD04}" destId="{6F02A9CB-1CC6-4BE3-A646-C6D61962C6CC}" srcOrd="1" destOrd="0" presId="urn:microsoft.com/office/officeart/2018/5/layout/CenteredIconLabelDescriptionList#7"/>
    <dgm:cxn modelId="{FC75EBF4-FBF8-4930-9752-90D8BC7A2226}" type="presParOf" srcId="{CA2B23D5-BB35-47C0-AD91-78F9CCD3BD04}" destId="{B3397157-15BB-43EA-932D-A13DC13CCDBA}" srcOrd="2" destOrd="0" presId="urn:microsoft.com/office/officeart/2018/5/layout/CenteredIconLabelDescriptionList#7"/>
    <dgm:cxn modelId="{8BC205E8-71BE-42E5-AA30-5E3C7896D03A}" type="presParOf" srcId="{B3397157-15BB-43EA-932D-A13DC13CCDBA}" destId="{875616E8-B377-4732-A7E2-7F88B8BA579B}" srcOrd="0" destOrd="0" presId="urn:microsoft.com/office/officeart/2018/5/layout/CenteredIconLabelDescriptionList#7"/>
    <dgm:cxn modelId="{241EE0BF-2F9A-44CB-B667-2FE1C51F64E5}" type="presParOf" srcId="{B3397157-15BB-43EA-932D-A13DC13CCDBA}" destId="{4040F174-31B4-4A0D-A21E-BBD4DBFB5E51}" srcOrd="1" destOrd="0" presId="urn:microsoft.com/office/officeart/2018/5/layout/CenteredIconLabelDescriptionList#7"/>
    <dgm:cxn modelId="{4E62C692-D3DA-4536-B5ED-3B899D803E1B}" type="presParOf" srcId="{B3397157-15BB-43EA-932D-A13DC13CCDBA}" destId="{943EA176-CD50-418D-A6BF-899E4BE7999D}" srcOrd="2" destOrd="0" presId="urn:microsoft.com/office/officeart/2018/5/layout/CenteredIconLabelDescriptionList#7"/>
    <dgm:cxn modelId="{5CC3F8B8-4974-4C66-91FA-BFC7955BF134}" type="presParOf" srcId="{B3397157-15BB-43EA-932D-A13DC13CCDBA}" destId="{E75593EE-64EB-4236-B5E6-EDEEBE596DC1}" srcOrd="3" destOrd="0" presId="urn:microsoft.com/office/officeart/2018/5/layout/CenteredIconLabelDescriptionList#7"/>
    <dgm:cxn modelId="{0EF58D74-E1DB-49CF-B191-81129CAEFA9A}" type="presParOf" srcId="{B3397157-15BB-43EA-932D-A13DC13CCDBA}" destId="{C76CA220-F1D2-4A2C-8AC6-09392D42EF7F}" srcOrd="4" destOrd="0" presId="urn:microsoft.com/office/officeart/2018/5/layout/CenteredIconLabelDescriptionList#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88E4EA-9154-4AB7-9369-FA9972AFA98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EDE3D4-0DF6-49BD-8CA6-E913DE32E3A4}">
      <dgm:prSet/>
      <dgm:spPr/>
      <dgm:t>
        <a:bodyPr/>
        <a:lstStyle/>
        <a:p>
          <a:pPr>
            <a:defRPr b="1"/>
          </a:pPr>
          <a:r>
            <a:rPr lang="en-US"/>
            <a:t>Conclusão</a:t>
          </a:r>
        </a:p>
      </dgm:t>
    </dgm:pt>
    <dgm:pt modelId="{E054D4A5-BC6C-4CA9-BC36-201C0E644E0D}" type="parTrans" cxnId="{0957A43E-89ED-4997-8DBF-6CEE2F67E23D}">
      <dgm:prSet/>
      <dgm:spPr/>
      <dgm:t>
        <a:bodyPr/>
        <a:lstStyle/>
        <a:p>
          <a:endParaRPr lang="en-US"/>
        </a:p>
      </dgm:t>
    </dgm:pt>
    <dgm:pt modelId="{EB6B6801-7906-4A41-BD89-8F29E48BA80F}" type="sibTrans" cxnId="{0957A43E-89ED-4997-8DBF-6CEE2F67E23D}">
      <dgm:prSet/>
      <dgm:spPr/>
      <dgm:t>
        <a:bodyPr/>
        <a:lstStyle/>
        <a:p>
          <a:endParaRPr lang="en-US"/>
        </a:p>
      </dgm:t>
    </dgm:pt>
    <dgm:pt modelId="{E4690A59-0C62-4490-B9BF-D396E6652A81}">
      <dgm:prSet/>
      <dgm:spPr/>
      <dgm:t>
        <a:bodyPr/>
        <a:lstStyle/>
        <a:p>
          <a:r>
            <a:rPr lang="en-US"/>
            <a:t>Big Data está presente em diversas áreas e impacta nossas vidas diárias.</a:t>
          </a:r>
        </a:p>
      </dgm:t>
    </dgm:pt>
    <dgm:pt modelId="{F3927C9F-7B69-4B1F-A853-A7B631668461}" type="parTrans" cxnId="{06637B76-1EF0-46E5-8AE1-1688527D8940}">
      <dgm:prSet/>
      <dgm:spPr/>
      <dgm:t>
        <a:bodyPr/>
        <a:lstStyle/>
        <a:p>
          <a:endParaRPr lang="en-US"/>
        </a:p>
      </dgm:t>
    </dgm:pt>
    <dgm:pt modelId="{8811D87F-5513-48F7-85B1-CD6DCC77960B}" type="sibTrans" cxnId="{06637B76-1EF0-46E5-8AE1-1688527D8940}">
      <dgm:prSet/>
      <dgm:spPr/>
      <dgm:t>
        <a:bodyPr/>
        <a:lstStyle/>
        <a:p>
          <a:endParaRPr lang="en-US"/>
        </a:p>
      </dgm:t>
    </dgm:pt>
    <dgm:pt modelId="{1992E0FF-D521-4149-9BD0-9399E4F3BD0C}">
      <dgm:prSet/>
      <dgm:spPr/>
      <dgm:t>
        <a:bodyPr/>
        <a:lstStyle/>
        <a:p>
          <a:r>
            <a:rPr lang="en-US"/>
            <a:t>Os </a:t>
          </a:r>
          <a:r>
            <a:rPr lang="en-US" b="1"/>
            <a:t>5Vs</a:t>
          </a:r>
          <a:r>
            <a:rPr lang="en-US"/>
            <a:t> são essenciais para entender o conceito de Big Data.</a:t>
          </a:r>
        </a:p>
      </dgm:t>
    </dgm:pt>
    <dgm:pt modelId="{2196AC3B-6CC7-4C52-8E86-EB0572CBB0FA}" type="parTrans" cxnId="{755A8F17-55DA-4176-A8C0-83642795269B}">
      <dgm:prSet/>
      <dgm:spPr/>
      <dgm:t>
        <a:bodyPr/>
        <a:lstStyle/>
        <a:p>
          <a:endParaRPr lang="en-US"/>
        </a:p>
      </dgm:t>
    </dgm:pt>
    <dgm:pt modelId="{48E0BF5B-52FD-4EAB-A49D-2F6E8095188E}" type="sibTrans" cxnId="{755A8F17-55DA-4176-A8C0-83642795269B}">
      <dgm:prSet/>
      <dgm:spPr/>
      <dgm:t>
        <a:bodyPr/>
        <a:lstStyle/>
        <a:p>
          <a:endParaRPr lang="en-US"/>
        </a:p>
      </dgm:t>
    </dgm:pt>
    <dgm:pt modelId="{9666AF9F-21FA-4C08-8734-EC1A864B80C9}">
      <dgm:prSet/>
      <dgm:spPr/>
      <dgm:t>
        <a:bodyPr/>
        <a:lstStyle/>
        <a:p>
          <a:r>
            <a:rPr lang="en-US"/>
            <a:t>Aplicar esses conceitos no dia a dia ajuda na análise e tomada de decisão baseada em dados.</a:t>
          </a:r>
        </a:p>
      </dgm:t>
    </dgm:pt>
    <dgm:pt modelId="{ABAB939C-C427-4988-9F50-BA9DC4F644AF}" type="parTrans" cxnId="{F2C71345-D87B-4352-A7C1-5D796B6E361C}">
      <dgm:prSet/>
      <dgm:spPr/>
      <dgm:t>
        <a:bodyPr/>
        <a:lstStyle/>
        <a:p>
          <a:endParaRPr lang="en-US"/>
        </a:p>
      </dgm:t>
    </dgm:pt>
    <dgm:pt modelId="{552D2E69-3992-428B-8C0A-BD1B54BCE5A2}" type="sibTrans" cxnId="{F2C71345-D87B-4352-A7C1-5D796B6E361C}">
      <dgm:prSet/>
      <dgm:spPr/>
      <dgm:t>
        <a:bodyPr/>
        <a:lstStyle/>
        <a:p>
          <a:endParaRPr lang="en-US"/>
        </a:p>
      </dgm:t>
    </dgm:pt>
    <dgm:pt modelId="{14854A21-F07A-4753-A4EC-1C4C6F2B0CBC}">
      <dgm:prSet/>
      <dgm:spPr/>
      <dgm:t>
        <a:bodyPr/>
        <a:lstStyle/>
        <a:p>
          <a:pPr>
            <a:defRPr b="1"/>
          </a:pPr>
          <a:r>
            <a:rPr lang="en-US"/>
            <a:t>Próximos Passos:</a:t>
          </a:r>
        </a:p>
      </dgm:t>
    </dgm:pt>
    <dgm:pt modelId="{E237654D-466D-4BD7-889C-E3E0025AE888}" type="parTrans" cxnId="{84B10D2B-D6A9-47E5-80CA-EB92842AD4E4}">
      <dgm:prSet/>
      <dgm:spPr/>
      <dgm:t>
        <a:bodyPr/>
        <a:lstStyle/>
        <a:p>
          <a:endParaRPr lang="en-US"/>
        </a:p>
      </dgm:t>
    </dgm:pt>
    <dgm:pt modelId="{00C204BA-DDB9-476D-9106-5FA9D52C3AB2}" type="sibTrans" cxnId="{84B10D2B-D6A9-47E5-80CA-EB92842AD4E4}">
      <dgm:prSet/>
      <dgm:spPr/>
      <dgm:t>
        <a:bodyPr/>
        <a:lstStyle/>
        <a:p>
          <a:endParaRPr lang="en-US"/>
        </a:p>
      </dgm:t>
    </dgm:pt>
    <dgm:pt modelId="{1418AE1F-980C-4098-B52B-BDDD6E321DEE}">
      <dgm:prSet/>
      <dgm:spPr/>
      <dgm:t>
        <a:bodyPr/>
        <a:lstStyle/>
        <a:p>
          <a:r>
            <a:rPr lang="en-US"/>
            <a:t>Leitura complementar: artigo "Big Data na Indústria 4.0".</a:t>
          </a:r>
        </a:p>
      </dgm:t>
    </dgm:pt>
    <dgm:pt modelId="{F991A32D-C9CE-472A-BA40-2E7648F0DB50}" type="parTrans" cxnId="{43BF7F48-4781-4052-8F69-9EE3462457FF}">
      <dgm:prSet/>
      <dgm:spPr/>
      <dgm:t>
        <a:bodyPr/>
        <a:lstStyle/>
        <a:p>
          <a:endParaRPr lang="en-US"/>
        </a:p>
      </dgm:t>
    </dgm:pt>
    <dgm:pt modelId="{288C93E4-8DE1-4D38-8993-F54EB708B5F4}" type="sibTrans" cxnId="{43BF7F48-4781-4052-8F69-9EE3462457FF}">
      <dgm:prSet/>
      <dgm:spPr/>
      <dgm:t>
        <a:bodyPr/>
        <a:lstStyle/>
        <a:p>
          <a:endParaRPr lang="en-US"/>
        </a:p>
      </dgm:t>
    </dgm:pt>
    <dgm:pt modelId="{27A64781-9460-433C-9711-88785F2E1901}">
      <dgm:prSet/>
      <dgm:spPr/>
      <dgm:t>
        <a:bodyPr/>
        <a:lstStyle/>
        <a:p>
          <a:r>
            <a:rPr lang="en-US"/>
            <a:t>Preparar-se para a próxima aula sobre Tecnologias e Infraestrutura para Big Data.</a:t>
          </a:r>
        </a:p>
      </dgm:t>
    </dgm:pt>
    <dgm:pt modelId="{D107CA21-F56A-46AF-9DAF-653D77D051F8}" type="parTrans" cxnId="{E77C572A-E435-4927-B465-8ADA32897185}">
      <dgm:prSet/>
      <dgm:spPr/>
      <dgm:t>
        <a:bodyPr/>
        <a:lstStyle/>
        <a:p>
          <a:endParaRPr lang="en-US"/>
        </a:p>
      </dgm:t>
    </dgm:pt>
    <dgm:pt modelId="{00507999-ED1F-48FF-BB9E-6663CA51D65D}" type="sibTrans" cxnId="{E77C572A-E435-4927-B465-8ADA32897185}">
      <dgm:prSet/>
      <dgm:spPr/>
      <dgm:t>
        <a:bodyPr/>
        <a:lstStyle/>
        <a:p>
          <a:endParaRPr lang="en-US"/>
        </a:p>
      </dgm:t>
    </dgm:pt>
    <dgm:pt modelId="{990F1B76-C267-4A28-A57B-F40CDAF2816A}" type="pres">
      <dgm:prSet presAssocID="{4B88E4EA-9154-4AB7-9369-FA9972AFA980}" presName="root" presStyleCnt="0">
        <dgm:presLayoutVars>
          <dgm:dir/>
          <dgm:resizeHandles val="exact"/>
        </dgm:presLayoutVars>
      </dgm:prSet>
      <dgm:spPr/>
    </dgm:pt>
    <dgm:pt modelId="{1D3C8A37-B92A-421D-8676-A9CFCAFA427C}" type="pres">
      <dgm:prSet presAssocID="{ECEDE3D4-0DF6-49BD-8CA6-E913DE32E3A4}" presName="compNode" presStyleCnt="0"/>
      <dgm:spPr/>
    </dgm:pt>
    <dgm:pt modelId="{AA86796B-B4EB-4E59-97D9-5BA1F3C7D8AC}" type="pres">
      <dgm:prSet presAssocID="{ECEDE3D4-0DF6-49BD-8CA6-E913DE32E3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e"/>
        </a:ext>
      </dgm:extLst>
    </dgm:pt>
    <dgm:pt modelId="{B333D31C-AC51-49EE-8FAD-D54E10820BD1}" type="pres">
      <dgm:prSet presAssocID="{ECEDE3D4-0DF6-49BD-8CA6-E913DE32E3A4}" presName="iconSpace" presStyleCnt="0"/>
      <dgm:spPr/>
    </dgm:pt>
    <dgm:pt modelId="{ED3C9818-9889-48D9-916C-E16ECDD623EC}" type="pres">
      <dgm:prSet presAssocID="{ECEDE3D4-0DF6-49BD-8CA6-E913DE32E3A4}" presName="parTx" presStyleLbl="revTx" presStyleIdx="0" presStyleCnt="4">
        <dgm:presLayoutVars>
          <dgm:chMax val="0"/>
          <dgm:chPref val="0"/>
        </dgm:presLayoutVars>
      </dgm:prSet>
      <dgm:spPr/>
    </dgm:pt>
    <dgm:pt modelId="{3F643138-7AE7-48DB-9482-87F410A31149}" type="pres">
      <dgm:prSet presAssocID="{ECEDE3D4-0DF6-49BD-8CA6-E913DE32E3A4}" presName="txSpace" presStyleCnt="0"/>
      <dgm:spPr/>
    </dgm:pt>
    <dgm:pt modelId="{84F54E30-7D4D-4362-8985-AF854753AFA3}" type="pres">
      <dgm:prSet presAssocID="{ECEDE3D4-0DF6-49BD-8CA6-E913DE32E3A4}" presName="desTx" presStyleLbl="revTx" presStyleIdx="1" presStyleCnt="4">
        <dgm:presLayoutVars/>
      </dgm:prSet>
      <dgm:spPr/>
    </dgm:pt>
    <dgm:pt modelId="{39A1CE0A-C5DA-457E-9991-FD194B13C651}" type="pres">
      <dgm:prSet presAssocID="{EB6B6801-7906-4A41-BD89-8F29E48BA80F}" presName="sibTrans" presStyleCnt="0"/>
      <dgm:spPr/>
    </dgm:pt>
    <dgm:pt modelId="{0077E926-16C5-413F-9283-D2412D3F3B42}" type="pres">
      <dgm:prSet presAssocID="{14854A21-F07A-4753-A4EC-1C4C6F2B0CBC}" presName="compNode" presStyleCnt="0"/>
      <dgm:spPr/>
    </dgm:pt>
    <dgm:pt modelId="{0CE41888-DEAF-4053-B5B4-026E6CEE703D}" type="pres">
      <dgm:prSet presAssocID="{14854A21-F07A-4753-A4EC-1C4C6F2B0CB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roduzir"/>
        </a:ext>
      </dgm:extLst>
    </dgm:pt>
    <dgm:pt modelId="{D7685F43-461B-4F00-9307-5F70FBC50D59}" type="pres">
      <dgm:prSet presAssocID="{14854A21-F07A-4753-A4EC-1C4C6F2B0CBC}" presName="iconSpace" presStyleCnt="0"/>
      <dgm:spPr/>
    </dgm:pt>
    <dgm:pt modelId="{B1DFD1F3-A2A2-44F4-89A3-D20CD3698E47}" type="pres">
      <dgm:prSet presAssocID="{14854A21-F07A-4753-A4EC-1C4C6F2B0CBC}" presName="parTx" presStyleLbl="revTx" presStyleIdx="2" presStyleCnt="4">
        <dgm:presLayoutVars>
          <dgm:chMax val="0"/>
          <dgm:chPref val="0"/>
        </dgm:presLayoutVars>
      </dgm:prSet>
      <dgm:spPr/>
    </dgm:pt>
    <dgm:pt modelId="{F1F7C8CA-08F2-4DF8-978C-83DD3A2216FF}" type="pres">
      <dgm:prSet presAssocID="{14854A21-F07A-4753-A4EC-1C4C6F2B0CBC}" presName="txSpace" presStyleCnt="0"/>
      <dgm:spPr/>
    </dgm:pt>
    <dgm:pt modelId="{7BD22FF6-1E8B-4ACE-96DD-8D7DB2D40CEC}" type="pres">
      <dgm:prSet presAssocID="{14854A21-F07A-4753-A4EC-1C4C6F2B0CBC}" presName="desTx" presStyleLbl="revTx" presStyleIdx="3" presStyleCnt="4">
        <dgm:presLayoutVars/>
      </dgm:prSet>
      <dgm:spPr/>
    </dgm:pt>
  </dgm:ptLst>
  <dgm:cxnLst>
    <dgm:cxn modelId="{0D8DBA0F-3729-4930-B5B7-99F8D571691D}" type="presOf" srcId="{4B88E4EA-9154-4AB7-9369-FA9972AFA980}" destId="{990F1B76-C267-4A28-A57B-F40CDAF2816A}" srcOrd="0" destOrd="0" presId="urn:microsoft.com/office/officeart/2018/2/layout/IconLabelDescriptionList"/>
    <dgm:cxn modelId="{755A8F17-55DA-4176-A8C0-83642795269B}" srcId="{ECEDE3D4-0DF6-49BD-8CA6-E913DE32E3A4}" destId="{1992E0FF-D521-4149-9BD0-9399E4F3BD0C}" srcOrd="1" destOrd="0" parTransId="{2196AC3B-6CC7-4C52-8E86-EB0572CBB0FA}" sibTransId="{48E0BF5B-52FD-4EAB-A49D-2F6E8095188E}"/>
    <dgm:cxn modelId="{E77C572A-E435-4927-B465-8ADA32897185}" srcId="{14854A21-F07A-4753-A4EC-1C4C6F2B0CBC}" destId="{27A64781-9460-433C-9711-88785F2E1901}" srcOrd="1" destOrd="0" parTransId="{D107CA21-F56A-46AF-9DAF-653D77D051F8}" sibTransId="{00507999-ED1F-48FF-BB9E-6663CA51D65D}"/>
    <dgm:cxn modelId="{84B10D2B-D6A9-47E5-80CA-EB92842AD4E4}" srcId="{4B88E4EA-9154-4AB7-9369-FA9972AFA980}" destId="{14854A21-F07A-4753-A4EC-1C4C6F2B0CBC}" srcOrd="1" destOrd="0" parTransId="{E237654D-466D-4BD7-889C-E3E0025AE888}" sibTransId="{00C204BA-DDB9-476D-9106-5FA9D52C3AB2}"/>
    <dgm:cxn modelId="{0957A43E-89ED-4997-8DBF-6CEE2F67E23D}" srcId="{4B88E4EA-9154-4AB7-9369-FA9972AFA980}" destId="{ECEDE3D4-0DF6-49BD-8CA6-E913DE32E3A4}" srcOrd="0" destOrd="0" parTransId="{E054D4A5-BC6C-4CA9-BC36-201C0E644E0D}" sibTransId="{EB6B6801-7906-4A41-BD89-8F29E48BA80F}"/>
    <dgm:cxn modelId="{F2C71345-D87B-4352-A7C1-5D796B6E361C}" srcId="{ECEDE3D4-0DF6-49BD-8CA6-E913DE32E3A4}" destId="{9666AF9F-21FA-4C08-8734-EC1A864B80C9}" srcOrd="2" destOrd="0" parTransId="{ABAB939C-C427-4988-9F50-BA9DC4F644AF}" sibTransId="{552D2E69-3992-428B-8C0A-BD1B54BCE5A2}"/>
    <dgm:cxn modelId="{0ACC4C65-D842-4239-A76D-2403611E3ADF}" type="presOf" srcId="{E4690A59-0C62-4490-B9BF-D396E6652A81}" destId="{84F54E30-7D4D-4362-8985-AF854753AFA3}" srcOrd="0" destOrd="0" presId="urn:microsoft.com/office/officeart/2018/2/layout/IconLabelDescriptionList"/>
    <dgm:cxn modelId="{43BF7F48-4781-4052-8F69-9EE3462457FF}" srcId="{14854A21-F07A-4753-A4EC-1C4C6F2B0CBC}" destId="{1418AE1F-980C-4098-B52B-BDDD6E321DEE}" srcOrd="0" destOrd="0" parTransId="{F991A32D-C9CE-472A-BA40-2E7648F0DB50}" sibTransId="{288C93E4-8DE1-4D38-8993-F54EB708B5F4}"/>
    <dgm:cxn modelId="{F334884A-63F6-4813-95D3-DAE6C01A81AB}" type="presOf" srcId="{1992E0FF-D521-4149-9BD0-9399E4F3BD0C}" destId="{84F54E30-7D4D-4362-8985-AF854753AFA3}" srcOrd="0" destOrd="1" presId="urn:microsoft.com/office/officeart/2018/2/layout/IconLabelDescriptionList"/>
    <dgm:cxn modelId="{145E8274-2359-426A-A555-D0619D1F4ED4}" type="presOf" srcId="{27A64781-9460-433C-9711-88785F2E1901}" destId="{7BD22FF6-1E8B-4ACE-96DD-8D7DB2D40CEC}" srcOrd="0" destOrd="1" presId="urn:microsoft.com/office/officeart/2018/2/layout/IconLabelDescriptionList"/>
    <dgm:cxn modelId="{06637B76-1EF0-46E5-8AE1-1688527D8940}" srcId="{ECEDE3D4-0DF6-49BD-8CA6-E913DE32E3A4}" destId="{E4690A59-0C62-4490-B9BF-D396E6652A81}" srcOrd="0" destOrd="0" parTransId="{F3927C9F-7B69-4B1F-A853-A7B631668461}" sibTransId="{8811D87F-5513-48F7-85B1-CD6DCC77960B}"/>
    <dgm:cxn modelId="{BEAE86B3-056F-478C-9384-826DA410C9FD}" type="presOf" srcId="{9666AF9F-21FA-4C08-8734-EC1A864B80C9}" destId="{84F54E30-7D4D-4362-8985-AF854753AFA3}" srcOrd="0" destOrd="2" presId="urn:microsoft.com/office/officeart/2018/2/layout/IconLabelDescriptionList"/>
    <dgm:cxn modelId="{2A58A0CB-0863-4A37-BED7-12498965E360}" type="presOf" srcId="{14854A21-F07A-4753-A4EC-1C4C6F2B0CBC}" destId="{B1DFD1F3-A2A2-44F4-89A3-D20CD3698E47}" srcOrd="0" destOrd="0" presId="urn:microsoft.com/office/officeart/2018/2/layout/IconLabelDescriptionList"/>
    <dgm:cxn modelId="{D91077D3-24D3-44BA-9069-66AA3BC2B51B}" type="presOf" srcId="{1418AE1F-980C-4098-B52B-BDDD6E321DEE}" destId="{7BD22FF6-1E8B-4ACE-96DD-8D7DB2D40CEC}" srcOrd="0" destOrd="0" presId="urn:microsoft.com/office/officeart/2018/2/layout/IconLabelDescriptionList"/>
    <dgm:cxn modelId="{01663BD8-802E-431E-B37F-019C163CD8D1}" type="presOf" srcId="{ECEDE3D4-0DF6-49BD-8CA6-E913DE32E3A4}" destId="{ED3C9818-9889-48D9-916C-E16ECDD623EC}" srcOrd="0" destOrd="0" presId="urn:microsoft.com/office/officeart/2018/2/layout/IconLabelDescriptionList"/>
    <dgm:cxn modelId="{5260712B-3E7F-4F81-A5A1-445A4FD98E2A}" type="presParOf" srcId="{990F1B76-C267-4A28-A57B-F40CDAF2816A}" destId="{1D3C8A37-B92A-421D-8676-A9CFCAFA427C}" srcOrd="0" destOrd="0" presId="urn:microsoft.com/office/officeart/2018/2/layout/IconLabelDescriptionList"/>
    <dgm:cxn modelId="{0B85A191-81CB-44D4-9B7F-AB3D70CE1897}" type="presParOf" srcId="{1D3C8A37-B92A-421D-8676-A9CFCAFA427C}" destId="{AA86796B-B4EB-4E59-97D9-5BA1F3C7D8AC}" srcOrd="0" destOrd="0" presId="urn:microsoft.com/office/officeart/2018/2/layout/IconLabelDescriptionList"/>
    <dgm:cxn modelId="{2E9BE090-EFCE-4C4E-A80A-0AED03495A0B}" type="presParOf" srcId="{1D3C8A37-B92A-421D-8676-A9CFCAFA427C}" destId="{B333D31C-AC51-49EE-8FAD-D54E10820BD1}" srcOrd="1" destOrd="0" presId="urn:microsoft.com/office/officeart/2018/2/layout/IconLabelDescriptionList"/>
    <dgm:cxn modelId="{1C0C62AA-FB45-4B14-AFEE-C2192A685191}" type="presParOf" srcId="{1D3C8A37-B92A-421D-8676-A9CFCAFA427C}" destId="{ED3C9818-9889-48D9-916C-E16ECDD623EC}" srcOrd="2" destOrd="0" presId="urn:microsoft.com/office/officeart/2018/2/layout/IconLabelDescriptionList"/>
    <dgm:cxn modelId="{3026B427-C600-4CFC-A2FB-25C88F571525}" type="presParOf" srcId="{1D3C8A37-B92A-421D-8676-A9CFCAFA427C}" destId="{3F643138-7AE7-48DB-9482-87F410A31149}" srcOrd="3" destOrd="0" presId="urn:microsoft.com/office/officeart/2018/2/layout/IconLabelDescriptionList"/>
    <dgm:cxn modelId="{9DF8DC5F-8725-40AD-AB5E-B99AD660FF92}" type="presParOf" srcId="{1D3C8A37-B92A-421D-8676-A9CFCAFA427C}" destId="{84F54E30-7D4D-4362-8985-AF854753AFA3}" srcOrd="4" destOrd="0" presId="urn:microsoft.com/office/officeart/2018/2/layout/IconLabelDescriptionList"/>
    <dgm:cxn modelId="{8C9994AF-C0D7-4A63-9D86-312014D1271C}" type="presParOf" srcId="{990F1B76-C267-4A28-A57B-F40CDAF2816A}" destId="{39A1CE0A-C5DA-457E-9991-FD194B13C651}" srcOrd="1" destOrd="0" presId="urn:microsoft.com/office/officeart/2018/2/layout/IconLabelDescriptionList"/>
    <dgm:cxn modelId="{02062AAB-B85E-45DA-ABBA-F84423E79720}" type="presParOf" srcId="{990F1B76-C267-4A28-A57B-F40CDAF2816A}" destId="{0077E926-16C5-413F-9283-D2412D3F3B42}" srcOrd="2" destOrd="0" presId="urn:microsoft.com/office/officeart/2018/2/layout/IconLabelDescriptionList"/>
    <dgm:cxn modelId="{DEA3E76C-5661-4CB1-8334-C8245DF2BF97}" type="presParOf" srcId="{0077E926-16C5-413F-9283-D2412D3F3B42}" destId="{0CE41888-DEAF-4053-B5B4-026E6CEE703D}" srcOrd="0" destOrd="0" presId="urn:microsoft.com/office/officeart/2018/2/layout/IconLabelDescriptionList"/>
    <dgm:cxn modelId="{3B1F08BC-523A-4870-BAFD-89B2EC811D57}" type="presParOf" srcId="{0077E926-16C5-413F-9283-D2412D3F3B42}" destId="{D7685F43-461B-4F00-9307-5F70FBC50D59}" srcOrd="1" destOrd="0" presId="urn:microsoft.com/office/officeart/2018/2/layout/IconLabelDescriptionList"/>
    <dgm:cxn modelId="{41D994D6-B3EE-4399-8972-CCE90C613F6B}" type="presParOf" srcId="{0077E926-16C5-413F-9283-D2412D3F3B42}" destId="{B1DFD1F3-A2A2-44F4-89A3-D20CD3698E47}" srcOrd="2" destOrd="0" presId="urn:microsoft.com/office/officeart/2018/2/layout/IconLabelDescriptionList"/>
    <dgm:cxn modelId="{82772546-3781-4C84-9AA0-6099B4057439}" type="presParOf" srcId="{0077E926-16C5-413F-9283-D2412D3F3B42}" destId="{F1F7C8CA-08F2-4DF8-978C-83DD3A2216FF}" srcOrd="3" destOrd="0" presId="urn:microsoft.com/office/officeart/2018/2/layout/IconLabelDescriptionList"/>
    <dgm:cxn modelId="{C4874F87-A992-4877-AD99-4B6E350A8751}" type="presParOf" srcId="{0077E926-16C5-413F-9283-D2412D3F3B42}" destId="{7BD22FF6-1E8B-4ACE-96DD-8D7DB2D40CE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5A29476-9FFB-4553-A2EF-0135554E0605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2040D254-9416-4F10-8820-501A9BA39990}">
      <dgm:prSet/>
      <dgm:spPr/>
      <dgm:t>
        <a:bodyPr/>
        <a:lstStyle/>
        <a:p>
          <a:r>
            <a:rPr lang="pt-BR" b="0" i="0"/>
            <a:t>Conceitos e características do Big Data. </a:t>
          </a:r>
          <a:endParaRPr lang="en-US"/>
        </a:p>
      </dgm:t>
    </dgm:pt>
    <dgm:pt modelId="{96BCD78C-9D42-4897-BFD8-E4FFB7E3E146}" type="parTrans" cxnId="{BDA29BD6-C119-4931-8CBF-C50EF9EB2B62}">
      <dgm:prSet/>
      <dgm:spPr/>
      <dgm:t>
        <a:bodyPr/>
        <a:lstStyle/>
        <a:p>
          <a:endParaRPr lang="en-US"/>
        </a:p>
      </dgm:t>
    </dgm:pt>
    <dgm:pt modelId="{DF5CBBE4-23E8-42FD-8CD3-CA3BAA8B4A15}" type="sibTrans" cxnId="{BDA29BD6-C119-4931-8CBF-C50EF9EB2B62}">
      <dgm:prSet/>
      <dgm:spPr/>
      <dgm:t>
        <a:bodyPr/>
        <a:lstStyle/>
        <a:p>
          <a:endParaRPr lang="en-US"/>
        </a:p>
      </dgm:t>
    </dgm:pt>
    <dgm:pt modelId="{4E7A33E8-6F3D-49ED-8E49-5E3ABF7F9AFC}">
      <dgm:prSet/>
      <dgm:spPr/>
      <dgm:t>
        <a:bodyPr/>
        <a:lstStyle/>
        <a:p>
          <a:r>
            <a:rPr lang="pt-BR" b="0" i="0"/>
            <a:t>Desafios e oportunidades na era do Big Data. </a:t>
          </a:r>
          <a:endParaRPr lang="en-US"/>
        </a:p>
      </dgm:t>
    </dgm:pt>
    <dgm:pt modelId="{462D3A19-8FA3-48EF-9A42-032755A3D873}" type="parTrans" cxnId="{3C01553A-6906-4232-9787-3DF13C827231}">
      <dgm:prSet/>
      <dgm:spPr/>
      <dgm:t>
        <a:bodyPr/>
        <a:lstStyle/>
        <a:p>
          <a:endParaRPr lang="en-US"/>
        </a:p>
      </dgm:t>
    </dgm:pt>
    <dgm:pt modelId="{24207800-BC16-42A5-A9AF-A3C440FD7175}" type="sibTrans" cxnId="{3C01553A-6906-4232-9787-3DF13C827231}">
      <dgm:prSet/>
      <dgm:spPr/>
      <dgm:t>
        <a:bodyPr/>
        <a:lstStyle/>
        <a:p>
          <a:endParaRPr lang="en-US"/>
        </a:p>
      </dgm:t>
    </dgm:pt>
    <dgm:pt modelId="{9F274566-5F30-4671-9108-83748DD46048}">
      <dgm:prSet/>
      <dgm:spPr/>
      <dgm:t>
        <a:bodyPr/>
        <a:lstStyle/>
        <a:p>
          <a:r>
            <a:rPr lang="pt-BR" b="0" i="0"/>
            <a:t>Aplicações e impactos nas diversas áreas. </a:t>
          </a:r>
          <a:endParaRPr lang="en-US"/>
        </a:p>
      </dgm:t>
    </dgm:pt>
    <dgm:pt modelId="{C9858D2A-1C9D-4C7E-9C45-175FA7759D60}" type="parTrans" cxnId="{FA141303-5DEA-48C0-B835-26ED5EA287D3}">
      <dgm:prSet/>
      <dgm:spPr/>
      <dgm:t>
        <a:bodyPr/>
        <a:lstStyle/>
        <a:p>
          <a:endParaRPr lang="en-US"/>
        </a:p>
      </dgm:t>
    </dgm:pt>
    <dgm:pt modelId="{A4B0568F-2DB4-45A7-8C4E-3D6391FB5E70}" type="sibTrans" cxnId="{FA141303-5DEA-48C0-B835-26ED5EA287D3}">
      <dgm:prSet/>
      <dgm:spPr/>
      <dgm:t>
        <a:bodyPr/>
        <a:lstStyle/>
        <a:p>
          <a:endParaRPr lang="en-US"/>
        </a:p>
      </dgm:t>
    </dgm:pt>
    <dgm:pt modelId="{AE0D7732-0083-4AE1-9B85-443A9A6EB005}">
      <dgm:prSet/>
      <dgm:spPr/>
      <dgm:t>
        <a:bodyPr/>
        <a:lstStyle/>
        <a:p>
          <a:r>
            <a:rPr lang="pt-BR" b="0" i="0"/>
            <a:t>Arquiteturas de armazenamento e processamento distribuído</a:t>
          </a:r>
          <a:endParaRPr lang="en-US"/>
        </a:p>
      </dgm:t>
    </dgm:pt>
    <dgm:pt modelId="{3695AC53-79E5-47FC-9A5C-055AD2A1BC72}" type="parTrans" cxnId="{B0F05B26-53DB-4E8D-B8EF-FDC44F4CCAF7}">
      <dgm:prSet/>
      <dgm:spPr/>
      <dgm:t>
        <a:bodyPr/>
        <a:lstStyle/>
        <a:p>
          <a:endParaRPr lang="en-US"/>
        </a:p>
      </dgm:t>
    </dgm:pt>
    <dgm:pt modelId="{CC0C85A4-70A1-45C1-8AAB-92C0C958CF06}" type="sibTrans" cxnId="{B0F05B26-53DB-4E8D-B8EF-FDC44F4CCAF7}">
      <dgm:prSet/>
      <dgm:spPr/>
      <dgm:t>
        <a:bodyPr/>
        <a:lstStyle/>
        <a:p>
          <a:endParaRPr lang="en-US"/>
        </a:p>
      </dgm:t>
    </dgm:pt>
    <dgm:pt modelId="{3EE411F6-7B73-4889-9AAE-C93DEB967D74}">
      <dgm:prSet/>
      <dgm:spPr/>
      <dgm:t>
        <a:bodyPr/>
        <a:lstStyle/>
        <a:p>
          <a:r>
            <a:rPr lang="pt-BR" b="0" i="0"/>
            <a:t>Plataformas e ferramentas para o gerenciamento de Big Data.</a:t>
          </a:r>
          <a:endParaRPr lang="en-US"/>
        </a:p>
      </dgm:t>
    </dgm:pt>
    <dgm:pt modelId="{DAB00BF5-401C-4085-88A0-6518091A566A}" type="parTrans" cxnId="{A9864B98-761D-4271-AA8D-D5765D27E38C}">
      <dgm:prSet/>
      <dgm:spPr/>
      <dgm:t>
        <a:bodyPr/>
        <a:lstStyle/>
        <a:p>
          <a:endParaRPr lang="en-US"/>
        </a:p>
      </dgm:t>
    </dgm:pt>
    <dgm:pt modelId="{4ED97D4F-67EE-462F-B8FB-696BA7C1CF16}" type="sibTrans" cxnId="{A9864B98-761D-4271-AA8D-D5765D27E38C}">
      <dgm:prSet/>
      <dgm:spPr/>
      <dgm:t>
        <a:bodyPr/>
        <a:lstStyle/>
        <a:p>
          <a:endParaRPr lang="en-US"/>
        </a:p>
      </dgm:t>
    </dgm:pt>
    <dgm:pt modelId="{3AB37450-6C61-4F28-83D7-F6B6FE3196F5}">
      <dgm:prSet/>
      <dgm:spPr/>
      <dgm:t>
        <a:bodyPr/>
        <a:lstStyle/>
        <a:p>
          <a:r>
            <a:rPr lang="pt-BR" b="0" i="0"/>
            <a:t>Técnicas e algoritmos para processamento de grandes volumes de dados</a:t>
          </a:r>
          <a:endParaRPr lang="en-US"/>
        </a:p>
      </dgm:t>
    </dgm:pt>
    <dgm:pt modelId="{A486B38A-5A63-41FA-9CE6-23B751AF16B0}" type="parTrans" cxnId="{F80D978C-91DE-499C-9BA7-B9240B06B05A}">
      <dgm:prSet/>
      <dgm:spPr/>
      <dgm:t>
        <a:bodyPr/>
        <a:lstStyle/>
        <a:p>
          <a:endParaRPr lang="en-US"/>
        </a:p>
      </dgm:t>
    </dgm:pt>
    <dgm:pt modelId="{DCE35EFB-2C19-40BA-A2F6-ECF4A1533DB7}" type="sibTrans" cxnId="{F80D978C-91DE-499C-9BA7-B9240B06B05A}">
      <dgm:prSet/>
      <dgm:spPr/>
      <dgm:t>
        <a:bodyPr/>
        <a:lstStyle/>
        <a:p>
          <a:endParaRPr lang="en-US"/>
        </a:p>
      </dgm:t>
    </dgm:pt>
    <dgm:pt modelId="{24433BD4-218A-41F8-A07E-E03C90C91435}">
      <dgm:prSet/>
      <dgm:spPr/>
      <dgm:t>
        <a:bodyPr/>
        <a:lstStyle/>
        <a:p>
          <a:r>
            <a:rPr lang="pt-BR" b="0" i="0"/>
            <a:t>Computação distribuída e paralela. </a:t>
          </a:r>
          <a:endParaRPr lang="en-US"/>
        </a:p>
      </dgm:t>
    </dgm:pt>
    <dgm:pt modelId="{BAC18CB9-3A89-435C-BCEF-8D4482519A45}" type="parTrans" cxnId="{623B25D0-EC1D-46D2-AC59-E310A1E879B8}">
      <dgm:prSet/>
      <dgm:spPr/>
      <dgm:t>
        <a:bodyPr/>
        <a:lstStyle/>
        <a:p>
          <a:endParaRPr lang="en-US"/>
        </a:p>
      </dgm:t>
    </dgm:pt>
    <dgm:pt modelId="{2458345A-65F4-4503-8DEE-F2FFB06210F7}" type="sibTrans" cxnId="{623B25D0-EC1D-46D2-AC59-E310A1E879B8}">
      <dgm:prSet/>
      <dgm:spPr/>
      <dgm:t>
        <a:bodyPr/>
        <a:lstStyle/>
        <a:p>
          <a:endParaRPr lang="en-US"/>
        </a:p>
      </dgm:t>
    </dgm:pt>
    <dgm:pt modelId="{786D1DC4-7F86-4D13-861A-A544F37C8E8A}">
      <dgm:prSet/>
      <dgm:spPr/>
      <dgm:t>
        <a:bodyPr/>
        <a:lstStyle/>
        <a:p>
          <a:r>
            <a:rPr lang="pt-BR" b="0" i="0"/>
            <a:t>Estratégias e ferramentas para análise de dados em tempo real. </a:t>
          </a:r>
          <a:endParaRPr lang="en-US"/>
        </a:p>
      </dgm:t>
    </dgm:pt>
    <dgm:pt modelId="{7252B152-DF09-402B-A10A-DE4735F7E4D0}" type="parTrans" cxnId="{E48EFD3A-4EB8-4F09-A6F2-2CCB75EC078E}">
      <dgm:prSet/>
      <dgm:spPr/>
      <dgm:t>
        <a:bodyPr/>
        <a:lstStyle/>
        <a:p>
          <a:endParaRPr lang="en-US"/>
        </a:p>
      </dgm:t>
    </dgm:pt>
    <dgm:pt modelId="{3B21403F-BC3E-450B-93F3-26DAF4466CA1}" type="sibTrans" cxnId="{E48EFD3A-4EB8-4F09-A6F2-2CCB75EC078E}">
      <dgm:prSet/>
      <dgm:spPr/>
      <dgm:t>
        <a:bodyPr/>
        <a:lstStyle/>
        <a:p>
          <a:endParaRPr lang="en-US"/>
        </a:p>
      </dgm:t>
    </dgm:pt>
    <dgm:pt modelId="{EEAC58FD-5308-4386-BAFF-9D272D6A9E35}">
      <dgm:prSet/>
      <dgm:spPr/>
      <dgm:t>
        <a:bodyPr/>
        <a:lstStyle/>
        <a:p>
          <a:r>
            <a:rPr lang="pt-BR" b="0" i="0"/>
            <a:t>Processamento de stream de dados. Sistemas e aplicações com Big Data. </a:t>
          </a:r>
          <a:endParaRPr lang="en-US"/>
        </a:p>
      </dgm:t>
    </dgm:pt>
    <dgm:pt modelId="{CA0E8E34-8F51-4DA5-BFEB-49E849E45268}" type="parTrans" cxnId="{9A86EDB9-E8E8-4763-A507-3357BEEE7370}">
      <dgm:prSet/>
      <dgm:spPr/>
      <dgm:t>
        <a:bodyPr/>
        <a:lstStyle/>
        <a:p>
          <a:endParaRPr lang="en-US"/>
        </a:p>
      </dgm:t>
    </dgm:pt>
    <dgm:pt modelId="{5C059023-796C-4495-9DC5-9F3D9200399C}" type="sibTrans" cxnId="{9A86EDB9-E8E8-4763-A507-3357BEEE7370}">
      <dgm:prSet/>
      <dgm:spPr/>
      <dgm:t>
        <a:bodyPr/>
        <a:lstStyle/>
        <a:p>
          <a:endParaRPr lang="en-US"/>
        </a:p>
      </dgm:t>
    </dgm:pt>
    <dgm:pt modelId="{D9B8787A-CC11-4547-A4E7-6C87F677595E}">
      <dgm:prSet/>
      <dgm:spPr/>
      <dgm:t>
        <a:bodyPr/>
        <a:lstStyle/>
        <a:p>
          <a:r>
            <a:rPr lang="pt-BR" b="0" i="0"/>
            <a:t>Princípios de aprendizado de máquina aplicados a conjuntos de dados volumosos. </a:t>
          </a:r>
          <a:endParaRPr lang="en-US"/>
        </a:p>
      </dgm:t>
    </dgm:pt>
    <dgm:pt modelId="{CD03A15F-C66C-4D0B-B21D-D9520FCD08E2}" type="parTrans" cxnId="{F377D3AE-8D53-428B-B1CB-E44B58D55F8B}">
      <dgm:prSet/>
      <dgm:spPr/>
      <dgm:t>
        <a:bodyPr/>
        <a:lstStyle/>
        <a:p>
          <a:endParaRPr lang="en-US"/>
        </a:p>
      </dgm:t>
    </dgm:pt>
    <dgm:pt modelId="{16E75095-A92A-47EC-9F84-8C2F6D0F0AD8}" type="sibTrans" cxnId="{F377D3AE-8D53-428B-B1CB-E44B58D55F8B}">
      <dgm:prSet/>
      <dgm:spPr/>
      <dgm:t>
        <a:bodyPr/>
        <a:lstStyle/>
        <a:p>
          <a:endParaRPr lang="en-US"/>
        </a:p>
      </dgm:t>
    </dgm:pt>
    <dgm:pt modelId="{50CA7558-D676-4DDC-9AFE-1872CA3031B0}">
      <dgm:prSet/>
      <dgm:spPr/>
      <dgm:t>
        <a:bodyPr/>
        <a:lstStyle/>
        <a:p>
          <a:r>
            <a:rPr lang="pt-BR" b="0" i="0"/>
            <a:t>Modelagem e avaliação de modelos em Big Data. </a:t>
          </a:r>
          <a:endParaRPr lang="en-US"/>
        </a:p>
      </dgm:t>
    </dgm:pt>
    <dgm:pt modelId="{B95523EF-6077-4D4F-A584-BA3826348017}" type="parTrans" cxnId="{D23FB4C4-3635-4F8A-AE4A-E161D4D4196F}">
      <dgm:prSet/>
      <dgm:spPr/>
      <dgm:t>
        <a:bodyPr/>
        <a:lstStyle/>
        <a:p>
          <a:endParaRPr lang="en-US"/>
        </a:p>
      </dgm:t>
    </dgm:pt>
    <dgm:pt modelId="{BD9B007B-2928-46F5-925D-90BF80BAE3BD}" type="sibTrans" cxnId="{D23FB4C4-3635-4F8A-AE4A-E161D4D4196F}">
      <dgm:prSet/>
      <dgm:spPr/>
      <dgm:t>
        <a:bodyPr/>
        <a:lstStyle/>
        <a:p>
          <a:endParaRPr lang="en-US"/>
        </a:p>
      </dgm:t>
    </dgm:pt>
    <dgm:pt modelId="{B6A60FB6-865C-4034-85C3-3C6CE48DE229}">
      <dgm:prSet/>
      <dgm:spPr/>
      <dgm:t>
        <a:bodyPr/>
        <a:lstStyle/>
        <a:p>
          <a:r>
            <a:rPr lang="pt-BR" b="0" i="0"/>
            <a:t>Questões éticas e legais no uso de dados em larga escala. </a:t>
          </a:r>
          <a:endParaRPr lang="en-US"/>
        </a:p>
      </dgm:t>
    </dgm:pt>
    <dgm:pt modelId="{3DA6D0FC-BE20-4D0C-B283-D8DBC61829B4}" type="parTrans" cxnId="{88F606F3-CCF5-4B7E-B8A8-6FFEA8B93053}">
      <dgm:prSet/>
      <dgm:spPr/>
      <dgm:t>
        <a:bodyPr/>
        <a:lstStyle/>
        <a:p>
          <a:endParaRPr lang="en-US"/>
        </a:p>
      </dgm:t>
    </dgm:pt>
    <dgm:pt modelId="{AC9CAE3C-9E10-40F0-91C1-5100A1FDA2CE}" type="sibTrans" cxnId="{88F606F3-CCF5-4B7E-B8A8-6FFEA8B93053}">
      <dgm:prSet/>
      <dgm:spPr/>
      <dgm:t>
        <a:bodyPr/>
        <a:lstStyle/>
        <a:p>
          <a:endParaRPr lang="en-US"/>
        </a:p>
      </dgm:t>
    </dgm:pt>
    <dgm:pt modelId="{64EB3B92-F660-4025-A724-EC7636D42169}">
      <dgm:prSet/>
      <dgm:spPr/>
      <dgm:t>
        <a:bodyPr/>
        <a:lstStyle/>
        <a:p>
          <a:r>
            <a:rPr lang="pt-BR" b="0" i="0"/>
            <a:t>Privacidade, segurança e transparência na manipulação de dados sensíveis.</a:t>
          </a:r>
          <a:endParaRPr lang="en-US"/>
        </a:p>
      </dgm:t>
    </dgm:pt>
    <dgm:pt modelId="{B80C3722-6104-4CC4-BBA8-D5D50AF39E52}" type="parTrans" cxnId="{F37BF3AD-4B94-42B6-B24C-695D7E32AF66}">
      <dgm:prSet/>
      <dgm:spPr/>
      <dgm:t>
        <a:bodyPr/>
        <a:lstStyle/>
        <a:p>
          <a:endParaRPr lang="en-US"/>
        </a:p>
      </dgm:t>
    </dgm:pt>
    <dgm:pt modelId="{6F5A306B-F21B-485D-B6DB-A5D97AB2ADF8}" type="sibTrans" cxnId="{F37BF3AD-4B94-42B6-B24C-695D7E32AF66}">
      <dgm:prSet/>
      <dgm:spPr/>
      <dgm:t>
        <a:bodyPr/>
        <a:lstStyle/>
        <a:p>
          <a:endParaRPr lang="en-US"/>
        </a:p>
      </dgm:t>
    </dgm:pt>
    <dgm:pt modelId="{30D2FCFD-1699-4656-BBEA-AA82426F65BA}" type="pres">
      <dgm:prSet presAssocID="{95A29476-9FFB-4553-A2EF-0135554E0605}" presName="diagram" presStyleCnt="0">
        <dgm:presLayoutVars>
          <dgm:dir/>
          <dgm:resizeHandles val="exact"/>
        </dgm:presLayoutVars>
      </dgm:prSet>
      <dgm:spPr/>
    </dgm:pt>
    <dgm:pt modelId="{1EBC1F4E-94FF-4050-9E47-B8B5006449B2}" type="pres">
      <dgm:prSet presAssocID="{2040D254-9416-4F10-8820-501A9BA39990}" presName="node" presStyleLbl="node1" presStyleIdx="0" presStyleCnt="13">
        <dgm:presLayoutVars>
          <dgm:bulletEnabled val="1"/>
        </dgm:presLayoutVars>
      </dgm:prSet>
      <dgm:spPr/>
    </dgm:pt>
    <dgm:pt modelId="{9C25FB4D-3938-4D8A-B486-7C21AD37780D}" type="pres">
      <dgm:prSet presAssocID="{DF5CBBE4-23E8-42FD-8CD3-CA3BAA8B4A15}" presName="sibTrans" presStyleCnt="0"/>
      <dgm:spPr/>
    </dgm:pt>
    <dgm:pt modelId="{DE08A290-98FD-4709-9D27-C476DAD0B771}" type="pres">
      <dgm:prSet presAssocID="{4E7A33E8-6F3D-49ED-8E49-5E3ABF7F9AFC}" presName="node" presStyleLbl="node1" presStyleIdx="1" presStyleCnt="13">
        <dgm:presLayoutVars>
          <dgm:bulletEnabled val="1"/>
        </dgm:presLayoutVars>
      </dgm:prSet>
      <dgm:spPr/>
    </dgm:pt>
    <dgm:pt modelId="{91288305-DCA2-4EC5-B8C2-418F147DED9A}" type="pres">
      <dgm:prSet presAssocID="{24207800-BC16-42A5-A9AF-A3C440FD7175}" presName="sibTrans" presStyleCnt="0"/>
      <dgm:spPr/>
    </dgm:pt>
    <dgm:pt modelId="{F89C8273-B03E-4C28-9D92-D0E49CCEE117}" type="pres">
      <dgm:prSet presAssocID="{9F274566-5F30-4671-9108-83748DD46048}" presName="node" presStyleLbl="node1" presStyleIdx="2" presStyleCnt="13">
        <dgm:presLayoutVars>
          <dgm:bulletEnabled val="1"/>
        </dgm:presLayoutVars>
      </dgm:prSet>
      <dgm:spPr/>
    </dgm:pt>
    <dgm:pt modelId="{83D0F255-A41C-4D6D-B41A-A0E62BC7C5BE}" type="pres">
      <dgm:prSet presAssocID="{A4B0568F-2DB4-45A7-8C4E-3D6391FB5E70}" presName="sibTrans" presStyleCnt="0"/>
      <dgm:spPr/>
    </dgm:pt>
    <dgm:pt modelId="{2C67A4B3-F936-4A43-9245-F6C1149F9552}" type="pres">
      <dgm:prSet presAssocID="{AE0D7732-0083-4AE1-9B85-443A9A6EB005}" presName="node" presStyleLbl="node1" presStyleIdx="3" presStyleCnt="13">
        <dgm:presLayoutVars>
          <dgm:bulletEnabled val="1"/>
        </dgm:presLayoutVars>
      </dgm:prSet>
      <dgm:spPr/>
    </dgm:pt>
    <dgm:pt modelId="{41E0E4AD-99A3-46BF-805C-84C1F134F53A}" type="pres">
      <dgm:prSet presAssocID="{CC0C85A4-70A1-45C1-8AAB-92C0C958CF06}" presName="sibTrans" presStyleCnt="0"/>
      <dgm:spPr/>
    </dgm:pt>
    <dgm:pt modelId="{4E82D180-F4B3-477E-9F90-F8A9BA4AE6AB}" type="pres">
      <dgm:prSet presAssocID="{3EE411F6-7B73-4889-9AAE-C93DEB967D74}" presName="node" presStyleLbl="node1" presStyleIdx="4" presStyleCnt="13">
        <dgm:presLayoutVars>
          <dgm:bulletEnabled val="1"/>
        </dgm:presLayoutVars>
      </dgm:prSet>
      <dgm:spPr/>
    </dgm:pt>
    <dgm:pt modelId="{F36D75D6-2E4C-4A78-A46A-5E7E71FC6424}" type="pres">
      <dgm:prSet presAssocID="{4ED97D4F-67EE-462F-B8FB-696BA7C1CF16}" presName="sibTrans" presStyleCnt="0"/>
      <dgm:spPr/>
    </dgm:pt>
    <dgm:pt modelId="{5C317282-33CC-4AC0-B4F7-85746AA37F0A}" type="pres">
      <dgm:prSet presAssocID="{3AB37450-6C61-4F28-83D7-F6B6FE3196F5}" presName="node" presStyleLbl="node1" presStyleIdx="5" presStyleCnt="13">
        <dgm:presLayoutVars>
          <dgm:bulletEnabled val="1"/>
        </dgm:presLayoutVars>
      </dgm:prSet>
      <dgm:spPr/>
    </dgm:pt>
    <dgm:pt modelId="{C3274AF4-5C62-46EA-9298-84835746061F}" type="pres">
      <dgm:prSet presAssocID="{DCE35EFB-2C19-40BA-A2F6-ECF4A1533DB7}" presName="sibTrans" presStyleCnt="0"/>
      <dgm:spPr/>
    </dgm:pt>
    <dgm:pt modelId="{880B1E10-500A-4C7A-8003-C1E75EEF4FFB}" type="pres">
      <dgm:prSet presAssocID="{24433BD4-218A-41F8-A07E-E03C90C91435}" presName="node" presStyleLbl="node1" presStyleIdx="6" presStyleCnt="13">
        <dgm:presLayoutVars>
          <dgm:bulletEnabled val="1"/>
        </dgm:presLayoutVars>
      </dgm:prSet>
      <dgm:spPr/>
    </dgm:pt>
    <dgm:pt modelId="{AD61F8E2-6E42-4E0E-B4AE-9BAAF4B08AC6}" type="pres">
      <dgm:prSet presAssocID="{2458345A-65F4-4503-8DEE-F2FFB06210F7}" presName="sibTrans" presStyleCnt="0"/>
      <dgm:spPr/>
    </dgm:pt>
    <dgm:pt modelId="{5CE92C7A-B524-4989-AF8A-670CD7736281}" type="pres">
      <dgm:prSet presAssocID="{786D1DC4-7F86-4D13-861A-A544F37C8E8A}" presName="node" presStyleLbl="node1" presStyleIdx="7" presStyleCnt="13">
        <dgm:presLayoutVars>
          <dgm:bulletEnabled val="1"/>
        </dgm:presLayoutVars>
      </dgm:prSet>
      <dgm:spPr/>
    </dgm:pt>
    <dgm:pt modelId="{B81942E8-C42A-475A-B016-FD0CB0548A05}" type="pres">
      <dgm:prSet presAssocID="{3B21403F-BC3E-450B-93F3-26DAF4466CA1}" presName="sibTrans" presStyleCnt="0"/>
      <dgm:spPr/>
    </dgm:pt>
    <dgm:pt modelId="{7BDF2970-8F56-479B-BE42-E11C79DE0F77}" type="pres">
      <dgm:prSet presAssocID="{EEAC58FD-5308-4386-BAFF-9D272D6A9E35}" presName="node" presStyleLbl="node1" presStyleIdx="8" presStyleCnt="13">
        <dgm:presLayoutVars>
          <dgm:bulletEnabled val="1"/>
        </dgm:presLayoutVars>
      </dgm:prSet>
      <dgm:spPr/>
    </dgm:pt>
    <dgm:pt modelId="{92043A32-E9EE-4069-9F54-CC49A747360F}" type="pres">
      <dgm:prSet presAssocID="{5C059023-796C-4495-9DC5-9F3D9200399C}" presName="sibTrans" presStyleCnt="0"/>
      <dgm:spPr/>
    </dgm:pt>
    <dgm:pt modelId="{C74BBAD0-B467-4749-9C3F-D2968CEE13EA}" type="pres">
      <dgm:prSet presAssocID="{D9B8787A-CC11-4547-A4E7-6C87F677595E}" presName="node" presStyleLbl="node1" presStyleIdx="9" presStyleCnt="13">
        <dgm:presLayoutVars>
          <dgm:bulletEnabled val="1"/>
        </dgm:presLayoutVars>
      </dgm:prSet>
      <dgm:spPr/>
    </dgm:pt>
    <dgm:pt modelId="{D9CCD5E2-3226-4A46-99E4-D552623F3DB7}" type="pres">
      <dgm:prSet presAssocID="{16E75095-A92A-47EC-9F84-8C2F6D0F0AD8}" presName="sibTrans" presStyleCnt="0"/>
      <dgm:spPr/>
    </dgm:pt>
    <dgm:pt modelId="{711CC6BD-E14E-4A08-900F-7B264E662006}" type="pres">
      <dgm:prSet presAssocID="{50CA7558-D676-4DDC-9AFE-1872CA3031B0}" presName="node" presStyleLbl="node1" presStyleIdx="10" presStyleCnt="13">
        <dgm:presLayoutVars>
          <dgm:bulletEnabled val="1"/>
        </dgm:presLayoutVars>
      </dgm:prSet>
      <dgm:spPr/>
    </dgm:pt>
    <dgm:pt modelId="{AF3D80C4-6438-4123-8736-3B90B2134B87}" type="pres">
      <dgm:prSet presAssocID="{BD9B007B-2928-46F5-925D-90BF80BAE3BD}" presName="sibTrans" presStyleCnt="0"/>
      <dgm:spPr/>
    </dgm:pt>
    <dgm:pt modelId="{55729229-F067-4776-AF97-112710E1A27D}" type="pres">
      <dgm:prSet presAssocID="{B6A60FB6-865C-4034-85C3-3C6CE48DE229}" presName="node" presStyleLbl="node1" presStyleIdx="11" presStyleCnt="13">
        <dgm:presLayoutVars>
          <dgm:bulletEnabled val="1"/>
        </dgm:presLayoutVars>
      </dgm:prSet>
      <dgm:spPr/>
    </dgm:pt>
    <dgm:pt modelId="{17C7B21E-EE8D-4AFC-8522-A5A2E9F76206}" type="pres">
      <dgm:prSet presAssocID="{AC9CAE3C-9E10-40F0-91C1-5100A1FDA2CE}" presName="sibTrans" presStyleCnt="0"/>
      <dgm:spPr/>
    </dgm:pt>
    <dgm:pt modelId="{05A00B47-4E42-4FBD-ADC1-513EED3C9190}" type="pres">
      <dgm:prSet presAssocID="{64EB3B92-F660-4025-A724-EC7636D4216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9E3D7E02-72D2-46C5-B4BB-2D712F8F7BB4}" type="presOf" srcId="{2040D254-9416-4F10-8820-501A9BA39990}" destId="{1EBC1F4E-94FF-4050-9E47-B8B5006449B2}" srcOrd="0" destOrd="0" presId="urn:microsoft.com/office/officeart/2005/8/layout/default"/>
    <dgm:cxn modelId="{FA141303-5DEA-48C0-B835-26ED5EA287D3}" srcId="{95A29476-9FFB-4553-A2EF-0135554E0605}" destId="{9F274566-5F30-4671-9108-83748DD46048}" srcOrd="2" destOrd="0" parTransId="{C9858D2A-1C9D-4C7E-9C45-175FA7759D60}" sibTransId="{A4B0568F-2DB4-45A7-8C4E-3D6391FB5E70}"/>
    <dgm:cxn modelId="{EA4AB517-0C6E-4F14-B879-D97C19DD7537}" type="presOf" srcId="{50CA7558-D676-4DDC-9AFE-1872CA3031B0}" destId="{711CC6BD-E14E-4A08-900F-7B264E662006}" srcOrd="0" destOrd="0" presId="urn:microsoft.com/office/officeart/2005/8/layout/default"/>
    <dgm:cxn modelId="{F8E62D1E-493E-4706-B835-B9FE7D367749}" type="presOf" srcId="{B6A60FB6-865C-4034-85C3-3C6CE48DE229}" destId="{55729229-F067-4776-AF97-112710E1A27D}" srcOrd="0" destOrd="0" presId="urn:microsoft.com/office/officeart/2005/8/layout/default"/>
    <dgm:cxn modelId="{B0F05B26-53DB-4E8D-B8EF-FDC44F4CCAF7}" srcId="{95A29476-9FFB-4553-A2EF-0135554E0605}" destId="{AE0D7732-0083-4AE1-9B85-443A9A6EB005}" srcOrd="3" destOrd="0" parTransId="{3695AC53-79E5-47FC-9A5C-055AD2A1BC72}" sibTransId="{CC0C85A4-70A1-45C1-8AAB-92C0C958CF06}"/>
    <dgm:cxn modelId="{3C01553A-6906-4232-9787-3DF13C827231}" srcId="{95A29476-9FFB-4553-A2EF-0135554E0605}" destId="{4E7A33E8-6F3D-49ED-8E49-5E3ABF7F9AFC}" srcOrd="1" destOrd="0" parTransId="{462D3A19-8FA3-48EF-9A42-032755A3D873}" sibTransId="{24207800-BC16-42A5-A9AF-A3C440FD7175}"/>
    <dgm:cxn modelId="{E48EFD3A-4EB8-4F09-A6F2-2CCB75EC078E}" srcId="{95A29476-9FFB-4553-A2EF-0135554E0605}" destId="{786D1DC4-7F86-4D13-861A-A544F37C8E8A}" srcOrd="7" destOrd="0" parTransId="{7252B152-DF09-402B-A10A-DE4735F7E4D0}" sibTransId="{3B21403F-BC3E-450B-93F3-26DAF4466CA1}"/>
    <dgm:cxn modelId="{C2EF5A5D-6045-4EB2-9342-051CE0583714}" type="presOf" srcId="{64EB3B92-F660-4025-A724-EC7636D42169}" destId="{05A00B47-4E42-4FBD-ADC1-513EED3C9190}" srcOrd="0" destOrd="0" presId="urn:microsoft.com/office/officeart/2005/8/layout/default"/>
    <dgm:cxn modelId="{3E095660-5991-4EC6-A3F4-B9E3A8CEEECB}" type="presOf" srcId="{EEAC58FD-5308-4386-BAFF-9D272D6A9E35}" destId="{7BDF2970-8F56-479B-BE42-E11C79DE0F77}" srcOrd="0" destOrd="0" presId="urn:microsoft.com/office/officeart/2005/8/layout/default"/>
    <dgm:cxn modelId="{AB641346-474E-47A3-AF65-BB39B02D041F}" type="presOf" srcId="{D9B8787A-CC11-4547-A4E7-6C87F677595E}" destId="{C74BBAD0-B467-4749-9C3F-D2968CEE13EA}" srcOrd="0" destOrd="0" presId="urn:microsoft.com/office/officeart/2005/8/layout/default"/>
    <dgm:cxn modelId="{08C2E255-8D79-412E-AD40-B3EB63282099}" type="presOf" srcId="{95A29476-9FFB-4553-A2EF-0135554E0605}" destId="{30D2FCFD-1699-4656-BBEA-AA82426F65BA}" srcOrd="0" destOrd="0" presId="urn:microsoft.com/office/officeart/2005/8/layout/default"/>
    <dgm:cxn modelId="{2D23FD83-616E-4D60-836E-1106326C9979}" type="presOf" srcId="{9F274566-5F30-4671-9108-83748DD46048}" destId="{F89C8273-B03E-4C28-9D92-D0E49CCEE117}" srcOrd="0" destOrd="0" presId="urn:microsoft.com/office/officeart/2005/8/layout/default"/>
    <dgm:cxn modelId="{EBB60685-9820-4D60-AB2A-5D2990868CC9}" type="presOf" srcId="{AE0D7732-0083-4AE1-9B85-443A9A6EB005}" destId="{2C67A4B3-F936-4A43-9245-F6C1149F9552}" srcOrd="0" destOrd="0" presId="urn:microsoft.com/office/officeart/2005/8/layout/default"/>
    <dgm:cxn modelId="{F80D978C-91DE-499C-9BA7-B9240B06B05A}" srcId="{95A29476-9FFB-4553-A2EF-0135554E0605}" destId="{3AB37450-6C61-4F28-83D7-F6B6FE3196F5}" srcOrd="5" destOrd="0" parTransId="{A486B38A-5A63-41FA-9CE6-23B751AF16B0}" sibTransId="{DCE35EFB-2C19-40BA-A2F6-ECF4A1533DB7}"/>
    <dgm:cxn modelId="{A9864B98-761D-4271-AA8D-D5765D27E38C}" srcId="{95A29476-9FFB-4553-A2EF-0135554E0605}" destId="{3EE411F6-7B73-4889-9AAE-C93DEB967D74}" srcOrd="4" destOrd="0" parTransId="{DAB00BF5-401C-4085-88A0-6518091A566A}" sibTransId="{4ED97D4F-67EE-462F-B8FB-696BA7C1CF16}"/>
    <dgm:cxn modelId="{F37BF3AD-4B94-42B6-B24C-695D7E32AF66}" srcId="{95A29476-9FFB-4553-A2EF-0135554E0605}" destId="{64EB3B92-F660-4025-A724-EC7636D42169}" srcOrd="12" destOrd="0" parTransId="{B80C3722-6104-4CC4-BBA8-D5D50AF39E52}" sibTransId="{6F5A306B-F21B-485D-B6DB-A5D97AB2ADF8}"/>
    <dgm:cxn modelId="{F377D3AE-8D53-428B-B1CB-E44B58D55F8B}" srcId="{95A29476-9FFB-4553-A2EF-0135554E0605}" destId="{D9B8787A-CC11-4547-A4E7-6C87F677595E}" srcOrd="9" destOrd="0" parTransId="{CD03A15F-C66C-4D0B-B21D-D9520FCD08E2}" sibTransId="{16E75095-A92A-47EC-9F84-8C2F6D0F0AD8}"/>
    <dgm:cxn modelId="{9A86EDB9-E8E8-4763-A507-3357BEEE7370}" srcId="{95A29476-9FFB-4553-A2EF-0135554E0605}" destId="{EEAC58FD-5308-4386-BAFF-9D272D6A9E35}" srcOrd="8" destOrd="0" parTransId="{CA0E8E34-8F51-4DA5-BFEB-49E849E45268}" sibTransId="{5C059023-796C-4495-9DC5-9F3D9200399C}"/>
    <dgm:cxn modelId="{C35592BD-1923-4411-A454-602AA222C98E}" type="presOf" srcId="{3AB37450-6C61-4F28-83D7-F6B6FE3196F5}" destId="{5C317282-33CC-4AC0-B4F7-85746AA37F0A}" srcOrd="0" destOrd="0" presId="urn:microsoft.com/office/officeart/2005/8/layout/default"/>
    <dgm:cxn modelId="{C4E350C1-7FFE-4C02-B26A-A1FF7CB4C528}" type="presOf" srcId="{786D1DC4-7F86-4D13-861A-A544F37C8E8A}" destId="{5CE92C7A-B524-4989-AF8A-670CD7736281}" srcOrd="0" destOrd="0" presId="urn:microsoft.com/office/officeart/2005/8/layout/default"/>
    <dgm:cxn modelId="{2FAC7CC4-0977-4621-97E6-0233F3523BAB}" type="presOf" srcId="{3EE411F6-7B73-4889-9AAE-C93DEB967D74}" destId="{4E82D180-F4B3-477E-9F90-F8A9BA4AE6AB}" srcOrd="0" destOrd="0" presId="urn:microsoft.com/office/officeart/2005/8/layout/default"/>
    <dgm:cxn modelId="{D23FB4C4-3635-4F8A-AE4A-E161D4D4196F}" srcId="{95A29476-9FFB-4553-A2EF-0135554E0605}" destId="{50CA7558-D676-4DDC-9AFE-1872CA3031B0}" srcOrd="10" destOrd="0" parTransId="{B95523EF-6077-4D4F-A584-BA3826348017}" sibTransId="{BD9B007B-2928-46F5-925D-90BF80BAE3BD}"/>
    <dgm:cxn modelId="{623B25D0-EC1D-46D2-AC59-E310A1E879B8}" srcId="{95A29476-9FFB-4553-A2EF-0135554E0605}" destId="{24433BD4-218A-41F8-A07E-E03C90C91435}" srcOrd="6" destOrd="0" parTransId="{BAC18CB9-3A89-435C-BCEF-8D4482519A45}" sibTransId="{2458345A-65F4-4503-8DEE-F2FFB06210F7}"/>
    <dgm:cxn modelId="{BDA29BD6-C119-4931-8CBF-C50EF9EB2B62}" srcId="{95A29476-9FFB-4553-A2EF-0135554E0605}" destId="{2040D254-9416-4F10-8820-501A9BA39990}" srcOrd="0" destOrd="0" parTransId="{96BCD78C-9D42-4897-BFD8-E4FFB7E3E146}" sibTransId="{DF5CBBE4-23E8-42FD-8CD3-CA3BAA8B4A15}"/>
    <dgm:cxn modelId="{B023CCF1-91F1-4689-A8A9-976F7F8129C5}" type="presOf" srcId="{4E7A33E8-6F3D-49ED-8E49-5E3ABF7F9AFC}" destId="{DE08A290-98FD-4709-9D27-C476DAD0B771}" srcOrd="0" destOrd="0" presId="urn:microsoft.com/office/officeart/2005/8/layout/default"/>
    <dgm:cxn modelId="{88F606F3-CCF5-4B7E-B8A8-6FFEA8B93053}" srcId="{95A29476-9FFB-4553-A2EF-0135554E0605}" destId="{B6A60FB6-865C-4034-85C3-3C6CE48DE229}" srcOrd="11" destOrd="0" parTransId="{3DA6D0FC-BE20-4D0C-B283-D8DBC61829B4}" sibTransId="{AC9CAE3C-9E10-40F0-91C1-5100A1FDA2CE}"/>
    <dgm:cxn modelId="{A046EBF3-FA54-41A6-B376-1F1422FBE41B}" type="presOf" srcId="{24433BD4-218A-41F8-A07E-E03C90C91435}" destId="{880B1E10-500A-4C7A-8003-C1E75EEF4FFB}" srcOrd="0" destOrd="0" presId="urn:microsoft.com/office/officeart/2005/8/layout/default"/>
    <dgm:cxn modelId="{B4B2BC4C-C035-44C4-A4A4-21658F1C017E}" type="presParOf" srcId="{30D2FCFD-1699-4656-BBEA-AA82426F65BA}" destId="{1EBC1F4E-94FF-4050-9E47-B8B5006449B2}" srcOrd="0" destOrd="0" presId="urn:microsoft.com/office/officeart/2005/8/layout/default"/>
    <dgm:cxn modelId="{EA14843D-5A56-4FA8-BE50-2E7A073ACE55}" type="presParOf" srcId="{30D2FCFD-1699-4656-BBEA-AA82426F65BA}" destId="{9C25FB4D-3938-4D8A-B486-7C21AD37780D}" srcOrd="1" destOrd="0" presId="urn:microsoft.com/office/officeart/2005/8/layout/default"/>
    <dgm:cxn modelId="{36E60F7B-BE1B-4B22-BDB0-AF4A531EEF06}" type="presParOf" srcId="{30D2FCFD-1699-4656-BBEA-AA82426F65BA}" destId="{DE08A290-98FD-4709-9D27-C476DAD0B771}" srcOrd="2" destOrd="0" presId="urn:microsoft.com/office/officeart/2005/8/layout/default"/>
    <dgm:cxn modelId="{02499E95-7184-4053-B5B5-1BDEFA7980C3}" type="presParOf" srcId="{30D2FCFD-1699-4656-BBEA-AA82426F65BA}" destId="{91288305-DCA2-4EC5-B8C2-418F147DED9A}" srcOrd="3" destOrd="0" presId="urn:microsoft.com/office/officeart/2005/8/layout/default"/>
    <dgm:cxn modelId="{A739899E-4DB3-40C5-B499-BCE4AC9B57AF}" type="presParOf" srcId="{30D2FCFD-1699-4656-BBEA-AA82426F65BA}" destId="{F89C8273-B03E-4C28-9D92-D0E49CCEE117}" srcOrd="4" destOrd="0" presId="urn:microsoft.com/office/officeart/2005/8/layout/default"/>
    <dgm:cxn modelId="{F7F5ED3A-DBBC-4FFA-8BC4-776EDB0A7BB1}" type="presParOf" srcId="{30D2FCFD-1699-4656-BBEA-AA82426F65BA}" destId="{83D0F255-A41C-4D6D-B41A-A0E62BC7C5BE}" srcOrd="5" destOrd="0" presId="urn:microsoft.com/office/officeart/2005/8/layout/default"/>
    <dgm:cxn modelId="{48CD0628-5A44-4260-AC33-7700FAF11C8D}" type="presParOf" srcId="{30D2FCFD-1699-4656-BBEA-AA82426F65BA}" destId="{2C67A4B3-F936-4A43-9245-F6C1149F9552}" srcOrd="6" destOrd="0" presId="urn:microsoft.com/office/officeart/2005/8/layout/default"/>
    <dgm:cxn modelId="{8DD5386D-CFF8-4092-B2F2-19C81F97EF24}" type="presParOf" srcId="{30D2FCFD-1699-4656-BBEA-AA82426F65BA}" destId="{41E0E4AD-99A3-46BF-805C-84C1F134F53A}" srcOrd="7" destOrd="0" presId="urn:microsoft.com/office/officeart/2005/8/layout/default"/>
    <dgm:cxn modelId="{2F3850AD-1DEA-4757-9691-6C00ABEC30F8}" type="presParOf" srcId="{30D2FCFD-1699-4656-BBEA-AA82426F65BA}" destId="{4E82D180-F4B3-477E-9F90-F8A9BA4AE6AB}" srcOrd="8" destOrd="0" presId="urn:microsoft.com/office/officeart/2005/8/layout/default"/>
    <dgm:cxn modelId="{FAA6E913-7DFA-4DA0-B7FB-D35881B76AE4}" type="presParOf" srcId="{30D2FCFD-1699-4656-BBEA-AA82426F65BA}" destId="{F36D75D6-2E4C-4A78-A46A-5E7E71FC6424}" srcOrd="9" destOrd="0" presId="urn:microsoft.com/office/officeart/2005/8/layout/default"/>
    <dgm:cxn modelId="{D6895423-A2AA-42ED-BCD9-504FFFEE6272}" type="presParOf" srcId="{30D2FCFD-1699-4656-BBEA-AA82426F65BA}" destId="{5C317282-33CC-4AC0-B4F7-85746AA37F0A}" srcOrd="10" destOrd="0" presId="urn:microsoft.com/office/officeart/2005/8/layout/default"/>
    <dgm:cxn modelId="{AFF7C161-9FD0-4708-B35C-BFE21417B26A}" type="presParOf" srcId="{30D2FCFD-1699-4656-BBEA-AA82426F65BA}" destId="{C3274AF4-5C62-46EA-9298-84835746061F}" srcOrd="11" destOrd="0" presId="urn:microsoft.com/office/officeart/2005/8/layout/default"/>
    <dgm:cxn modelId="{06DCF3C9-4C2E-4F86-A60E-8C02EB4A690A}" type="presParOf" srcId="{30D2FCFD-1699-4656-BBEA-AA82426F65BA}" destId="{880B1E10-500A-4C7A-8003-C1E75EEF4FFB}" srcOrd="12" destOrd="0" presId="urn:microsoft.com/office/officeart/2005/8/layout/default"/>
    <dgm:cxn modelId="{55C7DC00-E1C0-4591-90E2-E1A518D9CCDC}" type="presParOf" srcId="{30D2FCFD-1699-4656-BBEA-AA82426F65BA}" destId="{AD61F8E2-6E42-4E0E-B4AE-9BAAF4B08AC6}" srcOrd="13" destOrd="0" presId="urn:microsoft.com/office/officeart/2005/8/layout/default"/>
    <dgm:cxn modelId="{BF31F4A3-42C1-42CA-9DF7-DA5E946D90B8}" type="presParOf" srcId="{30D2FCFD-1699-4656-BBEA-AA82426F65BA}" destId="{5CE92C7A-B524-4989-AF8A-670CD7736281}" srcOrd="14" destOrd="0" presId="urn:microsoft.com/office/officeart/2005/8/layout/default"/>
    <dgm:cxn modelId="{9F138A62-D1DB-4688-8674-CF2EE09E157D}" type="presParOf" srcId="{30D2FCFD-1699-4656-BBEA-AA82426F65BA}" destId="{B81942E8-C42A-475A-B016-FD0CB0548A05}" srcOrd="15" destOrd="0" presId="urn:microsoft.com/office/officeart/2005/8/layout/default"/>
    <dgm:cxn modelId="{9BB5BB17-6E79-4835-9EE0-EEAA739DE724}" type="presParOf" srcId="{30D2FCFD-1699-4656-BBEA-AA82426F65BA}" destId="{7BDF2970-8F56-479B-BE42-E11C79DE0F77}" srcOrd="16" destOrd="0" presId="urn:microsoft.com/office/officeart/2005/8/layout/default"/>
    <dgm:cxn modelId="{38D9A4E1-B953-43E9-B6A5-AA76664BC455}" type="presParOf" srcId="{30D2FCFD-1699-4656-BBEA-AA82426F65BA}" destId="{92043A32-E9EE-4069-9F54-CC49A747360F}" srcOrd="17" destOrd="0" presId="urn:microsoft.com/office/officeart/2005/8/layout/default"/>
    <dgm:cxn modelId="{10F08E11-FEC9-4439-B879-0762BE44F6E8}" type="presParOf" srcId="{30D2FCFD-1699-4656-BBEA-AA82426F65BA}" destId="{C74BBAD0-B467-4749-9C3F-D2968CEE13EA}" srcOrd="18" destOrd="0" presId="urn:microsoft.com/office/officeart/2005/8/layout/default"/>
    <dgm:cxn modelId="{C56C38D4-3C3D-489F-A556-F577FA754CBE}" type="presParOf" srcId="{30D2FCFD-1699-4656-BBEA-AA82426F65BA}" destId="{D9CCD5E2-3226-4A46-99E4-D552623F3DB7}" srcOrd="19" destOrd="0" presId="urn:microsoft.com/office/officeart/2005/8/layout/default"/>
    <dgm:cxn modelId="{2AD39D16-47A8-4EF9-BCC6-4F9C726CC186}" type="presParOf" srcId="{30D2FCFD-1699-4656-BBEA-AA82426F65BA}" destId="{711CC6BD-E14E-4A08-900F-7B264E662006}" srcOrd="20" destOrd="0" presId="urn:microsoft.com/office/officeart/2005/8/layout/default"/>
    <dgm:cxn modelId="{F17F9A7C-B042-4FC2-B0D4-42096AFC173E}" type="presParOf" srcId="{30D2FCFD-1699-4656-BBEA-AA82426F65BA}" destId="{AF3D80C4-6438-4123-8736-3B90B2134B87}" srcOrd="21" destOrd="0" presId="urn:microsoft.com/office/officeart/2005/8/layout/default"/>
    <dgm:cxn modelId="{6475C398-196E-4E88-A0C8-B0988F529A58}" type="presParOf" srcId="{30D2FCFD-1699-4656-BBEA-AA82426F65BA}" destId="{55729229-F067-4776-AF97-112710E1A27D}" srcOrd="22" destOrd="0" presId="urn:microsoft.com/office/officeart/2005/8/layout/default"/>
    <dgm:cxn modelId="{370D5468-4BFB-4878-9CB7-AB32EB96009D}" type="presParOf" srcId="{30D2FCFD-1699-4656-BBEA-AA82426F65BA}" destId="{17C7B21E-EE8D-4AFC-8522-A5A2E9F76206}" srcOrd="23" destOrd="0" presId="urn:microsoft.com/office/officeart/2005/8/layout/default"/>
    <dgm:cxn modelId="{200241AD-D292-48E6-B201-FC797CAEF9D4}" type="presParOf" srcId="{30D2FCFD-1699-4656-BBEA-AA82426F65BA}" destId="{05A00B47-4E42-4FBD-ADC1-513EED3C9190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96E1C0-7A48-43C5-B27F-8F09F8A41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7AE04E-D992-49E7-8742-353A6EC66D2B}">
      <dgm:prSet/>
      <dgm:spPr/>
      <dgm:t>
        <a:bodyPr/>
        <a:lstStyle/>
        <a:p>
          <a:r>
            <a:rPr lang="pt-BR" b="0" i="0" dirty="0"/>
            <a:t>Compreender os fundamentos e conceitos essenciais do Big Data e suas tecnologias associadas.</a:t>
          </a:r>
          <a:endParaRPr lang="en-US" dirty="0"/>
        </a:p>
      </dgm:t>
    </dgm:pt>
    <dgm:pt modelId="{4B8FE7D5-A0F5-45E8-8492-1CF6A7DBFF7C}" type="parTrans" cxnId="{1187A816-8C99-4490-B004-4E08D88F9FB4}">
      <dgm:prSet/>
      <dgm:spPr/>
      <dgm:t>
        <a:bodyPr/>
        <a:lstStyle/>
        <a:p>
          <a:endParaRPr lang="en-US"/>
        </a:p>
      </dgm:t>
    </dgm:pt>
    <dgm:pt modelId="{86304FFF-BCD2-4101-B6CF-E716E8BE8500}" type="sibTrans" cxnId="{1187A816-8C99-4490-B004-4E08D88F9FB4}">
      <dgm:prSet/>
      <dgm:spPr/>
      <dgm:t>
        <a:bodyPr/>
        <a:lstStyle/>
        <a:p>
          <a:endParaRPr lang="en-US"/>
        </a:p>
      </dgm:t>
    </dgm:pt>
    <dgm:pt modelId="{460A7018-4F3D-4C9F-961B-C0561625733F}">
      <dgm:prSet/>
      <dgm:spPr/>
      <dgm:t>
        <a:bodyPr/>
        <a:lstStyle/>
        <a:p>
          <a:r>
            <a:rPr lang="pt-BR" b="0" i="0"/>
            <a:t>Utilizar plataformas e ferramentas de Big Data para processamento e análise de dados em larga escala.</a:t>
          </a:r>
          <a:endParaRPr lang="en-US"/>
        </a:p>
      </dgm:t>
    </dgm:pt>
    <dgm:pt modelId="{D7527784-2796-4C6E-94DE-A05E2123F185}" type="parTrans" cxnId="{1A269BED-DA9F-43EA-ADC2-55C6E8C16709}">
      <dgm:prSet/>
      <dgm:spPr/>
      <dgm:t>
        <a:bodyPr/>
        <a:lstStyle/>
        <a:p>
          <a:endParaRPr lang="en-US"/>
        </a:p>
      </dgm:t>
    </dgm:pt>
    <dgm:pt modelId="{F6530647-17F3-439A-AE78-3738C337D6EF}" type="sibTrans" cxnId="{1A269BED-DA9F-43EA-ADC2-55C6E8C16709}">
      <dgm:prSet/>
      <dgm:spPr/>
      <dgm:t>
        <a:bodyPr/>
        <a:lstStyle/>
        <a:p>
          <a:endParaRPr lang="en-US"/>
        </a:p>
      </dgm:t>
    </dgm:pt>
    <dgm:pt modelId="{E139BA6E-0C24-48BD-9BF0-867B69C3AA7A}">
      <dgm:prSet/>
      <dgm:spPr/>
      <dgm:t>
        <a:bodyPr/>
        <a:lstStyle/>
        <a:p>
          <a:r>
            <a:rPr lang="pt-BR" b="0" i="0"/>
            <a:t>Aplicar técnicas de aprendizado de máquina e análise preditiva em contextos de Big Data.</a:t>
          </a:r>
          <a:endParaRPr lang="en-US"/>
        </a:p>
      </dgm:t>
    </dgm:pt>
    <dgm:pt modelId="{F838802D-A6A1-497B-8039-1B9FB54E1E53}" type="parTrans" cxnId="{1199DEA9-D9B0-41E4-9901-BBC68F61AACE}">
      <dgm:prSet/>
      <dgm:spPr/>
      <dgm:t>
        <a:bodyPr/>
        <a:lstStyle/>
        <a:p>
          <a:endParaRPr lang="en-US"/>
        </a:p>
      </dgm:t>
    </dgm:pt>
    <dgm:pt modelId="{839ADB1C-0B18-443F-BF7F-00BB2B8AB702}" type="sibTrans" cxnId="{1199DEA9-D9B0-41E4-9901-BBC68F61AACE}">
      <dgm:prSet/>
      <dgm:spPr/>
      <dgm:t>
        <a:bodyPr/>
        <a:lstStyle/>
        <a:p>
          <a:endParaRPr lang="en-US"/>
        </a:p>
      </dgm:t>
    </dgm:pt>
    <dgm:pt modelId="{478C2076-BFE2-401E-A5E1-2A732A3F7A10}">
      <dgm:prSet/>
      <dgm:spPr/>
      <dgm:t>
        <a:bodyPr/>
        <a:lstStyle/>
        <a:p>
          <a:r>
            <a:rPr lang="pt-BR" b="0" i="0"/>
            <a:t>Gerenciar aspectos éticos e lega relacionados à coleta, uso e compartilhamento de dados em Big Data.</a:t>
          </a:r>
          <a:endParaRPr lang="en-US"/>
        </a:p>
      </dgm:t>
    </dgm:pt>
    <dgm:pt modelId="{11FBC37C-DA56-48C1-A245-2F443986DB79}" type="parTrans" cxnId="{A3162805-5986-48A2-9E59-CD4243535486}">
      <dgm:prSet/>
      <dgm:spPr/>
      <dgm:t>
        <a:bodyPr/>
        <a:lstStyle/>
        <a:p>
          <a:endParaRPr lang="en-US"/>
        </a:p>
      </dgm:t>
    </dgm:pt>
    <dgm:pt modelId="{149D58CC-6E8F-4CC0-8FD0-6C9902423630}" type="sibTrans" cxnId="{A3162805-5986-48A2-9E59-CD4243535486}">
      <dgm:prSet/>
      <dgm:spPr/>
      <dgm:t>
        <a:bodyPr/>
        <a:lstStyle/>
        <a:p>
          <a:endParaRPr lang="en-US"/>
        </a:p>
      </dgm:t>
    </dgm:pt>
    <dgm:pt modelId="{2C4567C8-681F-49A7-8FCA-FFFD9B5CC765}" type="pres">
      <dgm:prSet presAssocID="{9B96E1C0-7A48-43C5-B27F-8F09F8A412E0}" presName="linear" presStyleCnt="0">
        <dgm:presLayoutVars>
          <dgm:animLvl val="lvl"/>
          <dgm:resizeHandles val="exact"/>
        </dgm:presLayoutVars>
      </dgm:prSet>
      <dgm:spPr/>
    </dgm:pt>
    <dgm:pt modelId="{B0BB8EE6-5B3A-4575-B6D6-26C98C089123}" type="pres">
      <dgm:prSet presAssocID="{887AE04E-D992-49E7-8742-353A6EC66D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833891-B87C-4AF2-8875-23889C13594A}" type="pres">
      <dgm:prSet presAssocID="{86304FFF-BCD2-4101-B6CF-E716E8BE8500}" presName="spacer" presStyleCnt="0"/>
      <dgm:spPr/>
    </dgm:pt>
    <dgm:pt modelId="{F2FCBBC9-C326-48DA-B408-A1696D5C985A}" type="pres">
      <dgm:prSet presAssocID="{460A7018-4F3D-4C9F-961B-C056162573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2A3DAF-48EC-4F9C-972C-B493766C93CB}" type="pres">
      <dgm:prSet presAssocID="{F6530647-17F3-439A-AE78-3738C337D6EF}" presName="spacer" presStyleCnt="0"/>
      <dgm:spPr/>
    </dgm:pt>
    <dgm:pt modelId="{F74AAAAE-D368-45A5-8AFF-76BCF8EAE47F}" type="pres">
      <dgm:prSet presAssocID="{E139BA6E-0C24-48BD-9BF0-867B69C3AA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E2B0A1-4408-499D-815E-88B35DA607C2}" type="pres">
      <dgm:prSet presAssocID="{839ADB1C-0B18-443F-BF7F-00BB2B8AB702}" presName="spacer" presStyleCnt="0"/>
      <dgm:spPr/>
    </dgm:pt>
    <dgm:pt modelId="{2BCE21AC-760F-4EF3-A62F-DF06A9D54841}" type="pres">
      <dgm:prSet presAssocID="{478C2076-BFE2-401E-A5E1-2A732A3F7A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162805-5986-48A2-9E59-CD4243535486}" srcId="{9B96E1C0-7A48-43C5-B27F-8F09F8A412E0}" destId="{478C2076-BFE2-401E-A5E1-2A732A3F7A10}" srcOrd="3" destOrd="0" parTransId="{11FBC37C-DA56-48C1-A245-2F443986DB79}" sibTransId="{149D58CC-6E8F-4CC0-8FD0-6C9902423630}"/>
    <dgm:cxn modelId="{6506F506-55CD-4F42-9C7E-F6D99908C138}" type="presOf" srcId="{478C2076-BFE2-401E-A5E1-2A732A3F7A10}" destId="{2BCE21AC-760F-4EF3-A62F-DF06A9D54841}" srcOrd="0" destOrd="0" presId="urn:microsoft.com/office/officeart/2005/8/layout/vList2"/>
    <dgm:cxn modelId="{AFADF408-B892-4942-BD61-A965101E6C53}" type="presOf" srcId="{E139BA6E-0C24-48BD-9BF0-867B69C3AA7A}" destId="{F74AAAAE-D368-45A5-8AFF-76BCF8EAE47F}" srcOrd="0" destOrd="0" presId="urn:microsoft.com/office/officeart/2005/8/layout/vList2"/>
    <dgm:cxn modelId="{1187A816-8C99-4490-B004-4E08D88F9FB4}" srcId="{9B96E1C0-7A48-43C5-B27F-8F09F8A412E0}" destId="{887AE04E-D992-49E7-8742-353A6EC66D2B}" srcOrd="0" destOrd="0" parTransId="{4B8FE7D5-A0F5-45E8-8492-1CF6A7DBFF7C}" sibTransId="{86304FFF-BCD2-4101-B6CF-E716E8BE8500}"/>
    <dgm:cxn modelId="{DEFDD53F-EA25-42DC-8514-C1BF7DBB1BE9}" type="presOf" srcId="{460A7018-4F3D-4C9F-961B-C0561625733F}" destId="{F2FCBBC9-C326-48DA-B408-A1696D5C985A}" srcOrd="0" destOrd="0" presId="urn:microsoft.com/office/officeart/2005/8/layout/vList2"/>
    <dgm:cxn modelId="{F0F3E15B-2E7C-4300-B218-0BA5C5669985}" type="presOf" srcId="{9B96E1C0-7A48-43C5-B27F-8F09F8A412E0}" destId="{2C4567C8-681F-49A7-8FCA-FFFD9B5CC765}" srcOrd="0" destOrd="0" presId="urn:microsoft.com/office/officeart/2005/8/layout/vList2"/>
    <dgm:cxn modelId="{1199DEA9-D9B0-41E4-9901-BBC68F61AACE}" srcId="{9B96E1C0-7A48-43C5-B27F-8F09F8A412E0}" destId="{E139BA6E-0C24-48BD-9BF0-867B69C3AA7A}" srcOrd="2" destOrd="0" parTransId="{F838802D-A6A1-497B-8039-1B9FB54E1E53}" sibTransId="{839ADB1C-0B18-443F-BF7F-00BB2B8AB702}"/>
    <dgm:cxn modelId="{0E5B76E2-2612-43C2-B580-9D05F4A0E1C6}" type="presOf" srcId="{887AE04E-D992-49E7-8742-353A6EC66D2B}" destId="{B0BB8EE6-5B3A-4575-B6D6-26C98C089123}" srcOrd="0" destOrd="0" presId="urn:microsoft.com/office/officeart/2005/8/layout/vList2"/>
    <dgm:cxn modelId="{1A269BED-DA9F-43EA-ADC2-55C6E8C16709}" srcId="{9B96E1C0-7A48-43C5-B27F-8F09F8A412E0}" destId="{460A7018-4F3D-4C9F-961B-C0561625733F}" srcOrd="1" destOrd="0" parTransId="{D7527784-2796-4C6E-94DE-A05E2123F185}" sibTransId="{F6530647-17F3-439A-AE78-3738C337D6EF}"/>
    <dgm:cxn modelId="{E1B0FAEF-0D97-4F97-A544-EBA9B458BB1A}" type="presParOf" srcId="{2C4567C8-681F-49A7-8FCA-FFFD9B5CC765}" destId="{B0BB8EE6-5B3A-4575-B6D6-26C98C089123}" srcOrd="0" destOrd="0" presId="urn:microsoft.com/office/officeart/2005/8/layout/vList2"/>
    <dgm:cxn modelId="{0506CE1E-C37E-48FC-B8BF-7DEBBB6DBCD6}" type="presParOf" srcId="{2C4567C8-681F-49A7-8FCA-FFFD9B5CC765}" destId="{D3833891-B87C-4AF2-8875-23889C13594A}" srcOrd="1" destOrd="0" presId="urn:microsoft.com/office/officeart/2005/8/layout/vList2"/>
    <dgm:cxn modelId="{9BE70F33-5AEC-49AF-B82D-9D78549FE3D3}" type="presParOf" srcId="{2C4567C8-681F-49A7-8FCA-FFFD9B5CC765}" destId="{F2FCBBC9-C326-48DA-B408-A1696D5C985A}" srcOrd="2" destOrd="0" presId="urn:microsoft.com/office/officeart/2005/8/layout/vList2"/>
    <dgm:cxn modelId="{1D03E513-7E7C-4989-86A3-193DABEC2D3F}" type="presParOf" srcId="{2C4567C8-681F-49A7-8FCA-FFFD9B5CC765}" destId="{9B2A3DAF-48EC-4F9C-972C-B493766C93CB}" srcOrd="3" destOrd="0" presId="urn:microsoft.com/office/officeart/2005/8/layout/vList2"/>
    <dgm:cxn modelId="{EA8FF970-0E59-4D4E-8A49-A3EC436588A2}" type="presParOf" srcId="{2C4567C8-681F-49A7-8FCA-FFFD9B5CC765}" destId="{F74AAAAE-D368-45A5-8AFF-76BCF8EAE47F}" srcOrd="4" destOrd="0" presId="urn:microsoft.com/office/officeart/2005/8/layout/vList2"/>
    <dgm:cxn modelId="{F5057BDB-70F1-4D5E-A767-A4F9478DC06F}" type="presParOf" srcId="{2C4567C8-681F-49A7-8FCA-FFFD9B5CC765}" destId="{34E2B0A1-4408-499D-815E-88B35DA607C2}" srcOrd="5" destOrd="0" presId="urn:microsoft.com/office/officeart/2005/8/layout/vList2"/>
    <dgm:cxn modelId="{99B87DBB-F9AA-4885-9928-E4C1275C74F1}" type="presParOf" srcId="{2C4567C8-681F-49A7-8FCA-FFFD9B5CC765}" destId="{2BCE21AC-760F-4EF3-A62F-DF06A9D548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8E2573C-76D4-43A9-A499-B3EF7B8E6E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7488B69-D72A-46F9-B71F-8868F8BD996A}">
      <dgm:prSet/>
      <dgm:spPr/>
      <dgm:t>
        <a:bodyPr/>
        <a:lstStyle/>
        <a:p>
          <a:r>
            <a:rPr lang="pt-BR" b="0" i="0" baseline="0"/>
            <a:t>Para o elemento Conhecimento:</a:t>
          </a:r>
          <a:endParaRPr lang="en-US"/>
        </a:p>
      </dgm:t>
    </dgm:pt>
    <dgm:pt modelId="{DE72FC5B-8B1C-4D8E-BC73-D7FCA33AEAA1}" type="parTrans" cxnId="{41D2B360-6434-49E2-9663-EF952691C849}">
      <dgm:prSet/>
      <dgm:spPr/>
      <dgm:t>
        <a:bodyPr/>
        <a:lstStyle/>
        <a:p>
          <a:endParaRPr lang="en-US"/>
        </a:p>
      </dgm:t>
    </dgm:pt>
    <dgm:pt modelId="{26B9A812-1DCE-4721-A4C5-E81C2E178FDB}" type="sibTrans" cxnId="{41D2B360-6434-49E2-9663-EF952691C849}">
      <dgm:prSet/>
      <dgm:spPr/>
      <dgm:t>
        <a:bodyPr/>
        <a:lstStyle/>
        <a:p>
          <a:endParaRPr lang="en-US"/>
        </a:p>
      </dgm:t>
    </dgm:pt>
    <dgm:pt modelId="{3AEC79D3-EEC4-426B-A1D2-FE632E640617}">
      <dgm:prSet/>
      <dgm:spPr/>
      <dgm:t>
        <a:bodyPr/>
        <a:lstStyle/>
        <a:p>
          <a:r>
            <a:rPr lang="pt-BR" b="0" i="0" baseline="0" dirty="0"/>
            <a:t>Aula expositiva dialogada, análise de estudos de caso, textos e artigos.</a:t>
          </a:r>
          <a:endParaRPr lang="en-US" dirty="0"/>
        </a:p>
      </dgm:t>
    </dgm:pt>
    <dgm:pt modelId="{67F0EE1C-4D3A-44D9-881D-DA6004750379}" type="parTrans" cxnId="{C507BA3D-983B-4C52-9682-B4B80A66650B}">
      <dgm:prSet/>
      <dgm:spPr/>
      <dgm:t>
        <a:bodyPr/>
        <a:lstStyle/>
        <a:p>
          <a:endParaRPr lang="en-US"/>
        </a:p>
      </dgm:t>
    </dgm:pt>
    <dgm:pt modelId="{BC9A3B1F-7D89-40F1-A527-F4B841B2439E}" type="sibTrans" cxnId="{C507BA3D-983B-4C52-9682-B4B80A66650B}">
      <dgm:prSet/>
      <dgm:spPr/>
      <dgm:t>
        <a:bodyPr/>
        <a:lstStyle/>
        <a:p>
          <a:endParaRPr lang="en-US"/>
        </a:p>
      </dgm:t>
    </dgm:pt>
    <dgm:pt modelId="{6DA69FC3-C1B0-4140-8C1F-45CB62E3BD5F}">
      <dgm:prSet/>
      <dgm:spPr/>
      <dgm:t>
        <a:bodyPr/>
        <a:lstStyle/>
        <a:p>
          <a:r>
            <a:rPr lang="pt-BR" b="0" i="0" baseline="0"/>
            <a:t>Para o elemento Habilidade:</a:t>
          </a:r>
          <a:endParaRPr lang="en-US"/>
        </a:p>
      </dgm:t>
    </dgm:pt>
    <dgm:pt modelId="{6FEA4AC5-0057-4132-B81C-CB2881518D75}" type="parTrans" cxnId="{0B82499E-6A88-4DD5-AAC4-4C111E31DC6D}">
      <dgm:prSet/>
      <dgm:spPr/>
      <dgm:t>
        <a:bodyPr/>
        <a:lstStyle/>
        <a:p>
          <a:endParaRPr lang="en-US"/>
        </a:p>
      </dgm:t>
    </dgm:pt>
    <dgm:pt modelId="{D072CE51-8732-4CBE-9A3A-0C695261980B}" type="sibTrans" cxnId="{0B82499E-6A88-4DD5-AAC4-4C111E31DC6D}">
      <dgm:prSet/>
      <dgm:spPr/>
      <dgm:t>
        <a:bodyPr/>
        <a:lstStyle/>
        <a:p>
          <a:endParaRPr lang="en-US"/>
        </a:p>
      </dgm:t>
    </dgm:pt>
    <dgm:pt modelId="{D6E01DC1-9B2D-42E7-98A1-0801652FCACC}">
      <dgm:prSet/>
      <dgm:spPr/>
      <dgm:t>
        <a:bodyPr/>
        <a:lstStyle/>
        <a:p>
          <a:r>
            <a:rPr lang="pt-BR" b="0" i="0" baseline="0" dirty="0"/>
            <a:t>Pesquisas individuais, seminários, construção de estudos de caso.</a:t>
          </a:r>
          <a:endParaRPr lang="en-US" dirty="0"/>
        </a:p>
      </dgm:t>
    </dgm:pt>
    <dgm:pt modelId="{DD584700-BD4E-4872-A5D9-9085B654165B}" type="parTrans" cxnId="{5528B41F-8C11-4C9B-BDE5-1A47E39E1BC7}">
      <dgm:prSet/>
      <dgm:spPr/>
      <dgm:t>
        <a:bodyPr/>
        <a:lstStyle/>
        <a:p>
          <a:endParaRPr lang="en-US"/>
        </a:p>
      </dgm:t>
    </dgm:pt>
    <dgm:pt modelId="{CED4133D-E200-4C54-9D25-48563F6EE570}" type="sibTrans" cxnId="{5528B41F-8C11-4C9B-BDE5-1A47E39E1BC7}">
      <dgm:prSet/>
      <dgm:spPr/>
      <dgm:t>
        <a:bodyPr/>
        <a:lstStyle/>
        <a:p>
          <a:endParaRPr lang="en-US"/>
        </a:p>
      </dgm:t>
    </dgm:pt>
    <dgm:pt modelId="{B80119E6-1498-40FA-B2D0-231B03779441}">
      <dgm:prSet/>
      <dgm:spPr/>
      <dgm:t>
        <a:bodyPr/>
        <a:lstStyle/>
        <a:p>
          <a:r>
            <a:rPr lang="pt-BR" b="0" i="0" baseline="0"/>
            <a:t>Para o elemento Atitude:</a:t>
          </a:r>
          <a:endParaRPr lang="en-US"/>
        </a:p>
      </dgm:t>
    </dgm:pt>
    <dgm:pt modelId="{EC24F884-4FDF-4ABC-B2D5-93FF411E3E5F}" type="parTrans" cxnId="{4A998533-497A-4EDE-B95B-A689A8EA0906}">
      <dgm:prSet/>
      <dgm:spPr/>
      <dgm:t>
        <a:bodyPr/>
        <a:lstStyle/>
        <a:p>
          <a:endParaRPr lang="en-US"/>
        </a:p>
      </dgm:t>
    </dgm:pt>
    <dgm:pt modelId="{860AC357-2FDD-4B39-BDC7-4F7F9DF2D1FC}" type="sibTrans" cxnId="{4A998533-497A-4EDE-B95B-A689A8EA0906}">
      <dgm:prSet/>
      <dgm:spPr/>
      <dgm:t>
        <a:bodyPr/>
        <a:lstStyle/>
        <a:p>
          <a:endParaRPr lang="en-US"/>
        </a:p>
      </dgm:t>
    </dgm:pt>
    <dgm:pt modelId="{7348CB13-3D3B-4EBC-BEDE-1B2085C0DFFF}">
      <dgm:prSet/>
      <dgm:spPr/>
      <dgm:t>
        <a:bodyPr/>
        <a:lstStyle/>
        <a:p>
          <a:r>
            <a:rPr lang="pt-BR" b="0" i="0" baseline="0" dirty="0"/>
            <a:t>Atividades que estimulem a liderança, a comunicação e articulação de grupos;</a:t>
          </a:r>
          <a:endParaRPr lang="en-US" dirty="0"/>
        </a:p>
      </dgm:t>
    </dgm:pt>
    <dgm:pt modelId="{2CB7754F-B33C-452B-B56E-51F0163ACCA3}" type="parTrans" cxnId="{CA8ED63C-DA49-4F57-9510-DAC4BB3EBA56}">
      <dgm:prSet/>
      <dgm:spPr/>
      <dgm:t>
        <a:bodyPr/>
        <a:lstStyle/>
        <a:p>
          <a:endParaRPr lang="en-US"/>
        </a:p>
      </dgm:t>
    </dgm:pt>
    <dgm:pt modelId="{4C875A2D-B27D-4477-B460-A65BA7B65995}" type="sibTrans" cxnId="{CA8ED63C-DA49-4F57-9510-DAC4BB3EBA56}">
      <dgm:prSet/>
      <dgm:spPr/>
      <dgm:t>
        <a:bodyPr/>
        <a:lstStyle/>
        <a:p>
          <a:endParaRPr lang="en-US"/>
        </a:p>
      </dgm:t>
    </dgm:pt>
    <dgm:pt modelId="{0DFF69E1-D3DC-47AE-AA42-30E51FCA0477}">
      <dgm:prSet/>
      <dgm:spPr/>
      <dgm:t>
        <a:bodyPr/>
        <a:lstStyle/>
        <a:p>
          <a:r>
            <a:rPr lang="pt-BR" b="0" i="0" baseline="0" dirty="0"/>
            <a:t>Aplicação da Ética no cotidiano do curso; autoavaliação e avaliação de seus pares</a:t>
          </a:r>
          <a:endParaRPr lang="en-US" dirty="0"/>
        </a:p>
      </dgm:t>
    </dgm:pt>
    <dgm:pt modelId="{EA20BC28-A13D-460F-B134-4B4D6FC1601D}" type="parTrans" cxnId="{6CDA0836-F2A3-4727-A100-DA6BF8E2DB02}">
      <dgm:prSet/>
      <dgm:spPr/>
      <dgm:t>
        <a:bodyPr/>
        <a:lstStyle/>
        <a:p>
          <a:endParaRPr lang="en-US"/>
        </a:p>
      </dgm:t>
    </dgm:pt>
    <dgm:pt modelId="{0728CC8C-17F6-455F-86A3-64DAAD554FD8}" type="sibTrans" cxnId="{6CDA0836-F2A3-4727-A100-DA6BF8E2DB02}">
      <dgm:prSet/>
      <dgm:spPr/>
      <dgm:t>
        <a:bodyPr/>
        <a:lstStyle/>
        <a:p>
          <a:endParaRPr lang="en-US"/>
        </a:p>
      </dgm:t>
    </dgm:pt>
    <dgm:pt modelId="{1C373EB2-A3ED-46FF-A835-E8654BC94FE9}" type="pres">
      <dgm:prSet presAssocID="{A8E2573C-76D4-43A9-A499-B3EF7B8E6E0E}" presName="root" presStyleCnt="0">
        <dgm:presLayoutVars>
          <dgm:dir/>
          <dgm:resizeHandles val="exact"/>
        </dgm:presLayoutVars>
      </dgm:prSet>
      <dgm:spPr/>
    </dgm:pt>
    <dgm:pt modelId="{6D1D89FA-EC30-43F1-A0E0-AD2EEAECD17C}" type="pres">
      <dgm:prSet presAssocID="{97488B69-D72A-46F9-B71F-8868F8BD996A}" presName="compNode" presStyleCnt="0"/>
      <dgm:spPr/>
    </dgm:pt>
    <dgm:pt modelId="{0A15EE87-684E-436A-815E-36A9C7DA519B}" type="pres">
      <dgm:prSet presAssocID="{97488B69-D72A-46F9-B71F-8868F8BD996A}" presName="bgRect" presStyleLbl="bgShp" presStyleIdx="0" presStyleCnt="3"/>
      <dgm:spPr/>
    </dgm:pt>
    <dgm:pt modelId="{FA5E793E-EB9D-41B7-BF58-B936F7848444}" type="pres">
      <dgm:prSet presAssocID="{97488B69-D72A-46F9-B71F-8868F8BD99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36548CB-0F52-40BF-BC91-55F2EC8C8FFC}" type="pres">
      <dgm:prSet presAssocID="{97488B69-D72A-46F9-B71F-8868F8BD996A}" presName="spaceRect" presStyleCnt="0"/>
      <dgm:spPr/>
    </dgm:pt>
    <dgm:pt modelId="{13373A7F-5960-4995-9214-1F1D3F3D057B}" type="pres">
      <dgm:prSet presAssocID="{97488B69-D72A-46F9-B71F-8868F8BD996A}" presName="parTx" presStyleLbl="revTx" presStyleIdx="0" presStyleCnt="6">
        <dgm:presLayoutVars>
          <dgm:chMax val="0"/>
          <dgm:chPref val="0"/>
        </dgm:presLayoutVars>
      </dgm:prSet>
      <dgm:spPr/>
    </dgm:pt>
    <dgm:pt modelId="{CE57F31E-A84C-4837-A511-BF0632F893D7}" type="pres">
      <dgm:prSet presAssocID="{97488B69-D72A-46F9-B71F-8868F8BD996A}" presName="desTx" presStyleLbl="revTx" presStyleIdx="1" presStyleCnt="6">
        <dgm:presLayoutVars/>
      </dgm:prSet>
      <dgm:spPr/>
    </dgm:pt>
    <dgm:pt modelId="{4F092F48-1050-4DF9-B9DB-32664B082464}" type="pres">
      <dgm:prSet presAssocID="{26B9A812-1DCE-4721-A4C5-E81C2E178FDB}" presName="sibTrans" presStyleCnt="0"/>
      <dgm:spPr/>
    </dgm:pt>
    <dgm:pt modelId="{D51BE664-74B9-4FF2-8071-E1BE73DB7EAE}" type="pres">
      <dgm:prSet presAssocID="{6DA69FC3-C1B0-4140-8C1F-45CB62E3BD5F}" presName="compNode" presStyleCnt="0"/>
      <dgm:spPr/>
    </dgm:pt>
    <dgm:pt modelId="{BC081EE3-CA6A-4725-B9CC-F91245E72ADC}" type="pres">
      <dgm:prSet presAssocID="{6DA69FC3-C1B0-4140-8C1F-45CB62E3BD5F}" presName="bgRect" presStyleLbl="bgShp" presStyleIdx="1" presStyleCnt="3"/>
      <dgm:spPr/>
    </dgm:pt>
    <dgm:pt modelId="{1D500C0F-74F3-4870-8B2F-E7C00C9CE2F7}" type="pres">
      <dgm:prSet presAssocID="{6DA69FC3-C1B0-4140-8C1F-45CB62E3B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97F3EB-EEC5-4694-A0DD-5FE350361CCF}" type="pres">
      <dgm:prSet presAssocID="{6DA69FC3-C1B0-4140-8C1F-45CB62E3BD5F}" presName="spaceRect" presStyleCnt="0"/>
      <dgm:spPr/>
    </dgm:pt>
    <dgm:pt modelId="{4AF2E442-213F-4912-831A-95FAA6BC040D}" type="pres">
      <dgm:prSet presAssocID="{6DA69FC3-C1B0-4140-8C1F-45CB62E3BD5F}" presName="parTx" presStyleLbl="revTx" presStyleIdx="2" presStyleCnt="6">
        <dgm:presLayoutVars>
          <dgm:chMax val="0"/>
          <dgm:chPref val="0"/>
        </dgm:presLayoutVars>
      </dgm:prSet>
      <dgm:spPr/>
    </dgm:pt>
    <dgm:pt modelId="{F06337C6-41CA-4C92-BBC9-78C7D9E2E0D2}" type="pres">
      <dgm:prSet presAssocID="{6DA69FC3-C1B0-4140-8C1F-45CB62E3BD5F}" presName="desTx" presStyleLbl="revTx" presStyleIdx="3" presStyleCnt="6">
        <dgm:presLayoutVars/>
      </dgm:prSet>
      <dgm:spPr/>
    </dgm:pt>
    <dgm:pt modelId="{F837BBA1-7D27-4890-8246-63E1D54C5EA5}" type="pres">
      <dgm:prSet presAssocID="{D072CE51-8732-4CBE-9A3A-0C695261980B}" presName="sibTrans" presStyleCnt="0"/>
      <dgm:spPr/>
    </dgm:pt>
    <dgm:pt modelId="{3CC6758C-6EC4-49A1-B74C-8198901AF868}" type="pres">
      <dgm:prSet presAssocID="{B80119E6-1498-40FA-B2D0-231B03779441}" presName="compNode" presStyleCnt="0"/>
      <dgm:spPr/>
    </dgm:pt>
    <dgm:pt modelId="{C5626DAB-E9ED-4C23-AFD9-D77B02FFEED0}" type="pres">
      <dgm:prSet presAssocID="{B80119E6-1498-40FA-B2D0-231B03779441}" presName="bgRect" presStyleLbl="bgShp" presStyleIdx="2" presStyleCnt="3"/>
      <dgm:spPr/>
    </dgm:pt>
    <dgm:pt modelId="{6D9E41C3-0D22-4364-BCD4-A0B89AB1F9D2}" type="pres">
      <dgm:prSet presAssocID="{B80119E6-1498-40FA-B2D0-231B037794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8DCD6C-BFBD-4E98-A5FA-53F974A59790}" type="pres">
      <dgm:prSet presAssocID="{B80119E6-1498-40FA-B2D0-231B03779441}" presName="spaceRect" presStyleCnt="0"/>
      <dgm:spPr/>
    </dgm:pt>
    <dgm:pt modelId="{A21E7603-C478-4E99-B7EC-7F126684057B}" type="pres">
      <dgm:prSet presAssocID="{B80119E6-1498-40FA-B2D0-231B03779441}" presName="parTx" presStyleLbl="revTx" presStyleIdx="4" presStyleCnt="6">
        <dgm:presLayoutVars>
          <dgm:chMax val="0"/>
          <dgm:chPref val="0"/>
        </dgm:presLayoutVars>
      </dgm:prSet>
      <dgm:spPr/>
    </dgm:pt>
    <dgm:pt modelId="{06247584-5F01-44ED-B676-80328D78C7E0}" type="pres">
      <dgm:prSet presAssocID="{B80119E6-1498-40FA-B2D0-231B03779441}" presName="desTx" presStyleLbl="revTx" presStyleIdx="5" presStyleCnt="6">
        <dgm:presLayoutVars/>
      </dgm:prSet>
      <dgm:spPr/>
    </dgm:pt>
  </dgm:ptLst>
  <dgm:cxnLst>
    <dgm:cxn modelId="{14AA6A17-3C78-43F6-8541-F3A1C4FDE68D}" type="presOf" srcId="{B80119E6-1498-40FA-B2D0-231B03779441}" destId="{A21E7603-C478-4E99-B7EC-7F126684057B}" srcOrd="0" destOrd="0" presId="urn:microsoft.com/office/officeart/2018/2/layout/IconVerticalSolidList"/>
    <dgm:cxn modelId="{47398117-2580-45CF-9A4D-DE3ADE6E85F2}" type="presOf" srcId="{7348CB13-3D3B-4EBC-BEDE-1B2085C0DFFF}" destId="{06247584-5F01-44ED-B676-80328D78C7E0}" srcOrd="0" destOrd="0" presId="urn:microsoft.com/office/officeart/2018/2/layout/IconVerticalSolidList"/>
    <dgm:cxn modelId="{9D9C1B18-248F-4E45-9E60-170258270EEF}" type="presOf" srcId="{97488B69-D72A-46F9-B71F-8868F8BD996A}" destId="{13373A7F-5960-4995-9214-1F1D3F3D057B}" srcOrd="0" destOrd="0" presId="urn:microsoft.com/office/officeart/2018/2/layout/IconVerticalSolidList"/>
    <dgm:cxn modelId="{AE09A619-3507-48EF-A084-C7E1B89D71EF}" type="presOf" srcId="{A8E2573C-76D4-43A9-A499-B3EF7B8E6E0E}" destId="{1C373EB2-A3ED-46FF-A835-E8654BC94FE9}" srcOrd="0" destOrd="0" presId="urn:microsoft.com/office/officeart/2018/2/layout/IconVerticalSolidList"/>
    <dgm:cxn modelId="{5528B41F-8C11-4C9B-BDE5-1A47E39E1BC7}" srcId="{6DA69FC3-C1B0-4140-8C1F-45CB62E3BD5F}" destId="{D6E01DC1-9B2D-42E7-98A1-0801652FCACC}" srcOrd="0" destOrd="0" parTransId="{DD584700-BD4E-4872-A5D9-9085B654165B}" sibTransId="{CED4133D-E200-4C54-9D25-48563F6EE570}"/>
    <dgm:cxn modelId="{66BBC627-9242-4C2D-AD7D-5F65C5BE9257}" type="presOf" srcId="{3AEC79D3-EEC4-426B-A1D2-FE632E640617}" destId="{CE57F31E-A84C-4837-A511-BF0632F893D7}" srcOrd="0" destOrd="0" presId="urn:microsoft.com/office/officeart/2018/2/layout/IconVerticalSolidList"/>
    <dgm:cxn modelId="{4A998533-497A-4EDE-B95B-A689A8EA0906}" srcId="{A8E2573C-76D4-43A9-A499-B3EF7B8E6E0E}" destId="{B80119E6-1498-40FA-B2D0-231B03779441}" srcOrd="2" destOrd="0" parTransId="{EC24F884-4FDF-4ABC-B2D5-93FF411E3E5F}" sibTransId="{860AC357-2FDD-4B39-BDC7-4F7F9DF2D1FC}"/>
    <dgm:cxn modelId="{6CDA0836-F2A3-4727-A100-DA6BF8E2DB02}" srcId="{B80119E6-1498-40FA-B2D0-231B03779441}" destId="{0DFF69E1-D3DC-47AE-AA42-30E51FCA0477}" srcOrd="1" destOrd="0" parTransId="{EA20BC28-A13D-460F-B134-4B4D6FC1601D}" sibTransId="{0728CC8C-17F6-455F-86A3-64DAAD554FD8}"/>
    <dgm:cxn modelId="{CA8ED63C-DA49-4F57-9510-DAC4BB3EBA56}" srcId="{B80119E6-1498-40FA-B2D0-231B03779441}" destId="{7348CB13-3D3B-4EBC-BEDE-1B2085C0DFFF}" srcOrd="0" destOrd="0" parTransId="{2CB7754F-B33C-452B-B56E-51F0163ACCA3}" sibTransId="{4C875A2D-B27D-4477-B460-A65BA7B65995}"/>
    <dgm:cxn modelId="{C507BA3D-983B-4C52-9682-B4B80A66650B}" srcId="{97488B69-D72A-46F9-B71F-8868F8BD996A}" destId="{3AEC79D3-EEC4-426B-A1D2-FE632E640617}" srcOrd="0" destOrd="0" parTransId="{67F0EE1C-4D3A-44D9-881D-DA6004750379}" sibTransId="{BC9A3B1F-7D89-40F1-A527-F4B841B2439E}"/>
    <dgm:cxn modelId="{41D2B360-6434-49E2-9663-EF952691C849}" srcId="{A8E2573C-76D4-43A9-A499-B3EF7B8E6E0E}" destId="{97488B69-D72A-46F9-B71F-8868F8BD996A}" srcOrd="0" destOrd="0" parTransId="{DE72FC5B-8B1C-4D8E-BC73-D7FCA33AEAA1}" sibTransId="{26B9A812-1DCE-4721-A4C5-E81C2E178FDB}"/>
    <dgm:cxn modelId="{0B82499E-6A88-4DD5-AAC4-4C111E31DC6D}" srcId="{A8E2573C-76D4-43A9-A499-B3EF7B8E6E0E}" destId="{6DA69FC3-C1B0-4140-8C1F-45CB62E3BD5F}" srcOrd="1" destOrd="0" parTransId="{6FEA4AC5-0057-4132-B81C-CB2881518D75}" sibTransId="{D072CE51-8732-4CBE-9A3A-0C695261980B}"/>
    <dgm:cxn modelId="{F2817EAA-7F1C-4598-89BE-AB638D38ACF9}" type="presOf" srcId="{D6E01DC1-9B2D-42E7-98A1-0801652FCACC}" destId="{F06337C6-41CA-4C92-BBC9-78C7D9E2E0D2}" srcOrd="0" destOrd="0" presId="urn:microsoft.com/office/officeart/2018/2/layout/IconVerticalSolidList"/>
    <dgm:cxn modelId="{2EA3DDE0-3DCD-4542-B42F-77573752C622}" type="presOf" srcId="{0DFF69E1-D3DC-47AE-AA42-30E51FCA0477}" destId="{06247584-5F01-44ED-B676-80328D78C7E0}" srcOrd="0" destOrd="1" presId="urn:microsoft.com/office/officeart/2018/2/layout/IconVerticalSolidList"/>
    <dgm:cxn modelId="{5F610FEE-05A9-40D0-8DE3-0956263CC64B}" type="presOf" srcId="{6DA69FC3-C1B0-4140-8C1F-45CB62E3BD5F}" destId="{4AF2E442-213F-4912-831A-95FAA6BC040D}" srcOrd="0" destOrd="0" presId="urn:microsoft.com/office/officeart/2018/2/layout/IconVerticalSolidList"/>
    <dgm:cxn modelId="{EFDB6AD9-6C95-4956-9B6D-DAC3FD9E3A1D}" type="presParOf" srcId="{1C373EB2-A3ED-46FF-A835-E8654BC94FE9}" destId="{6D1D89FA-EC30-43F1-A0E0-AD2EEAECD17C}" srcOrd="0" destOrd="0" presId="urn:microsoft.com/office/officeart/2018/2/layout/IconVerticalSolidList"/>
    <dgm:cxn modelId="{C05F1312-CE91-4312-8A31-18F44BB2DB2A}" type="presParOf" srcId="{6D1D89FA-EC30-43F1-A0E0-AD2EEAECD17C}" destId="{0A15EE87-684E-436A-815E-36A9C7DA519B}" srcOrd="0" destOrd="0" presId="urn:microsoft.com/office/officeart/2018/2/layout/IconVerticalSolidList"/>
    <dgm:cxn modelId="{F8558665-4A9B-4456-8128-1634FC9A743D}" type="presParOf" srcId="{6D1D89FA-EC30-43F1-A0E0-AD2EEAECD17C}" destId="{FA5E793E-EB9D-41B7-BF58-B936F7848444}" srcOrd="1" destOrd="0" presId="urn:microsoft.com/office/officeart/2018/2/layout/IconVerticalSolidList"/>
    <dgm:cxn modelId="{E59BB8D9-610A-4523-A446-DD531D500199}" type="presParOf" srcId="{6D1D89FA-EC30-43F1-A0E0-AD2EEAECD17C}" destId="{E36548CB-0F52-40BF-BC91-55F2EC8C8FFC}" srcOrd="2" destOrd="0" presId="urn:microsoft.com/office/officeart/2018/2/layout/IconVerticalSolidList"/>
    <dgm:cxn modelId="{E529797D-243E-4AC8-B41C-92123DB7D3F0}" type="presParOf" srcId="{6D1D89FA-EC30-43F1-A0E0-AD2EEAECD17C}" destId="{13373A7F-5960-4995-9214-1F1D3F3D057B}" srcOrd="3" destOrd="0" presId="urn:microsoft.com/office/officeart/2018/2/layout/IconVerticalSolidList"/>
    <dgm:cxn modelId="{6CA40856-E4DC-4B6A-B242-C62626EC206C}" type="presParOf" srcId="{6D1D89FA-EC30-43F1-A0E0-AD2EEAECD17C}" destId="{CE57F31E-A84C-4837-A511-BF0632F893D7}" srcOrd="4" destOrd="0" presId="urn:microsoft.com/office/officeart/2018/2/layout/IconVerticalSolidList"/>
    <dgm:cxn modelId="{1042A75D-89E4-4CAF-AD71-CA7B34361ADD}" type="presParOf" srcId="{1C373EB2-A3ED-46FF-A835-E8654BC94FE9}" destId="{4F092F48-1050-4DF9-B9DB-32664B082464}" srcOrd="1" destOrd="0" presId="urn:microsoft.com/office/officeart/2018/2/layout/IconVerticalSolidList"/>
    <dgm:cxn modelId="{2B3F0A48-9701-4840-B7AA-3B417DA8EE83}" type="presParOf" srcId="{1C373EB2-A3ED-46FF-A835-E8654BC94FE9}" destId="{D51BE664-74B9-4FF2-8071-E1BE73DB7EAE}" srcOrd="2" destOrd="0" presId="urn:microsoft.com/office/officeart/2018/2/layout/IconVerticalSolidList"/>
    <dgm:cxn modelId="{9B502F92-3EC7-48BE-BEF0-17B11D89CA81}" type="presParOf" srcId="{D51BE664-74B9-4FF2-8071-E1BE73DB7EAE}" destId="{BC081EE3-CA6A-4725-B9CC-F91245E72ADC}" srcOrd="0" destOrd="0" presId="urn:microsoft.com/office/officeart/2018/2/layout/IconVerticalSolidList"/>
    <dgm:cxn modelId="{55A6A961-80CD-45A5-906C-EE888D614514}" type="presParOf" srcId="{D51BE664-74B9-4FF2-8071-E1BE73DB7EAE}" destId="{1D500C0F-74F3-4870-8B2F-E7C00C9CE2F7}" srcOrd="1" destOrd="0" presId="urn:microsoft.com/office/officeart/2018/2/layout/IconVerticalSolidList"/>
    <dgm:cxn modelId="{0FD233FD-2ED6-4E9F-B3AE-1C72DB9D1205}" type="presParOf" srcId="{D51BE664-74B9-4FF2-8071-E1BE73DB7EAE}" destId="{8197F3EB-EEC5-4694-A0DD-5FE350361CCF}" srcOrd="2" destOrd="0" presId="urn:microsoft.com/office/officeart/2018/2/layout/IconVerticalSolidList"/>
    <dgm:cxn modelId="{8B898F27-8264-4417-98D1-4445439C0E6E}" type="presParOf" srcId="{D51BE664-74B9-4FF2-8071-E1BE73DB7EAE}" destId="{4AF2E442-213F-4912-831A-95FAA6BC040D}" srcOrd="3" destOrd="0" presId="urn:microsoft.com/office/officeart/2018/2/layout/IconVerticalSolidList"/>
    <dgm:cxn modelId="{5E773976-9CAA-450F-BC7A-E68F5D3DC988}" type="presParOf" srcId="{D51BE664-74B9-4FF2-8071-E1BE73DB7EAE}" destId="{F06337C6-41CA-4C92-BBC9-78C7D9E2E0D2}" srcOrd="4" destOrd="0" presId="urn:microsoft.com/office/officeart/2018/2/layout/IconVerticalSolidList"/>
    <dgm:cxn modelId="{E942B3ED-E1A7-41E2-845F-62D957CC833A}" type="presParOf" srcId="{1C373EB2-A3ED-46FF-A835-E8654BC94FE9}" destId="{F837BBA1-7D27-4890-8246-63E1D54C5EA5}" srcOrd="3" destOrd="0" presId="urn:microsoft.com/office/officeart/2018/2/layout/IconVerticalSolidList"/>
    <dgm:cxn modelId="{BDA1CB3E-1B8B-4D52-B69A-C2FFD5E6D6E2}" type="presParOf" srcId="{1C373EB2-A3ED-46FF-A835-E8654BC94FE9}" destId="{3CC6758C-6EC4-49A1-B74C-8198901AF868}" srcOrd="4" destOrd="0" presId="urn:microsoft.com/office/officeart/2018/2/layout/IconVerticalSolidList"/>
    <dgm:cxn modelId="{CDF654F3-9253-44BD-9BF4-9997B36CF012}" type="presParOf" srcId="{3CC6758C-6EC4-49A1-B74C-8198901AF868}" destId="{C5626DAB-E9ED-4C23-AFD9-D77B02FFEED0}" srcOrd="0" destOrd="0" presId="urn:microsoft.com/office/officeart/2018/2/layout/IconVerticalSolidList"/>
    <dgm:cxn modelId="{80C6D349-AB38-44D1-9EC9-6F1BAA8D9368}" type="presParOf" srcId="{3CC6758C-6EC4-49A1-B74C-8198901AF868}" destId="{6D9E41C3-0D22-4364-BCD4-A0B89AB1F9D2}" srcOrd="1" destOrd="0" presId="urn:microsoft.com/office/officeart/2018/2/layout/IconVerticalSolidList"/>
    <dgm:cxn modelId="{DC8CC5DA-FA79-4F6D-891E-A227E4E2AB58}" type="presParOf" srcId="{3CC6758C-6EC4-49A1-B74C-8198901AF868}" destId="{888DCD6C-BFBD-4E98-A5FA-53F974A59790}" srcOrd="2" destOrd="0" presId="urn:microsoft.com/office/officeart/2018/2/layout/IconVerticalSolidList"/>
    <dgm:cxn modelId="{6180F01F-26EC-4E8F-B32D-473113970301}" type="presParOf" srcId="{3CC6758C-6EC4-49A1-B74C-8198901AF868}" destId="{A21E7603-C478-4E99-B7EC-7F126684057B}" srcOrd="3" destOrd="0" presId="urn:microsoft.com/office/officeart/2018/2/layout/IconVerticalSolidList"/>
    <dgm:cxn modelId="{79C75FCA-AD38-47F1-B2ED-7F92A02BFF48}" type="presParOf" srcId="{3CC6758C-6EC4-49A1-B74C-8198901AF868}" destId="{06247584-5F01-44ED-B676-80328D78C7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1F4DD2C-88E6-41F4-AAB2-850EA0C67F1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548DA1-B7C2-4232-8B12-73B6687A488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C2 - Propor soluções e inovações tecnológicas no desenvolvimento de projetos, materiais, ferramentas, técnicas e soluções na área de dados;</a:t>
          </a:r>
          <a:endParaRPr lang="en-US"/>
        </a:p>
      </dgm:t>
    </dgm:pt>
    <dgm:pt modelId="{1103B8B0-F95C-452F-85FD-F515CFCF2E56}" type="parTrans" cxnId="{89939C2E-D4F5-46DC-99A2-5D25164094E0}">
      <dgm:prSet/>
      <dgm:spPr/>
      <dgm:t>
        <a:bodyPr/>
        <a:lstStyle/>
        <a:p>
          <a:endParaRPr lang="en-US"/>
        </a:p>
      </dgm:t>
    </dgm:pt>
    <dgm:pt modelId="{A39E00CE-DF37-4ECD-B458-6EC1FD50C8DF}" type="sibTrans" cxnId="{89939C2E-D4F5-46DC-99A2-5D25164094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45D19-62BD-492A-BCCF-254C3A8A93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C10 - Compreender os fatos essenciais, os conceitos, os princípios e as teorias relacionadas ao ciclo de vida da descoberta do conhecimento e suas aplicações;</a:t>
          </a:r>
          <a:endParaRPr lang="en-US"/>
        </a:p>
      </dgm:t>
    </dgm:pt>
    <dgm:pt modelId="{A8EC26AB-C0E9-49BB-83F9-AD61A504CBD8}" type="parTrans" cxnId="{6BE19477-DA75-4801-8728-F014057B7BDA}">
      <dgm:prSet/>
      <dgm:spPr/>
      <dgm:t>
        <a:bodyPr/>
        <a:lstStyle/>
        <a:p>
          <a:endParaRPr lang="en-US"/>
        </a:p>
      </dgm:t>
    </dgm:pt>
    <dgm:pt modelId="{56877412-1437-496C-9E03-14DD5399876B}" type="sibTrans" cxnId="{6BE19477-DA75-4801-8728-F014057B7B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A234D0-8052-4389-82C2-0D99727575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/>
        </a:p>
      </dgm:t>
    </dgm:pt>
    <dgm:pt modelId="{F9A64104-C40E-42A9-85F8-82306C6AC39F}" type="parTrans" cxnId="{EC1AE82A-9311-4D34-92B2-EE4A055325E7}">
      <dgm:prSet/>
      <dgm:spPr/>
      <dgm:t>
        <a:bodyPr/>
        <a:lstStyle/>
        <a:p>
          <a:endParaRPr lang="en-US"/>
        </a:p>
      </dgm:t>
    </dgm:pt>
    <dgm:pt modelId="{4AC4CB18-E1D7-447A-9856-153DAB69442C}" type="sibTrans" cxnId="{EC1AE82A-9311-4D34-92B2-EE4A055325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EDF134-A0F3-4024-A06F-DF06C4B90CF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C14 - Integração de ferramentas computacionais no processo de tomada de decisão baseada em modelos de aprendizagem de máquina (Machine Learning).</a:t>
          </a:r>
          <a:endParaRPr lang="en-US"/>
        </a:p>
      </dgm:t>
    </dgm:pt>
    <dgm:pt modelId="{DC34D034-CDD0-4743-8A9C-6A8DAD506A99}" type="parTrans" cxnId="{976A8EAE-1B43-4D06-8476-C80AC9952331}">
      <dgm:prSet/>
      <dgm:spPr/>
      <dgm:t>
        <a:bodyPr/>
        <a:lstStyle/>
        <a:p>
          <a:endParaRPr lang="en-US"/>
        </a:p>
      </dgm:t>
    </dgm:pt>
    <dgm:pt modelId="{0E436466-8B8B-4341-A264-3950D5AAFCFC}" type="sibTrans" cxnId="{976A8EAE-1B43-4D06-8476-C80AC9952331}">
      <dgm:prSet/>
      <dgm:spPr/>
      <dgm:t>
        <a:bodyPr/>
        <a:lstStyle/>
        <a:p>
          <a:endParaRPr lang="en-US"/>
        </a:p>
      </dgm:t>
    </dgm:pt>
    <dgm:pt modelId="{988EBB3F-FA65-4EAC-860D-DDC5B7956D26}" type="pres">
      <dgm:prSet presAssocID="{71F4DD2C-88E6-41F4-AAB2-850EA0C67F18}" presName="root" presStyleCnt="0">
        <dgm:presLayoutVars>
          <dgm:dir/>
          <dgm:resizeHandles val="exact"/>
        </dgm:presLayoutVars>
      </dgm:prSet>
      <dgm:spPr/>
    </dgm:pt>
    <dgm:pt modelId="{E643E44F-A8C7-433F-8DF6-52E0FD731118}" type="pres">
      <dgm:prSet presAssocID="{71F4DD2C-88E6-41F4-AAB2-850EA0C67F18}" presName="container" presStyleCnt="0">
        <dgm:presLayoutVars>
          <dgm:dir/>
          <dgm:resizeHandles val="exact"/>
        </dgm:presLayoutVars>
      </dgm:prSet>
      <dgm:spPr/>
    </dgm:pt>
    <dgm:pt modelId="{14704145-2C46-4E52-A6A8-EC55AEB51C12}" type="pres">
      <dgm:prSet presAssocID="{31548DA1-B7C2-4232-8B12-73B6687A4886}" presName="compNode" presStyleCnt="0"/>
      <dgm:spPr/>
    </dgm:pt>
    <dgm:pt modelId="{A92CB376-9516-4DBE-890E-32AAB5F07D6C}" type="pres">
      <dgm:prSet presAssocID="{31548DA1-B7C2-4232-8B12-73B6687A4886}" presName="iconBgRect" presStyleLbl="bgShp" presStyleIdx="0" presStyleCnt="4"/>
      <dgm:spPr/>
    </dgm:pt>
    <dgm:pt modelId="{11ABE88A-D272-4A62-819A-DA30FD8D092D}" type="pres">
      <dgm:prSet presAssocID="{31548DA1-B7C2-4232-8B12-73B6687A48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6687D16-041F-48AE-BFED-FAF21E2FD3D9}" type="pres">
      <dgm:prSet presAssocID="{31548DA1-B7C2-4232-8B12-73B6687A4886}" presName="spaceRect" presStyleCnt="0"/>
      <dgm:spPr/>
    </dgm:pt>
    <dgm:pt modelId="{F7926F1D-28A0-434B-99CD-FEB966AC54D6}" type="pres">
      <dgm:prSet presAssocID="{31548DA1-B7C2-4232-8B12-73B6687A4886}" presName="textRect" presStyleLbl="revTx" presStyleIdx="0" presStyleCnt="4">
        <dgm:presLayoutVars>
          <dgm:chMax val="1"/>
          <dgm:chPref val="1"/>
        </dgm:presLayoutVars>
      </dgm:prSet>
      <dgm:spPr/>
    </dgm:pt>
    <dgm:pt modelId="{1C3B55B7-AB1A-4563-8D9B-B6DABB780927}" type="pres">
      <dgm:prSet presAssocID="{A39E00CE-DF37-4ECD-B458-6EC1FD50C8DF}" presName="sibTrans" presStyleLbl="sibTrans2D1" presStyleIdx="0" presStyleCnt="0"/>
      <dgm:spPr/>
    </dgm:pt>
    <dgm:pt modelId="{CDF8C0BE-1EA7-41A1-8731-23FA21070E1F}" type="pres">
      <dgm:prSet presAssocID="{61645D19-62BD-492A-BCCF-254C3A8A93C3}" presName="compNode" presStyleCnt="0"/>
      <dgm:spPr/>
    </dgm:pt>
    <dgm:pt modelId="{5BC8F59B-F38E-42DE-9611-05E05BEFC428}" type="pres">
      <dgm:prSet presAssocID="{61645D19-62BD-492A-BCCF-254C3A8A93C3}" presName="iconBgRect" presStyleLbl="bgShp" presStyleIdx="1" presStyleCnt="4"/>
      <dgm:spPr/>
    </dgm:pt>
    <dgm:pt modelId="{33F71C07-2E41-4BB5-9A55-231E010834B4}" type="pres">
      <dgm:prSet presAssocID="{61645D19-62BD-492A-BCCF-254C3A8A93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1E0E4135-48A5-452D-954C-31DFC9B369C3}" type="pres">
      <dgm:prSet presAssocID="{61645D19-62BD-492A-BCCF-254C3A8A93C3}" presName="spaceRect" presStyleCnt="0"/>
      <dgm:spPr/>
    </dgm:pt>
    <dgm:pt modelId="{F5797B8B-A92F-4F59-9B8D-40CE30076256}" type="pres">
      <dgm:prSet presAssocID="{61645D19-62BD-492A-BCCF-254C3A8A93C3}" presName="textRect" presStyleLbl="revTx" presStyleIdx="1" presStyleCnt="4">
        <dgm:presLayoutVars>
          <dgm:chMax val="1"/>
          <dgm:chPref val="1"/>
        </dgm:presLayoutVars>
      </dgm:prSet>
      <dgm:spPr/>
    </dgm:pt>
    <dgm:pt modelId="{6B09C4D1-D141-4A26-9696-D6E6EC068EA6}" type="pres">
      <dgm:prSet presAssocID="{56877412-1437-496C-9E03-14DD5399876B}" presName="sibTrans" presStyleLbl="sibTrans2D1" presStyleIdx="0" presStyleCnt="0"/>
      <dgm:spPr/>
    </dgm:pt>
    <dgm:pt modelId="{FCC25641-7F77-40B4-B1D0-425AEC74511C}" type="pres">
      <dgm:prSet presAssocID="{89A234D0-8052-4389-82C2-0D99727575AB}" presName="compNode" presStyleCnt="0"/>
      <dgm:spPr/>
    </dgm:pt>
    <dgm:pt modelId="{455D31E3-0D9F-465A-A406-9059465B07B9}" type="pres">
      <dgm:prSet presAssocID="{89A234D0-8052-4389-82C2-0D99727575AB}" presName="iconBgRect" presStyleLbl="bgShp" presStyleIdx="2" presStyleCnt="4"/>
      <dgm:spPr/>
    </dgm:pt>
    <dgm:pt modelId="{37CA3031-27F1-4205-98EF-6B4BD1F1A94D}" type="pres">
      <dgm:prSet presAssocID="{89A234D0-8052-4389-82C2-0D99727575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C4A1EE9-7C38-46A6-A77E-5AFC9EED7CFA}" type="pres">
      <dgm:prSet presAssocID="{89A234D0-8052-4389-82C2-0D99727575AB}" presName="spaceRect" presStyleCnt="0"/>
      <dgm:spPr/>
    </dgm:pt>
    <dgm:pt modelId="{709A46B0-72FB-41AF-A234-12C4568A9C6E}" type="pres">
      <dgm:prSet presAssocID="{89A234D0-8052-4389-82C2-0D99727575AB}" presName="textRect" presStyleLbl="revTx" presStyleIdx="2" presStyleCnt="4">
        <dgm:presLayoutVars>
          <dgm:chMax val="1"/>
          <dgm:chPref val="1"/>
        </dgm:presLayoutVars>
      </dgm:prSet>
      <dgm:spPr/>
    </dgm:pt>
    <dgm:pt modelId="{048606E5-A68F-40A7-ABC4-961FE634E39B}" type="pres">
      <dgm:prSet presAssocID="{4AC4CB18-E1D7-447A-9856-153DAB69442C}" presName="sibTrans" presStyleLbl="sibTrans2D1" presStyleIdx="0" presStyleCnt="0"/>
      <dgm:spPr/>
    </dgm:pt>
    <dgm:pt modelId="{533FA067-C5E8-4C37-9677-E4DC68456814}" type="pres">
      <dgm:prSet presAssocID="{0CEDF134-A0F3-4024-A06F-DF06C4B90CFB}" presName="compNode" presStyleCnt="0"/>
      <dgm:spPr/>
    </dgm:pt>
    <dgm:pt modelId="{7A29AA02-8E0C-4205-8D1D-85B332834DB3}" type="pres">
      <dgm:prSet presAssocID="{0CEDF134-A0F3-4024-A06F-DF06C4B90CFB}" presName="iconBgRect" presStyleLbl="bgShp" presStyleIdx="3" presStyleCnt="4"/>
      <dgm:spPr/>
    </dgm:pt>
    <dgm:pt modelId="{54BC86A8-2399-43C5-9C20-3E43C5E89CED}" type="pres">
      <dgm:prSet presAssocID="{0CEDF134-A0F3-4024-A06F-DF06C4B90C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342422E-5918-4C4D-A2EB-701746ACAFA5}" type="pres">
      <dgm:prSet presAssocID="{0CEDF134-A0F3-4024-A06F-DF06C4B90CFB}" presName="spaceRect" presStyleCnt="0"/>
      <dgm:spPr/>
    </dgm:pt>
    <dgm:pt modelId="{E1ABBC7C-4C8E-4816-B0BC-A336E1139005}" type="pres">
      <dgm:prSet presAssocID="{0CEDF134-A0F3-4024-A06F-DF06C4B90C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1AE82A-9311-4D34-92B2-EE4A055325E7}" srcId="{71F4DD2C-88E6-41F4-AAB2-850EA0C67F18}" destId="{89A234D0-8052-4389-82C2-0D99727575AB}" srcOrd="2" destOrd="0" parTransId="{F9A64104-C40E-42A9-85F8-82306C6AC39F}" sibTransId="{4AC4CB18-E1D7-447A-9856-153DAB69442C}"/>
    <dgm:cxn modelId="{89939C2E-D4F5-46DC-99A2-5D25164094E0}" srcId="{71F4DD2C-88E6-41F4-AAB2-850EA0C67F18}" destId="{31548DA1-B7C2-4232-8B12-73B6687A4886}" srcOrd="0" destOrd="0" parTransId="{1103B8B0-F95C-452F-85FD-F515CFCF2E56}" sibTransId="{A39E00CE-DF37-4ECD-B458-6EC1FD50C8DF}"/>
    <dgm:cxn modelId="{6BE19477-DA75-4801-8728-F014057B7BDA}" srcId="{71F4DD2C-88E6-41F4-AAB2-850EA0C67F18}" destId="{61645D19-62BD-492A-BCCF-254C3A8A93C3}" srcOrd="1" destOrd="0" parTransId="{A8EC26AB-C0E9-49BB-83F9-AD61A504CBD8}" sibTransId="{56877412-1437-496C-9E03-14DD5399876B}"/>
    <dgm:cxn modelId="{212D4C78-838F-4620-9B77-33579DCD29B2}" type="presOf" srcId="{56877412-1437-496C-9E03-14DD5399876B}" destId="{6B09C4D1-D141-4A26-9696-D6E6EC068EA6}" srcOrd="0" destOrd="0" presId="urn:microsoft.com/office/officeart/2018/2/layout/IconCircleList"/>
    <dgm:cxn modelId="{B0BA0E7D-863C-49B4-8BF9-9F9AFF9A8026}" type="presOf" srcId="{0CEDF134-A0F3-4024-A06F-DF06C4B90CFB}" destId="{E1ABBC7C-4C8E-4816-B0BC-A336E1139005}" srcOrd="0" destOrd="0" presId="urn:microsoft.com/office/officeart/2018/2/layout/IconCircleList"/>
    <dgm:cxn modelId="{147CB492-3A0F-440D-8F3E-88B88D60FD18}" type="presOf" srcId="{31548DA1-B7C2-4232-8B12-73B6687A4886}" destId="{F7926F1D-28A0-434B-99CD-FEB966AC54D6}" srcOrd="0" destOrd="0" presId="urn:microsoft.com/office/officeart/2018/2/layout/IconCircleList"/>
    <dgm:cxn modelId="{CA7D21A5-CE33-4B03-9D79-7D691B73F3BC}" type="presOf" srcId="{4AC4CB18-E1D7-447A-9856-153DAB69442C}" destId="{048606E5-A68F-40A7-ABC4-961FE634E39B}" srcOrd="0" destOrd="0" presId="urn:microsoft.com/office/officeart/2018/2/layout/IconCircleList"/>
    <dgm:cxn modelId="{976A8EAE-1B43-4D06-8476-C80AC9952331}" srcId="{71F4DD2C-88E6-41F4-AAB2-850EA0C67F18}" destId="{0CEDF134-A0F3-4024-A06F-DF06C4B90CFB}" srcOrd="3" destOrd="0" parTransId="{DC34D034-CDD0-4743-8A9C-6A8DAD506A99}" sibTransId="{0E436466-8B8B-4341-A264-3950D5AAFCFC}"/>
    <dgm:cxn modelId="{B47B9BC0-3DBC-4C64-9E37-71BC762E88E8}" type="presOf" srcId="{A39E00CE-DF37-4ECD-B458-6EC1FD50C8DF}" destId="{1C3B55B7-AB1A-4563-8D9B-B6DABB780927}" srcOrd="0" destOrd="0" presId="urn:microsoft.com/office/officeart/2018/2/layout/IconCircleList"/>
    <dgm:cxn modelId="{A8FED5CE-AAB4-4FFF-BDDE-C742DF0A838E}" type="presOf" srcId="{61645D19-62BD-492A-BCCF-254C3A8A93C3}" destId="{F5797B8B-A92F-4F59-9B8D-40CE30076256}" srcOrd="0" destOrd="0" presId="urn:microsoft.com/office/officeart/2018/2/layout/IconCircleList"/>
    <dgm:cxn modelId="{23B2BFDB-CA1A-418D-BCD1-731FB6F3D11F}" type="presOf" srcId="{89A234D0-8052-4389-82C2-0D99727575AB}" destId="{709A46B0-72FB-41AF-A234-12C4568A9C6E}" srcOrd="0" destOrd="0" presId="urn:microsoft.com/office/officeart/2018/2/layout/IconCircleList"/>
    <dgm:cxn modelId="{0ACD15F2-7410-4A25-B0AD-CFA73681EE4B}" type="presOf" srcId="{71F4DD2C-88E6-41F4-AAB2-850EA0C67F18}" destId="{988EBB3F-FA65-4EAC-860D-DDC5B7956D26}" srcOrd="0" destOrd="0" presId="urn:microsoft.com/office/officeart/2018/2/layout/IconCircleList"/>
    <dgm:cxn modelId="{06266C15-1D1B-4F32-9D4A-97FB1DAC0E42}" type="presParOf" srcId="{988EBB3F-FA65-4EAC-860D-DDC5B7956D26}" destId="{E643E44F-A8C7-433F-8DF6-52E0FD731118}" srcOrd="0" destOrd="0" presId="urn:microsoft.com/office/officeart/2018/2/layout/IconCircleList"/>
    <dgm:cxn modelId="{C4167D5A-A284-438D-A173-C721FB51EF91}" type="presParOf" srcId="{E643E44F-A8C7-433F-8DF6-52E0FD731118}" destId="{14704145-2C46-4E52-A6A8-EC55AEB51C12}" srcOrd="0" destOrd="0" presId="urn:microsoft.com/office/officeart/2018/2/layout/IconCircleList"/>
    <dgm:cxn modelId="{A1F9651B-12F2-4EFA-8D74-FC705E3DF622}" type="presParOf" srcId="{14704145-2C46-4E52-A6A8-EC55AEB51C12}" destId="{A92CB376-9516-4DBE-890E-32AAB5F07D6C}" srcOrd="0" destOrd="0" presId="urn:microsoft.com/office/officeart/2018/2/layout/IconCircleList"/>
    <dgm:cxn modelId="{D7E211B0-8FA5-4D4F-8E2A-FC53EB0F5E68}" type="presParOf" srcId="{14704145-2C46-4E52-A6A8-EC55AEB51C12}" destId="{11ABE88A-D272-4A62-819A-DA30FD8D092D}" srcOrd="1" destOrd="0" presId="urn:microsoft.com/office/officeart/2018/2/layout/IconCircleList"/>
    <dgm:cxn modelId="{FF2430F4-7BF9-4E99-8DAC-1655F36AEDD8}" type="presParOf" srcId="{14704145-2C46-4E52-A6A8-EC55AEB51C12}" destId="{66687D16-041F-48AE-BFED-FAF21E2FD3D9}" srcOrd="2" destOrd="0" presId="urn:microsoft.com/office/officeart/2018/2/layout/IconCircleList"/>
    <dgm:cxn modelId="{B8D965FD-CB3C-4A96-A2DB-81FB267147B2}" type="presParOf" srcId="{14704145-2C46-4E52-A6A8-EC55AEB51C12}" destId="{F7926F1D-28A0-434B-99CD-FEB966AC54D6}" srcOrd="3" destOrd="0" presId="urn:microsoft.com/office/officeart/2018/2/layout/IconCircleList"/>
    <dgm:cxn modelId="{22EABA85-1100-4C22-BDDA-CB8DBD9A3D9B}" type="presParOf" srcId="{E643E44F-A8C7-433F-8DF6-52E0FD731118}" destId="{1C3B55B7-AB1A-4563-8D9B-B6DABB780927}" srcOrd="1" destOrd="0" presId="urn:microsoft.com/office/officeart/2018/2/layout/IconCircleList"/>
    <dgm:cxn modelId="{5C3A6992-FC62-4B56-BEF8-DE1C8471121A}" type="presParOf" srcId="{E643E44F-A8C7-433F-8DF6-52E0FD731118}" destId="{CDF8C0BE-1EA7-41A1-8731-23FA21070E1F}" srcOrd="2" destOrd="0" presId="urn:microsoft.com/office/officeart/2018/2/layout/IconCircleList"/>
    <dgm:cxn modelId="{32D2D778-6388-4BE2-AD4F-B8548B27466E}" type="presParOf" srcId="{CDF8C0BE-1EA7-41A1-8731-23FA21070E1F}" destId="{5BC8F59B-F38E-42DE-9611-05E05BEFC428}" srcOrd="0" destOrd="0" presId="urn:microsoft.com/office/officeart/2018/2/layout/IconCircleList"/>
    <dgm:cxn modelId="{F0CD6A21-318F-47DF-B78F-8A6E3B1FA5BC}" type="presParOf" srcId="{CDF8C0BE-1EA7-41A1-8731-23FA21070E1F}" destId="{33F71C07-2E41-4BB5-9A55-231E010834B4}" srcOrd="1" destOrd="0" presId="urn:microsoft.com/office/officeart/2018/2/layout/IconCircleList"/>
    <dgm:cxn modelId="{95797E0E-F2B7-4AE0-8FEB-0F300DAB1E2C}" type="presParOf" srcId="{CDF8C0BE-1EA7-41A1-8731-23FA21070E1F}" destId="{1E0E4135-48A5-452D-954C-31DFC9B369C3}" srcOrd="2" destOrd="0" presId="urn:microsoft.com/office/officeart/2018/2/layout/IconCircleList"/>
    <dgm:cxn modelId="{82B350F5-08F6-44FB-A970-23E311C63D6C}" type="presParOf" srcId="{CDF8C0BE-1EA7-41A1-8731-23FA21070E1F}" destId="{F5797B8B-A92F-4F59-9B8D-40CE30076256}" srcOrd="3" destOrd="0" presId="urn:microsoft.com/office/officeart/2018/2/layout/IconCircleList"/>
    <dgm:cxn modelId="{D8848883-2D45-4336-A5B7-9A1580CF3E8F}" type="presParOf" srcId="{E643E44F-A8C7-433F-8DF6-52E0FD731118}" destId="{6B09C4D1-D141-4A26-9696-D6E6EC068EA6}" srcOrd="3" destOrd="0" presId="urn:microsoft.com/office/officeart/2018/2/layout/IconCircleList"/>
    <dgm:cxn modelId="{6F9BC002-B031-4370-8A58-092450EFCE31}" type="presParOf" srcId="{E643E44F-A8C7-433F-8DF6-52E0FD731118}" destId="{FCC25641-7F77-40B4-B1D0-425AEC74511C}" srcOrd="4" destOrd="0" presId="urn:microsoft.com/office/officeart/2018/2/layout/IconCircleList"/>
    <dgm:cxn modelId="{84A138E4-6C5C-46CD-9666-37F2129002FC}" type="presParOf" srcId="{FCC25641-7F77-40B4-B1D0-425AEC74511C}" destId="{455D31E3-0D9F-465A-A406-9059465B07B9}" srcOrd="0" destOrd="0" presId="urn:microsoft.com/office/officeart/2018/2/layout/IconCircleList"/>
    <dgm:cxn modelId="{1A40683A-2C08-4805-8BB4-16D1FD8E64F5}" type="presParOf" srcId="{FCC25641-7F77-40B4-B1D0-425AEC74511C}" destId="{37CA3031-27F1-4205-98EF-6B4BD1F1A94D}" srcOrd="1" destOrd="0" presId="urn:microsoft.com/office/officeart/2018/2/layout/IconCircleList"/>
    <dgm:cxn modelId="{D55E9787-C34E-4362-BAA1-624BD41DD532}" type="presParOf" srcId="{FCC25641-7F77-40B4-B1D0-425AEC74511C}" destId="{FC4A1EE9-7C38-46A6-A77E-5AFC9EED7CFA}" srcOrd="2" destOrd="0" presId="urn:microsoft.com/office/officeart/2018/2/layout/IconCircleList"/>
    <dgm:cxn modelId="{E58E7A95-525E-4EAD-8842-F801E91F8A19}" type="presParOf" srcId="{FCC25641-7F77-40B4-B1D0-425AEC74511C}" destId="{709A46B0-72FB-41AF-A234-12C4568A9C6E}" srcOrd="3" destOrd="0" presId="urn:microsoft.com/office/officeart/2018/2/layout/IconCircleList"/>
    <dgm:cxn modelId="{9C8A8AA2-1A0C-438B-9685-B87A65345F64}" type="presParOf" srcId="{E643E44F-A8C7-433F-8DF6-52E0FD731118}" destId="{048606E5-A68F-40A7-ABC4-961FE634E39B}" srcOrd="5" destOrd="0" presId="urn:microsoft.com/office/officeart/2018/2/layout/IconCircleList"/>
    <dgm:cxn modelId="{3FD06C23-9785-4B08-A32A-48947E0E7CFC}" type="presParOf" srcId="{E643E44F-A8C7-433F-8DF6-52E0FD731118}" destId="{533FA067-C5E8-4C37-9677-E4DC68456814}" srcOrd="6" destOrd="0" presId="urn:microsoft.com/office/officeart/2018/2/layout/IconCircleList"/>
    <dgm:cxn modelId="{D7113BEB-6110-43E0-8CF7-F372BABB5087}" type="presParOf" srcId="{533FA067-C5E8-4C37-9677-E4DC68456814}" destId="{7A29AA02-8E0C-4205-8D1D-85B332834DB3}" srcOrd="0" destOrd="0" presId="urn:microsoft.com/office/officeart/2018/2/layout/IconCircleList"/>
    <dgm:cxn modelId="{EF8C8564-78A3-4B5E-8887-1EE4F2342FC5}" type="presParOf" srcId="{533FA067-C5E8-4C37-9677-E4DC68456814}" destId="{54BC86A8-2399-43C5-9C20-3E43C5E89CED}" srcOrd="1" destOrd="0" presId="urn:microsoft.com/office/officeart/2018/2/layout/IconCircleList"/>
    <dgm:cxn modelId="{2B1CF56C-010A-4AB1-80FA-8D8D74D53F41}" type="presParOf" srcId="{533FA067-C5E8-4C37-9677-E4DC68456814}" destId="{D342422E-5918-4C4D-A2EB-701746ACAFA5}" srcOrd="2" destOrd="0" presId="urn:microsoft.com/office/officeart/2018/2/layout/IconCircleList"/>
    <dgm:cxn modelId="{8FC541F8-D023-4247-9905-051A0A128753}" type="presParOf" srcId="{533FA067-C5E8-4C37-9677-E4DC68456814}" destId="{E1ABBC7C-4C8E-4816-B0BC-A336E11390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1504C5-AF1A-4F06-A302-7A392EE2C0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FE35CE-C0D4-4333-8203-A1598046E3A5}">
      <dgm:prSet/>
      <dgm:spPr/>
      <dgm:t>
        <a:bodyPr/>
        <a:lstStyle/>
        <a:p>
          <a:pPr>
            <a:defRPr cap="all"/>
          </a:pPr>
          <a:r>
            <a:rPr lang="pt-BR" b="0" i="0"/>
            <a:t>Configurar e administrar ambientes de Big Data utilizando tecnologias como Hadoop, Spark e sistemas de gerenciamento de bancos de dados NoSQL.</a:t>
          </a:r>
          <a:endParaRPr lang="en-US"/>
        </a:p>
      </dgm:t>
    </dgm:pt>
    <dgm:pt modelId="{58198D4D-029C-4A49-8245-95E61B49FDA7}" type="parTrans" cxnId="{99E9ED5B-CEC2-4065-A609-A071CA9CB753}">
      <dgm:prSet/>
      <dgm:spPr/>
      <dgm:t>
        <a:bodyPr/>
        <a:lstStyle/>
        <a:p>
          <a:endParaRPr lang="en-US"/>
        </a:p>
      </dgm:t>
    </dgm:pt>
    <dgm:pt modelId="{50BEDF1B-BF18-47B7-9E1D-7EFBB4649DAC}" type="sibTrans" cxnId="{99E9ED5B-CEC2-4065-A609-A071CA9CB753}">
      <dgm:prSet/>
      <dgm:spPr/>
      <dgm:t>
        <a:bodyPr/>
        <a:lstStyle/>
        <a:p>
          <a:endParaRPr lang="en-US"/>
        </a:p>
      </dgm:t>
    </dgm:pt>
    <dgm:pt modelId="{AD2DC002-4E20-411D-A1DB-984C82DDE079}">
      <dgm:prSet/>
      <dgm:spPr/>
      <dgm:t>
        <a:bodyPr/>
        <a:lstStyle/>
        <a:p>
          <a:pPr>
            <a:defRPr cap="all"/>
          </a:pPr>
          <a:r>
            <a:rPr lang="pt-BR" b="0" i="0"/>
            <a:t>Desenvolver pipelines de dados eficientes para processamento e análise de grandes volumes de dados.</a:t>
          </a:r>
          <a:endParaRPr lang="en-US"/>
        </a:p>
      </dgm:t>
    </dgm:pt>
    <dgm:pt modelId="{C2EC1951-8FAC-48B7-B509-A6717B3CC490}" type="parTrans" cxnId="{5FBFB8F7-DF91-4687-85D7-452731DA1DEC}">
      <dgm:prSet/>
      <dgm:spPr/>
      <dgm:t>
        <a:bodyPr/>
        <a:lstStyle/>
        <a:p>
          <a:endParaRPr lang="en-US"/>
        </a:p>
      </dgm:t>
    </dgm:pt>
    <dgm:pt modelId="{CE9875B2-CFC6-4033-A3EE-FE9EA059086A}" type="sibTrans" cxnId="{5FBFB8F7-DF91-4687-85D7-452731DA1DEC}">
      <dgm:prSet/>
      <dgm:spPr/>
      <dgm:t>
        <a:bodyPr/>
        <a:lstStyle/>
        <a:p>
          <a:endParaRPr lang="en-US"/>
        </a:p>
      </dgm:t>
    </dgm:pt>
    <dgm:pt modelId="{2AA44AA3-1897-4911-AA5F-0E165A190D26}">
      <dgm:prSet/>
      <dgm:spPr/>
      <dgm:t>
        <a:bodyPr/>
        <a:lstStyle/>
        <a:p>
          <a:pPr>
            <a:defRPr cap="all"/>
          </a:pPr>
          <a:r>
            <a:rPr lang="pt-BR" b="0" i="0"/>
            <a:t>Aplicar técnicas de machine learning e análise estatística em conjuntos de dados complexos.</a:t>
          </a:r>
          <a:endParaRPr lang="en-US"/>
        </a:p>
      </dgm:t>
    </dgm:pt>
    <dgm:pt modelId="{0CE7C518-BE69-4211-BC0F-1411B37BB6C3}" type="parTrans" cxnId="{257DC700-70C3-4707-8157-A295B7D87F23}">
      <dgm:prSet/>
      <dgm:spPr/>
      <dgm:t>
        <a:bodyPr/>
        <a:lstStyle/>
        <a:p>
          <a:endParaRPr lang="en-US"/>
        </a:p>
      </dgm:t>
    </dgm:pt>
    <dgm:pt modelId="{9C69E9B5-9514-450F-B374-70F8096ED409}" type="sibTrans" cxnId="{257DC700-70C3-4707-8157-A295B7D87F23}">
      <dgm:prSet/>
      <dgm:spPr/>
      <dgm:t>
        <a:bodyPr/>
        <a:lstStyle/>
        <a:p>
          <a:endParaRPr lang="en-US"/>
        </a:p>
      </dgm:t>
    </dgm:pt>
    <dgm:pt modelId="{CB474BCE-003F-40E9-B707-088CB13472D2}">
      <dgm:prSet/>
      <dgm:spPr/>
      <dgm:t>
        <a:bodyPr/>
        <a:lstStyle/>
        <a:p>
          <a:pPr>
            <a:defRPr cap="all"/>
          </a:pPr>
          <a:r>
            <a:rPr lang="pt-BR" b="0" i="0"/>
            <a:t>Avaliar e propor soluções éticas e seguras para desafios relacionados à privacidade e segurança em Big Data.</a:t>
          </a:r>
          <a:endParaRPr lang="en-US"/>
        </a:p>
      </dgm:t>
    </dgm:pt>
    <dgm:pt modelId="{2311ED7D-477D-4946-8D28-0BE403D8AACB}" type="parTrans" cxnId="{A5267E3C-6DFC-47D1-9849-37ABECA832E6}">
      <dgm:prSet/>
      <dgm:spPr/>
      <dgm:t>
        <a:bodyPr/>
        <a:lstStyle/>
        <a:p>
          <a:endParaRPr lang="en-US"/>
        </a:p>
      </dgm:t>
    </dgm:pt>
    <dgm:pt modelId="{F4976265-EB81-4053-8659-1282332E16E7}" type="sibTrans" cxnId="{A5267E3C-6DFC-47D1-9849-37ABECA832E6}">
      <dgm:prSet/>
      <dgm:spPr/>
      <dgm:t>
        <a:bodyPr/>
        <a:lstStyle/>
        <a:p>
          <a:endParaRPr lang="en-US"/>
        </a:p>
      </dgm:t>
    </dgm:pt>
    <dgm:pt modelId="{1CFCBB41-58D4-46FB-BD8C-4DD3325E4B44}" type="pres">
      <dgm:prSet presAssocID="{921504C5-AF1A-4F06-A302-7A392EE2C0FE}" presName="root" presStyleCnt="0">
        <dgm:presLayoutVars>
          <dgm:dir/>
          <dgm:resizeHandles val="exact"/>
        </dgm:presLayoutVars>
      </dgm:prSet>
      <dgm:spPr/>
    </dgm:pt>
    <dgm:pt modelId="{451A11D4-DC52-455C-9A0A-EE9BFC2BD0AD}" type="pres">
      <dgm:prSet presAssocID="{CBFE35CE-C0D4-4333-8203-A1598046E3A5}" presName="compNode" presStyleCnt="0"/>
      <dgm:spPr/>
    </dgm:pt>
    <dgm:pt modelId="{9601BD95-9DE5-49CA-9E09-D2651AB853B1}" type="pres">
      <dgm:prSet presAssocID="{CBFE35CE-C0D4-4333-8203-A1598046E3A5}" presName="iconBgRect" presStyleLbl="bgShp" presStyleIdx="0" presStyleCnt="4"/>
      <dgm:spPr/>
    </dgm:pt>
    <dgm:pt modelId="{78B55FC3-6589-48AA-91C3-110778AD434E}" type="pres">
      <dgm:prSet presAssocID="{CBFE35CE-C0D4-4333-8203-A1598046E3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81AB68B8-B022-4140-A7DF-9758BA133621}" type="pres">
      <dgm:prSet presAssocID="{CBFE35CE-C0D4-4333-8203-A1598046E3A5}" presName="spaceRect" presStyleCnt="0"/>
      <dgm:spPr/>
    </dgm:pt>
    <dgm:pt modelId="{A203C39C-AFF5-4827-A1AF-66623915959A}" type="pres">
      <dgm:prSet presAssocID="{CBFE35CE-C0D4-4333-8203-A1598046E3A5}" presName="textRect" presStyleLbl="revTx" presStyleIdx="0" presStyleCnt="4">
        <dgm:presLayoutVars>
          <dgm:chMax val="1"/>
          <dgm:chPref val="1"/>
        </dgm:presLayoutVars>
      </dgm:prSet>
      <dgm:spPr/>
    </dgm:pt>
    <dgm:pt modelId="{82BB872A-D21D-480C-90BD-E84895ACA948}" type="pres">
      <dgm:prSet presAssocID="{50BEDF1B-BF18-47B7-9E1D-7EFBB4649DAC}" presName="sibTrans" presStyleCnt="0"/>
      <dgm:spPr/>
    </dgm:pt>
    <dgm:pt modelId="{3A193DA4-2130-43C5-8693-A42AFF27B02E}" type="pres">
      <dgm:prSet presAssocID="{AD2DC002-4E20-411D-A1DB-984C82DDE079}" presName="compNode" presStyleCnt="0"/>
      <dgm:spPr/>
    </dgm:pt>
    <dgm:pt modelId="{38AB31CE-7E4C-4B85-BA98-F5766DC48E75}" type="pres">
      <dgm:prSet presAssocID="{AD2DC002-4E20-411D-A1DB-984C82DDE079}" presName="iconBgRect" presStyleLbl="bgShp" presStyleIdx="1" presStyleCnt="4"/>
      <dgm:spPr/>
    </dgm:pt>
    <dgm:pt modelId="{CC9063CB-9F34-49DF-B3E6-1B4C51F72A77}" type="pres">
      <dgm:prSet presAssocID="{AD2DC002-4E20-411D-A1DB-984C82DDE0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89F0341-8532-4E5C-A348-052AEC3EB32A}" type="pres">
      <dgm:prSet presAssocID="{AD2DC002-4E20-411D-A1DB-984C82DDE079}" presName="spaceRect" presStyleCnt="0"/>
      <dgm:spPr/>
    </dgm:pt>
    <dgm:pt modelId="{ECBF81FC-5E56-4B4E-B513-2792DCB3C56A}" type="pres">
      <dgm:prSet presAssocID="{AD2DC002-4E20-411D-A1DB-984C82DDE079}" presName="textRect" presStyleLbl="revTx" presStyleIdx="1" presStyleCnt="4">
        <dgm:presLayoutVars>
          <dgm:chMax val="1"/>
          <dgm:chPref val="1"/>
        </dgm:presLayoutVars>
      </dgm:prSet>
      <dgm:spPr/>
    </dgm:pt>
    <dgm:pt modelId="{CFE77A60-1F33-4584-BB51-8C72A76697ED}" type="pres">
      <dgm:prSet presAssocID="{CE9875B2-CFC6-4033-A3EE-FE9EA059086A}" presName="sibTrans" presStyleCnt="0"/>
      <dgm:spPr/>
    </dgm:pt>
    <dgm:pt modelId="{A1672317-FBFA-409B-A7C2-130C96E4B8B2}" type="pres">
      <dgm:prSet presAssocID="{2AA44AA3-1897-4911-AA5F-0E165A190D26}" presName="compNode" presStyleCnt="0"/>
      <dgm:spPr/>
    </dgm:pt>
    <dgm:pt modelId="{7E8B03E6-CC8F-4D35-8464-B6DCD47EB951}" type="pres">
      <dgm:prSet presAssocID="{2AA44AA3-1897-4911-AA5F-0E165A190D26}" presName="iconBgRect" presStyleLbl="bgShp" presStyleIdx="2" presStyleCnt="4"/>
      <dgm:spPr/>
    </dgm:pt>
    <dgm:pt modelId="{AFA0C0ED-F8CF-4464-A3D5-38B6666549C0}" type="pres">
      <dgm:prSet presAssocID="{2AA44AA3-1897-4911-AA5F-0E165A190D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6367B74-29F1-45AC-A4EB-996503A8256F}" type="pres">
      <dgm:prSet presAssocID="{2AA44AA3-1897-4911-AA5F-0E165A190D26}" presName="spaceRect" presStyleCnt="0"/>
      <dgm:spPr/>
    </dgm:pt>
    <dgm:pt modelId="{AE0C5B5A-7E70-425D-B960-A497769302DA}" type="pres">
      <dgm:prSet presAssocID="{2AA44AA3-1897-4911-AA5F-0E165A190D26}" presName="textRect" presStyleLbl="revTx" presStyleIdx="2" presStyleCnt="4">
        <dgm:presLayoutVars>
          <dgm:chMax val="1"/>
          <dgm:chPref val="1"/>
        </dgm:presLayoutVars>
      </dgm:prSet>
      <dgm:spPr/>
    </dgm:pt>
    <dgm:pt modelId="{EA0A319A-679E-4866-893D-633DD402B2F3}" type="pres">
      <dgm:prSet presAssocID="{9C69E9B5-9514-450F-B374-70F8096ED409}" presName="sibTrans" presStyleCnt="0"/>
      <dgm:spPr/>
    </dgm:pt>
    <dgm:pt modelId="{70388CAC-83DB-40DD-9A96-C0F899F8B9E8}" type="pres">
      <dgm:prSet presAssocID="{CB474BCE-003F-40E9-B707-088CB13472D2}" presName="compNode" presStyleCnt="0"/>
      <dgm:spPr/>
    </dgm:pt>
    <dgm:pt modelId="{89541EE5-B45F-48B0-A2BF-2594E45477B0}" type="pres">
      <dgm:prSet presAssocID="{CB474BCE-003F-40E9-B707-088CB13472D2}" presName="iconBgRect" presStyleLbl="bgShp" presStyleIdx="3" presStyleCnt="4"/>
      <dgm:spPr/>
    </dgm:pt>
    <dgm:pt modelId="{CDEA6C92-CFEA-441E-8072-5216664429F9}" type="pres">
      <dgm:prSet presAssocID="{CB474BCE-003F-40E9-B707-088CB13472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16B9152B-31F4-434D-AAEE-61C88ABD64E8}" type="pres">
      <dgm:prSet presAssocID="{CB474BCE-003F-40E9-B707-088CB13472D2}" presName="spaceRect" presStyleCnt="0"/>
      <dgm:spPr/>
    </dgm:pt>
    <dgm:pt modelId="{179F06F9-7E9C-4E93-A874-BD7978DEAC9A}" type="pres">
      <dgm:prSet presAssocID="{CB474BCE-003F-40E9-B707-088CB13472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7DC700-70C3-4707-8157-A295B7D87F23}" srcId="{921504C5-AF1A-4F06-A302-7A392EE2C0FE}" destId="{2AA44AA3-1897-4911-AA5F-0E165A190D26}" srcOrd="2" destOrd="0" parTransId="{0CE7C518-BE69-4211-BC0F-1411B37BB6C3}" sibTransId="{9C69E9B5-9514-450F-B374-70F8096ED409}"/>
    <dgm:cxn modelId="{1E9FFA08-7144-4D6F-B2E5-618542D783E2}" type="presOf" srcId="{921504C5-AF1A-4F06-A302-7A392EE2C0FE}" destId="{1CFCBB41-58D4-46FB-BD8C-4DD3325E4B44}" srcOrd="0" destOrd="0" presId="urn:microsoft.com/office/officeart/2018/5/layout/IconCircleLabelList"/>
    <dgm:cxn modelId="{A5267E3C-6DFC-47D1-9849-37ABECA832E6}" srcId="{921504C5-AF1A-4F06-A302-7A392EE2C0FE}" destId="{CB474BCE-003F-40E9-B707-088CB13472D2}" srcOrd="3" destOrd="0" parTransId="{2311ED7D-477D-4946-8D28-0BE403D8AACB}" sibTransId="{F4976265-EB81-4053-8659-1282332E16E7}"/>
    <dgm:cxn modelId="{99E9ED5B-CEC2-4065-A609-A071CA9CB753}" srcId="{921504C5-AF1A-4F06-A302-7A392EE2C0FE}" destId="{CBFE35CE-C0D4-4333-8203-A1598046E3A5}" srcOrd="0" destOrd="0" parTransId="{58198D4D-029C-4A49-8245-95E61B49FDA7}" sibTransId="{50BEDF1B-BF18-47B7-9E1D-7EFBB4649DAC}"/>
    <dgm:cxn modelId="{B705FB6C-1CF5-49A7-9E77-BFA2AF595B7C}" type="presOf" srcId="{CB474BCE-003F-40E9-B707-088CB13472D2}" destId="{179F06F9-7E9C-4E93-A874-BD7978DEAC9A}" srcOrd="0" destOrd="0" presId="urn:microsoft.com/office/officeart/2018/5/layout/IconCircleLabelList"/>
    <dgm:cxn modelId="{6B7801B0-29D7-4FA1-BBE8-801C793A5EFC}" type="presOf" srcId="{CBFE35CE-C0D4-4333-8203-A1598046E3A5}" destId="{A203C39C-AFF5-4827-A1AF-66623915959A}" srcOrd="0" destOrd="0" presId="urn:microsoft.com/office/officeart/2018/5/layout/IconCircleLabelList"/>
    <dgm:cxn modelId="{80BA92CC-9F24-490E-A6B3-9ACDF84CA0CF}" type="presOf" srcId="{2AA44AA3-1897-4911-AA5F-0E165A190D26}" destId="{AE0C5B5A-7E70-425D-B960-A497769302DA}" srcOrd="0" destOrd="0" presId="urn:microsoft.com/office/officeart/2018/5/layout/IconCircleLabelList"/>
    <dgm:cxn modelId="{EBBF9BE7-FE24-473E-A091-2D534D4B84A8}" type="presOf" srcId="{AD2DC002-4E20-411D-A1DB-984C82DDE079}" destId="{ECBF81FC-5E56-4B4E-B513-2792DCB3C56A}" srcOrd="0" destOrd="0" presId="urn:microsoft.com/office/officeart/2018/5/layout/IconCircleLabelList"/>
    <dgm:cxn modelId="{5FBFB8F7-DF91-4687-85D7-452731DA1DEC}" srcId="{921504C5-AF1A-4F06-A302-7A392EE2C0FE}" destId="{AD2DC002-4E20-411D-A1DB-984C82DDE079}" srcOrd="1" destOrd="0" parTransId="{C2EC1951-8FAC-48B7-B509-A6717B3CC490}" sibTransId="{CE9875B2-CFC6-4033-A3EE-FE9EA059086A}"/>
    <dgm:cxn modelId="{568FF8A0-8018-49B8-9B19-12FC2943ACAA}" type="presParOf" srcId="{1CFCBB41-58D4-46FB-BD8C-4DD3325E4B44}" destId="{451A11D4-DC52-455C-9A0A-EE9BFC2BD0AD}" srcOrd="0" destOrd="0" presId="urn:microsoft.com/office/officeart/2018/5/layout/IconCircleLabelList"/>
    <dgm:cxn modelId="{EA58797B-2EE8-42D3-B943-CDF188AA79DD}" type="presParOf" srcId="{451A11D4-DC52-455C-9A0A-EE9BFC2BD0AD}" destId="{9601BD95-9DE5-49CA-9E09-D2651AB853B1}" srcOrd="0" destOrd="0" presId="urn:microsoft.com/office/officeart/2018/5/layout/IconCircleLabelList"/>
    <dgm:cxn modelId="{5E1CAD7D-59FB-4AAB-884A-518FC08F6855}" type="presParOf" srcId="{451A11D4-DC52-455C-9A0A-EE9BFC2BD0AD}" destId="{78B55FC3-6589-48AA-91C3-110778AD434E}" srcOrd="1" destOrd="0" presId="urn:microsoft.com/office/officeart/2018/5/layout/IconCircleLabelList"/>
    <dgm:cxn modelId="{B0EFACAC-FC54-4C9F-A0E0-9DBA6A5A3A8B}" type="presParOf" srcId="{451A11D4-DC52-455C-9A0A-EE9BFC2BD0AD}" destId="{81AB68B8-B022-4140-A7DF-9758BA133621}" srcOrd="2" destOrd="0" presId="urn:microsoft.com/office/officeart/2018/5/layout/IconCircleLabelList"/>
    <dgm:cxn modelId="{1F034F8E-8687-4601-A3C6-BC3BA2BAED68}" type="presParOf" srcId="{451A11D4-DC52-455C-9A0A-EE9BFC2BD0AD}" destId="{A203C39C-AFF5-4827-A1AF-66623915959A}" srcOrd="3" destOrd="0" presId="urn:microsoft.com/office/officeart/2018/5/layout/IconCircleLabelList"/>
    <dgm:cxn modelId="{413E5CCF-9B75-41C4-87BE-A78F750EA0CC}" type="presParOf" srcId="{1CFCBB41-58D4-46FB-BD8C-4DD3325E4B44}" destId="{82BB872A-D21D-480C-90BD-E84895ACA948}" srcOrd="1" destOrd="0" presId="urn:microsoft.com/office/officeart/2018/5/layout/IconCircleLabelList"/>
    <dgm:cxn modelId="{A7E34A11-605B-4F64-B08D-2DBAFDA87CBF}" type="presParOf" srcId="{1CFCBB41-58D4-46FB-BD8C-4DD3325E4B44}" destId="{3A193DA4-2130-43C5-8693-A42AFF27B02E}" srcOrd="2" destOrd="0" presId="urn:microsoft.com/office/officeart/2018/5/layout/IconCircleLabelList"/>
    <dgm:cxn modelId="{81A08F7B-B0A9-4AE9-848F-A265FC60B2D0}" type="presParOf" srcId="{3A193DA4-2130-43C5-8693-A42AFF27B02E}" destId="{38AB31CE-7E4C-4B85-BA98-F5766DC48E75}" srcOrd="0" destOrd="0" presId="urn:microsoft.com/office/officeart/2018/5/layout/IconCircleLabelList"/>
    <dgm:cxn modelId="{FDFC9815-7D2B-4981-B00B-5A4636E1FFCE}" type="presParOf" srcId="{3A193DA4-2130-43C5-8693-A42AFF27B02E}" destId="{CC9063CB-9F34-49DF-B3E6-1B4C51F72A77}" srcOrd="1" destOrd="0" presId="urn:microsoft.com/office/officeart/2018/5/layout/IconCircleLabelList"/>
    <dgm:cxn modelId="{2C1367FD-8743-4E19-9555-85C66E1467A9}" type="presParOf" srcId="{3A193DA4-2130-43C5-8693-A42AFF27B02E}" destId="{689F0341-8532-4E5C-A348-052AEC3EB32A}" srcOrd="2" destOrd="0" presId="urn:microsoft.com/office/officeart/2018/5/layout/IconCircleLabelList"/>
    <dgm:cxn modelId="{AA55C2CD-077C-40D6-8FD6-675440958DF2}" type="presParOf" srcId="{3A193DA4-2130-43C5-8693-A42AFF27B02E}" destId="{ECBF81FC-5E56-4B4E-B513-2792DCB3C56A}" srcOrd="3" destOrd="0" presId="urn:microsoft.com/office/officeart/2018/5/layout/IconCircleLabelList"/>
    <dgm:cxn modelId="{5E44FED7-DE10-49A8-BAAD-C90119412FE2}" type="presParOf" srcId="{1CFCBB41-58D4-46FB-BD8C-4DD3325E4B44}" destId="{CFE77A60-1F33-4584-BB51-8C72A76697ED}" srcOrd="3" destOrd="0" presId="urn:microsoft.com/office/officeart/2018/5/layout/IconCircleLabelList"/>
    <dgm:cxn modelId="{3E1D755C-5213-4D0A-9602-9C1928D85562}" type="presParOf" srcId="{1CFCBB41-58D4-46FB-BD8C-4DD3325E4B44}" destId="{A1672317-FBFA-409B-A7C2-130C96E4B8B2}" srcOrd="4" destOrd="0" presId="urn:microsoft.com/office/officeart/2018/5/layout/IconCircleLabelList"/>
    <dgm:cxn modelId="{11C32BDA-BCF7-4826-8C07-56BC73B733A2}" type="presParOf" srcId="{A1672317-FBFA-409B-A7C2-130C96E4B8B2}" destId="{7E8B03E6-CC8F-4D35-8464-B6DCD47EB951}" srcOrd="0" destOrd="0" presId="urn:microsoft.com/office/officeart/2018/5/layout/IconCircleLabelList"/>
    <dgm:cxn modelId="{91BF3A96-A054-4A17-A0AE-BB15C0E874BF}" type="presParOf" srcId="{A1672317-FBFA-409B-A7C2-130C96E4B8B2}" destId="{AFA0C0ED-F8CF-4464-A3D5-38B6666549C0}" srcOrd="1" destOrd="0" presId="urn:microsoft.com/office/officeart/2018/5/layout/IconCircleLabelList"/>
    <dgm:cxn modelId="{A671552D-7DC9-45CD-8975-5B0F4933CF9E}" type="presParOf" srcId="{A1672317-FBFA-409B-A7C2-130C96E4B8B2}" destId="{C6367B74-29F1-45AC-A4EB-996503A8256F}" srcOrd="2" destOrd="0" presId="urn:microsoft.com/office/officeart/2018/5/layout/IconCircleLabelList"/>
    <dgm:cxn modelId="{14C21DC0-804D-4038-978B-447208AB9BAF}" type="presParOf" srcId="{A1672317-FBFA-409B-A7C2-130C96E4B8B2}" destId="{AE0C5B5A-7E70-425D-B960-A497769302DA}" srcOrd="3" destOrd="0" presId="urn:microsoft.com/office/officeart/2018/5/layout/IconCircleLabelList"/>
    <dgm:cxn modelId="{6A11C154-9A85-4EAE-B2B2-FEA3EACD3E18}" type="presParOf" srcId="{1CFCBB41-58D4-46FB-BD8C-4DD3325E4B44}" destId="{EA0A319A-679E-4866-893D-633DD402B2F3}" srcOrd="5" destOrd="0" presId="urn:microsoft.com/office/officeart/2018/5/layout/IconCircleLabelList"/>
    <dgm:cxn modelId="{91C5CD50-8885-4121-98DE-7B3CD7E3426F}" type="presParOf" srcId="{1CFCBB41-58D4-46FB-BD8C-4DD3325E4B44}" destId="{70388CAC-83DB-40DD-9A96-C0F899F8B9E8}" srcOrd="6" destOrd="0" presId="urn:microsoft.com/office/officeart/2018/5/layout/IconCircleLabelList"/>
    <dgm:cxn modelId="{8EDED8D8-D679-4980-A94B-142C8AE2EF39}" type="presParOf" srcId="{70388CAC-83DB-40DD-9A96-C0F899F8B9E8}" destId="{89541EE5-B45F-48B0-A2BF-2594E45477B0}" srcOrd="0" destOrd="0" presId="urn:microsoft.com/office/officeart/2018/5/layout/IconCircleLabelList"/>
    <dgm:cxn modelId="{C3B69B85-8D71-42B8-961F-D791D5957CF8}" type="presParOf" srcId="{70388CAC-83DB-40DD-9A96-C0F899F8B9E8}" destId="{CDEA6C92-CFEA-441E-8072-5216664429F9}" srcOrd="1" destOrd="0" presId="urn:microsoft.com/office/officeart/2018/5/layout/IconCircleLabelList"/>
    <dgm:cxn modelId="{A53AA4C1-C74C-4995-8152-8E55F287C27D}" type="presParOf" srcId="{70388CAC-83DB-40DD-9A96-C0F899F8B9E8}" destId="{16B9152B-31F4-434D-AAEE-61C88ABD64E8}" srcOrd="2" destOrd="0" presId="urn:microsoft.com/office/officeart/2018/5/layout/IconCircleLabelList"/>
    <dgm:cxn modelId="{B727521F-A262-4BC0-A4BB-159DB1ADAACC}" type="presParOf" srcId="{70388CAC-83DB-40DD-9A96-C0F899F8B9E8}" destId="{179F06F9-7E9C-4E93-A874-BD7978DEAC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BA57A97-D7C6-43AF-9EC4-04DDEC4FEFA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81759B-550D-402E-B4A3-69FEDD3E06C7}">
      <dgm:prSet custT="1"/>
      <dgm:spPr/>
      <dgm:t>
        <a:bodyPr/>
        <a:lstStyle/>
        <a:p>
          <a:r>
            <a:rPr lang="pt-BR" sz="1100" b="1"/>
            <a:t>Introdução ao Big Data</a:t>
          </a:r>
          <a:endParaRPr lang="en-US" sz="1100" dirty="0"/>
        </a:p>
      </dgm:t>
    </dgm:pt>
    <dgm:pt modelId="{A0A83230-8D14-4027-AC3C-C636B409CD0B}" type="parTrans" cxnId="{BEE99BAF-DD77-45A2-AE2A-8B23BA00DEE2}">
      <dgm:prSet/>
      <dgm:spPr/>
      <dgm:t>
        <a:bodyPr/>
        <a:lstStyle/>
        <a:p>
          <a:endParaRPr lang="en-US" sz="2000"/>
        </a:p>
      </dgm:t>
    </dgm:pt>
    <dgm:pt modelId="{35C77413-514B-41CF-8B05-081C581107CA}" type="sibTrans" cxnId="{BEE99BAF-DD77-45A2-AE2A-8B23BA00DEE2}">
      <dgm:prSet/>
      <dgm:spPr/>
      <dgm:t>
        <a:bodyPr/>
        <a:lstStyle/>
        <a:p>
          <a:endParaRPr lang="en-US" sz="2000"/>
        </a:p>
      </dgm:t>
    </dgm:pt>
    <dgm:pt modelId="{366F43E3-292C-4A2C-878B-9C5CD4B4C0AF}">
      <dgm:prSet custT="1"/>
      <dgm:spPr/>
      <dgm:t>
        <a:bodyPr/>
        <a:lstStyle/>
        <a:p>
          <a:r>
            <a:rPr lang="pt-BR" sz="1100" b="1" dirty="0"/>
            <a:t>Tecnologias e Infraestrutura para Big Data</a:t>
          </a:r>
        </a:p>
      </dgm:t>
    </dgm:pt>
    <dgm:pt modelId="{166F543A-B494-4F24-8A52-426654452410}" type="parTrans" cxnId="{7B7B38BE-C0F0-4CB9-A3B3-31FF03236D66}">
      <dgm:prSet/>
      <dgm:spPr/>
      <dgm:t>
        <a:bodyPr/>
        <a:lstStyle/>
        <a:p>
          <a:endParaRPr lang="pt-BR"/>
        </a:p>
      </dgm:t>
    </dgm:pt>
    <dgm:pt modelId="{5B166383-B97F-4071-B239-0802DF8317EF}" type="sibTrans" cxnId="{7B7B38BE-C0F0-4CB9-A3B3-31FF03236D66}">
      <dgm:prSet/>
      <dgm:spPr/>
      <dgm:t>
        <a:bodyPr/>
        <a:lstStyle/>
        <a:p>
          <a:endParaRPr lang="pt-BR"/>
        </a:p>
      </dgm:t>
    </dgm:pt>
    <dgm:pt modelId="{04FEF2FE-2E78-464B-A6C8-BABCD9000AF0}">
      <dgm:prSet custT="1"/>
      <dgm:spPr/>
      <dgm:t>
        <a:bodyPr/>
        <a:lstStyle/>
        <a:p>
          <a:r>
            <a:rPr lang="pt-BR" sz="1100" b="1" dirty="0"/>
            <a:t>Processamento de Dados em Escala</a:t>
          </a:r>
        </a:p>
      </dgm:t>
    </dgm:pt>
    <dgm:pt modelId="{DC487B2B-4D8D-4099-854C-D75C46DD9811}" type="parTrans" cxnId="{BE5E4D25-01AF-420C-A4DC-E24B56AD74B0}">
      <dgm:prSet/>
      <dgm:spPr/>
      <dgm:t>
        <a:bodyPr/>
        <a:lstStyle/>
        <a:p>
          <a:endParaRPr lang="pt-BR"/>
        </a:p>
      </dgm:t>
    </dgm:pt>
    <dgm:pt modelId="{25132983-9615-4A5D-84D1-9B92DA21B1F2}" type="sibTrans" cxnId="{BE5E4D25-01AF-420C-A4DC-E24B56AD74B0}">
      <dgm:prSet/>
      <dgm:spPr/>
      <dgm:t>
        <a:bodyPr/>
        <a:lstStyle/>
        <a:p>
          <a:endParaRPr lang="pt-BR"/>
        </a:p>
      </dgm:t>
    </dgm:pt>
    <dgm:pt modelId="{B2DE6412-2FA7-45C3-9232-FA8245FA51AF}">
      <dgm:prSet custT="1"/>
      <dgm:spPr/>
      <dgm:t>
        <a:bodyPr/>
        <a:lstStyle/>
        <a:p>
          <a:r>
            <a:rPr lang="pt-BR" sz="1100" b="1" dirty="0"/>
            <a:t>Análise de Dados em Tempo Real</a:t>
          </a:r>
        </a:p>
      </dgm:t>
    </dgm:pt>
    <dgm:pt modelId="{029D6360-7DEE-48E1-BDE0-0F045E400682}" type="parTrans" cxnId="{6AC79D6F-EEF9-442D-B121-B9F7C3CC171E}">
      <dgm:prSet/>
      <dgm:spPr/>
      <dgm:t>
        <a:bodyPr/>
        <a:lstStyle/>
        <a:p>
          <a:endParaRPr lang="pt-BR"/>
        </a:p>
      </dgm:t>
    </dgm:pt>
    <dgm:pt modelId="{4B60071B-6D48-4BF0-B977-D7B491F52498}" type="sibTrans" cxnId="{6AC79D6F-EEF9-442D-B121-B9F7C3CC171E}">
      <dgm:prSet/>
      <dgm:spPr/>
      <dgm:t>
        <a:bodyPr/>
        <a:lstStyle/>
        <a:p>
          <a:endParaRPr lang="pt-BR"/>
        </a:p>
      </dgm:t>
    </dgm:pt>
    <dgm:pt modelId="{EF0A341A-B146-4049-AE65-D5D411C94210}">
      <dgm:prSet custT="1"/>
      <dgm:spPr/>
      <dgm:t>
        <a:bodyPr/>
        <a:lstStyle/>
        <a:p>
          <a:r>
            <a:rPr lang="pt-BR" sz="1100" b="1" dirty="0"/>
            <a:t>Aprendizado de Máquina em Big Data</a:t>
          </a:r>
        </a:p>
      </dgm:t>
    </dgm:pt>
    <dgm:pt modelId="{F38D2FD9-B485-4409-ADEB-38BD616203F4}" type="parTrans" cxnId="{27D8885A-5AD0-4024-829F-BABFAAFC1110}">
      <dgm:prSet/>
      <dgm:spPr/>
      <dgm:t>
        <a:bodyPr/>
        <a:lstStyle/>
        <a:p>
          <a:endParaRPr lang="pt-BR"/>
        </a:p>
      </dgm:t>
    </dgm:pt>
    <dgm:pt modelId="{E79DE9F9-C637-42B4-81FC-2E42E2D7B799}" type="sibTrans" cxnId="{27D8885A-5AD0-4024-829F-BABFAAFC1110}">
      <dgm:prSet/>
      <dgm:spPr/>
      <dgm:t>
        <a:bodyPr/>
        <a:lstStyle/>
        <a:p>
          <a:endParaRPr lang="pt-BR"/>
        </a:p>
      </dgm:t>
    </dgm:pt>
    <dgm:pt modelId="{0A429E9A-1660-449F-AB7A-E48ED31C55CE}">
      <dgm:prSet custT="1"/>
      <dgm:spPr/>
      <dgm:t>
        <a:bodyPr/>
        <a:lstStyle/>
        <a:p>
          <a:r>
            <a:rPr lang="pt-BR" sz="1100" b="1" dirty="0"/>
            <a:t>Ética e Privacidade em Big Data</a:t>
          </a:r>
        </a:p>
      </dgm:t>
    </dgm:pt>
    <dgm:pt modelId="{C99C09CE-37AD-486F-8071-0FA73A5AFCE7}" type="parTrans" cxnId="{488D6E5F-8117-4385-8C99-6B323FA05B58}">
      <dgm:prSet/>
      <dgm:spPr/>
      <dgm:t>
        <a:bodyPr/>
        <a:lstStyle/>
        <a:p>
          <a:endParaRPr lang="pt-BR"/>
        </a:p>
      </dgm:t>
    </dgm:pt>
    <dgm:pt modelId="{F8366662-DF9E-4480-8F92-7D132ED98840}" type="sibTrans" cxnId="{488D6E5F-8117-4385-8C99-6B323FA05B58}">
      <dgm:prSet/>
      <dgm:spPr/>
      <dgm:t>
        <a:bodyPr/>
        <a:lstStyle/>
        <a:p>
          <a:endParaRPr lang="pt-BR"/>
        </a:p>
      </dgm:t>
    </dgm:pt>
    <dgm:pt modelId="{4ED64435-F494-431B-9681-8E71DD6EFB22}" type="pres">
      <dgm:prSet presAssocID="{FBA57A97-D7C6-43AF-9EC4-04DDEC4FEFAB}" presName="diagram" presStyleCnt="0">
        <dgm:presLayoutVars>
          <dgm:dir/>
          <dgm:resizeHandles val="exact"/>
        </dgm:presLayoutVars>
      </dgm:prSet>
      <dgm:spPr/>
    </dgm:pt>
    <dgm:pt modelId="{E387989C-4C75-415D-B608-3AA260E5CD94}" type="pres">
      <dgm:prSet presAssocID="{D781759B-550D-402E-B4A3-69FEDD3E06C7}" presName="node" presStyleLbl="node1" presStyleIdx="0" presStyleCnt="6">
        <dgm:presLayoutVars>
          <dgm:bulletEnabled val="1"/>
        </dgm:presLayoutVars>
      </dgm:prSet>
      <dgm:spPr/>
    </dgm:pt>
    <dgm:pt modelId="{D9E14618-E7A1-41EB-91FB-209AC94635BC}" type="pres">
      <dgm:prSet presAssocID="{35C77413-514B-41CF-8B05-081C581107CA}" presName="sibTrans" presStyleCnt="0"/>
      <dgm:spPr/>
    </dgm:pt>
    <dgm:pt modelId="{7BC536EA-F728-43BA-87D1-B96C64813930}" type="pres">
      <dgm:prSet presAssocID="{366F43E3-292C-4A2C-878B-9C5CD4B4C0AF}" presName="node" presStyleLbl="node1" presStyleIdx="1" presStyleCnt="6">
        <dgm:presLayoutVars>
          <dgm:bulletEnabled val="1"/>
        </dgm:presLayoutVars>
      </dgm:prSet>
      <dgm:spPr/>
    </dgm:pt>
    <dgm:pt modelId="{3FDF5F08-040B-4BDC-842B-A50D438D6A38}" type="pres">
      <dgm:prSet presAssocID="{5B166383-B97F-4071-B239-0802DF8317EF}" presName="sibTrans" presStyleCnt="0"/>
      <dgm:spPr/>
    </dgm:pt>
    <dgm:pt modelId="{3D64395E-1C55-4A4D-BD68-CF0FA65F5505}" type="pres">
      <dgm:prSet presAssocID="{04FEF2FE-2E78-464B-A6C8-BABCD9000AF0}" presName="node" presStyleLbl="node1" presStyleIdx="2" presStyleCnt="6">
        <dgm:presLayoutVars>
          <dgm:bulletEnabled val="1"/>
        </dgm:presLayoutVars>
      </dgm:prSet>
      <dgm:spPr/>
    </dgm:pt>
    <dgm:pt modelId="{B7F01215-79D1-45A4-B479-9D9F15E32CF7}" type="pres">
      <dgm:prSet presAssocID="{25132983-9615-4A5D-84D1-9B92DA21B1F2}" presName="sibTrans" presStyleCnt="0"/>
      <dgm:spPr/>
    </dgm:pt>
    <dgm:pt modelId="{6CEB5033-5F6E-44EC-AD95-6F8804F82935}" type="pres">
      <dgm:prSet presAssocID="{B2DE6412-2FA7-45C3-9232-FA8245FA51AF}" presName="node" presStyleLbl="node1" presStyleIdx="3" presStyleCnt="6">
        <dgm:presLayoutVars>
          <dgm:bulletEnabled val="1"/>
        </dgm:presLayoutVars>
      </dgm:prSet>
      <dgm:spPr/>
    </dgm:pt>
    <dgm:pt modelId="{628AC983-87CE-4189-9C27-7A86D1C9BEC3}" type="pres">
      <dgm:prSet presAssocID="{4B60071B-6D48-4BF0-B977-D7B491F52498}" presName="sibTrans" presStyleCnt="0"/>
      <dgm:spPr/>
    </dgm:pt>
    <dgm:pt modelId="{34DE67BC-DC71-49BD-9ED7-86F0A912ACCB}" type="pres">
      <dgm:prSet presAssocID="{EF0A341A-B146-4049-AE65-D5D411C94210}" presName="node" presStyleLbl="node1" presStyleIdx="4" presStyleCnt="6">
        <dgm:presLayoutVars>
          <dgm:bulletEnabled val="1"/>
        </dgm:presLayoutVars>
      </dgm:prSet>
      <dgm:spPr/>
    </dgm:pt>
    <dgm:pt modelId="{36825AFA-D8B6-4180-91E5-4BDB6EF46012}" type="pres">
      <dgm:prSet presAssocID="{E79DE9F9-C637-42B4-81FC-2E42E2D7B799}" presName="sibTrans" presStyleCnt="0"/>
      <dgm:spPr/>
    </dgm:pt>
    <dgm:pt modelId="{CA25937D-D0DA-48FF-AD7C-E52EDEF65999}" type="pres">
      <dgm:prSet presAssocID="{0A429E9A-1660-449F-AB7A-E48ED31C55CE}" presName="node" presStyleLbl="node1" presStyleIdx="5" presStyleCnt="6">
        <dgm:presLayoutVars>
          <dgm:bulletEnabled val="1"/>
        </dgm:presLayoutVars>
      </dgm:prSet>
      <dgm:spPr/>
    </dgm:pt>
  </dgm:ptLst>
  <dgm:cxnLst>
    <dgm:cxn modelId="{7C863800-498C-475C-B074-8223E5EBD72B}" type="presOf" srcId="{B2DE6412-2FA7-45C3-9232-FA8245FA51AF}" destId="{6CEB5033-5F6E-44EC-AD95-6F8804F82935}" srcOrd="0" destOrd="0" presId="urn:microsoft.com/office/officeart/2005/8/layout/default"/>
    <dgm:cxn modelId="{BE5E4D25-01AF-420C-A4DC-E24B56AD74B0}" srcId="{FBA57A97-D7C6-43AF-9EC4-04DDEC4FEFAB}" destId="{04FEF2FE-2E78-464B-A6C8-BABCD9000AF0}" srcOrd="2" destOrd="0" parTransId="{DC487B2B-4D8D-4099-854C-D75C46DD9811}" sibTransId="{25132983-9615-4A5D-84D1-9B92DA21B1F2}"/>
    <dgm:cxn modelId="{281F3F2D-3AB6-4F4A-B25C-92841EB7BE38}" type="presOf" srcId="{04FEF2FE-2E78-464B-A6C8-BABCD9000AF0}" destId="{3D64395E-1C55-4A4D-BD68-CF0FA65F5505}" srcOrd="0" destOrd="0" presId="urn:microsoft.com/office/officeart/2005/8/layout/default"/>
    <dgm:cxn modelId="{94FA3D39-EE89-47C7-825E-9AA3392C7008}" type="presOf" srcId="{FBA57A97-D7C6-43AF-9EC4-04DDEC4FEFAB}" destId="{4ED64435-F494-431B-9681-8E71DD6EFB22}" srcOrd="0" destOrd="0" presId="urn:microsoft.com/office/officeart/2005/8/layout/default"/>
    <dgm:cxn modelId="{488D6E5F-8117-4385-8C99-6B323FA05B58}" srcId="{FBA57A97-D7C6-43AF-9EC4-04DDEC4FEFAB}" destId="{0A429E9A-1660-449F-AB7A-E48ED31C55CE}" srcOrd="5" destOrd="0" parTransId="{C99C09CE-37AD-486F-8071-0FA73A5AFCE7}" sibTransId="{F8366662-DF9E-4480-8F92-7D132ED98840}"/>
    <dgm:cxn modelId="{6AC79D6F-EEF9-442D-B121-B9F7C3CC171E}" srcId="{FBA57A97-D7C6-43AF-9EC4-04DDEC4FEFAB}" destId="{B2DE6412-2FA7-45C3-9232-FA8245FA51AF}" srcOrd="3" destOrd="0" parTransId="{029D6360-7DEE-48E1-BDE0-0F045E400682}" sibTransId="{4B60071B-6D48-4BF0-B977-D7B491F52498}"/>
    <dgm:cxn modelId="{27D8885A-5AD0-4024-829F-BABFAAFC1110}" srcId="{FBA57A97-D7C6-43AF-9EC4-04DDEC4FEFAB}" destId="{EF0A341A-B146-4049-AE65-D5D411C94210}" srcOrd="4" destOrd="0" parTransId="{F38D2FD9-B485-4409-ADEB-38BD616203F4}" sibTransId="{E79DE9F9-C637-42B4-81FC-2E42E2D7B799}"/>
    <dgm:cxn modelId="{BEE99BAF-DD77-45A2-AE2A-8B23BA00DEE2}" srcId="{FBA57A97-D7C6-43AF-9EC4-04DDEC4FEFAB}" destId="{D781759B-550D-402E-B4A3-69FEDD3E06C7}" srcOrd="0" destOrd="0" parTransId="{A0A83230-8D14-4027-AC3C-C636B409CD0B}" sibTransId="{35C77413-514B-41CF-8B05-081C581107CA}"/>
    <dgm:cxn modelId="{7B7B38BE-C0F0-4CB9-A3B3-31FF03236D66}" srcId="{FBA57A97-D7C6-43AF-9EC4-04DDEC4FEFAB}" destId="{366F43E3-292C-4A2C-878B-9C5CD4B4C0AF}" srcOrd="1" destOrd="0" parTransId="{166F543A-B494-4F24-8A52-426654452410}" sibTransId="{5B166383-B97F-4071-B239-0802DF8317EF}"/>
    <dgm:cxn modelId="{D1EF0BC0-CC61-4489-BCCF-19C0797F2F36}" type="presOf" srcId="{D781759B-550D-402E-B4A3-69FEDD3E06C7}" destId="{E387989C-4C75-415D-B608-3AA260E5CD94}" srcOrd="0" destOrd="0" presId="urn:microsoft.com/office/officeart/2005/8/layout/default"/>
    <dgm:cxn modelId="{AA68C3D2-0B27-4F21-B8FD-C6076781DAA8}" type="presOf" srcId="{366F43E3-292C-4A2C-878B-9C5CD4B4C0AF}" destId="{7BC536EA-F728-43BA-87D1-B96C64813930}" srcOrd="0" destOrd="0" presId="urn:microsoft.com/office/officeart/2005/8/layout/default"/>
    <dgm:cxn modelId="{04A905DA-A481-4EA3-AEB3-8E48546BB46E}" type="presOf" srcId="{EF0A341A-B146-4049-AE65-D5D411C94210}" destId="{34DE67BC-DC71-49BD-9ED7-86F0A912ACCB}" srcOrd="0" destOrd="0" presId="urn:microsoft.com/office/officeart/2005/8/layout/default"/>
    <dgm:cxn modelId="{631340DC-EA33-4489-A377-6C860C093336}" type="presOf" srcId="{0A429E9A-1660-449F-AB7A-E48ED31C55CE}" destId="{CA25937D-D0DA-48FF-AD7C-E52EDEF65999}" srcOrd="0" destOrd="0" presId="urn:microsoft.com/office/officeart/2005/8/layout/default"/>
    <dgm:cxn modelId="{B7CA40C6-FD8F-469C-9F83-64C81BBF1242}" type="presParOf" srcId="{4ED64435-F494-431B-9681-8E71DD6EFB22}" destId="{E387989C-4C75-415D-B608-3AA260E5CD94}" srcOrd="0" destOrd="0" presId="urn:microsoft.com/office/officeart/2005/8/layout/default"/>
    <dgm:cxn modelId="{BBFBD123-02AA-4B3A-BF3D-ED463076BFED}" type="presParOf" srcId="{4ED64435-F494-431B-9681-8E71DD6EFB22}" destId="{D9E14618-E7A1-41EB-91FB-209AC94635BC}" srcOrd="1" destOrd="0" presId="urn:microsoft.com/office/officeart/2005/8/layout/default"/>
    <dgm:cxn modelId="{097915B1-9393-4282-8467-04629CCA8D68}" type="presParOf" srcId="{4ED64435-F494-431B-9681-8E71DD6EFB22}" destId="{7BC536EA-F728-43BA-87D1-B96C64813930}" srcOrd="2" destOrd="0" presId="urn:microsoft.com/office/officeart/2005/8/layout/default"/>
    <dgm:cxn modelId="{F5D22C49-1E71-414C-BB8B-E7B8ED50CC26}" type="presParOf" srcId="{4ED64435-F494-431B-9681-8E71DD6EFB22}" destId="{3FDF5F08-040B-4BDC-842B-A50D438D6A38}" srcOrd="3" destOrd="0" presId="urn:microsoft.com/office/officeart/2005/8/layout/default"/>
    <dgm:cxn modelId="{7454B043-6654-4536-80BB-580A739A962D}" type="presParOf" srcId="{4ED64435-F494-431B-9681-8E71DD6EFB22}" destId="{3D64395E-1C55-4A4D-BD68-CF0FA65F5505}" srcOrd="4" destOrd="0" presId="urn:microsoft.com/office/officeart/2005/8/layout/default"/>
    <dgm:cxn modelId="{FA57DA13-507D-4FAE-B77B-7994F844C9A3}" type="presParOf" srcId="{4ED64435-F494-431B-9681-8E71DD6EFB22}" destId="{B7F01215-79D1-45A4-B479-9D9F15E32CF7}" srcOrd="5" destOrd="0" presId="urn:microsoft.com/office/officeart/2005/8/layout/default"/>
    <dgm:cxn modelId="{028C152E-0183-4C7C-869B-4712CBAE5B79}" type="presParOf" srcId="{4ED64435-F494-431B-9681-8E71DD6EFB22}" destId="{6CEB5033-5F6E-44EC-AD95-6F8804F82935}" srcOrd="6" destOrd="0" presId="urn:microsoft.com/office/officeart/2005/8/layout/default"/>
    <dgm:cxn modelId="{3916F2F4-647B-4E1E-BC18-F481F5E91A3C}" type="presParOf" srcId="{4ED64435-F494-431B-9681-8E71DD6EFB22}" destId="{628AC983-87CE-4189-9C27-7A86D1C9BEC3}" srcOrd="7" destOrd="0" presId="urn:microsoft.com/office/officeart/2005/8/layout/default"/>
    <dgm:cxn modelId="{D6877836-E893-48B0-B43D-94992F2C7649}" type="presParOf" srcId="{4ED64435-F494-431B-9681-8E71DD6EFB22}" destId="{34DE67BC-DC71-49BD-9ED7-86F0A912ACCB}" srcOrd="8" destOrd="0" presId="urn:microsoft.com/office/officeart/2005/8/layout/default"/>
    <dgm:cxn modelId="{8C5717EA-E71B-4F28-9C18-48F262F4E0E5}" type="presParOf" srcId="{4ED64435-F494-431B-9681-8E71DD6EFB22}" destId="{36825AFA-D8B6-4180-91E5-4BDB6EF46012}" srcOrd="9" destOrd="0" presId="urn:microsoft.com/office/officeart/2005/8/layout/default"/>
    <dgm:cxn modelId="{DE1F1D14-106C-4FB2-AB0F-738120EF5FAF}" type="presParOf" srcId="{4ED64435-F494-431B-9681-8E71DD6EFB22}" destId="{CA25937D-D0DA-48FF-AD7C-E52EDEF6599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41C0CC-8539-43DF-8F3F-25223E1FF2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C6F1ED-0CD2-44FD-9EBE-5D7BDCDB1D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 dirty="0"/>
            <a:t>Computadores ou dispositivos móveis com conexão com a Internet.</a:t>
          </a:r>
          <a:endParaRPr lang="en-US" sz="1200" dirty="0"/>
        </a:p>
      </dgm:t>
    </dgm:pt>
    <dgm:pt modelId="{2E528EE3-F0D2-47DF-B418-BDB84AD25438}" type="parTrans" cxnId="{8B357325-C2AD-4038-90A7-89EB9D54ABAF}">
      <dgm:prSet/>
      <dgm:spPr/>
      <dgm:t>
        <a:bodyPr/>
        <a:lstStyle/>
        <a:p>
          <a:endParaRPr lang="en-US" sz="1400"/>
        </a:p>
      </dgm:t>
    </dgm:pt>
    <dgm:pt modelId="{A7A3904E-7BE7-4F3A-90C8-A5B7E1332C0B}" type="sibTrans" cxnId="{8B357325-C2AD-4038-90A7-89EB9D54ABAF}">
      <dgm:prSet/>
      <dgm:spPr/>
      <dgm:t>
        <a:bodyPr/>
        <a:lstStyle/>
        <a:p>
          <a:endParaRPr lang="en-US" sz="1600"/>
        </a:p>
      </dgm:t>
    </dgm:pt>
    <dgm:pt modelId="{E425703E-EBEB-4F3D-8860-04FE25F2F6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Quadro branco em sala de aula convencional ou laboratório.</a:t>
          </a:r>
          <a:endParaRPr lang="en-US" sz="1200"/>
        </a:p>
      </dgm:t>
    </dgm:pt>
    <dgm:pt modelId="{C5417DD2-E539-4E39-8659-9DEB29F0CA30}" type="parTrans" cxnId="{37C67937-2158-43D1-8C26-131CA369D049}">
      <dgm:prSet/>
      <dgm:spPr/>
      <dgm:t>
        <a:bodyPr/>
        <a:lstStyle/>
        <a:p>
          <a:endParaRPr lang="en-US" sz="1400"/>
        </a:p>
      </dgm:t>
    </dgm:pt>
    <dgm:pt modelId="{0D7D3856-804D-41BE-A202-AA76C726BD94}" type="sibTrans" cxnId="{37C67937-2158-43D1-8C26-131CA369D049}">
      <dgm:prSet/>
      <dgm:spPr/>
      <dgm:t>
        <a:bodyPr/>
        <a:lstStyle/>
        <a:p>
          <a:endParaRPr lang="en-US" sz="1600"/>
        </a:p>
      </dgm:t>
    </dgm:pt>
    <dgm:pt modelId="{636AC5F4-AC59-4C9F-8A1E-A6222E2141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Recursos audiovisuais (projetor multimídia, tela, equipamento de áudio, vídeos)</a:t>
          </a:r>
          <a:endParaRPr lang="en-US" sz="1200"/>
        </a:p>
      </dgm:t>
    </dgm:pt>
    <dgm:pt modelId="{15DF7FC3-14D5-4BC8-8389-ECB03EE69E32}" type="parTrans" cxnId="{6630EBDB-6B07-4482-991A-D057A1A32086}">
      <dgm:prSet/>
      <dgm:spPr/>
      <dgm:t>
        <a:bodyPr/>
        <a:lstStyle/>
        <a:p>
          <a:endParaRPr lang="en-US" sz="1400"/>
        </a:p>
      </dgm:t>
    </dgm:pt>
    <dgm:pt modelId="{45625DEC-E5B5-4AE5-A077-C220E886690B}" type="sibTrans" cxnId="{6630EBDB-6B07-4482-991A-D057A1A32086}">
      <dgm:prSet/>
      <dgm:spPr/>
      <dgm:t>
        <a:bodyPr/>
        <a:lstStyle/>
        <a:p>
          <a:endParaRPr lang="en-US" sz="1600"/>
        </a:p>
      </dgm:t>
    </dgm:pt>
    <dgm:pt modelId="{74A1159A-B6F5-41F0-8EB2-561CAFB0D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do SGI, notadamente para aspectos administrativos da disciplina (frequência, menções, comunicados).</a:t>
          </a:r>
          <a:endParaRPr lang="en-US" sz="1200"/>
        </a:p>
      </dgm:t>
    </dgm:pt>
    <dgm:pt modelId="{7353C099-A249-464D-B101-ED31BBD35766}" type="parTrans" cxnId="{B42EB706-3378-4271-B054-6F90B5599210}">
      <dgm:prSet/>
      <dgm:spPr/>
      <dgm:t>
        <a:bodyPr/>
        <a:lstStyle/>
        <a:p>
          <a:endParaRPr lang="en-US" sz="1400"/>
        </a:p>
      </dgm:t>
    </dgm:pt>
    <dgm:pt modelId="{22CF3817-7A62-40FE-A1E4-7984DD7B9588}" type="sibTrans" cxnId="{B42EB706-3378-4271-B054-6F90B5599210}">
      <dgm:prSet/>
      <dgm:spPr/>
      <dgm:t>
        <a:bodyPr/>
        <a:lstStyle/>
        <a:p>
          <a:endParaRPr lang="en-US" sz="1600"/>
        </a:p>
      </dgm:t>
    </dgm:pt>
    <dgm:pt modelId="{ECD162EE-11F2-47AC-8E4F-30FD819DB8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Moodle (Sala Online) será utilizado como apoio às atividades pedagógicas, incluindo conteúdo, atividades e avisos.</a:t>
          </a:r>
          <a:endParaRPr lang="en-US" sz="1200"/>
        </a:p>
      </dgm:t>
    </dgm:pt>
    <dgm:pt modelId="{9D91DB58-8AB9-4001-B474-168D271EE5D4}" type="parTrans" cxnId="{430C998D-7A19-4B44-A14B-EF6650EF43F8}">
      <dgm:prSet/>
      <dgm:spPr/>
      <dgm:t>
        <a:bodyPr/>
        <a:lstStyle/>
        <a:p>
          <a:endParaRPr lang="en-US" sz="1400"/>
        </a:p>
      </dgm:t>
    </dgm:pt>
    <dgm:pt modelId="{6E0AA0C2-1357-45F6-8F12-9D7D4A9CA3A6}" type="sibTrans" cxnId="{430C998D-7A19-4B44-A14B-EF6650EF43F8}">
      <dgm:prSet/>
      <dgm:spPr/>
      <dgm:t>
        <a:bodyPr/>
        <a:lstStyle/>
        <a:p>
          <a:endParaRPr lang="en-US" sz="1600"/>
        </a:p>
      </dgm:t>
    </dgm:pt>
    <dgm:pt modelId="{072B57C4-6A91-43FB-8ACA-341A09A323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Livros e artigos relativos à disciplina.</a:t>
          </a:r>
          <a:endParaRPr lang="en-US" sz="1200"/>
        </a:p>
      </dgm:t>
    </dgm:pt>
    <dgm:pt modelId="{879CC280-A172-480D-9C63-4A6745A0CFDC}" type="parTrans" cxnId="{D05D897D-4E81-4E88-AE94-FCEF66168238}">
      <dgm:prSet/>
      <dgm:spPr/>
      <dgm:t>
        <a:bodyPr/>
        <a:lstStyle/>
        <a:p>
          <a:endParaRPr lang="en-US" sz="1400"/>
        </a:p>
      </dgm:t>
    </dgm:pt>
    <dgm:pt modelId="{52284A9A-BD81-410D-A673-B1619FC36B7D}" type="sibTrans" cxnId="{D05D897D-4E81-4E88-AE94-FCEF66168238}">
      <dgm:prSet/>
      <dgm:spPr/>
      <dgm:t>
        <a:bodyPr/>
        <a:lstStyle/>
        <a:p>
          <a:endParaRPr lang="en-US" sz="1600"/>
        </a:p>
      </dgm:t>
    </dgm:pt>
    <dgm:pt modelId="{3ADD6EDE-0FBB-4456-8E82-04E31AB038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Outros softwares online ou ferramentas gratuitas poderão ser empregados em proveito do processo de ensino e aprendizagem. </a:t>
          </a:r>
          <a:endParaRPr lang="en-US" sz="1200"/>
        </a:p>
      </dgm:t>
    </dgm:pt>
    <dgm:pt modelId="{C85CD55F-8279-4023-A753-6F96D9B37DC8}" type="parTrans" cxnId="{FA4E728B-1745-4066-97E6-27E51B9A899A}">
      <dgm:prSet/>
      <dgm:spPr/>
      <dgm:t>
        <a:bodyPr/>
        <a:lstStyle/>
        <a:p>
          <a:endParaRPr lang="en-US" sz="1400"/>
        </a:p>
      </dgm:t>
    </dgm:pt>
    <dgm:pt modelId="{B134658A-6C2E-48F1-B337-3E778664A2F5}" type="sibTrans" cxnId="{FA4E728B-1745-4066-97E6-27E51B9A899A}">
      <dgm:prSet/>
      <dgm:spPr/>
      <dgm:t>
        <a:bodyPr/>
        <a:lstStyle/>
        <a:p>
          <a:endParaRPr lang="en-US" sz="1600"/>
        </a:p>
      </dgm:t>
    </dgm:pt>
    <dgm:pt modelId="{61EF93F7-6989-4A39-AA3B-455100503E09}" type="pres">
      <dgm:prSet presAssocID="{E941C0CC-8539-43DF-8F3F-25223E1FF2D4}" presName="root" presStyleCnt="0">
        <dgm:presLayoutVars>
          <dgm:dir/>
          <dgm:resizeHandles val="exact"/>
        </dgm:presLayoutVars>
      </dgm:prSet>
      <dgm:spPr/>
    </dgm:pt>
    <dgm:pt modelId="{80D25C5C-14D0-4CEB-9003-B2F676CFBA1B}" type="pres">
      <dgm:prSet presAssocID="{35C6F1ED-0CD2-44FD-9EBE-5D7BDCDB1D7D}" presName="compNode" presStyleCnt="0"/>
      <dgm:spPr/>
    </dgm:pt>
    <dgm:pt modelId="{25FBE828-1D2D-44C4-B0A4-B232B578644C}" type="pres">
      <dgm:prSet presAssocID="{35C6F1ED-0CD2-44FD-9EBE-5D7BDCDB1D7D}" presName="bgRect" presStyleLbl="bgShp" presStyleIdx="0" presStyleCnt="7"/>
      <dgm:spPr/>
    </dgm:pt>
    <dgm:pt modelId="{44B3E565-3701-4B93-9CD8-5E0D351295BF}" type="pres">
      <dgm:prSet presAssocID="{35C6F1ED-0CD2-44FD-9EBE-5D7BDCDB1D7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4B8C8AC1-D64C-4200-AC05-4661A02449E8}" type="pres">
      <dgm:prSet presAssocID="{35C6F1ED-0CD2-44FD-9EBE-5D7BDCDB1D7D}" presName="spaceRect" presStyleCnt="0"/>
      <dgm:spPr/>
    </dgm:pt>
    <dgm:pt modelId="{3D3CB6E1-37B6-457D-82BE-52CBBD116C70}" type="pres">
      <dgm:prSet presAssocID="{35C6F1ED-0CD2-44FD-9EBE-5D7BDCDB1D7D}" presName="parTx" presStyleLbl="revTx" presStyleIdx="0" presStyleCnt="7">
        <dgm:presLayoutVars>
          <dgm:chMax val="0"/>
          <dgm:chPref val="0"/>
        </dgm:presLayoutVars>
      </dgm:prSet>
      <dgm:spPr/>
    </dgm:pt>
    <dgm:pt modelId="{248BA354-0EC3-4380-B5E0-5943973A5F27}" type="pres">
      <dgm:prSet presAssocID="{A7A3904E-7BE7-4F3A-90C8-A5B7E1332C0B}" presName="sibTrans" presStyleCnt="0"/>
      <dgm:spPr/>
    </dgm:pt>
    <dgm:pt modelId="{0CDC5C4F-EA57-4DA1-B2CB-638F6A8BD9A9}" type="pres">
      <dgm:prSet presAssocID="{E425703E-EBEB-4F3D-8860-04FE25F2F69C}" presName="compNode" presStyleCnt="0"/>
      <dgm:spPr/>
    </dgm:pt>
    <dgm:pt modelId="{D90FDEFD-FBC6-42AC-ABC5-A04C626E1E4A}" type="pres">
      <dgm:prSet presAssocID="{E425703E-EBEB-4F3D-8860-04FE25F2F69C}" presName="bgRect" presStyleLbl="bgShp" presStyleIdx="1" presStyleCnt="7"/>
      <dgm:spPr/>
    </dgm:pt>
    <dgm:pt modelId="{6CCB4D1F-9FC5-43A9-8585-CA731D025BCA}" type="pres">
      <dgm:prSet presAssocID="{E425703E-EBEB-4F3D-8860-04FE25F2F69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entista"/>
        </a:ext>
      </dgm:extLst>
    </dgm:pt>
    <dgm:pt modelId="{E1564873-6A3E-4EC1-B3E1-C5DB96C7A0B3}" type="pres">
      <dgm:prSet presAssocID="{E425703E-EBEB-4F3D-8860-04FE25F2F69C}" presName="spaceRect" presStyleCnt="0"/>
      <dgm:spPr/>
    </dgm:pt>
    <dgm:pt modelId="{990A413C-CD31-4DBA-AF30-436BEA4F0B16}" type="pres">
      <dgm:prSet presAssocID="{E425703E-EBEB-4F3D-8860-04FE25F2F69C}" presName="parTx" presStyleLbl="revTx" presStyleIdx="1" presStyleCnt="7">
        <dgm:presLayoutVars>
          <dgm:chMax val="0"/>
          <dgm:chPref val="0"/>
        </dgm:presLayoutVars>
      </dgm:prSet>
      <dgm:spPr/>
    </dgm:pt>
    <dgm:pt modelId="{066205BC-6E3D-4806-94BB-0A363E6C9FE5}" type="pres">
      <dgm:prSet presAssocID="{0D7D3856-804D-41BE-A202-AA76C726BD94}" presName="sibTrans" presStyleCnt="0"/>
      <dgm:spPr/>
    </dgm:pt>
    <dgm:pt modelId="{37218F2B-BB01-46A2-BC0D-5A36985427F3}" type="pres">
      <dgm:prSet presAssocID="{636AC5F4-AC59-4C9F-8A1E-A6222E2141BF}" presName="compNode" presStyleCnt="0"/>
      <dgm:spPr/>
    </dgm:pt>
    <dgm:pt modelId="{E3348C30-67E4-4AFB-82C6-50E12912AE79}" type="pres">
      <dgm:prSet presAssocID="{636AC5F4-AC59-4C9F-8A1E-A6222E2141BF}" presName="bgRect" presStyleLbl="bgShp" presStyleIdx="2" presStyleCnt="7"/>
      <dgm:spPr/>
    </dgm:pt>
    <dgm:pt modelId="{20759C0C-341E-4405-81B7-774A86E838C6}" type="pres">
      <dgm:prSet presAssocID="{636AC5F4-AC59-4C9F-8A1E-A6222E2141B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F297AFC-C572-4CF0-AFE6-4EAA8A5A54D9}" type="pres">
      <dgm:prSet presAssocID="{636AC5F4-AC59-4C9F-8A1E-A6222E2141BF}" presName="spaceRect" presStyleCnt="0"/>
      <dgm:spPr/>
    </dgm:pt>
    <dgm:pt modelId="{66D72721-BB15-4E63-ACE8-834A4D87CF80}" type="pres">
      <dgm:prSet presAssocID="{636AC5F4-AC59-4C9F-8A1E-A6222E2141BF}" presName="parTx" presStyleLbl="revTx" presStyleIdx="2" presStyleCnt="7">
        <dgm:presLayoutVars>
          <dgm:chMax val="0"/>
          <dgm:chPref val="0"/>
        </dgm:presLayoutVars>
      </dgm:prSet>
      <dgm:spPr/>
    </dgm:pt>
    <dgm:pt modelId="{118B3464-E6B8-48C6-81FC-50C041CAA297}" type="pres">
      <dgm:prSet presAssocID="{45625DEC-E5B5-4AE5-A077-C220E886690B}" presName="sibTrans" presStyleCnt="0"/>
      <dgm:spPr/>
    </dgm:pt>
    <dgm:pt modelId="{288EE377-65C8-4B09-9F99-A56C7DFCE3B2}" type="pres">
      <dgm:prSet presAssocID="{74A1159A-B6F5-41F0-8EB2-561CAFB0DE38}" presName="compNode" presStyleCnt="0"/>
      <dgm:spPr/>
    </dgm:pt>
    <dgm:pt modelId="{C6FB527D-3C50-4012-A84B-62C2412447F6}" type="pres">
      <dgm:prSet presAssocID="{74A1159A-B6F5-41F0-8EB2-561CAFB0DE38}" presName="bgRect" presStyleLbl="bgShp" presStyleIdx="3" presStyleCnt="7"/>
      <dgm:spPr/>
    </dgm:pt>
    <dgm:pt modelId="{F4A42C8D-4547-46B3-BA86-C7E07E495E45}" type="pres">
      <dgm:prSet presAssocID="{74A1159A-B6F5-41F0-8EB2-561CAFB0DE3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6002B25F-E984-4ADD-A60A-7C8146F018B7}" type="pres">
      <dgm:prSet presAssocID="{74A1159A-B6F5-41F0-8EB2-561CAFB0DE38}" presName="spaceRect" presStyleCnt="0"/>
      <dgm:spPr/>
    </dgm:pt>
    <dgm:pt modelId="{29182CC9-795B-46A3-8B65-D3BEC1BFDA1B}" type="pres">
      <dgm:prSet presAssocID="{74A1159A-B6F5-41F0-8EB2-561CAFB0DE38}" presName="parTx" presStyleLbl="revTx" presStyleIdx="3" presStyleCnt="7">
        <dgm:presLayoutVars>
          <dgm:chMax val="0"/>
          <dgm:chPref val="0"/>
        </dgm:presLayoutVars>
      </dgm:prSet>
      <dgm:spPr/>
    </dgm:pt>
    <dgm:pt modelId="{50A02880-A7DA-48C2-8D77-6FDADC64D6DB}" type="pres">
      <dgm:prSet presAssocID="{22CF3817-7A62-40FE-A1E4-7984DD7B9588}" presName="sibTrans" presStyleCnt="0"/>
      <dgm:spPr/>
    </dgm:pt>
    <dgm:pt modelId="{3729F1BE-7350-41BD-BD80-0C94C937E608}" type="pres">
      <dgm:prSet presAssocID="{ECD162EE-11F2-47AC-8E4F-30FD819DB856}" presName="compNode" presStyleCnt="0"/>
      <dgm:spPr/>
    </dgm:pt>
    <dgm:pt modelId="{0427A985-A16E-4492-8BB7-53AD3BB6D43C}" type="pres">
      <dgm:prSet presAssocID="{ECD162EE-11F2-47AC-8E4F-30FD819DB856}" presName="bgRect" presStyleLbl="bgShp" presStyleIdx="4" presStyleCnt="7"/>
      <dgm:spPr/>
    </dgm:pt>
    <dgm:pt modelId="{30110F25-7C77-4D32-8397-348AC6CCA13B}" type="pres">
      <dgm:prSet presAssocID="{ECD162EE-11F2-47AC-8E4F-30FD819DB85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eia"/>
        </a:ext>
      </dgm:extLst>
    </dgm:pt>
    <dgm:pt modelId="{4347CB49-0B16-4AB1-8928-B879886445F4}" type="pres">
      <dgm:prSet presAssocID="{ECD162EE-11F2-47AC-8E4F-30FD819DB856}" presName="spaceRect" presStyleCnt="0"/>
      <dgm:spPr/>
    </dgm:pt>
    <dgm:pt modelId="{3E6F38B7-7287-470A-B57D-C644D6878497}" type="pres">
      <dgm:prSet presAssocID="{ECD162EE-11F2-47AC-8E4F-30FD819DB856}" presName="parTx" presStyleLbl="revTx" presStyleIdx="4" presStyleCnt="7">
        <dgm:presLayoutVars>
          <dgm:chMax val="0"/>
          <dgm:chPref val="0"/>
        </dgm:presLayoutVars>
      </dgm:prSet>
      <dgm:spPr/>
    </dgm:pt>
    <dgm:pt modelId="{9175D6B3-F25B-414D-B22B-9B61762D469C}" type="pres">
      <dgm:prSet presAssocID="{6E0AA0C2-1357-45F6-8F12-9D7D4A9CA3A6}" presName="sibTrans" presStyleCnt="0"/>
      <dgm:spPr/>
    </dgm:pt>
    <dgm:pt modelId="{D427043F-4292-4D1B-A068-99891F91C2A9}" type="pres">
      <dgm:prSet presAssocID="{072B57C4-6A91-43FB-8ACA-341A09A323D0}" presName="compNode" presStyleCnt="0"/>
      <dgm:spPr/>
    </dgm:pt>
    <dgm:pt modelId="{F07DFD8B-DF01-4905-A6BB-87D4DF46F977}" type="pres">
      <dgm:prSet presAssocID="{072B57C4-6A91-43FB-8ACA-341A09A323D0}" presName="bgRect" presStyleLbl="bgShp" presStyleIdx="5" presStyleCnt="7"/>
      <dgm:spPr/>
    </dgm:pt>
    <dgm:pt modelId="{A4C6F6F3-4A31-433B-AC1D-0B8652EE3DB9}" type="pres">
      <dgm:prSet presAssocID="{072B57C4-6A91-43FB-8ACA-341A09A323D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BD566E9-73E2-4EC2-9408-9EB2C024851B}" type="pres">
      <dgm:prSet presAssocID="{072B57C4-6A91-43FB-8ACA-341A09A323D0}" presName="spaceRect" presStyleCnt="0"/>
      <dgm:spPr/>
    </dgm:pt>
    <dgm:pt modelId="{23B2F73A-A459-4A3D-8384-EB16E36C22DA}" type="pres">
      <dgm:prSet presAssocID="{072B57C4-6A91-43FB-8ACA-341A09A323D0}" presName="parTx" presStyleLbl="revTx" presStyleIdx="5" presStyleCnt="7">
        <dgm:presLayoutVars>
          <dgm:chMax val="0"/>
          <dgm:chPref val="0"/>
        </dgm:presLayoutVars>
      </dgm:prSet>
      <dgm:spPr/>
    </dgm:pt>
    <dgm:pt modelId="{B756DEDF-4B94-4CD5-8959-CB57B262F369}" type="pres">
      <dgm:prSet presAssocID="{52284A9A-BD81-410D-A673-B1619FC36B7D}" presName="sibTrans" presStyleCnt="0"/>
      <dgm:spPr/>
    </dgm:pt>
    <dgm:pt modelId="{95FB7548-01A2-4AF2-A7F7-4473E360CA71}" type="pres">
      <dgm:prSet presAssocID="{3ADD6EDE-0FBB-4456-8E82-04E31AB03872}" presName="compNode" presStyleCnt="0"/>
      <dgm:spPr/>
    </dgm:pt>
    <dgm:pt modelId="{1FFCAD5C-3D44-440C-ACAA-9347161A5508}" type="pres">
      <dgm:prSet presAssocID="{3ADD6EDE-0FBB-4456-8E82-04E31AB03872}" presName="bgRect" presStyleLbl="bgShp" presStyleIdx="6" presStyleCnt="7"/>
      <dgm:spPr/>
    </dgm:pt>
    <dgm:pt modelId="{F0F8A4A5-74F3-49E8-9282-04206E2E5C70}" type="pres">
      <dgm:prSet presAssocID="{3ADD6EDE-0FBB-4456-8E82-04E31AB0387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994BBF9-DA0F-4A00-A615-86464BBD3BA2}" type="pres">
      <dgm:prSet presAssocID="{3ADD6EDE-0FBB-4456-8E82-04E31AB03872}" presName="spaceRect" presStyleCnt="0"/>
      <dgm:spPr/>
    </dgm:pt>
    <dgm:pt modelId="{74232418-C9BC-4FDB-8D2B-A1583F28BBA4}" type="pres">
      <dgm:prSet presAssocID="{3ADD6EDE-0FBB-4456-8E82-04E31AB0387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42EB706-3378-4271-B054-6F90B5599210}" srcId="{E941C0CC-8539-43DF-8F3F-25223E1FF2D4}" destId="{74A1159A-B6F5-41F0-8EB2-561CAFB0DE38}" srcOrd="3" destOrd="0" parTransId="{7353C099-A249-464D-B101-ED31BBD35766}" sibTransId="{22CF3817-7A62-40FE-A1E4-7984DD7B9588}"/>
    <dgm:cxn modelId="{7CFF5007-9947-4F2E-9478-12DBD5F01043}" type="presOf" srcId="{35C6F1ED-0CD2-44FD-9EBE-5D7BDCDB1D7D}" destId="{3D3CB6E1-37B6-457D-82BE-52CBBD116C70}" srcOrd="0" destOrd="0" presId="urn:microsoft.com/office/officeart/2018/2/layout/IconVerticalSolidList"/>
    <dgm:cxn modelId="{9C062E16-17A7-4BA1-90B2-C6752BD29066}" type="presOf" srcId="{ECD162EE-11F2-47AC-8E4F-30FD819DB856}" destId="{3E6F38B7-7287-470A-B57D-C644D6878497}" srcOrd="0" destOrd="0" presId="urn:microsoft.com/office/officeart/2018/2/layout/IconVerticalSolidList"/>
    <dgm:cxn modelId="{8B357325-C2AD-4038-90A7-89EB9D54ABAF}" srcId="{E941C0CC-8539-43DF-8F3F-25223E1FF2D4}" destId="{35C6F1ED-0CD2-44FD-9EBE-5D7BDCDB1D7D}" srcOrd="0" destOrd="0" parTransId="{2E528EE3-F0D2-47DF-B418-BDB84AD25438}" sibTransId="{A7A3904E-7BE7-4F3A-90C8-A5B7E1332C0B}"/>
    <dgm:cxn modelId="{DA6CBE2A-88C2-4BDE-B6C0-9FDC3166EC47}" type="presOf" srcId="{E425703E-EBEB-4F3D-8860-04FE25F2F69C}" destId="{990A413C-CD31-4DBA-AF30-436BEA4F0B16}" srcOrd="0" destOrd="0" presId="urn:microsoft.com/office/officeart/2018/2/layout/IconVerticalSolidList"/>
    <dgm:cxn modelId="{E5DF4437-EF14-481E-B899-60B04429E0B5}" type="presOf" srcId="{74A1159A-B6F5-41F0-8EB2-561CAFB0DE38}" destId="{29182CC9-795B-46A3-8B65-D3BEC1BFDA1B}" srcOrd="0" destOrd="0" presId="urn:microsoft.com/office/officeart/2018/2/layout/IconVerticalSolidList"/>
    <dgm:cxn modelId="{37C67937-2158-43D1-8C26-131CA369D049}" srcId="{E941C0CC-8539-43DF-8F3F-25223E1FF2D4}" destId="{E425703E-EBEB-4F3D-8860-04FE25F2F69C}" srcOrd="1" destOrd="0" parTransId="{C5417DD2-E539-4E39-8659-9DEB29F0CA30}" sibTransId="{0D7D3856-804D-41BE-A202-AA76C726BD94}"/>
    <dgm:cxn modelId="{EBF8123A-08E8-409A-8E3D-F3B2DA397772}" type="presOf" srcId="{3ADD6EDE-0FBB-4456-8E82-04E31AB03872}" destId="{74232418-C9BC-4FDB-8D2B-A1583F28BBA4}" srcOrd="0" destOrd="0" presId="urn:microsoft.com/office/officeart/2018/2/layout/IconVerticalSolidList"/>
    <dgm:cxn modelId="{D05D897D-4E81-4E88-AE94-FCEF66168238}" srcId="{E941C0CC-8539-43DF-8F3F-25223E1FF2D4}" destId="{072B57C4-6A91-43FB-8ACA-341A09A323D0}" srcOrd="5" destOrd="0" parTransId="{879CC280-A172-480D-9C63-4A6745A0CFDC}" sibTransId="{52284A9A-BD81-410D-A673-B1619FC36B7D}"/>
    <dgm:cxn modelId="{D417AE81-FBE6-416B-9ABD-C8CD9AEA54FE}" type="presOf" srcId="{636AC5F4-AC59-4C9F-8A1E-A6222E2141BF}" destId="{66D72721-BB15-4E63-ACE8-834A4D87CF80}" srcOrd="0" destOrd="0" presId="urn:microsoft.com/office/officeart/2018/2/layout/IconVerticalSolidList"/>
    <dgm:cxn modelId="{FA4E728B-1745-4066-97E6-27E51B9A899A}" srcId="{E941C0CC-8539-43DF-8F3F-25223E1FF2D4}" destId="{3ADD6EDE-0FBB-4456-8E82-04E31AB03872}" srcOrd="6" destOrd="0" parTransId="{C85CD55F-8279-4023-A753-6F96D9B37DC8}" sibTransId="{B134658A-6C2E-48F1-B337-3E778664A2F5}"/>
    <dgm:cxn modelId="{430C998D-7A19-4B44-A14B-EF6650EF43F8}" srcId="{E941C0CC-8539-43DF-8F3F-25223E1FF2D4}" destId="{ECD162EE-11F2-47AC-8E4F-30FD819DB856}" srcOrd="4" destOrd="0" parTransId="{9D91DB58-8AB9-4001-B474-168D271EE5D4}" sibTransId="{6E0AA0C2-1357-45F6-8F12-9D7D4A9CA3A6}"/>
    <dgm:cxn modelId="{C7C4DAD7-E71E-43A3-B70F-7759843EE1FE}" type="presOf" srcId="{E941C0CC-8539-43DF-8F3F-25223E1FF2D4}" destId="{61EF93F7-6989-4A39-AA3B-455100503E09}" srcOrd="0" destOrd="0" presId="urn:microsoft.com/office/officeart/2018/2/layout/IconVerticalSolidList"/>
    <dgm:cxn modelId="{6630EBDB-6B07-4482-991A-D057A1A32086}" srcId="{E941C0CC-8539-43DF-8F3F-25223E1FF2D4}" destId="{636AC5F4-AC59-4C9F-8A1E-A6222E2141BF}" srcOrd="2" destOrd="0" parTransId="{15DF7FC3-14D5-4BC8-8389-ECB03EE69E32}" sibTransId="{45625DEC-E5B5-4AE5-A077-C220E886690B}"/>
    <dgm:cxn modelId="{C07DEDE1-E0B3-4A1C-BCD4-FCB5366A7E27}" type="presOf" srcId="{072B57C4-6A91-43FB-8ACA-341A09A323D0}" destId="{23B2F73A-A459-4A3D-8384-EB16E36C22DA}" srcOrd="0" destOrd="0" presId="urn:microsoft.com/office/officeart/2018/2/layout/IconVerticalSolidList"/>
    <dgm:cxn modelId="{758397BF-D213-4624-84C8-BD1FFCB5CB92}" type="presParOf" srcId="{61EF93F7-6989-4A39-AA3B-455100503E09}" destId="{80D25C5C-14D0-4CEB-9003-B2F676CFBA1B}" srcOrd="0" destOrd="0" presId="urn:microsoft.com/office/officeart/2018/2/layout/IconVerticalSolidList"/>
    <dgm:cxn modelId="{97315047-3923-44E1-BC24-310B25DF5409}" type="presParOf" srcId="{80D25C5C-14D0-4CEB-9003-B2F676CFBA1B}" destId="{25FBE828-1D2D-44C4-B0A4-B232B578644C}" srcOrd="0" destOrd="0" presId="urn:microsoft.com/office/officeart/2018/2/layout/IconVerticalSolidList"/>
    <dgm:cxn modelId="{47BDCA41-1769-4902-B4F7-AB00104110CF}" type="presParOf" srcId="{80D25C5C-14D0-4CEB-9003-B2F676CFBA1B}" destId="{44B3E565-3701-4B93-9CD8-5E0D351295BF}" srcOrd="1" destOrd="0" presId="urn:microsoft.com/office/officeart/2018/2/layout/IconVerticalSolidList"/>
    <dgm:cxn modelId="{C5137CEC-0B6B-4C2B-A181-5FB09CB0EBDA}" type="presParOf" srcId="{80D25C5C-14D0-4CEB-9003-B2F676CFBA1B}" destId="{4B8C8AC1-D64C-4200-AC05-4661A02449E8}" srcOrd="2" destOrd="0" presId="urn:microsoft.com/office/officeart/2018/2/layout/IconVerticalSolidList"/>
    <dgm:cxn modelId="{49BB723B-0367-4F8A-AB87-A7A161EF46AF}" type="presParOf" srcId="{80D25C5C-14D0-4CEB-9003-B2F676CFBA1B}" destId="{3D3CB6E1-37B6-457D-82BE-52CBBD116C70}" srcOrd="3" destOrd="0" presId="urn:microsoft.com/office/officeart/2018/2/layout/IconVerticalSolidList"/>
    <dgm:cxn modelId="{016B4F77-2ABA-453A-9B46-AB7202F8826B}" type="presParOf" srcId="{61EF93F7-6989-4A39-AA3B-455100503E09}" destId="{248BA354-0EC3-4380-B5E0-5943973A5F27}" srcOrd="1" destOrd="0" presId="urn:microsoft.com/office/officeart/2018/2/layout/IconVerticalSolidList"/>
    <dgm:cxn modelId="{123A4FAD-1797-42CE-9C34-586D3349065C}" type="presParOf" srcId="{61EF93F7-6989-4A39-AA3B-455100503E09}" destId="{0CDC5C4F-EA57-4DA1-B2CB-638F6A8BD9A9}" srcOrd="2" destOrd="0" presId="urn:microsoft.com/office/officeart/2018/2/layout/IconVerticalSolidList"/>
    <dgm:cxn modelId="{203BB2F1-37B8-447B-9BAF-E858FF3D1954}" type="presParOf" srcId="{0CDC5C4F-EA57-4DA1-B2CB-638F6A8BD9A9}" destId="{D90FDEFD-FBC6-42AC-ABC5-A04C626E1E4A}" srcOrd="0" destOrd="0" presId="urn:microsoft.com/office/officeart/2018/2/layout/IconVerticalSolidList"/>
    <dgm:cxn modelId="{1B041430-1354-456E-86DF-74FD2B703432}" type="presParOf" srcId="{0CDC5C4F-EA57-4DA1-B2CB-638F6A8BD9A9}" destId="{6CCB4D1F-9FC5-43A9-8585-CA731D025BCA}" srcOrd="1" destOrd="0" presId="urn:microsoft.com/office/officeart/2018/2/layout/IconVerticalSolidList"/>
    <dgm:cxn modelId="{F15B4921-9F04-4632-ACB0-A747F43A7031}" type="presParOf" srcId="{0CDC5C4F-EA57-4DA1-B2CB-638F6A8BD9A9}" destId="{E1564873-6A3E-4EC1-B3E1-C5DB96C7A0B3}" srcOrd="2" destOrd="0" presId="urn:microsoft.com/office/officeart/2018/2/layout/IconVerticalSolidList"/>
    <dgm:cxn modelId="{2AD5900C-E12F-46E9-9214-5AF115A48D93}" type="presParOf" srcId="{0CDC5C4F-EA57-4DA1-B2CB-638F6A8BD9A9}" destId="{990A413C-CD31-4DBA-AF30-436BEA4F0B16}" srcOrd="3" destOrd="0" presId="urn:microsoft.com/office/officeart/2018/2/layout/IconVerticalSolidList"/>
    <dgm:cxn modelId="{FCB2CB29-FCBC-4887-95D5-533A7F548A21}" type="presParOf" srcId="{61EF93F7-6989-4A39-AA3B-455100503E09}" destId="{066205BC-6E3D-4806-94BB-0A363E6C9FE5}" srcOrd="3" destOrd="0" presId="urn:microsoft.com/office/officeart/2018/2/layout/IconVerticalSolidList"/>
    <dgm:cxn modelId="{5D6A3A49-6251-4F62-9DE8-B0B46E7FE5D8}" type="presParOf" srcId="{61EF93F7-6989-4A39-AA3B-455100503E09}" destId="{37218F2B-BB01-46A2-BC0D-5A36985427F3}" srcOrd="4" destOrd="0" presId="urn:microsoft.com/office/officeart/2018/2/layout/IconVerticalSolidList"/>
    <dgm:cxn modelId="{16609246-6FD4-4B04-B0AA-5C4E41733526}" type="presParOf" srcId="{37218F2B-BB01-46A2-BC0D-5A36985427F3}" destId="{E3348C30-67E4-4AFB-82C6-50E12912AE79}" srcOrd="0" destOrd="0" presId="urn:microsoft.com/office/officeart/2018/2/layout/IconVerticalSolidList"/>
    <dgm:cxn modelId="{1EA6A460-172C-4162-BBF2-B6F1CA63E2E1}" type="presParOf" srcId="{37218F2B-BB01-46A2-BC0D-5A36985427F3}" destId="{20759C0C-341E-4405-81B7-774A86E838C6}" srcOrd="1" destOrd="0" presId="urn:microsoft.com/office/officeart/2018/2/layout/IconVerticalSolidList"/>
    <dgm:cxn modelId="{6E6434C1-72D2-4B09-B1B1-F4D3EA1171A7}" type="presParOf" srcId="{37218F2B-BB01-46A2-BC0D-5A36985427F3}" destId="{3F297AFC-C572-4CF0-AFE6-4EAA8A5A54D9}" srcOrd="2" destOrd="0" presId="urn:microsoft.com/office/officeart/2018/2/layout/IconVerticalSolidList"/>
    <dgm:cxn modelId="{CF42D319-7188-4D66-A9CD-5E6A6D58A3AC}" type="presParOf" srcId="{37218F2B-BB01-46A2-BC0D-5A36985427F3}" destId="{66D72721-BB15-4E63-ACE8-834A4D87CF80}" srcOrd="3" destOrd="0" presId="urn:microsoft.com/office/officeart/2018/2/layout/IconVerticalSolidList"/>
    <dgm:cxn modelId="{08CF31F3-998B-4C1E-BB2F-22E49B7D737E}" type="presParOf" srcId="{61EF93F7-6989-4A39-AA3B-455100503E09}" destId="{118B3464-E6B8-48C6-81FC-50C041CAA297}" srcOrd="5" destOrd="0" presId="urn:microsoft.com/office/officeart/2018/2/layout/IconVerticalSolidList"/>
    <dgm:cxn modelId="{8238CC8C-5932-40DF-96D4-5C4FB9234D28}" type="presParOf" srcId="{61EF93F7-6989-4A39-AA3B-455100503E09}" destId="{288EE377-65C8-4B09-9F99-A56C7DFCE3B2}" srcOrd="6" destOrd="0" presId="urn:microsoft.com/office/officeart/2018/2/layout/IconVerticalSolidList"/>
    <dgm:cxn modelId="{447828FE-B59B-4632-926A-DFBF2B8A14D0}" type="presParOf" srcId="{288EE377-65C8-4B09-9F99-A56C7DFCE3B2}" destId="{C6FB527D-3C50-4012-A84B-62C2412447F6}" srcOrd="0" destOrd="0" presId="urn:microsoft.com/office/officeart/2018/2/layout/IconVerticalSolidList"/>
    <dgm:cxn modelId="{70994A6F-1A87-4D95-B69C-897C8D103C1C}" type="presParOf" srcId="{288EE377-65C8-4B09-9F99-A56C7DFCE3B2}" destId="{F4A42C8D-4547-46B3-BA86-C7E07E495E45}" srcOrd="1" destOrd="0" presId="urn:microsoft.com/office/officeart/2018/2/layout/IconVerticalSolidList"/>
    <dgm:cxn modelId="{6996D41D-FDBE-40E8-BF15-FF48CE61EA47}" type="presParOf" srcId="{288EE377-65C8-4B09-9F99-A56C7DFCE3B2}" destId="{6002B25F-E984-4ADD-A60A-7C8146F018B7}" srcOrd="2" destOrd="0" presId="urn:microsoft.com/office/officeart/2018/2/layout/IconVerticalSolidList"/>
    <dgm:cxn modelId="{990EEFB8-3913-4FDA-BA2A-E2F2D429E8EA}" type="presParOf" srcId="{288EE377-65C8-4B09-9F99-A56C7DFCE3B2}" destId="{29182CC9-795B-46A3-8B65-D3BEC1BFDA1B}" srcOrd="3" destOrd="0" presId="urn:microsoft.com/office/officeart/2018/2/layout/IconVerticalSolidList"/>
    <dgm:cxn modelId="{FE955EED-1DE4-499C-92D5-B3128934C59D}" type="presParOf" srcId="{61EF93F7-6989-4A39-AA3B-455100503E09}" destId="{50A02880-A7DA-48C2-8D77-6FDADC64D6DB}" srcOrd="7" destOrd="0" presId="urn:microsoft.com/office/officeart/2018/2/layout/IconVerticalSolidList"/>
    <dgm:cxn modelId="{E027D9C5-7ACF-4BE8-8A03-2DDBBFB71F8D}" type="presParOf" srcId="{61EF93F7-6989-4A39-AA3B-455100503E09}" destId="{3729F1BE-7350-41BD-BD80-0C94C937E608}" srcOrd="8" destOrd="0" presId="urn:microsoft.com/office/officeart/2018/2/layout/IconVerticalSolidList"/>
    <dgm:cxn modelId="{155CEA0A-56DF-4010-8578-B0A0E660CAA5}" type="presParOf" srcId="{3729F1BE-7350-41BD-BD80-0C94C937E608}" destId="{0427A985-A16E-4492-8BB7-53AD3BB6D43C}" srcOrd="0" destOrd="0" presId="urn:microsoft.com/office/officeart/2018/2/layout/IconVerticalSolidList"/>
    <dgm:cxn modelId="{D5134C12-4F15-4A29-A491-607DDFD396EF}" type="presParOf" srcId="{3729F1BE-7350-41BD-BD80-0C94C937E608}" destId="{30110F25-7C77-4D32-8397-348AC6CCA13B}" srcOrd="1" destOrd="0" presId="urn:microsoft.com/office/officeart/2018/2/layout/IconVerticalSolidList"/>
    <dgm:cxn modelId="{B7FB0457-750E-4EB2-A495-6E139985F8E3}" type="presParOf" srcId="{3729F1BE-7350-41BD-BD80-0C94C937E608}" destId="{4347CB49-0B16-4AB1-8928-B879886445F4}" srcOrd="2" destOrd="0" presId="urn:microsoft.com/office/officeart/2018/2/layout/IconVerticalSolidList"/>
    <dgm:cxn modelId="{A722D0AC-136E-4A55-B635-79133AED5635}" type="presParOf" srcId="{3729F1BE-7350-41BD-BD80-0C94C937E608}" destId="{3E6F38B7-7287-470A-B57D-C644D6878497}" srcOrd="3" destOrd="0" presId="urn:microsoft.com/office/officeart/2018/2/layout/IconVerticalSolidList"/>
    <dgm:cxn modelId="{3F81F0E2-2D61-47A7-B5E4-E149B830D3B3}" type="presParOf" srcId="{61EF93F7-6989-4A39-AA3B-455100503E09}" destId="{9175D6B3-F25B-414D-B22B-9B61762D469C}" srcOrd="9" destOrd="0" presId="urn:microsoft.com/office/officeart/2018/2/layout/IconVerticalSolidList"/>
    <dgm:cxn modelId="{CAD5049E-D21E-4A5D-B777-73AA6498317F}" type="presParOf" srcId="{61EF93F7-6989-4A39-AA3B-455100503E09}" destId="{D427043F-4292-4D1B-A068-99891F91C2A9}" srcOrd="10" destOrd="0" presId="urn:microsoft.com/office/officeart/2018/2/layout/IconVerticalSolidList"/>
    <dgm:cxn modelId="{5C12FAB3-8D11-456B-A419-014F8CCD6103}" type="presParOf" srcId="{D427043F-4292-4D1B-A068-99891F91C2A9}" destId="{F07DFD8B-DF01-4905-A6BB-87D4DF46F977}" srcOrd="0" destOrd="0" presId="urn:microsoft.com/office/officeart/2018/2/layout/IconVerticalSolidList"/>
    <dgm:cxn modelId="{44B90F27-EDC8-4464-A9F0-26B549880F53}" type="presParOf" srcId="{D427043F-4292-4D1B-A068-99891F91C2A9}" destId="{A4C6F6F3-4A31-433B-AC1D-0B8652EE3DB9}" srcOrd="1" destOrd="0" presId="urn:microsoft.com/office/officeart/2018/2/layout/IconVerticalSolidList"/>
    <dgm:cxn modelId="{9CDC967D-A6A7-40D4-9451-B221D72FCEDA}" type="presParOf" srcId="{D427043F-4292-4D1B-A068-99891F91C2A9}" destId="{3BD566E9-73E2-4EC2-9408-9EB2C024851B}" srcOrd="2" destOrd="0" presId="urn:microsoft.com/office/officeart/2018/2/layout/IconVerticalSolidList"/>
    <dgm:cxn modelId="{C20CBE8F-73F3-428D-8EB8-045D8A5ED1CE}" type="presParOf" srcId="{D427043F-4292-4D1B-A068-99891F91C2A9}" destId="{23B2F73A-A459-4A3D-8384-EB16E36C22DA}" srcOrd="3" destOrd="0" presId="urn:microsoft.com/office/officeart/2018/2/layout/IconVerticalSolidList"/>
    <dgm:cxn modelId="{CC0A63B5-6B9C-4304-B57A-D95D3F2C53CB}" type="presParOf" srcId="{61EF93F7-6989-4A39-AA3B-455100503E09}" destId="{B756DEDF-4B94-4CD5-8959-CB57B262F369}" srcOrd="11" destOrd="0" presId="urn:microsoft.com/office/officeart/2018/2/layout/IconVerticalSolidList"/>
    <dgm:cxn modelId="{3F53B2FF-34FA-4100-8B52-1AC9E203C146}" type="presParOf" srcId="{61EF93F7-6989-4A39-AA3B-455100503E09}" destId="{95FB7548-01A2-4AF2-A7F7-4473E360CA71}" srcOrd="12" destOrd="0" presId="urn:microsoft.com/office/officeart/2018/2/layout/IconVerticalSolidList"/>
    <dgm:cxn modelId="{AA21D0EE-D2A6-4F6B-BA7E-9500FC57F061}" type="presParOf" srcId="{95FB7548-01A2-4AF2-A7F7-4473E360CA71}" destId="{1FFCAD5C-3D44-440C-ACAA-9347161A5508}" srcOrd="0" destOrd="0" presId="urn:microsoft.com/office/officeart/2018/2/layout/IconVerticalSolidList"/>
    <dgm:cxn modelId="{5AAFCE53-7025-4FFC-9A53-B6612C7E06BA}" type="presParOf" srcId="{95FB7548-01A2-4AF2-A7F7-4473E360CA71}" destId="{F0F8A4A5-74F3-49E8-9282-04206E2E5C70}" srcOrd="1" destOrd="0" presId="urn:microsoft.com/office/officeart/2018/2/layout/IconVerticalSolidList"/>
    <dgm:cxn modelId="{3C7B97E8-8FD2-41BB-8370-A43F5D310B76}" type="presParOf" srcId="{95FB7548-01A2-4AF2-A7F7-4473E360CA71}" destId="{1994BBF9-DA0F-4A00-A615-86464BBD3BA2}" srcOrd="2" destOrd="0" presId="urn:microsoft.com/office/officeart/2018/2/layout/IconVerticalSolidList"/>
    <dgm:cxn modelId="{AF0FE842-94E5-4EC7-9AE4-401815405A10}" type="presParOf" srcId="{95FB7548-01A2-4AF2-A7F7-4473E360CA71}" destId="{74232418-C9BC-4FDB-8D2B-A1583F28B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057BCE9-C1B8-4B4D-85F1-62DF65BCA7AA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3FEF934-E50F-40C8-B936-8B27E2DFB455}">
      <dgm:prSet/>
      <dgm:spPr/>
      <dgm:t>
        <a:bodyPr/>
        <a:lstStyle/>
        <a:p>
          <a:r>
            <a:rPr lang="pt-BR" dirty="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dirty="0"/>
        </a:p>
      </dgm:t>
    </dgm:pt>
    <dgm:pt modelId="{D1C9C8A2-FD90-475A-AD98-5FC5E6922647}" type="parTrans" cxnId="{1D92D7B3-C582-4DCB-BE81-4B5CE32D6835}">
      <dgm:prSet/>
      <dgm:spPr/>
      <dgm:t>
        <a:bodyPr/>
        <a:lstStyle/>
        <a:p>
          <a:endParaRPr lang="en-US"/>
        </a:p>
      </dgm:t>
    </dgm:pt>
    <dgm:pt modelId="{F6814C1E-26EE-4112-9E04-66747A6E6E09}" type="sibTrans" cxnId="{1D92D7B3-C582-4DCB-BE81-4B5CE32D6835}">
      <dgm:prSet/>
      <dgm:spPr/>
      <dgm:t>
        <a:bodyPr/>
        <a:lstStyle/>
        <a:p>
          <a:endParaRPr lang="en-US"/>
        </a:p>
      </dgm:t>
    </dgm:pt>
    <dgm:pt modelId="{E4F60E65-69ED-42AB-AC56-DF34B3C81EA0}">
      <dgm:prSet/>
      <dgm:spPr/>
      <dgm:t>
        <a:bodyPr/>
        <a:lstStyle/>
        <a:p>
          <a:r>
            <a:rPr lang="pt-BR"/>
            <a:t>A assiduidade será verificada pela frequência às aulas e às atividades da disciplina. </a:t>
          </a:r>
          <a:endParaRPr lang="en-US"/>
        </a:p>
      </dgm:t>
    </dgm:pt>
    <dgm:pt modelId="{FD7698C9-8600-4DEE-BDAC-D6F881B54307}" type="parTrans" cxnId="{3F2978A1-18BB-464E-AFE6-F4895E88610D}">
      <dgm:prSet/>
      <dgm:spPr/>
      <dgm:t>
        <a:bodyPr/>
        <a:lstStyle/>
        <a:p>
          <a:endParaRPr lang="en-US"/>
        </a:p>
      </dgm:t>
    </dgm:pt>
    <dgm:pt modelId="{BFCB4D71-1E73-4425-A164-CEDCC676EACF}" type="sibTrans" cxnId="{3F2978A1-18BB-464E-AFE6-F4895E88610D}">
      <dgm:prSet/>
      <dgm:spPr/>
      <dgm:t>
        <a:bodyPr/>
        <a:lstStyle/>
        <a:p>
          <a:endParaRPr lang="en-US"/>
        </a:p>
      </dgm:t>
    </dgm:pt>
    <dgm:pt modelId="{9E98F076-07E6-4015-A005-26AC3C95A9E4}">
      <dgm:prSet/>
      <dgm:spPr/>
      <dgm:t>
        <a:bodyPr/>
        <a:lstStyle/>
        <a:p>
          <a:r>
            <a:rPr lang="pt-BR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dirty="0"/>
        </a:p>
      </dgm:t>
    </dgm:pt>
    <dgm:pt modelId="{5A68D9FF-EBEB-4C85-B9FF-F42576A18EC6}" type="parTrans" cxnId="{E40DDBE8-823E-451B-BC46-A8F0D6835732}">
      <dgm:prSet/>
      <dgm:spPr/>
      <dgm:t>
        <a:bodyPr/>
        <a:lstStyle/>
        <a:p>
          <a:endParaRPr lang="en-US"/>
        </a:p>
      </dgm:t>
    </dgm:pt>
    <dgm:pt modelId="{82F69728-9A7A-46D8-91A6-83F2E2E7D832}" type="sibTrans" cxnId="{E40DDBE8-823E-451B-BC46-A8F0D6835732}">
      <dgm:prSet/>
      <dgm:spPr/>
      <dgm:t>
        <a:bodyPr/>
        <a:lstStyle/>
        <a:p>
          <a:endParaRPr lang="en-US"/>
        </a:p>
      </dgm:t>
    </dgm:pt>
    <dgm:pt modelId="{E883C9FC-92E1-4F19-A0FE-79C24757796B}">
      <dgm:prSet/>
      <dgm:spPr/>
      <dgm:t>
        <a:bodyPr/>
        <a:lstStyle/>
        <a:p>
          <a:r>
            <a:rPr lang="pt-BR"/>
            <a:t>A menção final (MF) representará o julgamento global do aproveitamento INDIVIDUAL nos estudos dentro de suas respectivas proporções de equivalência.</a:t>
          </a:r>
          <a:endParaRPr lang="en-US"/>
        </a:p>
      </dgm:t>
    </dgm:pt>
    <dgm:pt modelId="{90313CFD-92C3-4EDF-B554-79AD40B2BB92}" type="parTrans" cxnId="{B0A7396E-AA39-40CC-A1F7-85A214117727}">
      <dgm:prSet/>
      <dgm:spPr/>
      <dgm:t>
        <a:bodyPr/>
        <a:lstStyle/>
        <a:p>
          <a:endParaRPr lang="en-US"/>
        </a:p>
      </dgm:t>
    </dgm:pt>
    <dgm:pt modelId="{AA06BC8D-CB3A-4897-B262-6051D74F9B7B}" type="sibTrans" cxnId="{B0A7396E-AA39-40CC-A1F7-85A214117727}">
      <dgm:prSet/>
      <dgm:spPr/>
      <dgm:t>
        <a:bodyPr/>
        <a:lstStyle/>
        <a:p>
          <a:endParaRPr lang="en-US"/>
        </a:p>
      </dgm:t>
    </dgm:pt>
    <dgm:pt modelId="{C04049E3-11E4-4263-AACE-CD6798E5375D}">
      <dgm:prSet/>
      <dgm:spPr/>
      <dgm:t>
        <a:bodyPr/>
        <a:lstStyle/>
        <a:p>
          <a:r>
            <a:rPr lang="pt-BR"/>
            <a:t>O </a:t>
          </a:r>
          <a:r>
            <a:rPr lang="pt-BR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dirty="0"/>
        </a:p>
      </dgm:t>
    </dgm:pt>
    <dgm:pt modelId="{89C21ABF-E3D4-4FAD-8E68-E415EC703D7A}" type="parTrans" cxnId="{A0D6F30A-F1E6-4754-8A42-1AC15A4B23C3}">
      <dgm:prSet/>
      <dgm:spPr/>
      <dgm:t>
        <a:bodyPr/>
        <a:lstStyle/>
        <a:p>
          <a:endParaRPr lang="pt-BR"/>
        </a:p>
      </dgm:t>
    </dgm:pt>
    <dgm:pt modelId="{B6B1C992-725F-423D-9D6F-0709CFF2A6FF}" type="sibTrans" cxnId="{A0D6F30A-F1E6-4754-8A42-1AC15A4B23C3}">
      <dgm:prSet/>
      <dgm:spPr/>
      <dgm:t>
        <a:bodyPr/>
        <a:lstStyle/>
        <a:p>
          <a:endParaRPr lang="pt-BR"/>
        </a:p>
      </dgm:t>
    </dgm:pt>
    <dgm:pt modelId="{B2660908-CCD8-431E-9BF2-AF195F59BF37}" type="pres">
      <dgm:prSet presAssocID="{0057BCE9-C1B8-4B4D-85F1-62DF65BCA7AA}" presName="outerComposite" presStyleCnt="0">
        <dgm:presLayoutVars>
          <dgm:chMax val="5"/>
          <dgm:dir/>
          <dgm:resizeHandles val="exact"/>
        </dgm:presLayoutVars>
      </dgm:prSet>
      <dgm:spPr/>
    </dgm:pt>
    <dgm:pt modelId="{F189A2F6-471A-48CC-B82B-C8984EA9F188}" type="pres">
      <dgm:prSet presAssocID="{0057BCE9-C1B8-4B4D-85F1-62DF65BCA7AA}" presName="dummyMaxCanvas" presStyleCnt="0">
        <dgm:presLayoutVars/>
      </dgm:prSet>
      <dgm:spPr/>
    </dgm:pt>
    <dgm:pt modelId="{F3F96554-9D40-4C90-826F-7345399A8895}" type="pres">
      <dgm:prSet presAssocID="{0057BCE9-C1B8-4B4D-85F1-62DF65BCA7AA}" presName="FiveNodes_1" presStyleLbl="node1" presStyleIdx="0" presStyleCnt="5">
        <dgm:presLayoutVars>
          <dgm:bulletEnabled val="1"/>
        </dgm:presLayoutVars>
      </dgm:prSet>
      <dgm:spPr/>
    </dgm:pt>
    <dgm:pt modelId="{A4DA07B0-3941-40B1-8092-9567E76853AD}" type="pres">
      <dgm:prSet presAssocID="{0057BCE9-C1B8-4B4D-85F1-62DF65BCA7AA}" presName="FiveNodes_2" presStyleLbl="node1" presStyleIdx="1" presStyleCnt="5">
        <dgm:presLayoutVars>
          <dgm:bulletEnabled val="1"/>
        </dgm:presLayoutVars>
      </dgm:prSet>
      <dgm:spPr/>
    </dgm:pt>
    <dgm:pt modelId="{F3AA50EB-93EC-41D3-92A5-3CDAD605777F}" type="pres">
      <dgm:prSet presAssocID="{0057BCE9-C1B8-4B4D-85F1-62DF65BCA7AA}" presName="FiveNodes_3" presStyleLbl="node1" presStyleIdx="2" presStyleCnt="5">
        <dgm:presLayoutVars>
          <dgm:bulletEnabled val="1"/>
        </dgm:presLayoutVars>
      </dgm:prSet>
      <dgm:spPr/>
    </dgm:pt>
    <dgm:pt modelId="{B754D3FA-91C7-4695-B81D-345EF437EF7F}" type="pres">
      <dgm:prSet presAssocID="{0057BCE9-C1B8-4B4D-85F1-62DF65BCA7AA}" presName="FiveNodes_4" presStyleLbl="node1" presStyleIdx="3" presStyleCnt="5">
        <dgm:presLayoutVars>
          <dgm:bulletEnabled val="1"/>
        </dgm:presLayoutVars>
      </dgm:prSet>
      <dgm:spPr/>
    </dgm:pt>
    <dgm:pt modelId="{4F9122E9-50A0-4496-892C-9593020D3D92}" type="pres">
      <dgm:prSet presAssocID="{0057BCE9-C1B8-4B4D-85F1-62DF65BCA7AA}" presName="FiveNodes_5" presStyleLbl="node1" presStyleIdx="4" presStyleCnt="5">
        <dgm:presLayoutVars>
          <dgm:bulletEnabled val="1"/>
        </dgm:presLayoutVars>
      </dgm:prSet>
      <dgm:spPr/>
    </dgm:pt>
    <dgm:pt modelId="{3C23C661-2FAD-4AD9-BC54-B0469EA85725}" type="pres">
      <dgm:prSet presAssocID="{0057BCE9-C1B8-4B4D-85F1-62DF65BCA7AA}" presName="FiveConn_1-2" presStyleLbl="fgAccFollowNode1" presStyleIdx="0" presStyleCnt="4">
        <dgm:presLayoutVars>
          <dgm:bulletEnabled val="1"/>
        </dgm:presLayoutVars>
      </dgm:prSet>
      <dgm:spPr/>
    </dgm:pt>
    <dgm:pt modelId="{9520941A-44C6-4468-A54E-6F3BF87B55AE}" type="pres">
      <dgm:prSet presAssocID="{0057BCE9-C1B8-4B4D-85F1-62DF65BCA7AA}" presName="FiveConn_2-3" presStyleLbl="fgAccFollowNode1" presStyleIdx="1" presStyleCnt="4">
        <dgm:presLayoutVars>
          <dgm:bulletEnabled val="1"/>
        </dgm:presLayoutVars>
      </dgm:prSet>
      <dgm:spPr/>
    </dgm:pt>
    <dgm:pt modelId="{BB05CB52-03EE-4A28-AF18-60F4EA7D78FB}" type="pres">
      <dgm:prSet presAssocID="{0057BCE9-C1B8-4B4D-85F1-62DF65BCA7AA}" presName="FiveConn_3-4" presStyleLbl="fgAccFollowNode1" presStyleIdx="2" presStyleCnt="4">
        <dgm:presLayoutVars>
          <dgm:bulletEnabled val="1"/>
        </dgm:presLayoutVars>
      </dgm:prSet>
      <dgm:spPr/>
    </dgm:pt>
    <dgm:pt modelId="{229B61A7-082F-4969-A0B2-62C02D20B095}" type="pres">
      <dgm:prSet presAssocID="{0057BCE9-C1B8-4B4D-85F1-62DF65BCA7AA}" presName="FiveConn_4-5" presStyleLbl="fgAccFollowNode1" presStyleIdx="3" presStyleCnt="4">
        <dgm:presLayoutVars>
          <dgm:bulletEnabled val="1"/>
        </dgm:presLayoutVars>
      </dgm:prSet>
      <dgm:spPr/>
    </dgm:pt>
    <dgm:pt modelId="{D93C7677-F568-4DA5-BEE2-EDD56611E581}" type="pres">
      <dgm:prSet presAssocID="{0057BCE9-C1B8-4B4D-85F1-62DF65BCA7AA}" presName="FiveNodes_1_text" presStyleLbl="node1" presStyleIdx="4" presStyleCnt="5">
        <dgm:presLayoutVars>
          <dgm:bulletEnabled val="1"/>
        </dgm:presLayoutVars>
      </dgm:prSet>
      <dgm:spPr/>
    </dgm:pt>
    <dgm:pt modelId="{023C32DD-B5AF-4C03-9A52-0DE07C6D8C4F}" type="pres">
      <dgm:prSet presAssocID="{0057BCE9-C1B8-4B4D-85F1-62DF65BCA7AA}" presName="FiveNodes_2_text" presStyleLbl="node1" presStyleIdx="4" presStyleCnt="5">
        <dgm:presLayoutVars>
          <dgm:bulletEnabled val="1"/>
        </dgm:presLayoutVars>
      </dgm:prSet>
      <dgm:spPr/>
    </dgm:pt>
    <dgm:pt modelId="{ECCA4FAB-2C18-406E-BC39-1A18FB6DFEF1}" type="pres">
      <dgm:prSet presAssocID="{0057BCE9-C1B8-4B4D-85F1-62DF65BCA7AA}" presName="FiveNodes_3_text" presStyleLbl="node1" presStyleIdx="4" presStyleCnt="5">
        <dgm:presLayoutVars>
          <dgm:bulletEnabled val="1"/>
        </dgm:presLayoutVars>
      </dgm:prSet>
      <dgm:spPr/>
    </dgm:pt>
    <dgm:pt modelId="{51DF2185-B1C1-4D82-B8AD-914A9CB4FADC}" type="pres">
      <dgm:prSet presAssocID="{0057BCE9-C1B8-4B4D-85F1-62DF65BCA7AA}" presName="FiveNodes_4_text" presStyleLbl="node1" presStyleIdx="4" presStyleCnt="5">
        <dgm:presLayoutVars>
          <dgm:bulletEnabled val="1"/>
        </dgm:presLayoutVars>
      </dgm:prSet>
      <dgm:spPr/>
    </dgm:pt>
    <dgm:pt modelId="{ED47351F-40DE-4041-99E0-6E49C84AB61A}" type="pres">
      <dgm:prSet presAssocID="{0057BCE9-C1B8-4B4D-85F1-62DF65BCA7A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D6F30A-F1E6-4754-8A42-1AC15A4B23C3}" srcId="{0057BCE9-C1B8-4B4D-85F1-62DF65BCA7AA}" destId="{C04049E3-11E4-4263-AACE-CD6798E5375D}" srcOrd="3" destOrd="0" parTransId="{89C21ABF-E3D4-4FAD-8E68-E415EC703D7A}" sibTransId="{B6B1C992-725F-423D-9D6F-0709CFF2A6FF}"/>
    <dgm:cxn modelId="{5E45FB45-81E9-4A95-A475-C352A57D780E}" type="presOf" srcId="{B6B1C992-725F-423D-9D6F-0709CFF2A6FF}" destId="{229B61A7-082F-4969-A0B2-62C02D20B095}" srcOrd="0" destOrd="0" presId="urn:microsoft.com/office/officeart/2005/8/layout/vProcess5"/>
    <dgm:cxn modelId="{C5E2AD67-42FF-409C-A031-1C1DCE9743CE}" type="presOf" srcId="{F6814C1E-26EE-4112-9E04-66747A6E6E09}" destId="{3C23C661-2FAD-4AD9-BC54-B0469EA85725}" srcOrd="0" destOrd="0" presId="urn:microsoft.com/office/officeart/2005/8/layout/vProcess5"/>
    <dgm:cxn modelId="{1AEE444A-0F29-42CC-A93F-27BCE91244C2}" type="presOf" srcId="{C04049E3-11E4-4263-AACE-CD6798E5375D}" destId="{B754D3FA-91C7-4695-B81D-345EF437EF7F}" srcOrd="0" destOrd="0" presId="urn:microsoft.com/office/officeart/2005/8/layout/vProcess5"/>
    <dgm:cxn modelId="{B0A7396E-AA39-40CC-A1F7-85A214117727}" srcId="{0057BCE9-C1B8-4B4D-85F1-62DF65BCA7AA}" destId="{E883C9FC-92E1-4F19-A0FE-79C24757796B}" srcOrd="4" destOrd="0" parTransId="{90313CFD-92C3-4EDF-B554-79AD40B2BB92}" sibTransId="{AA06BC8D-CB3A-4897-B262-6051D74F9B7B}"/>
    <dgm:cxn modelId="{962C456F-8077-42AF-8FCD-C0ED0C032FE6}" type="presOf" srcId="{C04049E3-11E4-4263-AACE-CD6798E5375D}" destId="{51DF2185-B1C1-4D82-B8AD-914A9CB4FADC}" srcOrd="1" destOrd="0" presId="urn:microsoft.com/office/officeart/2005/8/layout/vProcess5"/>
    <dgm:cxn modelId="{E93BFE70-66B2-4E1C-988B-B8DD69825C60}" type="presOf" srcId="{E883C9FC-92E1-4F19-A0FE-79C24757796B}" destId="{4F9122E9-50A0-4496-892C-9593020D3D92}" srcOrd="0" destOrd="0" presId="urn:microsoft.com/office/officeart/2005/8/layout/vProcess5"/>
    <dgm:cxn modelId="{21BC5B52-B6DD-4025-9C6C-90ACADDE7192}" type="presOf" srcId="{82F69728-9A7A-46D8-91A6-83F2E2E7D832}" destId="{BB05CB52-03EE-4A28-AF18-60F4EA7D78FB}" srcOrd="0" destOrd="0" presId="urn:microsoft.com/office/officeart/2005/8/layout/vProcess5"/>
    <dgm:cxn modelId="{2840E977-4368-40D6-85F7-0704D6AFC356}" type="presOf" srcId="{13FEF934-E50F-40C8-B936-8B27E2DFB455}" destId="{F3F96554-9D40-4C90-826F-7345399A8895}" srcOrd="0" destOrd="0" presId="urn:microsoft.com/office/officeart/2005/8/layout/vProcess5"/>
    <dgm:cxn modelId="{785B127E-3CFF-4674-9BA1-946DA083DB7F}" type="presOf" srcId="{13FEF934-E50F-40C8-B936-8B27E2DFB455}" destId="{D93C7677-F568-4DA5-BEE2-EDD56611E581}" srcOrd="1" destOrd="0" presId="urn:microsoft.com/office/officeart/2005/8/layout/vProcess5"/>
    <dgm:cxn modelId="{4003A580-686F-4BAC-8B82-D21992C08E34}" type="presOf" srcId="{E883C9FC-92E1-4F19-A0FE-79C24757796B}" destId="{ED47351F-40DE-4041-99E0-6E49C84AB61A}" srcOrd="1" destOrd="0" presId="urn:microsoft.com/office/officeart/2005/8/layout/vProcess5"/>
    <dgm:cxn modelId="{31F98482-810C-4CAB-B221-AD7576F28A5D}" type="presOf" srcId="{BFCB4D71-1E73-4425-A164-CEDCC676EACF}" destId="{9520941A-44C6-4468-A54E-6F3BF87B55AE}" srcOrd="0" destOrd="0" presId="urn:microsoft.com/office/officeart/2005/8/layout/vProcess5"/>
    <dgm:cxn modelId="{060AA884-B7B7-4F54-B29C-22FBB055A948}" type="presOf" srcId="{E4F60E65-69ED-42AB-AC56-DF34B3C81EA0}" destId="{023C32DD-B5AF-4C03-9A52-0DE07C6D8C4F}" srcOrd="1" destOrd="0" presId="urn:microsoft.com/office/officeart/2005/8/layout/vProcess5"/>
    <dgm:cxn modelId="{3F2978A1-18BB-464E-AFE6-F4895E88610D}" srcId="{0057BCE9-C1B8-4B4D-85F1-62DF65BCA7AA}" destId="{E4F60E65-69ED-42AB-AC56-DF34B3C81EA0}" srcOrd="1" destOrd="0" parTransId="{FD7698C9-8600-4DEE-BDAC-D6F881B54307}" sibTransId="{BFCB4D71-1E73-4425-A164-CEDCC676EACF}"/>
    <dgm:cxn modelId="{1D92D7B3-C582-4DCB-BE81-4B5CE32D6835}" srcId="{0057BCE9-C1B8-4B4D-85F1-62DF65BCA7AA}" destId="{13FEF934-E50F-40C8-B936-8B27E2DFB455}" srcOrd="0" destOrd="0" parTransId="{D1C9C8A2-FD90-475A-AD98-5FC5E6922647}" sibTransId="{F6814C1E-26EE-4112-9E04-66747A6E6E09}"/>
    <dgm:cxn modelId="{184579BF-4BC5-4188-893F-044D30A31EAD}" type="presOf" srcId="{0057BCE9-C1B8-4B4D-85F1-62DF65BCA7AA}" destId="{B2660908-CCD8-431E-9BF2-AF195F59BF37}" srcOrd="0" destOrd="0" presId="urn:microsoft.com/office/officeart/2005/8/layout/vProcess5"/>
    <dgm:cxn modelId="{212316D0-EB2F-41D4-A920-3128B4B8D4E9}" type="presOf" srcId="{9E98F076-07E6-4015-A005-26AC3C95A9E4}" destId="{F3AA50EB-93EC-41D3-92A5-3CDAD605777F}" srcOrd="0" destOrd="0" presId="urn:microsoft.com/office/officeart/2005/8/layout/vProcess5"/>
    <dgm:cxn modelId="{078C88DC-C699-45D5-B3C7-001B8640A669}" type="presOf" srcId="{E4F60E65-69ED-42AB-AC56-DF34B3C81EA0}" destId="{A4DA07B0-3941-40B1-8092-9567E76853AD}" srcOrd="0" destOrd="0" presId="urn:microsoft.com/office/officeart/2005/8/layout/vProcess5"/>
    <dgm:cxn modelId="{E40DDBE8-823E-451B-BC46-A8F0D6835732}" srcId="{0057BCE9-C1B8-4B4D-85F1-62DF65BCA7AA}" destId="{9E98F076-07E6-4015-A005-26AC3C95A9E4}" srcOrd="2" destOrd="0" parTransId="{5A68D9FF-EBEB-4C85-B9FF-F42576A18EC6}" sibTransId="{82F69728-9A7A-46D8-91A6-83F2E2E7D832}"/>
    <dgm:cxn modelId="{64A193F3-8236-4B0B-9322-BB8982009BCC}" type="presOf" srcId="{9E98F076-07E6-4015-A005-26AC3C95A9E4}" destId="{ECCA4FAB-2C18-406E-BC39-1A18FB6DFEF1}" srcOrd="1" destOrd="0" presId="urn:microsoft.com/office/officeart/2005/8/layout/vProcess5"/>
    <dgm:cxn modelId="{74EE33A3-1B9A-47CE-BA80-E1CAB4FC029A}" type="presParOf" srcId="{B2660908-CCD8-431E-9BF2-AF195F59BF37}" destId="{F189A2F6-471A-48CC-B82B-C8984EA9F188}" srcOrd="0" destOrd="0" presId="urn:microsoft.com/office/officeart/2005/8/layout/vProcess5"/>
    <dgm:cxn modelId="{13E85391-C150-4CCE-93AE-BBDDBFCD0147}" type="presParOf" srcId="{B2660908-CCD8-431E-9BF2-AF195F59BF37}" destId="{F3F96554-9D40-4C90-826F-7345399A8895}" srcOrd="1" destOrd="0" presId="urn:microsoft.com/office/officeart/2005/8/layout/vProcess5"/>
    <dgm:cxn modelId="{4F77F374-FAA4-442B-A584-BEBC81B1A7F5}" type="presParOf" srcId="{B2660908-CCD8-431E-9BF2-AF195F59BF37}" destId="{A4DA07B0-3941-40B1-8092-9567E76853AD}" srcOrd="2" destOrd="0" presId="urn:microsoft.com/office/officeart/2005/8/layout/vProcess5"/>
    <dgm:cxn modelId="{456DE7B3-1589-43F8-A73A-6AE94FB43084}" type="presParOf" srcId="{B2660908-CCD8-431E-9BF2-AF195F59BF37}" destId="{F3AA50EB-93EC-41D3-92A5-3CDAD605777F}" srcOrd="3" destOrd="0" presId="urn:microsoft.com/office/officeart/2005/8/layout/vProcess5"/>
    <dgm:cxn modelId="{279CB11B-B952-48A0-84AF-8E9B34679674}" type="presParOf" srcId="{B2660908-CCD8-431E-9BF2-AF195F59BF37}" destId="{B754D3FA-91C7-4695-B81D-345EF437EF7F}" srcOrd="4" destOrd="0" presId="urn:microsoft.com/office/officeart/2005/8/layout/vProcess5"/>
    <dgm:cxn modelId="{104A1D62-EA40-4FEF-844B-A48DA8853C98}" type="presParOf" srcId="{B2660908-CCD8-431E-9BF2-AF195F59BF37}" destId="{4F9122E9-50A0-4496-892C-9593020D3D92}" srcOrd="5" destOrd="0" presId="urn:microsoft.com/office/officeart/2005/8/layout/vProcess5"/>
    <dgm:cxn modelId="{7002DC54-441A-4A0F-B9C6-881DA8B794E9}" type="presParOf" srcId="{B2660908-CCD8-431E-9BF2-AF195F59BF37}" destId="{3C23C661-2FAD-4AD9-BC54-B0469EA85725}" srcOrd="6" destOrd="0" presId="urn:microsoft.com/office/officeart/2005/8/layout/vProcess5"/>
    <dgm:cxn modelId="{13B56540-2658-4CE3-AF77-73CA5EF21D4F}" type="presParOf" srcId="{B2660908-CCD8-431E-9BF2-AF195F59BF37}" destId="{9520941A-44C6-4468-A54E-6F3BF87B55AE}" srcOrd="7" destOrd="0" presId="urn:microsoft.com/office/officeart/2005/8/layout/vProcess5"/>
    <dgm:cxn modelId="{584812EC-9EF5-4980-B0E2-71B4B67A7CF0}" type="presParOf" srcId="{B2660908-CCD8-431E-9BF2-AF195F59BF37}" destId="{BB05CB52-03EE-4A28-AF18-60F4EA7D78FB}" srcOrd="8" destOrd="0" presId="urn:microsoft.com/office/officeart/2005/8/layout/vProcess5"/>
    <dgm:cxn modelId="{3C6FE9B9-2A6B-40A2-8E7B-2DC64FA118AE}" type="presParOf" srcId="{B2660908-CCD8-431E-9BF2-AF195F59BF37}" destId="{229B61A7-082F-4969-A0B2-62C02D20B095}" srcOrd="9" destOrd="0" presId="urn:microsoft.com/office/officeart/2005/8/layout/vProcess5"/>
    <dgm:cxn modelId="{9457888B-D793-49EF-B191-772D11011279}" type="presParOf" srcId="{B2660908-CCD8-431E-9BF2-AF195F59BF37}" destId="{D93C7677-F568-4DA5-BEE2-EDD56611E581}" srcOrd="10" destOrd="0" presId="urn:microsoft.com/office/officeart/2005/8/layout/vProcess5"/>
    <dgm:cxn modelId="{BCF0B8AC-3EB7-4244-8F52-63D0456245B2}" type="presParOf" srcId="{B2660908-CCD8-431E-9BF2-AF195F59BF37}" destId="{023C32DD-B5AF-4C03-9A52-0DE07C6D8C4F}" srcOrd="11" destOrd="0" presId="urn:microsoft.com/office/officeart/2005/8/layout/vProcess5"/>
    <dgm:cxn modelId="{5E864640-6E16-46ED-AE6D-936605C0671E}" type="presParOf" srcId="{B2660908-CCD8-431E-9BF2-AF195F59BF37}" destId="{ECCA4FAB-2C18-406E-BC39-1A18FB6DFEF1}" srcOrd="12" destOrd="0" presId="urn:microsoft.com/office/officeart/2005/8/layout/vProcess5"/>
    <dgm:cxn modelId="{135CBE4E-08C4-4E8C-9ED2-F9F51C10077D}" type="presParOf" srcId="{B2660908-CCD8-431E-9BF2-AF195F59BF37}" destId="{51DF2185-B1C1-4D82-B8AD-914A9CB4FADC}" srcOrd="13" destOrd="0" presId="urn:microsoft.com/office/officeart/2005/8/layout/vProcess5"/>
    <dgm:cxn modelId="{394A4006-BD70-4237-BE2D-C8268EACEFAA}" type="presParOf" srcId="{B2660908-CCD8-431E-9BF2-AF195F59BF37}" destId="{ED47351F-40DE-4041-99E0-6E49C84AB61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AE621C3-F849-48C0-AFB8-DC3F06848184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FE78F974-81F5-42AA-AFA4-F6DE82B7C959}">
      <dgm:prSet/>
      <dgm:spPr/>
      <dgm:t>
        <a:bodyPr/>
        <a:lstStyle/>
        <a:p>
          <a:r>
            <a:rPr lang="pt-BR"/>
            <a:t>Menção Parcial 01:</a:t>
          </a:r>
          <a:endParaRPr lang="en-US"/>
        </a:p>
      </dgm:t>
    </dgm:pt>
    <dgm:pt modelId="{13BDE5E8-8A38-4EF5-8F6C-BA8FB2AEB2B5}" type="parTrans" cxnId="{038FF06A-FDA9-4BF2-ABD9-6A7DE1B0C2A9}">
      <dgm:prSet/>
      <dgm:spPr/>
      <dgm:t>
        <a:bodyPr/>
        <a:lstStyle/>
        <a:p>
          <a:endParaRPr lang="en-US"/>
        </a:p>
      </dgm:t>
    </dgm:pt>
    <dgm:pt modelId="{D9862D28-5A24-44FF-BABE-C3BF082E6356}" type="sibTrans" cxnId="{038FF06A-FDA9-4BF2-ABD9-6A7DE1B0C2A9}">
      <dgm:prSet/>
      <dgm:spPr/>
      <dgm:t>
        <a:bodyPr/>
        <a:lstStyle/>
        <a:p>
          <a:endParaRPr lang="en-US"/>
        </a:p>
      </dgm:t>
    </dgm:pt>
    <dgm:pt modelId="{F7A6629B-833A-43DF-B8AF-535F5A13E441}">
      <dgm:prSet/>
      <dgm:spPr/>
      <dgm:t>
        <a:bodyPr/>
        <a:lstStyle/>
        <a:p>
          <a:r>
            <a:rPr lang="pt-BR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/>
        </a:p>
      </dgm:t>
    </dgm:pt>
    <dgm:pt modelId="{CB71CDE4-FD65-4F3D-A7BE-7F537D22155B}" type="parTrans" cxnId="{7161BACD-C8C6-4A21-B6BB-E2727D188230}">
      <dgm:prSet/>
      <dgm:spPr/>
      <dgm:t>
        <a:bodyPr/>
        <a:lstStyle/>
        <a:p>
          <a:endParaRPr lang="en-US"/>
        </a:p>
      </dgm:t>
    </dgm:pt>
    <dgm:pt modelId="{15122A55-9808-4D1D-A8DC-41EFBDC5BFF3}" type="sibTrans" cxnId="{7161BACD-C8C6-4A21-B6BB-E2727D188230}">
      <dgm:prSet/>
      <dgm:spPr/>
      <dgm:t>
        <a:bodyPr/>
        <a:lstStyle/>
        <a:p>
          <a:endParaRPr lang="en-US"/>
        </a:p>
      </dgm:t>
    </dgm:pt>
    <dgm:pt modelId="{2750F943-5732-4DB9-94F1-A98B193EF0E1}">
      <dgm:prSet/>
      <dgm:spPr/>
      <dgm:t>
        <a:bodyPr/>
        <a:lstStyle/>
        <a:p>
          <a:r>
            <a:rPr lang="pt-BR"/>
            <a:t>Menção Parcial 02:</a:t>
          </a:r>
          <a:endParaRPr lang="en-US"/>
        </a:p>
      </dgm:t>
    </dgm:pt>
    <dgm:pt modelId="{B1EF81AB-5B35-450C-AFDC-41BEBA7A3293}" type="parTrans" cxnId="{D0E00635-6A3A-4A6F-B687-DABFB79B16EC}">
      <dgm:prSet/>
      <dgm:spPr/>
      <dgm:t>
        <a:bodyPr/>
        <a:lstStyle/>
        <a:p>
          <a:endParaRPr lang="en-US"/>
        </a:p>
      </dgm:t>
    </dgm:pt>
    <dgm:pt modelId="{8D9A3532-D44A-431F-BBB6-96F254FF68F8}" type="sibTrans" cxnId="{D0E00635-6A3A-4A6F-B687-DABFB79B16EC}">
      <dgm:prSet/>
      <dgm:spPr/>
      <dgm:t>
        <a:bodyPr/>
        <a:lstStyle/>
        <a:p>
          <a:endParaRPr lang="en-US"/>
        </a:p>
      </dgm:t>
    </dgm:pt>
    <dgm:pt modelId="{9211D830-5D17-452F-A603-AADBAB91B136}">
      <dgm:prSet/>
      <dgm:spPr/>
      <dgm:t>
        <a:bodyPr/>
        <a:lstStyle/>
        <a:p>
          <a:r>
            <a:rPr lang="pt-BR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/>
        </a:p>
      </dgm:t>
    </dgm:pt>
    <dgm:pt modelId="{969423E7-C648-43A7-A8E9-6F07C9B6C119}" type="parTrans" cxnId="{DC17FF09-E140-4D98-BB72-125F5DFC32C2}">
      <dgm:prSet/>
      <dgm:spPr/>
      <dgm:t>
        <a:bodyPr/>
        <a:lstStyle/>
        <a:p>
          <a:endParaRPr lang="en-US"/>
        </a:p>
      </dgm:t>
    </dgm:pt>
    <dgm:pt modelId="{F186C93E-5DFE-42A3-AF85-19501D51CFD5}" type="sibTrans" cxnId="{DC17FF09-E140-4D98-BB72-125F5DFC32C2}">
      <dgm:prSet/>
      <dgm:spPr/>
      <dgm:t>
        <a:bodyPr/>
        <a:lstStyle/>
        <a:p>
          <a:endParaRPr lang="en-US"/>
        </a:p>
      </dgm:t>
    </dgm:pt>
    <dgm:pt modelId="{DD5DCDF7-BBC6-486B-B6D8-549658FD7C3E}">
      <dgm:prSet/>
      <dgm:spPr/>
      <dgm:t>
        <a:bodyPr/>
        <a:lstStyle/>
        <a:p>
          <a:r>
            <a:rPr lang="pt-BR"/>
            <a:t>A avaliação ocorrerá durante o primeiro bimestre com a publicação do resultado até o final do semestre letivo.</a:t>
          </a:r>
          <a:endParaRPr lang="en-US"/>
        </a:p>
      </dgm:t>
    </dgm:pt>
    <dgm:pt modelId="{2B70F7EB-5CBC-4ADE-AD23-3DEB154C84F0}" type="parTrans" cxnId="{B1C86D3E-7D6F-47CF-8821-C39BD9B1E825}">
      <dgm:prSet/>
      <dgm:spPr/>
      <dgm:t>
        <a:bodyPr/>
        <a:lstStyle/>
        <a:p>
          <a:endParaRPr lang="en-US"/>
        </a:p>
      </dgm:t>
    </dgm:pt>
    <dgm:pt modelId="{89D68DA7-C540-4B7F-B6FB-D8EB9A922759}" type="sibTrans" cxnId="{B1C86D3E-7D6F-47CF-8821-C39BD9B1E825}">
      <dgm:prSet/>
      <dgm:spPr/>
      <dgm:t>
        <a:bodyPr/>
        <a:lstStyle/>
        <a:p>
          <a:endParaRPr lang="en-US"/>
        </a:p>
      </dgm:t>
    </dgm:pt>
    <dgm:pt modelId="{F8EDA125-1CCE-4ED4-BD12-76C4D45D0BE6}">
      <dgm:prSet/>
      <dgm:spPr/>
      <dgm:t>
        <a:bodyPr/>
        <a:lstStyle/>
        <a:p>
          <a:r>
            <a:rPr lang="pt-BR" dirty="0"/>
            <a:t>Menção Parcial 03:</a:t>
          </a:r>
          <a:endParaRPr lang="en-US" dirty="0"/>
        </a:p>
      </dgm:t>
    </dgm:pt>
    <dgm:pt modelId="{C455C9EB-A1AB-4B2F-A54A-4F669DA3984E}" type="parTrans" cxnId="{4C857703-C9F0-4362-B3FF-9E3CDFB1D755}">
      <dgm:prSet/>
      <dgm:spPr/>
      <dgm:t>
        <a:bodyPr/>
        <a:lstStyle/>
        <a:p>
          <a:endParaRPr lang="en-US"/>
        </a:p>
      </dgm:t>
    </dgm:pt>
    <dgm:pt modelId="{D23B520F-D8D6-491E-A419-B4A2C60D83C2}" type="sibTrans" cxnId="{4C857703-C9F0-4362-B3FF-9E3CDFB1D755}">
      <dgm:prSet/>
      <dgm:spPr/>
      <dgm:t>
        <a:bodyPr/>
        <a:lstStyle/>
        <a:p>
          <a:endParaRPr lang="en-US"/>
        </a:p>
      </dgm:t>
    </dgm:pt>
    <dgm:pt modelId="{F9966893-4B7A-476F-8F87-BB985CA090AB}">
      <dgm:prSet/>
      <dgm:spPr/>
      <dgm:t>
        <a:bodyPr/>
        <a:lstStyle/>
        <a:p>
          <a:r>
            <a:rPr lang="pt-BR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dirty="0"/>
        </a:p>
      </dgm:t>
    </dgm:pt>
    <dgm:pt modelId="{79F842E8-7516-42E9-A279-EED2001EDB6F}" type="parTrans" cxnId="{00A2C559-7D44-478F-A762-271CCBB71D63}">
      <dgm:prSet/>
      <dgm:spPr/>
      <dgm:t>
        <a:bodyPr/>
        <a:lstStyle/>
        <a:p>
          <a:endParaRPr lang="en-US"/>
        </a:p>
      </dgm:t>
    </dgm:pt>
    <dgm:pt modelId="{1A6FB34C-1E41-41BC-A628-92C4BFA251D8}" type="sibTrans" cxnId="{00A2C559-7D44-478F-A762-271CCBB71D63}">
      <dgm:prSet/>
      <dgm:spPr/>
      <dgm:t>
        <a:bodyPr/>
        <a:lstStyle/>
        <a:p>
          <a:endParaRPr lang="en-US"/>
        </a:p>
      </dgm:t>
    </dgm:pt>
    <dgm:pt modelId="{51F68DBF-CC35-4706-84A3-4AE5DCD9BF5B}">
      <dgm:prSet/>
      <dgm:spPr/>
      <dgm:t>
        <a:bodyPr/>
        <a:lstStyle/>
        <a:p>
          <a:r>
            <a:rPr lang="pt-BR" dirty="0"/>
            <a:t>A avaliação ocorrerá durante o segundo bimestre com a publicação do resultado até o final do semestre letivo.</a:t>
          </a:r>
          <a:endParaRPr lang="en-US" dirty="0"/>
        </a:p>
      </dgm:t>
    </dgm:pt>
    <dgm:pt modelId="{BFC5F569-F7CC-4E01-AD78-F269202F3EAC}" type="parTrans" cxnId="{B9080520-39FF-480C-9FA6-ACAA73EB087F}">
      <dgm:prSet/>
      <dgm:spPr/>
      <dgm:t>
        <a:bodyPr/>
        <a:lstStyle/>
        <a:p>
          <a:endParaRPr lang="en-US"/>
        </a:p>
      </dgm:t>
    </dgm:pt>
    <dgm:pt modelId="{B51C9BE5-82CE-4BAB-9BA9-1F24FB1189EB}" type="sibTrans" cxnId="{B9080520-39FF-480C-9FA6-ACAA73EB087F}">
      <dgm:prSet/>
      <dgm:spPr/>
      <dgm:t>
        <a:bodyPr/>
        <a:lstStyle/>
        <a:p>
          <a:endParaRPr lang="en-US"/>
        </a:p>
      </dgm:t>
    </dgm:pt>
    <dgm:pt modelId="{9CDA9250-F815-4856-9692-5CCA7CB14E12}" type="pres">
      <dgm:prSet presAssocID="{EAE621C3-F849-48C0-AFB8-DC3F06848184}" presName="Name0" presStyleCnt="0">
        <dgm:presLayoutVars>
          <dgm:dir/>
          <dgm:animLvl val="lvl"/>
          <dgm:resizeHandles val="exact"/>
        </dgm:presLayoutVars>
      </dgm:prSet>
      <dgm:spPr/>
    </dgm:pt>
    <dgm:pt modelId="{1B577B29-58AE-4085-B40A-56192F17312B}" type="pres">
      <dgm:prSet presAssocID="{FE78F974-81F5-42AA-AFA4-F6DE82B7C959}" presName="composite" presStyleCnt="0"/>
      <dgm:spPr/>
    </dgm:pt>
    <dgm:pt modelId="{5DFFACDE-B77D-4ADB-85FA-198DD14BB2B5}" type="pres">
      <dgm:prSet presAssocID="{FE78F974-81F5-42AA-AFA4-F6DE82B7C95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9A834DD-F52C-49B0-8161-4C7BEC69B2BD}" type="pres">
      <dgm:prSet presAssocID="{FE78F974-81F5-42AA-AFA4-F6DE82B7C959}" presName="desTx" presStyleLbl="alignAccFollowNode1" presStyleIdx="0" presStyleCnt="3">
        <dgm:presLayoutVars>
          <dgm:bulletEnabled val="1"/>
        </dgm:presLayoutVars>
      </dgm:prSet>
      <dgm:spPr/>
    </dgm:pt>
    <dgm:pt modelId="{EC4EC94B-6259-4477-8561-C7AD9E7F83AC}" type="pres">
      <dgm:prSet presAssocID="{D9862D28-5A24-44FF-BABE-C3BF082E6356}" presName="space" presStyleCnt="0"/>
      <dgm:spPr/>
    </dgm:pt>
    <dgm:pt modelId="{C9886DA1-CA6C-4991-B34B-246129E56D5A}" type="pres">
      <dgm:prSet presAssocID="{2750F943-5732-4DB9-94F1-A98B193EF0E1}" presName="composite" presStyleCnt="0"/>
      <dgm:spPr/>
    </dgm:pt>
    <dgm:pt modelId="{02E27D1C-166F-43EA-9A6C-1EE18E916A40}" type="pres">
      <dgm:prSet presAssocID="{2750F943-5732-4DB9-94F1-A98B193EF0E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9FAE2A6-49D2-4426-802B-2325F85F7D65}" type="pres">
      <dgm:prSet presAssocID="{2750F943-5732-4DB9-94F1-A98B193EF0E1}" presName="desTx" presStyleLbl="alignAccFollowNode1" presStyleIdx="1" presStyleCnt="3">
        <dgm:presLayoutVars>
          <dgm:bulletEnabled val="1"/>
        </dgm:presLayoutVars>
      </dgm:prSet>
      <dgm:spPr/>
    </dgm:pt>
    <dgm:pt modelId="{33E72989-1014-44D7-AEA5-92205FF1C9ED}" type="pres">
      <dgm:prSet presAssocID="{8D9A3532-D44A-431F-BBB6-96F254FF68F8}" presName="space" presStyleCnt="0"/>
      <dgm:spPr/>
    </dgm:pt>
    <dgm:pt modelId="{C9E4D592-0C9D-4A4C-A948-61EC5AA1FA75}" type="pres">
      <dgm:prSet presAssocID="{F8EDA125-1CCE-4ED4-BD12-76C4D45D0BE6}" presName="composite" presStyleCnt="0"/>
      <dgm:spPr/>
    </dgm:pt>
    <dgm:pt modelId="{9091D9F8-6A9D-4B10-81A1-52E18C5C75A8}" type="pres">
      <dgm:prSet presAssocID="{F8EDA125-1CCE-4ED4-BD12-76C4D45D0B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8AB50F8-3385-4519-A709-933B23D6DF83}" type="pres">
      <dgm:prSet presAssocID="{F8EDA125-1CCE-4ED4-BD12-76C4D45D0B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C857703-C9F0-4362-B3FF-9E3CDFB1D755}" srcId="{EAE621C3-F849-48C0-AFB8-DC3F06848184}" destId="{F8EDA125-1CCE-4ED4-BD12-76C4D45D0BE6}" srcOrd="2" destOrd="0" parTransId="{C455C9EB-A1AB-4B2F-A54A-4F669DA3984E}" sibTransId="{D23B520F-D8D6-491E-A419-B4A2C60D83C2}"/>
    <dgm:cxn modelId="{DC17FF09-E140-4D98-BB72-125F5DFC32C2}" srcId="{2750F943-5732-4DB9-94F1-A98B193EF0E1}" destId="{9211D830-5D17-452F-A603-AADBAB91B136}" srcOrd="0" destOrd="0" parTransId="{969423E7-C648-43A7-A8E9-6F07C9B6C119}" sibTransId="{F186C93E-5DFE-42A3-AF85-19501D51CFD5}"/>
    <dgm:cxn modelId="{E3CBC211-852B-4EB2-A66A-8C8BC4AC4DBC}" type="presOf" srcId="{F7A6629B-833A-43DF-B8AF-535F5A13E441}" destId="{39A834DD-F52C-49B0-8161-4C7BEC69B2BD}" srcOrd="0" destOrd="0" presId="urn:microsoft.com/office/officeart/2005/8/layout/hList1"/>
    <dgm:cxn modelId="{B9080520-39FF-480C-9FA6-ACAA73EB087F}" srcId="{F8EDA125-1CCE-4ED4-BD12-76C4D45D0BE6}" destId="{51F68DBF-CC35-4706-84A3-4AE5DCD9BF5B}" srcOrd="1" destOrd="0" parTransId="{BFC5F569-F7CC-4E01-AD78-F269202F3EAC}" sibTransId="{B51C9BE5-82CE-4BAB-9BA9-1F24FB1189EB}"/>
    <dgm:cxn modelId="{D0E00635-6A3A-4A6F-B687-DABFB79B16EC}" srcId="{EAE621C3-F849-48C0-AFB8-DC3F06848184}" destId="{2750F943-5732-4DB9-94F1-A98B193EF0E1}" srcOrd="1" destOrd="0" parTransId="{B1EF81AB-5B35-450C-AFDC-41BEBA7A3293}" sibTransId="{8D9A3532-D44A-431F-BBB6-96F254FF68F8}"/>
    <dgm:cxn modelId="{B1C86D3E-7D6F-47CF-8821-C39BD9B1E825}" srcId="{2750F943-5732-4DB9-94F1-A98B193EF0E1}" destId="{DD5DCDF7-BBC6-486B-B6D8-549658FD7C3E}" srcOrd="1" destOrd="0" parTransId="{2B70F7EB-5CBC-4ADE-AD23-3DEB154C84F0}" sibTransId="{89D68DA7-C540-4B7F-B6FB-D8EB9A922759}"/>
    <dgm:cxn modelId="{598EFB60-FF46-4393-81AF-9A6787AE372E}" type="presOf" srcId="{EAE621C3-F849-48C0-AFB8-DC3F06848184}" destId="{9CDA9250-F815-4856-9692-5CCA7CB14E12}" srcOrd="0" destOrd="0" presId="urn:microsoft.com/office/officeart/2005/8/layout/hList1"/>
    <dgm:cxn modelId="{038FF06A-FDA9-4BF2-ABD9-6A7DE1B0C2A9}" srcId="{EAE621C3-F849-48C0-AFB8-DC3F06848184}" destId="{FE78F974-81F5-42AA-AFA4-F6DE82B7C959}" srcOrd="0" destOrd="0" parTransId="{13BDE5E8-8A38-4EF5-8F6C-BA8FB2AEB2B5}" sibTransId="{D9862D28-5A24-44FF-BABE-C3BF082E6356}"/>
    <dgm:cxn modelId="{00A2C559-7D44-478F-A762-271CCBB71D63}" srcId="{F8EDA125-1CCE-4ED4-BD12-76C4D45D0BE6}" destId="{F9966893-4B7A-476F-8F87-BB985CA090AB}" srcOrd="0" destOrd="0" parTransId="{79F842E8-7516-42E9-A279-EED2001EDB6F}" sibTransId="{1A6FB34C-1E41-41BC-A628-92C4BFA251D8}"/>
    <dgm:cxn modelId="{B96343B6-8C2E-42AF-A372-1EB1392522D2}" type="presOf" srcId="{FE78F974-81F5-42AA-AFA4-F6DE82B7C959}" destId="{5DFFACDE-B77D-4ADB-85FA-198DD14BB2B5}" srcOrd="0" destOrd="0" presId="urn:microsoft.com/office/officeart/2005/8/layout/hList1"/>
    <dgm:cxn modelId="{A872B9B9-5D7C-4299-B97B-AD2E77E46ECA}" type="presOf" srcId="{DD5DCDF7-BBC6-486B-B6D8-549658FD7C3E}" destId="{49FAE2A6-49D2-4426-802B-2325F85F7D65}" srcOrd="0" destOrd="1" presId="urn:microsoft.com/office/officeart/2005/8/layout/hList1"/>
    <dgm:cxn modelId="{7161BACD-C8C6-4A21-B6BB-E2727D188230}" srcId="{FE78F974-81F5-42AA-AFA4-F6DE82B7C959}" destId="{F7A6629B-833A-43DF-B8AF-535F5A13E441}" srcOrd="0" destOrd="0" parTransId="{CB71CDE4-FD65-4F3D-A7BE-7F537D22155B}" sibTransId="{15122A55-9808-4D1D-A8DC-41EFBDC5BFF3}"/>
    <dgm:cxn modelId="{5B8CDBCE-C232-458C-B3BE-6323BE9A9603}" type="presOf" srcId="{2750F943-5732-4DB9-94F1-A98B193EF0E1}" destId="{02E27D1C-166F-43EA-9A6C-1EE18E916A40}" srcOrd="0" destOrd="0" presId="urn:microsoft.com/office/officeart/2005/8/layout/hList1"/>
    <dgm:cxn modelId="{C9B55CE9-D42E-42D8-A8F2-B5BCBE55A958}" type="presOf" srcId="{F8EDA125-1CCE-4ED4-BD12-76C4D45D0BE6}" destId="{9091D9F8-6A9D-4B10-81A1-52E18C5C75A8}" srcOrd="0" destOrd="0" presId="urn:microsoft.com/office/officeart/2005/8/layout/hList1"/>
    <dgm:cxn modelId="{2B41CCF8-B199-4727-A88E-045762D6E250}" type="presOf" srcId="{9211D830-5D17-452F-A603-AADBAB91B136}" destId="{49FAE2A6-49D2-4426-802B-2325F85F7D65}" srcOrd="0" destOrd="0" presId="urn:microsoft.com/office/officeart/2005/8/layout/hList1"/>
    <dgm:cxn modelId="{EFA8D4FA-5123-4A1C-B1DE-B08207F899AA}" type="presOf" srcId="{F9966893-4B7A-476F-8F87-BB985CA090AB}" destId="{C8AB50F8-3385-4519-A709-933B23D6DF83}" srcOrd="0" destOrd="0" presId="urn:microsoft.com/office/officeart/2005/8/layout/hList1"/>
    <dgm:cxn modelId="{5226E0FE-72FB-4F65-BAE8-171CD4247274}" type="presOf" srcId="{51F68DBF-CC35-4706-84A3-4AE5DCD9BF5B}" destId="{C8AB50F8-3385-4519-A709-933B23D6DF83}" srcOrd="0" destOrd="1" presId="urn:microsoft.com/office/officeart/2005/8/layout/hList1"/>
    <dgm:cxn modelId="{4E354EA8-757E-4930-B519-8FC8F654C9FA}" type="presParOf" srcId="{9CDA9250-F815-4856-9692-5CCA7CB14E12}" destId="{1B577B29-58AE-4085-B40A-56192F17312B}" srcOrd="0" destOrd="0" presId="urn:microsoft.com/office/officeart/2005/8/layout/hList1"/>
    <dgm:cxn modelId="{F82BAEB1-D467-403A-8C75-4ECB1C405D9E}" type="presParOf" srcId="{1B577B29-58AE-4085-B40A-56192F17312B}" destId="{5DFFACDE-B77D-4ADB-85FA-198DD14BB2B5}" srcOrd="0" destOrd="0" presId="urn:microsoft.com/office/officeart/2005/8/layout/hList1"/>
    <dgm:cxn modelId="{846C075E-76A3-43D4-92F8-251128AB0E32}" type="presParOf" srcId="{1B577B29-58AE-4085-B40A-56192F17312B}" destId="{39A834DD-F52C-49B0-8161-4C7BEC69B2BD}" srcOrd="1" destOrd="0" presId="urn:microsoft.com/office/officeart/2005/8/layout/hList1"/>
    <dgm:cxn modelId="{1D522CED-DCE2-48C3-9062-5DE856DD3F20}" type="presParOf" srcId="{9CDA9250-F815-4856-9692-5CCA7CB14E12}" destId="{EC4EC94B-6259-4477-8561-C7AD9E7F83AC}" srcOrd="1" destOrd="0" presId="urn:microsoft.com/office/officeart/2005/8/layout/hList1"/>
    <dgm:cxn modelId="{F92166ED-6368-4825-8EFF-72B87DD009FA}" type="presParOf" srcId="{9CDA9250-F815-4856-9692-5CCA7CB14E12}" destId="{C9886DA1-CA6C-4991-B34B-246129E56D5A}" srcOrd="2" destOrd="0" presId="urn:microsoft.com/office/officeart/2005/8/layout/hList1"/>
    <dgm:cxn modelId="{FCED414E-B0FA-42F6-96E5-515A92CDB637}" type="presParOf" srcId="{C9886DA1-CA6C-4991-B34B-246129E56D5A}" destId="{02E27D1C-166F-43EA-9A6C-1EE18E916A40}" srcOrd="0" destOrd="0" presId="urn:microsoft.com/office/officeart/2005/8/layout/hList1"/>
    <dgm:cxn modelId="{01EDA844-4B8E-4DF1-8666-B5E5F1F285D8}" type="presParOf" srcId="{C9886DA1-CA6C-4991-B34B-246129E56D5A}" destId="{49FAE2A6-49D2-4426-802B-2325F85F7D65}" srcOrd="1" destOrd="0" presId="urn:microsoft.com/office/officeart/2005/8/layout/hList1"/>
    <dgm:cxn modelId="{5BC2BF50-F6CC-4297-B573-0C2A8D6375AB}" type="presParOf" srcId="{9CDA9250-F815-4856-9692-5CCA7CB14E12}" destId="{33E72989-1014-44D7-AEA5-92205FF1C9ED}" srcOrd="3" destOrd="0" presId="urn:microsoft.com/office/officeart/2005/8/layout/hList1"/>
    <dgm:cxn modelId="{95442E5B-E1E4-4991-A7BB-4FCD107249D8}" type="presParOf" srcId="{9CDA9250-F815-4856-9692-5CCA7CB14E12}" destId="{C9E4D592-0C9D-4A4C-A948-61EC5AA1FA75}" srcOrd="4" destOrd="0" presId="urn:microsoft.com/office/officeart/2005/8/layout/hList1"/>
    <dgm:cxn modelId="{316F3A7C-DD6E-474C-AA88-CAEFCEB23476}" type="presParOf" srcId="{C9E4D592-0C9D-4A4C-A948-61EC5AA1FA75}" destId="{9091D9F8-6A9D-4B10-81A1-52E18C5C75A8}" srcOrd="0" destOrd="0" presId="urn:microsoft.com/office/officeart/2005/8/layout/hList1"/>
    <dgm:cxn modelId="{47FA1066-F286-467A-B9C5-4CA1784E6B27}" type="presParOf" srcId="{C9E4D592-0C9D-4A4C-A948-61EC5AA1FA75}" destId="{C8AB50F8-3385-4519-A709-933B23D6DF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3956516-AA9D-42CA-B527-4A6375A5387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12F3C6-07D3-4882-8245-F19812AFAB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/>
        </a:p>
      </dgm:t>
    </dgm:pt>
    <dgm:pt modelId="{9FB3340C-60F3-4B51-8856-BD41CFE1018B}" type="parTrans" cxnId="{BE1DC0D6-530F-48C9-A2A4-F0325F4073C6}">
      <dgm:prSet/>
      <dgm:spPr/>
      <dgm:t>
        <a:bodyPr/>
        <a:lstStyle/>
        <a:p>
          <a:endParaRPr lang="en-US"/>
        </a:p>
      </dgm:t>
    </dgm:pt>
    <dgm:pt modelId="{6B09E710-BEAC-465C-A7B3-59C5B169161C}" type="sibTrans" cxnId="{BE1DC0D6-530F-48C9-A2A4-F0325F4073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5B33D0-D66C-4E2F-BF55-07FD73C14EC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Além da avaliação pela menção, para ser aprovado na disciplina o aluno que obtiver frequência igual ou superior a 75% do total de aulas ou atividades realizadas. </a:t>
          </a:r>
          <a:endParaRPr lang="en-US"/>
        </a:p>
      </dgm:t>
    </dgm:pt>
    <dgm:pt modelId="{55EA4806-6708-4E43-9E44-B12454475554}" type="parTrans" cxnId="{33C29DA5-0D98-4111-9825-0AF584E7D1B0}">
      <dgm:prSet/>
      <dgm:spPr/>
      <dgm:t>
        <a:bodyPr/>
        <a:lstStyle/>
        <a:p>
          <a:endParaRPr lang="en-US"/>
        </a:p>
      </dgm:t>
    </dgm:pt>
    <dgm:pt modelId="{140BE3A3-BCA7-417B-82F8-C4EB9FF6B66F}" type="sibTrans" cxnId="{33C29DA5-0D98-4111-9825-0AF584E7D1B0}">
      <dgm:prSet/>
      <dgm:spPr/>
      <dgm:t>
        <a:bodyPr/>
        <a:lstStyle/>
        <a:p>
          <a:endParaRPr lang="en-US"/>
        </a:p>
      </dgm:t>
    </dgm:pt>
    <dgm:pt modelId="{3F0DAAD3-F823-4CE7-84C0-29FBBAAE6670}" type="pres">
      <dgm:prSet presAssocID="{23956516-AA9D-42CA-B527-4A6375A53878}" presName="root" presStyleCnt="0">
        <dgm:presLayoutVars>
          <dgm:dir/>
          <dgm:resizeHandles val="exact"/>
        </dgm:presLayoutVars>
      </dgm:prSet>
      <dgm:spPr/>
    </dgm:pt>
    <dgm:pt modelId="{3EDD8EED-E826-403E-BAE9-A9C80E55FF44}" type="pres">
      <dgm:prSet presAssocID="{23956516-AA9D-42CA-B527-4A6375A53878}" presName="container" presStyleCnt="0">
        <dgm:presLayoutVars>
          <dgm:dir/>
          <dgm:resizeHandles val="exact"/>
        </dgm:presLayoutVars>
      </dgm:prSet>
      <dgm:spPr/>
    </dgm:pt>
    <dgm:pt modelId="{C9F2D882-A889-4728-852A-A84A91E15603}" type="pres">
      <dgm:prSet presAssocID="{CC12F3C6-07D3-4882-8245-F19812AFABFA}" presName="compNode" presStyleCnt="0"/>
      <dgm:spPr/>
    </dgm:pt>
    <dgm:pt modelId="{BE45B588-F469-4499-8B7A-4DC5492CB7A2}" type="pres">
      <dgm:prSet presAssocID="{CC12F3C6-07D3-4882-8245-F19812AFABFA}" presName="iconBgRect" presStyleLbl="bgShp" presStyleIdx="0" presStyleCnt="2"/>
      <dgm:spPr/>
    </dgm:pt>
    <dgm:pt modelId="{77FF8424-11CA-4937-8259-FA229161F81F}" type="pres">
      <dgm:prSet presAssocID="{CC12F3C6-07D3-4882-8245-F19812AFABF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30C2E5B-DC5E-4BFC-BC5D-4198801DEB3C}" type="pres">
      <dgm:prSet presAssocID="{CC12F3C6-07D3-4882-8245-F19812AFABFA}" presName="spaceRect" presStyleCnt="0"/>
      <dgm:spPr/>
    </dgm:pt>
    <dgm:pt modelId="{2197E136-D830-4EB5-BCD2-83DDC601452C}" type="pres">
      <dgm:prSet presAssocID="{CC12F3C6-07D3-4882-8245-F19812AFABFA}" presName="textRect" presStyleLbl="revTx" presStyleIdx="0" presStyleCnt="2">
        <dgm:presLayoutVars>
          <dgm:chMax val="1"/>
          <dgm:chPref val="1"/>
        </dgm:presLayoutVars>
      </dgm:prSet>
      <dgm:spPr/>
    </dgm:pt>
    <dgm:pt modelId="{7D672081-942D-4DEE-A27C-083EF98F8BCD}" type="pres">
      <dgm:prSet presAssocID="{6B09E710-BEAC-465C-A7B3-59C5B169161C}" presName="sibTrans" presStyleLbl="sibTrans2D1" presStyleIdx="0" presStyleCnt="0"/>
      <dgm:spPr/>
    </dgm:pt>
    <dgm:pt modelId="{918CE02E-A0F4-45F1-8981-85CF405ECAFC}" type="pres">
      <dgm:prSet presAssocID="{5E5B33D0-D66C-4E2F-BF55-07FD73C14EC2}" presName="compNode" presStyleCnt="0"/>
      <dgm:spPr/>
    </dgm:pt>
    <dgm:pt modelId="{40371F49-4261-4972-8CF2-7E5803D58CCB}" type="pres">
      <dgm:prSet presAssocID="{5E5B33D0-D66C-4E2F-BF55-07FD73C14EC2}" presName="iconBgRect" presStyleLbl="bgShp" presStyleIdx="1" presStyleCnt="2"/>
      <dgm:spPr/>
    </dgm:pt>
    <dgm:pt modelId="{17E89E5C-CEEC-4F6C-8805-AE3AEF4910B1}" type="pres">
      <dgm:prSet presAssocID="{5E5B33D0-D66C-4E2F-BF55-07FD73C14E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BA0B6BE8-50BF-4D11-B2C6-73B0BF1CFC62}" type="pres">
      <dgm:prSet presAssocID="{5E5B33D0-D66C-4E2F-BF55-07FD73C14EC2}" presName="spaceRect" presStyleCnt="0"/>
      <dgm:spPr/>
    </dgm:pt>
    <dgm:pt modelId="{2E8D1255-20C3-4BFD-B906-42FEC3B7E7EE}" type="pres">
      <dgm:prSet presAssocID="{5E5B33D0-D66C-4E2F-BF55-07FD73C14E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E1A371-0C76-4C92-8C3D-CE4CB5691756}" type="presOf" srcId="{6B09E710-BEAC-465C-A7B3-59C5B169161C}" destId="{7D672081-942D-4DEE-A27C-083EF98F8BCD}" srcOrd="0" destOrd="0" presId="urn:microsoft.com/office/officeart/2018/2/layout/IconCircleList"/>
    <dgm:cxn modelId="{5CFDDE7D-C0F7-41F8-8000-26756458FEEB}" type="presOf" srcId="{23956516-AA9D-42CA-B527-4A6375A53878}" destId="{3F0DAAD3-F823-4CE7-84C0-29FBBAAE6670}" srcOrd="0" destOrd="0" presId="urn:microsoft.com/office/officeart/2018/2/layout/IconCircleList"/>
    <dgm:cxn modelId="{33C29DA5-0D98-4111-9825-0AF584E7D1B0}" srcId="{23956516-AA9D-42CA-B527-4A6375A53878}" destId="{5E5B33D0-D66C-4E2F-BF55-07FD73C14EC2}" srcOrd="1" destOrd="0" parTransId="{55EA4806-6708-4E43-9E44-B12454475554}" sibTransId="{140BE3A3-BCA7-417B-82F8-C4EB9FF6B66F}"/>
    <dgm:cxn modelId="{DD9590AE-F17A-4D42-A950-594869733D1B}" type="presOf" srcId="{CC12F3C6-07D3-4882-8245-F19812AFABFA}" destId="{2197E136-D830-4EB5-BCD2-83DDC601452C}" srcOrd="0" destOrd="0" presId="urn:microsoft.com/office/officeart/2018/2/layout/IconCircleList"/>
    <dgm:cxn modelId="{E239B4B4-EE0D-4440-835F-E22D502FEB32}" type="presOf" srcId="{5E5B33D0-D66C-4E2F-BF55-07FD73C14EC2}" destId="{2E8D1255-20C3-4BFD-B906-42FEC3B7E7EE}" srcOrd="0" destOrd="0" presId="urn:microsoft.com/office/officeart/2018/2/layout/IconCircleList"/>
    <dgm:cxn modelId="{BE1DC0D6-530F-48C9-A2A4-F0325F4073C6}" srcId="{23956516-AA9D-42CA-B527-4A6375A53878}" destId="{CC12F3C6-07D3-4882-8245-F19812AFABFA}" srcOrd="0" destOrd="0" parTransId="{9FB3340C-60F3-4B51-8856-BD41CFE1018B}" sibTransId="{6B09E710-BEAC-465C-A7B3-59C5B169161C}"/>
    <dgm:cxn modelId="{506FC652-5E41-4FE6-BF11-9A8491BB9D9C}" type="presParOf" srcId="{3F0DAAD3-F823-4CE7-84C0-29FBBAAE6670}" destId="{3EDD8EED-E826-403E-BAE9-A9C80E55FF44}" srcOrd="0" destOrd="0" presId="urn:microsoft.com/office/officeart/2018/2/layout/IconCircleList"/>
    <dgm:cxn modelId="{6F36A7A5-F0DA-4DF5-8B37-33CD7DDA8882}" type="presParOf" srcId="{3EDD8EED-E826-403E-BAE9-A9C80E55FF44}" destId="{C9F2D882-A889-4728-852A-A84A91E15603}" srcOrd="0" destOrd="0" presId="urn:microsoft.com/office/officeart/2018/2/layout/IconCircleList"/>
    <dgm:cxn modelId="{813C4319-45A0-464F-9F33-AC2EA2089804}" type="presParOf" srcId="{C9F2D882-A889-4728-852A-A84A91E15603}" destId="{BE45B588-F469-4499-8B7A-4DC5492CB7A2}" srcOrd="0" destOrd="0" presId="urn:microsoft.com/office/officeart/2018/2/layout/IconCircleList"/>
    <dgm:cxn modelId="{55276098-BCD2-4C4A-BC7E-9DDC77654518}" type="presParOf" srcId="{C9F2D882-A889-4728-852A-A84A91E15603}" destId="{77FF8424-11CA-4937-8259-FA229161F81F}" srcOrd="1" destOrd="0" presId="urn:microsoft.com/office/officeart/2018/2/layout/IconCircleList"/>
    <dgm:cxn modelId="{FEC82FB4-F957-4DC8-AA43-53E45E774408}" type="presParOf" srcId="{C9F2D882-A889-4728-852A-A84A91E15603}" destId="{330C2E5B-DC5E-4BFC-BC5D-4198801DEB3C}" srcOrd="2" destOrd="0" presId="urn:microsoft.com/office/officeart/2018/2/layout/IconCircleList"/>
    <dgm:cxn modelId="{7A79EF0E-252F-41D9-932B-B17E48B67A7C}" type="presParOf" srcId="{C9F2D882-A889-4728-852A-A84A91E15603}" destId="{2197E136-D830-4EB5-BCD2-83DDC601452C}" srcOrd="3" destOrd="0" presId="urn:microsoft.com/office/officeart/2018/2/layout/IconCircleList"/>
    <dgm:cxn modelId="{BA55BFB1-ECDC-4D99-92EB-2FA971C21CC0}" type="presParOf" srcId="{3EDD8EED-E826-403E-BAE9-A9C80E55FF44}" destId="{7D672081-942D-4DEE-A27C-083EF98F8BCD}" srcOrd="1" destOrd="0" presId="urn:microsoft.com/office/officeart/2018/2/layout/IconCircleList"/>
    <dgm:cxn modelId="{0F2786BF-4C21-492C-8F06-E3FC24590A49}" type="presParOf" srcId="{3EDD8EED-E826-403E-BAE9-A9C80E55FF44}" destId="{918CE02E-A0F4-45F1-8981-85CF405ECAFC}" srcOrd="2" destOrd="0" presId="urn:microsoft.com/office/officeart/2018/2/layout/IconCircleList"/>
    <dgm:cxn modelId="{F246A767-E70C-492E-ABF0-2CB06C953FD5}" type="presParOf" srcId="{918CE02E-A0F4-45F1-8981-85CF405ECAFC}" destId="{40371F49-4261-4972-8CF2-7E5803D58CCB}" srcOrd="0" destOrd="0" presId="urn:microsoft.com/office/officeart/2018/2/layout/IconCircleList"/>
    <dgm:cxn modelId="{9C42F292-3CC0-421A-84D5-DE9803E520CD}" type="presParOf" srcId="{918CE02E-A0F4-45F1-8981-85CF405ECAFC}" destId="{17E89E5C-CEEC-4F6C-8805-AE3AEF4910B1}" srcOrd="1" destOrd="0" presId="urn:microsoft.com/office/officeart/2018/2/layout/IconCircleList"/>
    <dgm:cxn modelId="{D22E802F-760A-40A4-9D77-90797C19E76C}" type="presParOf" srcId="{918CE02E-A0F4-45F1-8981-85CF405ECAFC}" destId="{BA0B6BE8-50BF-4D11-B2C6-73B0BF1CFC62}" srcOrd="2" destOrd="0" presId="urn:microsoft.com/office/officeart/2018/2/layout/IconCircleList"/>
    <dgm:cxn modelId="{87B3CABD-8DAD-4705-968A-A7D456779C32}" type="presParOf" srcId="{918CE02E-A0F4-45F1-8981-85CF405ECAFC}" destId="{2E8D1255-20C3-4BFD-B906-42FEC3B7E7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5969DC0-2881-467C-B6D8-4DC12D7BE68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E4D4559-42AE-49BA-8604-4C5C55434E9D}">
      <dgm:prSet/>
      <dgm:spPr/>
      <dgm:t>
        <a:bodyPr/>
        <a:lstStyle/>
        <a:p>
          <a:r>
            <a:rPr lang="pt-BR"/>
            <a:t>Básica</a:t>
          </a:r>
          <a:endParaRPr lang="en-US"/>
        </a:p>
      </dgm:t>
    </dgm:pt>
    <dgm:pt modelId="{CAAE76EF-515C-42A1-B720-03FC2D4ACD56}" type="parTrans" cxnId="{B6705D75-33FB-4741-A959-56608352E6DC}">
      <dgm:prSet/>
      <dgm:spPr/>
      <dgm:t>
        <a:bodyPr/>
        <a:lstStyle/>
        <a:p>
          <a:endParaRPr lang="en-US"/>
        </a:p>
      </dgm:t>
    </dgm:pt>
    <dgm:pt modelId="{AC1E474B-32F3-4DF1-A67C-30A4F4DB0319}" type="sibTrans" cxnId="{B6705D75-33FB-4741-A959-56608352E6DC}">
      <dgm:prSet/>
      <dgm:spPr/>
      <dgm:t>
        <a:bodyPr/>
        <a:lstStyle/>
        <a:p>
          <a:endParaRPr lang="en-US"/>
        </a:p>
      </dgm:t>
    </dgm:pt>
    <dgm:pt modelId="{BF2A6656-53A9-4E45-9F54-B5159DA85B99}">
      <dgm:prSet/>
      <dgm:spPr/>
      <dgm:t>
        <a:bodyPr/>
        <a:lstStyle/>
        <a:p>
          <a:r>
            <a:rPr lang="pt-BR"/>
            <a:t>Complementar </a:t>
          </a:r>
          <a:endParaRPr lang="en-US"/>
        </a:p>
      </dgm:t>
    </dgm:pt>
    <dgm:pt modelId="{2ED7B577-657C-4D33-AC2E-80D4C26B830C}" type="parTrans" cxnId="{52692DC9-BA2E-4D21-8188-5421A54A70BB}">
      <dgm:prSet/>
      <dgm:spPr/>
      <dgm:t>
        <a:bodyPr/>
        <a:lstStyle/>
        <a:p>
          <a:endParaRPr lang="en-US"/>
        </a:p>
      </dgm:t>
    </dgm:pt>
    <dgm:pt modelId="{1E2201ED-8C50-4CCB-970F-D5D9EEB9AEA5}" type="sibTrans" cxnId="{52692DC9-BA2E-4D21-8188-5421A54A70BB}">
      <dgm:prSet/>
      <dgm:spPr/>
      <dgm:t>
        <a:bodyPr/>
        <a:lstStyle/>
        <a:p>
          <a:endParaRPr lang="en-US"/>
        </a:p>
      </dgm:t>
    </dgm:pt>
    <dgm:pt modelId="{EA619002-0EE0-4B38-A1D4-A8BB379E8B8B}">
      <dgm:prSet/>
      <dgm:spPr/>
      <dgm:t>
        <a:bodyPr/>
        <a:lstStyle/>
        <a:p>
          <a:r>
            <a:rPr lang="pt-BR" dirty="0"/>
            <a:t>ARAÚJO, </a:t>
          </a:r>
          <a:r>
            <a:rPr lang="pt-BR" dirty="0" err="1"/>
            <a:t>Roberson</a:t>
          </a:r>
          <a:r>
            <a:rPr lang="pt-BR" dirty="0"/>
            <a:t> Cesar Alves de. </a:t>
          </a:r>
          <a:r>
            <a:rPr lang="pt-BR" dirty="0" err="1"/>
            <a:t>Urban</a:t>
          </a:r>
          <a:r>
            <a:rPr lang="pt-BR" dirty="0"/>
            <a:t> data </a:t>
          </a:r>
          <a:r>
            <a:rPr lang="pt-BR" dirty="0" err="1"/>
            <a:t>analytics</a:t>
          </a:r>
          <a:r>
            <a:rPr lang="pt-BR" dirty="0"/>
            <a:t>, </a:t>
          </a:r>
          <a:r>
            <a:rPr lang="pt-BR" dirty="0" err="1"/>
            <a:t>urban</a:t>
          </a:r>
          <a:r>
            <a:rPr lang="pt-BR" dirty="0"/>
            <a:t> big data e IOT. 1. ed. Curitiba: </a:t>
          </a:r>
          <a:r>
            <a:rPr lang="pt-BR" dirty="0" err="1"/>
            <a:t>Contentus</a:t>
          </a:r>
          <a:r>
            <a:rPr lang="pt-BR" dirty="0"/>
            <a:t>, 2020. PEARSON</a:t>
          </a:r>
          <a:endParaRPr lang="en-US" dirty="0"/>
        </a:p>
      </dgm:t>
    </dgm:pt>
    <dgm:pt modelId="{2D313EED-4F4D-46F5-BCB3-A91FE191792D}" type="parTrans" cxnId="{2AB53F90-5A1F-4005-A4C3-E60E2F9111C8}">
      <dgm:prSet/>
      <dgm:spPr/>
      <dgm:t>
        <a:bodyPr/>
        <a:lstStyle/>
        <a:p>
          <a:endParaRPr lang="en-US"/>
        </a:p>
      </dgm:t>
    </dgm:pt>
    <dgm:pt modelId="{BC98ACC5-6D72-49B6-A9E9-7EC90D294082}" type="sibTrans" cxnId="{2AB53F90-5A1F-4005-A4C3-E60E2F9111C8}">
      <dgm:prSet/>
      <dgm:spPr/>
      <dgm:t>
        <a:bodyPr/>
        <a:lstStyle/>
        <a:p>
          <a:endParaRPr lang="en-US"/>
        </a:p>
      </dgm:t>
    </dgm:pt>
    <dgm:pt modelId="{763B8615-6AFE-414D-9D28-F9C680F73ACF}">
      <dgm:prSet/>
      <dgm:spPr/>
      <dgm:t>
        <a:bodyPr/>
        <a:lstStyle/>
        <a:p>
          <a:r>
            <a:rPr lang="pt-BR" dirty="0"/>
            <a:t>PADILHA, Juliana; SOARES, Juliane. </a:t>
          </a:r>
          <a:r>
            <a:rPr lang="pt-BR" dirty="0" err="1"/>
            <a:t>Analytics</a:t>
          </a:r>
          <a:r>
            <a:rPr lang="pt-BR" dirty="0"/>
            <a:t> para big data. Porto Alegre: Grupo A, 2022. MINHA BIBLIOTECA</a:t>
          </a:r>
          <a:endParaRPr lang="en-US" dirty="0"/>
        </a:p>
      </dgm:t>
    </dgm:pt>
    <dgm:pt modelId="{3225B12B-D851-4878-A42E-C416EA385EA0}" type="sibTrans" cxnId="{B2209B7F-61B9-4AA2-9C20-39E34F033A3B}">
      <dgm:prSet/>
      <dgm:spPr/>
      <dgm:t>
        <a:bodyPr/>
        <a:lstStyle/>
        <a:p>
          <a:endParaRPr lang="en-US"/>
        </a:p>
      </dgm:t>
    </dgm:pt>
    <dgm:pt modelId="{99B453E2-B124-4521-BB62-BA4C883E4FCD}" type="parTrans" cxnId="{B2209B7F-61B9-4AA2-9C20-39E34F033A3B}">
      <dgm:prSet/>
      <dgm:spPr/>
      <dgm:t>
        <a:bodyPr/>
        <a:lstStyle/>
        <a:p>
          <a:endParaRPr lang="en-US"/>
        </a:p>
      </dgm:t>
    </dgm:pt>
    <dgm:pt modelId="{E7CAB626-220E-46A6-A80A-AB3A2A5DCB1A}">
      <dgm:prSet/>
      <dgm:spPr/>
      <dgm:t>
        <a:bodyPr/>
        <a:lstStyle/>
        <a:p>
          <a:r>
            <a:rPr lang="pt-BR"/>
            <a:t>PEREIRA, Mariana; BERLINCK, Fabiano. Framework de Big Data. Porto Alegre: Grupo A, 2020. MINHA BIBLIOTECA</a:t>
          </a:r>
        </a:p>
      </dgm:t>
    </dgm:pt>
    <dgm:pt modelId="{898E401B-8060-4F3A-A983-05E17ED2664E}" type="parTrans" cxnId="{654DE4F3-5E5D-450B-953D-266F5902A288}">
      <dgm:prSet/>
      <dgm:spPr/>
      <dgm:t>
        <a:bodyPr/>
        <a:lstStyle/>
        <a:p>
          <a:endParaRPr lang="pt-BR"/>
        </a:p>
      </dgm:t>
    </dgm:pt>
    <dgm:pt modelId="{B2769615-859E-4F58-A724-8F0CAFF2ACC3}" type="sibTrans" cxnId="{654DE4F3-5E5D-450B-953D-266F5902A288}">
      <dgm:prSet/>
      <dgm:spPr/>
      <dgm:t>
        <a:bodyPr/>
        <a:lstStyle/>
        <a:p>
          <a:endParaRPr lang="pt-BR"/>
        </a:p>
      </dgm:t>
    </dgm:pt>
    <dgm:pt modelId="{B10A6AD4-4818-4D81-92AB-A1A67F2D481B}">
      <dgm:prSet/>
      <dgm:spPr/>
      <dgm:t>
        <a:bodyPr/>
        <a:lstStyle/>
        <a:p>
          <a:r>
            <a:rPr lang="pt-BR"/>
            <a:t>SANTOS, Roger; BORDIN, Maycon. Fundamentos de Big Data. Porto Alegre: Grupo A, 2021. MINHA BIBLIOTECA</a:t>
          </a:r>
        </a:p>
      </dgm:t>
    </dgm:pt>
    <dgm:pt modelId="{CDA045AF-8FC9-4332-BFEA-13B1B436A8F7}" type="parTrans" cxnId="{4F2C35D1-80AA-4947-BC05-C8AB54F3F31F}">
      <dgm:prSet/>
      <dgm:spPr/>
      <dgm:t>
        <a:bodyPr/>
        <a:lstStyle/>
        <a:p>
          <a:endParaRPr lang="pt-BR"/>
        </a:p>
      </dgm:t>
    </dgm:pt>
    <dgm:pt modelId="{804D6D03-37BC-4F92-9F61-11D47B444890}" type="sibTrans" cxnId="{4F2C35D1-80AA-4947-BC05-C8AB54F3F31F}">
      <dgm:prSet/>
      <dgm:spPr/>
      <dgm:t>
        <a:bodyPr/>
        <a:lstStyle/>
        <a:p>
          <a:endParaRPr lang="pt-BR"/>
        </a:p>
      </dgm:t>
    </dgm:pt>
    <dgm:pt modelId="{CB8045D3-BD8A-41BE-8F88-F4E4D3A00C51}">
      <dgm:prSet/>
      <dgm:spPr/>
      <dgm:t>
        <a:bodyPr/>
        <a:lstStyle/>
        <a:p>
          <a:r>
            <a:rPr lang="pt-BR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gm:t>
    </dgm:pt>
    <dgm:pt modelId="{E6C99946-88AF-4DB6-85B1-FFC691C41CC4}" type="parTrans" cxnId="{2367EE9E-69A2-4018-ADB2-5C564C6FFE5B}">
      <dgm:prSet/>
      <dgm:spPr/>
      <dgm:t>
        <a:bodyPr/>
        <a:lstStyle/>
        <a:p>
          <a:endParaRPr lang="pt-BR"/>
        </a:p>
      </dgm:t>
    </dgm:pt>
    <dgm:pt modelId="{35A3BBF9-9D1D-493C-90CB-8E0084D8839B}" type="sibTrans" cxnId="{2367EE9E-69A2-4018-ADB2-5C564C6FFE5B}">
      <dgm:prSet/>
      <dgm:spPr/>
      <dgm:t>
        <a:bodyPr/>
        <a:lstStyle/>
        <a:p>
          <a:endParaRPr lang="pt-BR"/>
        </a:p>
      </dgm:t>
    </dgm:pt>
    <dgm:pt modelId="{B644C883-7BCF-4BF9-9E47-0403062136FD}">
      <dgm:prSet/>
      <dgm:spPr/>
      <dgm:t>
        <a:bodyPr/>
        <a:lstStyle/>
        <a:p>
          <a:r>
            <a:rPr lang="pt-BR"/>
            <a:t>BASSO, Douglas Eduardo. Big data. Curitiba: Contentus, 2020. PEARSON</a:t>
          </a:r>
        </a:p>
      </dgm:t>
    </dgm:pt>
    <dgm:pt modelId="{7C6A84DD-2A9F-403C-B9E1-D3F9A83EB2D2}" type="parTrans" cxnId="{9E75A299-6035-4FD4-B3CD-C4F6307A367A}">
      <dgm:prSet/>
      <dgm:spPr/>
      <dgm:t>
        <a:bodyPr/>
        <a:lstStyle/>
        <a:p>
          <a:endParaRPr lang="pt-BR"/>
        </a:p>
      </dgm:t>
    </dgm:pt>
    <dgm:pt modelId="{0D827411-CB92-4DFC-B286-8BE0D05EACBF}" type="sibTrans" cxnId="{9E75A299-6035-4FD4-B3CD-C4F6307A367A}">
      <dgm:prSet/>
      <dgm:spPr/>
      <dgm:t>
        <a:bodyPr/>
        <a:lstStyle/>
        <a:p>
          <a:endParaRPr lang="pt-BR"/>
        </a:p>
      </dgm:t>
    </dgm:pt>
    <dgm:pt modelId="{66FB9910-838B-4DA0-878C-3D4599410079}">
      <dgm:prSet/>
      <dgm:spPr/>
      <dgm:t>
        <a:bodyPr/>
        <a:lstStyle/>
        <a:p>
          <a:r>
            <a:rPr lang="en-US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</dgm:t>
    </dgm:pt>
    <dgm:pt modelId="{0A26F57F-7AB0-4454-A716-7BCBD9F7A122}" type="parTrans" cxnId="{E1923885-06EE-4FB4-A871-D8FE5A3C3079}">
      <dgm:prSet/>
      <dgm:spPr/>
      <dgm:t>
        <a:bodyPr/>
        <a:lstStyle/>
        <a:p>
          <a:endParaRPr lang="pt-BR"/>
        </a:p>
      </dgm:t>
    </dgm:pt>
    <dgm:pt modelId="{1C01878F-22C4-46E0-AE8D-E78746E0E8FC}" type="sibTrans" cxnId="{E1923885-06EE-4FB4-A871-D8FE5A3C3079}">
      <dgm:prSet/>
      <dgm:spPr/>
      <dgm:t>
        <a:bodyPr/>
        <a:lstStyle/>
        <a:p>
          <a:endParaRPr lang="pt-BR"/>
        </a:p>
      </dgm:t>
    </dgm:pt>
    <dgm:pt modelId="{1DAB1C80-3BD4-48C5-93CE-D687DAA35EB8}">
      <dgm:prSet/>
      <dgm:spPr/>
      <dgm:t>
        <a:bodyPr/>
        <a:lstStyle/>
        <a:p>
          <a:r>
            <a:rPr lang="pt-BR"/>
            <a:t>GOMES, Elisabeth ; BRAGA, Fabiane. Inteligência Competitiva Tempos Big Data. Rio de Janeiro: Alta Books. 2017. MINHA BIBLIOTECA</a:t>
          </a:r>
        </a:p>
      </dgm:t>
    </dgm:pt>
    <dgm:pt modelId="{80BA3453-7572-458C-A5BB-DF23F038BDDC}" type="parTrans" cxnId="{3C844D52-9709-430C-A85B-4063197CC2FA}">
      <dgm:prSet/>
      <dgm:spPr/>
      <dgm:t>
        <a:bodyPr/>
        <a:lstStyle/>
        <a:p>
          <a:endParaRPr lang="pt-BR"/>
        </a:p>
      </dgm:t>
    </dgm:pt>
    <dgm:pt modelId="{04E22DAF-ADEA-410F-8C89-6A63B0593083}" type="sibTrans" cxnId="{3C844D52-9709-430C-A85B-4063197CC2FA}">
      <dgm:prSet/>
      <dgm:spPr/>
      <dgm:t>
        <a:bodyPr/>
        <a:lstStyle/>
        <a:p>
          <a:endParaRPr lang="pt-BR"/>
        </a:p>
      </dgm:t>
    </dgm:pt>
    <dgm:pt modelId="{CC95E25B-EEBA-422C-858A-C57EB0621927}">
      <dgm:prSet/>
      <dgm:spPr/>
      <dgm:t>
        <a:bodyPr/>
        <a:lstStyle/>
        <a:p>
          <a:r>
            <a:rPr lang="pt-BR"/>
            <a:t>LACERDA, Paulo S; ARAÚJO, Mariana. Programação em Big Data com R. Porto Alegre: Grupo A, 2021. MINHA BIBLIOTECA</a:t>
          </a:r>
        </a:p>
      </dgm:t>
    </dgm:pt>
    <dgm:pt modelId="{B9B2E958-3C69-43EC-A732-6B8763D23F58}" type="parTrans" cxnId="{C61D32AB-9D17-426D-A7B0-3EEDBE8756A3}">
      <dgm:prSet/>
      <dgm:spPr/>
      <dgm:t>
        <a:bodyPr/>
        <a:lstStyle/>
        <a:p>
          <a:endParaRPr lang="pt-BR"/>
        </a:p>
      </dgm:t>
    </dgm:pt>
    <dgm:pt modelId="{98664927-9E5A-4486-8C9A-952777740EA6}" type="sibTrans" cxnId="{C61D32AB-9D17-426D-A7B0-3EEDBE8756A3}">
      <dgm:prSet/>
      <dgm:spPr/>
      <dgm:t>
        <a:bodyPr/>
        <a:lstStyle/>
        <a:p>
          <a:endParaRPr lang="pt-BR"/>
        </a:p>
      </dgm:t>
    </dgm:pt>
    <dgm:pt modelId="{B688A639-3A1F-49F2-96A2-0366247341FA}">
      <dgm:prSet/>
      <dgm:spPr/>
      <dgm:t>
        <a:bodyPr/>
        <a:lstStyle/>
        <a:p>
          <a:r>
            <a:rPr lang="pt-BR"/>
            <a:t>TAURION, Cezar. Big data. 1. ed. Rio de Janeiro: Brasport, 2013. PEARSON</a:t>
          </a:r>
        </a:p>
      </dgm:t>
    </dgm:pt>
    <dgm:pt modelId="{0060D8C3-A344-4761-A3C7-4710FFBE9F49}" type="parTrans" cxnId="{E826C127-DE25-4E38-A773-F8E765A26F09}">
      <dgm:prSet/>
      <dgm:spPr/>
      <dgm:t>
        <a:bodyPr/>
        <a:lstStyle/>
        <a:p>
          <a:endParaRPr lang="pt-BR"/>
        </a:p>
      </dgm:t>
    </dgm:pt>
    <dgm:pt modelId="{8ADFA431-E183-421E-9780-DD7B85EDCC6D}" type="sibTrans" cxnId="{E826C127-DE25-4E38-A773-F8E765A26F09}">
      <dgm:prSet/>
      <dgm:spPr/>
      <dgm:t>
        <a:bodyPr/>
        <a:lstStyle/>
        <a:p>
          <a:endParaRPr lang="pt-BR"/>
        </a:p>
      </dgm:t>
    </dgm:pt>
    <dgm:pt modelId="{D0C6F33C-ED80-4E2C-99C8-D0B0587FE0DB}">
      <dgm:prSet/>
      <dgm:spPr/>
      <dgm:t>
        <a:bodyPr/>
        <a:lstStyle/>
        <a:p>
          <a:r>
            <a:rPr lang="pt-BR"/>
            <a:t>UA1 - Arquiteturas de computadores - 44720</a:t>
          </a:r>
        </a:p>
      </dgm:t>
    </dgm:pt>
    <dgm:pt modelId="{660DFFE4-9B24-4EE8-BB1A-3BED72DF16E5}" type="parTrans" cxnId="{CAFC6D11-7730-4A9F-B281-0DC0A109F2D0}">
      <dgm:prSet/>
      <dgm:spPr/>
      <dgm:t>
        <a:bodyPr/>
        <a:lstStyle/>
        <a:p>
          <a:endParaRPr lang="pt-BR"/>
        </a:p>
      </dgm:t>
    </dgm:pt>
    <dgm:pt modelId="{D2D898EC-B6EF-4673-9B96-9B9412E0F9F3}" type="sibTrans" cxnId="{CAFC6D11-7730-4A9F-B281-0DC0A109F2D0}">
      <dgm:prSet/>
      <dgm:spPr/>
      <dgm:t>
        <a:bodyPr/>
        <a:lstStyle/>
        <a:p>
          <a:endParaRPr lang="pt-BR"/>
        </a:p>
      </dgm:t>
    </dgm:pt>
    <dgm:pt modelId="{5F057DD3-BC26-4AD4-829B-C205BAA066A1}">
      <dgm:prSet/>
      <dgm:spPr/>
      <dgm:t>
        <a:bodyPr/>
        <a:lstStyle/>
        <a:p>
          <a:r>
            <a:rPr lang="pt-BR"/>
            <a:t>UA2 - Ferramentas utilizadas em ciência de dados e Big Data - 31614</a:t>
          </a:r>
        </a:p>
      </dgm:t>
    </dgm:pt>
    <dgm:pt modelId="{DC224F76-9C22-4D8D-A424-1C2C22DE4E3F}" type="parTrans" cxnId="{5CC7B4EB-82A3-4700-AA70-9522EB957A07}">
      <dgm:prSet/>
      <dgm:spPr/>
      <dgm:t>
        <a:bodyPr/>
        <a:lstStyle/>
        <a:p>
          <a:endParaRPr lang="pt-BR"/>
        </a:p>
      </dgm:t>
    </dgm:pt>
    <dgm:pt modelId="{CA966673-BB48-464E-8521-07AD95375EA9}" type="sibTrans" cxnId="{5CC7B4EB-82A3-4700-AA70-9522EB957A07}">
      <dgm:prSet/>
      <dgm:spPr/>
      <dgm:t>
        <a:bodyPr/>
        <a:lstStyle/>
        <a:p>
          <a:endParaRPr lang="pt-BR"/>
        </a:p>
      </dgm:t>
    </dgm:pt>
    <dgm:pt modelId="{DC396495-AD93-46AA-A1CE-FC7A0772FBE1}">
      <dgm:prSet/>
      <dgm:spPr/>
      <dgm:t>
        <a:bodyPr/>
        <a:lstStyle/>
        <a:p>
          <a:r>
            <a:rPr lang="pt-BR"/>
            <a:t>UA3 - Ciência de dados e Big Data - 19897</a:t>
          </a:r>
        </a:p>
      </dgm:t>
    </dgm:pt>
    <dgm:pt modelId="{9D1BBAA2-78A0-4157-9C24-0FDE2749A87C}" type="parTrans" cxnId="{6C8B679F-DC5F-4275-9DBF-AA6DEFBD1DBA}">
      <dgm:prSet/>
      <dgm:spPr/>
      <dgm:t>
        <a:bodyPr/>
        <a:lstStyle/>
        <a:p>
          <a:endParaRPr lang="pt-BR"/>
        </a:p>
      </dgm:t>
    </dgm:pt>
    <dgm:pt modelId="{96E4932C-70DD-4ADB-B1D9-BCC6A2B4BA66}" type="sibTrans" cxnId="{6C8B679F-DC5F-4275-9DBF-AA6DEFBD1DBA}">
      <dgm:prSet/>
      <dgm:spPr/>
      <dgm:t>
        <a:bodyPr/>
        <a:lstStyle/>
        <a:p>
          <a:endParaRPr lang="pt-BR"/>
        </a:p>
      </dgm:t>
    </dgm:pt>
    <dgm:pt modelId="{6F9EFB26-DD6E-440A-8D82-28BF666DBA7E}">
      <dgm:prSet/>
      <dgm:spPr/>
      <dgm:t>
        <a:bodyPr/>
        <a:lstStyle/>
        <a:p>
          <a:r>
            <a:rPr lang="pt-BR" dirty="0"/>
            <a:t>UA4 - Papéis dos envolvidos em projetos de Big Data e ciência dos dados - 31616</a:t>
          </a:r>
        </a:p>
      </dgm:t>
    </dgm:pt>
    <dgm:pt modelId="{09DAAF23-D0F7-42AE-85E1-10A41F6CD606}" type="parTrans" cxnId="{666A1EF2-6317-4727-8D7C-C73AE65C3C99}">
      <dgm:prSet/>
      <dgm:spPr/>
      <dgm:t>
        <a:bodyPr/>
        <a:lstStyle/>
        <a:p>
          <a:endParaRPr lang="pt-BR"/>
        </a:p>
      </dgm:t>
    </dgm:pt>
    <dgm:pt modelId="{5DB56606-08EC-4CD9-838B-F9662A561089}" type="sibTrans" cxnId="{666A1EF2-6317-4727-8D7C-C73AE65C3C99}">
      <dgm:prSet/>
      <dgm:spPr/>
      <dgm:t>
        <a:bodyPr/>
        <a:lstStyle/>
        <a:p>
          <a:endParaRPr lang="pt-BR"/>
        </a:p>
      </dgm:t>
    </dgm:pt>
    <dgm:pt modelId="{A55BA91D-AF74-4A3E-8A0A-BE27CA01EF8E}" type="pres">
      <dgm:prSet presAssocID="{55969DC0-2881-467C-B6D8-4DC12D7BE686}" presName="linear" presStyleCnt="0">
        <dgm:presLayoutVars>
          <dgm:dir/>
          <dgm:animLvl val="lvl"/>
          <dgm:resizeHandles val="exact"/>
        </dgm:presLayoutVars>
      </dgm:prSet>
      <dgm:spPr/>
    </dgm:pt>
    <dgm:pt modelId="{7FDE1489-F82B-422F-AAA2-C1D233D99846}" type="pres">
      <dgm:prSet presAssocID="{FE4D4559-42AE-49BA-8604-4C5C55434E9D}" presName="parentLin" presStyleCnt="0"/>
      <dgm:spPr/>
    </dgm:pt>
    <dgm:pt modelId="{BE16A6D6-8FA0-4F09-8336-B3C006DF2041}" type="pres">
      <dgm:prSet presAssocID="{FE4D4559-42AE-49BA-8604-4C5C55434E9D}" presName="parentLeftMargin" presStyleLbl="node1" presStyleIdx="0" presStyleCnt="2"/>
      <dgm:spPr/>
    </dgm:pt>
    <dgm:pt modelId="{30C84674-8782-4053-A0FE-3FA9D9E9CA80}" type="pres">
      <dgm:prSet presAssocID="{FE4D4559-42AE-49BA-8604-4C5C55434E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856C1B-1BF8-4615-9635-AD526FBE6747}" type="pres">
      <dgm:prSet presAssocID="{FE4D4559-42AE-49BA-8604-4C5C55434E9D}" presName="negativeSpace" presStyleCnt="0"/>
      <dgm:spPr/>
    </dgm:pt>
    <dgm:pt modelId="{B2F3E913-60CE-4329-A56A-E080B85FFFFB}" type="pres">
      <dgm:prSet presAssocID="{FE4D4559-42AE-49BA-8604-4C5C55434E9D}" presName="childText" presStyleLbl="conFgAcc1" presStyleIdx="0" presStyleCnt="2">
        <dgm:presLayoutVars>
          <dgm:bulletEnabled val="1"/>
        </dgm:presLayoutVars>
      </dgm:prSet>
      <dgm:spPr/>
    </dgm:pt>
    <dgm:pt modelId="{8B021C1D-D543-4570-9341-CC1DE3FC200B}" type="pres">
      <dgm:prSet presAssocID="{AC1E474B-32F3-4DF1-A67C-30A4F4DB0319}" presName="spaceBetweenRectangles" presStyleCnt="0"/>
      <dgm:spPr/>
    </dgm:pt>
    <dgm:pt modelId="{7C5DB9ED-ED4F-45B6-B570-C16684318DCA}" type="pres">
      <dgm:prSet presAssocID="{BF2A6656-53A9-4E45-9F54-B5159DA85B99}" presName="parentLin" presStyleCnt="0"/>
      <dgm:spPr/>
    </dgm:pt>
    <dgm:pt modelId="{ED5A10E1-DDB8-45CB-BC10-E5F4EA7FB6CB}" type="pres">
      <dgm:prSet presAssocID="{BF2A6656-53A9-4E45-9F54-B5159DA85B99}" presName="parentLeftMargin" presStyleLbl="node1" presStyleIdx="0" presStyleCnt="2"/>
      <dgm:spPr/>
    </dgm:pt>
    <dgm:pt modelId="{651EAF6A-BD44-4106-B67A-BD27DF6A5F08}" type="pres">
      <dgm:prSet presAssocID="{BF2A6656-53A9-4E45-9F54-B5159DA85B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B43D27E-1B1C-4720-9648-46D658D0CAE7}" type="pres">
      <dgm:prSet presAssocID="{BF2A6656-53A9-4E45-9F54-B5159DA85B99}" presName="negativeSpace" presStyleCnt="0"/>
      <dgm:spPr/>
    </dgm:pt>
    <dgm:pt modelId="{F19856E2-0B45-4814-8E2A-2FE76D02A899}" type="pres">
      <dgm:prSet presAssocID="{BF2A6656-53A9-4E45-9F54-B5159DA85B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AFC6D11-7730-4A9F-B281-0DC0A109F2D0}" srcId="{BF2A6656-53A9-4E45-9F54-B5159DA85B99}" destId="{D0C6F33C-ED80-4E2C-99C8-D0B0587FE0DB}" srcOrd="6" destOrd="0" parTransId="{660DFFE4-9B24-4EE8-BB1A-3BED72DF16E5}" sibTransId="{D2D898EC-B6EF-4673-9B96-9B9412E0F9F3}"/>
    <dgm:cxn modelId="{0A76EE1B-9A9D-4A94-920B-DC6356043153}" type="presOf" srcId="{55969DC0-2881-467C-B6D8-4DC12D7BE686}" destId="{A55BA91D-AF74-4A3E-8A0A-BE27CA01EF8E}" srcOrd="0" destOrd="0" presId="urn:microsoft.com/office/officeart/2005/8/layout/list1"/>
    <dgm:cxn modelId="{E826C127-DE25-4E38-A773-F8E765A26F09}" srcId="{BF2A6656-53A9-4E45-9F54-B5159DA85B99}" destId="{B688A639-3A1F-49F2-96A2-0366247341FA}" srcOrd="5" destOrd="0" parTransId="{0060D8C3-A344-4761-A3C7-4710FFBE9F49}" sibTransId="{8ADFA431-E183-421E-9780-DD7B85EDCC6D}"/>
    <dgm:cxn modelId="{BDE8B443-6DB9-4594-88FF-4A4786C2F861}" type="presOf" srcId="{B10A6AD4-4818-4D81-92AB-A1A67F2D481B}" destId="{B2F3E913-60CE-4329-A56A-E080B85FFFFB}" srcOrd="0" destOrd="2" presId="urn:microsoft.com/office/officeart/2005/8/layout/list1"/>
    <dgm:cxn modelId="{3EEEF944-A556-49A4-A6DE-DFC94D8A3421}" type="presOf" srcId="{763B8615-6AFE-414D-9D28-F9C680F73ACF}" destId="{B2F3E913-60CE-4329-A56A-E080B85FFFFB}" srcOrd="0" destOrd="0" presId="urn:microsoft.com/office/officeart/2005/8/layout/list1"/>
    <dgm:cxn modelId="{B6DBE666-8A5D-4ED2-96F5-F2D49E2439BC}" type="presOf" srcId="{5F057DD3-BC26-4AD4-829B-C205BAA066A1}" destId="{F19856E2-0B45-4814-8E2A-2FE76D02A899}" srcOrd="0" destOrd="7" presId="urn:microsoft.com/office/officeart/2005/8/layout/list1"/>
    <dgm:cxn modelId="{BD419268-0A40-4F6E-991F-9E94182767B2}" type="presOf" srcId="{B688A639-3A1F-49F2-96A2-0366247341FA}" destId="{F19856E2-0B45-4814-8E2A-2FE76D02A899}" srcOrd="0" destOrd="5" presId="urn:microsoft.com/office/officeart/2005/8/layout/list1"/>
    <dgm:cxn modelId="{848AB74B-6F50-4461-8747-2B0B30990A8C}" type="presOf" srcId="{1DAB1C80-3BD4-48C5-93CE-D687DAA35EB8}" destId="{F19856E2-0B45-4814-8E2A-2FE76D02A899}" srcOrd="0" destOrd="3" presId="urn:microsoft.com/office/officeart/2005/8/layout/list1"/>
    <dgm:cxn modelId="{AD70A150-32B8-4208-BBAB-178AF9C697F3}" type="presOf" srcId="{66FB9910-838B-4DA0-878C-3D4599410079}" destId="{F19856E2-0B45-4814-8E2A-2FE76D02A899}" srcOrd="0" destOrd="2" presId="urn:microsoft.com/office/officeart/2005/8/layout/list1"/>
    <dgm:cxn modelId="{3C844D52-9709-430C-A85B-4063197CC2FA}" srcId="{BF2A6656-53A9-4E45-9F54-B5159DA85B99}" destId="{1DAB1C80-3BD4-48C5-93CE-D687DAA35EB8}" srcOrd="3" destOrd="0" parTransId="{80BA3453-7572-458C-A5BB-DF23F038BDDC}" sibTransId="{04E22DAF-ADEA-410F-8C89-6A63B0593083}"/>
    <dgm:cxn modelId="{8F27C472-688A-4E74-959D-5467F2BED5C9}" type="presOf" srcId="{DC396495-AD93-46AA-A1CE-FC7A0772FBE1}" destId="{F19856E2-0B45-4814-8E2A-2FE76D02A899}" srcOrd="0" destOrd="8" presId="urn:microsoft.com/office/officeart/2005/8/layout/list1"/>
    <dgm:cxn modelId="{A7E7DE72-4E26-4585-B91A-392D528EBDB0}" type="presOf" srcId="{BF2A6656-53A9-4E45-9F54-B5159DA85B99}" destId="{ED5A10E1-DDB8-45CB-BC10-E5F4EA7FB6CB}" srcOrd="0" destOrd="0" presId="urn:microsoft.com/office/officeart/2005/8/layout/list1"/>
    <dgm:cxn modelId="{97E95F73-16A6-4ADC-8BF5-8D9C5316F7E3}" type="presOf" srcId="{EA619002-0EE0-4B38-A1D4-A8BB379E8B8B}" destId="{F19856E2-0B45-4814-8E2A-2FE76D02A899}" srcOrd="0" destOrd="0" presId="urn:microsoft.com/office/officeart/2005/8/layout/list1"/>
    <dgm:cxn modelId="{B6705D75-33FB-4741-A959-56608352E6DC}" srcId="{55969DC0-2881-467C-B6D8-4DC12D7BE686}" destId="{FE4D4559-42AE-49BA-8604-4C5C55434E9D}" srcOrd="0" destOrd="0" parTransId="{CAAE76EF-515C-42A1-B720-03FC2D4ACD56}" sibTransId="{AC1E474B-32F3-4DF1-A67C-30A4F4DB0319}"/>
    <dgm:cxn modelId="{80975B57-58B0-4D2D-98D7-98FC7F1419E4}" type="presOf" srcId="{6F9EFB26-DD6E-440A-8D82-28BF666DBA7E}" destId="{F19856E2-0B45-4814-8E2A-2FE76D02A899}" srcOrd="0" destOrd="9" presId="urn:microsoft.com/office/officeart/2005/8/layout/list1"/>
    <dgm:cxn modelId="{B2209B7F-61B9-4AA2-9C20-39E34F033A3B}" srcId="{FE4D4559-42AE-49BA-8604-4C5C55434E9D}" destId="{763B8615-6AFE-414D-9D28-F9C680F73ACF}" srcOrd="0" destOrd="0" parTransId="{99B453E2-B124-4521-BB62-BA4C883E4FCD}" sibTransId="{3225B12B-D851-4878-A42E-C416EA385EA0}"/>
    <dgm:cxn modelId="{E1923885-06EE-4FB4-A871-D8FE5A3C3079}" srcId="{BF2A6656-53A9-4E45-9F54-B5159DA85B99}" destId="{66FB9910-838B-4DA0-878C-3D4599410079}" srcOrd="2" destOrd="0" parTransId="{0A26F57F-7AB0-4454-A716-7BCBD9F7A122}" sibTransId="{1C01878F-22C4-46E0-AE8D-E78746E0E8FC}"/>
    <dgm:cxn modelId="{2AB53F90-5A1F-4005-A4C3-E60E2F9111C8}" srcId="{BF2A6656-53A9-4E45-9F54-B5159DA85B99}" destId="{EA619002-0EE0-4B38-A1D4-A8BB379E8B8B}" srcOrd="0" destOrd="0" parTransId="{2D313EED-4F4D-46F5-BCB3-A91FE191792D}" sibTransId="{BC98ACC5-6D72-49B6-A9E9-7EC90D294082}"/>
    <dgm:cxn modelId="{ABDE8692-F5D1-48A9-AE38-9EDD9BEBF933}" type="presOf" srcId="{BF2A6656-53A9-4E45-9F54-B5159DA85B99}" destId="{651EAF6A-BD44-4106-B67A-BD27DF6A5F08}" srcOrd="1" destOrd="0" presId="urn:microsoft.com/office/officeart/2005/8/layout/list1"/>
    <dgm:cxn modelId="{98776E94-2226-4169-9561-C255B93FA689}" type="presOf" srcId="{CB8045D3-BD8A-41BE-8F88-F4E4D3A00C51}" destId="{B2F3E913-60CE-4329-A56A-E080B85FFFFB}" srcOrd="0" destOrd="3" presId="urn:microsoft.com/office/officeart/2005/8/layout/list1"/>
    <dgm:cxn modelId="{F059E597-1B69-4408-8741-4E02534560BB}" type="presOf" srcId="{FE4D4559-42AE-49BA-8604-4C5C55434E9D}" destId="{30C84674-8782-4053-A0FE-3FA9D9E9CA80}" srcOrd="1" destOrd="0" presId="urn:microsoft.com/office/officeart/2005/8/layout/list1"/>
    <dgm:cxn modelId="{9E75A299-6035-4FD4-B3CD-C4F6307A367A}" srcId="{BF2A6656-53A9-4E45-9F54-B5159DA85B99}" destId="{B644C883-7BCF-4BF9-9E47-0403062136FD}" srcOrd="1" destOrd="0" parTransId="{7C6A84DD-2A9F-403C-B9E1-D3F9A83EB2D2}" sibTransId="{0D827411-CB92-4DFC-B286-8BE0D05EACBF}"/>
    <dgm:cxn modelId="{2367EE9E-69A2-4018-ADB2-5C564C6FFE5B}" srcId="{FE4D4559-42AE-49BA-8604-4C5C55434E9D}" destId="{CB8045D3-BD8A-41BE-8F88-F4E4D3A00C51}" srcOrd="3" destOrd="0" parTransId="{E6C99946-88AF-4DB6-85B1-FFC691C41CC4}" sibTransId="{35A3BBF9-9D1D-493C-90CB-8E0084D8839B}"/>
    <dgm:cxn modelId="{6C8B679F-DC5F-4275-9DBF-AA6DEFBD1DBA}" srcId="{BF2A6656-53A9-4E45-9F54-B5159DA85B99}" destId="{DC396495-AD93-46AA-A1CE-FC7A0772FBE1}" srcOrd="8" destOrd="0" parTransId="{9D1BBAA2-78A0-4157-9C24-0FDE2749A87C}" sibTransId="{96E4932C-70DD-4ADB-B1D9-BCC6A2B4BA66}"/>
    <dgm:cxn modelId="{C61D32AB-9D17-426D-A7B0-3EEDBE8756A3}" srcId="{BF2A6656-53A9-4E45-9F54-B5159DA85B99}" destId="{CC95E25B-EEBA-422C-858A-C57EB0621927}" srcOrd="4" destOrd="0" parTransId="{B9B2E958-3C69-43EC-A732-6B8763D23F58}" sibTransId="{98664927-9E5A-4486-8C9A-952777740EA6}"/>
    <dgm:cxn modelId="{893DFCB4-CDF7-4325-9AF6-A2BC85E72122}" type="presOf" srcId="{E7CAB626-220E-46A6-A80A-AB3A2A5DCB1A}" destId="{B2F3E913-60CE-4329-A56A-E080B85FFFFB}" srcOrd="0" destOrd="1" presId="urn:microsoft.com/office/officeart/2005/8/layout/list1"/>
    <dgm:cxn modelId="{26DA1CB8-3656-4A7A-B40C-C94DBC9A20C6}" type="presOf" srcId="{FE4D4559-42AE-49BA-8604-4C5C55434E9D}" destId="{BE16A6D6-8FA0-4F09-8336-B3C006DF2041}" srcOrd="0" destOrd="0" presId="urn:microsoft.com/office/officeart/2005/8/layout/list1"/>
    <dgm:cxn modelId="{52692DC9-BA2E-4D21-8188-5421A54A70BB}" srcId="{55969DC0-2881-467C-B6D8-4DC12D7BE686}" destId="{BF2A6656-53A9-4E45-9F54-B5159DA85B99}" srcOrd="1" destOrd="0" parTransId="{2ED7B577-657C-4D33-AC2E-80D4C26B830C}" sibTransId="{1E2201ED-8C50-4CCB-970F-D5D9EEB9AEA5}"/>
    <dgm:cxn modelId="{388E94CA-3C7C-4C15-8A39-554674D09C04}" type="presOf" srcId="{B644C883-7BCF-4BF9-9E47-0403062136FD}" destId="{F19856E2-0B45-4814-8E2A-2FE76D02A899}" srcOrd="0" destOrd="1" presId="urn:microsoft.com/office/officeart/2005/8/layout/list1"/>
    <dgm:cxn modelId="{4F2C35D1-80AA-4947-BC05-C8AB54F3F31F}" srcId="{FE4D4559-42AE-49BA-8604-4C5C55434E9D}" destId="{B10A6AD4-4818-4D81-92AB-A1A67F2D481B}" srcOrd="2" destOrd="0" parTransId="{CDA045AF-8FC9-4332-BFEA-13B1B436A8F7}" sibTransId="{804D6D03-37BC-4F92-9F61-11D47B444890}"/>
    <dgm:cxn modelId="{5CC7B4EB-82A3-4700-AA70-9522EB957A07}" srcId="{BF2A6656-53A9-4E45-9F54-B5159DA85B99}" destId="{5F057DD3-BC26-4AD4-829B-C205BAA066A1}" srcOrd="7" destOrd="0" parTransId="{DC224F76-9C22-4D8D-A424-1C2C22DE4E3F}" sibTransId="{CA966673-BB48-464E-8521-07AD95375EA9}"/>
    <dgm:cxn modelId="{0937FCEF-86FE-4757-B572-BD5057408593}" type="presOf" srcId="{CC95E25B-EEBA-422C-858A-C57EB0621927}" destId="{F19856E2-0B45-4814-8E2A-2FE76D02A899}" srcOrd="0" destOrd="4" presId="urn:microsoft.com/office/officeart/2005/8/layout/list1"/>
    <dgm:cxn modelId="{361660F0-606A-4CC3-96AF-C70D8B434150}" type="presOf" srcId="{D0C6F33C-ED80-4E2C-99C8-D0B0587FE0DB}" destId="{F19856E2-0B45-4814-8E2A-2FE76D02A899}" srcOrd="0" destOrd="6" presId="urn:microsoft.com/office/officeart/2005/8/layout/list1"/>
    <dgm:cxn modelId="{666A1EF2-6317-4727-8D7C-C73AE65C3C99}" srcId="{BF2A6656-53A9-4E45-9F54-B5159DA85B99}" destId="{6F9EFB26-DD6E-440A-8D82-28BF666DBA7E}" srcOrd="9" destOrd="0" parTransId="{09DAAF23-D0F7-42AE-85E1-10A41F6CD606}" sibTransId="{5DB56606-08EC-4CD9-838B-F9662A561089}"/>
    <dgm:cxn modelId="{654DE4F3-5E5D-450B-953D-266F5902A288}" srcId="{FE4D4559-42AE-49BA-8604-4C5C55434E9D}" destId="{E7CAB626-220E-46A6-A80A-AB3A2A5DCB1A}" srcOrd="1" destOrd="0" parTransId="{898E401B-8060-4F3A-A983-05E17ED2664E}" sibTransId="{B2769615-859E-4F58-A724-8F0CAFF2ACC3}"/>
    <dgm:cxn modelId="{30154633-1C2C-4A80-A654-00D0C47FF961}" type="presParOf" srcId="{A55BA91D-AF74-4A3E-8A0A-BE27CA01EF8E}" destId="{7FDE1489-F82B-422F-AAA2-C1D233D99846}" srcOrd="0" destOrd="0" presId="urn:microsoft.com/office/officeart/2005/8/layout/list1"/>
    <dgm:cxn modelId="{084DC765-1E1E-45E4-B89D-6DC2CE6CED3D}" type="presParOf" srcId="{7FDE1489-F82B-422F-AAA2-C1D233D99846}" destId="{BE16A6D6-8FA0-4F09-8336-B3C006DF2041}" srcOrd="0" destOrd="0" presId="urn:microsoft.com/office/officeart/2005/8/layout/list1"/>
    <dgm:cxn modelId="{14D141D9-4BE9-4012-8755-5548188FF424}" type="presParOf" srcId="{7FDE1489-F82B-422F-AAA2-C1D233D99846}" destId="{30C84674-8782-4053-A0FE-3FA9D9E9CA80}" srcOrd="1" destOrd="0" presId="urn:microsoft.com/office/officeart/2005/8/layout/list1"/>
    <dgm:cxn modelId="{21B01D5E-6A8D-4999-AE23-47DE6D5E4D9D}" type="presParOf" srcId="{A55BA91D-AF74-4A3E-8A0A-BE27CA01EF8E}" destId="{88856C1B-1BF8-4615-9635-AD526FBE6747}" srcOrd="1" destOrd="0" presId="urn:microsoft.com/office/officeart/2005/8/layout/list1"/>
    <dgm:cxn modelId="{809FEB68-870E-4E29-8EAA-12CB880A89B6}" type="presParOf" srcId="{A55BA91D-AF74-4A3E-8A0A-BE27CA01EF8E}" destId="{B2F3E913-60CE-4329-A56A-E080B85FFFFB}" srcOrd="2" destOrd="0" presId="urn:microsoft.com/office/officeart/2005/8/layout/list1"/>
    <dgm:cxn modelId="{284D558A-DECA-4520-9DA7-5AE5A4FD49E7}" type="presParOf" srcId="{A55BA91D-AF74-4A3E-8A0A-BE27CA01EF8E}" destId="{8B021C1D-D543-4570-9341-CC1DE3FC200B}" srcOrd="3" destOrd="0" presId="urn:microsoft.com/office/officeart/2005/8/layout/list1"/>
    <dgm:cxn modelId="{FBA43A43-D6D6-406C-92F5-0514FBC65A29}" type="presParOf" srcId="{A55BA91D-AF74-4A3E-8A0A-BE27CA01EF8E}" destId="{7C5DB9ED-ED4F-45B6-B570-C16684318DCA}" srcOrd="4" destOrd="0" presId="urn:microsoft.com/office/officeart/2005/8/layout/list1"/>
    <dgm:cxn modelId="{880DC25E-6A84-48AC-83C8-90933ADDEEBF}" type="presParOf" srcId="{7C5DB9ED-ED4F-45B6-B570-C16684318DCA}" destId="{ED5A10E1-DDB8-45CB-BC10-E5F4EA7FB6CB}" srcOrd="0" destOrd="0" presId="urn:microsoft.com/office/officeart/2005/8/layout/list1"/>
    <dgm:cxn modelId="{9943790C-84B5-4256-B810-8DAC6BECBE98}" type="presParOf" srcId="{7C5DB9ED-ED4F-45B6-B570-C16684318DCA}" destId="{651EAF6A-BD44-4106-B67A-BD27DF6A5F08}" srcOrd="1" destOrd="0" presId="urn:microsoft.com/office/officeart/2005/8/layout/list1"/>
    <dgm:cxn modelId="{6A2F593C-7A41-4FF4-BE9D-495F76CC8DB7}" type="presParOf" srcId="{A55BA91D-AF74-4A3E-8A0A-BE27CA01EF8E}" destId="{BB43D27E-1B1C-4720-9648-46D658D0CAE7}" srcOrd="5" destOrd="0" presId="urn:microsoft.com/office/officeart/2005/8/layout/list1"/>
    <dgm:cxn modelId="{DEAFDD85-8B29-4982-A839-BD97FD2B2FC9}" type="presParOf" srcId="{A55BA91D-AF74-4A3E-8A0A-BE27CA01EF8E}" destId="{F19856E2-0B45-4814-8E2A-2FE76D02A8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C7811-E1C2-434C-992A-86A4652B6E8C}">
      <dsp:nvSpPr>
        <dsp:cNvPr id="0" name=""/>
        <dsp:cNvSpPr/>
      </dsp:nvSpPr>
      <dsp:spPr>
        <a:xfrm>
          <a:off x="0" y="337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697A3-FBEF-456D-B197-149D4F8EDF72}">
      <dsp:nvSpPr>
        <dsp:cNvPr id="0" name=""/>
        <dsp:cNvSpPr/>
      </dsp:nvSpPr>
      <dsp:spPr>
        <a:xfrm>
          <a:off x="140651" y="104954"/>
          <a:ext cx="255730" cy="2557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310AA-1A0D-4641-9370-11C3871CC811}">
      <dsp:nvSpPr>
        <dsp:cNvPr id="0" name=""/>
        <dsp:cNvSpPr/>
      </dsp:nvSpPr>
      <dsp:spPr>
        <a:xfrm>
          <a:off x="537034" y="337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Atividade: Os 5Vs no Meu Mundo</a:t>
          </a:r>
          <a:endParaRPr lang="en-US" sz="1600" kern="1200" dirty="0"/>
        </a:p>
      </dsp:txBody>
      <dsp:txXfrm>
        <a:off x="537034" y="337"/>
        <a:ext cx="4146914" cy="464964"/>
      </dsp:txXfrm>
    </dsp:sp>
    <dsp:sp modelId="{27A37D85-3376-4183-B375-F5692D088C0A}">
      <dsp:nvSpPr>
        <dsp:cNvPr id="0" name=""/>
        <dsp:cNvSpPr/>
      </dsp:nvSpPr>
      <dsp:spPr>
        <a:xfrm>
          <a:off x="0" y="581543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42868-D0A1-473D-A72C-94BB0878C317}">
      <dsp:nvSpPr>
        <dsp:cNvPr id="0" name=""/>
        <dsp:cNvSpPr/>
      </dsp:nvSpPr>
      <dsp:spPr>
        <a:xfrm>
          <a:off x="140651" y="686160"/>
          <a:ext cx="255730" cy="2557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44A61-4AE3-4101-98BD-AAF0898B6DFF}">
      <dsp:nvSpPr>
        <dsp:cNvPr id="0" name=""/>
        <dsp:cNvSpPr/>
      </dsp:nvSpPr>
      <dsp:spPr>
        <a:xfrm>
          <a:off x="537034" y="581543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 que é Big Data</a:t>
          </a:r>
          <a:endParaRPr lang="en-US" sz="1600" kern="1200" dirty="0"/>
        </a:p>
      </dsp:txBody>
      <dsp:txXfrm>
        <a:off x="537034" y="581543"/>
        <a:ext cx="4146914" cy="464964"/>
      </dsp:txXfrm>
    </dsp:sp>
    <dsp:sp modelId="{FD144301-C64D-4825-A141-AEC64E91185C}">
      <dsp:nvSpPr>
        <dsp:cNvPr id="0" name=""/>
        <dsp:cNvSpPr/>
      </dsp:nvSpPr>
      <dsp:spPr>
        <a:xfrm>
          <a:off x="0" y="1162749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CD52D-5D76-444F-B9F6-B8862BD72579}">
      <dsp:nvSpPr>
        <dsp:cNvPr id="0" name=""/>
        <dsp:cNvSpPr/>
      </dsp:nvSpPr>
      <dsp:spPr>
        <a:xfrm>
          <a:off x="140651" y="1267366"/>
          <a:ext cx="255730" cy="2557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9269F-30D5-4927-B388-F09CF8B539E4}">
      <dsp:nvSpPr>
        <dsp:cNvPr id="0" name=""/>
        <dsp:cNvSpPr/>
      </dsp:nvSpPr>
      <dsp:spPr>
        <a:xfrm>
          <a:off x="537034" y="1162749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Os 5Vs do Big Data</a:t>
          </a:r>
          <a:endParaRPr lang="en-US" sz="1600" kern="1200" dirty="0"/>
        </a:p>
      </dsp:txBody>
      <dsp:txXfrm>
        <a:off x="537034" y="1162749"/>
        <a:ext cx="4146914" cy="464964"/>
      </dsp:txXfrm>
    </dsp:sp>
    <dsp:sp modelId="{803F44DE-8CD4-456C-911C-1F3DA00B22E1}">
      <dsp:nvSpPr>
        <dsp:cNvPr id="0" name=""/>
        <dsp:cNvSpPr/>
      </dsp:nvSpPr>
      <dsp:spPr>
        <a:xfrm>
          <a:off x="0" y="1743955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31B6F-AEF7-4814-A35E-4FC4BF489D7C}">
      <dsp:nvSpPr>
        <dsp:cNvPr id="0" name=""/>
        <dsp:cNvSpPr/>
      </dsp:nvSpPr>
      <dsp:spPr>
        <a:xfrm>
          <a:off x="140651" y="1848572"/>
          <a:ext cx="255730" cy="2557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08E7A-0705-42BB-8C2C-825A7DA3FAB1}">
      <dsp:nvSpPr>
        <dsp:cNvPr id="0" name=""/>
        <dsp:cNvSpPr/>
      </dsp:nvSpPr>
      <dsp:spPr>
        <a:xfrm>
          <a:off x="537034" y="1743955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Exemplos de Big Data</a:t>
          </a:r>
          <a:endParaRPr lang="en-US" sz="1600" kern="1200" dirty="0"/>
        </a:p>
      </dsp:txBody>
      <dsp:txXfrm>
        <a:off x="537034" y="1743955"/>
        <a:ext cx="4146914" cy="464964"/>
      </dsp:txXfrm>
    </dsp:sp>
    <dsp:sp modelId="{B532D536-8197-4885-B396-0D3394E3C40D}">
      <dsp:nvSpPr>
        <dsp:cNvPr id="0" name=""/>
        <dsp:cNvSpPr/>
      </dsp:nvSpPr>
      <dsp:spPr>
        <a:xfrm>
          <a:off x="0" y="2325160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F839B-BF2B-4A6F-8A55-DFD1F5FA359C}">
      <dsp:nvSpPr>
        <dsp:cNvPr id="0" name=""/>
        <dsp:cNvSpPr/>
      </dsp:nvSpPr>
      <dsp:spPr>
        <a:xfrm>
          <a:off x="140651" y="2429778"/>
          <a:ext cx="255730" cy="2557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C847F-C109-4725-973A-46BD1E26F834}">
      <dsp:nvSpPr>
        <dsp:cNvPr id="0" name=""/>
        <dsp:cNvSpPr/>
      </dsp:nvSpPr>
      <dsp:spPr>
        <a:xfrm>
          <a:off x="537034" y="2325160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Estudo de Caso - Aplicando os 5Vs</a:t>
          </a:r>
          <a:endParaRPr lang="en-US" sz="1600" kern="1200" dirty="0"/>
        </a:p>
      </dsp:txBody>
      <dsp:txXfrm>
        <a:off x="537034" y="2325160"/>
        <a:ext cx="4146914" cy="464964"/>
      </dsp:txXfrm>
    </dsp:sp>
    <dsp:sp modelId="{01DD9525-6458-405F-8CAC-C2DB1AC7A5EC}">
      <dsp:nvSpPr>
        <dsp:cNvPr id="0" name=""/>
        <dsp:cNvSpPr/>
      </dsp:nvSpPr>
      <dsp:spPr>
        <a:xfrm>
          <a:off x="0" y="2906366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C1736-58C7-48A4-877C-6941F1EA8DD4}">
      <dsp:nvSpPr>
        <dsp:cNvPr id="0" name=""/>
        <dsp:cNvSpPr/>
      </dsp:nvSpPr>
      <dsp:spPr>
        <a:xfrm>
          <a:off x="140651" y="3010983"/>
          <a:ext cx="255730" cy="2557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11F37-E918-41A8-8B3E-2D4C53BE7AD1}">
      <dsp:nvSpPr>
        <dsp:cNvPr id="0" name=""/>
        <dsp:cNvSpPr/>
      </dsp:nvSpPr>
      <dsp:spPr>
        <a:xfrm>
          <a:off x="537034" y="2906366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Check-out: Resumo Express</a:t>
          </a:r>
          <a:endParaRPr lang="en-US" sz="1600" kern="1200"/>
        </a:p>
      </dsp:txBody>
      <dsp:txXfrm>
        <a:off x="537034" y="2906366"/>
        <a:ext cx="4146914" cy="464964"/>
      </dsp:txXfrm>
    </dsp:sp>
    <dsp:sp modelId="{A7DFFE39-E6C8-4534-A22B-947B1BAA9105}">
      <dsp:nvSpPr>
        <dsp:cNvPr id="0" name=""/>
        <dsp:cNvSpPr/>
      </dsp:nvSpPr>
      <dsp:spPr>
        <a:xfrm>
          <a:off x="0" y="3487572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0EA22-3968-41CC-BBA1-EBECEBF5626B}">
      <dsp:nvSpPr>
        <dsp:cNvPr id="0" name=""/>
        <dsp:cNvSpPr/>
      </dsp:nvSpPr>
      <dsp:spPr>
        <a:xfrm>
          <a:off x="140651" y="3592189"/>
          <a:ext cx="255730" cy="2557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213E8-1472-41F6-A653-8793DBC3FDC3}">
      <dsp:nvSpPr>
        <dsp:cNvPr id="0" name=""/>
        <dsp:cNvSpPr/>
      </dsp:nvSpPr>
      <dsp:spPr>
        <a:xfrm>
          <a:off x="537034" y="3487572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Conclusão e Próximos Passos</a:t>
          </a:r>
          <a:endParaRPr lang="en-US" sz="1600" kern="1200" dirty="0"/>
        </a:p>
      </dsp:txBody>
      <dsp:txXfrm>
        <a:off x="537034" y="3487572"/>
        <a:ext cx="4146914" cy="464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CACB6-258E-4B4F-A7DA-8A65A2CBFB3F}">
      <dsp:nvSpPr>
        <dsp:cNvPr id="0" name=""/>
        <dsp:cNvSpPr/>
      </dsp:nvSpPr>
      <dsp:spPr>
        <a:xfrm>
          <a:off x="0" y="511"/>
          <a:ext cx="4683949" cy="11974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95160-E2CE-4C0F-9807-71ABDF3258DA}">
      <dsp:nvSpPr>
        <dsp:cNvPr id="0" name=""/>
        <dsp:cNvSpPr/>
      </dsp:nvSpPr>
      <dsp:spPr>
        <a:xfrm>
          <a:off x="362220" y="269932"/>
          <a:ext cx="658583" cy="6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02D45-2FC9-4C6E-A57E-E008B4EB9C26}">
      <dsp:nvSpPr>
        <dsp:cNvPr id="0" name=""/>
        <dsp:cNvSpPr/>
      </dsp:nvSpPr>
      <dsp:spPr>
        <a:xfrm>
          <a:off x="1383025" y="511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Conjunto de dados </a:t>
          </a:r>
          <a:r>
            <a:rPr lang="en-US" sz="1500" kern="1200" dirty="0" err="1"/>
            <a:t>massivos</a:t>
          </a:r>
          <a:r>
            <a:rPr lang="en-US" sz="1500" kern="1200" dirty="0"/>
            <a:t> e </a:t>
          </a:r>
          <a:r>
            <a:rPr lang="en-US" sz="1500" kern="1200" dirty="0" err="1"/>
            <a:t>complexos</a:t>
          </a:r>
          <a:r>
            <a:rPr lang="en-US" sz="1500" kern="1200" dirty="0"/>
            <a:t> que </a:t>
          </a:r>
          <a:r>
            <a:rPr lang="en-US" sz="1500" kern="1200" dirty="0" err="1"/>
            <a:t>exigem</a:t>
          </a:r>
          <a:r>
            <a:rPr lang="en-US" sz="1500" kern="1200" dirty="0"/>
            <a:t> </a:t>
          </a:r>
          <a:r>
            <a:rPr lang="en-US" sz="1500" kern="1200" dirty="0" err="1"/>
            <a:t>novas</a:t>
          </a:r>
          <a:r>
            <a:rPr lang="en-US" sz="1500" kern="1200" dirty="0"/>
            <a:t> </a:t>
          </a:r>
          <a:r>
            <a:rPr lang="en-US" sz="1500" kern="1200" dirty="0" err="1"/>
            <a:t>formas</a:t>
          </a:r>
          <a:r>
            <a:rPr lang="en-US" sz="1500" kern="1200" dirty="0"/>
            <a:t> de </a:t>
          </a:r>
          <a:r>
            <a:rPr lang="en-US" sz="1500" kern="1200" dirty="0" err="1"/>
            <a:t>processamento</a:t>
          </a:r>
          <a:r>
            <a:rPr lang="en-US" sz="1500" kern="1200" dirty="0"/>
            <a:t> e </a:t>
          </a:r>
          <a:r>
            <a:rPr lang="en-US" sz="1500" kern="1200" dirty="0" err="1"/>
            <a:t>análise</a:t>
          </a:r>
          <a:r>
            <a:rPr lang="en-US" sz="1500" kern="1200" dirty="0"/>
            <a:t>.</a:t>
          </a:r>
        </a:p>
      </dsp:txBody>
      <dsp:txXfrm>
        <a:off x="1383025" y="511"/>
        <a:ext cx="3300923" cy="1197424"/>
      </dsp:txXfrm>
    </dsp:sp>
    <dsp:sp modelId="{A45D6DAA-3CB3-4CB1-9C5F-E3E048D2DF49}">
      <dsp:nvSpPr>
        <dsp:cNvPr id="0" name=""/>
        <dsp:cNvSpPr/>
      </dsp:nvSpPr>
      <dsp:spPr>
        <a:xfrm>
          <a:off x="0" y="1497292"/>
          <a:ext cx="4683949" cy="11974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23908-36D6-47B8-8150-AECCD4179698}">
      <dsp:nvSpPr>
        <dsp:cNvPr id="0" name=""/>
        <dsp:cNvSpPr/>
      </dsp:nvSpPr>
      <dsp:spPr>
        <a:xfrm>
          <a:off x="362220" y="1766713"/>
          <a:ext cx="658583" cy="6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4A1A5-619E-41EF-B891-CBFF2413F32E}">
      <dsp:nvSpPr>
        <dsp:cNvPr id="0" name=""/>
        <dsp:cNvSpPr/>
      </dsp:nvSpPr>
      <dsp:spPr>
        <a:xfrm>
          <a:off x="1383025" y="1497292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Permite</a:t>
          </a:r>
          <a:r>
            <a:rPr lang="en-US" sz="1500" kern="1200" dirty="0"/>
            <a:t> </a:t>
          </a:r>
          <a:r>
            <a:rPr lang="en-US" sz="1500" kern="1200" dirty="0" err="1"/>
            <a:t>extrair</a:t>
          </a:r>
          <a:r>
            <a:rPr lang="en-US" sz="1500" kern="1200" dirty="0"/>
            <a:t> insights </a:t>
          </a:r>
          <a:r>
            <a:rPr lang="en-US" sz="1500" kern="1200" dirty="0" err="1"/>
            <a:t>valiosos</a:t>
          </a:r>
          <a:r>
            <a:rPr lang="en-US" sz="1500" kern="1200" dirty="0"/>
            <a:t> para </a:t>
          </a:r>
          <a:r>
            <a:rPr lang="en-US" sz="1500" kern="1200" dirty="0" err="1"/>
            <a:t>tomada</a:t>
          </a:r>
          <a:r>
            <a:rPr lang="en-US" sz="1500" kern="1200" dirty="0"/>
            <a:t> de </a:t>
          </a:r>
          <a:r>
            <a:rPr lang="en-US" sz="1500" kern="1200" dirty="0" err="1"/>
            <a:t>decisão</a:t>
          </a:r>
          <a:r>
            <a:rPr lang="en-US" sz="1500" kern="1200" dirty="0"/>
            <a:t>.</a:t>
          </a:r>
        </a:p>
      </dsp:txBody>
      <dsp:txXfrm>
        <a:off x="1383025" y="1497292"/>
        <a:ext cx="3300923" cy="1197424"/>
      </dsp:txXfrm>
    </dsp:sp>
    <dsp:sp modelId="{22B243B3-49DB-4017-8C96-C895B72F6EE5}">
      <dsp:nvSpPr>
        <dsp:cNvPr id="0" name=""/>
        <dsp:cNvSpPr/>
      </dsp:nvSpPr>
      <dsp:spPr>
        <a:xfrm>
          <a:off x="0" y="2994073"/>
          <a:ext cx="4683949" cy="11974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251DC-A9DA-40FF-AB15-E3EE5413E769}">
      <dsp:nvSpPr>
        <dsp:cNvPr id="0" name=""/>
        <dsp:cNvSpPr/>
      </dsp:nvSpPr>
      <dsp:spPr>
        <a:xfrm>
          <a:off x="362220" y="3263494"/>
          <a:ext cx="658583" cy="6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8FF35-E98D-430D-9C94-7CB919EF7483}">
      <dsp:nvSpPr>
        <dsp:cNvPr id="0" name=""/>
        <dsp:cNvSpPr/>
      </dsp:nvSpPr>
      <dsp:spPr>
        <a:xfrm>
          <a:off x="1383025" y="2994073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Utilizado</a:t>
          </a:r>
          <a:r>
            <a:rPr lang="en-US" sz="1500" kern="1200" dirty="0"/>
            <a:t> </a:t>
          </a:r>
          <a:r>
            <a:rPr lang="en-US" sz="1500" kern="1200" dirty="0" err="1"/>
            <a:t>em</a:t>
          </a:r>
          <a:r>
            <a:rPr lang="en-US" sz="1500" kern="1200" dirty="0"/>
            <a:t> </a:t>
          </a:r>
          <a:r>
            <a:rPr lang="en-US" sz="1500" kern="1200" dirty="0" err="1"/>
            <a:t>diversas</a:t>
          </a:r>
          <a:r>
            <a:rPr lang="en-US" sz="1500" kern="1200" dirty="0"/>
            <a:t> </a:t>
          </a:r>
          <a:r>
            <a:rPr lang="en-US" sz="1500" kern="1200" dirty="0" err="1"/>
            <a:t>indústrias</a:t>
          </a:r>
          <a:r>
            <a:rPr lang="en-US" sz="1500" kern="1200" dirty="0"/>
            <a:t>: </a:t>
          </a:r>
          <a:r>
            <a:rPr lang="en-US" sz="1500" kern="1200" dirty="0" err="1"/>
            <a:t>saúde</a:t>
          </a:r>
          <a:r>
            <a:rPr lang="en-US" sz="1500" kern="1200" dirty="0"/>
            <a:t>, </a:t>
          </a:r>
          <a:r>
            <a:rPr lang="en-US" sz="1500" kern="1200" dirty="0" err="1"/>
            <a:t>finanças</a:t>
          </a:r>
          <a:r>
            <a:rPr lang="en-US" sz="1500" kern="1200" dirty="0"/>
            <a:t>, </a:t>
          </a:r>
          <a:r>
            <a:rPr lang="en-US" sz="1500" kern="1200" dirty="0" err="1"/>
            <a:t>entretenimento</a:t>
          </a:r>
          <a:r>
            <a:rPr lang="en-US" sz="1500" kern="1200" dirty="0"/>
            <a:t>, etc.</a:t>
          </a:r>
        </a:p>
      </dsp:txBody>
      <dsp:txXfrm>
        <a:off x="1383025" y="2994073"/>
        <a:ext cx="3300923" cy="1197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A27C6-6031-498E-94F2-964B74C6EBF3}">
      <dsp:nvSpPr>
        <dsp:cNvPr id="0" name=""/>
        <dsp:cNvSpPr/>
      </dsp:nvSpPr>
      <dsp:spPr>
        <a:xfrm>
          <a:off x="0" y="0"/>
          <a:ext cx="6072759" cy="5874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1. Volume - Grandes </a:t>
          </a:r>
          <a:r>
            <a:rPr lang="en-US" sz="1500" kern="1200" dirty="0" err="1"/>
            <a:t>quantidades</a:t>
          </a:r>
          <a:r>
            <a:rPr lang="en-US" sz="1500" kern="1200" dirty="0"/>
            <a:t> de dados </a:t>
          </a:r>
          <a:r>
            <a:rPr lang="en-US" sz="1500" kern="1200" dirty="0" err="1"/>
            <a:t>gerados</a:t>
          </a:r>
          <a:r>
            <a:rPr lang="en-US" sz="1500" kern="1200" dirty="0"/>
            <a:t> </a:t>
          </a:r>
          <a:r>
            <a:rPr lang="en-US" sz="1500" kern="1200" dirty="0" err="1"/>
            <a:t>diariamente</a:t>
          </a:r>
          <a:r>
            <a:rPr lang="en-US" sz="1500" kern="1200" dirty="0"/>
            <a:t>.</a:t>
          </a:r>
        </a:p>
      </dsp:txBody>
      <dsp:txXfrm>
        <a:off x="17205" y="17205"/>
        <a:ext cx="5370146" cy="553020"/>
      </dsp:txXfrm>
    </dsp:sp>
    <dsp:sp modelId="{5BBB4E70-7524-44D0-8C62-68983519AF65}">
      <dsp:nvSpPr>
        <dsp:cNvPr id="0" name=""/>
        <dsp:cNvSpPr/>
      </dsp:nvSpPr>
      <dsp:spPr>
        <a:xfrm>
          <a:off x="453485" y="669018"/>
          <a:ext cx="6072759" cy="5874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23484"/>
                <a:satOff val="-16722"/>
                <a:lumOff val="199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3484"/>
                <a:satOff val="-16722"/>
                <a:lumOff val="199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3484"/>
                <a:satOff val="-16722"/>
                <a:lumOff val="199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2. </a:t>
          </a:r>
          <a:r>
            <a:rPr lang="en-US" sz="1500" kern="1200" dirty="0" err="1"/>
            <a:t>Velocidade</a:t>
          </a:r>
          <a:r>
            <a:rPr lang="en-US" sz="1500" kern="1200" dirty="0"/>
            <a:t> - </a:t>
          </a:r>
          <a:r>
            <a:rPr lang="en-US" sz="1500" kern="1200" dirty="0" err="1"/>
            <a:t>Rapidez</a:t>
          </a:r>
          <a:r>
            <a:rPr lang="en-US" sz="1500" kern="1200" dirty="0"/>
            <a:t> com que </a:t>
          </a:r>
          <a:r>
            <a:rPr lang="en-US" sz="1500" kern="1200" dirty="0" err="1"/>
            <a:t>os</a:t>
          </a:r>
          <a:r>
            <a:rPr lang="en-US" sz="1500" kern="1200" dirty="0"/>
            <a:t> dados </a:t>
          </a:r>
          <a:r>
            <a:rPr lang="en-US" sz="1500" kern="1200" dirty="0" err="1"/>
            <a:t>são</a:t>
          </a:r>
          <a:r>
            <a:rPr lang="en-US" sz="1500" kern="1200" dirty="0"/>
            <a:t> </a:t>
          </a:r>
          <a:r>
            <a:rPr lang="en-US" sz="1500" kern="1200" dirty="0" err="1"/>
            <a:t>gerados</a:t>
          </a:r>
          <a:r>
            <a:rPr lang="en-US" sz="1500" kern="1200" dirty="0"/>
            <a:t> e </a:t>
          </a:r>
          <a:r>
            <a:rPr lang="en-US" sz="1500" kern="1200" dirty="0" err="1"/>
            <a:t>processados</a:t>
          </a:r>
          <a:r>
            <a:rPr lang="en-US" sz="1500" kern="1200" dirty="0"/>
            <a:t>.</a:t>
          </a:r>
        </a:p>
      </dsp:txBody>
      <dsp:txXfrm>
        <a:off x="470690" y="686223"/>
        <a:ext cx="5203033" cy="553020"/>
      </dsp:txXfrm>
    </dsp:sp>
    <dsp:sp modelId="{3037FF9F-AAB0-429B-8F37-D081193754ED}">
      <dsp:nvSpPr>
        <dsp:cNvPr id="0" name=""/>
        <dsp:cNvSpPr/>
      </dsp:nvSpPr>
      <dsp:spPr>
        <a:xfrm>
          <a:off x="906970" y="1338036"/>
          <a:ext cx="6072759" cy="5874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46969"/>
                <a:satOff val="-33445"/>
                <a:lumOff val="398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6969"/>
                <a:satOff val="-33445"/>
                <a:lumOff val="398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6969"/>
                <a:satOff val="-33445"/>
                <a:lumOff val="398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3. </a:t>
          </a:r>
          <a:r>
            <a:rPr lang="en-US" sz="1500" kern="1200" dirty="0" err="1"/>
            <a:t>Variedade</a:t>
          </a:r>
          <a:r>
            <a:rPr lang="en-US" sz="1500" kern="1200" dirty="0"/>
            <a:t> - </a:t>
          </a:r>
          <a:r>
            <a:rPr lang="en-US" sz="1500" kern="1200" dirty="0" err="1"/>
            <a:t>Diferentes</a:t>
          </a:r>
          <a:r>
            <a:rPr lang="en-US" sz="1500" kern="1200" dirty="0"/>
            <a:t> </a:t>
          </a:r>
          <a:r>
            <a:rPr lang="en-US" sz="1500" kern="1200" dirty="0" err="1"/>
            <a:t>formatos</a:t>
          </a:r>
          <a:r>
            <a:rPr lang="en-US" sz="1500" kern="1200" dirty="0"/>
            <a:t> de dados (</a:t>
          </a:r>
          <a:r>
            <a:rPr lang="en-US" sz="1500" kern="1200" dirty="0" err="1"/>
            <a:t>texto</a:t>
          </a:r>
          <a:r>
            <a:rPr lang="en-US" sz="1500" kern="1200" dirty="0"/>
            <a:t>, </a:t>
          </a:r>
          <a:r>
            <a:rPr lang="en-US" sz="1500" kern="1200" dirty="0" err="1"/>
            <a:t>imagem</a:t>
          </a:r>
          <a:r>
            <a:rPr lang="en-US" sz="1500" kern="1200" dirty="0"/>
            <a:t>, </a:t>
          </a:r>
          <a:r>
            <a:rPr lang="en-US" sz="1500" kern="1200" dirty="0" err="1"/>
            <a:t>vídeo</a:t>
          </a:r>
          <a:r>
            <a:rPr lang="en-US" sz="1500" kern="1200" dirty="0"/>
            <a:t>, etc.).</a:t>
          </a:r>
        </a:p>
      </dsp:txBody>
      <dsp:txXfrm>
        <a:off x="924175" y="1355241"/>
        <a:ext cx="5203033" cy="553020"/>
      </dsp:txXfrm>
    </dsp:sp>
    <dsp:sp modelId="{E8A1EACD-5FEC-457E-8245-07B6AB5F3D75}">
      <dsp:nvSpPr>
        <dsp:cNvPr id="0" name=""/>
        <dsp:cNvSpPr/>
      </dsp:nvSpPr>
      <dsp:spPr>
        <a:xfrm>
          <a:off x="1360455" y="2007054"/>
          <a:ext cx="6072759" cy="5874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46969"/>
                <a:satOff val="-33445"/>
                <a:lumOff val="398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6969"/>
                <a:satOff val="-33445"/>
                <a:lumOff val="398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6969"/>
                <a:satOff val="-33445"/>
                <a:lumOff val="398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4. Valor- </a:t>
          </a:r>
          <a:r>
            <a:rPr lang="en-US" sz="1500" kern="1200" dirty="0" err="1"/>
            <a:t>Importância</a:t>
          </a:r>
          <a:r>
            <a:rPr lang="en-US" sz="1500" kern="1200" dirty="0"/>
            <a:t> dos dados para </a:t>
          </a:r>
          <a:r>
            <a:rPr lang="en-US" sz="1500" kern="1200" dirty="0" err="1"/>
            <a:t>gerar</a:t>
          </a:r>
          <a:r>
            <a:rPr lang="en-US" sz="1500" kern="1200" dirty="0"/>
            <a:t> insights e </a:t>
          </a:r>
          <a:r>
            <a:rPr lang="en-US" sz="1500" kern="1200" dirty="0" err="1"/>
            <a:t>decisões</a:t>
          </a:r>
          <a:r>
            <a:rPr lang="en-US" sz="1500" kern="1200" dirty="0"/>
            <a:t>.</a:t>
          </a:r>
        </a:p>
      </dsp:txBody>
      <dsp:txXfrm>
        <a:off x="1377660" y="2024259"/>
        <a:ext cx="5203033" cy="553020"/>
      </dsp:txXfrm>
    </dsp:sp>
    <dsp:sp modelId="{602E96F2-9951-4AA7-A067-9C831076F459}">
      <dsp:nvSpPr>
        <dsp:cNvPr id="0" name=""/>
        <dsp:cNvSpPr/>
      </dsp:nvSpPr>
      <dsp:spPr>
        <a:xfrm>
          <a:off x="1813940" y="2676073"/>
          <a:ext cx="6072759" cy="5874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23484"/>
                <a:satOff val="-16722"/>
                <a:lumOff val="199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3484"/>
                <a:satOff val="-16722"/>
                <a:lumOff val="199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3484"/>
                <a:satOff val="-16722"/>
                <a:lumOff val="199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5. </a:t>
          </a:r>
          <a:r>
            <a:rPr lang="en-US" sz="1500" kern="1200" dirty="0" err="1"/>
            <a:t>Veracidade</a:t>
          </a:r>
          <a:r>
            <a:rPr lang="en-US" sz="1500" kern="1200" dirty="0"/>
            <a:t> - </a:t>
          </a:r>
          <a:r>
            <a:rPr lang="en-US" sz="1500" kern="1200" dirty="0" err="1"/>
            <a:t>Qualidade</a:t>
          </a:r>
          <a:r>
            <a:rPr lang="en-US" sz="1500" kern="1200" dirty="0"/>
            <a:t> e </a:t>
          </a:r>
          <a:r>
            <a:rPr lang="en-US" sz="1500" kern="1200" dirty="0" err="1"/>
            <a:t>confiabilidade</a:t>
          </a:r>
          <a:r>
            <a:rPr lang="en-US" sz="1500" kern="1200" dirty="0"/>
            <a:t> dos dados.</a:t>
          </a:r>
        </a:p>
      </dsp:txBody>
      <dsp:txXfrm>
        <a:off x="1831145" y="2693278"/>
        <a:ext cx="5203033" cy="553020"/>
      </dsp:txXfrm>
    </dsp:sp>
    <dsp:sp modelId="{4E1A770C-9A4F-4DF2-B943-791BF2E8883D}">
      <dsp:nvSpPr>
        <dsp:cNvPr id="0" name=""/>
        <dsp:cNvSpPr/>
      </dsp:nvSpPr>
      <dsp:spPr>
        <a:xfrm>
          <a:off x="5690929" y="429150"/>
          <a:ext cx="381829" cy="3818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776841" y="429150"/>
        <a:ext cx="210005" cy="287326"/>
      </dsp:txXfrm>
    </dsp:sp>
    <dsp:sp modelId="{AEEB7EEC-F436-4C56-B317-CC677AFB29FE}">
      <dsp:nvSpPr>
        <dsp:cNvPr id="0" name=""/>
        <dsp:cNvSpPr/>
      </dsp:nvSpPr>
      <dsp:spPr>
        <a:xfrm>
          <a:off x="6144414" y="1098169"/>
          <a:ext cx="381829" cy="3818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30326" y="1098169"/>
        <a:ext cx="210005" cy="287326"/>
      </dsp:txXfrm>
    </dsp:sp>
    <dsp:sp modelId="{6BA88043-6FCD-45CF-A2B4-01FFE13F40BA}">
      <dsp:nvSpPr>
        <dsp:cNvPr id="0" name=""/>
        <dsp:cNvSpPr/>
      </dsp:nvSpPr>
      <dsp:spPr>
        <a:xfrm>
          <a:off x="6597899" y="1757396"/>
          <a:ext cx="381829" cy="3818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683811" y="1757396"/>
        <a:ext cx="210005" cy="287326"/>
      </dsp:txXfrm>
    </dsp:sp>
    <dsp:sp modelId="{E6A08B8F-2DE9-48CE-A839-714DB913BFA1}">
      <dsp:nvSpPr>
        <dsp:cNvPr id="0" name=""/>
        <dsp:cNvSpPr/>
      </dsp:nvSpPr>
      <dsp:spPr>
        <a:xfrm>
          <a:off x="7051384" y="2432942"/>
          <a:ext cx="381829" cy="3818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137296" y="2432942"/>
        <a:ext cx="210005" cy="2873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2C3EE-FC14-4E35-962F-E59D07F67C61}">
      <dsp:nvSpPr>
        <dsp:cNvPr id="0" name=""/>
        <dsp:cNvSpPr/>
      </dsp:nvSpPr>
      <dsp:spPr>
        <a:xfrm>
          <a:off x="594787" y="555219"/>
          <a:ext cx="632826" cy="632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934B3-F7D3-4F17-A5DB-9B3B24D58465}">
      <dsp:nvSpPr>
        <dsp:cNvPr id="0" name=""/>
        <dsp:cNvSpPr/>
      </dsp:nvSpPr>
      <dsp:spPr>
        <a:xfrm>
          <a:off x="7162" y="1275514"/>
          <a:ext cx="1808076" cy="27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Netflix: </a:t>
          </a:r>
        </a:p>
      </dsp:txBody>
      <dsp:txXfrm>
        <a:off x="7162" y="1275514"/>
        <a:ext cx="1808076" cy="271211"/>
      </dsp:txXfrm>
    </dsp:sp>
    <dsp:sp modelId="{8A1F6F1C-9F63-4967-9355-611B4319EDD4}">
      <dsp:nvSpPr>
        <dsp:cNvPr id="0" name=""/>
        <dsp:cNvSpPr/>
      </dsp:nvSpPr>
      <dsp:spPr>
        <a:xfrm>
          <a:off x="7162" y="1587409"/>
          <a:ext cx="1808076" cy="1001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Algoritmos de recomendação baseados no comportamento do usuário.</a:t>
          </a:r>
        </a:p>
      </dsp:txBody>
      <dsp:txXfrm>
        <a:off x="7162" y="1587409"/>
        <a:ext cx="1808076" cy="1001975"/>
      </dsp:txXfrm>
    </dsp:sp>
    <dsp:sp modelId="{13612D22-215B-4A98-8DF6-82F5AE71B573}">
      <dsp:nvSpPr>
        <dsp:cNvPr id="0" name=""/>
        <dsp:cNvSpPr/>
      </dsp:nvSpPr>
      <dsp:spPr>
        <a:xfrm>
          <a:off x="2719277" y="555219"/>
          <a:ext cx="632826" cy="6328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A1652-F1E9-4780-BE0C-962EFA080AE6}">
      <dsp:nvSpPr>
        <dsp:cNvPr id="0" name=""/>
        <dsp:cNvSpPr/>
      </dsp:nvSpPr>
      <dsp:spPr>
        <a:xfrm>
          <a:off x="2131652" y="1275514"/>
          <a:ext cx="1808076" cy="27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Google Maps: </a:t>
          </a:r>
        </a:p>
      </dsp:txBody>
      <dsp:txXfrm>
        <a:off x="2131652" y="1275514"/>
        <a:ext cx="1808076" cy="271211"/>
      </dsp:txXfrm>
    </dsp:sp>
    <dsp:sp modelId="{6374F528-C252-4BA2-966A-8378550ED3F1}">
      <dsp:nvSpPr>
        <dsp:cNvPr id="0" name=""/>
        <dsp:cNvSpPr/>
      </dsp:nvSpPr>
      <dsp:spPr>
        <a:xfrm>
          <a:off x="2131652" y="1587409"/>
          <a:ext cx="1808076" cy="1001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Processamento de dados de localização para trânsito em tempo real.</a:t>
          </a:r>
        </a:p>
      </dsp:txBody>
      <dsp:txXfrm>
        <a:off x="2131652" y="1587409"/>
        <a:ext cx="1808076" cy="1001975"/>
      </dsp:txXfrm>
    </dsp:sp>
    <dsp:sp modelId="{F768770D-D59D-430B-BE8A-EC189D55FEDF}">
      <dsp:nvSpPr>
        <dsp:cNvPr id="0" name=""/>
        <dsp:cNvSpPr/>
      </dsp:nvSpPr>
      <dsp:spPr>
        <a:xfrm>
          <a:off x="4843766" y="555219"/>
          <a:ext cx="632826" cy="6328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C45CF-C18C-4E0C-8F1A-922781330187}">
      <dsp:nvSpPr>
        <dsp:cNvPr id="0" name=""/>
        <dsp:cNvSpPr/>
      </dsp:nvSpPr>
      <dsp:spPr>
        <a:xfrm>
          <a:off x="4256142" y="1275514"/>
          <a:ext cx="1808076" cy="27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Redes Sociais: </a:t>
          </a:r>
        </a:p>
      </dsp:txBody>
      <dsp:txXfrm>
        <a:off x="4256142" y="1275514"/>
        <a:ext cx="1808076" cy="271211"/>
      </dsp:txXfrm>
    </dsp:sp>
    <dsp:sp modelId="{BF692EDB-A5F9-4B3D-B283-4656A1B000DE}">
      <dsp:nvSpPr>
        <dsp:cNvPr id="0" name=""/>
        <dsp:cNvSpPr/>
      </dsp:nvSpPr>
      <dsp:spPr>
        <a:xfrm>
          <a:off x="4256142" y="1587409"/>
          <a:ext cx="1808076" cy="1001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Análise de postagens e interações para segmentação de público.</a:t>
          </a:r>
        </a:p>
      </dsp:txBody>
      <dsp:txXfrm>
        <a:off x="4256142" y="1587409"/>
        <a:ext cx="1808076" cy="1001975"/>
      </dsp:txXfrm>
    </dsp:sp>
    <dsp:sp modelId="{0A409759-9018-4C08-A132-A187E81E7822}">
      <dsp:nvSpPr>
        <dsp:cNvPr id="0" name=""/>
        <dsp:cNvSpPr/>
      </dsp:nvSpPr>
      <dsp:spPr>
        <a:xfrm>
          <a:off x="6968256" y="555219"/>
          <a:ext cx="632826" cy="6328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5DC2F-EADF-4F6B-909C-42F34AE8D224}">
      <dsp:nvSpPr>
        <dsp:cNvPr id="0" name=""/>
        <dsp:cNvSpPr/>
      </dsp:nvSpPr>
      <dsp:spPr>
        <a:xfrm>
          <a:off x="6380631" y="1275514"/>
          <a:ext cx="1808076" cy="271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Setor Financeiro: </a:t>
          </a:r>
        </a:p>
      </dsp:txBody>
      <dsp:txXfrm>
        <a:off x="6380631" y="1275514"/>
        <a:ext cx="1808076" cy="271211"/>
      </dsp:txXfrm>
    </dsp:sp>
    <dsp:sp modelId="{9205D524-0836-47C0-B910-DD78704853ED}">
      <dsp:nvSpPr>
        <dsp:cNvPr id="0" name=""/>
        <dsp:cNvSpPr/>
      </dsp:nvSpPr>
      <dsp:spPr>
        <a:xfrm>
          <a:off x="6380631" y="1587409"/>
          <a:ext cx="1808076" cy="1001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Detecção de fraudes em transações bancárias.</a:t>
          </a:r>
        </a:p>
      </dsp:txBody>
      <dsp:txXfrm>
        <a:off x="6380631" y="1587409"/>
        <a:ext cx="1808076" cy="10019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A0DB0-7D43-4CB6-BB28-5EC44729BB82}">
      <dsp:nvSpPr>
        <dsp:cNvPr id="0" name=""/>
        <dsp:cNvSpPr/>
      </dsp:nvSpPr>
      <dsp:spPr>
        <a:xfrm>
          <a:off x="10481" y="100968"/>
          <a:ext cx="854094" cy="799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32272-D879-44FF-8C39-4C12195EEBB6}">
      <dsp:nvSpPr>
        <dsp:cNvPr id="0" name=""/>
        <dsp:cNvSpPr/>
      </dsp:nvSpPr>
      <dsp:spPr>
        <a:xfrm>
          <a:off x="10481" y="1026750"/>
          <a:ext cx="2440270" cy="34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kern="1200" dirty="0"/>
            <a:t>Cenário: Faculdade CEUB</a:t>
          </a:r>
          <a:endParaRPr lang="en-US" sz="1600" kern="1200" dirty="0"/>
        </a:p>
      </dsp:txBody>
      <dsp:txXfrm>
        <a:off x="10481" y="1026750"/>
        <a:ext cx="2440270" cy="342534"/>
      </dsp:txXfrm>
    </dsp:sp>
    <dsp:sp modelId="{4EACCEE3-F524-4464-905D-036515137444}">
      <dsp:nvSpPr>
        <dsp:cNvPr id="0" name=""/>
        <dsp:cNvSpPr/>
      </dsp:nvSpPr>
      <dsp:spPr>
        <a:xfrm>
          <a:off x="10481" y="1428138"/>
          <a:ext cx="2440270" cy="1615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O CEUB deseja utilizar análise de Big Data para melhorar o desempenho dos alunos, a qualidade das aulas e reduzir a evasão acadêmica. </a:t>
          </a:r>
          <a:endParaRPr lang="en-US" sz="1200" kern="1200" dirty="0"/>
        </a:p>
      </dsp:txBody>
      <dsp:txXfrm>
        <a:off x="10481" y="1428138"/>
        <a:ext cx="2440270" cy="1615496"/>
      </dsp:txXfrm>
    </dsp:sp>
    <dsp:sp modelId="{06192078-EB0B-4B7F-A877-D57EE40C7FF4}">
      <dsp:nvSpPr>
        <dsp:cNvPr id="0" name=""/>
        <dsp:cNvSpPr/>
      </dsp:nvSpPr>
      <dsp:spPr>
        <a:xfrm>
          <a:off x="2877800" y="100968"/>
          <a:ext cx="854094" cy="799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A4477-3B96-4703-9035-6F79AE77DFF1}">
      <dsp:nvSpPr>
        <dsp:cNvPr id="0" name=""/>
        <dsp:cNvSpPr/>
      </dsp:nvSpPr>
      <dsp:spPr>
        <a:xfrm>
          <a:off x="2877800" y="1026750"/>
          <a:ext cx="2440270" cy="34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kern="1200" dirty="0"/>
            <a:t>Para isso, tem acesso a:</a:t>
          </a:r>
          <a:endParaRPr lang="en-US" sz="1600" kern="1200" dirty="0"/>
        </a:p>
      </dsp:txBody>
      <dsp:txXfrm>
        <a:off x="2877800" y="1026750"/>
        <a:ext cx="2440270" cy="342534"/>
      </dsp:txXfrm>
    </dsp:sp>
    <dsp:sp modelId="{45CEEE25-73C3-4084-A806-E6A3F2011A2C}">
      <dsp:nvSpPr>
        <dsp:cNvPr id="0" name=""/>
        <dsp:cNvSpPr/>
      </dsp:nvSpPr>
      <dsp:spPr>
        <a:xfrm>
          <a:off x="2877800" y="1428138"/>
          <a:ext cx="2440270" cy="1615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Registros de frequência e participação dos alunos.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Notas e desempenho acadêmico ao longo dos semestres.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Interações no ambiente virtual de aprendizado.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Feedbacks de alunos sobre a qualidade das aulas.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Dados administrativos sobre taxas de evasão e retenção.</a:t>
          </a:r>
          <a:endParaRPr lang="en-US" sz="1200" kern="1200" dirty="0"/>
        </a:p>
      </dsp:txBody>
      <dsp:txXfrm>
        <a:off x="2877800" y="1428138"/>
        <a:ext cx="2440270" cy="1615496"/>
      </dsp:txXfrm>
    </dsp:sp>
    <dsp:sp modelId="{A87A48BC-06F5-4E05-BBA2-BC5F81FD87D5}">
      <dsp:nvSpPr>
        <dsp:cNvPr id="0" name=""/>
        <dsp:cNvSpPr/>
      </dsp:nvSpPr>
      <dsp:spPr>
        <a:xfrm>
          <a:off x="5745118" y="100968"/>
          <a:ext cx="854094" cy="799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DB64A-B519-42B1-BE2F-9411E182B9EF}">
      <dsp:nvSpPr>
        <dsp:cNvPr id="0" name=""/>
        <dsp:cNvSpPr/>
      </dsp:nvSpPr>
      <dsp:spPr>
        <a:xfrm>
          <a:off x="5745118" y="1026750"/>
          <a:ext cx="2440270" cy="34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kern="1200" dirty="0"/>
            <a:t>Tarefa para os Alunos:</a:t>
          </a:r>
          <a:endParaRPr lang="en-US" sz="1600" kern="1200" dirty="0"/>
        </a:p>
      </dsp:txBody>
      <dsp:txXfrm>
        <a:off x="5745118" y="1026750"/>
        <a:ext cx="2440270" cy="342534"/>
      </dsp:txXfrm>
    </dsp:sp>
    <dsp:sp modelId="{7488B214-83F9-4B45-91D4-0D80F2FB2162}">
      <dsp:nvSpPr>
        <dsp:cNvPr id="0" name=""/>
        <dsp:cNvSpPr/>
      </dsp:nvSpPr>
      <dsp:spPr>
        <a:xfrm>
          <a:off x="5745118" y="1428138"/>
          <a:ext cx="2440270" cy="1615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Identificar os 5Vs no estudo de caso.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Propor soluções baseadas em dados para melhorar a experiência dos alunos.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Apresentar um resumo da discussão para a turma.</a:t>
          </a:r>
          <a:endParaRPr lang="en-US" sz="1200" kern="1200" dirty="0"/>
        </a:p>
      </dsp:txBody>
      <dsp:txXfrm>
        <a:off x="5745118" y="1428138"/>
        <a:ext cx="2440270" cy="16154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120BB-1681-45AE-AAB9-55B40393E310}">
      <dsp:nvSpPr>
        <dsp:cNvPr id="0" name=""/>
        <dsp:cNvSpPr/>
      </dsp:nvSpPr>
      <dsp:spPr>
        <a:xfrm>
          <a:off x="1228141" y="202848"/>
          <a:ext cx="1317282" cy="1147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C5A97-DCE1-43DE-9FF6-87EC7C328FE1}">
      <dsp:nvSpPr>
        <dsp:cNvPr id="0" name=""/>
        <dsp:cNvSpPr/>
      </dsp:nvSpPr>
      <dsp:spPr>
        <a:xfrm>
          <a:off x="4950" y="1467956"/>
          <a:ext cx="3763664" cy="49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Atividade de Encerramento:</a:t>
          </a:r>
        </a:p>
      </dsp:txBody>
      <dsp:txXfrm>
        <a:off x="4950" y="1467956"/>
        <a:ext cx="3763664" cy="491715"/>
      </dsp:txXfrm>
    </dsp:sp>
    <dsp:sp modelId="{0E7B5CF5-9D9C-4F59-A71A-2D0318325EF7}">
      <dsp:nvSpPr>
        <dsp:cNvPr id="0" name=""/>
        <dsp:cNvSpPr/>
      </dsp:nvSpPr>
      <dsp:spPr>
        <a:xfrm>
          <a:off x="4950" y="2014449"/>
          <a:ext cx="3763664" cy="92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Em </a:t>
          </a:r>
          <a:r>
            <a:rPr lang="en-US" sz="1700" kern="1200" dirty="0" err="1"/>
            <a:t>duplas</a:t>
          </a:r>
          <a:r>
            <a:rPr lang="en-US" sz="1700" kern="1200" dirty="0"/>
            <a:t>, </a:t>
          </a:r>
          <a:r>
            <a:rPr lang="en-US" sz="1700" kern="1200" dirty="0" err="1"/>
            <a:t>resumam</a:t>
          </a:r>
          <a:r>
            <a:rPr lang="en-US" sz="1700" kern="1200"/>
            <a:t> com </a:t>
          </a:r>
          <a:r>
            <a:rPr lang="en-US" sz="1700" kern="1200" dirty="0" err="1"/>
            <a:t>suas</a:t>
          </a:r>
          <a:r>
            <a:rPr lang="en-US" sz="1700" kern="1200" dirty="0"/>
            <a:t> </a:t>
          </a:r>
          <a:r>
            <a:rPr lang="en-US" sz="1700" kern="1200" dirty="0" err="1"/>
            <a:t>palavras</a:t>
          </a:r>
          <a:r>
            <a:rPr lang="en-US" sz="1700" kern="1200" dirty="0"/>
            <a:t> a aula de </a:t>
          </a:r>
          <a:r>
            <a:rPr lang="en-US" sz="1700" kern="1200" dirty="0" err="1"/>
            <a:t>hoje</a:t>
          </a:r>
          <a:r>
            <a:rPr lang="en-US" sz="1700" kern="1200" dirty="0"/>
            <a:t> </a:t>
          </a:r>
          <a:r>
            <a:rPr lang="en-US" sz="1700" kern="1200" dirty="0" err="1"/>
            <a:t>em</a:t>
          </a:r>
          <a:r>
            <a:rPr lang="en-US" sz="1700" kern="1200" dirty="0"/>
            <a:t> </a:t>
          </a:r>
          <a:r>
            <a:rPr lang="en-US" sz="1700" kern="1200" dirty="0" err="1"/>
            <a:t>uma</a:t>
          </a:r>
          <a:r>
            <a:rPr lang="en-US" sz="1700" kern="1200" dirty="0"/>
            <a:t> </a:t>
          </a:r>
          <a:r>
            <a:rPr lang="en-US" sz="1700" kern="1200" dirty="0" err="1"/>
            <a:t>única</a:t>
          </a:r>
          <a:r>
            <a:rPr lang="en-US" sz="1700" kern="1200" dirty="0"/>
            <a:t> </a:t>
          </a:r>
          <a:r>
            <a:rPr lang="en-US" sz="1700" kern="1200" dirty="0" err="1"/>
            <a:t>frase</a:t>
          </a:r>
          <a:r>
            <a:rPr lang="en-US" sz="1700" kern="1200" dirty="0"/>
            <a:t> que </a:t>
          </a:r>
          <a:r>
            <a:rPr lang="en-US" sz="1700" kern="1200" dirty="0" err="1"/>
            <a:t>defina</a:t>
          </a:r>
          <a:r>
            <a:rPr lang="en-US" sz="1700" kern="1200" dirty="0"/>
            <a:t> o </a:t>
          </a:r>
          <a:r>
            <a:rPr lang="en-US" sz="1700" kern="1200" dirty="0" err="1"/>
            <a:t>conceito</a:t>
          </a:r>
          <a:r>
            <a:rPr lang="en-US" sz="1700" kern="1200" dirty="0"/>
            <a:t> de Big Data.</a:t>
          </a:r>
        </a:p>
      </dsp:txBody>
      <dsp:txXfrm>
        <a:off x="4950" y="2014449"/>
        <a:ext cx="3763664" cy="927305"/>
      </dsp:txXfrm>
    </dsp:sp>
    <dsp:sp modelId="{875616E8-B377-4732-A7E2-7F88B8BA579B}">
      <dsp:nvSpPr>
        <dsp:cNvPr id="0" name=""/>
        <dsp:cNvSpPr/>
      </dsp:nvSpPr>
      <dsp:spPr>
        <a:xfrm>
          <a:off x="5650447" y="202848"/>
          <a:ext cx="1317282" cy="1147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EA176-CD50-418D-A6BF-899E4BE7999D}">
      <dsp:nvSpPr>
        <dsp:cNvPr id="0" name=""/>
        <dsp:cNvSpPr/>
      </dsp:nvSpPr>
      <dsp:spPr>
        <a:xfrm>
          <a:off x="4427256" y="1467956"/>
          <a:ext cx="3763664" cy="49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Exemplos:</a:t>
          </a:r>
        </a:p>
      </dsp:txBody>
      <dsp:txXfrm>
        <a:off x="4427256" y="1467956"/>
        <a:ext cx="3763664" cy="491715"/>
      </dsp:txXfrm>
    </dsp:sp>
    <dsp:sp modelId="{C76CA220-F1D2-4A2C-8AC6-09392D42EF7F}">
      <dsp:nvSpPr>
        <dsp:cNvPr id="0" name=""/>
        <dsp:cNvSpPr/>
      </dsp:nvSpPr>
      <dsp:spPr>
        <a:xfrm>
          <a:off x="4427256" y="2014449"/>
          <a:ext cx="3763664" cy="92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"Big Data é o uso inteligente de grandes volumes de dados para extrair insights valiosos."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"Os 5Vs ajudam a entender como os dados são gerados, analisados e utilizados."</a:t>
          </a:r>
        </a:p>
      </dsp:txBody>
      <dsp:txXfrm>
        <a:off x="4427256" y="2014449"/>
        <a:ext cx="3763664" cy="9273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6796B-B4EB-4E59-97D9-5BA1F3C7D8AC}">
      <dsp:nvSpPr>
        <dsp:cNvPr id="0" name=""/>
        <dsp:cNvSpPr/>
      </dsp:nvSpPr>
      <dsp:spPr>
        <a:xfrm>
          <a:off x="4950" y="0"/>
          <a:ext cx="1317282" cy="10505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C9818-9889-48D9-916C-E16ECDD623EC}">
      <dsp:nvSpPr>
        <dsp:cNvPr id="0" name=""/>
        <dsp:cNvSpPr/>
      </dsp:nvSpPr>
      <dsp:spPr>
        <a:xfrm>
          <a:off x="4950" y="1158362"/>
          <a:ext cx="3763664" cy="450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Conclusão</a:t>
          </a:r>
        </a:p>
      </dsp:txBody>
      <dsp:txXfrm>
        <a:off x="4950" y="1158362"/>
        <a:ext cx="3763664" cy="450225"/>
      </dsp:txXfrm>
    </dsp:sp>
    <dsp:sp modelId="{84F54E30-7D4D-4362-8985-AF854753AFA3}">
      <dsp:nvSpPr>
        <dsp:cNvPr id="0" name=""/>
        <dsp:cNvSpPr/>
      </dsp:nvSpPr>
      <dsp:spPr>
        <a:xfrm>
          <a:off x="4950" y="1658744"/>
          <a:ext cx="3763664" cy="148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Big Data está presente em diversas áreas e impacta nossas vidas diárias.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Os </a:t>
          </a:r>
          <a:r>
            <a:rPr lang="en-US" sz="1700" b="1" kern="1200"/>
            <a:t>5Vs</a:t>
          </a:r>
          <a:r>
            <a:rPr lang="en-US" sz="1700" kern="1200"/>
            <a:t> são essenciais para entender o conceito de Big Data.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Aplicar esses conceitos no dia a dia ajuda na análise e tomada de decisão baseada em dados.</a:t>
          </a:r>
        </a:p>
      </dsp:txBody>
      <dsp:txXfrm>
        <a:off x="4950" y="1658744"/>
        <a:ext cx="3763664" cy="1485859"/>
      </dsp:txXfrm>
    </dsp:sp>
    <dsp:sp modelId="{0CE41888-DEAF-4053-B5B4-026E6CEE703D}">
      <dsp:nvSpPr>
        <dsp:cNvPr id="0" name=""/>
        <dsp:cNvSpPr/>
      </dsp:nvSpPr>
      <dsp:spPr>
        <a:xfrm>
          <a:off x="4427256" y="0"/>
          <a:ext cx="1317282" cy="10505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FD1F3-A2A2-44F4-89A3-D20CD3698E47}">
      <dsp:nvSpPr>
        <dsp:cNvPr id="0" name=""/>
        <dsp:cNvSpPr/>
      </dsp:nvSpPr>
      <dsp:spPr>
        <a:xfrm>
          <a:off x="4427256" y="1158362"/>
          <a:ext cx="3763664" cy="450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Próximos Passos:</a:t>
          </a:r>
        </a:p>
      </dsp:txBody>
      <dsp:txXfrm>
        <a:off x="4427256" y="1158362"/>
        <a:ext cx="3763664" cy="450225"/>
      </dsp:txXfrm>
    </dsp:sp>
    <dsp:sp modelId="{7BD22FF6-1E8B-4ACE-96DD-8D7DB2D40CEC}">
      <dsp:nvSpPr>
        <dsp:cNvPr id="0" name=""/>
        <dsp:cNvSpPr/>
      </dsp:nvSpPr>
      <dsp:spPr>
        <a:xfrm>
          <a:off x="4427256" y="1658744"/>
          <a:ext cx="3763664" cy="148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Leitura complementar: artigo "Big Data na Indústria 4.0".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Preparar-se para a próxima aula sobre Tecnologias e Infraestrutura para Big Data.</a:t>
          </a:r>
        </a:p>
      </dsp:txBody>
      <dsp:txXfrm>
        <a:off x="4427256" y="1658744"/>
        <a:ext cx="3763664" cy="14858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C1F4E-94FF-4050-9E47-B8B5006449B2}">
      <dsp:nvSpPr>
        <dsp:cNvPr id="0" name=""/>
        <dsp:cNvSpPr/>
      </dsp:nvSpPr>
      <dsp:spPr>
        <a:xfrm>
          <a:off x="2801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Conceitos e características do Big Data. </a:t>
          </a:r>
          <a:endParaRPr lang="en-US" sz="1100" kern="1200"/>
        </a:p>
      </dsp:txBody>
      <dsp:txXfrm>
        <a:off x="2801" y="55585"/>
        <a:ext cx="1516716" cy="910029"/>
      </dsp:txXfrm>
    </dsp:sp>
    <dsp:sp modelId="{DE08A290-98FD-4709-9D27-C476DAD0B771}">
      <dsp:nvSpPr>
        <dsp:cNvPr id="0" name=""/>
        <dsp:cNvSpPr/>
      </dsp:nvSpPr>
      <dsp:spPr>
        <a:xfrm>
          <a:off x="1671189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Desafios e oportunidades na era do Big Data. </a:t>
          </a:r>
          <a:endParaRPr lang="en-US" sz="1100" kern="1200"/>
        </a:p>
      </dsp:txBody>
      <dsp:txXfrm>
        <a:off x="1671189" y="55585"/>
        <a:ext cx="1516716" cy="910029"/>
      </dsp:txXfrm>
    </dsp:sp>
    <dsp:sp modelId="{F89C8273-B03E-4C28-9D92-D0E49CCEE117}">
      <dsp:nvSpPr>
        <dsp:cNvPr id="0" name=""/>
        <dsp:cNvSpPr/>
      </dsp:nvSpPr>
      <dsp:spPr>
        <a:xfrm>
          <a:off x="3339577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Aplicações e impactos nas diversas áreas. </a:t>
          </a:r>
          <a:endParaRPr lang="en-US" sz="1100" kern="1200"/>
        </a:p>
      </dsp:txBody>
      <dsp:txXfrm>
        <a:off x="3339577" y="55585"/>
        <a:ext cx="1516716" cy="910029"/>
      </dsp:txXfrm>
    </dsp:sp>
    <dsp:sp modelId="{2C67A4B3-F936-4A43-9245-F6C1149F9552}">
      <dsp:nvSpPr>
        <dsp:cNvPr id="0" name=""/>
        <dsp:cNvSpPr/>
      </dsp:nvSpPr>
      <dsp:spPr>
        <a:xfrm>
          <a:off x="5007965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Arquiteturas de armazenamento e processamento distribuído</a:t>
          </a:r>
          <a:endParaRPr lang="en-US" sz="1100" kern="1200"/>
        </a:p>
      </dsp:txBody>
      <dsp:txXfrm>
        <a:off x="5007965" y="55585"/>
        <a:ext cx="1516716" cy="910029"/>
      </dsp:txXfrm>
    </dsp:sp>
    <dsp:sp modelId="{4E82D180-F4B3-477E-9F90-F8A9BA4AE6AB}">
      <dsp:nvSpPr>
        <dsp:cNvPr id="0" name=""/>
        <dsp:cNvSpPr/>
      </dsp:nvSpPr>
      <dsp:spPr>
        <a:xfrm>
          <a:off x="6676353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Plataformas e ferramentas para o gerenciamento de Big Data.</a:t>
          </a:r>
          <a:endParaRPr lang="en-US" sz="1100" kern="1200"/>
        </a:p>
      </dsp:txBody>
      <dsp:txXfrm>
        <a:off x="6676353" y="55585"/>
        <a:ext cx="1516716" cy="910029"/>
      </dsp:txXfrm>
    </dsp:sp>
    <dsp:sp modelId="{5C317282-33CC-4AC0-B4F7-85746AA37F0A}">
      <dsp:nvSpPr>
        <dsp:cNvPr id="0" name=""/>
        <dsp:cNvSpPr/>
      </dsp:nvSpPr>
      <dsp:spPr>
        <a:xfrm>
          <a:off x="2801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Técnicas e algoritmos para processamento de grandes volumes de dados</a:t>
          </a:r>
          <a:endParaRPr lang="en-US" sz="1100" kern="1200"/>
        </a:p>
      </dsp:txBody>
      <dsp:txXfrm>
        <a:off x="2801" y="1117287"/>
        <a:ext cx="1516716" cy="910029"/>
      </dsp:txXfrm>
    </dsp:sp>
    <dsp:sp modelId="{880B1E10-500A-4C7A-8003-C1E75EEF4FFB}">
      <dsp:nvSpPr>
        <dsp:cNvPr id="0" name=""/>
        <dsp:cNvSpPr/>
      </dsp:nvSpPr>
      <dsp:spPr>
        <a:xfrm>
          <a:off x="1671189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Computação distribuída e paralela. </a:t>
          </a:r>
          <a:endParaRPr lang="en-US" sz="1100" kern="1200"/>
        </a:p>
      </dsp:txBody>
      <dsp:txXfrm>
        <a:off x="1671189" y="1117287"/>
        <a:ext cx="1516716" cy="910029"/>
      </dsp:txXfrm>
    </dsp:sp>
    <dsp:sp modelId="{5CE92C7A-B524-4989-AF8A-670CD7736281}">
      <dsp:nvSpPr>
        <dsp:cNvPr id="0" name=""/>
        <dsp:cNvSpPr/>
      </dsp:nvSpPr>
      <dsp:spPr>
        <a:xfrm>
          <a:off x="3339577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Estratégias e ferramentas para análise de dados em tempo real. </a:t>
          </a:r>
          <a:endParaRPr lang="en-US" sz="1100" kern="1200"/>
        </a:p>
      </dsp:txBody>
      <dsp:txXfrm>
        <a:off x="3339577" y="1117287"/>
        <a:ext cx="1516716" cy="910029"/>
      </dsp:txXfrm>
    </dsp:sp>
    <dsp:sp modelId="{7BDF2970-8F56-479B-BE42-E11C79DE0F77}">
      <dsp:nvSpPr>
        <dsp:cNvPr id="0" name=""/>
        <dsp:cNvSpPr/>
      </dsp:nvSpPr>
      <dsp:spPr>
        <a:xfrm>
          <a:off x="5007965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Processamento de stream de dados. Sistemas e aplicações com Big Data. </a:t>
          </a:r>
          <a:endParaRPr lang="en-US" sz="1100" kern="1200"/>
        </a:p>
      </dsp:txBody>
      <dsp:txXfrm>
        <a:off x="5007965" y="1117287"/>
        <a:ext cx="1516716" cy="910029"/>
      </dsp:txXfrm>
    </dsp:sp>
    <dsp:sp modelId="{C74BBAD0-B467-4749-9C3F-D2968CEE13EA}">
      <dsp:nvSpPr>
        <dsp:cNvPr id="0" name=""/>
        <dsp:cNvSpPr/>
      </dsp:nvSpPr>
      <dsp:spPr>
        <a:xfrm>
          <a:off x="6676353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Princípios de aprendizado de máquina aplicados a conjuntos de dados volumosos. </a:t>
          </a:r>
          <a:endParaRPr lang="en-US" sz="1100" kern="1200"/>
        </a:p>
      </dsp:txBody>
      <dsp:txXfrm>
        <a:off x="6676353" y="1117287"/>
        <a:ext cx="1516716" cy="910029"/>
      </dsp:txXfrm>
    </dsp:sp>
    <dsp:sp modelId="{711CC6BD-E14E-4A08-900F-7B264E662006}">
      <dsp:nvSpPr>
        <dsp:cNvPr id="0" name=""/>
        <dsp:cNvSpPr/>
      </dsp:nvSpPr>
      <dsp:spPr>
        <a:xfrm>
          <a:off x="1671189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Modelagem e avaliação de modelos em Big Data. </a:t>
          </a:r>
          <a:endParaRPr lang="en-US" sz="1100" kern="1200"/>
        </a:p>
      </dsp:txBody>
      <dsp:txXfrm>
        <a:off x="1671189" y="2178988"/>
        <a:ext cx="1516716" cy="910029"/>
      </dsp:txXfrm>
    </dsp:sp>
    <dsp:sp modelId="{55729229-F067-4776-AF97-112710E1A27D}">
      <dsp:nvSpPr>
        <dsp:cNvPr id="0" name=""/>
        <dsp:cNvSpPr/>
      </dsp:nvSpPr>
      <dsp:spPr>
        <a:xfrm>
          <a:off x="3339577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Questões éticas e legais no uso de dados em larga escala. </a:t>
          </a:r>
          <a:endParaRPr lang="en-US" sz="1100" kern="1200"/>
        </a:p>
      </dsp:txBody>
      <dsp:txXfrm>
        <a:off x="3339577" y="2178988"/>
        <a:ext cx="1516716" cy="910029"/>
      </dsp:txXfrm>
    </dsp:sp>
    <dsp:sp modelId="{05A00B47-4E42-4FBD-ADC1-513EED3C9190}">
      <dsp:nvSpPr>
        <dsp:cNvPr id="0" name=""/>
        <dsp:cNvSpPr/>
      </dsp:nvSpPr>
      <dsp:spPr>
        <a:xfrm>
          <a:off x="5007965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Privacidade, segurança e transparência na manipulação de dados sensíveis.</a:t>
          </a:r>
          <a:endParaRPr lang="en-US" sz="1100" kern="1200"/>
        </a:p>
      </dsp:txBody>
      <dsp:txXfrm>
        <a:off x="5007965" y="2178988"/>
        <a:ext cx="1516716" cy="91002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B8EE6-5B3A-4575-B6D6-26C98C089123}">
      <dsp:nvSpPr>
        <dsp:cNvPr id="0" name=""/>
        <dsp:cNvSpPr/>
      </dsp:nvSpPr>
      <dsp:spPr>
        <a:xfrm>
          <a:off x="0" y="3803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dirty="0"/>
            <a:t>Compreender os fundamentos e conceitos essenciais do Big Data e suas tecnologias associadas.</a:t>
          </a:r>
          <a:endParaRPr lang="en-US" sz="1900" kern="1200" dirty="0"/>
        </a:p>
      </dsp:txBody>
      <dsp:txXfrm>
        <a:off x="36896" y="74928"/>
        <a:ext cx="7812908" cy="682028"/>
      </dsp:txXfrm>
    </dsp:sp>
    <dsp:sp modelId="{F2FCBBC9-C326-48DA-B408-A1696D5C985A}">
      <dsp:nvSpPr>
        <dsp:cNvPr id="0" name=""/>
        <dsp:cNvSpPr/>
      </dsp:nvSpPr>
      <dsp:spPr>
        <a:xfrm>
          <a:off x="0" y="84857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Utilizar plataformas e ferramentas de Big Data para processamento e análise de dados em larga escala.</a:t>
          </a:r>
          <a:endParaRPr lang="en-US" sz="1900" kern="1200"/>
        </a:p>
      </dsp:txBody>
      <dsp:txXfrm>
        <a:off x="36896" y="885468"/>
        <a:ext cx="7812908" cy="682028"/>
      </dsp:txXfrm>
    </dsp:sp>
    <dsp:sp modelId="{F74AAAAE-D368-45A5-8AFF-76BCF8EAE47F}">
      <dsp:nvSpPr>
        <dsp:cNvPr id="0" name=""/>
        <dsp:cNvSpPr/>
      </dsp:nvSpPr>
      <dsp:spPr>
        <a:xfrm>
          <a:off x="0" y="165911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Aplicar técnicas de aprendizado de máquina e análise preditiva em contextos de Big Data.</a:t>
          </a:r>
          <a:endParaRPr lang="en-US" sz="1900" kern="1200"/>
        </a:p>
      </dsp:txBody>
      <dsp:txXfrm>
        <a:off x="36896" y="1696008"/>
        <a:ext cx="7812908" cy="682028"/>
      </dsp:txXfrm>
    </dsp:sp>
    <dsp:sp modelId="{2BCE21AC-760F-4EF3-A62F-DF06A9D54841}">
      <dsp:nvSpPr>
        <dsp:cNvPr id="0" name=""/>
        <dsp:cNvSpPr/>
      </dsp:nvSpPr>
      <dsp:spPr>
        <a:xfrm>
          <a:off x="0" y="246965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Gerenciar aspectos éticos e lega relacionados à coleta, uso e compartilhamento de dados em Big Data.</a:t>
          </a:r>
          <a:endParaRPr lang="en-US" sz="1900" kern="1200"/>
        </a:p>
      </dsp:txBody>
      <dsp:txXfrm>
        <a:off x="36896" y="2506548"/>
        <a:ext cx="7812908" cy="6820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5EE87-684E-436A-815E-36A9C7DA519B}">
      <dsp:nvSpPr>
        <dsp:cNvPr id="0" name=""/>
        <dsp:cNvSpPr/>
      </dsp:nvSpPr>
      <dsp:spPr>
        <a:xfrm>
          <a:off x="0" y="1393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E793E-EB9D-41B7-BF58-B936F7848444}">
      <dsp:nvSpPr>
        <dsp:cNvPr id="0" name=""/>
        <dsp:cNvSpPr/>
      </dsp:nvSpPr>
      <dsp:spPr>
        <a:xfrm>
          <a:off x="197140" y="148026"/>
          <a:ext cx="358436" cy="3584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73A7F-5960-4995-9214-1F1D3F3D057B}">
      <dsp:nvSpPr>
        <dsp:cNvPr id="0" name=""/>
        <dsp:cNvSpPr/>
      </dsp:nvSpPr>
      <dsp:spPr>
        <a:xfrm>
          <a:off x="752717" y="1393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Conhecimento:</a:t>
          </a:r>
          <a:endParaRPr lang="en-US" sz="1900" kern="1200"/>
        </a:p>
      </dsp:txBody>
      <dsp:txXfrm>
        <a:off x="752717" y="1393"/>
        <a:ext cx="3539788" cy="651703"/>
      </dsp:txXfrm>
    </dsp:sp>
    <dsp:sp modelId="{CE57F31E-A84C-4837-A511-BF0632F893D7}">
      <dsp:nvSpPr>
        <dsp:cNvPr id="0" name=""/>
        <dsp:cNvSpPr/>
      </dsp:nvSpPr>
      <dsp:spPr>
        <a:xfrm>
          <a:off x="4292505" y="1393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Aula expositiva dialogada, análise de estudos de caso, textos e artigos.</a:t>
          </a:r>
          <a:endParaRPr lang="en-US" sz="1100" kern="1200" dirty="0"/>
        </a:p>
      </dsp:txBody>
      <dsp:txXfrm>
        <a:off x="4292505" y="1393"/>
        <a:ext cx="3572954" cy="651703"/>
      </dsp:txXfrm>
    </dsp:sp>
    <dsp:sp modelId="{BC081EE3-CA6A-4725-B9CC-F91245E72ADC}">
      <dsp:nvSpPr>
        <dsp:cNvPr id="0" name=""/>
        <dsp:cNvSpPr/>
      </dsp:nvSpPr>
      <dsp:spPr>
        <a:xfrm>
          <a:off x="0" y="81602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00C0F-74F3-4870-8B2F-E7C00C9CE2F7}">
      <dsp:nvSpPr>
        <dsp:cNvPr id="0" name=""/>
        <dsp:cNvSpPr/>
      </dsp:nvSpPr>
      <dsp:spPr>
        <a:xfrm>
          <a:off x="197140" y="962656"/>
          <a:ext cx="358436" cy="3584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2E442-213F-4912-831A-95FAA6BC040D}">
      <dsp:nvSpPr>
        <dsp:cNvPr id="0" name=""/>
        <dsp:cNvSpPr/>
      </dsp:nvSpPr>
      <dsp:spPr>
        <a:xfrm>
          <a:off x="752717" y="81602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Habilidade:</a:t>
          </a:r>
          <a:endParaRPr lang="en-US" sz="1900" kern="1200"/>
        </a:p>
      </dsp:txBody>
      <dsp:txXfrm>
        <a:off x="752717" y="816022"/>
        <a:ext cx="3539788" cy="651703"/>
      </dsp:txXfrm>
    </dsp:sp>
    <dsp:sp modelId="{F06337C6-41CA-4C92-BBC9-78C7D9E2E0D2}">
      <dsp:nvSpPr>
        <dsp:cNvPr id="0" name=""/>
        <dsp:cNvSpPr/>
      </dsp:nvSpPr>
      <dsp:spPr>
        <a:xfrm>
          <a:off x="4292505" y="81602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Pesquisas individuais, seminários, construção de estudos de caso.</a:t>
          </a:r>
          <a:endParaRPr lang="en-US" sz="1100" kern="1200" dirty="0"/>
        </a:p>
      </dsp:txBody>
      <dsp:txXfrm>
        <a:off x="4292505" y="816022"/>
        <a:ext cx="3572954" cy="651703"/>
      </dsp:txXfrm>
    </dsp:sp>
    <dsp:sp modelId="{C5626DAB-E9ED-4C23-AFD9-D77B02FFEED0}">
      <dsp:nvSpPr>
        <dsp:cNvPr id="0" name=""/>
        <dsp:cNvSpPr/>
      </dsp:nvSpPr>
      <dsp:spPr>
        <a:xfrm>
          <a:off x="0" y="163065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E41C3-0D22-4364-BCD4-A0B89AB1F9D2}">
      <dsp:nvSpPr>
        <dsp:cNvPr id="0" name=""/>
        <dsp:cNvSpPr/>
      </dsp:nvSpPr>
      <dsp:spPr>
        <a:xfrm>
          <a:off x="197140" y="1777285"/>
          <a:ext cx="358436" cy="3584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7603-C478-4E99-B7EC-7F126684057B}">
      <dsp:nvSpPr>
        <dsp:cNvPr id="0" name=""/>
        <dsp:cNvSpPr/>
      </dsp:nvSpPr>
      <dsp:spPr>
        <a:xfrm>
          <a:off x="752717" y="163065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Atitude:</a:t>
          </a:r>
          <a:endParaRPr lang="en-US" sz="1900" kern="1200"/>
        </a:p>
      </dsp:txBody>
      <dsp:txXfrm>
        <a:off x="752717" y="1630652"/>
        <a:ext cx="3539788" cy="651703"/>
      </dsp:txXfrm>
    </dsp:sp>
    <dsp:sp modelId="{06247584-5F01-44ED-B676-80328D78C7E0}">
      <dsp:nvSpPr>
        <dsp:cNvPr id="0" name=""/>
        <dsp:cNvSpPr/>
      </dsp:nvSpPr>
      <dsp:spPr>
        <a:xfrm>
          <a:off x="4292505" y="163065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Atividades que estimulem a liderança, a comunicação e articulação de grupos;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Aplicação da Ética no cotidiano do curso; autoavaliação e avaliação de seus pares</a:t>
          </a:r>
          <a:endParaRPr lang="en-US" sz="1100" kern="1200" dirty="0"/>
        </a:p>
      </dsp:txBody>
      <dsp:txXfrm>
        <a:off x="4292505" y="1630652"/>
        <a:ext cx="3572954" cy="6517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CB376-9516-4DBE-890E-32AAB5F07D6C}">
      <dsp:nvSpPr>
        <dsp:cNvPr id="0" name=""/>
        <dsp:cNvSpPr/>
      </dsp:nvSpPr>
      <dsp:spPr>
        <a:xfrm>
          <a:off x="146116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BE88A-D272-4A62-819A-DA30FD8D092D}">
      <dsp:nvSpPr>
        <dsp:cNvPr id="0" name=""/>
        <dsp:cNvSpPr/>
      </dsp:nvSpPr>
      <dsp:spPr>
        <a:xfrm>
          <a:off x="383358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26F1D-28A0-434B-99CD-FEB966AC54D6}">
      <dsp:nvSpPr>
        <dsp:cNvPr id="0" name=""/>
        <dsp:cNvSpPr/>
      </dsp:nvSpPr>
      <dsp:spPr>
        <a:xfrm>
          <a:off x="1517920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C2 - Propor soluções e inovações tecnológicas no desenvolvimento de projetos, materiais, ferramentas, técnicas e soluções na área de dados;</a:t>
          </a:r>
          <a:endParaRPr lang="en-US" sz="1200" kern="1200"/>
        </a:p>
      </dsp:txBody>
      <dsp:txXfrm>
        <a:off x="1517920" y="288043"/>
        <a:ext cx="2662912" cy="1129720"/>
      </dsp:txXfrm>
    </dsp:sp>
    <dsp:sp modelId="{5BC8F59B-F38E-42DE-9611-05E05BEFC428}">
      <dsp:nvSpPr>
        <dsp:cNvPr id="0" name=""/>
        <dsp:cNvSpPr/>
      </dsp:nvSpPr>
      <dsp:spPr>
        <a:xfrm>
          <a:off x="4644825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71C07-2E41-4BB5-9A55-231E010834B4}">
      <dsp:nvSpPr>
        <dsp:cNvPr id="0" name=""/>
        <dsp:cNvSpPr/>
      </dsp:nvSpPr>
      <dsp:spPr>
        <a:xfrm>
          <a:off x="4882067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7B8B-A92F-4F59-9B8D-40CE30076256}">
      <dsp:nvSpPr>
        <dsp:cNvPr id="0" name=""/>
        <dsp:cNvSpPr/>
      </dsp:nvSpPr>
      <dsp:spPr>
        <a:xfrm>
          <a:off x="6016629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C10 - Compreender os fatos essenciais, os conceitos, os princípios e as teorias relacionadas ao ciclo de vida da descoberta do conhecimento e suas aplicações;</a:t>
          </a:r>
          <a:endParaRPr lang="en-US" sz="1200" kern="1200"/>
        </a:p>
      </dsp:txBody>
      <dsp:txXfrm>
        <a:off x="6016629" y="288043"/>
        <a:ext cx="2662912" cy="1129720"/>
      </dsp:txXfrm>
    </dsp:sp>
    <dsp:sp modelId="{455D31E3-0D9F-465A-A406-9059465B07B9}">
      <dsp:nvSpPr>
        <dsp:cNvPr id="0" name=""/>
        <dsp:cNvSpPr/>
      </dsp:nvSpPr>
      <dsp:spPr>
        <a:xfrm>
          <a:off x="146116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A3031-27F1-4205-98EF-6B4BD1F1A94D}">
      <dsp:nvSpPr>
        <dsp:cNvPr id="0" name=""/>
        <dsp:cNvSpPr/>
      </dsp:nvSpPr>
      <dsp:spPr>
        <a:xfrm>
          <a:off x="383358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A46B0-72FB-41AF-A234-12C4568A9C6E}">
      <dsp:nvSpPr>
        <dsp:cNvPr id="0" name=""/>
        <dsp:cNvSpPr/>
      </dsp:nvSpPr>
      <dsp:spPr>
        <a:xfrm>
          <a:off x="1517920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 sz="1200" kern="1200"/>
        </a:p>
      </dsp:txBody>
      <dsp:txXfrm>
        <a:off x="1517920" y="1998535"/>
        <a:ext cx="2662912" cy="1129720"/>
      </dsp:txXfrm>
    </dsp:sp>
    <dsp:sp modelId="{7A29AA02-8E0C-4205-8D1D-85B332834DB3}">
      <dsp:nvSpPr>
        <dsp:cNvPr id="0" name=""/>
        <dsp:cNvSpPr/>
      </dsp:nvSpPr>
      <dsp:spPr>
        <a:xfrm>
          <a:off x="4644825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86A8-2399-43C5-9C20-3E43C5E89CED}">
      <dsp:nvSpPr>
        <dsp:cNvPr id="0" name=""/>
        <dsp:cNvSpPr/>
      </dsp:nvSpPr>
      <dsp:spPr>
        <a:xfrm>
          <a:off x="4882067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BC7C-4C8E-4816-B0BC-A336E1139005}">
      <dsp:nvSpPr>
        <dsp:cNvPr id="0" name=""/>
        <dsp:cNvSpPr/>
      </dsp:nvSpPr>
      <dsp:spPr>
        <a:xfrm>
          <a:off x="6016629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C14 - Integração de ferramentas computacionais no processo de tomada de decisão baseada em modelos de aprendizagem de máquina (Machine Learning).</a:t>
          </a:r>
          <a:endParaRPr lang="en-US" sz="1200" kern="1200"/>
        </a:p>
      </dsp:txBody>
      <dsp:txXfrm>
        <a:off x="6016629" y="1998535"/>
        <a:ext cx="2662912" cy="11297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BD95-9DE5-49CA-9E09-D2651AB853B1}">
      <dsp:nvSpPr>
        <dsp:cNvPr id="0" name=""/>
        <dsp:cNvSpPr/>
      </dsp:nvSpPr>
      <dsp:spPr>
        <a:xfrm>
          <a:off x="376435" y="123526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5FC3-6589-48AA-91C3-110778AD434E}">
      <dsp:nvSpPr>
        <dsp:cNvPr id="0" name=""/>
        <dsp:cNvSpPr/>
      </dsp:nvSpPr>
      <dsp:spPr>
        <a:xfrm>
          <a:off x="61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3C39C-AFF5-4827-A1AF-66623915959A}">
      <dsp:nvSpPr>
        <dsp:cNvPr id="0" name=""/>
        <dsp:cNvSpPr/>
      </dsp:nvSpPr>
      <dsp:spPr>
        <a:xfrm>
          <a:off x="2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Configurar e administrar ambientes de Big Data utilizando tecnologias como Hadoop, Spark e sistemas de gerenciamento de bancos de dados NoSQL.</a:t>
          </a:r>
          <a:endParaRPr lang="en-US" sz="1100" kern="1200"/>
        </a:p>
      </dsp:txBody>
      <dsp:txXfrm>
        <a:off x="25435" y="1563527"/>
        <a:ext cx="1800000" cy="1080000"/>
      </dsp:txXfrm>
    </dsp:sp>
    <dsp:sp modelId="{38AB31CE-7E4C-4B85-BA98-F5766DC48E75}">
      <dsp:nvSpPr>
        <dsp:cNvPr id="0" name=""/>
        <dsp:cNvSpPr/>
      </dsp:nvSpPr>
      <dsp:spPr>
        <a:xfrm>
          <a:off x="2491435" y="123526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063CB-9F34-49DF-B3E6-1B4C51F72A77}">
      <dsp:nvSpPr>
        <dsp:cNvPr id="0" name=""/>
        <dsp:cNvSpPr/>
      </dsp:nvSpPr>
      <dsp:spPr>
        <a:xfrm>
          <a:off x="272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F81FC-5E56-4B4E-B513-2792DCB3C56A}">
      <dsp:nvSpPr>
        <dsp:cNvPr id="0" name=""/>
        <dsp:cNvSpPr/>
      </dsp:nvSpPr>
      <dsp:spPr>
        <a:xfrm>
          <a:off x="214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Desenvolver pipelines de dados eficientes para processamento e análise de grandes volumes de dados.</a:t>
          </a:r>
          <a:endParaRPr lang="en-US" sz="1100" kern="1200"/>
        </a:p>
      </dsp:txBody>
      <dsp:txXfrm>
        <a:off x="2140435" y="1563527"/>
        <a:ext cx="1800000" cy="1080000"/>
      </dsp:txXfrm>
    </dsp:sp>
    <dsp:sp modelId="{7E8B03E6-CC8F-4D35-8464-B6DCD47EB951}">
      <dsp:nvSpPr>
        <dsp:cNvPr id="0" name=""/>
        <dsp:cNvSpPr/>
      </dsp:nvSpPr>
      <dsp:spPr>
        <a:xfrm>
          <a:off x="4606435" y="123526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0C0ED-F8CF-4464-A3D5-38B6666549C0}">
      <dsp:nvSpPr>
        <dsp:cNvPr id="0" name=""/>
        <dsp:cNvSpPr/>
      </dsp:nvSpPr>
      <dsp:spPr>
        <a:xfrm>
          <a:off x="484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C5B5A-7E70-425D-B960-A497769302DA}">
      <dsp:nvSpPr>
        <dsp:cNvPr id="0" name=""/>
        <dsp:cNvSpPr/>
      </dsp:nvSpPr>
      <dsp:spPr>
        <a:xfrm>
          <a:off x="425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Aplicar técnicas de machine learning e análise estatística em conjuntos de dados complexos.</a:t>
          </a:r>
          <a:endParaRPr lang="en-US" sz="1100" kern="1200"/>
        </a:p>
      </dsp:txBody>
      <dsp:txXfrm>
        <a:off x="4255435" y="1563527"/>
        <a:ext cx="1800000" cy="1080000"/>
      </dsp:txXfrm>
    </dsp:sp>
    <dsp:sp modelId="{89541EE5-B45F-48B0-A2BF-2594E45477B0}">
      <dsp:nvSpPr>
        <dsp:cNvPr id="0" name=""/>
        <dsp:cNvSpPr/>
      </dsp:nvSpPr>
      <dsp:spPr>
        <a:xfrm>
          <a:off x="6721435" y="123526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A6C92-CFEA-441E-8072-5216664429F9}">
      <dsp:nvSpPr>
        <dsp:cNvPr id="0" name=""/>
        <dsp:cNvSpPr/>
      </dsp:nvSpPr>
      <dsp:spPr>
        <a:xfrm>
          <a:off x="695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F06F9-7E9C-4E93-A874-BD7978DEAC9A}">
      <dsp:nvSpPr>
        <dsp:cNvPr id="0" name=""/>
        <dsp:cNvSpPr/>
      </dsp:nvSpPr>
      <dsp:spPr>
        <a:xfrm>
          <a:off x="637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Avaliar e propor soluções éticas e seguras para desafios relacionados à privacidade e segurança em Big Data.</a:t>
          </a:r>
          <a:endParaRPr lang="en-US" sz="1100" kern="1200"/>
        </a:p>
      </dsp:txBody>
      <dsp:txXfrm>
        <a:off x="6370435" y="1563527"/>
        <a:ext cx="1800000" cy="108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7989C-4C75-415D-B608-3AA260E5CD94}">
      <dsp:nvSpPr>
        <dsp:cNvPr id="0" name=""/>
        <dsp:cNvSpPr/>
      </dsp:nvSpPr>
      <dsp:spPr>
        <a:xfrm>
          <a:off x="0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Introdução ao Big Data</a:t>
          </a:r>
          <a:endParaRPr lang="en-US" sz="1100" kern="1200" dirty="0"/>
        </a:p>
      </dsp:txBody>
      <dsp:txXfrm>
        <a:off x="0" y="360207"/>
        <a:ext cx="2813359" cy="1688015"/>
      </dsp:txXfrm>
    </dsp:sp>
    <dsp:sp modelId="{7BC536EA-F728-43BA-87D1-B96C64813930}">
      <dsp:nvSpPr>
        <dsp:cNvPr id="0" name=""/>
        <dsp:cNvSpPr/>
      </dsp:nvSpPr>
      <dsp:spPr>
        <a:xfrm>
          <a:off x="3094695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Tecnologias e Infraestrutura para Big Data</a:t>
          </a:r>
        </a:p>
      </dsp:txBody>
      <dsp:txXfrm>
        <a:off x="3094695" y="360207"/>
        <a:ext cx="2813359" cy="1688015"/>
      </dsp:txXfrm>
    </dsp:sp>
    <dsp:sp modelId="{3D64395E-1C55-4A4D-BD68-CF0FA65F5505}">
      <dsp:nvSpPr>
        <dsp:cNvPr id="0" name=""/>
        <dsp:cNvSpPr/>
      </dsp:nvSpPr>
      <dsp:spPr>
        <a:xfrm>
          <a:off x="6189391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Processamento de Dados em Escala</a:t>
          </a:r>
        </a:p>
      </dsp:txBody>
      <dsp:txXfrm>
        <a:off x="6189391" y="360207"/>
        <a:ext cx="2813359" cy="1688015"/>
      </dsp:txXfrm>
    </dsp:sp>
    <dsp:sp modelId="{6CEB5033-5F6E-44EC-AD95-6F8804F82935}">
      <dsp:nvSpPr>
        <dsp:cNvPr id="0" name=""/>
        <dsp:cNvSpPr/>
      </dsp:nvSpPr>
      <dsp:spPr>
        <a:xfrm>
          <a:off x="0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Análise de Dados em Tempo Real</a:t>
          </a:r>
        </a:p>
      </dsp:txBody>
      <dsp:txXfrm>
        <a:off x="0" y="2329558"/>
        <a:ext cx="2813359" cy="1688015"/>
      </dsp:txXfrm>
    </dsp:sp>
    <dsp:sp modelId="{34DE67BC-DC71-49BD-9ED7-86F0A912ACCB}">
      <dsp:nvSpPr>
        <dsp:cNvPr id="0" name=""/>
        <dsp:cNvSpPr/>
      </dsp:nvSpPr>
      <dsp:spPr>
        <a:xfrm>
          <a:off x="3094695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Aprendizado de Máquina em Big Data</a:t>
          </a:r>
        </a:p>
      </dsp:txBody>
      <dsp:txXfrm>
        <a:off x="3094695" y="2329558"/>
        <a:ext cx="2813359" cy="1688015"/>
      </dsp:txXfrm>
    </dsp:sp>
    <dsp:sp modelId="{CA25937D-D0DA-48FF-AD7C-E52EDEF65999}">
      <dsp:nvSpPr>
        <dsp:cNvPr id="0" name=""/>
        <dsp:cNvSpPr/>
      </dsp:nvSpPr>
      <dsp:spPr>
        <a:xfrm>
          <a:off x="6189391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Ética e Privacidade em Big Data</a:t>
          </a:r>
        </a:p>
      </dsp:txBody>
      <dsp:txXfrm>
        <a:off x="6189391" y="2329558"/>
        <a:ext cx="2813359" cy="16880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BE828-1D2D-44C4-B0A4-B232B578644C}">
      <dsp:nvSpPr>
        <dsp:cNvPr id="0" name=""/>
        <dsp:cNvSpPr/>
      </dsp:nvSpPr>
      <dsp:spPr>
        <a:xfrm>
          <a:off x="0" y="41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3E565-3701-4B93-9CD8-5E0D351295BF}">
      <dsp:nvSpPr>
        <dsp:cNvPr id="0" name=""/>
        <dsp:cNvSpPr/>
      </dsp:nvSpPr>
      <dsp:spPr>
        <a:xfrm>
          <a:off x="173762" y="129662"/>
          <a:ext cx="315932" cy="315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CB6E1-37B6-457D-82BE-52CBBD116C70}">
      <dsp:nvSpPr>
        <dsp:cNvPr id="0" name=""/>
        <dsp:cNvSpPr/>
      </dsp:nvSpPr>
      <dsp:spPr>
        <a:xfrm>
          <a:off x="663458" y="41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 dirty="0"/>
            <a:t>Computadores ou dispositivos móveis com conexão com a Internet.</a:t>
          </a:r>
          <a:endParaRPr lang="en-US" sz="1200" kern="1200" dirty="0"/>
        </a:p>
      </dsp:txBody>
      <dsp:txXfrm>
        <a:off x="663458" y="417"/>
        <a:ext cx="4708963" cy="574422"/>
      </dsp:txXfrm>
    </dsp:sp>
    <dsp:sp modelId="{D90FDEFD-FBC6-42AC-ABC5-A04C626E1E4A}">
      <dsp:nvSpPr>
        <dsp:cNvPr id="0" name=""/>
        <dsp:cNvSpPr/>
      </dsp:nvSpPr>
      <dsp:spPr>
        <a:xfrm>
          <a:off x="0" y="718445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4D1F-9FC5-43A9-8585-CA731D025BCA}">
      <dsp:nvSpPr>
        <dsp:cNvPr id="0" name=""/>
        <dsp:cNvSpPr/>
      </dsp:nvSpPr>
      <dsp:spPr>
        <a:xfrm>
          <a:off x="173762" y="847690"/>
          <a:ext cx="315932" cy="315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A413C-CD31-4DBA-AF30-436BEA4F0B16}">
      <dsp:nvSpPr>
        <dsp:cNvPr id="0" name=""/>
        <dsp:cNvSpPr/>
      </dsp:nvSpPr>
      <dsp:spPr>
        <a:xfrm>
          <a:off x="663458" y="718445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Quadro branco em sala de aula convencional ou laboratório.</a:t>
          </a:r>
          <a:endParaRPr lang="en-US" sz="1200" kern="1200"/>
        </a:p>
      </dsp:txBody>
      <dsp:txXfrm>
        <a:off x="663458" y="718445"/>
        <a:ext cx="4708963" cy="574422"/>
      </dsp:txXfrm>
    </dsp:sp>
    <dsp:sp modelId="{E3348C30-67E4-4AFB-82C6-50E12912AE79}">
      <dsp:nvSpPr>
        <dsp:cNvPr id="0" name=""/>
        <dsp:cNvSpPr/>
      </dsp:nvSpPr>
      <dsp:spPr>
        <a:xfrm>
          <a:off x="0" y="1436474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59C0C-341E-4405-81B7-774A86E838C6}">
      <dsp:nvSpPr>
        <dsp:cNvPr id="0" name=""/>
        <dsp:cNvSpPr/>
      </dsp:nvSpPr>
      <dsp:spPr>
        <a:xfrm>
          <a:off x="173762" y="1565719"/>
          <a:ext cx="315932" cy="315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2721-BB15-4E63-ACE8-834A4D87CF80}">
      <dsp:nvSpPr>
        <dsp:cNvPr id="0" name=""/>
        <dsp:cNvSpPr/>
      </dsp:nvSpPr>
      <dsp:spPr>
        <a:xfrm>
          <a:off x="663458" y="1436474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Recursos audiovisuais (projetor multimídia, tela, equipamento de áudio, vídeos)</a:t>
          </a:r>
          <a:endParaRPr lang="en-US" sz="1200" kern="1200"/>
        </a:p>
      </dsp:txBody>
      <dsp:txXfrm>
        <a:off x="663458" y="1436474"/>
        <a:ext cx="4708963" cy="574422"/>
      </dsp:txXfrm>
    </dsp:sp>
    <dsp:sp modelId="{C6FB527D-3C50-4012-A84B-62C2412447F6}">
      <dsp:nvSpPr>
        <dsp:cNvPr id="0" name=""/>
        <dsp:cNvSpPr/>
      </dsp:nvSpPr>
      <dsp:spPr>
        <a:xfrm>
          <a:off x="0" y="2154502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42C8D-4547-46B3-BA86-C7E07E495E45}">
      <dsp:nvSpPr>
        <dsp:cNvPr id="0" name=""/>
        <dsp:cNvSpPr/>
      </dsp:nvSpPr>
      <dsp:spPr>
        <a:xfrm>
          <a:off x="173762" y="2283747"/>
          <a:ext cx="315932" cy="3159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82CC9-795B-46A3-8B65-D3BEC1BFDA1B}">
      <dsp:nvSpPr>
        <dsp:cNvPr id="0" name=""/>
        <dsp:cNvSpPr/>
      </dsp:nvSpPr>
      <dsp:spPr>
        <a:xfrm>
          <a:off x="663458" y="2154502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do SGI, notadamente para aspectos administrativos da disciplina (frequência, menções, comunicados).</a:t>
          </a:r>
          <a:endParaRPr lang="en-US" sz="1200" kern="1200"/>
        </a:p>
      </dsp:txBody>
      <dsp:txXfrm>
        <a:off x="663458" y="2154502"/>
        <a:ext cx="4708963" cy="574422"/>
      </dsp:txXfrm>
    </dsp:sp>
    <dsp:sp modelId="{0427A985-A16E-4492-8BB7-53AD3BB6D43C}">
      <dsp:nvSpPr>
        <dsp:cNvPr id="0" name=""/>
        <dsp:cNvSpPr/>
      </dsp:nvSpPr>
      <dsp:spPr>
        <a:xfrm>
          <a:off x="0" y="2872531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10F25-7C77-4D32-8397-348AC6CCA13B}">
      <dsp:nvSpPr>
        <dsp:cNvPr id="0" name=""/>
        <dsp:cNvSpPr/>
      </dsp:nvSpPr>
      <dsp:spPr>
        <a:xfrm>
          <a:off x="173762" y="3001776"/>
          <a:ext cx="315932" cy="3159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F38B7-7287-470A-B57D-C644D6878497}">
      <dsp:nvSpPr>
        <dsp:cNvPr id="0" name=""/>
        <dsp:cNvSpPr/>
      </dsp:nvSpPr>
      <dsp:spPr>
        <a:xfrm>
          <a:off x="663458" y="2872531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Moodle (Sala Online) será utilizado como apoio às atividades pedagógicas, incluindo conteúdo, atividades e avisos.</a:t>
          </a:r>
          <a:endParaRPr lang="en-US" sz="1200" kern="1200"/>
        </a:p>
      </dsp:txBody>
      <dsp:txXfrm>
        <a:off x="663458" y="2872531"/>
        <a:ext cx="4708963" cy="574422"/>
      </dsp:txXfrm>
    </dsp:sp>
    <dsp:sp modelId="{F07DFD8B-DF01-4905-A6BB-87D4DF46F977}">
      <dsp:nvSpPr>
        <dsp:cNvPr id="0" name=""/>
        <dsp:cNvSpPr/>
      </dsp:nvSpPr>
      <dsp:spPr>
        <a:xfrm>
          <a:off x="0" y="3590559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F6F3-4A31-433B-AC1D-0B8652EE3DB9}">
      <dsp:nvSpPr>
        <dsp:cNvPr id="0" name=""/>
        <dsp:cNvSpPr/>
      </dsp:nvSpPr>
      <dsp:spPr>
        <a:xfrm>
          <a:off x="173762" y="3719804"/>
          <a:ext cx="315932" cy="3159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2F73A-A459-4A3D-8384-EB16E36C22DA}">
      <dsp:nvSpPr>
        <dsp:cNvPr id="0" name=""/>
        <dsp:cNvSpPr/>
      </dsp:nvSpPr>
      <dsp:spPr>
        <a:xfrm>
          <a:off x="663458" y="3590559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Livros e artigos relativos à disciplina.</a:t>
          </a:r>
          <a:endParaRPr lang="en-US" sz="1200" kern="1200"/>
        </a:p>
      </dsp:txBody>
      <dsp:txXfrm>
        <a:off x="663458" y="3590559"/>
        <a:ext cx="4708963" cy="574422"/>
      </dsp:txXfrm>
    </dsp:sp>
    <dsp:sp modelId="{1FFCAD5C-3D44-440C-ACAA-9347161A5508}">
      <dsp:nvSpPr>
        <dsp:cNvPr id="0" name=""/>
        <dsp:cNvSpPr/>
      </dsp:nvSpPr>
      <dsp:spPr>
        <a:xfrm>
          <a:off x="0" y="430858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A4A5-74F3-49E8-9282-04206E2E5C70}">
      <dsp:nvSpPr>
        <dsp:cNvPr id="0" name=""/>
        <dsp:cNvSpPr/>
      </dsp:nvSpPr>
      <dsp:spPr>
        <a:xfrm>
          <a:off x="173762" y="4437833"/>
          <a:ext cx="315932" cy="31593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32418-C9BC-4FDB-8D2B-A1583F28BBA4}">
      <dsp:nvSpPr>
        <dsp:cNvPr id="0" name=""/>
        <dsp:cNvSpPr/>
      </dsp:nvSpPr>
      <dsp:spPr>
        <a:xfrm>
          <a:off x="663458" y="430858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Outros softwares online ou ferramentas gratuitas poderão ser empregados em proveito do processo de ensino e aprendizagem. </a:t>
          </a:r>
          <a:endParaRPr lang="en-US" sz="1200" kern="1200"/>
        </a:p>
      </dsp:txBody>
      <dsp:txXfrm>
        <a:off x="663458" y="4308587"/>
        <a:ext cx="4708963" cy="57442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96554-9D40-4C90-826F-7345399A8895}">
      <dsp:nvSpPr>
        <dsp:cNvPr id="0" name=""/>
        <dsp:cNvSpPr/>
      </dsp:nvSpPr>
      <dsp:spPr>
        <a:xfrm>
          <a:off x="0" y="0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sz="1000" kern="1200" dirty="0"/>
        </a:p>
      </dsp:txBody>
      <dsp:txXfrm>
        <a:off x="16578" y="16578"/>
        <a:ext cx="5633807" cy="532872"/>
      </dsp:txXfrm>
    </dsp:sp>
    <dsp:sp modelId="{A4DA07B0-3941-40B1-8092-9567E76853AD}">
      <dsp:nvSpPr>
        <dsp:cNvPr id="0" name=""/>
        <dsp:cNvSpPr/>
      </dsp:nvSpPr>
      <dsp:spPr>
        <a:xfrm>
          <a:off x="471262" y="644643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2753"/>
            <a:satOff val="-9438"/>
            <a:lumOff val="85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assiduidade será verificada pela frequência às aulas e às atividades da disciplina. </a:t>
          </a:r>
          <a:endParaRPr lang="en-US" sz="1000" kern="1200"/>
        </a:p>
      </dsp:txBody>
      <dsp:txXfrm>
        <a:off x="487840" y="661221"/>
        <a:ext cx="5438483" cy="532872"/>
      </dsp:txXfrm>
    </dsp:sp>
    <dsp:sp modelId="{F3AA50EB-93EC-41D3-92A5-3CDAD605777F}">
      <dsp:nvSpPr>
        <dsp:cNvPr id="0" name=""/>
        <dsp:cNvSpPr/>
      </dsp:nvSpPr>
      <dsp:spPr>
        <a:xfrm>
          <a:off x="942525" y="1289287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5506"/>
            <a:satOff val="-18875"/>
            <a:lumOff val="170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sz="1000" kern="1200" dirty="0"/>
        </a:p>
      </dsp:txBody>
      <dsp:txXfrm>
        <a:off x="959103" y="1305865"/>
        <a:ext cx="5438483" cy="532872"/>
      </dsp:txXfrm>
    </dsp:sp>
    <dsp:sp modelId="{B754D3FA-91C7-4695-B81D-345EF437EF7F}">
      <dsp:nvSpPr>
        <dsp:cNvPr id="0" name=""/>
        <dsp:cNvSpPr/>
      </dsp:nvSpPr>
      <dsp:spPr>
        <a:xfrm>
          <a:off x="1413787" y="1933931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259"/>
            <a:satOff val="-28313"/>
            <a:lumOff val="255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O </a:t>
          </a:r>
          <a:r>
            <a:rPr lang="pt-BR" sz="1000" kern="1200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sz="1000" kern="1200" dirty="0"/>
        </a:p>
      </dsp:txBody>
      <dsp:txXfrm>
        <a:off x="1430365" y="1950509"/>
        <a:ext cx="5438483" cy="532872"/>
      </dsp:txXfrm>
    </dsp:sp>
    <dsp:sp modelId="{4F9122E9-50A0-4496-892C-9593020D3D92}">
      <dsp:nvSpPr>
        <dsp:cNvPr id="0" name=""/>
        <dsp:cNvSpPr/>
      </dsp:nvSpPr>
      <dsp:spPr>
        <a:xfrm>
          <a:off x="1885050" y="2578575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menção final (MF) representará o julgamento global do aproveitamento INDIVIDUAL nos estudos dentro de suas respectivas proporções de equivalência.</a:t>
          </a:r>
          <a:endParaRPr lang="en-US" sz="1000" kern="1200"/>
        </a:p>
      </dsp:txBody>
      <dsp:txXfrm>
        <a:off x="1901628" y="2595153"/>
        <a:ext cx="5438483" cy="532872"/>
      </dsp:txXfrm>
    </dsp:sp>
    <dsp:sp modelId="{3C23C661-2FAD-4AD9-BC54-B0469EA85725}">
      <dsp:nvSpPr>
        <dsp:cNvPr id="0" name=""/>
        <dsp:cNvSpPr/>
      </dsp:nvSpPr>
      <dsp:spPr>
        <a:xfrm>
          <a:off x="5942902" y="413515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25684" y="413515"/>
        <a:ext cx="202354" cy="276858"/>
      </dsp:txXfrm>
    </dsp:sp>
    <dsp:sp modelId="{9520941A-44C6-4468-A54E-6F3BF87B55AE}">
      <dsp:nvSpPr>
        <dsp:cNvPr id="0" name=""/>
        <dsp:cNvSpPr/>
      </dsp:nvSpPr>
      <dsp:spPr>
        <a:xfrm>
          <a:off x="6414164" y="105815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496946" y="1058159"/>
        <a:ext cx="202354" cy="276858"/>
      </dsp:txXfrm>
    </dsp:sp>
    <dsp:sp modelId="{BB05CB52-03EE-4A28-AF18-60F4EA7D78FB}">
      <dsp:nvSpPr>
        <dsp:cNvPr id="0" name=""/>
        <dsp:cNvSpPr/>
      </dsp:nvSpPr>
      <dsp:spPr>
        <a:xfrm>
          <a:off x="6885427" y="169336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968209" y="1693369"/>
        <a:ext cx="202354" cy="276858"/>
      </dsp:txXfrm>
    </dsp:sp>
    <dsp:sp modelId="{229B61A7-082F-4969-A0B2-62C02D20B095}">
      <dsp:nvSpPr>
        <dsp:cNvPr id="0" name=""/>
        <dsp:cNvSpPr/>
      </dsp:nvSpPr>
      <dsp:spPr>
        <a:xfrm>
          <a:off x="7356689" y="2344302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7439471" y="2344302"/>
        <a:ext cx="202354" cy="2768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FACDE-B77D-4ADB-85FA-198DD14BB2B5}">
      <dsp:nvSpPr>
        <dsp:cNvPr id="0" name=""/>
        <dsp:cNvSpPr/>
      </dsp:nvSpPr>
      <dsp:spPr>
        <a:xfrm>
          <a:off x="2561" y="155147"/>
          <a:ext cx="2497179" cy="31680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01:</a:t>
          </a:r>
          <a:endParaRPr lang="en-US" sz="1100" kern="1200"/>
        </a:p>
      </dsp:txBody>
      <dsp:txXfrm>
        <a:off x="2561" y="155147"/>
        <a:ext cx="2497179" cy="316800"/>
      </dsp:txXfrm>
    </dsp:sp>
    <dsp:sp modelId="{39A834DD-F52C-49B0-8161-4C7BEC69B2BD}">
      <dsp:nvSpPr>
        <dsp:cNvPr id="0" name=""/>
        <dsp:cNvSpPr/>
      </dsp:nvSpPr>
      <dsp:spPr>
        <a:xfrm>
          <a:off x="2561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 sz="1100" kern="1200"/>
        </a:p>
      </dsp:txBody>
      <dsp:txXfrm>
        <a:off x="2561" y="471947"/>
        <a:ext cx="2497179" cy="2517508"/>
      </dsp:txXfrm>
    </dsp:sp>
    <dsp:sp modelId="{02E27D1C-166F-43EA-9A6C-1EE18E916A40}">
      <dsp:nvSpPr>
        <dsp:cNvPr id="0" name=""/>
        <dsp:cNvSpPr/>
      </dsp:nvSpPr>
      <dsp:spPr>
        <a:xfrm>
          <a:off x="2849345" y="155147"/>
          <a:ext cx="2497179" cy="316800"/>
        </a:xfrm>
        <a:prstGeom prst="rect">
          <a:avLst/>
        </a:prstGeom>
        <a:solidFill>
          <a:schemeClr val="accent2">
            <a:shade val="80000"/>
            <a:hueOff val="-141046"/>
            <a:satOff val="2194"/>
            <a:lumOff val="11710"/>
            <a:alphaOff val="0"/>
          </a:schemeClr>
        </a:solidFill>
        <a:ln w="19050" cap="flat" cmpd="sng" algn="ctr">
          <a:solidFill>
            <a:schemeClr val="accent2">
              <a:shade val="80000"/>
              <a:hueOff val="-141046"/>
              <a:satOff val="2194"/>
              <a:lumOff val="117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02:</a:t>
          </a:r>
          <a:endParaRPr lang="en-US" sz="1100" kern="1200"/>
        </a:p>
      </dsp:txBody>
      <dsp:txXfrm>
        <a:off x="2849345" y="155147"/>
        <a:ext cx="2497179" cy="316800"/>
      </dsp:txXfrm>
    </dsp:sp>
    <dsp:sp modelId="{49FAE2A6-49D2-4426-802B-2325F85F7D65}">
      <dsp:nvSpPr>
        <dsp:cNvPr id="0" name=""/>
        <dsp:cNvSpPr/>
      </dsp:nvSpPr>
      <dsp:spPr>
        <a:xfrm>
          <a:off x="2849345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 avaliação ocorrerá durante o primeiro bimestre com a publicação do resultado até o final do semestre letivo.</a:t>
          </a:r>
          <a:endParaRPr lang="en-US" sz="1100" kern="1200"/>
        </a:p>
      </dsp:txBody>
      <dsp:txXfrm>
        <a:off x="2849345" y="471947"/>
        <a:ext cx="2497179" cy="2517508"/>
      </dsp:txXfrm>
    </dsp:sp>
    <dsp:sp modelId="{9091D9F8-6A9D-4B10-81A1-52E18C5C75A8}">
      <dsp:nvSpPr>
        <dsp:cNvPr id="0" name=""/>
        <dsp:cNvSpPr/>
      </dsp:nvSpPr>
      <dsp:spPr>
        <a:xfrm>
          <a:off x="5696130" y="155147"/>
          <a:ext cx="2497179" cy="316800"/>
        </a:xfrm>
        <a:prstGeom prst="rect">
          <a:avLst/>
        </a:prstGeom>
        <a:solidFill>
          <a:schemeClr val="accent2">
            <a:shade val="80000"/>
            <a:hueOff val="-282092"/>
            <a:satOff val="4387"/>
            <a:lumOff val="23420"/>
            <a:alphaOff val="0"/>
          </a:schemeClr>
        </a:solidFill>
        <a:ln w="19050" cap="flat" cmpd="sng" algn="ctr">
          <a:solidFill>
            <a:schemeClr val="accent2">
              <a:shade val="80000"/>
              <a:hueOff val="-282092"/>
              <a:satOff val="4387"/>
              <a:lumOff val="234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Menção Parcial 03:</a:t>
          </a:r>
          <a:endParaRPr lang="en-US" sz="1100" kern="1200" dirty="0"/>
        </a:p>
      </dsp:txBody>
      <dsp:txXfrm>
        <a:off x="5696130" y="155147"/>
        <a:ext cx="2497179" cy="316800"/>
      </dsp:txXfrm>
    </dsp:sp>
    <dsp:sp modelId="{C8AB50F8-3385-4519-A709-933B23D6DF83}">
      <dsp:nvSpPr>
        <dsp:cNvPr id="0" name=""/>
        <dsp:cNvSpPr/>
      </dsp:nvSpPr>
      <dsp:spPr>
        <a:xfrm>
          <a:off x="5696130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 avaliação ocorrerá durante o segundo bimestre com a publicação do resultado até o final do semestre letivo.</a:t>
          </a:r>
          <a:endParaRPr lang="en-US" sz="1100" kern="1200" dirty="0"/>
        </a:p>
      </dsp:txBody>
      <dsp:txXfrm>
        <a:off x="5696130" y="471947"/>
        <a:ext cx="2497179" cy="251750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5B588-F469-4499-8B7A-4DC5492CB7A2}">
      <dsp:nvSpPr>
        <dsp:cNvPr id="0" name=""/>
        <dsp:cNvSpPr/>
      </dsp:nvSpPr>
      <dsp:spPr>
        <a:xfrm>
          <a:off x="18535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F8424-11CA-4937-8259-FA229161F81F}">
      <dsp:nvSpPr>
        <dsp:cNvPr id="0" name=""/>
        <dsp:cNvSpPr/>
      </dsp:nvSpPr>
      <dsp:spPr>
        <a:xfrm>
          <a:off x="245361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7E136-D830-4EB5-BCD2-83DDC601452C}">
      <dsp:nvSpPr>
        <dsp:cNvPr id="0" name=""/>
        <dsp:cNvSpPr/>
      </dsp:nvSpPr>
      <dsp:spPr>
        <a:xfrm>
          <a:off x="1330115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 sz="1100" kern="1200"/>
        </a:p>
      </dsp:txBody>
      <dsp:txXfrm>
        <a:off x="1330115" y="1032239"/>
        <a:ext cx="2546008" cy="1080124"/>
      </dsp:txXfrm>
    </dsp:sp>
    <dsp:sp modelId="{40371F49-4261-4972-8CF2-7E5803D58CCB}">
      <dsp:nvSpPr>
        <dsp:cNvPr id="0" name=""/>
        <dsp:cNvSpPr/>
      </dsp:nvSpPr>
      <dsp:spPr>
        <a:xfrm>
          <a:off x="4319746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89E5C-CEEC-4F6C-8805-AE3AEF4910B1}">
      <dsp:nvSpPr>
        <dsp:cNvPr id="0" name=""/>
        <dsp:cNvSpPr/>
      </dsp:nvSpPr>
      <dsp:spPr>
        <a:xfrm>
          <a:off x="4546573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1255-20C3-4BFD-B906-42FEC3B7E7EE}">
      <dsp:nvSpPr>
        <dsp:cNvPr id="0" name=""/>
        <dsp:cNvSpPr/>
      </dsp:nvSpPr>
      <dsp:spPr>
        <a:xfrm>
          <a:off x="5631327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Além da avaliação pela menção, para ser aprovado na disciplina o aluno que obtiver frequência igual ou superior a 75% do total de aulas ou atividades realizadas. </a:t>
          </a:r>
          <a:endParaRPr lang="en-US" sz="1100" kern="1200"/>
        </a:p>
      </dsp:txBody>
      <dsp:txXfrm>
        <a:off x="5631327" y="1032239"/>
        <a:ext cx="2546008" cy="108012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3E913-60CE-4329-A56A-E080B85FFFFB}">
      <dsp:nvSpPr>
        <dsp:cNvPr id="0" name=""/>
        <dsp:cNvSpPr/>
      </dsp:nvSpPr>
      <dsp:spPr>
        <a:xfrm>
          <a:off x="0" y="479096"/>
          <a:ext cx="8913542" cy="1071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PADILHA, Juliana; SOARES, Juliane. </a:t>
          </a:r>
          <a:r>
            <a:rPr lang="pt-BR" sz="1000" kern="1200" dirty="0" err="1"/>
            <a:t>Analytics</a:t>
          </a:r>
          <a:r>
            <a:rPr lang="pt-BR" sz="1000" kern="1200" dirty="0"/>
            <a:t> para big data. Porto Alegre: Grupo A, 2022. MINHA BIBLIOTECA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PEREIRA, Mariana; BERLINCK, Fabiano. Framework de Big Data. Porto Alegre: Grupo A, 2020.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SANTOS, Roger; BORDIN, Maycon. Fundamentos de Big Data.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sp:txBody>
      <dsp:txXfrm>
        <a:off x="0" y="479096"/>
        <a:ext cx="8913542" cy="1071000"/>
      </dsp:txXfrm>
    </dsp:sp>
    <dsp:sp modelId="{30C84674-8782-4053-A0FE-3FA9D9E9CA80}">
      <dsp:nvSpPr>
        <dsp:cNvPr id="0" name=""/>
        <dsp:cNvSpPr/>
      </dsp:nvSpPr>
      <dsp:spPr>
        <a:xfrm>
          <a:off x="445677" y="3314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Básica</a:t>
          </a:r>
          <a:endParaRPr lang="en-US" sz="1000" kern="1200"/>
        </a:p>
      </dsp:txBody>
      <dsp:txXfrm>
        <a:off x="460087" y="345906"/>
        <a:ext cx="6210659" cy="266380"/>
      </dsp:txXfrm>
    </dsp:sp>
    <dsp:sp modelId="{F19856E2-0B45-4814-8E2A-2FE76D02A899}">
      <dsp:nvSpPr>
        <dsp:cNvPr id="0" name=""/>
        <dsp:cNvSpPr/>
      </dsp:nvSpPr>
      <dsp:spPr>
        <a:xfrm>
          <a:off x="0" y="1751696"/>
          <a:ext cx="8913542" cy="2079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ARAÚJO, </a:t>
          </a:r>
          <a:r>
            <a:rPr lang="pt-BR" sz="1000" kern="1200" dirty="0" err="1"/>
            <a:t>Roberson</a:t>
          </a:r>
          <a:r>
            <a:rPr lang="pt-BR" sz="1000" kern="1200" dirty="0"/>
            <a:t> Cesar Alves de. </a:t>
          </a:r>
          <a:r>
            <a:rPr lang="pt-BR" sz="1000" kern="1200" dirty="0" err="1"/>
            <a:t>Urban</a:t>
          </a:r>
          <a:r>
            <a:rPr lang="pt-BR" sz="1000" kern="1200" dirty="0"/>
            <a:t> data </a:t>
          </a:r>
          <a:r>
            <a:rPr lang="pt-BR" sz="1000" kern="1200" dirty="0" err="1"/>
            <a:t>analytics</a:t>
          </a:r>
          <a:r>
            <a:rPr lang="pt-BR" sz="1000" kern="1200" dirty="0"/>
            <a:t>, </a:t>
          </a:r>
          <a:r>
            <a:rPr lang="pt-BR" sz="1000" kern="1200" dirty="0" err="1"/>
            <a:t>urban</a:t>
          </a:r>
          <a:r>
            <a:rPr lang="pt-BR" sz="1000" kern="1200" dirty="0"/>
            <a:t> big data e IOT. 1. ed. Curitiba: </a:t>
          </a:r>
          <a:r>
            <a:rPr lang="pt-BR" sz="1000" kern="1200" dirty="0" err="1"/>
            <a:t>Contentus</a:t>
          </a:r>
          <a:r>
            <a:rPr lang="pt-BR" sz="1000" kern="1200" dirty="0"/>
            <a:t>, 2020. PEARSON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BASSO, Douglas Eduardo. Big data. Curitiba: Contentus, 2020.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GOMES, Elisabeth ; BRAGA, Fabiane. Inteligência Competitiva Tempos Big Data. Rio de Janeiro: Alta Books. 2017.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LACERDA, Paulo S; ARAÚJO, Mariana. Programação em Big Data com R.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TAURION, Cezar. Big data. 1. ed. Rio de Janeiro: Brasport, 2013.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UA1 - Arquiteturas de computadores - 44720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UA2 - Ferramentas utilizadas em ciência de dados e Big Data - 31614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UA3 - Ciência de dados e Big Data - 19897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UA4 - Papéis dos envolvidos em projetos de Big Data e ciência dos dados - 31616</a:t>
          </a:r>
        </a:p>
      </dsp:txBody>
      <dsp:txXfrm>
        <a:off x="0" y="1751696"/>
        <a:ext cx="8913542" cy="2079000"/>
      </dsp:txXfrm>
    </dsp:sp>
    <dsp:sp modelId="{651EAF6A-BD44-4106-B67A-BD27DF6A5F08}">
      <dsp:nvSpPr>
        <dsp:cNvPr id="0" name=""/>
        <dsp:cNvSpPr/>
      </dsp:nvSpPr>
      <dsp:spPr>
        <a:xfrm>
          <a:off x="445677" y="16040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Complementar </a:t>
          </a:r>
          <a:endParaRPr lang="en-US" sz="1000" kern="1200"/>
        </a:p>
      </dsp:txBody>
      <dsp:txXfrm>
        <a:off x="460087" y="1618506"/>
        <a:ext cx="6210659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#1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#7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849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7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Definir e contextualizar o conceito de Big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Demonstrar como Big Data impacta diversas áreas do conhecimento.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Ensinar a identificar os 5Vs em situações reais.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CBDB7-4455-6FA6-12FC-2B6C72972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636649-3CD2-29F8-7B13-D6C6DA4C2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1398F9-1A16-51DD-CCD0-D6A1622A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CB2B82-E406-0130-F516-911119423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1F36371-7ED1-FA22-4072-4C4BEA4BC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588555"/>
              </p:ext>
            </p:extLst>
          </p:nvPr>
        </p:nvGraphicFramePr>
        <p:xfrm>
          <a:off x="3831401" y="952499"/>
          <a:ext cx="4683949" cy="395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65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8642868-D0A1-473D-A72C-94BB0878C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08642868-D0A1-473D-A72C-94BB0878C3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7A37D85-3376-4183-B375-F5692D088C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27A37D85-3376-4183-B375-F5692D088C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644A61-4AE3-4101-98BD-AAF0898B6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78644A61-4AE3-4101-98BD-AAF0898B6D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3CD52D-5D76-444F-B9F6-B8862BD725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333CD52D-5D76-444F-B9F6-B8862BD725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144301-C64D-4825-A141-AEC64E911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FD144301-C64D-4825-A141-AEC64E9118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69269F-30D5-4927-B388-F09CF8B53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1C69269F-30D5-4927-B388-F09CF8B539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3F44DE-8CD4-456C-911C-1F3DA00B22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803F44DE-8CD4-456C-911C-1F3DA00B22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531B6F-AEF7-4814-A35E-4FC4BF489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FF531B6F-AEF7-4814-A35E-4FC4BF489D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F08E7A-0705-42BB-8C2C-825A7DA3F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8DF08E7A-0705-42BB-8C2C-825A7DA3FA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FF839B-BF2B-4A6F-8A55-DFD1F5FA35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graphicEl>
                                              <a:dgm id="{83FF839B-BF2B-4A6F-8A55-DFD1F5FA35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532D536-8197-4885-B396-0D3394E3C4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graphicEl>
                                              <a:dgm id="{B532D536-8197-4885-B396-0D3394E3C4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9C847F-C109-4725-973A-46BD1E26F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graphicEl>
                                              <a:dgm id="{399C847F-C109-4725-973A-46BD1E26F8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5C1736-58C7-48A4-877C-6941F1EA8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graphicEl>
                                              <a:dgm id="{CB5C1736-58C7-48A4-877C-6941F1EA8D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DD9525-6458-405F-8CAC-C2DB1AC7A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graphicEl>
                                              <a:dgm id="{01DD9525-6458-405F-8CAC-C2DB1AC7A5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511F37-E918-41A8-8B3E-2D4C53BE7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99511F37-E918-41A8-8B3E-2D4C53BE7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D80EA22-3968-41CC-BBA1-EBECEBF562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graphicEl>
                                              <a:dgm id="{2D80EA22-3968-41CC-BBA1-EBECEBF562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DFFE39-E6C8-4534-A22B-947B1BAA91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A7DFFE39-E6C8-4534-A22B-947B1BAA91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7213E8-1472-41F6-A653-8793DBC3F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E17213E8-1472-41F6-A653-8793DBC3FD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607423"/>
            <a:ext cx="7457037" cy="1165860"/>
          </a:xfrm>
        </p:spPr>
        <p:txBody>
          <a:bodyPr anchor="ctr">
            <a:normAutofit/>
          </a:bodyPr>
          <a:lstStyle/>
          <a:p>
            <a:r>
              <a:rPr lang="pt-BR" sz="3600" dirty="0"/>
              <a:t>Atividade: Os 5Vs no Meu Mundo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1881052"/>
            <a:ext cx="7455989" cy="2725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Cada aluno deve identificar um dos 5Vs do Big Data em um serviço ou aplicativo que utiliza diariamente.</a:t>
            </a:r>
          </a:p>
          <a:p>
            <a:pPr lvl="1"/>
            <a:r>
              <a:rPr lang="pt-BR" dirty="0"/>
              <a:t>Exemplos</a:t>
            </a:r>
            <a:r>
              <a:rPr dirty="0"/>
              <a:t>:</a:t>
            </a:r>
          </a:p>
          <a:p>
            <a:pPr lvl="2"/>
            <a:r>
              <a:rPr lang="pt-BR" sz="1800" b="1" dirty="0"/>
              <a:t>Volume</a:t>
            </a:r>
            <a:r>
              <a:rPr lang="pt-BR" sz="1800" dirty="0"/>
              <a:t>: Banco de dados de compras online.</a:t>
            </a:r>
          </a:p>
          <a:p>
            <a:pPr lvl="2"/>
            <a:r>
              <a:rPr lang="pt-BR" sz="1800" b="1" dirty="0"/>
              <a:t>Velocidade</a:t>
            </a:r>
            <a:r>
              <a:rPr lang="pt-BR" sz="1800" dirty="0"/>
              <a:t>: Atualizações em tempo real do </a:t>
            </a:r>
            <a:r>
              <a:rPr lang="pt-BR" sz="1800" dirty="0" err="1"/>
              <a:t>Waze</a:t>
            </a:r>
            <a:r>
              <a:rPr lang="pt-BR" sz="1800" dirty="0"/>
              <a:t>.</a:t>
            </a:r>
          </a:p>
          <a:p>
            <a:pPr lvl="2"/>
            <a:r>
              <a:rPr lang="pt-BR" sz="1800" b="1" dirty="0"/>
              <a:t>Variedade</a:t>
            </a:r>
            <a:r>
              <a:rPr lang="pt-BR" sz="1800" dirty="0"/>
              <a:t>: Diferentes tipos de conteúdo no YouTube.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/>
              <a:t>O que é Big Data?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B24622-48C1-A438-91D6-582FCE02E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524485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795160-E2CE-4C0F-9807-71ABDF3258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8795160-E2CE-4C0F-9807-71ABDF3258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8795160-E2CE-4C0F-9807-71ABDF3258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6CACB6-258E-4B4F-A7DA-8A65A2CBFB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A6CACB6-258E-4B4F-A7DA-8A65A2CBFB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A6CACB6-258E-4B4F-A7DA-8A65A2CBFB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E02D45-2FC9-4C6E-A57E-E008B4EB9C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29E02D45-2FC9-4C6E-A57E-E008B4EB9C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29E02D45-2FC9-4C6E-A57E-E008B4EB9C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723908-36D6-47B8-8150-AECCD41796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2723908-36D6-47B8-8150-AECCD41796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2723908-36D6-47B8-8150-AECCD41796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5D6DAA-3CB3-4CB1-9C5F-E3E048D2D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45D6DAA-3CB3-4CB1-9C5F-E3E048D2D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45D6DAA-3CB3-4CB1-9C5F-E3E048D2D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44A1A5-619E-41EF-B891-CBFF2413F3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8744A1A5-619E-41EF-B891-CBFF2413F3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8744A1A5-619E-41EF-B891-CBFF2413F3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B243B3-49DB-4017-8C96-C895B72F6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22B243B3-49DB-4017-8C96-C895B72F6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22B243B3-49DB-4017-8C96-C895B72F6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C251DC-A9DA-40FF-AB15-E3EE5413E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A6C251DC-A9DA-40FF-AB15-E3EE5413E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A6C251DC-A9DA-40FF-AB15-E3EE5413E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C8FF35-E98D-430D-9C94-7CB919EF7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6AC8FF35-E98D-430D-9C94-7CB919EF7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6AC8FF35-E98D-430D-9C94-7CB919EF7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C11065-C041-52DD-BF5F-B470CE6E0F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0"/>
          </a:blip>
          <a:srcRect t="12420" b="3310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dirty="0" err="1"/>
              <a:t>Os</a:t>
            </a:r>
            <a:r>
              <a:rPr dirty="0"/>
              <a:t> 5Vs do Big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3ADF22-0406-A568-2A28-21E150811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901653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1A27C6-6031-498E-94F2-964B74C6EB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31A27C6-6031-498E-94F2-964B74C6EB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1A770C-9A4F-4DF2-B943-791BF2E888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4E1A770C-9A4F-4DF2-B943-791BF2E888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BB4E70-7524-44D0-8C62-68983519A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BBB4E70-7524-44D0-8C62-68983519AF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EB7EEC-F436-4C56-B317-CC677AFB2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AEEB7EEC-F436-4C56-B317-CC677AFB29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37FF9F-AAB0-429B-8F37-D081193754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3037FF9F-AAB0-429B-8F37-D081193754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A88043-6FCD-45CF-A2B4-01FFE13F40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graphicEl>
                                              <a:dgm id="{6BA88043-6FCD-45CF-A2B4-01FFE13F40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A1EACD-5FEC-457E-8245-07B6AB5F3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E8A1EACD-5FEC-457E-8245-07B6AB5F3D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6A08B8F-2DE9-48CE-A839-714DB913B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graphicEl>
                                              <a:dgm id="{E6A08B8F-2DE9-48CE-A839-714DB913BF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2E96F2-9951-4AA7-A067-9C831076F4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602E96F2-9951-4AA7-A067-9C831076F4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Exemplos de Big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01E5A-A9DC-41AB-B317-E2D6C6DEB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67635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02C3EE-FC14-4E35-962F-E59D07F67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CD02C3EE-FC14-4E35-962F-E59D07F67C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8934B3-F7D3-4F17-A5DB-9B3B24D58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8D8934B3-F7D3-4F17-A5DB-9B3B24D584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1F6F1C-9F63-4967-9355-611B4319E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8A1F6F1C-9F63-4967-9355-611B4319ED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612D22-215B-4A98-8DF6-82F5AE71B5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>
                                            <p:graphicEl>
                                              <a:dgm id="{13612D22-215B-4A98-8DF6-82F5AE71B5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1A1652-F1E9-4780-BE0C-962EFA080A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8B1A1652-F1E9-4780-BE0C-962EFA080A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74F528-C252-4BA2-966A-8378550ED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">
                                            <p:graphicEl>
                                              <a:dgm id="{6374F528-C252-4BA2-966A-8378550ED3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68770D-D59D-430B-BE8A-EC189D55FE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5">
                                            <p:graphicEl>
                                              <a:dgm id="{F768770D-D59D-430B-BE8A-EC189D55FE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AC45CF-C18C-4E0C-8F1A-9227813301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5">
                                            <p:graphicEl>
                                              <a:dgm id="{70AC45CF-C18C-4E0C-8F1A-9227813301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692EDB-A5F9-4B3D-B283-4656A1B000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5">
                                            <p:graphicEl>
                                              <a:dgm id="{BF692EDB-A5F9-4B3D-B283-4656A1B000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409759-9018-4C08-A132-A187E81E78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5">
                                            <p:graphicEl>
                                              <a:dgm id="{0A409759-9018-4C08-A132-A187E81E78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D5DC2F-EADF-4F6B-909C-42F34AE8D2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5">
                                            <p:graphicEl>
                                              <a:dgm id="{E7D5DC2F-EADF-4F6B-909C-42F34AE8D2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205D524-0836-47C0-B910-DD78704853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5">
                                            <p:graphicEl>
                                              <a:dgm id="{9205D524-0836-47C0-B910-DD78704853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b="1" dirty="0">
                <a:solidFill>
                  <a:srgbClr val="FFFFFF"/>
                </a:solidFill>
              </a:rPr>
              <a:t>Estudo de Caso - Aplicando os 5Vs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9D9E548-EDCF-A7E6-9FC0-3619A133BC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13695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56BA0DB0-7D43-4CB6-BB28-5EC44729B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graphicEl>
                                              <a:dgm id="{56BA0DB0-7D43-4CB6-BB28-5EC44729B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graphicEl>
                                              <a:dgm id="{56BA0DB0-7D43-4CB6-BB28-5EC44729B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8E32272-D879-44FF-8C39-4C12195EE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graphicEl>
                                              <a:dgm id="{78E32272-D879-44FF-8C39-4C12195EE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graphicEl>
                                              <a:dgm id="{78E32272-D879-44FF-8C39-4C12195EE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EACCEE3-F524-4464-905D-036515137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graphicEl>
                                              <a:dgm id="{4EACCEE3-F524-4464-905D-036515137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graphicEl>
                                              <a:dgm id="{4EACCEE3-F524-4464-905D-036515137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6192078-EB0B-4B7F-A877-D57EE40C7F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graphicEl>
                                              <a:dgm id="{06192078-EB0B-4B7F-A877-D57EE40C7F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graphicEl>
                                              <a:dgm id="{06192078-EB0B-4B7F-A877-D57EE40C7F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DFA4477-3B96-4703-9035-6F79AE77D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graphicEl>
                                              <a:dgm id="{4DFA4477-3B96-4703-9035-6F79AE77D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graphicEl>
                                              <a:dgm id="{4DFA4477-3B96-4703-9035-6F79AE77D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5CEEE25-73C3-4084-A806-E6A3F2011A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graphicEl>
                                              <a:dgm id="{45CEEE25-73C3-4084-A806-E6A3F2011A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graphicEl>
                                              <a:dgm id="{45CEEE25-73C3-4084-A806-E6A3F2011A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A87A48BC-06F5-4E05-BBA2-BC5F81FD8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graphicEl>
                                              <a:dgm id="{A87A48BC-06F5-4E05-BBA2-BC5F81FD8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>
                                            <p:graphicEl>
                                              <a:dgm id="{A87A48BC-06F5-4E05-BBA2-BC5F81FD8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83DB64A-B519-42B1-BE2F-9411E182B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graphicEl>
                                              <a:dgm id="{B83DB64A-B519-42B1-BE2F-9411E182B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graphicEl>
                                              <a:dgm id="{B83DB64A-B519-42B1-BE2F-9411E182B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488B214-83F9-4B45-91D4-0D80F2FB2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graphicEl>
                                              <a:dgm id="{7488B214-83F9-4B45-91D4-0D80F2FB2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graphicEl>
                                              <a:dgm id="{7488B214-83F9-4B45-91D4-0D80F2FB2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 err="1">
                <a:solidFill>
                  <a:srgbClr val="FFFFFF"/>
                </a:solidFill>
              </a:rPr>
              <a:t>Check-out</a:t>
            </a:r>
            <a:r>
              <a:rPr lang="pt-BR" sz="3000" dirty="0">
                <a:solidFill>
                  <a:srgbClr val="FFFFFF"/>
                </a:solidFill>
              </a:rPr>
              <a:t>: Resumo Express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DD7716F-BBBF-A0B2-E586-B4369CD2A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50352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36120BB-1681-45AE-AAB9-55B40393E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">
                                            <p:graphicEl>
                                              <a:dgm id="{F36120BB-1681-45AE-AAB9-55B40393E3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B9FC5A97-DCE1-43DE-9FF6-87EC7C328F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3">
                                            <p:graphicEl>
                                              <a:dgm id="{B9FC5A97-DCE1-43DE-9FF6-87EC7C328F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0E7B5CF5-9D9C-4F59-A71A-2D0318325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3">
                                            <p:graphicEl>
                                              <a:dgm id="{0E7B5CF5-9D9C-4F59-A71A-2D0318325E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875616E8-B377-4732-A7E2-7F88B8BA57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3">
                                            <p:graphicEl>
                                              <a:dgm id="{875616E8-B377-4732-A7E2-7F88B8BA57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943EA176-CD50-418D-A6BF-899E4BE79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3">
                                            <p:graphicEl>
                                              <a:dgm id="{943EA176-CD50-418D-A6BF-899E4BE799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C76CA220-F1D2-4A2C-8AC6-09392D42EF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3">
                                            <p:graphicEl>
                                              <a:dgm id="{C76CA220-F1D2-4A2C-8AC6-09392D42EF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Conclusão e Próximos Passos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815F9F-6EE2-DC3D-B2DF-D706923721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76418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86796B-B4EB-4E59-97D9-5BA1F3C7D8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A86796B-B4EB-4E59-97D9-5BA1F3C7D8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3C9818-9889-48D9-916C-E16ECDD623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ED3C9818-9889-48D9-916C-E16ECDD623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F54E30-7D4D-4362-8985-AF854753AF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84F54E30-7D4D-4362-8985-AF854753AF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E41888-DEAF-4053-B5B4-026E6CEE70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0CE41888-DEAF-4053-B5B4-026E6CEE70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DFD1F3-A2A2-44F4-89A3-D20CD3698E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B1DFD1F3-A2A2-44F4-89A3-D20CD3698E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D22FF6-1E8B-4ACE-96DD-8D7DB2D40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7BD22FF6-1E8B-4ACE-96DD-8D7DB2D40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84196" y="2981325"/>
            <a:ext cx="6359680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“Big Data é como o petróleo: valioso, mas apenas se for refinado.”</a:t>
            </a:r>
          </a:p>
          <a:p>
            <a:pPr algn="r"/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– Timothy Leonard, CTO da TMX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Group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</a:t>
            </a:r>
            <a:r>
              <a:rPr lang="pt-BR" sz="1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80C9F-7211-148C-E600-76A0C453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Ementa do Curso</a:t>
            </a:r>
          </a:p>
        </p:txBody>
      </p:sp>
      <p:graphicFrame>
        <p:nvGraphicFramePr>
          <p:cNvPr id="9" name="Espaço Reservado para Conteúdo 2">
            <a:extLst>
              <a:ext uri="{FF2B5EF4-FFF2-40B4-BE49-F238E27FC236}">
                <a16:creationId xmlns:a16="http://schemas.microsoft.com/office/drawing/2014/main" id="{7D310A8C-4BF4-4BD4-D8C9-7F7501C6E6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34332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96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Geral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32EA9D-A8CF-96AA-4433-2236649EB1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6616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FD238E-1BA6-020E-F17B-1BB9755A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Procedimento Metodológico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7402B-807C-C7F3-F5E6-15872ED31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413958"/>
            <a:ext cx="7293023" cy="1015135"/>
          </a:xfrm>
        </p:spPr>
        <p:txBody>
          <a:bodyPr anchor="ctr">
            <a:normAutofit/>
          </a:bodyPr>
          <a:lstStyle/>
          <a:p>
            <a:r>
              <a:rPr lang="pt-BR" sz="1500" dirty="0"/>
              <a:t>Metodologia centrada na multidisciplinaridade, aprendizado ativo e participativo.</a:t>
            </a:r>
          </a:p>
          <a:p>
            <a:r>
              <a:rPr lang="pt-BR" sz="1500" dirty="0"/>
              <a:t>Foco na participação do estudante para desenvolvimento intelectual e reflexão crítica.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CC4E06D3-C555-14B3-BFCE-DC6A9BDC4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984156"/>
              </p:ext>
            </p:extLst>
          </p:nvPr>
        </p:nvGraphicFramePr>
        <p:xfrm>
          <a:off x="649154" y="2429093"/>
          <a:ext cx="7866196" cy="2283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066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Competências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39BA3F1-9C9A-66A0-C723-02EBF83CF0C6}"/>
              </a:ext>
            </a:extLst>
          </p:cNvPr>
          <p:cNvGraphicFramePr>
            <a:graphicFrameLocks/>
          </p:cNvGraphicFramePr>
          <p:nvPr/>
        </p:nvGraphicFramePr>
        <p:xfrm>
          <a:off x="230559" y="1250188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43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BF8EF7-7E81-4F90-5668-6A67DABB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Habilidades</a:t>
            </a:r>
          </a:p>
        </p:txBody>
      </p:sp>
      <p:graphicFrame>
        <p:nvGraphicFramePr>
          <p:cNvPr id="6" name="CaixaDeTexto 3">
            <a:extLst>
              <a:ext uri="{FF2B5EF4-FFF2-40B4-BE49-F238E27FC236}">
                <a16:creationId xmlns:a16="http://schemas.microsoft.com/office/drawing/2014/main" id="{EE5647AC-07A5-BB48-3E56-9C4D19E0F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109998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521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A6DC-BB9B-2814-A393-E46B49C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994172"/>
          </a:xfrm>
        </p:spPr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Conteúdo Programático</a:t>
            </a:r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23B6C899-4C48-FC59-CC44-DE8AF97CA6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7571863"/>
              </p:ext>
            </p:extLst>
          </p:nvPr>
        </p:nvGraphicFramePr>
        <p:xfrm>
          <a:off x="70624" y="706245"/>
          <a:ext cx="9002751" cy="4377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82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05096-D0AA-046A-8671-608FD5D2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Recurso Didático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F1DA24-C51C-520E-DE29-AF6F991B3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688148"/>
              </p:ext>
            </p:extLst>
          </p:nvPr>
        </p:nvGraphicFramePr>
        <p:xfrm>
          <a:off x="3673856" y="111682"/>
          <a:ext cx="5372422" cy="4883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41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Avaliação</a:t>
            </a:r>
          </a:p>
        </p:txBody>
      </p:sp>
      <p:graphicFrame>
        <p:nvGraphicFramePr>
          <p:cNvPr id="11" name="Espaço Reservado para Conteúdo 5">
            <a:extLst>
              <a:ext uri="{FF2B5EF4-FFF2-40B4-BE49-F238E27FC236}">
                <a16:creationId xmlns:a16="http://schemas.microsoft.com/office/drawing/2014/main" id="{AF38CC1B-E7AE-4585-F8A2-B05A0E41C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98314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Instrumentos de Avaliação</a:t>
            </a:r>
          </a:p>
        </p:txBody>
      </p:sp>
      <p:graphicFrame>
        <p:nvGraphicFramePr>
          <p:cNvPr id="22" name="Espaço Reservado para Conteúdo 2">
            <a:extLst>
              <a:ext uri="{FF2B5EF4-FFF2-40B4-BE49-F238E27FC236}">
                <a16:creationId xmlns:a16="http://schemas.microsoft.com/office/drawing/2014/main" id="{13766250-61E2-F99A-DBF5-1CEDE7A62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9487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0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Critérios para Aprovação na Disciplina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AA88A5-3613-D77F-A84C-B5D9B0647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61908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766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Bibliografia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5CE8B91-85A8-7466-DCB4-E8EF914E9F97}"/>
              </a:ext>
            </a:extLst>
          </p:cNvPr>
          <p:cNvSpPr txBox="1">
            <a:spLocks/>
          </p:cNvSpPr>
          <p:nvPr/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>
                <a:solidFill>
                  <a:srgbClr val="FFFFFF"/>
                </a:solidFill>
              </a:rPr>
              <a:t>Bibliografia</a:t>
            </a:r>
            <a:endParaRPr lang="pt-BR" sz="3000" dirty="0">
              <a:solidFill>
                <a:srgbClr val="FFFFFF"/>
              </a:solidFill>
            </a:endParaRPr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A53432CF-0512-7361-075B-8844AFDEA3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18657"/>
              </p:ext>
            </p:extLst>
          </p:nvPr>
        </p:nvGraphicFramePr>
        <p:xfrm>
          <a:off x="104078" y="981307"/>
          <a:ext cx="8913542" cy="416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2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11220</TotalTime>
  <Words>2025</Words>
  <Application>Microsoft Office PowerPoint</Application>
  <PresentationFormat>Apresentação na tela (16:9)</PresentationFormat>
  <Paragraphs>164</Paragraphs>
  <Slides>27</Slides>
  <Notes>8</Notes>
  <HiddenSlides>16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Söhne</vt:lpstr>
      <vt:lpstr>Aptos Display</vt:lpstr>
      <vt:lpstr>Tahoma</vt:lpstr>
      <vt:lpstr>Aptos</vt:lpstr>
      <vt:lpstr>Wingdings</vt:lpstr>
      <vt:lpstr>Tema do Office</vt:lpstr>
      <vt:lpstr>Fundamentos de Big Data</vt:lpstr>
      <vt:lpstr>Objetivo da aula</vt:lpstr>
      <vt:lpstr>Agenda</vt:lpstr>
      <vt:lpstr>Atividade: Os 5Vs no Meu Mundo</vt:lpstr>
      <vt:lpstr>O que é Big Data?</vt:lpstr>
      <vt:lpstr>Os 5Vs do Big Data</vt:lpstr>
      <vt:lpstr>Exemplos de Big Data</vt:lpstr>
      <vt:lpstr>Estudo de Caso - Aplicando os 5Vs</vt:lpstr>
      <vt:lpstr>Check-out: Resumo Express</vt:lpstr>
      <vt:lpstr>Conclusão e Próximos Passos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Ementa do Curso</vt:lpstr>
      <vt:lpstr>Objetivo Geral</vt:lpstr>
      <vt:lpstr>Procedimento Metodológico</vt:lpstr>
      <vt:lpstr>Competências</vt:lpstr>
      <vt:lpstr>Habilidades</vt:lpstr>
      <vt:lpstr>Conteúdo Programático</vt:lpstr>
      <vt:lpstr>Recurso Didático</vt:lpstr>
      <vt:lpstr>Avaliação</vt:lpstr>
      <vt:lpstr>Instrumentos de Avaliação</vt:lpstr>
      <vt:lpstr>Critérios para Aprovação na Disciplina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9</cp:revision>
  <dcterms:modified xsi:type="dcterms:W3CDTF">2025-02-14T13:08:29Z</dcterms:modified>
</cp:coreProperties>
</file>