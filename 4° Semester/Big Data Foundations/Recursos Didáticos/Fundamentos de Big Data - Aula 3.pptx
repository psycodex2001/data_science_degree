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8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53"/>
  </p:notesMasterIdLst>
  <p:sldIdLst>
    <p:sldId id="256" r:id="rId2"/>
    <p:sldId id="950" r:id="rId3"/>
    <p:sldId id="319" r:id="rId4"/>
    <p:sldId id="775" r:id="rId5"/>
    <p:sldId id="346" r:id="rId6"/>
    <p:sldId id="779" r:id="rId7"/>
    <p:sldId id="347" r:id="rId8"/>
    <p:sldId id="946" r:id="rId9"/>
    <p:sldId id="778" r:id="rId10"/>
    <p:sldId id="947" r:id="rId11"/>
    <p:sldId id="348" r:id="rId12"/>
    <p:sldId id="349" r:id="rId13"/>
    <p:sldId id="948" r:id="rId14"/>
    <p:sldId id="780" r:id="rId15"/>
    <p:sldId id="781" r:id="rId16"/>
    <p:sldId id="782" r:id="rId17"/>
    <p:sldId id="783" r:id="rId18"/>
    <p:sldId id="784" r:id="rId19"/>
    <p:sldId id="785" r:id="rId20"/>
    <p:sldId id="786" r:id="rId21"/>
    <p:sldId id="787" r:id="rId22"/>
    <p:sldId id="788" r:id="rId23"/>
    <p:sldId id="777" r:id="rId24"/>
    <p:sldId id="794" r:id="rId25"/>
    <p:sldId id="776" r:id="rId26"/>
    <p:sldId id="801" r:id="rId27"/>
    <p:sldId id="789" r:id="rId28"/>
    <p:sldId id="793" r:id="rId29"/>
    <p:sldId id="812" r:id="rId30"/>
    <p:sldId id="811" r:id="rId31"/>
    <p:sldId id="810" r:id="rId32"/>
    <p:sldId id="809" r:id="rId33"/>
    <p:sldId id="263" r:id="rId34"/>
    <p:sldId id="949" r:id="rId35"/>
    <p:sldId id="298" r:id="rId36"/>
    <p:sldId id="302" r:id="rId37"/>
    <p:sldId id="300" r:id="rId38"/>
    <p:sldId id="299" r:id="rId39"/>
    <p:sldId id="259" r:id="rId40"/>
    <p:sldId id="257" r:id="rId41"/>
    <p:sldId id="260" r:id="rId42"/>
    <p:sldId id="303" r:id="rId43"/>
    <p:sldId id="320" r:id="rId44"/>
    <p:sldId id="339" r:id="rId45"/>
    <p:sldId id="335" r:id="rId46"/>
    <p:sldId id="306" r:id="rId47"/>
    <p:sldId id="322" r:id="rId48"/>
    <p:sldId id="324" r:id="rId49"/>
    <p:sldId id="326" r:id="rId50"/>
    <p:sldId id="327" r:id="rId51"/>
    <p:sldId id="332" r:id="rId52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54"/>
      <p:bold r:id="rId55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081CE4-634F-4D35-9BB5-7F8177374807}" v="374" dt="2025-02-21T12:08:00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Pedro Calistro Torres de Miranda" userId="82558bf5-0a7c-4071-b398-5925c96dbeb2" providerId="ADAL" clId="{F3081CE4-634F-4D35-9BB5-7F8177374807}"/>
    <pc:docChg chg="undo redo custSel addSld delSld modSld sldOrd">
      <pc:chgData name="José Pedro Calistro Torres de Miranda" userId="82558bf5-0a7c-4071-b398-5925c96dbeb2" providerId="ADAL" clId="{F3081CE4-634F-4D35-9BB5-7F8177374807}" dt="2025-02-21T12:08:16.647" v="665" actId="1076"/>
      <pc:docMkLst>
        <pc:docMk/>
      </pc:docMkLst>
      <pc:sldChg chg="del">
        <pc:chgData name="José Pedro Calistro Torres de Miranda" userId="82558bf5-0a7c-4071-b398-5925c96dbeb2" providerId="ADAL" clId="{F3081CE4-634F-4D35-9BB5-7F8177374807}" dt="2025-02-21T05:15:24.302" v="379" actId="47"/>
        <pc:sldMkLst>
          <pc:docMk/>
          <pc:sldMk cId="0" sldId="258"/>
        </pc:sldMkLst>
      </pc:sldChg>
      <pc:sldChg chg="del">
        <pc:chgData name="José Pedro Calistro Torres de Miranda" userId="82558bf5-0a7c-4071-b398-5925c96dbeb2" providerId="ADAL" clId="{F3081CE4-634F-4D35-9BB5-7F8177374807}" dt="2025-02-21T04:59:55.951" v="112" actId="47"/>
        <pc:sldMkLst>
          <pc:docMk/>
          <pc:sldMk cId="0" sldId="261"/>
        </pc:sldMkLst>
      </pc:sldChg>
      <pc:sldChg chg="del">
        <pc:chgData name="José Pedro Calistro Torres de Miranda" userId="82558bf5-0a7c-4071-b398-5925c96dbeb2" providerId="ADAL" clId="{F3081CE4-634F-4D35-9BB5-7F8177374807}" dt="2025-02-21T05:28:49.032" v="595" actId="47"/>
        <pc:sldMkLst>
          <pc:docMk/>
          <pc:sldMk cId="0" sldId="262"/>
        </pc:sldMkLst>
      </pc:sldChg>
      <pc:sldChg chg="addSp delSp modSp mod addAnim delAnim">
        <pc:chgData name="José Pedro Calistro Torres de Miranda" userId="82558bf5-0a7c-4071-b398-5925c96dbeb2" providerId="ADAL" clId="{F3081CE4-634F-4D35-9BB5-7F8177374807}" dt="2025-02-21T05:14:58.409" v="376" actId="20577"/>
        <pc:sldMkLst>
          <pc:docMk/>
          <pc:sldMk cId="0" sldId="263"/>
        </pc:sldMkLst>
        <pc:spChg chg="mod ord">
          <ac:chgData name="José Pedro Calistro Torres de Miranda" userId="82558bf5-0a7c-4071-b398-5925c96dbeb2" providerId="ADAL" clId="{F3081CE4-634F-4D35-9BB5-7F8177374807}" dt="2025-02-21T05:14:58.409" v="376" actId="20577"/>
          <ac:spMkLst>
            <pc:docMk/>
            <pc:sldMk cId="0" sldId="263"/>
            <ac:spMk id="2" creationId="{00000000-0000-0000-0000-000000000000}"/>
          </ac:spMkLst>
        </pc:spChg>
        <pc:spChg chg="add del mod">
          <ac:chgData name="José Pedro Calistro Torres de Miranda" userId="82558bf5-0a7c-4071-b398-5925c96dbeb2" providerId="ADAL" clId="{F3081CE4-634F-4D35-9BB5-7F8177374807}" dt="2025-02-21T05:13:31.429" v="338" actId="478"/>
          <ac:spMkLst>
            <pc:docMk/>
            <pc:sldMk cId="0" sldId="263"/>
            <ac:spMk id="4" creationId="{0845E493-26B9-5C1A-F2B8-854430EEC229}"/>
          </ac:spMkLst>
        </pc:spChg>
        <pc:spChg chg="del">
          <ac:chgData name="José Pedro Calistro Torres de Miranda" userId="82558bf5-0a7c-4071-b398-5925c96dbeb2" providerId="ADAL" clId="{F3081CE4-634F-4D35-9BB5-7F8177374807}" dt="2025-02-21T05:14:28.221" v="340" actId="26606"/>
          <ac:spMkLst>
            <pc:docMk/>
            <pc:sldMk cId="0" sldId="263"/>
            <ac:spMk id="15" creationId="{063BBA22-50EA-4C4D-BE05-F1CE4E63AA56}"/>
          </ac:spMkLst>
        </pc:spChg>
        <pc:spChg chg="del">
          <ac:chgData name="José Pedro Calistro Torres de Miranda" userId="82558bf5-0a7c-4071-b398-5925c96dbeb2" providerId="ADAL" clId="{F3081CE4-634F-4D35-9BB5-7F8177374807}" dt="2025-02-21T05:14:28.221" v="340" actId="26606"/>
          <ac:spMkLst>
            <pc:docMk/>
            <pc:sldMk cId="0" sldId="263"/>
            <ac:spMk id="20" creationId="{BACC6370-2D7E-4714-9D71-7542949D7D5D}"/>
          </ac:spMkLst>
        </pc:spChg>
        <pc:spChg chg="del">
          <ac:chgData name="José Pedro Calistro Torres de Miranda" userId="82558bf5-0a7c-4071-b398-5925c96dbeb2" providerId="ADAL" clId="{F3081CE4-634F-4D35-9BB5-7F8177374807}" dt="2025-02-21T05:14:28.221" v="340" actId="26606"/>
          <ac:spMkLst>
            <pc:docMk/>
            <pc:sldMk cId="0" sldId="263"/>
            <ac:spMk id="21" creationId="{F68B3F68-107C-434F-AA38-110D5EA91B85}"/>
          </ac:spMkLst>
        </pc:spChg>
        <pc:spChg chg="del">
          <ac:chgData name="José Pedro Calistro Torres de Miranda" userId="82558bf5-0a7c-4071-b398-5925c96dbeb2" providerId="ADAL" clId="{F3081CE4-634F-4D35-9BB5-7F8177374807}" dt="2025-02-21T05:14:28.221" v="340" actId="26606"/>
          <ac:spMkLst>
            <pc:docMk/>
            <pc:sldMk cId="0" sldId="263"/>
            <ac:spMk id="22" creationId="{AAD0DBB9-1A4B-4391-81D4-CB19F9AB918A}"/>
          </ac:spMkLst>
        </pc:spChg>
        <pc:spChg chg="add">
          <ac:chgData name="José Pedro Calistro Torres de Miranda" userId="82558bf5-0a7c-4071-b398-5925c96dbeb2" providerId="ADAL" clId="{F3081CE4-634F-4D35-9BB5-7F8177374807}" dt="2025-02-21T05:14:28.221" v="340" actId="26606"/>
          <ac:spMkLst>
            <pc:docMk/>
            <pc:sldMk cId="0" sldId="263"/>
            <ac:spMk id="1031" creationId="{C1DD1A8A-57D5-4A81-AD04-532B043C5611}"/>
          </ac:spMkLst>
        </pc:spChg>
        <pc:spChg chg="add">
          <ac:chgData name="José Pedro Calistro Torres de Miranda" userId="82558bf5-0a7c-4071-b398-5925c96dbeb2" providerId="ADAL" clId="{F3081CE4-634F-4D35-9BB5-7F8177374807}" dt="2025-02-21T05:14:28.221" v="340" actId="26606"/>
          <ac:spMkLst>
            <pc:docMk/>
            <pc:sldMk cId="0" sldId="263"/>
            <ac:spMk id="1033" creationId="{007891EC-4501-44ED-A8C8-B11B6DB767AB}"/>
          </ac:spMkLst>
        </pc:spChg>
        <pc:graphicFrameChg chg="del">
          <ac:chgData name="José Pedro Calistro Torres de Miranda" userId="82558bf5-0a7c-4071-b398-5925c96dbeb2" providerId="ADAL" clId="{F3081CE4-634F-4D35-9BB5-7F8177374807}" dt="2025-02-21T05:13:28.667" v="337" actId="478"/>
          <ac:graphicFrameMkLst>
            <pc:docMk/>
            <pc:sldMk cId="0" sldId="263"/>
            <ac:graphicFrameMk id="23" creationId="{8DD7716F-BBBF-A0B2-E586-B4369CD2A1C5}"/>
          </ac:graphicFrameMkLst>
        </pc:graphicFrameChg>
        <pc:picChg chg="add mod">
          <ac:chgData name="José Pedro Calistro Torres de Miranda" userId="82558bf5-0a7c-4071-b398-5925c96dbeb2" providerId="ADAL" clId="{F3081CE4-634F-4D35-9BB5-7F8177374807}" dt="2025-02-21T05:14:28.221" v="340" actId="26606"/>
          <ac:picMkLst>
            <pc:docMk/>
            <pc:sldMk cId="0" sldId="263"/>
            <ac:picMk id="1026" creationId="{6F40EB1E-2BEF-EF30-1249-623318FC470B}"/>
          </ac:picMkLst>
        </pc:picChg>
      </pc:sldChg>
      <pc:sldChg chg="del">
        <pc:chgData name="José Pedro Calistro Torres de Miranda" userId="82558bf5-0a7c-4071-b398-5925c96dbeb2" providerId="ADAL" clId="{F3081CE4-634F-4D35-9BB5-7F8177374807}" dt="2025-02-21T05:17:23.566" v="556" actId="47"/>
        <pc:sldMkLst>
          <pc:docMk/>
          <pc:sldMk cId="0" sldId="264"/>
        </pc:sldMkLst>
      </pc:sldChg>
      <pc:sldChg chg="add del ord">
        <pc:chgData name="José Pedro Calistro Torres de Miranda" userId="82558bf5-0a7c-4071-b398-5925c96dbeb2" providerId="ADAL" clId="{F3081CE4-634F-4D35-9BB5-7F8177374807}" dt="2025-02-21T05:25:10.621" v="570" actId="47"/>
        <pc:sldMkLst>
          <pc:docMk/>
          <pc:sldMk cId="0" sldId="265"/>
        </pc:sldMkLst>
      </pc:sldChg>
      <pc:sldChg chg="add del ord">
        <pc:chgData name="José Pedro Calistro Torres de Miranda" userId="82558bf5-0a7c-4071-b398-5925c96dbeb2" providerId="ADAL" clId="{F3081CE4-634F-4D35-9BB5-7F8177374807}" dt="2025-02-21T05:17:39.518" v="557" actId="47"/>
        <pc:sldMkLst>
          <pc:docMk/>
          <pc:sldMk cId="0" sldId="266"/>
        </pc:sldMkLst>
      </pc:sldChg>
      <pc:sldChg chg="modSp mod modAnim">
        <pc:chgData name="José Pedro Calistro Torres de Miranda" userId="82558bf5-0a7c-4071-b398-5925c96dbeb2" providerId="ADAL" clId="{F3081CE4-634F-4D35-9BB5-7F8177374807}" dt="2025-02-21T05:28:17.427" v="594"/>
        <pc:sldMkLst>
          <pc:docMk/>
          <pc:sldMk cId="3917579560" sldId="319"/>
        </pc:sldMkLst>
        <pc:spChg chg="mod">
          <ac:chgData name="José Pedro Calistro Torres de Miranda" userId="82558bf5-0a7c-4071-b398-5925c96dbeb2" providerId="ADAL" clId="{F3081CE4-634F-4D35-9BB5-7F8177374807}" dt="2025-02-21T04:28:19.564" v="17" actId="6549"/>
          <ac:spMkLst>
            <pc:docMk/>
            <pc:sldMk cId="3917579560" sldId="319"/>
            <ac:spMk id="3" creationId="{D8726801-AA1F-7181-A680-DBA3E16E4C55}"/>
          </ac:spMkLst>
        </pc:spChg>
      </pc:sldChg>
      <pc:sldChg chg="del">
        <pc:chgData name="José Pedro Calistro Torres de Miranda" userId="82558bf5-0a7c-4071-b398-5925c96dbeb2" providerId="ADAL" clId="{F3081CE4-634F-4D35-9BB5-7F8177374807}" dt="2025-02-21T05:15:20.877" v="378" actId="47"/>
        <pc:sldMkLst>
          <pc:docMk/>
          <pc:sldMk cId="0" sldId="341"/>
        </pc:sldMkLst>
      </pc:sldChg>
      <pc:sldChg chg="del">
        <pc:chgData name="José Pedro Calistro Torres de Miranda" userId="82558bf5-0a7c-4071-b398-5925c96dbeb2" providerId="ADAL" clId="{F3081CE4-634F-4D35-9BB5-7F8177374807}" dt="2025-02-21T05:15:16.657" v="377" actId="47"/>
        <pc:sldMkLst>
          <pc:docMk/>
          <pc:sldMk cId="0" sldId="342"/>
        </pc:sldMkLst>
      </pc:sldChg>
      <pc:sldChg chg="del ord">
        <pc:chgData name="José Pedro Calistro Torres de Miranda" userId="82558bf5-0a7c-4071-b398-5925c96dbeb2" providerId="ADAL" clId="{F3081CE4-634F-4D35-9BB5-7F8177374807}" dt="2025-02-21T05:23:15.904" v="564" actId="47"/>
        <pc:sldMkLst>
          <pc:docMk/>
          <pc:sldMk cId="187657952" sldId="344"/>
        </pc:sldMkLst>
      </pc:sldChg>
      <pc:sldChg chg="add del">
        <pc:chgData name="José Pedro Calistro Torres de Miranda" userId="82558bf5-0a7c-4071-b398-5925c96dbeb2" providerId="ADAL" clId="{F3081CE4-634F-4D35-9BB5-7F8177374807}" dt="2025-02-21T04:28:23.845" v="18" actId="47"/>
        <pc:sldMkLst>
          <pc:docMk/>
          <pc:sldMk cId="0" sldId="345"/>
        </pc:sldMkLst>
      </pc:sldChg>
      <pc:sldChg chg="addSp delSp modSp add mod setBg modAnim">
        <pc:chgData name="José Pedro Calistro Torres de Miranda" userId="82558bf5-0a7c-4071-b398-5925c96dbeb2" providerId="ADAL" clId="{F3081CE4-634F-4D35-9BB5-7F8177374807}" dt="2025-02-21T04:28:53.340" v="21"/>
        <pc:sldMkLst>
          <pc:docMk/>
          <pc:sldMk cId="0" sldId="346"/>
        </pc:sldMkLst>
        <pc:spChg chg="mod">
          <ac:chgData name="José Pedro Calistro Torres de Miranda" userId="82558bf5-0a7c-4071-b398-5925c96dbeb2" providerId="ADAL" clId="{F3081CE4-634F-4D35-9BB5-7F8177374807}" dt="2025-02-21T04:28:38.739" v="19" actId="26606"/>
          <ac:spMkLst>
            <pc:docMk/>
            <pc:sldMk cId="0" sldId="346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F3081CE4-634F-4D35-9BB5-7F8177374807}" dt="2025-02-21T04:28:38.739" v="19" actId="26606"/>
          <ac:spMkLst>
            <pc:docMk/>
            <pc:sldMk cId="0" sldId="346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F3081CE4-634F-4D35-9BB5-7F8177374807}" dt="2025-02-21T04:28:38.739" v="19" actId="26606"/>
          <ac:spMkLst>
            <pc:docMk/>
            <pc:sldMk cId="0" sldId="346"/>
            <ac:spMk id="9" creationId="{53B021B3-DE93-4AB7-8A18-CF5F1CED88B8}"/>
          </ac:spMkLst>
        </pc:spChg>
        <pc:spChg chg="add">
          <ac:chgData name="José Pedro Calistro Torres de Miranda" userId="82558bf5-0a7c-4071-b398-5925c96dbeb2" providerId="ADAL" clId="{F3081CE4-634F-4D35-9BB5-7F8177374807}" dt="2025-02-21T04:28:38.739" v="19" actId="26606"/>
          <ac:spMkLst>
            <pc:docMk/>
            <pc:sldMk cId="0" sldId="346"/>
            <ac:spMk id="11" creationId="{52D502E5-F6B4-4D58-B4AE-FC466FF15EE8}"/>
          </ac:spMkLst>
        </pc:spChg>
        <pc:spChg chg="add">
          <ac:chgData name="José Pedro Calistro Torres de Miranda" userId="82558bf5-0a7c-4071-b398-5925c96dbeb2" providerId="ADAL" clId="{F3081CE4-634F-4D35-9BB5-7F8177374807}" dt="2025-02-21T04:28:38.739" v="19" actId="26606"/>
          <ac:spMkLst>
            <pc:docMk/>
            <pc:sldMk cId="0" sldId="346"/>
            <ac:spMk id="13" creationId="{9DECDBF4-02B6-4BB4-B65B-B8107AD6A9E8}"/>
          </ac:spMkLst>
        </pc:spChg>
        <pc:graphicFrameChg chg="add">
          <ac:chgData name="José Pedro Calistro Torres de Miranda" userId="82558bf5-0a7c-4071-b398-5925c96dbeb2" providerId="ADAL" clId="{F3081CE4-634F-4D35-9BB5-7F8177374807}" dt="2025-02-21T04:28:38.739" v="19" actId="26606"/>
          <ac:graphicFrameMkLst>
            <pc:docMk/>
            <pc:sldMk cId="0" sldId="346"/>
            <ac:graphicFrameMk id="5" creationId="{122E2896-F362-F2C2-099B-C2419B57882A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F3081CE4-634F-4D35-9BB5-7F8177374807}" dt="2025-02-21T04:33:53.444" v="103"/>
        <pc:sldMkLst>
          <pc:docMk/>
          <pc:sldMk cId="0" sldId="347"/>
        </pc:sldMkLst>
        <pc:spChg chg="mod">
          <ac:chgData name="José Pedro Calistro Torres de Miranda" userId="82558bf5-0a7c-4071-b398-5925c96dbeb2" providerId="ADAL" clId="{F3081CE4-634F-4D35-9BB5-7F8177374807}" dt="2025-02-21T04:32:29.236" v="96" actId="26606"/>
          <ac:spMkLst>
            <pc:docMk/>
            <pc:sldMk cId="0" sldId="347"/>
            <ac:spMk id="2" creationId="{00000000-0000-0000-0000-000000000000}"/>
          </ac:spMkLst>
        </pc:spChg>
        <pc:spChg chg="add del">
          <ac:chgData name="José Pedro Calistro Torres de Miranda" userId="82558bf5-0a7c-4071-b398-5925c96dbeb2" providerId="ADAL" clId="{F3081CE4-634F-4D35-9BB5-7F8177374807}" dt="2025-02-21T04:32:29.236" v="96" actId="26606"/>
          <ac:spMkLst>
            <pc:docMk/>
            <pc:sldMk cId="0" sldId="347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F3081CE4-634F-4D35-9BB5-7F8177374807}" dt="2025-02-21T04:32:29.236" v="96" actId="26606"/>
          <ac:spMkLst>
            <pc:docMk/>
            <pc:sldMk cId="0" sldId="347"/>
            <ac:spMk id="6" creationId="{2E442304-DDBD-4F7B-8017-36BCC863FB40}"/>
          </ac:spMkLst>
        </pc:spChg>
        <pc:spChg chg="add">
          <ac:chgData name="José Pedro Calistro Torres de Miranda" userId="82558bf5-0a7c-4071-b398-5925c96dbeb2" providerId="ADAL" clId="{F3081CE4-634F-4D35-9BB5-7F8177374807}" dt="2025-02-21T04:32:29.236" v="96" actId="26606"/>
          <ac:spMkLst>
            <pc:docMk/>
            <pc:sldMk cId="0" sldId="347"/>
            <ac:spMk id="7" creationId="{5E107275-3853-46FD-A241-DE4355A42675}"/>
          </ac:spMkLst>
        </pc:spChg>
        <pc:spChg chg="add del">
          <ac:chgData name="José Pedro Calistro Torres de Miranda" userId="82558bf5-0a7c-4071-b398-5925c96dbeb2" providerId="ADAL" clId="{F3081CE4-634F-4D35-9BB5-7F8177374807}" dt="2025-02-21T04:30:12.051" v="29" actId="26606"/>
          <ac:spMkLst>
            <pc:docMk/>
            <pc:sldMk cId="0" sldId="347"/>
            <ac:spMk id="9" creationId="{53B021B3-DE93-4AB7-8A18-CF5F1CED88B8}"/>
          </ac:spMkLst>
        </pc:spChg>
        <pc:spChg chg="add del">
          <ac:chgData name="José Pedro Calistro Torres de Miranda" userId="82558bf5-0a7c-4071-b398-5925c96dbeb2" providerId="ADAL" clId="{F3081CE4-634F-4D35-9BB5-7F8177374807}" dt="2025-02-21T04:30:12.051" v="29" actId="26606"/>
          <ac:spMkLst>
            <pc:docMk/>
            <pc:sldMk cId="0" sldId="347"/>
            <ac:spMk id="11" creationId="{52D502E5-F6B4-4D58-B4AE-FC466FF15EE8}"/>
          </ac:spMkLst>
        </pc:spChg>
        <pc:spChg chg="add del">
          <ac:chgData name="José Pedro Calistro Torres de Miranda" userId="82558bf5-0a7c-4071-b398-5925c96dbeb2" providerId="ADAL" clId="{F3081CE4-634F-4D35-9BB5-7F8177374807}" dt="2025-02-21T04:30:12.051" v="29" actId="26606"/>
          <ac:spMkLst>
            <pc:docMk/>
            <pc:sldMk cId="0" sldId="347"/>
            <ac:spMk id="13" creationId="{9DECDBF4-02B6-4BB4-B65B-B8107AD6A9E8}"/>
          </ac:spMkLst>
        </pc:spChg>
        <pc:graphicFrameChg chg="add del">
          <ac:chgData name="José Pedro Calistro Torres de Miranda" userId="82558bf5-0a7c-4071-b398-5925c96dbeb2" providerId="ADAL" clId="{F3081CE4-634F-4D35-9BB5-7F8177374807}" dt="2025-02-21T04:30:12.051" v="29" actId="26606"/>
          <ac:graphicFrameMkLst>
            <pc:docMk/>
            <pc:sldMk cId="0" sldId="347"/>
            <ac:graphicFrameMk id="5" creationId="{C85B60DC-E063-9F00-DBE8-86C3C048AFC9}"/>
          </ac:graphicFrameMkLst>
        </pc:graphicFrameChg>
        <pc:graphicFrameChg chg="add mod">
          <ac:chgData name="José Pedro Calistro Torres de Miranda" userId="82558bf5-0a7c-4071-b398-5925c96dbeb2" providerId="ADAL" clId="{F3081CE4-634F-4D35-9BB5-7F8177374807}" dt="2025-02-21T04:33:04.012" v="100" actId="113"/>
          <ac:graphicFrameMkLst>
            <pc:docMk/>
            <pc:sldMk cId="0" sldId="347"/>
            <ac:graphicFrameMk id="8" creationId="{C003514E-3124-E45D-AEBC-F549D9DEE00F}"/>
          </ac:graphicFrameMkLst>
        </pc:graphicFrameChg>
      </pc:sldChg>
      <pc:sldChg chg="addSp delSp modSp add mod">
        <pc:chgData name="José Pedro Calistro Torres de Miranda" userId="82558bf5-0a7c-4071-b398-5925c96dbeb2" providerId="ADAL" clId="{F3081CE4-634F-4D35-9BB5-7F8177374807}" dt="2025-02-21T05:06:40.554" v="152" actId="20577"/>
        <pc:sldMkLst>
          <pc:docMk/>
          <pc:sldMk cId="0" sldId="348"/>
        </pc:sldMkLst>
        <pc:spChg chg="del">
          <ac:chgData name="José Pedro Calistro Torres de Miranda" userId="82558bf5-0a7c-4071-b398-5925c96dbeb2" providerId="ADAL" clId="{F3081CE4-634F-4D35-9BB5-7F8177374807}" dt="2025-02-21T05:05:58.321" v="132" actId="26606"/>
          <ac:spMkLst>
            <pc:docMk/>
            <pc:sldMk cId="0" sldId="348"/>
            <ac:spMk id="3" creationId="{00000000-0000-0000-0000-000000000000}"/>
          </ac:spMkLst>
        </pc:spChg>
        <pc:graphicFrameChg chg="add mod">
          <ac:chgData name="José Pedro Calistro Torres de Miranda" userId="82558bf5-0a7c-4071-b398-5925c96dbeb2" providerId="ADAL" clId="{F3081CE4-634F-4D35-9BB5-7F8177374807}" dt="2025-02-21T05:06:40.554" v="152" actId="20577"/>
          <ac:graphicFrameMkLst>
            <pc:docMk/>
            <pc:sldMk cId="0" sldId="348"/>
            <ac:graphicFrameMk id="5" creationId="{7B58DF95-F189-DFAD-8D22-2F6CE9693F46}"/>
          </ac:graphicFrameMkLst>
        </pc:graphicFrameChg>
      </pc:sldChg>
      <pc:sldChg chg="addSp delSp modSp add mod setBg">
        <pc:chgData name="José Pedro Calistro Torres de Miranda" userId="82558bf5-0a7c-4071-b398-5925c96dbeb2" providerId="ADAL" clId="{F3081CE4-634F-4D35-9BB5-7F8177374807}" dt="2025-02-21T05:09:41.505" v="206" actId="26606"/>
        <pc:sldMkLst>
          <pc:docMk/>
          <pc:sldMk cId="0" sldId="349"/>
        </pc:sldMkLst>
        <pc:spChg chg="mod">
          <ac:chgData name="José Pedro Calistro Torres de Miranda" userId="82558bf5-0a7c-4071-b398-5925c96dbeb2" providerId="ADAL" clId="{F3081CE4-634F-4D35-9BB5-7F8177374807}" dt="2025-02-21T05:09:41.505" v="206" actId="26606"/>
          <ac:spMkLst>
            <pc:docMk/>
            <pc:sldMk cId="0" sldId="349"/>
            <ac:spMk id="2" creationId="{00000000-0000-0000-0000-000000000000}"/>
          </ac:spMkLst>
        </pc:spChg>
        <pc:spChg chg="add del mod">
          <ac:chgData name="José Pedro Calistro Torres de Miranda" userId="82558bf5-0a7c-4071-b398-5925c96dbeb2" providerId="ADAL" clId="{F3081CE4-634F-4D35-9BB5-7F8177374807}" dt="2025-02-21T05:09:41.505" v="206" actId="26606"/>
          <ac:spMkLst>
            <pc:docMk/>
            <pc:sldMk cId="0" sldId="349"/>
            <ac:spMk id="3" creationId="{00000000-0000-0000-0000-000000000000}"/>
          </ac:spMkLst>
        </pc:spChg>
        <pc:spChg chg="add del">
          <ac:chgData name="José Pedro Calistro Torres de Miranda" userId="82558bf5-0a7c-4071-b398-5925c96dbeb2" providerId="ADAL" clId="{F3081CE4-634F-4D35-9BB5-7F8177374807}" dt="2025-02-21T05:09:41.505" v="206" actId="26606"/>
          <ac:spMkLst>
            <pc:docMk/>
            <pc:sldMk cId="0" sldId="349"/>
            <ac:spMk id="10" creationId="{E51BA4DF-2BD4-4EC2-B1DB-B27C8AC71864}"/>
          </ac:spMkLst>
        </pc:spChg>
        <pc:graphicFrameChg chg="add del">
          <ac:chgData name="José Pedro Calistro Torres de Miranda" userId="82558bf5-0a7c-4071-b398-5925c96dbeb2" providerId="ADAL" clId="{F3081CE4-634F-4D35-9BB5-7F8177374807}" dt="2025-02-21T05:09:41.505" v="206" actId="26606"/>
          <ac:graphicFrameMkLst>
            <pc:docMk/>
            <pc:sldMk cId="0" sldId="349"/>
            <ac:graphicFrameMk id="5" creationId="{9A80E597-DB18-419A-FA77-628DAFCFFB7B}"/>
          </ac:graphicFrameMkLst>
        </pc:graphicFrameChg>
        <pc:picChg chg="add del">
          <ac:chgData name="José Pedro Calistro Torres de Miranda" userId="82558bf5-0a7c-4071-b398-5925c96dbeb2" providerId="ADAL" clId="{F3081CE4-634F-4D35-9BB5-7F8177374807}" dt="2025-02-21T05:09:41.505" v="206" actId="26606"/>
          <ac:picMkLst>
            <pc:docMk/>
            <pc:sldMk cId="0" sldId="349"/>
            <ac:picMk id="6" creationId="{CFAAF484-A660-7CDE-3E55-488953648583}"/>
          </ac:picMkLst>
        </pc:picChg>
      </pc:sldChg>
      <pc:sldChg chg="addSp delSp modSp add del mod setBg">
        <pc:chgData name="José Pedro Calistro Torres de Miranda" userId="82558bf5-0a7c-4071-b398-5925c96dbeb2" providerId="ADAL" clId="{F3081CE4-634F-4D35-9BB5-7F8177374807}" dt="2025-02-21T05:18:08.053" v="558" actId="47"/>
        <pc:sldMkLst>
          <pc:docMk/>
          <pc:sldMk cId="0" sldId="350"/>
        </pc:sldMkLst>
        <pc:spChg chg="mod">
          <ac:chgData name="José Pedro Calistro Torres de Miranda" userId="82558bf5-0a7c-4071-b398-5925c96dbeb2" providerId="ADAL" clId="{F3081CE4-634F-4D35-9BB5-7F8177374807}" dt="2025-02-21T05:09:44.722" v="208" actId="26606"/>
          <ac:spMkLst>
            <pc:docMk/>
            <pc:sldMk cId="0" sldId="350"/>
            <ac:spMk id="2" creationId="{00000000-0000-0000-0000-000000000000}"/>
          </ac:spMkLst>
        </pc:spChg>
        <pc:spChg chg="add del">
          <ac:chgData name="José Pedro Calistro Torres de Miranda" userId="82558bf5-0a7c-4071-b398-5925c96dbeb2" providerId="ADAL" clId="{F3081CE4-634F-4D35-9BB5-7F8177374807}" dt="2025-02-21T05:09:44.722" v="208" actId="26606"/>
          <ac:spMkLst>
            <pc:docMk/>
            <pc:sldMk cId="0" sldId="350"/>
            <ac:spMk id="3" creationId="{00000000-0000-0000-0000-000000000000}"/>
          </ac:spMkLst>
        </pc:spChg>
        <pc:graphicFrameChg chg="add del mod">
          <ac:chgData name="José Pedro Calistro Torres de Miranda" userId="82558bf5-0a7c-4071-b398-5925c96dbeb2" providerId="ADAL" clId="{F3081CE4-634F-4D35-9BB5-7F8177374807}" dt="2025-02-21T05:09:44.722" v="208" actId="26606"/>
          <ac:graphicFrameMkLst>
            <pc:docMk/>
            <pc:sldMk cId="0" sldId="350"/>
            <ac:graphicFrameMk id="5" creationId="{9E733394-945C-F69C-218D-1EE8D837643A}"/>
          </ac:graphicFrameMkLst>
        </pc:graphicFrameChg>
        <pc:picChg chg="add del">
          <ac:chgData name="José Pedro Calistro Torres de Miranda" userId="82558bf5-0a7c-4071-b398-5925c96dbeb2" providerId="ADAL" clId="{F3081CE4-634F-4D35-9BB5-7F8177374807}" dt="2025-02-21T05:09:44.722" v="208" actId="26606"/>
          <ac:picMkLst>
            <pc:docMk/>
            <pc:sldMk cId="0" sldId="350"/>
            <ac:picMk id="6" creationId="{8D589C9D-761D-BF51-F45E-DA7EDA705870}"/>
          </ac:picMkLst>
        </pc:picChg>
      </pc:sldChg>
      <pc:sldChg chg="add del">
        <pc:chgData name="José Pedro Calistro Torres de Miranda" userId="82558bf5-0a7c-4071-b398-5925c96dbeb2" providerId="ADAL" clId="{F3081CE4-634F-4D35-9BB5-7F8177374807}" dt="2025-02-21T05:24:34.434" v="566" actId="47"/>
        <pc:sldMkLst>
          <pc:docMk/>
          <pc:sldMk cId="0" sldId="351"/>
        </pc:sldMkLst>
      </pc:sldChg>
      <pc:sldChg chg="modSp add del mod ord">
        <pc:chgData name="José Pedro Calistro Torres de Miranda" userId="82558bf5-0a7c-4071-b398-5925c96dbeb2" providerId="ADAL" clId="{F3081CE4-634F-4D35-9BB5-7F8177374807}" dt="2025-02-21T05:25:01.464" v="569" actId="47"/>
        <pc:sldMkLst>
          <pc:docMk/>
          <pc:sldMk cId="0" sldId="352"/>
        </pc:sldMkLst>
        <pc:spChg chg="mod">
          <ac:chgData name="José Pedro Calistro Torres de Miranda" userId="82558bf5-0a7c-4071-b398-5925c96dbeb2" providerId="ADAL" clId="{F3081CE4-634F-4D35-9BB5-7F8177374807}" dt="2025-02-21T04:26:24.388" v="1" actId="27636"/>
          <ac:spMkLst>
            <pc:docMk/>
            <pc:sldMk cId="0" sldId="352"/>
            <ac:spMk id="3" creationId="{00000000-0000-0000-0000-000000000000}"/>
          </ac:spMkLst>
        </pc:spChg>
      </pc:sldChg>
      <pc:sldChg chg="add ord">
        <pc:chgData name="José Pedro Calistro Torres de Miranda" userId="82558bf5-0a7c-4071-b398-5925c96dbeb2" providerId="ADAL" clId="{F3081CE4-634F-4D35-9BB5-7F8177374807}" dt="2025-02-21T04:29:12.911" v="25"/>
        <pc:sldMkLst>
          <pc:docMk/>
          <pc:sldMk cId="1254879558" sldId="775"/>
        </pc:sldMkLst>
      </pc:sldChg>
      <pc:sldChg chg="add">
        <pc:chgData name="José Pedro Calistro Torres de Miranda" userId="82558bf5-0a7c-4071-b398-5925c96dbeb2" providerId="ADAL" clId="{F3081CE4-634F-4D35-9BB5-7F8177374807}" dt="2025-02-21T04:27:41.583" v="4"/>
        <pc:sldMkLst>
          <pc:docMk/>
          <pc:sldMk cId="1352399124" sldId="776"/>
        </pc:sldMkLst>
      </pc:sldChg>
      <pc:sldChg chg="add">
        <pc:chgData name="José Pedro Calistro Torres de Miranda" userId="82558bf5-0a7c-4071-b398-5925c96dbeb2" providerId="ADAL" clId="{F3081CE4-634F-4D35-9BB5-7F8177374807}" dt="2025-02-21T04:27:41.583" v="4"/>
        <pc:sldMkLst>
          <pc:docMk/>
          <pc:sldMk cId="4077346853" sldId="777"/>
        </pc:sldMkLst>
      </pc:sldChg>
      <pc:sldChg chg="add ord">
        <pc:chgData name="José Pedro Calistro Torres de Miranda" userId="82558bf5-0a7c-4071-b398-5925c96dbeb2" providerId="ADAL" clId="{F3081CE4-634F-4D35-9BB5-7F8177374807}" dt="2025-02-21T04:59:20.662" v="111"/>
        <pc:sldMkLst>
          <pc:docMk/>
          <pc:sldMk cId="1293196023" sldId="778"/>
        </pc:sldMkLst>
      </pc:sldChg>
      <pc:sldChg chg="add ord">
        <pc:chgData name="José Pedro Calistro Torres de Miranda" userId="82558bf5-0a7c-4071-b398-5925c96dbeb2" providerId="ADAL" clId="{F3081CE4-634F-4D35-9BB5-7F8177374807}" dt="2025-02-21T04:29:54.491" v="27"/>
        <pc:sldMkLst>
          <pc:docMk/>
          <pc:sldMk cId="1219080998" sldId="779"/>
        </pc:sldMkLst>
      </pc:sldChg>
      <pc:sldChg chg="add">
        <pc:chgData name="José Pedro Calistro Torres de Miranda" userId="82558bf5-0a7c-4071-b398-5925c96dbeb2" providerId="ADAL" clId="{F3081CE4-634F-4D35-9BB5-7F8177374807}" dt="2025-02-21T04:27:41.583" v="4"/>
        <pc:sldMkLst>
          <pc:docMk/>
          <pc:sldMk cId="2754425570" sldId="780"/>
        </pc:sldMkLst>
      </pc:sldChg>
      <pc:sldChg chg="add">
        <pc:chgData name="José Pedro Calistro Torres de Miranda" userId="82558bf5-0a7c-4071-b398-5925c96dbeb2" providerId="ADAL" clId="{F3081CE4-634F-4D35-9BB5-7F8177374807}" dt="2025-02-21T04:27:41.583" v="4"/>
        <pc:sldMkLst>
          <pc:docMk/>
          <pc:sldMk cId="2497740035" sldId="781"/>
        </pc:sldMkLst>
      </pc:sldChg>
      <pc:sldChg chg="add">
        <pc:chgData name="José Pedro Calistro Torres de Miranda" userId="82558bf5-0a7c-4071-b398-5925c96dbeb2" providerId="ADAL" clId="{F3081CE4-634F-4D35-9BB5-7F8177374807}" dt="2025-02-21T04:27:41.583" v="4"/>
        <pc:sldMkLst>
          <pc:docMk/>
          <pc:sldMk cId="210823708" sldId="782"/>
        </pc:sldMkLst>
      </pc:sldChg>
      <pc:sldChg chg="add">
        <pc:chgData name="José Pedro Calistro Torres de Miranda" userId="82558bf5-0a7c-4071-b398-5925c96dbeb2" providerId="ADAL" clId="{F3081CE4-634F-4D35-9BB5-7F8177374807}" dt="2025-02-21T04:27:41.583" v="4"/>
        <pc:sldMkLst>
          <pc:docMk/>
          <pc:sldMk cId="3388464370" sldId="783"/>
        </pc:sldMkLst>
      </pc:sldChg>
      <pc:sldChg chg="add">
        <pc:chgData name="José Pedro Calistro Torres de Miranda" userId="82558bf5-0a7c-4071-b398-5925c96dbeb2" providerId="ADAL" clId="{F3081CE4-634F-4D35-9BB5-7F8177374807}" dt="2025-02-21T04:27:41.583" v="4"/>
        <pc:sldMkLst>
          <pc:docMk/>
          <pc:sldMk cId="2119843746" sldId="784"/>
        </pc:sldMkLst>
      </pc:sldChg>
      <pc:sldChg chg="addSp delSp modSp add mod modClrScheme modAnim chgLayout">
        <pc:chgData name="José Pedro Calistro Torres de Miranda" userId="82558bf5-0a7c-4071-b398-5925c96dbeb2" providerId="ADAL" clId="{F3081CE4-634F-4D35-9BB5-7F8177374807}" dt="2025-02-21T05:05:24.979" v="131"/>
        <pc:sldMkLst>
          <pc:docMk/>
          <pc:sldMk cId="2091940842" sldId="785"/>
        </pc:sldMkLst>
        <pc:spChg chg="mod">
          <ac:chgData name="José Pedro Calistro Torres de Miranda" userId="82558bf5-0a7c-4071-b398-5925c96dbeb2" providerId="ADAL" clId="{F3081CE4-634F-4D35-9BB5-7F8177374807}" dt="2025-02-21T05:05:03.854" v="129" actId="26606"/>
          <ac:spMkLst>
            <pc:docMk/>
            <pc:sldMk cId="2091940842" sldId="785"/>
            <ac:spMk id="4" creationId="{77925059-FBBA-FE00-B0A7-1B915A9DD1D6}"/>
          </ac:spMkLst>
        </pc:spChg>
        <pc:spChg chg="del">
          <ac:chgData name="José Pedro Calistro Torres de Miranda" userId="82558bf5-0a7c-4071-b398-5925c96dbeb2" providerId="ADAL" clId="{F3081CE4-634F-4D35-9BB5-7F8177374807}" dt="2025-02-21T05:05:03.854" v="129" actId="26606"/>
          <ac:spMkLst>
            <pc:docMk/>
            <pc:sldMk cId="2091940842" sldId="785"/>
            <ac:spMk id="5" creationId="{910BE893-89DB-5C0B-379D-D3D552979F92}"/>
          </ac:spMkLst>
        </pc:spChg>
        <pc:spChg chg="mod">
          <ac:chgData name="José Pedro Calistro Torres de Miranda" userId="82558bf5-0a7c-4071-b398-5925c96dbeb2" providerId="ADAL" clId="{F3081CE4-634F-4D35-9BB5-7F8177374807}" dt="2025-02-21T05:05:03.854" v="129" actId="26606"/>
          <ac:spMkLst>
            <pc:docMk/>
            <pc:sldMk cId="2091940842" sldId="785"/>
            <ac:spMk id="7" creationId="{FE5FBC30-1344-AF7A-84DA-4F480435896F}"/>
          </ac:spMkLst>
        </pc:spChg>
        <pc:graphicFrameChg chg="add">
          <ac:chgData name="José Pedro Calistro Torres de Miranda" userId="82558bf5-0a7c-4071-b398-5925c96dbeb2" providerId="ADAL" clId="{F3081CE4-634F-4D35-9BB5-7F8177374807}" dt="2025-02-21T05:05:03.854" v="129" actId="26606"/>
          <ac:graphicFrameMkLst>
            <pc:docMk/>
            <pc:sldMk cId="2091940842" sldId="785"/>
            <ac:graphicFrameMk id="9" creationId="{47FDA3CD-F755-99B8-3802-A3B7F10CECBE}"/>
          </ac:graphicFrameMkLst>
        </pc:graphicFrameChg>
      </pc:sldChg>
      <pc:sldChg chg="add">
        <pc:chgData name="José Pedro Calistro Torres de Miranda" userId="82558bf5-0a7c-4071-b398-5925c96dbeb2" providerId="ADAL" clId="{F3081CE4-634F-4D35-9BB5-7F8177374807}" dt="2025-02-21T04:27:41.583" v="4"/>
        <pc:sldMkLst>
          <pc:docMk/>
          <pc:sldMk cId="2699633994" sldId="786"/>
        </pc:sldMkLst>
      </pc:sldChg>
      <pc:sldChg chg="add">
        <pc:chgData name="José Pedro Calistro Torres de Miranda" userId="82558bf5-0a7c-4071-b398-5925c96dbeb2" providerId="ADAL" clId="{F3081CE4-634F-4D35-9BB5-7F8177374807}" dt="2025-02-21T04:27:41.583" v="4"/>
        <pc:sldMkLst>
          <pc:docMk/>
          <pc:sldMk cId="187682492" sldId="787"/>
        </pc:sldMkLst>
      </pc:sldChg>
      <pc:sldChg chg="addSp delSp modSp add mod modClrScheme modAnim chgLayout">
        <pc:chgData name="José Pedro Calistro Torres de Miranda" userId="82558bf5-0a7c-4071-b398-5925c96dbeb2" providerId="ADAL" clId="{F3081CE4-634F-4D35-9BB5-7F8177374807}" dt="2025-02-21T05:04:40.565" v="128"/>
        <pc:sldMkLst>
          <pc:docMk/>
          <pc:sldMk cId="3770337810" sldId="788"/>
        </pc:sldMkLst>
        <pc:spChg chg="del">
          <ac:chgData name="José Pedro Calistro Torres de Miranda" userId="82558bf5-0a7c-4071-b398-5925c96dbeb2" providerId="ADAL" clId="{F3081CE4-634F-4D35-9BB5-7F8177374807}" dt="2025-02-21T05:04:28.362" v="126" actId="26606"/>
          <ac:spMkLst>
            <pc:docMk/>
            <pc:sldMk cId="3770337810" sldId="788"/>
            <ac:spMk id="3" creationId="{076CBC21-16C2-FD85-EFFE-75F1F739077A}"/>
          </ac:spMkLst>
        </pc:spChg>
        <pc:spChg chg="mod">
          <ac:chgData name="José Pedro Calistro Torres de Miranda" userId="82558bf5-0a7c-4071-b398-5925c96dbeb2" providerId="ADAL" clId="{F3081CE4-634F-4D35-9BB5-7F8177374807}" dt="2025-02-21T05:04:28.362" v="126" actId="26606"/>
          <ac:spMkLst>
            <pc:docMk/>
            <pc:sldMk cId="3770337810" sldId="788"/>
            <ac:spMk id="4" creationId="{77925059-FBBA-FE00-B0A7-1B915A9DD1D6}"/>
          </ac:spMkLst>
        </pc:spChg>
        <pc:spChg chg="mod">
          <ac:chgData name="José Pedro Calistro Torres de Miranda" userId="82558bf5-0a7c-4071-b398-5925c96dbeb2" providerId="ADAL" clId="{F3081CE4-634F-4D35-9BB5-7F8177374807}" dt="2025-02-21T05:04:28.362" v="126" actId="26606"/>
          <ac:spMkLst>
            <pc:docMk/>
            <pc:sldMk cId="3770337810" sldId="788"/>
            <ac:spMk id="7" creationId="{FE5FBC30-1344-AF7A-84DA-4F480435896F}"/>
          </ac:spMkLst>
        </pc:spChg>
        <pc:graphicFrameChg chg="add">
          <ac:chgData name="José Pedro Calistro Torres de Miranda" userId="82558bf5-0a7c-4071-b398-5925c96dbeb2" providerId="ADAL" clId="{F3081CE4-634F-4D35-9BB5-7F8177374807}" dt="2025-02-21T05:04:28.362" v="126" actId="26606"/>
          <ac:graphicFrameMkLst>
            <pc:docMk/>
            <pc:sldMk cId="3770337810" sldId="788"/>
            <ac:graphicFrameMk id="9" creationId="{44BF237A-3C06-DA02-7368-6B528C348E7A}"/>
          </ac:graphicFrameMkLst>
        </pc:graphicFrameChg>
      </pc:sldChg>
      <pc:sldChg chg="add">
        <pc:chgData name="José Pedro Calistro Torres de Miranda" userId="82558bf5-0a7c-4071-b398-5925c96dbeb2" providerId="ADAL" clId="{F3081CE4-634F-4D35-9BB5-7F8177374807}" dt="2025-02-21T04:27:41.583" v="4"/>
        <pc:sldMkLst>
          <pc:docMk/>
          <pc:sldMk cId="4281468926" sldId="789"/>
        </pc:sldMkLst>
      </pc:sldChg>
      <pc:sldChg chg="add del">
        <pc:chgData name="José Pedro Calistro Torres de Miranda" userId="82558bf5-0a7c-4071-b398-5925c96dbeb2" providerId="ADAL" clId="{F3081CE4-634F-4D35-9BB5-7F8177374807}" dt="2025-02-21T05:01:31.546" v="119" actId="47"/>
        <pc:sldMkLst>
          <pc:docMk/>
          <pc:sldMk cId="3033498642" sldId="790"/>
        </pc:sldMkLst>
      </pc:sldChg>
      <pc:sldChg chg="add del">
        <pc:chgData name="José Pedro Calistro Torres de Miranda" userId="82558bf5-0a7c-4071-b398-5925c96dbeb2" providerId="ADAL" clId="{F3081CE4-634F-4D35-9BB5-7F8177374807}" dt="2025-02-21T05:01:31.546" v="119" actId="47"/>
        <pc:sldMkLst>
          <pc:docMk/>
          <pc:sldMk cId="3088237087" sldId="791"/>
        </pc:sldMkLst>
      </pc:sldChg>
      <pc:sldChg chg="add del">
        <pc:chgData name="José Pedro Calistro Torres de Miranda" userId="82558bf5-0a7c-4071-b398-5925c96dbeb2" providerId="ADAL" clId="{F3081CE4-634F-4D35-9BB5-7F8177374807}" dt="2025-02-21T05:01:37.856" v="120" actId="47"/>
        <pc:sldMkLst>
          <pc:docMk/>
          <pc:sldMk cId="1414663561" sldId="792"/>
        </pc:sldMkLst>
      </pc:sldChg>
      <pc:sldChg chg="add">
        <pc:chgData name="José Pedro Calistro Torres de Miranda" userId="82558bf5-0a7c-4071-b398-5925c96dbeb2" providerId="ADAL" clId="{F3081CE4-634F-4D35-9BB5-7F8177374807}" dt="2025-02-21T04:27:41.583" v="4"/>
        <pc:sldMkLst>
          <pc:docMk/>
          <pc:sldMk cId="653343210" sldId="793"/>
        </pc:sldMkLst>
      </pc:sldChg>
      <pc:sldChg chg="modSp add mod">
        <pc:chgData name="José Pedro Calistro Torres de Miranda" userId="82558bf5-0a7c-4071-b398-5925c96dbeb2" providerId="ADAL" clId="{F3081CE4-634F-4D35-9BB5-7F8177374807}" dt="2025-02-21T05:00:52.526" v="116" actId="1076"/>
        <pc:sldMkLst>
          <pc:docMk/>
          <pc:sldMk cId="300937422" sldId="794"/>
        </pc:sldMkLst>
        <pc:spChg chg="mod">
          <ac:chgData name="José Pedro Calistro Torres de Miranda" userId="82558bf5-0a7c-4071-b398-5925c96dbeb2" providerId="ADAL" clId="{F3081CE4-634F-4D35-9BB5-7F8177374807}" dt="2025-02-21T05:00:43.937" v="113" actId="1076"/>
          <ac:spMkLst>
            <pc:docMk/>
            <pc:sldMk cId="300937422" sldId="794"/>
            <ac:spMk id="37" creationId="{FBEC912C-973F-109A-AAD7-B7072350F348}"/>
          </ac:spMkLst>
        </pc:spChg>
        <pc:spChg chg="mod">
          <ac:chgData name="José Pedro Calistro Torres de Miranda" userId="82558bf5-0a7c-4071-b398-5925c96dbeb2" providerId="ADAL" clId="{F3081CE4-634F-4D35-9BB5-7F8177374807}" dt="2025-02-21T05:00:47.392" v="115" actId="1076"/>
          <ac:spMkLst>
            <pc:docMk/>
            <pc:sldMk cId="300937422" sldId="794"/>
            <ac:spMk id="39" creationId="{26D82075-F074-7C42-FBAF-6D6F7EAD3070}"/>
          </ac:spMkLst>
        </pc:spChg>
        <pc:spChg chg="mod">
          <ac:chgData name="José Pedro Calistro Torres de Miranda" userId="82558bf5-0a7c-4071-b398-5925c96dbeb2" providerId="ADAL" clId="{F3081CE4-634F-4D35-9BB5-7F8177374807}" dt="2025-02-21T05:00:52.526" v="116" actId="1076"/>
          <ac:spMkLst>
            <pc:docMk/>
            <pc:sldMk cId="300937422" sldId="794"/>
            <ac:spMk id="40" creationId="{62EA7DAA-0EF5-60B9-C0E5-4814BD231FB4}"/>
          </ac:spMkLst>
        </pc:spChg>
      </pc:sldChg>
      <pc:sldChg chg="add del">
        <pc:chgData name="José Pedro Calistro Torres de Miranda" userId="82558bf5-0a7c-4071-b398-5925c96dbeb2" providerId="ADAL" clId="{F3081CE4-634F-4D35-9BB5-7F8177374807}" dt="2025-02-21T05:01:02.926" v="117" actId="47"/>
        <pc:sldMkLst>
          <pc:docMk/>
          <pc:sldMk cId="4117133941" sldId="795"/>
        </pc:sldMkLst>
      </pc:sldChg>
      <pc:sldChg chg="add del">
        <pc:chgData name="José Pedro Calistro Torres de Miranda" userId="82558bf5-0a7c-4071-b398-5925c96dbeb2" providerId="ADAL" clId="{F3081CE4-634F-4D35-9BB5-7F8177374807}" dt="2025-02-21T05:01:02.926" v="117" actId="47"/>
        <pc:sldMkLst>
          <pc:docMk/>
          <pc:sldMk cId="1269547241" sldId="796"/>
        </pc:sldMkLst>
      </pc:sldChg>
      <pc:sldChg chg="add del">
        <pc:chgData name="José Pedro Calistro Torres de Miranda" userId="82558bf5-0a7c-4071-b398-5925c96dbeb2" providerId="ADAL" clId="{F3081CE4-634F-4D35-9BB5-7F8177374807}" dt="2025-02-21T05:01:02.926" v="117" actId="47"/>
        <pc:sldMkLst>
          <pc:docMk/>
          <pc:sldMk cId="2593516847" sldId="798"/>
        </pc:sldMkLst>
      </pc:sldChg>
      <pc:sldChg chg="add del">
        <pc:chgData name="José Pedro Calistro Torres de Miranda" userId="82558bf5-0a7c-4071-b398-5925c96dbeb2" providerId="ADAL" clId="{F3081CE4-634F-4D35-9BB5-7F8177374807}" dt="2025-02-21T05:01:02.926" v="117" actId="47"/>
        <pc:sldMkLst>
          <pc:docMk/>
          <pc:sldMk cId="3277655702" sldId="799"/>
        </pc:sldMkLst>
      </pc:sldChg>
      <pc:sldChg chg="add del">
        <pc:chgData name="José Pedro Calistro Torres de Miranda" userId="82558bf5-0a7c-4071-b398-5925c96dbeb2" providerId="ADAL" clId="{F3081CE4-634F-4D35-9BB5-7F8177374807}" dt="2025-02-21T05:01:02.926" v="117" actId="47"/>
        <pc:sldMkLst>
          <pc:docMk/>
          <pc:sldMk cId="1333138373" sldId="800"/>
        </pc:sldMkLst>
      </pc:sldChg>
      <pc:sldChg chg="add">
        <pc:chgData name="José Pedro Calistro Torres de Miranda" userId="82558bf5-0a7c-4071-b398-5925c96dbeb2" providerId="ADAL" clId="{F3081CE4-634F-4D35-9BB5-7F8177374807}" dt="2025-02-21T04:27:41.583" v="4"/>
        <pc:sldMkLst>
          <pc:docMk/>
          <pc:sldMk cId="1564196250" sldId="801"/>
        </pc:sldMkLst>
      </pc:sldChg>
      <pc:sldChg chg="add del">
        <pc:chgData name="José Pedro Calistro Torres de Miranda" userId="82558bf5-0a7c-4071-b398-5925c96dbeb2" providerId="ADAL" clId="{F3081CE4-634F-4D35-9BB5-7F8177374807}" dt="2025-02-21T05:01:31.546" v="119" actId="47"/>
        <pc:sldMkLst>
          <pc:docMk/>
          <pc:sldMk cId="2739161774" sldId="802"/>
        </pc:sldMkLst>
      </pc:sldChg>
      <pc:sldChg chg="add del">
        <pc:chgData name="José Pedro Calistro Torres de Miranda" userId="82558bf5-0a7c-4071-b398-5925c96dbeb2" providerId="ADAL" clId="{F3081CE4-634F-4D35-9BB5-7F8177374807}" dt="2025-02-21T05:01:37.856" v="120" actId="47"/>
        <pc:sldMkLst>
          <pc:docMk/>
          <pc:sldMk cId="4037072116" sldId="803"/>
        </pc:sldMkLst>
      </pc:sldChg>
      <pc:sldChg chg="add del">
        <pc:chgData name="José Pedro Calistro Torres de Miranda" userId="82558bf5-0a7c-4071-b398-5925c96dbeb2" providerId="ADAL" clId="{F3081CE4-634F-4D35-9BB5-7F8177374807}" dt="2025-02-21T05:01:37.856" v="120" actId="47"/>
        <pc:sldMkLst>
          <pc:docMk/>
          <pc:sldMk cId="4142139715" sldId="804"/>
        </pc:sldMkLst>
      </pc:sldChg>
      <pc:sldChg chg="add del">
        <pc:chgData name="José Pedro Calistro Torres de Miranda" userId="82558bf5-0a7c-4071-b398-5925c96dbeb2" providerId="ADAL" clId="{F3081CE4-634F-4D35-9BB5-7F8177374807}" dt="2025-02-21T05:01:37.856" v="120" actId="47"/>
        <pc:sldMkLst>
          <pc:docMk/>
          <pc:sldMk cId="3029491230" sldId="805"/>
        </pc:sldMkLst>
      </pc:sldChg>
      <pc:sldChg chg="add del">
        <pc:chgData name="José Pedro Calistro Torres de Miranda" userId="82558bf5-0a7c-4071-b398-5925c96dbeb2" providerId="ADAL" clId="{F3081CE4-634F-4D35-9BB5-7F8177374807}" dt="2025-02-21T05:01:43.242" v="121" actId="47"/>
        <pc:sldMkLst>
          <pc:docMk/>
          <pc:sldMk cId="3454374813" sldId="806"/>
        </pc:sldMkLst>
      </pc:sldChg>
      <pc:sldChg chg="add del">
        <pc:chgData name="José Pedro Calistro Torres de Miranda" userId="82558bf5-0a7c-4071-b398-5925c96dbeb2" providerId="ADAL" clId="{F3081CE4-634F-4D35-9BB5-7F8177374807}" dt="2025-02-21T05:15:47.813" v="380" actId="47"/>
        <pc:sldMkLst>
          <pc:docMk/>
          <pc:sldMk cId="4117109140" sldId="807"/>
        </pc:sldMkLst>
      </pc:sldChg>
      <pc:sldChg chg="add del">
        <pc:chgData name="José Pedro Calistro Torres de Miranda" userId="82558bf5-0a7c-4071-b398-5925c96dbeb2" providerId="ADAL" clId="{F3081CE4-634F-4D35-9BB5-7F8177374807}" dt="2025-02-21T05:02:18.476" v="122" actId="47"/>
        <pc:sldMkLst>
          <pc:docMk/>
          <pc:sldMk cId="257303609" sldId="808"/>
        </pc:sldMkLst>
      </pc:sldChg>
      <pc:sldChg chg="add">
        <pc:chgData name="José Pedro Calistro Torres de Miranda" userId="82558bf5-0a7c-4071-b398-5925c96dbeb2" providerId="ADAL" clId="{F3081CE4-634F-4D35-9BB5-7F8177374807}" dt="2025-02-21T04:27:41.583" v="4"/>
        <pc:sldMkLst>
          <pc:docMk/>
          <pc:sldMk cId="620870501" sldId="809"/>
        </pc:sldMkLst>
      </pc:sldChg>
      <pc:sldChg chg="add">
        <pc:chgData name="José Pedro Calistro Torres de Miranda" userId="82558bf5-0a7c-4071-b398-5925c96dbeb2" providerId="ADAL" clId="{F3081CE4-634F-4D35-9BB5-7F8177374807}" dt="2025-02-21T04:27:41.583" v="4"/>
        <pc:sldMkLst>
          <pc:docMk/>
          <pc:sldMk cId="887976807" sldId="810"/>
        </pc:sldMkLst>
      </pc:sldChg>
      <pc:sldChg chg="add">
        <pc:chgData name="José Pedro Calistro Torres de Miranda" userId="82558bf5-0a7c-4071-b398-5925c96dbeb2" providerId="ADAL" clId="{F3081CE4-634F-4D35-9BB5-7F8177374807}" dt="2025-02-21T04:27:41.583" v="4"/>
        <pc:sldMkLst>
          <pc:docMk/>
          <pc:sldMk cId="3598486976" sldId="811"/>
        </pc:sldMkLst>
      </pc:sldChg>
      <pc:sldChg chg="add">
        <pc:chgData name="José Pedro Calistro Torres de Miranda" userId="82558bf5-0a7c-4071-b398-5925c96dbeb2" providerId="ADAL" clId="{F3081CE4-634F-4D35-9BB5-7F8177374807}" dt="2025-02-21T04:27:41.583" v="4"/>
        <pc:sldMkLst>
          <pc:docMk/>
          <pc:sldMk cId="3791484222" sldId="812"/>
        </pc:sldMkLst>
      </pc:sldChg>
      <pc:sldChg chg="add del">
        <pc:chgData name="José Pedro Calistro Torres de Miranda" userId="82558bf5-0a7c-4071-b398-5925c96dbeb2" providerId="ADAL" clId="{F3081CE4-634F-4D35-9BB5-7F8177374807}" dt="2025-02-21T05:02:18.476" v="122" actId="47"/>
        <pc:sldMkLst>
          <pc:docMk/>
          <pc:sldMk cId="3304535869" sldId="813"/>
        </pc:sldMkLst>
      </pc:sldChg>
      <pc:sldChg chg="add del">
        <pc:chgData name="José Pedro Calistro Torres de Miranda" userId="82558bf5-0a7c-4071-b398-5925c96dbeb2" providerId="ADAL" clId="{F3081CE4-634F-4D35-9BB5-7F8177374807}" dt="2025-02-21T05:02:18.476" v="122" actId="47"/>
        <pc:sldMkLst>
          <pc:docMk/>
          <pc:sldMk cId="3111230218" sldId="814"/>
        </pc:sldMkLst>
      </pc:sldChg>
      <pc:sldChg chg="add del">
        <pc:chgData name="José Pedro Calistro Torres de Miranda" userId="82558bf5-0a7c-4071-b398-5925c96dbeb2" providerId="ADAL" clId="{F3081CE4-634F-4D35-9BB5-7F8177374807}" dt="2025-02-21T05:02:18.476" v="122" actId="47"/>
        <pc:sldMkLst>
          <pc:docMk/>
          <pc:sldMk cId="3331140923" sldId="819"/>
        </pc:sldMkLst>
      </pc:sldChg>
      <pc:sldChg chg="add del">
        <pc:chgData name="José Pedro Calistro Torres de Miranda" userId="82558bf5-0a7c-4071-b398-5925c96dbeb2" providerId="ADAL" clId="{F3081CE4-634F-4D35-9BB5-7F8177374807}" dt="2025-02-21T05:02:18.476" v="122" actId="47"/>
        <pc:sldMkLst>
          <pc:docMk/>
          <pc:sldMk cId="3492123065" sldId="820"/>
        </pc:sldMkLst>
      </pc:sldChg>
      <pc:sldChg chg="add del">
        <pc:chgData name="José Pedro Calistro Torres de Miranda" userId="82558bf5-0a7c-4071-b398-5925c96dbeb2" providerId="ADAL" clId="{F3081CE4-634F-4D35-9BB5-7F8177374807}" dt="2025-02-21T05:02:18.476" v="122" actId="47"/>
        <pc:sldMkLst>
          <pc:docMk/>
          <pc:sldMk cId="962401546" sldId="821"/>
        </pc:sldMkLst>
      </pc:sldChg>
      <pc:sldChg chg="add del">
        <pc:chgData name="José Pedro Calistro Torres de Miranda" userId="82558bf5-0a7c-4071-b398-5925c96dbeb2" providerId="ADAL" clId="{F3081CE4-634F-4D35-9BB5-7F8177374807}" dt="2025-02-21T05:02:18.476" v="122" actId="47"/>
        <pc:sldMkLst>
          <pc:docMk/>
          <pc:sldMk cId="2117572106" sldId="822"/>
        </pc:sldMkLst>
      </pc:sldChg>
      <pc:sldChg chg="add del">
        <pc:chgData name="José Pedro Calistro Torres de Miranda" userId="82558bf5-0a7c-4071-b398-5925c96dbeb2" providerId="ADAL" clId="{F3081CE4-634F-4D35-9BB5-7F8177374807}" dt="2025-02-21T05:02:18.476" v="122" actId="47"/>
        <pc:sldMkLst>
          <pc:docMk/>
          <pc:sldMk cId="2652289937" sldId="823"/>
        </pc:sldMkLst>
      </pc:sldChg>
      <pc:sldChg chg="add del">
        <pc:chgData name="José Pedro Calistro Torres de Miranda" userId="82558bf5-0a7c-4071-b398-5925c96dbeb2" providerId="ADAL" clId="{F3081CE4-634F-4D35-9BB5-7F8177374807}" dt="2025-02-21T05:02:18.476" v="122" actId="47"/>
        <pc:sldMkLst>
          <pc:docMk/>
          <pc:sldMk cId="937818811" sldId="824"/>
        </pc:sldMkLst>
      </pc:sldChg>
      <pc:sldChg chg="add del">
        <pc:chgData name="José Pedro Calistro Torres de Miranda" userId="82558bf5-0a7c-4071-b398-5925c96dbeb2" providerId="ADAL" clId="{F3081CE4-634F-4D35-9BB5-7F8177374807}" dt="2025-02-21T05:02:18.476" v="122" actId="47"/>
        <pc:sldMkLst>
          <pc:docMk/>
          <pc:sldMk cId="78471163" sldId="825"/>
        </pc:sldMkLst>
      </pc:sldChg>
      <pc:sldChg chg="add del">
        <pc:chgData name="José Pedro Calistro Torres de Miranda" userId="82558bf5-0a7c-4071-b398-5925c96dbeb2" providerId="ADAL" clId="{F3081CE4-634F-4D35-9BB5-7F8177374807}" dt="2025-02-21T05:02:18.476" v="122" actId="47"/>
        <pc:sldMkLst>
          <pc:docMk/>
          <pc:sldMk cId="1058645584" sldId="826"/>
        </pc:sldMkLst>
      </pc:sldChg>
      <pc:sldChg chg="add del">
        <pc:chgData name="José Pedro Calistro Torres de Miranda" userId="82558bf5-0a7c-4071-b398-5925c96dbeb2" providerId="ADAL" clId="{F3081CE4-634F-4D35-9BB5-7F8177374807}" dt="2025-02-21T05:02:18.476" v="122" actId="47"/>
        <pc:sldMkLst>
          <pc:docMk/>
          <pc:sldMk cId="2820747838" sldId="827"/>
        </pc:sldMkLst>
      </pc:sldChg>
      <pc:sldChg chg="add del">
        <pc:chgData name="José Pedro Calistro Torres de Miranda" userId="82558bf5-0a7c-4071-b398-5925c96dbeb2" providerId="ADAL" clId="{F3081CE4-634F-4D35-9BB5-7F8177374807}" dt="2025-02-21T05:02:35.682" v="125" actId="47"/>
        <pc:sldMkLst>
          <pc:docMk/>
          <pc:sldMk cId="463638139" sldId="945"/>
        </pc:sldMkLst>
      </pc:sldChg>
      <pc:sldChg chg="add ord">
        <pc:chgData name="José Pedro Calistro Torres de Miranda" userId="82558bf5-0a7c-4071-b398-5925c96dbeb2" providerId="ADAL" clId="{F3081CE4-634F-4D35-9BB5-7F8177374807}" dt="2025-02-21T04:59:20.662" v="111"/>
        <pc:sldMkLst>
          <pc:docMk/>
          <pc:sldMk cId="1088245711" sldId="946"/>
        </pc:sldMkLst>
      </pc:sldChg>
      <pc:sldChg chg="add ord">
        <pc:chgData name="José Pedro Calistro Torres de Miranda" userId="82558bf5-0a7c-4071-b398-5925c96dbeb2" providerId="ADAL" clId="{F3081CE4-634F-4D35-9BB5-7F8177374807}" dt="2025-02-21T04:59:20.662" v="111"/>
        <pc:sldMkLst>
          <pc:docMk/>
          <pc:sldMk cId="690684607" sldId="947"/>
        </pc:sldMkLst>
      </pc:sldChg>
      <pc:sldChg chg="addSp delSp modSp add mod setBg">
        <pc:chgData name="José Pedro Calistro Torres de Miranda" userId="82558bf5-0a7c-4071-b398-5925c96dbeb2" providerId="ADAL" clId="{F3081CE4-634F-4D35-9BB5-7F8177374807}" dt="2025-02-21T05:12:03.395" v="299" actId="20577"/>
        <pc:sldMkLst>
          <pc:docMk/>
          <pc:sldMk cId="1096579161" sldId="948"/>
        </pc:sldMkLst>
        <pc:spChg chg="mod">
          <ac:chgData name="José Pedro Calistro Torres de Miranda" userId="82558bf5-0a7c-4071-b398-5925c96dbeb2" providerId="ADAL" clId="{F3081CE4-634F-4D35-9BB5-7F8177374807}" dt="2025-02-21T05:11:33.318" v="263" actId="26606"/>
          <ac:spMkLst>
            <pc:docMk/>
            <pc:sldMk cId="1096579161" sldId="948"/>
            <ac:spMk id="2" creationId="{7D7E744E-1462-D090-5A7E-5FC8EDCD97B8}"/>
          </ac:spMkLst>
        </pc:spChg>
        <pc:spChg chg="del mod">
          <ac:chgData name="José Pedro Calistro Torres de Miranda" userId="82558bf5-0a7c-4071-b398-5925c96dbeb2" providerId="ADAL" clId="{F3081CE4-634F-4D35-9BB5-7F8177374807}" dt="2025-02-21T05:11:33.318" v="263" actId="26606"/>
          <ac:spMkLst>
            <pc:docMk/>
            <pc:sldMk cId="1096579161" sldId="948"/>
            <ac:spMk id="3" creationId="{C43A71E3-5B1F-065A-F09B-CE25DEB9985B}"/>
          </ac:spMkLst>
        </pc:spChg>
        <pc:graphicFrameChg chg="add mod">
          <ac:chgData name="José Pedro Calistro Torres de Miranda" userId="82558bf5-0a7c-4071-b398-5925c96dbeb2" providerId="ADAL" clId="{F3081CE4-634F-4D35-9BB5-7F8177374807}" dt="2025-02-21T05:12:03.395" v="299" actId="20577"/>
          <ac:graphicFrameMkLst>
            <pc:docMk/>
            <pc:sldMk cId="1096579161" sldId="948"/>
            <ac:graphicFrameMk id="5" creationId="{C779ED9F-15C7-BFE3-CCBB-E3FC60A0E02C}"/>
          </ac:graphicFrameMkLst>
        </pc:graphicFrameChg>
        <pc:picChg chg="add">
          <ac:chgData name="José Pedro Calistro Torres de Miranda" userId="82558bf5-0a7c-4071-b398-5925c96dbeb2" providerId="ADAL" clId="{F3081CE4-634F-4D35-9BB5-7F8177374807}" dt="2025-02-21T05:11:33.318" v="263" actId="26606"/>
          <ac:picMkLst>
            <pc:docMk/>
            <pc:sldMk cId="1096579161" sldId="948"/>
            <ac:picMk id="6" creationId="{CC1A4427-E2DC-CCE4-B352-5B1DD892B53D}"/>
          </ac:picMkLst>
        </pc:picChg>
      </pc:sldChg>
      <pc:sldChg chg="add del">
        <pc:chgData name="José Pedro Calistro Torres de Miranda" userId="82558bf5-0a7c-4071-b398-5925c96dbeb2" providerId="ADAL" clId="{F3081CE4-634F-4D35-9BB5-7F8177374807}" dt="2025-02-21T05:01:21.439" v="118" actId="47"/>
        <pc:sldMkLst>
          <pc:docMk/>
          <pc:sldMk cId="1178521459" sldId="948"/>
        </pc:sldMkLst>
      </pc:sldChg>
      <pc:sldChg chg="modSp add del">
        <pc:chgData name="José Pedro Calistro Torres de Miranda" userId="82558bf5-0a7c-4071-b398-5925c96dbeb2" providerId="ADAL" clId="{F3081CE4-634F-4D35-9BB5-7F8177374807}" dt="2025-02-21T05:09:36.499" v="201" actId="2890"/>
        <pc:sldMkLst>
          <pc:docMk/>
          <pc:sldMk cId="3021082748" sldId="948"/>
        </pc:sldMkLst>
        <pc:graphicFrameChg chg="mod">
          <ac:chgData name="José Pedro Calistro Torres de Miranda" userId="82558bf5-0a7c-4071-b398-5925c96dbeb2" providerId="ADAL" clId="{F3081CE4-634F-4D35-9BB5-7F8177374807}" dt="2025-02-21T05:09:29.027" v="200" actId="20577"/>
          <ac:graphicFrameMkLst>
            <pc:docMk/>
            <pc:sldMk cId="3021082748" sldId="948"/>
            <ac:graphicFrameMk id="5" creationId="{4698F69E-8904-E6BF-2898-C19229E55731}"/>
          </ac:graphicFrameMkLst>
        </pc:graphicFrameChg>
      </pc:sldChg>
      <pc:sldChg chg="modSp add mod modAnim">
        <pc:chgData name="José Pedro Calistro Torres de Miranda" userId="82558bf5-0a7c-4071-b398-5925c96dbeb2" providerId="ADAL" clId="{F3081CE4-634F-4D35-9BB5-7F8177374807}" dt="2025-02-21T12:08:16.647" v="665" actId="1076"/>
        <pc:sldMkLst>
          <pc:docMk/>
          <pc:sldMk cId="404415741" sldId="949"/>
        </pc:sldMkLst>
        <pc:graphicFrameChg chg="mod">
          <ac:chgData name="José Pedro Calistro Torres de Miranda" userId="82558bf5-0a7c-4071-b398-5925c96dbeb2" providerId="ADAL" clId="{F3081CE4-634F-4D35-9BB5-7F8177374807}" dt="2025-02-21T12:08:16.647" v="665" actId="1076"/>
          <ac:graphicFrameMkLst>
            <pc:docMk/>
            <pc:sldMk cId="404415741" sldId="949"/>
            <ac:graphicFrameMk id="5" creationId="{95196678-2F2B-4387-7982-7995527723E3}"/>
          </ac:graphicFrameMkLst>
        </pc:graphicFrameChg>
      </pc:sldChg>
      <pc:sldChg chg="modSp add del mod">
        <pc:chgData name="José Pedro Calistro Torres de Miranda" userId="82558bf5-0a7c-4071-b398-5925c96dbeb2" providerId="ADAL" clId="{F3081CE4-634F-4D35-9BB5-7F8177374807}" dt="2025-02-21T05:01:21.439" v="118" actId="47"/>
        <pc:sldMkLst>
          <pc:docMk/>
          <pc:sldMk cId="662817420" sldId="949"/>
        </pc:sldMkLst>
        <pc:spChg chg="mod">
          <ac:chgData name="José Pedro Calistro Torres de Miranda" userId="82558bf5-0a7c-4071-b398-5925c96dbeb2" providerId="ADAL" clId="{F3081CE4-634F-4D35-9BB5-7F8177374807}" dt="2025-02-21T04:27:41.774" v="5" actId="27636"/>
          <ac:spMkLst>
            <pc:docMk/>
            <pc:sldMk cId="662817420" sldId="949"/>
            <ac:spMk id="5" creationId="{E178BFF2-9C48-28D6-2AF0-0F1D550AE34A}"/>
          </ac:spMkLst>
        </pc:spChg>
      </pc:sldChg>
      <pc:sldChg chg="modSp add del mod">
        <pc:chgData name="José Pedro Calistro Torres de Miranda" userId="82558bf5-0a7c-4071-b398-5925c96dbeb2" providerId="ADAL" clId="{F3081CE4-634F-4D35-9BB5-7F8177374807}" dt="2025-02-21T05:01:21.439" v="118" actId="47"/>
        <pc:sldMkLst>
          <pc:docMk/>
          <pc:sldMk cId="675860997" sldId="950"/>
        </pc:sldMkLst>
        <pc:spChg chg="mod">
          <ac:chgData name="José Pedro Calistro Torres de Miranda" userId="82558bf5-0a7c-4071-b398-5925c96dbeb2" providerId="ADAL" clId="{F3081CE4-634F-4D35-9BB5-7F8177374807}" dt="2025-02-21T04:27:41.822" v="6" actId="27636"/>
          <ac:spMkLst>
            <pc:docMk/>
            <pc:sldMk cId="675860997" sldId="950"/>
            <ac:spMk id="5" creationId="{E178BFF2-9C48-28D6-2AF0-0F1D550AE34A}"/>
          </ac:spMkLst>
        </pc:spChg>
      </pc:sldChg>
      <pc:sldChg chg="addSp delSp modSp add mod delAnim modAnim">
        <pc:chgData name="José Pedro Calistro Torres de Miranda" userId="82558bf5-0a7c-4071-b398-5925c96dbeb2" providerId="ADAL" clId="{F3081CE4-634F-4D35-9BB5-7F8177374807}" dt="2025-02-21T05:27:33.921" v="588"/>
        <pc:sldMkLst>
          <pc:docMk/>
          <pc:sldMk cId="1768128975" sldId="950"/>
        </pc:sldMkLst>
        <pc:spChg chg="add del mod">
          <ac:chgData name="José Pedro Calistro Torres de Miranda" userId="82558bf5-0a7c-4071-b398-5925c96dbeb2" providerId="ADAL" clId="{F3081CE4-634F-4D35-9BB5-7F8177374807}" dt="2025-02-21T05:27:25.987" v="586" actId="478"/>
          <ac:spMkLst>
            <pc:docMk/>
            <pc:sldMk cId="1768128975" sldId="950"/>
            <ac:spMk id="4" creationId="{ED3003B9-2A3E-7572-86AD-82B1500C04AF}"/>
          </ac:spMkLst>
        </pc:spChg>
        <pc:graphicFrameChg chg="del mod">
          <ac:chgData name="José Pedro Calistro Torres de Miranda" userId="82558bf5-0a7c-4071-b398-5925c96dbeb2" providerId="ADAL" clId="{F3081CE4-634F-4D35-9BB5-7F8177374807}" dt="2025-02-21T05:26:55.743" v="581" actId="478"/>
          <ac:graphicFrameMkLst>
            <pc:docMk/>
            <pc:sldMk cId="1768128975" sldId="950"/>
            <ac:graphicFrameMk id="5" creationId="{08966F5F-0E41-42FC-AB35-697CBFE3BA12}"/>
          </ac:graphicFrameMkLst>
        </pc:graphicFrameChg>
        <pc:graphicFrameChg chg="add mod">
          <ac:chgData name="José Pedro Calistro Torres de Miranda" userId="82558bf5-0a7c-4071-b398-5925c96dbeb2" providerId="ADAL" clId="{F3081CE4-634F-4D35-9BB5-7F8177374807}" dt="2025-02-21T05:27:23.410" v="584" actId="14100"/>
          <ac:graphicFrameMkLst>
            <pc:docMk/>
            <pc:sldMk cId="1768128975" sldId="950"/>
            <ac:graphicFrameMk id="6" creationId="{3A662192-EC6A-7D2B-9C0A-E37641A55490}"/>
          </ac:graphicFrameMkLst>
        </pc:graphicFrameChg>
      </pc:sldChg>
      <pc:sldChg chg="new del">
        <pc:chgData name="José Pedro Calistro Torres de Miranda" userId="82558bf5-0a7c-4071-b398-5925c96dbeb2" providerId="ADAL" clId="{F3081CE4-634F-4D35-9BB5-7F8177374807}" dt="2025-02-21T12:02:49.956" v="599" actId="47"/>
        <pc:sldMkLst>
          <pc:docMk/>
          <pc:sldMk cId="1183182286" sldId="951"/>
        </pc:sldMkLst>
      </pc:sldChg>
      <pc:sldChg chg="add del">
        <pc:chgData name="José Pedro Calistro Torres de Miranda" userId="82558bf5-0a7c-4071-b398-5925c96dbeb2" providerId="ADAL" clId="{F3081CE4-634F-4D35-9BB5-7F8177374807}" dt="2025-02-21T05:01:21.439" v="118" actId="47"/>
        <pc:sldMkLst>
          <pc:docMk/>
          <pc:sldMk cId="1838378516" sldId="951"/>
        </pc:sldMkLst>
      </pc:sldChg>
      <pc:sldChg chg="new del">
        <pc:chgData name="José Pedro Calistro Torres de Miranda" userId="82558bf5-0a7c-4071-b398-5925c96dbeb2" providerId="ADAL" clId="{F3081CE4-634F-4D35-9BB5-7F8177374807}" dt="2025-02-21T11:35:06.927" v="597" actId="2696"/>
        <pc:sldMkLst>
          <pc:docMk/>
          <pc:sldMk cId="2194483767" sldId="951"/>
        </pc:sldMkLst>
      </pc:sldChg>
      <pc:sldChg chg="addSp delSp modSp new del mod">
        <pc:chgData name="José Pedro Calistro Torres de Miranda" userId="82558bf5-0a7c-4071-b398-5925c96dbeb2" providerId="ADAL" clId="{F3081CE4-634F-4D35-9BB5-7F8177374807}" dt="2025-02-21T05:27:37.520" v="589" actId="47"/>
        <pc:sldMkLst>
          <pc:docMk/>
          <pc:sldMk cId="2376996487" sldId="951"/>
        </pc:sldMkLst>
        <pc:spChg chg="del mod">
          <ac:chgData name="José Pedro Calistro Torres de Miranda" userId="82558bf5-0a7c-4071-b398-5925c96dbeb2" providerId="ADAL" clId="{F3081CE4-634F-4D35-9BB5-7F8177374807}" dt="2025-02-21T05:26:44.114" v="580" actId="26606"/>
          <ac:spMkLst>
            <pc:docMk/>
            <pc:sldMk cId="2376996487" sldId="951"/>
            <ac:spMk id="3" creationId="{77B4F5A2-3D0B-0729-242B-AF99E1998B55}"/>
          </ac:spMkLst>
        </pc:spChg>
        <pc:graphicFrameChg chg="add">
          <ac:chgData name="José Pedro Calistro Torres de Miranda" userId="82558bf5-0a7c-4071-b398-5925c96dbeb2" providerId="ADAL" clId="{F3081CE4-634F-4D35-9BB5-7F8177374807}" dt="2025-02-21T05:26:44.114" v="580" actId="26606"/>
          <ac:graphicFrameMkLst>
            <pc:docMk/>
            <pc:sldMk cId="2376996487" sldId="951"/>
            <ac:graphicFrameMk id="5" creationId="{E3BB8C75-EE0C-A264-36C2-DFD4962C6DAA}"/>
          </ac:graphicFrameMkLst>
        </pc:graphicFrameChg>
      </pc:sldChg>
      <pc:sldChg chg="add del">
        <pc:chgData name="José Pedro Calistro Torres de Miranda" userId="82558bf5-0a7c-4071-b398-5925c96dbeb2" providerId="ADAL" clId="{F3081CE4-634F-4D35-9BB5-7F8177374807}" dt="2025-02-21T05:25:40.051" v="571" actId="47"/>
        <pc:sldMkLst>
          <pc:docMk/>
          <pc:sldMk cId="4279030932" sldId="951"/>
        </pc:sldMkLst>
      </pc:sldChg>
      <pc:sldChg chg="modSp add del mod">
        <pc:chgData name="José Pedro Calistro Torres de Miranda" userId="82558bf5-0a7c-4071-b398-5925c96dbeb2" providerId="ADAL" clId="{F3081CE4-634F-4D35-9BB5-7F8177374807}" dt="2025-02-21T04:58:46.876" v="106" actId="47"/>
        <pc:sldMkLst>
          <pc:docMk/>
          <pc:sldMk cId="2972354853" sldId="952"/>
        </pc:sldMkLst>
        <pc:spChg chg="mod">
          <ac:chgData name="José Pedro Calistro Torres de Miranda" userId="82558bf5-0a7c-4071-b398-5925c96dbeb2" providerId="ADAL" clId="{F3081CE4-634F-4D35-9BB5-7F8177374807}" dt="2025-02-21T04:31:30.770" v="94" actId="27636"/>
          <ac:spMkLst>
            <pc:docMk/>
            <pc:sldMk cId="2972354853" sldId="952"/>
            <ac:spMk id="3" creationId="{A90D54FC-59A9-0167-692C-66AFC12F8621}"/>
          </ac:spMkLst>
        </pc:spChg>
      </pc:sldChg>
      <pc:sldChg chg="add del">
        <pc:chgData name="José Pedro Calistro Torres de Miranda" userId="82558bf5-0a7c-4071-b398-5925c96dbeb2" providerId="ADAL" clId="{F3081CE4-634F-4D35-9BB5-7F8177374807}" dt="2025-02-21T04:58:50.152" v="107" actId="47"/>
        <pc:sldMkLst>
          <pc:docMk/>
          <pc:sldMk cId="356284336" sldId="953"/>
        </pc:sldMkLst>
      </pc:sldChg>
      <pc:sldChg chg="add del">
        <pc:chgData name="José Pedro Calistro Torres de Miranda" userId="82558bf5-0a7c-4071-b398-5925c96dbeb2" providerId="ADAL" clId="{F3081CE4-634F-4D35-9BB5-7F8177374807}" dt="2025-02-21T04:34:28.985" v="105" actId="47"/>
        <pc:sldMkLst>
          <pc:docMk/>
          <pc:sldMk cId="2788685991" sldId="954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sv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61.png"/><Relationship Id="rId7" Type="http://schemas.openxmlformats.org/officeDocument/2006/relationships/image" Target="../media/image49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10" Type="http://schemas.openxmlformats.org/officeDocument/2006/relationships/image" Target="../media/image66.svg"/><Relationship Id="rId4" Type="http://schemas.openxmlformats.org/officeDocument/2006/relationships/image" Target="../media/image62.svg"/><Relationship Id="rId9" Type="http://schemas.openxmlformats.org/officeDocument/2006/relationships/image" Target="../media/image65.pn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svg"/><Relationship Id="rId2" Type="http://schemas.openxmlformats.org/officeDocument/2006/relationships/image" Target="../media/image68.svg"/><Relationship Id="rId1" Type="http://schemas.openxmlformats.org/officeDocument/2006/relationships/image" Target="../media/image67.png"/><Relationship Id="rId6" Type="http://schemas.openxmlformats.org/officeDocument/2006/relationships/image" Target="../media/image72.sv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svg"/><Relationship Id="rId4" Type="http://schemas.openxmlformats.org/officeDocument/2006/relationships/image" Target="../media/image70.svg"/><Relationship Id="rId9" Type="http://schemas.openxmlformats.org/officeDocument/2006/relationships/image" Target="../media/image75.png"/><Relationship Id="rId14" Type="http://schemas.openxmlformats.org/officeDocument/2006/relationships/image" Target="../media/image80.svg"/></Relationships>
</file>

<file path=ppt/diagrams/_rels/data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svg"/><Relationship Id="rId1" Type="http://schemas.openxmlformats.org/officeDocument/2006/relationships/image" Target="../media/image82.pn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svg"/><Relationship Id="rId1" Type="http://schemas.openxmlformats.org/officeDocument/2006/relationships/image" Target="../media/image92.png"/><Relationship Id="rId6" Type="http://schemas.openxmlformats.org/officeDocument/2006/relationships/image" Target="../media/image97.svg"/><Relationship Id="rId5" Type="http://schemas.openxmlformats.org/officeDocument/2006/relationships/image" Target="../media/image96.png"/><Relationship Id="rId4" Type="http://schemas.openxmlformats.org/officeDocument/2006/relationships/image" Target="../media/image95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sv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svg"/><Relationship Id="rId1" Type="http://schemas.openxmlformats.org/officeDocument/2006/relationships/image" Target="../media/image98.png"/><Relationship Id="rId6" Type="http://schemas.openxmlformats.org/officeDocument/2006/relationships/image" Target="../media/image103.svg"/><Relationship Id="rId5" Type="http://schemas.openxmlformats.org/officeDocument/2006/relationships/image" Target="../media/image102.png"/><Relationship Id="rId4" Type="http://schemas.openxmlformats.org/officeDocument/2006/relationships/image" Target="../media/image101.svg"/></Relationships>
</file>

<file path=ppt/diagrams/_rels/data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sv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7.svg"/><Relationship Id="rId1" Type="http://schemas.openxmlformats.org/officeDocument/2006/relationships/image" Target="../media/image106.png"/><Relationship Id="rId6" Type="http://schemas.openxmlformats.org/officeDocument/2006/relationships/image" Target="../media/image111.svg"/><Relationship Id="rId5" Type="http://schemas.openxmlformats.org/officeDocument/2006/relationships/image" Target="../media/image110.png"/><Relationship Id="rId4" Type="http://schemas.openxmlformats.org/officeDocument/2006/relationships/image" Target="../media/image109.svg"/></Relationships>
</file>

<file path=ppt/diagrams/_rels/data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svg"/><Relationship Id="rId13" Type="http://schemas.openxmlformats.org/officeDocument/2006/relationships/image" Target="../media/image126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svg"/><Relationship Id="rId2" Type="http://schemas.openxmlformats.org/officeDocument/2006/relationships/image" Target="../media/image115.svg"/><Relationship Id="rId1" Type="http://schemas.openxmlformats.org/officeDocument/2006/relationships/image" Target="../media/image114.png"/><Relationship Id="rId6" Type="http://schemas.openxmlformats.org/officeDocument/2006/relationships/image" Target="../media/image119.sv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0" Type="http://schemas.openxmlformats.org/officeDocument/2006/relationships/image" Target="../media/image123.svg"/><Relationship Id="rId4" Type="http://schemas.openxmlformats.org/officeDocument/2006/relationships/image" Target="../media/image117.svg"/><Relationship Id="rId9" Type="http://schemas.openxmlformats.org/officeDocument/2006/relationships/image" Target="../media/image122.png"/><Relationship Id="rId14" Type="http://schemas.openxmlformats.org/officeDocument/2006/relationships/image" Target="../media/image127.sv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9.svg"/><Relationship Id="rId1" Type="http://schemas.openxmlformats.org/officeDocument/2006/relationships/image" Target="../media/image128.png"/><Relationship Id="rId4" Type="http://schemas.openxmlformats.org/officeDocument/2006/relationships/image" Target="../media/image12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sv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61.png"/><Relationship Id="rId7" Type="http://schemas.openxmlformats.org/officeDocument/2006/relationships/image" Target="../media/image49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10" Type="http://schemas.openxmlformats.org/officeDocument/2006/relationships/image" Target="../media/image66.svg"/><Relationship Id="rId4" Type="http://schemas.openxmlformats.org/officeDocument/2006/relationships/image" Target="../media/image62.svg"/><Relationship Id="rId9" Type="http://schemas.openxmlformats.org/officeDocument/2006/relationships/image" Target="../media/image65.pn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svg"/><Relationship Id="rId2" Type="http://schemas.openxmlformats.org/officeDocument/2006/relationships/image" Target="../media/image68.svg"/><Relationship Id="rId1" Type="http://schemas.openxmlformats.org/officeDocument/2006/relationships/image" Target="../media/image67.png"/><Relationship Id="rId6" Type="http://schemas.openxmlformats.org/officeDocument/2006/relationships/image" Target="../media/image72.sv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svg"/><Relationship Id="rId4" Type="http://schemas.openxmlformats.org/officeDocument/2006/relationships/image" Target="../media/image70.svg"/><Relationship Id="rId9" Type="http://schemas.openxmlformats.org/officeDocument/2006/relationships/image" Target="../media/image75.png"/><Relationship Id="rId14" Type="http://schemas.openxmlformats.org/officeDocument/2006/relationships/image" Target="../media/image80.svg"/></Relationships>
</file>

<file path=ppt/diagrams/_rels/drawing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svg"/><Relationship Id="rId1" Type="http://schemas.openxmlformats.org/officeDocument/2006/relationships/image" Target="../media/image82.pn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svg"/><Relationship Id="rId1" Type="http://schemas.openxmlformats.org/officeDocument/2006/relationships/image" Target="../media/image92.png"/><Relationship Id="rId6" Type="http://schemas.openxmlformats.org/officeDocument/2006/relationships/image" Target="../media/image97.svg"/><Relationship Id="rId5" Type="http://schemas.openxmlformats.org/officeDocument/2006/relationships/image" Target="../media/image96.png"/><Relationship Id="rId4" Type="http://schemas.openxmlformats.org/officeDocument/2006/relationships/image" Target="../media/image95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sv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svg"/><Relationship Id="rId1" Type="http://schemas.openxmlformats.org/officeDocument/2006/relationships/image" Target="../media/image98.png"/><Relationship Id="rId6" Type="http://schemas.openxmlformats.org/officeDocument/2006/relationships/image" Target="../media/image103.svg"/><Relationship Id="rId5" Type="http://schemas.openxmlformats.org/officeDocument/2006/relationships/image" Target="../media/image102.png"/><Relationship Id="rId4" Type="http://schemas.openxmlformats.org/officeDocument/2006/relationships/image" Target="../media/image101.svg"/></Relationships>
</file>

<file path=ppt/diagrams/_rels/drawing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sv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7.svg"/><Relationship Id="rId1" Type="http://schemas.openxmlformats.org/officeDocument/2006/relationships/image" Target="../media/image106.png"/><Relationship Id="rId6" Type="http://schemas.openxmlformats.org/officeDocument/2006/relationships/image" Target="../media/image111.svg"/><Relationship Id="rId5" Type="http://schemas.openxmlformats.org/officeDocument/2006/relationships/image" Target="../media/image110.png"/><Relationship Id="rId4" Type="http://schemas.openxmlformats.org/officeDocument/2006/relationships/image" Target="../media/image109.svg"/></Relationships>
</file>

<file path=ppt/diagrams/_rels/drawing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svg"/><Relationship Id="rId13" Type="http://schemas.openxmlformats.org/officeDocument/2006/relationships/image" Target="../media/image126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svg"/><Relationship Id="rId2" Type="http://schemas.openxmlformats.org/officeDocument/2006/relationships/image" Target="../media/image115.svg"/><Relationship Id="rId1" Type="http://schemas.openxmlformats.org/officeDocument/2006/relationships/image" Target="../media/image114.png"/><Relationship Id="rId6" Type="http://schemas.openxmlformats.org/officeDocument/2006/relationships/image" Target="../media/image119.sv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0" Type="http://schemas.openxmlformats.org/officeDocument/2006/relationships/image" Target="../media/image123.svg"/><Relationship Id="rId4" Type="http://schemas.openxmlformats.org/officeDocument/2006/relationships/image" Target="../media/image117.svg"/><Relationship Id="rId9" Type="http://schemas.openxmlformats.org/officeDocument/2006/relationships/image" Target="../media/image122.png"/><Relationship Id="rId14" Type="http://schemas.openxmlformats.org/officeDocument/2006/relationships/image" Target="../media/image127.sv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9.svg"/><Relationship Id="rId1" Type="http://schemas.openxmlformats.org/officeDocument/2006/relationships/image" Target="../media/image128.png"/><Relationship Id="rId4" Type="http://schemas.openxmlformats.org/officeDocument/2006/relationships/image" Target="../media/image1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213506-ED1D-4418-BE3E-7F44C7923492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5F2D27-C5FB-4ED6-AEEC-8C5C86AABA4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Introdução ao Processamento de Big Data</a:t>
          </a:r>
          <a:endParaRPr lang="en-US"/>
        </a:p>
      </dgm:t>
    </dgm:pt>
    <dgm:pt modelId="{A145EA53-5786-4ACC-A9EE-A811B0D7BBC1}" type="parTrans" cxnId="{E21FE243-ADBC-46B1-A3CB-7AA6DDC038FC}">
      <dgm:prSet/>
      <dgm:spPr/>
      <dgm:t>
        <a:bodyPr/>
        <a:lstStyle/>
        <a:p>
          <a:endParaRPr lang="en-US"/>
        </a:p>
      </dgm:t>
    </dgm:pt>
    <dgm:pt modelId="{0DDFEC13-A863-4C5E-BA30-1916598ED08F}" type="sibTrans" cxnId="{E21FE243-ADBC-46B1-A3CB-7AA6DDC038FC}">
      <dgm:prSet/>
      <dgm:spPr/>
      <dgm:t>
        <a:bodyPr/>
        <a:lstStyle/>
        <a:p>
          <a:endParaRPr lang="en-US"/>
        </a:p>
      </dgm:t>
    </dgm:pt>
    <dgm:pt modelId="{4AFA3E23-F427-42CA-ADFD-F4D1F7D202F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Principais Tecnologias: Hadoop, Spark e NoSQL</a:t>
          </a:r>
          <a:endParaRPr lang="en-US"/>
        </a:p>
      </dgm:t>
    </dgm:pt>
    <dgm:pt modelId="{74D1C4A2-2153-44F6-A3E6-52CA4903F19D}" type="parTrans" cxnId="{26CB621D-A0CA-430E-8074-D717F83918ED}">
      <dgm:prSet/>
      <dgm:spPr/>
      <dgm:t>
        <a:bodyPr/>
        <a:lstStyle/>
        <a:p>
          <a:endParaRPr lang="en-US"/>
        </a:p>
      </dgm:t>
    </dgm:pt>
    <dgm:pt modelId="{7E8F149A-41EC-4649-8AE7-F68E6293B863}" type="sibTrans" cxnId="{26CB621D-A0CA-430E-8074-D717F83918ED}">
      <dgm:prSet/>
      <dgm:spPr/>
      <dgm:t>
        <a:bodyPr/>
        <a:lstStyle/>
        <a:p>
          <a:endParaRPr lang="en-US"/>
        </a:p>
      </dgm:t>
    </dgm:pt>
    <dgm:pt modelId="{5E3362BE-500B-444C-8F30-F6D09430A9E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Arquitetura do Hadoop e Spark</a:t>
          </a:r>
          <a:endParaRPr lang="en-US"/>
        </a:p>
      </dgm:t>
    </dgm:pt>
    <dgm:pt modelId="{89B089BC-496B-42C3-A4BD-A8091BDF4B38}" type="parTrans" cxnId="{E8D59E2A-F9E6-4743-862B-3E80BC84510A}">
      <dgm:prSet/>
      <dgm:spPr/>
      <dgm:t>
        <a:bodyPr/>
        <a:lstStyle/>
        <a:p>
          <a:endParaRPr lang="en-US"/>
        </a:p>
      </dgm:t>
    </dgm:pt>
    <dgm:pt modelId="{C06F40C0-0E59-43B8-91D6-A40A3934B735}" type="sibTrans" cxnId="{E8D59E2A-F9E6-4743-862B-3E80BC84510A}">
      <dgm:prSet/>
      <dgm:spPr/>
      <dgm:t>
        <a:bodyPr/>
        <a:lstStyle/>
        <a:p>
          <a:endParaRPr lang="en-US"/>
        </a:p>
      </dgm:t>
    </dgm:pt>
    <dgm:pt modelId="{25C1927E-1FF3-4FD8-8BBC-EF81AA132D4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Casos de Uso e Aplicações Práticas</a:t>
          </a:r>
          <a:endParaRPr lang="en-US"/>
        </a:p>
      </dgm:t>
    </dgm:pt>
    <dgm:pt modelId="{A5DF47B0-B779-46BB-AA74-586158E739B1}" type="parTrans" cxnId="{09EE3857-2E9C-4914-B556-197B4C9B7036}">
      <dgm:prSet/>
      <dgm:spPr/>
      <dgm:t>
        <a:bodyPr/>
        <a:lstStyle/>
        <a:p>
          <a:endParaRPr lang="en-US"/>
        </a:p>
      </dgm:t>
    </dgm:pt>
    <dgm:pt modelId="{355E5ED9-2E04-466F-BDF1-AC2553379933}" type="sibTrans" cxnId="{09EE3857-2E9C-4914-B556-197B4C9B7036}">
      <dgm:prSet/>
      <dgm:spPr/>
      <dgm:t>
        <a:bodyPr/>
        <a:lstStyle/>
        <a:p>
          <a:endParaRPr lang="en-US"/>
        </a:p>
      </dgm:t>
    </dgm:pt>
    <dgm:pt modelId="{56B783BB-00A6-4118-A1EE-9DDB675A73B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Atividade de Quebra-Gelo</a:t>
          </a:r>
          <a:endParaRPr lang="en-US"/>
        </a:p>
      </dgm:t>
    </dgm:pt>
    <dgm:pt modelId="{0B1AC3DE-B77F-4645-A19B-493F7221CA89}" type="parTrans" cxnId="{07C0D3DC-FD56-48BA-BC6D-4093FEF7E159}">
      <dgm:prSet/>
      <dgm:spPr/>
      <dgm:t>
        <a:bodyPr/>
        <a:lstStyle/>
        <a:p>
          <a:endParaRPr lang="en-US"/>
        </a:p>
      </dgm:t>
    </dgm:pt>
    <dgm:pt modelId="{739082D2-E161-46D6-8626-D37FC84B59B2}" type="sibTrans" cxnId="{07C0D3DC-FD56-48BA-BC6D-4093FEF7E159}">
      <dgm:prSet/>
      <dgm:spPr/>
      <dgm:t>
        <a:bodyPr/>
        <a:lstStyle/>
        <a:p>
          <a:endParaRPr lang="en-US"/>
        </a:p>
      </dgm:t>
    </dgm:pt>
    <dgm:pt modelId="{2273076B-1A71-4532-8EB2-30634F73D6A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Estudo de Caso: Startup de Redes Sociais</a:t>
          </a:r>
          <a:endParaRPr lang="en-US"/>
        </a:p>
      </dgm:t>
    </dgm:pt>
    <dgm:pt modelId="{88B417E2-0652-4B3E-935C-7C30337548BB}" type="parTrans" cxnId="{782CFEDC-CF7A-45B0-93BA-AC4FB5405C41}">
      <dgm:prSet/>
      <dgm:spPr/>
      <dgm:t>
        <a:bodyPr/>
        <a:lstStyle/>
        <a:p>
          <a:endParaRPr lang="en-US"/>
        </a:p>
      </dgm:t>
    </dgm:pt>
    <dgm:pt modelId="{6F5A714B-C5F2-4AF7-9CA6-F6EF6C89DF1D}" type="sibTrans" cxnId="{782CFEDC-CF7A-45B0-93BA-AC4FB5405C41}">
      <dgm:prSet/>
      <dgm:spPr/>
      <dgm:t>
        <a:bodyPr/>
        <a:lstStyle/>
        <a:p>
          <a:endParaRPr lang="en-US"/>
        </a:p>
      </dgm:t>
    </dgm:pt>
    <dgm:pt modelId="{603E6658-E93F-40BA-A2E1-B2F97CC1509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Reflexão Final e Check-out</a:t>
          </a:r>
          <a:endParaRPr lang="en-US"/>
        </a:p>
      </dgm:t>
    </dgm:pt>
    <dgm:pt modelId="{B26952A5-4262-4BD1-BCCF-5E9402FA5125}" type="parTrans" cxnId="{D748CE62-05FB-4A00-A665-334C057615E9}">
      <dgm:prSet/>
      <dgm:spPr/>
      <dgm:t>
        <a:bodyPr/>
        <a:lstStyle/>
        <a:p>
          <a:endParaRPr lang="en-US"/>
        </a:p>
      </dgm:t>
    </dgm:pt>
    <dgm:pt modelId="{D2CCE50B-315E-459F-9920-7C6ED0708534}" type="sibTrans" cxnId="{D748CE62-05FB-4A00-A665-334C057615E9}">
      <dgm:prSet/>
      <dgm:spPr/>
      <dgm:t>
        <a:bodyPr/>
        <a:lstStyle/>
        <a:p>
          <a:endParaRPr lang="en-US"/>
        </a:p>
      </dgm:t>
    </dgm:pt>
    <dgm:pt modelId="{B2ADA4A5-2132-4CFF-8673-41B9FCAC878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Conclusão e Próximos Passos</a:t>
          </a:r>
          <a:endParaRPr lang="en-US"/>
        </a:p>
      </dgm:t>
    </dgm:pt>
    <dgm:pt modelId="{51346AA9-08EE-45F5-A3AB-6BAB90347B3E}" type="parTrans" cxnId="{3F7E56EA-5512-4687-85A0-C4094B33035F}">
      <dgm:prSet/>
      <dgm:spPr/>
      <dgm:t>
        <a:bodyPr/>
        <a:lstStyle/>
        <a:p>
          <a:endParaRPr lang="en-US"/>
        </a:p>
      </dgm:t>
    </dgm:pt>
    <dgm:pt modelId="{08BD2677-5C2D-4991-94AE-3D06F38D5D45}" type="sibTrans" cxnId="{3F7E56EA-5512-4687-85A0-C4094B33035F}">
      <dgm:prSet/>
      <dgm:spPr/>
      <dgm:t>
        <a:bodyPr/>
        <a:lstStyle/>
        <a:p>
          <a:endParaRPr lang="en-US"/>
        </a:p>
      </dgm:t>
    </dgm:pt>
    <dgm:pt modelId="{D7A860D8-45CB-4697-8255-A1A690752ACA}" type="pres">
      <dgm:prSet presAssocID="{8C213506-ED1D-4418-BE3E-7F44C7923492}" presName="root" presStyleCnt="0">
        <dgm:presLayoutVars>
          <dgm:dir/>
          <dgm:resizeHandles val="exact"/>
        </dgm:presLayoutVars>
      </dgm:prSet>
      <dgm:spPr/>
    </dgm:pt>
    <dgm:pt modelId="{1D5835EE-899B-41E8-9B2F-B8217255DD62}" type="pres">
      <dgm:prSet presAssocID="{095F2D27-C5FB-4ED6-AEEC-8C5C86AABA44}" presName="compNode" presStyleCnt="0"/>
      <dgm:spPr/>
    </dgm:pt>
    <dgm:pt modelId="{9C37A0D5-76AE-4B2D-A0B1-8852ED29F278}" type="pres">
      <dgm:prSet presAssocID="{095F2D27-C5FB-4ED6-AEEC-8C5C86AABA44}" presName="iconBgRect" presStyleLbl="bgShp" presStyleIdx="0" presStyleCnt="8"/>
      <dgm:spPr/>
    </dgm:pt>
    <dgm:pt modelId="{9842AB41-3658-4213-903F-31029AE750AD}" type="pres">
      <dgm:prSet presAssocID="{095F2D27-C5FB-4ED6-AEEC-8C5C86AABA44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D16A876-0F41-4567-81A4-3FA875387C09}" type="pres">
      <dgm:prSet presAssocID="{095F2D27-C5FB-4ED6-AEEC-8C5C86AABA44}" presName="spaceRect" presStyleCnt="0"/>
      <dgm:spPr/>
    </dgm:pt>
    <dgm:pt modelId="{A529B974-FCB7-42E9-9AEA-E76EB12D2BE4}" type="pres">
      <dgm:prSet presAssocID="{095F2D27-C5FB-4ED6-AEEC-8C5C86AABA44}" presName="textRect" presStyleLbl="revTx" presStyleIdx="0" presStyleCnt="8">
        <dgm:presLayoutVars>
          <dgm:chMax val="1"/>
          <dgm:chPref val="1"/>
        </dgm:presLayoutVars>
      </dgm:prSet>
      <dgm:spPr/>
    </dgm:pt>
    <dgm:pt modelId="{C97F1EE1-1CD8-4F0B-86C4-DEA6CFF018BA}" type="pres">
      <dgm:prSet presAssocID="{0DDFEC13-A863-4C5E-BA30-1916598ED08F}" presName="sibTrans" presStyleCnt="0"/>
      <dgm:spPr/>
    </dgm:pt>
    <dgm:pt modelId="{2E51698B-7EAF-47FD-A259-9D506C6930F8}" type="pres">
      <dgm:prSet presAssocID="{4AFA3E23-F427-42CA-ADFD-F4D1F7D202F0}" presName="compNode" presStyleCnt="0"/>
      <dgm:spPr/>
    </dgm:pt>
    <dgm:pt modelId="{A0D0CA29-8B93-4237-B21F-11C7AD99E62B}" type="pres">
      <dgm:prSet presAssocID="{4AFA3E23-F427-42CA-ADFD-F4D1F7D202F0}" presName="iconBgRect" presStyleLbl="bgShp" presStyleIdx="1" presStyleCnt="8"/>
      <dgm:spPr/>
    </dgm:pt>
    <dgm:pt modelId="{AF30BD10-308A-4BC0-AAB4-B1E4D4F8BDC9}" type="pres">
      <dgm:prSet presAssocID="{4AFA3E23-F427-42CA-ADFD-F4D1F7D202F0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mante"/>
        </a:ext>
      </dgm:extLst>
    </dgm:pt>
    <dgm:pt modelId="{96983493-65E3-48A5-9F66-B80B4F1603C0}" type="pres">
      <dgm:prSet presAssocID="{4AFA3E23-F427-42CA-ADFD-F4D1F7D202F0}" presName="spaceRect" presStyleCnt="0"/>
      <dgm:spPr/>
    </dgm:pt>
    <dgm:pt modelId="{FC123C98-09E6-478E-A650-3AB6613005D5}" type="pres">
      <dgm:prSet presAssocID="{4AFA3E23-F427-42CA-ADFD-F4D1F7D202F0}" presName="textRect" presStyleLbl="revTx" presStyleIdx="1" presStyleCnt="8">
        <dgm:presLayoutVars>
          <dgm:chMax val="1"/>
          <dgm:chPref val="1"/>
        </dgm:presLayoutVars>
      </dgm:prSet>
      <dgm:spPr/>
    </dgm:pt>
    <dgm:pt modelId="{4FDAFF08-C6BE-4E22-9A24-82C92A12BF47}" type="pres">
      <dgm:prSet presAssocID="{7E8F149A-41EC-4649-8AE7-F68E6293B863}" presName="sibTrans" presStyleCnt="0"/>
      <dgm:spPr/>
    </dgm:pt>
    <dgm:pt modelId="{FCEE92F5-6E3D-4B21-9580-F95FD0312B78}" type="pres">
      <dgm:prSet presAssocID="{5E3362BE-500B-444C-8F30-F6D09430A9E9}" presName="compNode" presStyleCnt="0"/>
      <dgm:spPr/>
    </dgm:pt>
    <dgm:pt modelId="{9954AB8B-ABAD-465B-8FD5-A34AE5782C7F}" type="pres">
      <dgm:prSet presAssocID="{5E3362BE-500B-444C-8F30-F6D09430A9E9}" presName="iconBgRect" presStyleLbl="bgShp" presStyleIdx="2" presStyleCnt="8"/>
      <dgm:spPr/>
    </dgm:pt>
    <dgm:pt modelId="{AD31B585-CE89-4395-B385-1DAB6CFEDFAF}" type="pres">
      <dgm:prSet presAssocID="{5E3362BE-500B-444C-8F30-F6D09430A9E9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FFF3DC21-99A5-4949-89E8-E6A07FE3C9ED}" type="pres">
      <dgm:prSet presAssocID="{5E3362BE-500B-444C-8F30-F6D09430A9E9}" presName="spaceRect" presStyleCnt="0"/>
      <dgm:spPr/>
    </dgm:pt>
    <dgm:pt modelId="{A69CABFD-1D26-4780-99B9-96FE6E2C1246}" type="pres">
      <dgm:prSet presAssocID="{5E3362BE-500B-444C-8F30-F6D09430A9E9}" presName="textRect" presStyleLbl="revTx" presStyleIdx="2" presStyleCnt="8">
        <dgm:presLayoutVars>
          <dgm:chMax val="1"/>
          <dgm:chPref val="1"/>
        </dgm:presLayoutVars>
      </dgm:prSet>
      <dgm:spPr/>
    </dgm:pt>
    <dgm:pt modelId="{B89A2FE3-A666-4E7A-A002-0C7AAB7EC5E8}" type="pres">
      <dgm:prSet presAssocID="{C06F40C0-0E59-43B8-91D6-A40A3934B735}" presName="sibTrans" presStyleCnt="0"/>
      <dgm:spPr/>
    </dgm:pt>
    <dgm:pt modelId="{A3CF633E-E413-46D2-8BE7-B27DC3469C67}" type="pres">
      <dgm:prSet presAssocID="{25C1927E-1FF3-4FD8-8BBC-EF81AA132D4E}" presName="compNode" presStyleCnt="0"/>
      <dgm:spPr/>
    </dgm:pt>
    <dgm:pt modelId="{D162B0BB-D3DD-4F83-A08B-40C6B75E17FD}" type="pres">
      <dgm:prSet presAssocID="{25C1927E-1FF3-4FD8-8BBC-EF81AA132D4E}" presName="iconBgRect" presStyleLbl="bgShp" presStyleIdx="3" presStyleCnt="8"/>
      <dgm:spPr/>
    </dgm:pt>
    <dgm:pt modelId="{25AC48B3-C7A2-43E9-B41A-485196667E1F}" type="pres">
      <dgm:prSet presAssocID="{25C1927E-1FF3-4FD8-8BBC-EF81AA132D4E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01AB9B4D-14DA-491F-98DB-73ADBF024881}" type="pres">
      <dgm:prSet presAssocID="{25C1927E-1FF3-4FD8-8BBC-EF81AA132D4E}" presName="spaceRect" presStyleCnt="0"/>
      <dgm:spPr/>
    </dgm:pt>
    <dgm:pt modelId="{7EADFEC8-1280-4458-810D-C1A00D22AD07}" type="pres">
      <dgm:prSet presAssocID="{25C1927E-1FF3-4FD8-8BBC-EF81AA132D4E}" presName="textRect" presStyleLbl="revTx" presStyleIdx="3" presStyleCnt="8">
        <dgm:presLayoutVars>
          <dgm:chMax val="1"/>
          <dgm:chPref val="1"/>
        </dgm:presLayoutVars>
      </dgm:prSet>
      <dgm:spPr/>
    </dgm:pt>
    <dgm:pt modelId="{2C380537-A2EC-4A62-BC9F-95E75E674185}" type="pres">
      <dgm:prSet presAssocID="{355E5ED9-2E04-466F-BDF1-AC2553379933}" presName="sibTrans" presStyleCnt="0"/>
      <dgm:spPr/>
    </dgm:pt>
    <dgm:pt modelId="{34AF30C6-EABC-47AB-A10E-0637C371546A}" type="pres">
      <dgm:prSet presAssocID="{56B783BB-00A6-4118-A1EE-9DDB675A73BA}" presName="compNode" presStyleCnt="0"/>
      <dgm:spPr/>
    </dgm:pt>
    <dgm:pt modelId="{3C846620-FB58-4BC8-8F51-6D57401A5ECD}" type="pres">
      <dgm:prSet presAssocID="{56B783BB-00A6-4118-A1EE-9DDB675A73BA}" presName="iconBgRect" presStyleLbl="bgShp" presStyleIdx="4" presStyleCnt="8"/>
      <dgm:spPr/>
    </dgm:pt>
    <dgm:pt modelId="{2A90FDA4-7A2C-4528-9D5E-84084B1A27F0}" type="pres">
      <dgm:prSet presAssocID="{56B783BB-00A6-4118-A1EE-9DDB675A73BA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fé"/>
        </a:ext>
      </dgm:extLst>
    </dgm:pt>
    <dgm:pt modelId="{190EA010-16FD-4FC7-A8BC-69C8F75CAE95}" type="pres">
      <dgm:prSet presAssocID="{56B783BB-00A6-4118-A1EE-9DDB675A73BA}" presName="spaceRect" presStyleCnt="0"/>
      <dgm:spPr/>
    </dgm:pt>
    <dgm:pt modelId="{97559A60-CF05-4638-B279-B4A0A8A72B2F}" type="pres">
      <dgm:prSet presAssocID="{56B783BB-00A6-4118-A1EE-9DDB675A73BA}" presName="textRect" presStyleLbl="revTx" presStyleIdx="4" presStyleCnt="8">
        <dgm:presLayoutVars>
          <dgm:chMax val="1"/>
          <dgm:chPref val="1"/>
        </dgm:presLayoutVars>
      </dgm:prSet>
      <dgm:spPr/>
    </dgm:pt>
    <dgm:pt modelId="{DD61CF3F-953D-40B1-BD12-C7B82D690C75}" type="pres">
      <dgm:prSet presAssocID="{739082D2-E161-46D6-8626-D37FC84B59B2}" presName="sibTrans" presStyleCnt="0"/>
      <dgm:spPr/>
    </dgm:pt>
    <dgm:pt modelId="{F08CB5DF-8DA0-465D-B9A7-167A7E8C7E83}" type="pres">
      <dgm:prSet presAssocID="{2273076B-1A71-4532-8EB2-30634F73D6A2}" presName="compNode" presStyleCnt="0"/>
      <dgm:spPr/>
    </dgm:pt>
    <dgm:pt modelId="{7165BEE0-CABC-40A7-9A2D-49697E7C4FAF}" type="pres">
      <dgm:prSet presAssocID="{2273076B-1A71-4532-8EB2-30634F73D6A2}" presName="iconBgRect" presStyleLbl="bgShp" presStyleIdx="5" presStyleCnt="8"/>
      <dgm:spPr/>
    </dgm:pt>
    <dgm:pt modelId="{FF9D5079-7C39-4B1E-866B-2C0CDC88753D}" type="pres">
      <dgm:prSet presAssocID="{2273076B-1A71-4532-8EB2-30634F73D6A2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84D72C3A-EEFF-445A-B9EF-44ABE3875FA2}" type="pres">
      <dgm:prSet presAssocID="{2273076B-1A71-4532-8EB2-30634F73D6A2}" presName="spaceRect" presStyleCnt="0"/>
      <dgm:spPr/>
    </dgm:pt>
    <dgm:pt modelId="{2DCE21B7-6088-4AD1-A229-CF2D3FF85D97}" type="pres">
      <dgm:prSet presAssocID="{2273076B-1A71-4532-8EB2-30634F73D6A2}" presName="textRect" presStyleLbl="revTx" presStyleIdx="5" presStyleCnt="8">
        <dgm:presLayoutVars>
          <dgm:chMax val="1"/>
          <dgm:chPref val="1"/>
        </dgm:presLayoutVars>
      </dgm:prSet>
      <dgm:spPr/>
    </dgm:pt>
    <dgm:pt modelId="{8120CF75-2308-4C34-B9F0-97162B6BB209}" type="pres">
      <dgm:prSet presAssocID="{6F5A714B-C5F2-4AF7-9CA6-F6EF6C89DF1D}" presName="sibTrans" presStyleCnt="0"/>
      <dgm:spPr/>
    </dgm:pt>
    <dgm:pt modelId="{17A2B470-D5A2-4652-8566-82F8B9CCCE2E}" type="pres">
      <dgm:prSet presAssocID="{603E6658-E93F-40BA-A2E1-B2F97CC15091}" presName="compNode" presStyleCnt="0"/>
      <dgm:spPr/>
    </dgm:pt>
    <dgm:pt modelId="{E28C9C49-C47F-4317-A328-7184749133E8}" type="pres">
      <dgm:prSet presAssocID="{603E6658-E93F-40BA-A2E1-B2F97CC15091}" presName="iconBgRect" presStyleLbl="bgShp" presStyleIdx="6" presStyleCnt="8"/>
      <dgm:spPr/>
    </dgm:pt>
    <dgm:pt modelId="{20034ECE-7A42-4D11-B467-5ED116E9584D}" type="pres">
      <dgm:prSet presAssocID="{603E6658-E93F-40BA-A2E1-B2F97CC15091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EBD38189-9D45-4883-96C9-2E3128274B46}" type="pres">
      <dgm:prSet presAssocID="{603E6658-E93F-40BA-A2E1-B2F97CC15091}" presName="spaceRect" presStyleCnt="0"/>
      <dgm:spPr/>
    </dgm:pt>
    <dgm:pt modelId="{0BB4698A-5C86-4EB1-AAB4-CAC28F88DEC8}" type="pres">
      <dgm:prSet presAssocID="{603E6658-E93F-40BA-A2E1-B2F97CC15091}" presName="textRect" presStyleLbl="revTx" presStyleIdx="6" presStyleCnt="8">
        <dgm:presLayoutVars>
          <dgm:chMax val="1"/>
          <dgm:chPref val="1"/>
        </dgm:presLayoutVars>
      </dgm:prSet>
      <dgm:spPr/>
    </dgm:pt>
    <dgm:pt modelId="{2A4F6879-7608-4ED0-BA5D-8D54290959A1}" type="pres">
      <dgm:prSet presAssocID="{D2CCE50B-315E-459F-9920-7C6ED0708534}" presName="sibTrans" presStyleCnt="0"/>
      <dgm:spPr/>
    </dgm:pt>
    <dgm:pt modelId="{172E19C0-D381-4B04-B900-09CF52300045}" type="pres">
      <dgm:prSet presAssocID="{B2ADA4A5-2132-4CFF-8673-41B9FCAC8781}" presName="compNode" presStyleCnt="0"/>
      <dgm:spPr/>
    </dgm:pt>
    <dgm:pt modelId="{4529D30A-C67C-44E2-BC57-5A4957C629EE}" type="pres">
      <dgm:prSet presAssocID="{B2ADA4A5-2132-4CFF-8673-41B9FCAC8781}" presName="iconBgRect" presStyleLbl="bgShp" presStyleIdx="7" presStyleCnt="8"/>
      <dgm:spPr/>
    </dgm:pt>
    <dgm:pt modelId="{267C4B35-4AD2-4C7A-AA30-C4D2EEA48844}" type="pres">
      <dgm:prSet presAssocID="{B2ADA4A5-2132-4CFF-8673-41B9FCAC8781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a de Verificação"/>
        </a:ext>
      </dgm:extLst>
    </dgm:pt>
    <dgm:pt modelId="{F7F65047-DE3D-41B9-8EAF-A397E1C8EB07}" type="pres">
      <dgm:prSet presAssocID="{B2ADA4A5-2132-4CFF-8673-41B9FCAC8781}" presName="spaceRect" presStyleCnt="0"/>
      <dgm:spPr/>
    </dgm:pt>
    <dgm:pt modelId="{81DD1F3E-DB41-43F6-A6BC-D98DEB4CB446}" type="pres">
      <dgm:prSet presAssocID="{B2ADA4A5-2132-4CFF-8673-41B9FCAC8781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D6B98003-ABBE-4D6A-941C-468360F5DAE8}" type="presOf" srcId="{B2ADA4A5-2132-4CFF-8673-41B9FCAC8781}" destId="{81DD1F3E-DB41-43F6-A6BC-D98DEB4CB446}" srcOrd="0" destOrd="0" presId="urn:microsoft.com/office/officeart/2018/5/layout/IconCircleLabelList"/>
    <dgm:cxn modelId="{26CB621D-A0CA-430E-8074-D717F83918ED}" srcId="{8C213506-ED1D-4418-BE3E-7F44C7923492}" destId="{4AFA3E23-F427-42CA-ADFD-F4D1F7D202F0}" srcOrd="1" destOrd="0" parTransId="{74D1C4A2-2153-44F6-A3E6-52CA4903F19D}" sibTransId="{7E8F149A-41EC-4649-8AE7-F68E6293B863}"/>
    <dgm:cxn modelId="{6201A525-8530-4C40-BA24-8A2913AE38D6}" type="presOf" srcId="{2273076B-1A71-4532-8EB2-30634F73D6A2}" destId="{2DCE21B7-6088-4AD1-A229-CF2D3FF85D97}" srcOrd="0" destOrd="0" presId="urn:microsoft.com/office/officeart/2018/5/layout/IconCircleLabelList"/>
    <dgm:cxn modelId="{E8D59E2A-F9E6-4743-862B-3E80BC84510A}" srcId="{8C213506-ED1D-4418-BE3E-7F44C7923492}" destId="{5E3362BE-500B-444C-8F30-F6D09430A9E9}" srcOrd="2" destOrd="0" parTransId="{89B089BC-496B-42C3-A4BD-A8091BDF4B38}" sibTransId="{C06F40C0-0E59-43B8-91D6-A40A3934B735}"/>
    <dgm:cxn modelId="{65BB2430-CF58-404E-9E13-47840CB2F5E5}" type="presOf" srcId="{095F2D27-C5FB-4ED6-AEEC-8C5C86AABA44}" destId="{A529B974-FCB7-42E9-9AEA-E76EB12D2BE4}" srcOrd="0" destOrd="0" presId="urn:microsoft.com/office/officeart/2018/5/layout/IconCircleLabelList"/>
    <dgm:cxn modelId="{D748CE62-05FB-4A00-A665-334C057615E9}" srcId="{8C213506-ED1D-4418-BE3E-7F44C7923492}" destId="{603E6658-E93F-40BA-A2E1-B2F97CC15091}" srcOrd="6" destOrd="0" parTransId="{B26952A5-4262-4BD1-BCCF-5E9402FA5125}" sibTransId="{D2CCE50B-315E-459F-9920-7C6ED0708534}"/>
    <dgm:cxn modelId="{E21FE243-ADBC-46B1-A3CB-7AA6DDC038FC}" srcId="{8C213506-ED1D-4418-BE3E-7F44C7923492}" destId="{095F2D27-C5FB-4ED6-AEEC-8C5C86AABA44}" srcOrd="0" destOrd="0" parTransId="{A145EA53-5786-4ACC-A9EE-A811B0D7BBC1}" sibTransId="{0DDFEC13-A863-4C5E-BA30-1916598ED08F}"/>
    <dgm:cxn modelId="{9B5D7269-46A0-453D-9EE6-5CE918BF439F}" type="presOf" srcId="{56B783BB-00A6-4118-A1EE-9DDB675A73BA}" destId="{97559A60-CF05-4638-B279-B4A0A8A72B2F}" srcOrd="0" destOrd="0" presId="urn:microsoft.com/office/officeart/2018/5/layout/IconCircleLabelList"/>
    <dgm:cxn modelId="{B3687076-62E7-4926-9A11-87A4928505F1}" type="presOf" srcId="{4AFA3E23-F427-42CA-ADFD-F4D1F7D202F0}" destId="{FC123C98-09E6-478E-A650-3AB6613005D5}" srcOrd="0" destOrd="0" presId="urn:microsoft.com/office/officeart/2018/5/layout/IconCircleLabelList"/>
    <dgm:cxn modelId="{09EE3857-2E9C-4914-B556-197B4C9B7036}" srcId="{8C213506-ED1D-4418-BE3E-7F44C7923492}" destId="{25C1927E-1FF3-4FD8-8BBC-EF81AA132D4E}" srcOrd="3" destOrd="0" parTransId="{A5DF47B0-B779-46BB-AA74-586158E739B1}" sibTransId="{355E5ED9-2E04-466F-BDF1-AC2553379933}"/>
    <dgm:cxn modelId="{D76AB67D-9D6D-44ED-A860-ADC94A1DED07}" type="presOf" srcId="{25C1927E-1FF3-4FD8-8BBC-EF81AA132D4E}" destId="{7EADFEC8-1280-4458-810D-C1A00D22AD07}" srcOrd="0" destOrd="0" presId="urn:microsoft.com/office/officeart/2018/5/layout/IconCircleLabelList"/>
    <dgm:cxn modelId="{949CC4A1-68E8-451C-983F-D030E65CC1A9}" type="presOf" srcId="{5E3362BE-500B-444C-8F30-F6D09430A9E9}" destId="{A69CABFD-1D26-4780-99B9-96FE6E2C1246}" srcOrd="0" destOrd="0" presId="urn:microsoft.com/office/officeart/2018/5/layout/IconCircleLabelList"/>
    <dgm:cxn modelId="{B3C0ECB8-FE91-4135-87B0-D75EADFF3C78}" type="presOf" srcId="{8C213506-ED1D-4418-BE3E-7F44C7923492}" destId="{D7A860D8-45CB-4697-8255-A1A690752ACA}" srcOrd="0" destOrd="0" presId="urn:microsoft.com/office/officeart/2018/5/layout/IconCircleLabelList"/>
    <dgm:cxn modelId="{720D1AC6-A61A-481F-94B3-C84D419F94C0}" type="presOf" srcId="{603E6658-E93F-40BA-A2E1-B2F97CC15091}" destId="{0BB4698A-5C86-4EB1-AAB4-CAC28F88DEC8}" srcOrd="0" destOrd="0" presId="urn:microsoft.com/office/officeart/2018/5/layout/IconCircleLabelList"/>
    <dgm:cxn modelId="{07C0D3DC-FD56-48BA-BC6D-4093FEF7E159}" srcId="{8C213506-ED1D-4418-BE3E-7F44C7923492}" destId="{56B783BB-00A6-4118-A1EE-9DDB675A73BA}" srcOrd="4" destOrd="0" parTransId="{0B1AC3DE-B77F-4645-A19B-493F7221CA89}" sibTransId="{739082D2-E161-46D6-8626-D37FC84B59B2}"/>
    <dgm:cxn modelId="{782CFEDC-CF7A-45B0-93BA-AC4FB5405C41}" srcId="{8C213506-ED1D-4418-BE3E-7F44C7923492}" destId="{2273076B-1A71-4532-8EB2-30634F73D6A2}" srcOrd="5" destOrd="0" parTransId="{88B417E2-0652-4B3E-935C-7C30337548BB}" sibTransId="{6F5A714B-C5F2-4AF7-9CA6-F6EF6C89DF1D}"/>
    <dgm:cxn modelId="{3F7E56EA-5512-4687-85A0-C4094B33035F}" srcId="{8C213506-ED1D-4418-BE3E-7F44C7923492}" destId="{B2ADA4A5-2132-4CFF-8673-41B9FCAC8781}" srcOrd="7" destOrd="0" parTransId="{51346AA9-08EE-45F5-A3AB-6BAB90347B3E}" sibTransId="{08BD2677-5C2D-4991-94AE-3D06F38D5D45}"/>
    <dgm:cxn modelId="{8025A30B-0650-449C-AEE8-5CBFD412AC15}" type="presParOf" srcId="{D7A860D8-45CB-4697-8255-A1A690752ACA}" destId="{1D5835EE-899B-41E8-9B2F-B8217255DD62}" srcOrd="0" destOrd="0" presId="urn:microsoft.com/office/officeart/2018/5/layout/IconCircleLabelList"/>
    <dgm:cxn modelId="{F7E12B0C-6BFA-4781-9FAD-BE457F22A0BA}" type="presParOf" srcId="{1D5835EE-899B-41E8-9B2F-B8217255DD62}" destId="{9C37A0D5-76AE-4B2D-A0B1-8852ED29F278}" srcOrd="0" destOrd="0" presId="urn:microsoft.com/office/officeart/2018/5/layout/IconCircleLabelList"/>
    <dgm:cxn modelId="{3B764973-FCAD-4F43-81C3-9452D9CDD011}" type="presParOf" srcId="{1D5835EE-899B-41E8-9B2F-B8217255DD62}" destId="{9842AB41-3658-4213-903F-31029AE750AD}" srcOrd="1" destOrd="0" presId="urn:microsoft.com/office/officeart/2018/5/layout/IconCircleLabelList"/>
    <dgm:cxn modelId="{C3BCB374-4D38-4336-871B-7221F6DCAA36}" type="presParOf" srcId="{1D5835EE-899B-41E8-9B2F-B8217255DD62}" destId="{4D16A876-0F41-4567-81A4-3FA875387C09}" srcOrd="2" destOrd="0" presId="urn:microsoft.com/office/officeart/2018/5/layout/IconCircleLabelList"/>
    <dgm:cxn modelId="{A7922151-4DE7-4F1A-954E-C141C248FC59}" type="presParOf" srcId="{1D5835EE-899B-41E8-9B2F-B8217255DD62}" destId="{A529B974-FCB7-42E9-9AEA-E76EB12D2BE4}" srcOrd="3" destOrd="0" presId="urn:microsoft.com/office/officeart/2018/5/layout/IconCircleLabelList"/>
    <dgm:cxn modelId="{4D8A07C9-4974-40E9-B423-07F5F7B57EA5}" type="presParOf" srcId="{D7A860D8-45CB-4697-8255-A1A690752ACA}" destId="{C97F1EE1-1CD8-4F0B-86C4-DEA6CFF018BA}" srcOrd="1" destOrd="0" presId="urn:microsoft.com/office/officeart/2018/5/layout/IconCircleLabelList"/>
    <dgm:cxn modelId="{28D43E8B-4C1F-4D86-964D-F99FDD31DF69}" type="presParOf" srcId="{D7A860D8-45CB-4697-8255-A1A690752ACA}" destId="{2E51698B-7EAF-47FD-A259-9D506C6930F8}" srcOrd="2" destOrd="0" presId="urn:microsoft.com/office/officeart/2018/5/layout/IconCircleLabelList"/>
    <dgm:cxn modelId="{FA681319-95CD-4DF8-B71E-364EB54D4EC3}" type="presParOf" srcId="{2E51698B-7EAF-47FD-A259-9D506C6930F8}" destId="{A0D0CA29-8B93-4237-B21F-11C7AD99E62B}" srcOrd="0" destOrd="0" presId="urn:microsoft.com/office/officeart/2018/5/layout/IconCircleLabelList"/>
    <dgm:cxn modelId="{E9C4B790-9C1F-423C-AA4C-61669F3E51D3}" type="presParOf" srcId="{2E51698B-7EAF-47FD-A259-9D506C6930F8}" destId="{AF30BD10-308A-4BC0-AAB4-B1E4D4F8BDC9}" srcOrd="1" destOrd="0" presId="urn:microsoft.com/office/officeart/2018/5/layout/IconCircleLabelList"/>
    <dgm:cxn modelId="{3A2CA7C3-6C0D-4D5B-BAB8-4650F41CBA8E}" type="presParOf" srcId="{2E51698B-7EAF-47FD-A259-9D506C6930F8}" destId="{96983493-65E3-48A5-9F66-B80B4F1603C0}" srcOrd="2" destOrd="0" presId="urn:microsoft.com/office/officeart/2018/5/layout/IconCircleLabelList"/>
    <dgm:cxn modelId="{5E014F61-318E-40B2-9556-F2A6CB0C2AD0}" type="presParOf" srcId="{2E51698B-7EAF-47FD-A259-9D506C6930F8}" destId="{FC123C98-09E6-478E-A650-3AB6613005D5}" srcOrd="3" destOrd="0" presId="urn:microsoft.com/office/officeart/2018/5/layout/IconCircleLabelList"/>
    <dgm:cxn modelId="{3AE4FE38-27F0-4FD8-9130-F7FF8367B67D}" type="presParOf" srcId="{D7A860D8-45CB-4697-8255-A1A690752ACA}" destId="{4FDAFF08-C6BE-4E22-9A24-82C92A12BF47}" srcOrd="3" destOrd="0" presId="urn:microsoft.com/office/officeart/2018/5/layout/IconCircleLabelList"/>
    <dgm:cxn modelId="{42FBA200-0309-48B8-8CEE-66B519CF9A0C}" type="presParOf" srcId="{D7A860D8-45CB-4697-8255-A1A690752ACA}" destId="{FCEE92F5-6E3D-4B21-9580-F95FD0312B78}" srcOrd="4" destOrd="0" presId="urn:microsoft.com/office/officeart/2018/5/layout/IconCircleLabelList"/>
    <dgm:cxn modelId="{31F49A4B-9A6D-4FAC-87CD-D36992AABB91}" type="presParOf" srcId="{FCEE92F5-6E3D-4B21-9580-F95FD0312B78}" destId="{9954AB8B-ABAD-465B-8FD5-A34AE5782C7F}" srcOrd="0" destOrd="0" presId="urn:microsoft.com/office/officeart/2018/5/layout/IconCircleLabelList"/>
    <dgm:cxn modelId="{D3C26E5E-DFA9-4814-A655-04F9840DB925}" type="presParOf" srcId="{FCEE92F5-6E3D-4B21-9580-F95FD0312B78}" destId="{AD31B585-CE89-4395-B385-1DAB6CFEDFAF}" srcOrd="1" destOrd="0" presId="urn:microsoft.com/office/officeart/2018/5/layout/IconCircleLabelList"/>
    <dgm:cxn modelId="{FDC2A55D-48B7-412B-BBA2-FEE8E2EEFFA1}" type="presParOf" srcId="{FCEE92F5-6E3D-4B21-9580-F95FD0312B78}" destId="{FFF3DC21-99A5-4949-89E8-E6A07FE3C9ED}" srcOrd="2" destOrd="0" presId="urn:microsoft.com/office/officeart/2018/5/layout/IconCircleLabelList"/>
    <dgm:cxn modelId="{641F1153-9EB0-44DC-B24B-6CBD0F7E1840}" type="presParOf" srcId="{FCEE92F5-6E3D-4B21-9580-F95FD0312B78}" destId="{A69CABFD-1D26-4780-99B9-96FE6E2C1246}" srcOrd="3" destOrd="0" presId="urn:microsoft.com/office/officeart/2018/5/layout/IconCircleLabelList"/>
    <dgm:cxn modelId="{339F5485-7933-4A51-AC82-AFC95A2AB782}" type="presParOf" srcId="{D7A860D8-45CB-4697-8255-A1A690752ACA}" destId="{B89A2FE3-A666-4E7A-A002-0C7AAB7EC5E8}" srcOrd="5" destOrd="0" presId="urn:microsoft.com/office/officeart/2018/5/layout/IconCircleLabelList"/>
    <dgm:cxn modelId="{F7373F03-A1BE-4FB3-B5F9-501D0C8862C8}" type="presParOf" srcId="{D7A860D8-45CB-4697-8255-A1A690752ACA}" destId="{A3CF633E-E413-46D2-8BE7-B27DC3469C67}" srcOrd="6" destOrd="0" presId="urn:microsoft.com/office/officeart/2018/5/layout/IconCircleLabelList"/>
    <dgm:cxn modelId="{06A733DA-E9AB-46B6-9EA7-1AAAA3D32A9C}" type="presParOf" srcId="{A3CF633E-E413-46D2-8BE7-B27DC3469C67}" destId="{D162B0BB-D3DD-4F83-A08B-40C6B75E17FD}" srcOrd="0" destOrd="0" presId="urn:microsoft.com/office/officeart/2018/5/layout/IconCircleLabelList"/>
    <dgm:cxn modelId="{B2A40F8D-0107-47BF-A93F-BD5EA9D73369}" type="presParOf" srcId="{A3CF633E-E413-46D2-8BE7-B27DC3469C67}" destId="{25AC48B3-C7A2-43E9-B41A-485196667E1F}" srcOrd="1" destOrd="0" presId="urn:microsoft.com/office/officeart/2018/5/layout/IconCircleLabelList"/>
    <dgm:cxn modelId="{7D239549-450C-424F-9B34-40D8956E71FB}" type="presParOf" srcId="{A3CF633E-E413-46D2-8BE7-B27DC3469C67}" destId="{01AB9B4D-14DA-491F-98DB-73ADBF024881}" srcOrd="2" destOrd="0" presId="urn:microsoft.com/office/officeart/2018/5/layout/IconCircleLabelList"/>
    <dgm:cxn modelId="{9B9F947C-4B50-4720-8ED3-271031DC0B19}" type="presParOf" srcId="{A3CF633E-E413-46D2-8BE7-B27DC3469C67}" destId="{7EADFEC8-1280-4458-810D-C1A00D22AD07}" srcOrd="3" destOrd="0" presId="urn:microsoft.com/office/officeart/2018/5/layout/IconCircleLabelList"/>
    <dgm:cxn modelId="{B7D14723-7D3A-485B-BF62-CF1FC64BC8F5}" type="presParOf" srcId="{D7A860D8-45CB-4697-8255-A1A690752ACA}" destId="{2C380537-A2EC-4A62-BC9F-95E75E674185}" srcOrd="7" destOrd="0" presId="urn:microsoft.com/office/officeart/2018/5/layout/IconCircleLabelList"/>
    <dgm:cxn modelId="{E75C7ADF-2B5B-42AC-B2D9-C20A2C1A273D}" type="presParOf" srcId="{D7A860D8-45CB-4697-8255-A1A690752ACA}" destId="{34AF30C6-EABC-47AB-A10E-0637C371546A}" srcOrd="8" destOrd="0" presId="urn:microsoft.com/office/officeart/2018/5/layout/IconCircleLabelList"/>
    <dgm:cxn modelId="{F46A4234-F04C-4E05-82A2-57A0B4CEA043}" type="presParOf" srcId="{34AF30C6-EABC-47AB-A10E-0637C371546A}" destId="{3C846620-FB58-4BC8-8F51-6D57401A5ECD}" srcOrd="0" destOrd="0" presId="urn:microsoft.com/office/officeart/2018/5/layout/IconCircleLabelList"/>
    <dgm:cxn modelId="{8B705D1C-BD67-4981-B719-21CC6DB007DA}" type="presParOf" srcId="{34AF30C6-EABC-47AB-A10E-0637C371546A}" destId="{2A90FDA4-7A2C-4528-9D5E-84084B1A27F0}" srcOrd="1" destOrd="0" presId="urn:microsoft.com/office/officeart/2018/5/layout/IconCircleLabelList"/>
    <dgm:cxn modelId="{2F1DA13D-F37E-497B-AF43-61CDD318F04A}" type="presParOf" srcId="{34AF30C6-EABC-47AB-A10E-0637C371546A}" destId="{190EA010-16FD-4FC7-A8BC-69C8F75CAE95}" srcOrd="2" destOrd="0" presId="urn:microsoft.com/office/officeart/2018/5/layout/IconCircleLabelList"/>
    <dgm:cxn modelId="{94E680A3-2B87-4F99-8F20-8BCECC89137F}" type="presParOf" srcId="{34AF30C6-EABC-47AB-A10E-0637C371546A}" destId="{97559A60-CF05-4638-B279-B4A0A8A72B2F}" srcOrd="3" destOrd="0" presId="urn:microsoft.com/office/officeart/2018/5/layout/IconCircleLabelList"/>
    <dgm:cxn modelId="{F06257FA-305F-4F3E-A865-1CD05B702060}" type="presParOf" srcId="{D7A860D8-45CB-4697-8255-A1A690752ACA}" destId="{DD61CF3F-953D-40B1-BD12-C7B82D690C75}" srcOrd="9" destOrd="0" presId="urn:microsoft.com/office/officeart/2018/5/layout/IconCircleLabelList"/>
    <dgm:cxn modelId="{68977C0C-C28B-4390-A20B-142A8BF7DC55}" type="presParOf" srcId="{D7A860D8-45CB-4697-8255-A1A690752ACA}" destId="{F08CB5DF-8DA0-465D-B9A7-167A7E8C7E83}" srcOrd="10" destOrd="0" presId="urn:microsoft.com/office/officeart/2018/5/layout/IconCircleLabelList"/>
    <dgm:cxn modelId="{0166B4F5-1274-47BF-85C9-2AF0F864A2E3}" type="presParOf" srcId="{F08CB5DF-8DA0-465D-B9A7-167A7E8C7E83}" destId="{7165BEE0-CABC-40A7-9A2D-49697E7C4FAF}" srcOrd="0" destOrd="0" presId="urn:microsoft.com/office/officeart/2018/5/layout/IconCircleLabelList"/>
    <dgm:cxn modelId="{E3F4EFFE-3246-4DAF-8157-8349B0655AD6}" type="presParOf" srcId="{F08CB5DF-8DA0-465D-B9A7-167A7E8C7E83}" destId="{FF9D5079-7C39-4B1E-866B-2C0CDC88753D}" srcOrd="1" destOrd="0" presId="urn:microsoft.com/office/officeart/2018/5/layout/IconCircleLabelList"/>
    <dgm:cxn modelId="{EB655A6F-2386-47FE-9F2F-6720C309D148}" type="presParOf" srcId="{F08CB5DF-8DA0-465D-B9A7-167A7E8C7E83}" destId="{84D72C3A-EEFF-445A-B9EF-44ABE3875FA2}" srcOrd="2" destOrd="0" presId="urn:microsoft.com/office/officeart/2018/5/layout/IconCircleLabelList"/>
    <dgm:cxn modelId="{3768B7C7-9755-4051-8251-5DF4D57C449C}" type="presParOf" srcId="{F08CB5DF-8DA0-465D-B9A7-167A7E8C7E83}" destId="{2DCE21B7-6088-4AD1-A229-CF2D3FF85D97}" srcOrd="3" destOrd="0" presId="urn:microsoft.com/office/officeart/2018/5/layout/IconCircleLabelList"/>
    <dgm:cxn modelId="{DECA3AB8-92A7-4427-B827-D2A3D57C7D89}" type="presParOf" srcId="{D7A860D8-45CB-4697-8255-A1A690752ACA}" destId="{8120CF75-2308-4C34-B9F0-97162B6BB209}" srcOrd="11" destOrd="0" presId="urn:microsoft.com/office/officeart/2018/5/layout/IconCircleLabelList"/>
    <dgm:cxn modelId="{B7AA30B6-120A-43DD-95C8-E41B220E74C2}" type="presParOf" srcId="{D7A860D8-45CB-4697-8255-A1A690752ACA}" destId="{17A2B470-D5A2-4652-8566-82F8B9CCCE2E}" srcOrd="12" destOrd="0" presId="urn:microsoft.com/office/officeart/2018/5/layout/IconCircleLabelList"/>
    <dgm:cxn modelId="{1BA95182-D132-4D49-B95D-0966D6B4911F}" type="presParOf" srcId="{17A2B470-D5A2-4652-8566-82F8B9CCCE2E}" destId="{E28C9C49-C47F-4317-A328-7184749133E8}" srcOrd="0" destOrd="0" presId="urn:microsoft.com/office/officeart/2018/5/layout/IconCircleLabelList"/>
    <dgm:cxn modelId="{B6A919E4-F04E-45A9-BD6B-53AD93401884}" type="presParOf" srcId="{17A2B470-D5A2-4652-8566-82F8B9CCCE2E}" destId="{20034ECE-7A42-4D11-B467-5ED116E9584D}" srcOrd="1" destOrd="0" presId="urn:microsoft.com/office/officeart/2018/5/layout/IconCircleLabelList"/>
    <dgm:cxn modelId="{AC65F625-244D-40F8-A1F9-D26267B8E8A4}" type="presParOf" srcId="{17A2B470-D5A2-4652-8566-82F8B9CCCE2E}" destId="{EBD38189-9D45-4883-96C9-2E3128274B46}" srcOrd="2" destOrd="0" presId="urn:microsoft.com/office/officeart/2018/5/layout/IconCircleLabelList"/>
    <dgm:cxn modelId="{ECAA7407-F608-4A58-8D06-9F9F5E0735E2}" type="presParOf" srcId="{17A2B470-D5A2-4652-8566-82F8B9CCCE2E}" destId="{0BB4698A-5C86-4EB1-AAB4-CAC28F88DEC8}" srcOrd="3" destOrd="0" presId="urn:microsoft.com/office/officeart/2018/5/layout/IconCircleLabelList"/>
    <dgm:cxn modelId="{CDD2DD3F-6FE0-41DB-A875-7172DABD1C57}" type="presParOf" srcId="{D7A860D8-45CB-4697-8255-A1A690752ACA}" destId="{2A4F6879-7608-4ED0-BA5D-8D54290959A1}" srcOrd="13" destOrd="0" presId="urn:microsoft.com/office/officeart/2018/5/layout/IconCircleLabelList"/>
    <dgm:cxn modelId="{203173B6-648E-418C-AC08-C2424CF4E825}" type="presParOf" srcId="{D7A860D8-45CB-4697-8255-A1A690752ACA}" destId="{172E19C0-D381-4B04-B900-09CF52300045}" srcOrd="14" destOrd="0" presId="urn:microsoft.com/office/officeart/2018/5/layout/IconCircleLabelList"/>
    <dgm:cxn modelId="{716D2218-4428-4D52-8A56-1863279B1FB4}" type="presParOf" srcId="{172E19C0-D381-4B04-B900-09CF52300045}" destId="{4529D30A-C67C-44E2-BC57-5A4957C629EE}" srcOrd="0" destOrd="0" presId="urn:microsoft.com/office/officeart/2018/5/layout/IconCircleLabelList"/>
    <dgm:cxn modelId="{F0813245-1CA4-4FBD-9D95-5C251BB825CD}" type="presParOf" srcId="{172E19C0-D381-4B04-B900-09CF52300045}" destId="{267C4B35-4AD2-4C7A-AA30-C4D2EEA48844}" srcOrd="1" destOrd="0" presId="urn:microsoft.com/office/officeart/2018/5/layout/IconCircleLabelList"/>
    <dgm:cxn modelId="{EBE0280B-A718-4B74-A86D-3CAEE46AB74F}" type="presParOf" srcId="{172E19C0-D381-4B04-B900-09CF52300045}" destId="{F7F65047-DE3D-41B9-8EAF-A397E1C8EB07}" srcOrd="2" destOrd="0" presId="urn:microsoft.com/office/officeart/2018/5/layout/IconCircleLabelList"/>
    <dgm:cxn modelId="{4ED5DC46-C3E7-4A51-B262-3675BAC9FA89}" type="presParOf" srcId="{172E19C0-D381-4B04-B900-09CF52300045}" destId="{81DD1F3E-DB41-43F6-A6BC-D98DEB4CB44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BA878D-236C-4A39-B489-FCB6CEF37F3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532DAE0-AF0F-46A3-B0BB-263C9A848881}">
      <dgm:prSet/>
      <dgm:spPr/>
      <dgm:t>
        <a:bodyPr/>
        <a:lstStyle/>
        <a:p>
          <a:r>
            <a:rPr lang="en-US"/>
            <a:t>- Conjunto de técnicas e tecnologias que permitem processar grandes volumes de dados de forma eficiente.</a:t>
          </a:r>
        </a:p>
      </dgm:t>
    </dgm:pt>
    <dgm:pt modelId="{06A6BBA3-E8AF-4453-B254-57E8E4CCD710}" type="parTrans" cxnId="{D6BFE396-506D-430C-AA4F-91247B2BEDDF}">
      <dgm:prSet/>
      <dgm:spPr/>
      <dgm:t>
        <a:bodyPr/>
        <a:lstStyle/>
        <a:p>
          <a:endParaRPr lang="en-US"/>
        </a:p>
      </dgm:t>
    </dgm:pt>
    <dgm:pt modelId="{9F36150A-521C-4626-BDFF-3147D6E7C751}" type="sibTrans" cxnId="{D6BFE396-506D-430C-AA4F-91247B2BEDDF}">
      <dgm:prSet/>
      <dgm:spPr/>
      <dgm:t>
        <a:bodyPr/>
        <a:lstStyle/>
        <a:p>
          <a:endParaRPr lang="en-US"/>
        </a:p>
      </dgm:t>
    </dgm:pt>
    <dgm:pt modelId="{FFBF5576-583A-4A55-8398-333B5D59FC4D}">
      <dgm:prSet/>
      <dgm:spPr/>
      <dgm:t>
        <a:bodyPr/>
        <a:lstStyle/>
        <a:p>
          <a:r>
            <a:rPr lang="en-US"/>
            <a:t>- Necessidade de escalabilidade para lidar com dados massivos e de diversas fontes.</a:t>
          </a:r>
        </a:p>
      </dgm:t>
    </dgm:pt>
    <dgm:pt modelId="{E4B887C6-F2A8-461A-8A3E-55CF6BE1910F}" type="parTrans" cxnId="{C9C31E5B-6A66-48C9-92C1-A98927D01433}">
      <dgm:prSet/>
      <dgm:spPr/>
      <dgm:t>
        <a:bodyPr/>
        <a:lstStyle/>
        <a:p>
          <a:endParaRPr lang="en-US"/>
        </a:p>
      </dgm:t>
    </dgm:pt>
    <dgm:pt modelId="{EA7F568E-446C-45ED-9E3E-1EB9C7C78862}" type="sibTrans" cxnId="{C9C31E5B-6A66-48C9-92C1-A98927D01433}">
      <dgm:prSet/>
      <dgm:spPr/>
      <dgm:t>
        <a:bodyPr/>
        <a:lstStyle/>
        <a:p>
          <a:endParaRPr lang="en-US"/>
        </a:p>
      </dgm:t>
    </dgm:pt>
    <dgm:pt modelId="{7AC366AE-06A4-4808-85A9-18E09EC0E61B}">
      <dgm:prSet/>
      <dgm:spPr/>
      <dgm:t>
        <a:bodyPr/>
        <a:lstStyle/>
        <a:p>
          <a:r>
            <a:rPr lang="en-US"/>
            <a:t>- Exemplos de aplicações: Redes sociais, comércio eletrônico, saúde, finanças.</a:t>
          </a:r>
        </a:p>
      </dgm:t>
    </dgm:pt>
    <dgm:pt modelId="{48A4CD53-9448-475C-B786-ECE33EA818D3}" type="parTrans" cxnId="{27A86F70-C8CB-49C6-926A-03E8D9C330ED}">
      <dgm:prSet/>
      <dgm:spPr/>
      <dgm:t>
        <a:bodyPr/>
        <a:lstStyle/>
        <a:p>
          <a:endParaRPr lang="en-US"/>
        </a:p>
      </dgm:t>
    </dgm:pt>
    <dgm:pt modelId="{8CB4765A-52EC-4C17-B5FC-CF92E29EE7E9}" type="sibTrans" cxnId="{27A86F70-C8CB-49C6-926A-03E8D9C330ED}">
      <dgm:prSet/>
      <dgm:spPr/>
      <dgm:t>
        <a:bodyPr/>
        <a:lstStyle/>
        <a:p>
          <a:endParaRPr lang="en-US"/>
        </a:p>
      </dgm:t>
    </dgm:pt>
    <dgm:pt modelId="{C3403036-4CE0-4A6C-8F7E-A894AAE6BC2F}" type="pres">
      <dgm:prSet presAssocID="{3FBA878D-236C-4A39-B489-FCB6CEF37F3C}" presName="root" presStyleCnt="0">
        <dgm:presLayoutVars>
          <dgm:dir/>
          <dgm:resizeHandles val="exact"/>
        </dgm:presLayoutVars>
      </dgm:prSet>
      <dgm:spPr/>
    </dgm:pt>
    <dgm:pt modelId="{E4EEC831-6469-4065-85C7-B1E46C696BA7}" type="pres">
      <dgm:prSet presAssocID="{D532DAE0-AF0F-46A3-B0BB-263C9A848881}" presName="compNode" presStyleCnt="0"/>
      <dgm:spPr/>
    </dgm:pt>
    <dgm:pt modelId="{2904217D-F5FC-44E8-8FA7-BEE6DE044070}" type="pres">
      <dgm:prSet presAssocID="{D532DAE0-AF0F-46A3-B0BB-263C9A848881}" presName="bgRect" presStyleLbl="bgShp" presStyleIdx="0" presStyleCnt="3"/>
      <dgm:spPr/>
    </dgm:pt>
    <dgm:pt modelId="{9EED6A31-9014-4D68-9378-6F7F6804AF85}" type="pres">
      <dgm:prSet presAssocID="{D532DAE0-AF0F-46A3-B0BB-263C9A84888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um Set"/>
        </a:ext>
      </dgm:extLst>
    </dgm:pt>
    <dgm:pt modelId="{33E91BAA-2B53-40DA-9040-A4EDC69DA184}" type="pres">
      <dgm:prSet presAssocID="{D532DAE0-AF0F-46A3-B0BB-263C9A848881}" presName="spaceRect" presStyleCnt="0"/>
      <dgm:spPr/>
    </dgm:pt>
    <dgm:pt modelId="{E267CA2A-11E2-4EC0-81AB-BBF6808984FE}" type="pres">
      <dgm:prSet presAssocID="{D532DAE0-AF0F-46A3-B0BB-263C9A848881}" presName="parTx" presStyleLbl="revTx" presStyleIdx="0" presStyleCnt="3">
        <dgm:presLayoutVars>
          <dgm:chMax val="0"/>
          <dgm:chPref val="0"/>
        </dgm:presLayoutVars>
      </dgm:prSet>
      <dgm:spPr/>
    </dgm:pt>
    <dgm:pt modelId="{40F4F176-4A4E-48FF-86EC-84E2FE45557A}" type="pres">
      <dgm:prSet presAssocID="{9F36150A-521C-4626-BDFF-3147D6E7C751}" presName="sibTrans" presStyleCnt="0"/>
      <dgm:spPr/>
    </dgm:pt>
    <dgm:pt modelId="{C39D1CFA-806B-4BC2-866F-5DD547E90B51}" type="pres">
      <dgm:prSet presAssocID="{FFBF5576-583A-4A55-8398-333B5D59FC4D}" presName="compNode" presStyleCnt="0"/>
      <dgm:spPr/>
    </dgm:pt>
    <dgm:pt modelId="{AB91287E-0A3E-49AC-940E-63A6E2BE55E6}" type="pres">
      <dgm:prSet presAssocID="{FFBF5576-583A-4A55-8398-333B5D59FC4D}" presName="bgRect" presStyleLbl="bgShp" presStyleIdx="1" presStyleCnt="3"/>
      <dgm:spPr/>
    </dgm:pt>
    <dgm:pt modelId="{573FA473-9732-41E7-8AE9-6A11387A9E35}" type="pres">
      <dgm:prSet presAssocID="{FFBF5576-583A-4A55-8398-333B5D59FC4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ne Decoration"/>
        </a:ext>
      </dgm:extLst>
    </dgm:pt>
    <dgm:pt modelId="{BC84953D-06E4-4BDD-BF02-EF7229E40BD2}" type="pres">
      <dgm:prSet presAssocID="{FFBF5576-583A-4A55-8398-333B5D59FC4D}" presName="spaceRect" presStyleCnt="0"/>
      <dgm:spPr/>
    </dgm:pt>
    <dgm:pt modelId="{44EEBA37-7346-4427-BA89-CCD4E498C73B}" type="pres">
      <dgm:prSet presAssocID="{FFBF5576-583A-4A55-8398-333B5D59FC4D}" presName="parTx" presStyleLbl="revTx" presStyleIdx="1" presStyleCnt="3">
        <dgm:presLayoutVars>
          <dgm:chMax val="0"/>
          <dgm:chPref val="0"/>
        </dgm:presLayoutVars>
      </dgm:prSet>
      <dgm:spPr/>
    </dgm:pt>
    <dgm:pt modelId="{7CC9A6A0-B240-41CF-BBBA-84965ECE9DEB}" type="pres">
      <dgm:prSet presAssocID="{EA7F568E-446C-45ED-9E3E-1EB9C7C78862}" presName="sibTrans" presStyleCnt="0"/>
      <dgm:spPr/>
    </dgm:pt>
    <dgm:pt modelId="{BD4C758A-7462-4D4B-9676-88154C8412A2}" type="pres">
      <dgm:prSet presAssocID="{7AC366AE-06A4-4808-85A9-18E09EC0E61B}" presName="compNode" presStyleCnt="0"/>
      <dgm:spPr/>
    </dgm:pt>
    <dgm:pt modelId="{CC3DBA81-4B71-4255-91C5-BE07409D8D83}" type="pres">
      <dgm:prSet presAssocID="{7AC366AE-06A4-4808-85A9-18E09EC0E61B}" presName="bgRect" presStyleLbl="bgShp" presStyleIdx="2" presStyleCnt="3"/>
      <dgm:spPr/>
    </dgm:pt>
    <dgm:pt modelId="{14DCC9F1-0CDC-4FE4-AE79-0DAB006210D6}" type="pres">
      <dgm:prSet presAssocID="{7AC366AE-06A4-4808-85A9-18E09EC0E61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heiro"/>
        </a:ext>
      </dgm:extLst>
    </dgm:pt>
    <dgm:pt modelId="{EE7C9A66-9722-4D39-89C3-45A67997DEE2}" type="pres">
      <dgm:prSet presAssocID="{7AC366AE-06A4-4808-85A9-18E09EC0E61B}" presName="spaceRect" presStyleCnt="0"/>
      <dgm:spPr/>
    </dgm:pt>
    <dgm:pt modelId="{40D074A2-35AB-4F6D-93A9-C151E3213F64}" type="pres">
      <dgm:prSet presAssocID="{7AC366AE-06A4-4808-85A9-18E09EC0E61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A07BE19-A94F-4F81-AC6C-CFC96A15E122}" type="presOf" srcId="{3FBA878D-236C-4A39-B489-FCB6CEF37F3C}" destId="{C3403036-4CE0-4A6C-8F7E-A894AAE6BC2F}" srcOrd="0" destOrd="0" presId="urn:microsoft.com/office/officeart/2018/2/layout/IconVerticalSolidList"/>
    <dgm:cxn modelId="{C9C31E5B-6A66-48C9-92C1-A98927D01433}" srcId="{3FBA878D-236C-4A39-B489-FCB6CEF37F3C}" destId="{FFBF5576-583A-4A55-8398-333B5D59FC4D}" srcOrd="1" destOrd="0" parTransId="{E4B887C6-F2A8-461A-8A3E-55CF6BE1910F}" sibTransId="{EA7F568E-446C-45ED-9E3E-1EB9C7C78862}"/>
    <dgm:cxn modelId="{2A29A568-E02C-472C-AACC-A82233487405}" type="presOf" srcId="{D532DAE0-AF0F-46A3-B0BB-263C9A848881}" destId="{E267CA2A-11E2-4EC0-81AB-BBF6808984FE}" srcOrd="0" destOrd="0" presId="urn:microsoft.com/office/officeart/2018/2/layout/IconVerticalSolidList"/>
    <dgm:cxn modelId="{5B1CC94C-8809-44AD-A955-2B1D022FAAED}" type="presOf" srcId="{FFBF5576-583A-4A55-8398-333B5D59FC4D}" destId="{44EEBA37-7346-4427-BA89-CCD4E498C73B}" srcOrd="0" destOrd="0" presId="urn:microsoft.com/office/officeart/2018/2/layout/IconVerticalSolidList"/>
    <dgm:cxn modelId="{27A86F70-C8CB-49C6-926A-03E8D9C330ED}" srcId="{3FBA878D-236C-4A39-B489-FCB6CEF37F3C}" destId="{7AC366AE-06A4-4808-85A9-18E09EC0E61B}" srcOrd="2" destOrd="0" parTransId="{48A4CD53-9448-475C-B786-ECE33EA818D3}" sibTransId="{8CB4765A-52EC-4C17-B5FC-CF92E29EE7E9}"/>
    <dgm:cxn modelId="{D6BFE396-506D-430C-AA4F-91247B2BEDDF}" srcId="{3FBA878D-236C-4A39-B489-FCB6CEF37F3C}" destId="{D532DAE0-AF0F-46A3-B0BB-263C9A848881}" srcOrd="0" destOrd="0" parTransId="{06A6BBA3-E8AF-4453-B254-57E8E4CCD710}" sibTransId="{9F36150A-521C-4626-BDFF-3147D6E7C751}"/>
    <dgm:cxn modelId="{CCA1E2B5-9B92-4BE1-8F75-1F7B8C3CF9BC}" type="presOf" srcId="{7AC366AE-06A4-4808-85A9-18E09EC0E61B}" destId="{40D074A2-35AB-4F6D-93A9-C151E3213F64}" srcOrd="0" destOrd="0" presId="urn:microsoft.com/office/officeart/2018/2/layout/IconVerticalSolidList"/>
    <dgm:cxn modelId="{0202FD8E-8DFB-44BD-9A74-2904A0171585}" type="presParOf" srcId="{C3403036-4CE0-4A6C-8F7E-A894AAE6BC2F}" destId="{E4EEC831-6469-4065-85C7-B1E46C696BA7}" srcOrd="0" destOrd="0" presId="urn:microsoft.com/office/officeart/2018/2/layout/IconVerticalSolidList"/>
    <dgm:cxn modelId="{67E215A8-592A-497F-8775-B1162B308916}" type="presParOf" srcId="{E4EEC831-6469-4065-85C7-B1E46C696BA7}" destId="{2904217D-F5FC-44E8-8FA7-BEE6DE044070}" srcOrd="0" destOrd="0" presId="urn:microsoft.com/office/officeart/2018/2/layout/IconVerticalSolidList"/>
    <dgm:cxn modelId="{B369C29F-6A01-4899-A334-5577D1D6B664}" type="presParOf" srcId="{E4EEC831-6469-4065-85C7-B1E46C696BA7}" destId="{9EED6A31-9014-4D68-9378-6F7F6804AF85}" srcOrd="1" destOrd="0" presId="urn:microsoft.com/office/officeart/2018/2/layout/IconVerticalSolidList"/>
    <dgm:cxn modelId="{78508065-030A-469B-A1A7-3BEAA1A45163}" type="presParOf" srcId="{E4EEC831-6469-4065-85C7-B1E46C696BA7}" destId="{33E91BAA-2B53-40DA-9040-A4EDC69DA184}" srcOrd="2" destOrd="0" presId="urn:microsoft.com/office/officeart/2018/2/layout/IconVerticalSolidList"/>
    <dgm:cxn modelId="{73A7EBEE-A240-41A7-9972-D36427F95BB2}" type="presParOf" srcId="{E4EEC831-6469-4065-85C7-B1E46C696BA7}" destId="{E267CA2A-11E2-4EC0-81AB-BBF6808984FE}" srcOrd="3" destOrd="0" presId="urn:microsoft.com/office/officeart/2018/2/layout/IconVerticalSolidList"/>
    <dgm:cxn modelId="{659BA876-A2E6-4757-A464-B0F5C8ABC0A8}" type="presParOf" srcId="{C3403036-4CE0-4A6C-8F7E-A894AAE6BC2F}" destId="{40F4F176-4A4E-48FF-86EC-84E2FE45557A}" srcOrd="1" destOrd="0" presId="urn:microsoft.com/office/officeart/2018/2/layout/IconVerticalSolidList"/>
    <dgm:cxn modelId="{90970006-6B4E-4DB2-A962-151E022ACA8D}" type="presParOf" srcId="{C3403036-4CE0-4A6C-8F7E-A894AAE6BC2F}" destId="{C39D1CFA-806B-4BC2-866F-5DD547E90B51}" srcOrd="2" destOrd="0" presId="urn:microsoft.com/office/officeart/2018/2/layout/IconVerticalSolidList"/>
    <dgm:cxn modelId="{FF298042-2E93-416E-978A-BF871515B5EC}" type="presParOf" srcId="{C39D1CFA-806B-4BC2-866F-5DD547E90B51}" destId="{AB91287E-0A3E-49AC-940E-63A6E2BE55E6}" srcOrd="0" destOrd="0" presId="urn:microsoft.com/office/officeart/2018/2/layout/IconVerticalSolidList"/>
    <dgm:cxn modelId="{1783FAE8-7B5F-4941-BA50-647CF1140E7E}" type="presParOf" srcId="{C39D1CFA-806B-4BC2-866F-5DD547E90B51}" destId="{573FA473-9732-41E7-8AE9-6A11387A9E35}" srcOrd="1" destOrd="0" presId="urn:microsoft.com/office/officeart/2018/2/layout/IconVerticalSolidList"/>
    <dgm:cxn modelId="{024C73A4-8047-4D35-A4EB-53763D5AF8B3}" type="presParOf" srcId="{C39D1CFA-806B-4BC2-866F-5DD547E90B51}" destId="{BC84953D-06E4-4BDD-BF02-EF7229E40BD2}" srcOrd="2" destOrd="0" presId="urn:microsoft.com/office/officeart/2018/2/layout/IconVerticalSolidList"/>
    <dgm:cxn modelId="{8A75CD8F-2C7A-4DF1-91D0-CCFCA987E751}" type="presParOf" srcId="{C39D1CFA-806B-4BC2-866F-5DD547E90B51}" destId="{44EEBA37-7346-4427-BA89-CCD4E498C73B}" srcOrd="3" destOrd="0" presId="urn:microsoft.com/office/officeart/2018/2/layout/IconVerticalSolidList"/>
    <dgm:cxn modelId="{63192EAD-76AA-43C6-9D16-8A96BCD0C76E}" type="presParOf" srcId="{C3403036-4CE0-4A6C-8F7E-A894AAE6BC2F}" destId="{7CC9A6A0-B240-41CF-BBBA-84965ECE9DEB}" srcOrd="3" destOrd="0" presId="urn:microsoft.com/office/officeart/2018/2/layout/IconVerticalSolidList"/>
    <dgm:cxn modelId="{CEF212A7-2793-42C6-8A25-3A73E369347D}" type="presParOf" srcId="{C3403036-4CE0-4A6C-8F7E-A894AAE6BC2F}" destId="{BD4C758A-7462-4D4B-9676-88154C8412A2}" srcOrd="4" destOrd="0" presId="urn:microsoft.com/office/officeart/2018/2/layout/IconVerticalSolidList"/>
    <dgm:cxn modelId="{13E74985-43FB-4C4F-9D54-BA4E1154D3B9}" type="presParOf" srcId="{BD4C758A-7462-4D4B-9676-88154C8412A2}" destId="{CC3DBA81-4B71-4255-91C5-BE07409D8D83}" srcOrd="0" destOrd="0" presId="urn:microsoft.com/office/officeart/2018/2/layout/IconVerticalSolidList"/>
    <dgm:cxn modelId="{E1EDACEE-35EE-4404-B29C-55628059AC16}" type="presParOf" srcId="{BD4C758A-7462-4D4B-9676-88154C8412A2}" destId="{14DCC9F1-0CDC-4FE4-AE79-0DAB006210D6}" srcOrd="1" destOrd="0" presId="urn:microsoft.com/office/officeart/2018/2/layout/IconVerticalSolidList"/>
    <dgm:cxn modelId="{8787554B-CDC3-4068-BF63-4088DF9E1594}" type="presParOf" srcId="{BD4C758A-7462-4D4B-9676-88154C8412A2}" destId="{EE7C9A66-9722-4D39-89C3-45A67997DEE2}" srcOrd="2" destOrd="0" presId="urn:microsoft.com/office/officeart/2018/2/layout/IconVerticalSolidList"/>
    <dgm:cxn modelId="{6FD2F7FD-0D67-4569-83F2-B9A7AA1FBFB1}" type="presParOf" srcId="{BD4C758A-7462-4D4B-9676-88154C8412A2}" destId="{40D074A2-35AB-4F6D-93A9-C151E3213F6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BA1C97-FB1D-4FD9-A4C6-F1BB2AE6049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ED2630-4F51-48A5-81BF-CB1E33D9B70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As aplicações de Big Data são modernas e ainda estão se expandindo.</a:t>
          </a:r>
          <a:endParaRPr lang="en-US"/>
        </a:p>
      </dgm:t>
    </dgm:pt>
    <dgm:pt modelId="{B5938EC0-797F-4D4C-BA19-B9E80EE18CD3}" type="parTrans" cxnId="{595D0900-EF71-40A1-BD91-DD01AAD6C963}">
      <dgm:prSet/>
      <dgm:spPr/>
      <dgm:t>
        <a:bodyPr/>
        <a:lstStyle/>
        <a:p>
          <a:endParaRPr lang="en-US"/>
        </a:p>
      </dgm:t>
    </dgm:pt>
    <dgm:pt modelId="{77E64BE4-97F8-45BB-9100-4FCDA452720F}" type="sibTrans" cxnId="{595D0900-EF71-40A1-BD91-DD01AAD6C96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2662456-AB39-40DD-87A5-51EC8F226AB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popularização da computação em nuvem e da internet das coisas.</a:t>
          </a:r>
          <a:endParaRPr lang="en-US"/>
        </a:p>
      </dgm:t>
    </dgm:pt>
    <dgm:pt modelId="{34A27AD2-102E-4570-A28E-1A4CCBDC9F91}" type="parTrans" cxnId="{A54669D3-77A7-4EF8-BFB6-9B3A64DDF541}">
      <dgm:prSet/>
      <dgm:spPr/>
      <dgm:t>
        <a:bodyPr/>
        <a:lstStyle/>
        <a:p>
          <a:endParaRPr lang="en-US"/>
        </a:p>
      </dgm:t>
    </dgm:pt>
    <dgm:pt modelId="{AFC466E7-C46D-4357-8E65-81EEAA401BAA}" type="sibTrans" cxnId="{A54669D3-77A7-4EF8-BFB6-9B3A64DDF54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0425B42-5348-4CA6-B6CA-D946D3B5D58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Maior </a:t>
          </a:r>
          <a:r>
            <a:rPr lang="pt-BR" b="0" i="0"/>
            <a:t>abrangência de Big Data.</a:t>
          </a:r>
          <a:endParaRPr lang="en-US"/>
        </a:p>
      </dgm:t>
    </dgm:pt>
    <dgm:pt modelId="{B0D14F1E-EA6A-45E7-86BE-5BC92925982E}" type="parTrans" cxnId="{371ABB68-7BF8-48EC-9D28-EB81645AB6EE}">
      <dgm:prSet/>
      <dgm:spPr/>
      <dgm:t>
        <a:bodyPr/>
        <a:lstStyle/>
        <a:p>
          <a:endParaRPr lang="en-US"/>
        </a:p>
      </dgm:t>
    </dgm:pt>
    <dgm:pt modelId="{A66DAE7D-891C-4E98-A43E-A9DE98199FC6}" type="sibTrans" cxnId="{371ABB68-7BF8-48EC-9D28-EB81645AB6E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0DC4567-998E-44DE-83CB-0CA192FFFF9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Tecnologia que gerencie todos esses recursos computacionais de hardware e software: </a:t>
          </a:r>
          <a:r>
            <a:rPr lang="pt-BR" b="0" i="0"/>
            <a:t>framework </a:t>
          </a:r>
          <a:r>
            <a:rPr lang="pt-BR" b="0" i="0" dirty="0" err="1"/>
            <a:t>Hadoop</a:t>
          </a:r>
          <a:r>
            <a:rPr lang="pt-BR" b="0" i="0" dirty="0"/>
            <a:t>.</a:t>
          </a:r>
          <a:endParaRPr lang="en-US" dirty="0"/>
        </a:p>
      </dgm:t>
    </dgm:pt>
    <dgm:pt modelId="{83316039-008B-4A5D-9575-136A61CB3A51}" type="parTrans" cxnId="{5BA66DA3-4959-48C3-86DE-0C284A84EAC0}">
      <dgm:prSet/>
      <dgm:spPr/>
      <dgm:t>
        <a:bodyPr/>
        <a:lstStyle/>
        <a:p>
          <a:endParaRPr lang="en-US"/>
        </a:p>
      </dgm:t>
    </dgm:pt>
    <dgm:pt modelId="{E3F23D18-AC8E-495E-8D44-9AC78C01ECA2}" type="sibTrans" cxnId="{5BA66DA3-4959-48C3-86DE-0C284A84EAC0}">
      <dgm:prSet/>
      <dgm:spPr/>
      <dgm:t>
        <a:bodyPr/>
        <a:lstStyle/>
        <a:p>
          <a:endParaRPr lang="en-US"/>
        </a:p>
      </dgm:t>
    </dgm:pt>
    <dgm:pt modelId="{1353CD9E-A8EB-4E00-949B-7DE6B47AFE5C}" type="pres">
      <dgm:prSet presAssocID="{E1BA1C97-FB1D-4FD9-A4C6-F1BB2AE60490}" presName="root" presStyleCnt="0">
        <dgm:presLayoutVars>
          <dgm:dir/>
          <dgm:resizeHandles val="exact"/>
        </dgm:presLayoutVars>
      </dgm:prSet>
      <dgm:spPr/>
    </dgm:pt>
    <dgm:pt modelId="{9C2804CB-1208-4A36-AA20-35545315E76F}" type="pres">
      <dgm:prSet presAssocID="{E1BA1C97-FB1D-4FD9-A4C6-F1BB2AE60490}" presName="container" presStyleCnt="0">
        <dgm:presLayoutVars>
          <dgm:dir/>
          <dgm:resizeHandles val="exact"/>
        </dgm:presLayoutVars>
      </dgm:prSet>
      <dgm:spPr/>
    </dgm:pt>
    <dgm:pt modelId="{75D72662-5863-41EE-BB33-4DB0CC47E8B6}" type="pres">
      <dgm:prSet presAssocID="{DDED2630-4F51-48A5-81BF-CB1E33D9B700}" presName="compNode" presStyleCnt="0"/>
      <dgm:spPr/>
    </dgm:pt>
    <dgm:pt modelId="{2021435E-21FB-4C9D-8F7C-ECAD07D3E27B}" type="pres">
      <dgm:prSet presAssocID="{DDED2630-4F51-48A5-81BF-CB1E33D9B700}" presName="iconBgRect" presStyleLbl="bgShp" presStyleIdx="0" presStyleCnt="4"/>
      <dgm:spPr/>
    </dgm:pt>
    <dgm:pt modelId="{49DB91D9-1C7F-4100-A8C6-7C326E24227E}" type="pres">
      <dgm:prSet presAssocID="{DDED2630-4F51-48A5-81BF-CB1E33D9B70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ADC4052C-4043-4E7F-A541-D482ABD05C7E}" type="pres">
      <dgm:prSet presAssocID="{DDED2630-4F51-48A5-81BF-CB1E33D9B700}" presName="spaceRect" presStyleCnt="0"/>
      <dgm:spPr/>
    </dgm:pt>
    <dgm:pt modelId="{A9B1C962-F3F7-4BDB-AA7A-ED6F386D4CBF}" type="pres">
      <dgm:prSet presAssocID="{DDED2630-4F51-48A5-81BF-CB1E33D9B700}" presName="textRect" presStyleLbl="revTx" presStyleIdx="0" presStyleCnt="4">
        <dgm:presLayoutVars>
          <dgm:chMax val="1"/>
          <dgm:chPref val="1"/>
        </dgm:presLayoutVars>
      </dgm:prSet>
      <dgm:spPr/>
    </dgm:pt>
    <dgm:pt modelId="{5734932D-8935-475F-A4A0-A8794D98770C}" type="pres">
      <dgm:prSet presAssocID="{77E64BE4-97F8-45BB-9100-4FCDA452720F}" presName="sibTrans" presStyleLbl="sibTrans2D1" presStyleIdx="0" presStyleCnt="0"/>
      <dgm:spPr/>
    </dgm:pt>
    <dgm:pt modelId="{F19DAE65-FD65-459A-A6C2-D72BB259D03B}" type="pres">
      <dgm:prSet presAssocID="{E2662456-AB39-40DD-87A5-51EC8F226ABA}" presName="compNode" presStyleCnt="0"/>
      <dgm:spPr/>
    </dgm:pt>
    <dgm:pt modelId="{AC4C6D33-EAA7-4F8B-AFAE-D6EFF12D7DAA}" type="pres">
      <dgm:prSet presAssocID="{E2662456-AB39-40DD-87A5-51EC8F226ABA}" presName="iconBgRect" presStyleLbl="bgShp" presStyleIdx="1" presStyleCnt="4"/>
      <dgm:spPr/>
    </dgm:pt>
    <dgm:pt modelId="{C5F96AC4-3573-4FAB-BF0D-98B90FD2A251}" type="pres">
      <dgm:prSet presAssocID="{E2662456-AB39-40DD-87A5-51EC8F226AB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53AF77E6-919D-48FD-B2C0-C2501863A869}" type="pres">
      <dgm:prSet presAssocID="{E2662456-AB39-40DD-87A5-51EC8F226ABA}" presName="spaceRect" presStyleCnt="0"/>
      <dgm:spPr/>
    </dgm:pt>
    <dgm:pt modelId="{A13A6D5C-B34E-40A2-8044-219161508BE4}" type="pres">
      <dgm:prSet presAssocID="{E2662456-AB39-40DD-87A5-51EC8F226ABA}" presName="textRect" presStyleLbl="revTx" presStyleIdx="1" presStyleCnt="4">
        <dgm:presLayoutVars>
          <dgm:chMax val="1"/>
          <dgm:chPref val="1"/>
        </dgm:presLayoutVars>
      </dgm:prSet>
      <dgm:spPr/>
    </dgm:pt>
    <dgm:pt modelId="{1B9931FC-ACA3-41F9-8A5B-4A0A759E8706}" type="pres">
      <dgm:prSet presAssocID="{AFC466E7-C46D-4357-8E65-81EEAA401BAA}" presName="sibTrans" presStyleLbl="sibTrans2D1" presStyleIdx="0" presStyleCnt="0"/>
      <dgm:spPr/>
    </dgm:pt>
    <dgm:pt modelId="{87955053-9CC8-4EBC-BAAF-546AC4B82F01}" type="pres">
      <dgm:prSet presAssocID="{F0425B42-5348-4CA6-B6CA-D946D3B5D58D}" presName="compNode" presStyleCnt="0"/>
      <dgm:spPr/>
    </dgm:pt>
    <dgm:pt modelId="{15A4DB1F-1082-45E0-BC1A-EFF39382A2C6}" type="pres">
      <dgm:prSet presAssocID="{F0425B42-5348-4CA6-B6CA-D946D3B5D58D}" presName="iconBgRect" presStyleLbl="bgShp" presStyleIdx="2" presStyleCnt="4"/>
      <dgm:spPr/>
    </dgm:pt>
    <dgm:pt modelId="{06A4C78B-2A8D-43AA-8AFF-431CA2438F7D}" type="pres">
      <dgm:prSet presAssocID="{F0425B42-5348-4CA6-B6CA-D946D3B5D58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EAE2D0E5-82E6-4A2C-AB53-2B44B2839D5B}" type="pres">
      <dgm:prSet presAssocID="{F0425B42-5348-4CA6-B6CA-D946D3B5D58D}" presName="spaceRect" presStyleCnt="0"/>
      <dgm:spPr/>
    </dgm:pt>
    <dgm:pt modelId="{18000472-93E1-4FD7-8F61-B11401992717}" type="pres">
      <dgm:prSet presAssocID="{F0425B42-5348-4CA6-B6CA-D946D3B5D58D}" presName="textRect" presStyleLbl="revTx" presStyleIdx="2" presStyleCnt="4">
        <dgm:presLayoutVars>
          <dgm:chMax val="1"/>
          <dgm:chPref val="1"/>
        </dgm:presLayoutVars>
      </dgm:prSet>
      <dgm:spPr/>
    </dgm:pt>
    <dgm:pt modelId="{FCD6C161-5BD7-4584-81B8-535F30B25B66}" type="pres">
      <dgm:prSet presAssocID="{A66DAE7D-891C-4E98-A43E-A9DE98199FC6}" presName="sibTrans" presStyleLbl="sibTrans2D1" presStyleIdx="0" presStyleCnt="0"/>
      <dgm:spPr/>
    </dgm:pt>
    <dgm:pt modelId="{AFEC1791-72C9-478D-A07A-679AA68F79D3}" type="pres">
      <dgm:prSet presAssocID="{D0DC4567-998E-44DE-83CB-0CA192FFFF98}" presName="compNode" presStyleCnt="0"/>
      <dgm:spPr/>
    </dgm:pt>
    <dgm:pt modelId="{6506DF8C-125A-4CDF-9123-12B010ED04EF}" type="pres">
      <dgm:prSet presAssocID="{D0DC4567-998E-44DE-83CB-0CA192FFFF98}" presName="iconBgRect" presStyleLbl="bgShp" presStyleIdx="3" presStyleCnt="4"/>
      <dgm:spPr/>
    </dgm:pt>
    <dgm:pt modelId="{172EC4F7-3754-4542-8346-D7ADC96CF5A7}" type="pres">
      <dgm:prSet presAssocID="{D0DC4567-998E-44DE-83CB-0CA192FFFF9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0EC8F064-0408-48D8-8535-CC1EFD1ED94A}" type="pres">
      <dgm:prSet presAssocID="{D0DC4567-998E-44DE-83CB-0CA192FFFF98}" presName="spaceRect" presStyleCnt="0"/>
      <dgm:spPr/>
    </dgm:pt>
    <dgm:pt modelId="{725FF3A7-E94A-4182-89D9-E294E441FE2C}" type="pres">
      <dgm:prSet presAssocID="{D0DC4567-998E-44DE-83CB-0CA192FFFF9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95D0900-EF71-40A1-BD91-DD01AAD6C963}" srcId="{E1BA1C97-FB1D-4FD9-A4C6-F1BB2AE60490}" destId="{DDED2630-4F51-48A5-81BF-CB1E33D9B700}" srcOrd="0" destOrd="0" parTransId="{B5938EC0-797F-4D4C-BA19-B9E80EE18CD3}" sibTransId="{77E64BE4-97F8-45BB-9100-4FCDA452720F}"/>
    <dgm:cxn modelId="{2583990D-6A51-4095-85F7-E4F319D4F34A}" type="presOf" srcId="{DDED2630-4F51-48A5-81BF-CB1E33D9B700}" destId="{A9B1C962-F3F7-4BDB-AA7A-ED6F386D4CBF}" srcOrd="0" destOrd="0" presId="urn:microsoft.com/office/officeart/2018/2/layout/IconCircleList"/>
    <dgm:cxn modelId="{2E1CF01D-0EE1-40E1-BB7D-EC3E33FB5984}" type="presOf" srcId="{D0DC4567-998E-44DE-83CB-0CA192FFFF98}" destId="{725FF3A7-E94A-4182-89D9-E294E441FE2C}" srcOrd="0" destOrd="0" presId="urn:microsoft.com/office/officeart/2018/2/layout/IconCircleList"/>
    <dgm:cxn modelId="{371ABB68-7BF8-48EC-9D28-EB81645AB6EE}" srcId="{E1BA1C97-FB1D-4FD9-A4C6-F1BB2AE60490}" destId="{F0425B42-5348-4CA6-B6CA-D946D3B5D58D}" srcOrd="2" destOrd="0" parTransId="{B0D14F1E-EA6A-45E7-86BE-5BC92925982E}" sibTransId="{A66DAE7D-891C-4E98-A43E-A9DE98199FC6}"/>
    <dgm:cxn modelId="{7501588B-C15F-41BF-8B39-5E63B1C7C6E7}" type="presOf" srcId="{F0425B42-5348-4CA6-B6CA-D946D3B5D58D}" destId="{18000472-93E1-4FD7-8F61-B11401992717}" srcOrd="0" destOrd="0" presId="urn:microsoft.com/office/officeart/2018/2/layout/IconCircleList"/>
    <dgm:cxn modelId="{4160198C-2B6D-4970-8605-BF58216ABAFA}" type="presOf" srcId="{77E64BE4-97F8-45BB-9100-4FCDA452720F}" destId="{5734932D-8935-475F-A4A0-A8794D98770C}" srcOrd="0" destOrd="0" presId="urn:microsoft.com/office/officeart/2018/2/layout/IconCircleList"/>
    <dgm:cxn modelId="{5BA66DA3-4959-48C3-86DE-0C284A84EAC0}" srcId="{E1BA1C97-FB1D-4FD9-A4C6-F1BB2AE60490}" destId="{D0DC4567-998E-44DE-83CB-0CA192FFFF98}" srcOrd="3" destOrd="0" parTransId="{83316039-008B-4A5D-9575-136A61CB3A51}" sibTransId="{E3F23D18-AC8E-495E-8D44-9AC78C01ECA2}"/>
    <dgm:cxn modelId="{BB1816B7-A99E-4918-BB6F-1BD8313ED232}" type="presOf" srcId="{AFC466E7-C46D-4357-8E65-81EEAA401BAA}" destId="{1B9931FC-ACA3-41F9-8A5B-4A0A759E8706}" srcOrd="0" destOrd="0" presId="urn:microsoft.com/office/officeart/2018/2/layout/IconCircleList"/>
    <dgm:cxn modelId="{03236FD0-384D-468E-B629-3F939DE3E233}" type="presOf" srcId="{E1BA1C97-FB1D-4FD9-A4C6-F1BB2AE60490}" destId="{1353CD9E-A8EB-4E00-949B-7DE6B47AFE5C}" srcOrd="0" destOrd="0" presId="urn:microsoft.com/office/officeart/2018/2/layout/IconCircleList"/>
    <dgm:cxn modelId="{A54669D3-77A7-4EF8-BFB6-9B3A64DDF541}" srcId="{E1BA1C97-FB1D-4FD9-A4C6-F1BB2AE60490}" destId="{E2662456-AB39-40DD-87A5-51EC8F226ABA}" srcOrd="1" destOrd="0" parTransId="{34A27AD2-102E-4570-A28E-1A4CCBDC9F91}" sibTransId="{AFC466E7-C46D-4357-8E65-81EEAA401BAA}"/>
    <dgm:cxn modelId="{6E1560DB-31A3-4903-B4E5-143722953085}" type="presOf" srcId="{A66DAE7D-891C-4E98-A43E-A9DE98199FC6}" destId="{FCD6C161-5BD7-4584-81B8-535F30B25B66}" srcOrd="0" destOrd="0" presId="urn:microsoft.com/office/officeart/2018/2/layout/IconCircleList"/>
    <dgm:cxn modelId="{AC089CDC-313F-4774-B785-D361E170FAF7}" type="presOf" srcId="{E2662456-AB39-40DD-87A5-51EC8F226ABA}" destId="{A13A6D5C-B34E-40A2-8044-219161508BE4}" srcOrd="0" destOrd="0" presId="urn:microsoft.com/office/officeart/2018/2/layout/IconCircleList"/>
    <dgm:cxn modelId="{6547F4B0-006D-4546-83A3-341860F95E4F}" type="presParOf" srcId="{1353CD9E-A8EB-4E00-949B-7DE6B47AFE5C}" destId="{9C2804CB-1208-4A36-AA20-35545315E76F}" srcOrd="0" destOrd="0" presId="urn:microsoft.com/office/officeart/2018/2/layout/IconCircleList"/>
    <dgm:cxn modelId="{8BB876C4-DADF-4EB4-8BCA-6FAB75A02354}" type="presParOf" srcId="{9C2804CB-1208-4A36-AA20-35545315E76F}" destId="{75D72662-5863-41EE-BB33-4DB0CC47E8B6}" srcOrd="0" destOrd="0" presId="urn:microsoft.com/office/officeart/2018/2/layout/IconCircleList"/>
    <dgm:cxn modelId="{8BE4908E-B581-4E04-98C7-B53409F4B6BD}" type="presParOf" srcId="{75D72662-5863-41EE-BB33-4DB0CC47E8B6}" destId="{2021435E-21FB-4C9D-8F7C-ECAD07D3E27B}" srcOrd="0" destOrd="0" presId="urn:microsoft.com/office/officeart/2018/2/layout/IconCircleList"/>
    <dgm:cxn modelId="{88973416-91F8-4EE4-8542-96FFC7012D70}" type="presParOf" srcId="{75D72662-5863-41EE-BB33-4DB0CC47E8B6}" destId="{49DB91D9-1C7F-4100-A8C6-7C326E24227E}" srcOrd="1" destOrd="0" presId="urn:microsoft.com/office/officeart/2018/2/layout/IconCircleList"/>
    <dgm:cxn modelId="{6E1FCB11-A0C1-4A99-A6A7-E01F4B9FC170}" type="presParOf" srcId="{75D72662-5863-41EE-BB33-4DB0CC47E8B6}" destId="{ADC4052C-4043-4E7F-A541-D482ABD05C7E}" srcOrd="2" destOrd="0" presId="urn:microsoft.com/office/officeart/2018/2/layout/IconCircleList"/>
    <dgm:cxn modelId="{92A9983F-9230-4DB7-BFCC-F291E05F9E37}" type="presParOf" srcId="{75D72662-5863-41EE-BB33-4DB0CC47E8B6}" destId="{A9B1C962-F3F7-4BDB-AA7A-ED6F386D4CBF}" srcOrd="3" destOrd="0" presId="urn:microsoft.com/office/officeart/2018/2/layout/IconCircleList"/>
    <dgm:cxn modelId="{A3D1E967-091D-44C9-8E86-1E62834739E0}" type="presParOf" srcId="{9C2804CB-1208-4A36-AA20-35545315E76F}" destId="{5734932D-8935-475F-A4A0-A8794D98770C}" srcOrd="1" destOrd="0" presId="urn:microsoft.com/office/officeart/2018/2/layout/IconCircleList"/>
    <dgm:cxn modelId="{6B2728A9-3C5F-4631-844F-A3DE05B8BA9D}" type="presParOf" srcId="{9C2804CB-1208-4A36-AA20-35545315E76F}" destId="{F19DAE65-FD65-459A-A6C2-D72BB259D03B}" srcOrd="2" destOrd="0" presId="urn:microsoft.com/office/officeart/2018/2/layout/IconCircleList"/>
    <dgm:cxn modelId="{15B69E0D-7950-49B0-AF63-A9D2AC09EF92}" type="presParOf" srcId="{F19DAE65-FD65-459A-A6C2-D72BB259D03B}" destId="{AC4C6D33-EAA7-4F8B-AFAE-D6EFF12D7DAA}" srcOrd="0" destOrd="0" presId="urn:microsoft.com/office/officeart/2018/2/layout/IconCircleList"/>
    <dgm:cxn modelId="{D9163D25-9DBC-4D8B-8C33-35E0C6FE59EB}" type="presParOf" srcId="{F19DAE65-FD65-459A-A6C2-D72BB259D03B}" destId="{C5F96AC4-3573-4FAB-BF0D-98B90FD2A251}" srcOrd="1" destOrd="0" presId="urn:microsoft.com/office/officeart/2018/2/layout/IconCircleList"/>
    <dgm:cxn modelId="{75DAB9A3-46E3-4577-B28B-98DA1A490991}" type="presParOf" srcId="{F19DAE65-FD65-459A-A6C2-D72BB259D03B}" destId="{53AF77E6-919D-48FD-B2C0-C2501863A869}" srcOrd="2" destOrd="0" presId="urn:microsoft.com/office/officeart/2018/2/layout/IconCircleList"/>
    <dgm:cxn modelId="{142A483C-B978-4CC3-AA9A-8BA8ED051DCB}" type="presParOf" srcId="{F19DAE65-FD65-459A-A6C2-D72BB259D03B}" destId="{A13A6D5C-B34E-40A2-8044-219161508BE4}" srcOrd="3" destOrd="0" presId="urn:microsoft.com/office/officeart/2018/2/layout/IconCircleList"/>
    <dgm:cxn modelId="{8B3D37D5-55FB-405A-AF1D-E77D76E12B2D}" type="presParOf" srcId="{9C2804CB-1208-4A36-AA20-35545315E76F}" destId="{1B9931FC-ACA3-41F9-8A5B-4A0A759E8706}" srcOrd="3" destOrd="0" presId="urn:microsoft.com/office/officeart/2018/2/layout/IconCircleList"/>
    <dgm:cxn modelId="{494920CF-0D79-4C84-8688-FDE15212C11C}" type="presParOf" srcId="{9C2804CB-1208-4A36-AA20-35545315E76F}" destId="{87955053-9CC8-4EBC-BAAF-546AC4B82F01}" srcOrd="4" destOrd="0" presId="urn:microsoft.com/office/officeart/2018/2/layout/IconCircleList"/>
    <dgm:cxn modelId="{0672D566-0C99-4C76-A304-37DB8B0C5976}" type="presParOf" srcId="{87955053-9CC8-4EBC-BAAF-546AC4B82F01}" destId="{15A4DB1F-1082-45E0-BC1A-EFF39382A2C6}" srcOrd="0" destOrd="0" presId="urn:microsoft.com/office/officeart/2018/2/layout/IconCircleList"/>
    <dgm:cxn modelId="{460EA5B6-4C5F-4EF4-8B8A-0067848B5018}" type="presParOf" srcId="{87955053-9CC8-4EBC-BAAF-546AC4B82F01}" destId="{06A4C78B-2A8D-43AA-8AFF-431CA2438F7D}" srcOrd="1" destOrd="0" presId="urn:microsoft.com/office/officeart/2018/2/layout/IconCircleList"/>
    <dgm:cxn modelId="{3CE49018-919C-4B0C-8F43-C3745555DF82}" type="presParOf" srcId="{87955053-9CC8-4EBC-BAAF-546AC4B82F01}" destId="{EAE2D0E5-82E6-4A2C-AB53-2B44B2839D5B}" srcOrd="2" destOrd="0" presId="urn:microsoft.com/office/officeart/2018/2/layout/IconCircleList"/>
    <dgm:cxn modelId="{FC49209B-CF88-491D-A3FB-22EB7F8ED287}" type="presParOf" srcId="{87955053-9CC8-4EBC-BAAF-546AC4B82F01}" destId="{18000472-93E1-4FD7-8F61-B11401992717}" srcOrd="3" destOrd="0" presId="urn:microsoft.com/office/officeart/2018/2/layout/IconCircleList"/>
    <dgm:cxn modelId="{510994ED-5FEB-409E-BDC2-09019C222A0C}" type="presParOf" srcId="{9C2804CB-1208-4A36-AA20-35545315E76F}" destId="{FCD6C161-5BD7-4584-81B8-535F30B25B66}" srcOrd="5" destOrd="0" presId="urn:microsoft.com/office/officeart/2018/2/layout/IconCircleList"/>
    <dgm:cxn modelId="{17F0CB51-80B3-4EF1-8EEB-45A65CBCC5C5}" type="presParOf" srcId="{9C2804CB-1208-4A36-AA20-35545315E76F}" destId="{AFEC1791-72C9-478D-A07A-679AA68F79D3}" srcOrd="6" destOrd="0" presId="urn:microsoft.com/office/officeart/2018/2/layout/IconCircleList"/>
    <dgm:cxn modelId="{720AF040-EB0E-4D81-9B8C-2E13B3266146}" type="presParOf" srcId="{AFEC1791-72C9-478D-A07A-679AA68F79D3}" destId="{6506DF8C-125A-4CDF-9123-12B010ED04EF}" srcOrd="0" destOrd="0" presId="urn:microsoft.com/office/officeart/2018/2/layout/IconCircleList"/>
    <dgm:cxn modelId="{D73A36C9-E201-4F2A-A840-797C35D7E2D0}" type="presParOf" srcId="{AFEC1791-72C9-478D-A07A-679AA68F79D3}" destId="{172EC4F7-3754-4542-8346-D7ADC96CF5A7}" srcOrd="1" destOrd="0" presId="urn:microsoft.com/office/officeart/2018/2/layout/IconCircleList"/>
    <dgm:cxn modelId="{ED2E3A1C-346C-4A4F-8873-33561692B3A4}" type="presParOf" srcId="{AFEC1791-72C9-478D-A07A-679AA68F79D3}" destId="{0EC8F064-0408-48D8-8535-CC1EFD1ED94A}" srcOrd="2" destOrd="0" presId="urn:microsoft.com/office/officeart/2018/2/layout/IconCircleList"/>
    <dgm:cxn modelId="{620F00B7-A373-4897-B70E-A13610C87A02}" type="presParOf" srcId="{AFEC1791-72C9-478D-A07A-679AA68F79D3}" destId="{725FF3A7-E94A-4182-89D9-E294E441FE2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E7675D-CFB4-45AB-8C2C-146E64B7C5CE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90C0B40-6A6D-4646-8618-EF251F53D044}">
      <dgm:prSet/>
      <dgm:spPr/>
      <dgm:t>
        <a:bodyPr/>
        <a:lstStyle/>
        <a:p>
          <a:r>
            <a:rPr lang="en-US" dirty="0"/>
            <a:t>1. **</a:t>
          </a:r>
          <a:r>
            <a:rPr lang="en-US" b="1" dirty="0"/>
            <a:t>Hadoop** - Sistema </a:t>
          </a:r>
          <a:r>
            <a:rPr lang="en-US" dirty="0" err="1"/>
            <a:t>distribuído</a:t>
          </a:r>
          <a:r>
            <a:rPr lang="en-US" dirty="0"/>
            <a:t> para </a:t>
          </a:r>
          <a:r>
            <a:rPr lang="en-US" dirty="0" err="1"/>
            <a:t>armazenamento</a:t>
          </a:r>
          <a:r>
            <a:rPr lang="en-US" dirty="0"/>
            <a:t> e </a:t>
          </a:r>
          <a:r>
            <a:rPr lang="en-US" dirty="0" err="1"/>
            <a:t>processamento</a:t>
          </a:r>
          <a:r>
            <a:rPr lang="en-US" dirty="0"/>
            <a:t> de dados.</a:t>
          </a:r>
        </a:p>
      </dgm:t>
    </dgm:pt>
    <dgm:pt modelId="{B061B4F3-A38A-4B6C-8A35-933B675FE5F6}" type="parTrans" cxnId="{378E2EE1-4A81-4BDA-B145-9AAFCC34D693}">
      <dgm:prSet/>
      <dgm:spPr/>
      <dgm:t>
        <a:bodyPr/>
        <a:lstStyle/>
        <a:p>
          <a:endParaRPr lang="en-US"/>
        </a:p>
      </dgm:t>
    </dgm:pt>
    <dgm:pt modelId="{27C4BDF9-2C9E-463A-8955-546C40E29D36}" type="sibTrans" cxnId="{378E2EE1-4A81-4BDA-B145-9AAFCC34D693}">
      <dgm:prSet/>
      <dgm:spPr/>
      <dgm:t>
        <a:bodyPr/>
        <a:lstStyle/>
        <a:p>
          <a:endParaRPr lang="en-US"/>
        </a:p>
      </dgm:t>
    </dgm:pt>
    <dgm:pt modelId="{FEEC0C85-0814-4E8C-BD97-7243E8131929}">
      <dgm:prSet/>
      <dgm:spPr/>
      <dgm:t>
        <a:bodyPr/>
        <a:lstStyle/>
        <a:p>
          <a:r>
            <a:rPr lang="en-US" dirty="0"/>
            <a:t>2. **</a:t>
          </a:r>
          <a:r>
            <a:rPr lang="en-US" b="1" dirty="0"/>
            <a:t>Spark</a:t>
          </a:r>
          <a:r>
            <a:rPr lang="en-US" dirty="0"/>
            <a:t>** - Framework para </a:t>
          </a:r>
          <a:r>
            <a:rPr lang="en-US" dirty="0" err="1"/>
            <a:t>processamento</a:t>
          </a:r>
          <a:r>
            <a:rPr lang="en-US" dirty="0"/>
            <a:t> de dados </a:t>
          </a:r>
          <a:r>
            <a:rPr lang="en-US" dirty="0" err="1"/>
            <a:t>em</a:t>
          </a:r>
          <a:r>
            <a:rPr lang="en-US" dirty="0"/>
            <a:t> tempo real e </a:t>
          </a:r>
          <a:r>
            <a:rPr lang="en-US" dirty="0" err="1"/>
            <a:t>em</a:t>
          </a:r>
          <a:r>
            <a:rPr lang="en-US" dirty="0"/>
            <a:t> batch.</a:t>
          </a:r>
        </a:p>
      </dgm:t>
    </dgm:pt>
    <dgm:pt modelId="{D2899829-3344-41CA-A0E1-5F0D83167419}" type="parTrans" cxnId="{A8D66F9E-4EE9-4609-AA62-B57F7EA1717B}">
      <dgm:prSet/>
      <dgm:spPr/>
      <dgm:t>
        <a:bodyPr/>
        <a:lstStyle/>
        <a:p>
          <a:endParaRPr lang="en-US"/>
        </a:p>
      </dgm:t>
    </dgm:pt>
    <dgm:pt modelId="{C59FC431-98BF-4C18-BB82-8A07B83C16C2}" type="sibTrans" cxnId="{A8D66F9E-4EE9-4609-AA62-B57F7EA1717B}">
      <dgm:prSet/>
      <dgm:spPr/>
      <dgm:t>
        <a:bodyPr/>
        <a:lstStyle/>
        <a:p>
          <a:endParaRPr lang="en-US"/>
        </a:p>
      </dgm:t>
    </dgm:pt>
    <dgm:pt modelId="{50EC8A04-5D57-4D7E-AE94-B207118972FB}">
      <dgm:prSet/>
      <dgm:spPr/>
      <dgm:t>
        <a:bodyPr/>
        <a:lstStyle/>
        <a:p>
          <a:r>
            <a:rPr lang="en-US" dirty="0"/>
            <a:t>3. **</a:t>
          </a:r>
          <a:r>
            <a:rPr lang="en-US" dirty="0" err="1"/>
            <a:t>Ba</a:t>
          </a:r>
          <a:r>
            <a:rPr lang="en-US" b="1" dirty="0" err="1"/>
            <a:t>ncos</a:t>
          </a:r>
          <a:r>
            <a:rPr lang="en-US" b="1" dirty="0"/>
            <a:t> de Dados NoSQL</a:t>
          </a:r>
          <a:r>
            <a:rPr lang="en-US" dirty="0"/>
            <a:t>** - Alternativa </a:t>
          </a:r>
          <a:r>
            <a:rPr lang="en-US" dirty="0" err="1"/>
            <a:t>aos</a:t>
          </a:r>
          <a:r>
            <a:rPr lang="en-US" dirty="0"/>
            <a:t> </a:t>
          </a:r>
          <a:r>
            <a:rPr lang="en-US" dirty="0" err="1"/>
            <a:t>bancos</a:t>
          </a:r>
          <a:r>
            <a:rPr lang="en-US" dirty="0"/>
            <a:t> </a:t>
          </a:r>
          <a:r>
            <a:rPr lang="en-US" dirty="0" err="1"/>
            <a:t>relacionais</a:t>
          </a:r>
          <a:r>
            <a:rPr lang="en-US" dirty="0"/>
            <a:t>, </a:t>
          </a:r>
          <a:r>
            <a:rPr lang="en-US" dirty="0" err="1"/>
            <a:t>otimizados</a:t>
          </a:r>
          <a:r>
            <a:rPr lang="en-US" dirty="0"/>
            <a:t> para </a:t>
          </a:r>
          <a:r>
            <a:rPr lang="en-US" dirty="0" err="1"/>
            <a:t>escalabilidade</a:t>
          </a:r>
          <a:r>
            <a:rPr lang="en-US" dirty="0"/>
            <a:t>.</a:t>
          </a:r>
        </a:p>
      </dgm:t>
    </dgm:pt>
    <dgm:pt modelId="{DD45FE65-393B-4D8B-A81B-92E8837FF940}" type="parTrans" cxnId="{BD28DEAA-B93E-43F7-9A6E-BAE90D100667}">
      <dgm:prSet/>
      <dgm:spPr/>
      <dgm:t>
        <a:bodyPr/>
        <a:lstStyle/>
        <a:p>
          <a:endParaRPr lang="en-US"/>
        </a:p>
      </dgm:t>
    </dgm:pt>
    <dgm:pt modelId="{B48DC6DE-A1CB-4C44-BFA5-4F8BB8A22F75}" type="sibTrans" cxnId="{BD28DEAA-B93E-43F7-9A6E-BAE90D100667}">
      <dgm:prSet/>
      <dgm:spPr/>
      <dgm:t>
        <a:bodyPr/>
        <a:lstStyle/>
        <a:p>
          <a:endParaRPr lang="en-US"/>
        </a:p>
      </dgm:t>
    </dgm:pt>
    <dgm:pt modelId="{AAEC2C72-D385-4323-AD89-D1F232EE36C6}">
      <dgm:prSet/>
      <dgm:spPr/>
      <dgm:t>
        <a:bodyPr/>
        <a:lstStyle/>
        <a:p>
          <a:r>
            <a:rPr lang="en-US" dirty="0"/>
            <a:t>4. **</a:t>
          </a:r>
          <a:r>
            <a:rPr lang="en-US" b="1" dirty="0" err="1"/>
            <a:t>Computação</a:t>
          </a:r>
          <a:r>
            <a:rPr lang="en-US" b="1" dirty="0"/>
            <a:t> </a:t>
          </a:r>
          <a:r>
            <a:rPr lang="en-US" b="1" dirty="0" err="1"/>
            <a:t>Distribuída</a:t>
          </a:r>
          <a:r>
            <a:rPr lang="en-US" b="1" dirty="0"/>
            <a:t>** </a:t>
          </a:r>
          <a:r>
            <a:rPr lang="en-US" dirty="0"/>
            <a:t>- Técnica para </a:t>
          </a:r>
          <a:r>
            <a:rPr lang="en-US" dirty="0" err="1"/>
            <a:t>dividir</a:t>
          </a:r>
          <a:r>
            <a:rPr lang="en-US" dirty="0"/>
            <a:t> o </a:t>
          </a:r>
          <a:r>
            <a:rPr lang="en-US" dirty="0" err="1"/>
            <a:t>processamento</a:t>
          </a:r>
          <a:r>
            <a:rPr lang="en-US" dirty="0"/>
            <a:t> entre </a:t>
          </a:r>
          <a:r>
            <a:rPr lang="en-US" dirty="0" err="1"/>
            <a:t>várias</a:t>
          </a:r>
          <a:r>
            <a:rPr lang="en-US" dirty="0"/>
            <a:t> </a:t>
          </a:r>
          <a:r>
            <a:rPr lang="en-US" dirty="0" err="1"/>
            <a:t>máquinas</a:t>
          </a:r>
          <a:r>
            <a:rPr lang="en-US" dirty="0"/>
            <a:t>.</a:t>
          </a:r>
        </a:p>
      </dgm:t>
    </dgm:pt>
    <dgm:pt modelId="{0B6666A9-43C0-4F37-B598-D59AED7FBC24}" type="parTrans" cxnId="{53598710-1E22-4B97-B4D6-91F4424C06B4}">
      <dgm:prSet/>
      <dgm:spPr/>
      <dgm:t>
        <a:bodyPr/>
        <a:lstStyle/>
        <a:p>
          <a:endParaRPr lang="en-US"/>
        </a:p>
      </dgm:t>
    </dgm:pt>
    <dgm:pt modelId="{FD82908C-32FC-4AE3-9822-33E93D59098B}" type="sibTrans" cxnId="{53598710-1E22-4B97-B4D6-91F4424C06B4}">
      <dgm:prSet/>
      <dgm:spPr/>
      <dgm:t>
        <a:bodyPr/>
        <a:lstStyle/>
        <a:p>
          <a:endParaRPr lang="en-US"/>
        </a:p>
      </dgm:t>
    </dgm:pt>
    <dgm:pt modelId="{F291471F-E94C-44AF-B489-21F521FB3A4D}" type="pres">
      <dgm:prSet presAssocID="{AAE7675D-CFB4-45AB-8C2C-146E64B7C5CE}" presName="matrix" presStyleCnt="0">
        <dgm:presLayoutVars>
          <dgm:chMax val="1"/>
          <dgm:dir/>
          <dgm:resizeHandles val="exact"/>
        </dgm:presLayoutVars>
      </dgm:prSet>
      <dgm:spPr/>
    </dgm:pt>
    <dgm:pt modelId="{A6399F84-1FA8-4786-AC4C-FCE0394C4C4A}" type="pres">
      <dgm:prSet presAssocID="{AAE7675D-CFB4-45AB-8C2C-146E64B7C5CE}" presName="diamond" presStyleLbl="bgShp" presStyleIdx="0" presStyleCnt="1"/>
      <dgm:spPr/>
    </dgm:pt>
    <dgm:pt modelId="{642A390C-79ED-4CBA-A2D2-4C210FF00B26}" type="pres">
      <dgm:prSet presAssocID="{AAE7675D-CFB4-45AB-8C2C-146E64B7C5C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6659F12-5583-4317-8EE5-F255BAA242CB}" type="pres">
      <dgm:prSet presAssocID="{AAE7675D-CFB4-45AB-8C2C-146E64B7C5C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E37CDF5-B901-45ED-8F0E-7DA7CC041D6C}" type="pres">
      <dgm:prSet presAssocID="{AAE7675D-CFB4-45AB-8C2C-146E64B7C5C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C2FCD7A-5B3C-43DE-BEC5-CCA7CDD3B55C}" type="pres">
      <dgm:prSet presAssocID="{AAE7675D-CFB4-45AB-8C2C-146E64B7C5C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3598710-1E22-4B97-B4D6-91F4424C06B4}" srcId="{AAE7675D-CFB4-45AB-8C2C-146E64B7C5CE}" destId="{AAEC2C72-D385-4323-AD89-D1F232EE36C6}" srcOrd="3" destOrd="0" parTransId="{0B6666A9-43C0-4F37-B598-D59AED7FBC24}" sibTransId="{FD82908C-32FC-4AE3-9822-33E93D59098B}"/>
    <dgm:cxn modelId="{FCA44249-D988-480B-A5C6-F281138B260A}" type="presOf" srcId="{AAEC2C72-D385-4323-AD89-D1F232EE36C6}" destId="{5C2FCD7A-5B3C-43DE-BEC5-CCA7CDD3B55C}" srcOrd="0" destOrd="0" presId="urn:microsoft.com/office/officeart/2005/8/layout/matrix3"/>
    <dgm:cxn modelId="{81547C6C-5F22-4F77-894B-48F71E21C3D2}" type="presOf" srcId="{AAE7675D-CFB4-45AB-8C2C-146E64B7C5CE}" destId="{F291471F-E94C-44AF-B489-21F521FB3A4D}" srcOrd="0" destOrd="0" presId="urn:microsoft.com/office/officeart/2005/8/layout/matrix3"/>
    <dgm:cxn modelId="{1545F75A-7359-46DD-B914-4EA91183B5E8}" type="presOf" srcId="{50EC8A04-5D57-4D7E-AE94-B207118972FB}" destId="{FE37CDF5-B901-45ED-8F0E-7DA7CC041D6C}" srcOrd="0" destOrd="0" presId="urn:microsoft.com/office/officeart/2005/8/layout/matrix3"/>
    <dgm:cxn modelId="{AB026189-398E-4799-A960-1B48DDA238DC}" type="presOf" srcId="{FEEC0C85-0814-4E8C-BD97-7243E8131929}" destId="{26659F12-5583-4317-8EE5-F255BAA242CB}" srcOrd="0" destOrd="0" presId="urn:microsoft.com/office/officeart/2005/8/layout/matrix3"/>
    <dgm:cxn modelId="{A8D66F9E-4EE9-4609-AA62-B57F7EA1717B}" srcId="{AAE7675D-CFB4-45AB-8C2C-146E64B7C5CE}" destId="{FEEC0C85-0814-4E8C-BD97-7243E8131929}" srcOrd="1" destOrd="0" parTransId="{D2899829-3344-41CA-A0E1-5F0D83167419}" sibTransId="{C59FC431-98BF-4C18-BB82-8A07B83C16C2}"/>
    <dgm:cxn modelId="{BD28DEAA-B93E-43F7-9A6E-BAE90D100667}" srcId="{AAE7675D-CFB4-45AB-8C2C-146E64B7C5CE}" destId="{50EC8A04-5D57-4D7E-AE94-B207118972FB}" srcOrd="2" destOrd="0" parTransId="{DD45FE65-393B-4D8B-A81B-92E8837FF940}" sibTransId="{B48DC6DE-A1CB-4C44-BFA5-4F8BB8A22F75}"/>
    <dgm:cxn modelId="{378E2EE1-4A81-4BDA-B145-9AAFCC34D693}" srcId="{AAE7675D-CFB4-45AB-8C2C-146E64B7C5CE}" destId="{790C0B40-6A6D-4646-8618-EF251F53D044}" srcOrd="0" destOrd="0" parTransId="{B061B4F3-A38A-4B6C-8A35-933B675FE5F6}" sibTransId="{27C4BDF9-2C9E-463A-8955-546C40E29D36}"/>
    <dgm:cxn modelId="{5041A3EC-9AEC-4835-854F-5123C79F1553}" type="presOf" srcId="{790C0B40-6A6D-4646-8618-EF251F53D044}" destId="{642A390C-79ED-4CBA-A2D2-4C210FF00B26}" srcOrd="0" destOrd="0" presId="urn:microsoft.com/office/officeart/2005/8/layout/matrix3"/>
    <dgm:cxn modelId="{EACCA06D-26B9-4866-B5D9-4B79BA3C8CA2}" type="presParOf" srcId="{F291471F-E94C-44AF-B489-21F521FB3A4D}" destId="{A6399F84-1FA8-4786-AC4C-FCE0394C4C4A}" srcOrd="0" destOrd="0" presId="urn:microsoft.com/office/officeart/2005/8/layout/matrix3"/>
    <dgm:cxn modelId="{89BDB6FE-046D-4C81-9C10-A717B82B9D51}" type="presParOf" srcId="{F291471F-E94C-44AF-B489-21F521FB3A4D}" destId="{642A390C-79ED-4CBA-A2D2-4C210FF00B26}" srcOrd="1" destOrd="0" presId="urn:microsoft.com/office/officeart/2005/8/layout/matrix3"/>
    <dgm:cxn modelId="{ED01AF71-CCA8-4EF6-B855-D9E1B07A605F}" type="presParOf" srcId="{F291471F-E94C-44AF-B489-21F521FB3A4D}" destId="{26659F12-5583-4317-8EE5-F255BAA242CB}" srcOrd="2" destOrd="0" presId="urn:microsoft.com/office/officeart/2005/8/layout/matrix3"/>
    <dgm:cxn modelId="{FE331486-ACB4-400C-BD2E-B40D053D3B69}" type="presParOf" srcId="{F291471F-E94C-44AF-B489-21F521FB3A4D}" destId="{FE37CDF5-B901-45ED-8F0E-7DA7CC041D6C}" srcOrd="3" destOrd="0" presId="urn:microsoft.com/office/officeart/2005/8/layout/matrix3"/>
    <dgm:cxn modelId="{52E45563-C6CF-420A-A032-ADE9B17CE966}" type="presParOf" srcId="{F291471F-E94C-44AF-B489-21F521FB3A4D}" destId="{5C2FCD7A-5B3C-43DE-BEC5-CCA7CDD3B55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74B16D-9D8F-43C3-90B0-62F291F18BA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DDBFE9-FB21-4BE9-94DF-3E620736B4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</a:t>
          </a:r>
          <a:r>
            <a:rPr lang="en-US" b="1" dirty="0"/>
            <a:t>HDFS (Hadoop Distributed File System) </a:t>
          </a:r>
          <a:r>
            <a:rPr lang="en-US" dirty="0"/>
            <a:t>- </a:t>
          </a:r>
          <a:r>
            <a:rPr lang="en-US" dirty="0" err="1"/>
            <a:t>Armazena</a:t>
          </a:r>
          <a:r>
            <a:rPr lang="en-US" dirty="0"/>
            <a:t> </a:t>
          </a:r>
          <a:r>
            <a:rPr lang="en-US" dirty="0" err="1"/>
            <a:t>grandes</a:t>
          </a:r>
          <a:r>
            <a:rPr lang="en-US" dirty="0"/>
            <a:t> volumes de dados </a:t>
          </a:r>
          <a:r>
            <a:rPr lang="en-US" dirty="0" err="1"/>
            <a:t>distribuídos</a:t>
          </a:r>
          <a:r>
            <a:rPr lang="en-US" dirty="0"/>
            <a:t>.</a:t>
          </a:r>
        </a:p>
      </dgm:t>
    </dgm:pt>
    <dgm:pt modelId="{4D64E7E0-E5AA-4235-B606-D7B60E62212F}" type="parTrans" cxnId="{192BF3E4-65DB-4B80-AF73-6B1DF8DA66F8}">
      <dgm:prSet/>
      <dgm:spPr/>
      <dgm:t>
        <a:bodyPr/>
        <a:lstStyle/>
        <a:p>
          <a:endParaRPr lang="en-US"/>
        </a:p>
      </dgm:t>
    </dgm:pt>
    <dgm:pt modelId="{BF36D01A-85B3-4F43-8E1E-EEEBA453A0F9}" type="sibTrans" cxnId="{192BF3E4-65DB-4B80-AF73-6B1DF8DA66F8}">
      <dgm:prSet/>
      <dgm:spPr/>
      <dgm:t>
        <a:bodyPr/>
        <a:lstStyle/>
        <a:p>
          <a:endParaRPr lang="en-US"/>
        </a:p>
      </dgm:t>
    </dgm:pt>
    <dgm:pt modelId="{B71C3100-DD29-4F82-8C09-11397FA59E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MapReduce</a:t>
          </a:r>
          <a:r>
            <a:rPr lang="en-US" dirty="0"/>
            <a:t> - </a:t>
          </a:r>
          <a:r>
            <a:rPr lang="en-US" dirty="0" err="1"/>
            <a:t>Modelo</a:t>
          </a:r>
          <a:r>
            <a:rPr lang="en-US" dirty="0"/>
            <a:t> de </a:t>
          </a:r>
          <a:r>
            <a:rPr lang="en-US" dirty="0" err="1"/>
            <a:t>programação</a:t>
          </a:r>
          <a:r>
            <a:rPr lang="en-US" dirty="0"/>
            <a:t> para </a:t>
          </a:r>
          <a:r>
            <a:rPr lang="en-US" dirty="0" err="1"/>
            <a:t>processar</a:t>
          </a:r>
          <a:r>
            <a:rPr lang="en-US" dirty="0"/>
            <a:t> </a:t>
          </a:r>
          <a:r>
            <a:rPr lang="en-US" dirty="0" err="1"/>
            <a:t>grandes</a:t>
          </a:r>
          <a:r>
            <a:rPr lang="en-US" dirty="0"/>
            <a:t> conjuntos de dados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paralelo</a:t>
          </a:r>
          <a:r>
            <a:rPr lang="en-US" dirty="0"/>
            <a:t>.</a:t>
          </a:r>
        </a:p>
      </dgm:t>
    </dgm:pt>
    <dgm:pt modelId="{C95943AE-DD11-4381-A417-ABD0A366E4A5}" type="parTrans" cxnId="{47BAE7D5-2957-46AF-8D63-FAA5EF987081}">
      <dgm:prSet/>
      <dgm:spPr/>
      <dgm:t>
        <a:bodyPr/>
        <a:lstStyle/>
        <a:p>
          <a:endParaRPr lang="en-US"/>
        </a:p>
      </dgm:t>
    </dgm:pt>
    <dgm:pt modelId="{452C9EAE-F6B2-4443-9E0F-D0CEB95B5AB1}" type="sibTrans" cxnId="{47BAE7D5-2957-46AF-8D63-FAA5EF987081}">
      <dgm:prSet/>
      <dgm:spPr/>
      <dgm:t>
        <a:bodyPr/>
        <a:lstStyle/>
        <a:p>
          <a:endParaRPr lang="en-US"/>
        </a:p>
      </dgm:t>
    </dgm:pt>
    <dgm:pt modelId="{AE1C36DF-0868-424A-96FE-277893D0CA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YARN</a:t>
          </a:r>
          <a:r>
            <a:rPr lang="en-US" dirty="0"/>
            <a:t> - </a:t>
          </a:r>
          <a:r>
            <a:rPr lang="en-US" dirty="0" err="1"/>
            <a:t>Gerenciador</a:t>
          </a:r>
          <a:r>
            <a:rPr lang="en-US" dirty="0"/>
            <a:t> de </a:t>
          </a:r>
          <a:r>
            <a:rPr lang="en-US" dirty="0" err="1"/>
            <a:t>recursos</a:t>
          </a:r>
          <a:r>
            <a:rPr lang="en-US" dirty="0"/>
            <a:t> para </a:t>
          </a:r>
          <a:r>
            <a:rPr lang="en-US" dirty="0" err="1"/>
            <a:t>aplicações</a:t>
          </a:r>
          <a:r>
            <a:rPr lang="en-US" dirty="0"/>
            <a:t> </a:t>
          </a:r>
          <a:r>
            <a:rPr lang="en-US" dirty="0" err="1"/>
            <a:t>distribuídas</a:t>
          </a:r>
          <a:r>
            <a:rPr lang="en-US" dirty="0"/>
            <a:t>.</a:t>
          </a:r>
        </a:p>
      </dgm:t>
    </dgm:pt>
    <dgm:pt modelId="{997C4498-2C48-4D6C-995F-84FC80B41B84}" type="parTrans" cxnId="{33D916C3-E322-4F94-B7CA-3307A1D34B6D}">
      <dgm:prSet/>
      <dgm:spPr/>
      <dgm:t>
        <a:bodyPr/>
        <a:lstStyle/>
        <a:p>
          <a:endParaRPr lang="en-US"/>
        </a:p>
      </dgm:t>
    </dgm:pt>
    <dgm:pt modelId="{7147598E-EA2B-4F6E-ABE0-1B72FF49B5E0}" type="sibTrans" cxnId="{33D916C3-E322-4F94-B7CA-3307A1D34B6D}">
      <dgm:prSet/>
      <dgm:spPr/>
      <dgm:t>
        <a:bodyPr/>
        <a:lstStyle/>
        <a:p>
          <a:endParaRPr lang="en-US"/>
        </a:p>
      </dgm:t>
    </dgm:pt>
    <dgm:pt modelId="{4F7757B2-E2DC-4F26-9F60-E0DAABA64BF0}" type="pres">
      <dgm:prSet presAssocID="{4074B16D-9D8F-43C3-90B0-62F291F18BA9}" presName="root" presStyleCnt="0">
        <dgm:presLayoutVars>
          <dgm:dir/>
          <dgm:resizeHandles val="exact"/>
        </dgm:presLayoutVars>
      </dgm:prSet>
      <dgm:spPr/>
    </dgm:pt>
    <dgm:pt modelId="{A0DA8113-0EE0-4429-82F8-881E515E6591}" type="pres">
      <dgm:prSet presAssocID="{77DDBFE9-FB21-4BE9-94DF-3E620736B42E}" presName="compNode" presStyleCnt="0"/>
      <dgm:spPr/>
    </dgm:pt>
    <dgm:pt modelId="{4A40F7F1-348B-4555-86A8-74E64041A8FC}" type="pres">
      <dgm:prSet presAssocID="{77DDBFE9-FB21-4BE9-94DF-3E620736B42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C7F2D4C1-EB49-4F27-A039-651F4AB45AE2}" type="pres">
      <dgm:prSet presAssocID="{77DDBFE9-FB21-4BE9-94DF-3E620736B42E}" presName="spaceRect" presStyleCnt="0"/>
      <dgm:spPr/>
    </dgm:pt>
    <dgm:pt modelId="{8AD80B51-6940-42E3-BCE7-1D82C734E69E}" type="pres">
      <dgm:prSet presAssocID="{77DDBFE9-FB21-4BE9-94DF-3E620736B42E}" presName="textRect" presStyleLbl="revTx" presStyleIdx="0" presStyleCnt="3">
        <dgm:presLayoutVars>
          <dgm:chMax val="1"/>
          <dgm:chPref val="1"/>
        </dgm:presLayoutVars>
      </dgm:prSet>
      <dgm:spPr/>
    </dgm:pt>
    <dgm:pt modelId="{6C427EB8-3B6F-4319-8F05-75101208CD8B}" type="pres">
      <dgm:prSet presAssocID="{BF36D01A-85B3-4F43-8E1E-EEEBA453A0F9}" presName="sibTrans" presStyleCnt="0"/>
      <dgm:spPr/>
    </dgm:pt>
    <dgm:pt modelId="{8C91FFE1-6CB7-4F00-BD87-03169F4DAC2E}" type="pres">
      <dgm:prSet presAssocID="{B71C3100-DD29-4F82-8C09-11397FA59E28}" presName="compNode" presStyleCnt="0"/>
      <dgm:spPr/>
    </dgm:pt>
    <dgm:pt modelId="{5ECABBC1-0D5F-4B9F-B4F9-573AC3278A57}" type="pres">
      <dgm:prSet presAssocID="{B71C3100-DD29-4F82-8C09-11397FA59E2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B06DAF90-74D2-4232-8AA6-F4B2F4FDFC30}" type="pres">
      <dgm:prSet presAssocID="{B71C3100-DD29-4F82-8C09-11397FA59E28}" presName="spaceRect" presStyleCnt="0"/>
      <dgm:spPr/>
    </dgm:pt>
    <dgm:pt modelId="{49930210-D2CE-4E1D-9E47-12A5C77AFB8D}" type="pres">
      <dgm:prSet presAssocID="{B71C3100-DD29-4F82-8C09-11397FA59E28}" presName="textRect" presStyleLbl="revTx" presStyleIdx="1" presStyleCnt="3">
        <dgm:presLayoutVars>
          <dgm:chMax val="1"/>
          <dgm:chPref val="1"/>
        </dgm:presLayoutVars>
      </dgm:prSet>
      <dgm:spPr/>
    </dgm:pt>
    <dgm:pt modelId="{71C18FD8-5BA8-47F8-B690-E4DA08C3F0A6}" type="pres">
      <dgm:prSet presAssocID="{452C9EAE-F6B2-4443-9E0F-D0CEB95B5AB1}" presName="sibTrans" presStyleCnt="0"/>
      <dgm:spPr/>
    </dgm:pt>
    <dgm:pt modelId="{065E8428-5A59-42EF-BCDE-4C2DCAEF5C1E}" type="pres">
      <dgm:prSet presAssocID="{AE1C36DF-0868-424A-96FE-277893D0CAAE}" presName="compNode" presStyleCnt="0"/>
      <dgm:spPr/>
    </dgm:pt>
    <dgm:pt modelId="{394484B9-45C1-4A68-9B7A-C1225D4EBCD9}" type="pres">
      <dgm:prSet presAssocID="{AE1C36DF-0868-424A-96FE-277893D0CAA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ia"/>
        </a:ext>
      </dgm:extLst>
    </dgm:pt>
    <dgm:pt modelId="{4211AFD6-3717-4F20-B8AF-F0D7452EE067}" type="pres">
      <dgm:prSet presAssocID="{AE1C36DF-0868-424A-96FE-277893D0CAAE}" presName="spaceRect" presStyleCnt="0"/>
      <dgm:spPr/>
    </dgm:pt>
    <dgm:pt modelId="{D3A9F5C8-F2D2-4885-82F7-0ECC2C6C5238}" type="pres">
      <dgm:prSet presAssocID="{AE1C36DF-0868-424A-96FE-277893D0CAA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5EF7833-9090-423B-BB92-C5382809B92D}" type="presOf" srcId="{B71C3100-DD29-4F82-8C09-11397FA59E28}" destId="{49930210-D2CE-4E1D-9E47-12A5C77AFB8D}" srcOrd="0" destOrd="0" presId="urn:microsoft.com/office/officeart/2018/2/layout/IconLabelList"/>
    <dgm:cxn modelId="{2E10F433-830A-486F-896D-ECAA8AA54494}" type="presOf" srcId="{4074B16D-9D8F-43C3-90B0-62F291F18BA9}" destId="{4F7757B2-E2DC-4F26-9F60-E0DAABA64BF0}" srcOrd="0" destOrd="0" presId="urn:microsoft.com/office/officeart/2018/2/layout/IconLabelList"/>
    <dgm:cxn modelId="{1A9B2C63-04E2-42AF-A833-4B0CA3766D7E}" type="presOf" srcId="{AE1C36DF-0868-424A-96FE-277893D0CAAE}" destId="{D3A9F5C8-F2D2-4885-82F7-0ECC2C6C5238}" srcOrd="0" destOrd="0" presId="urn:microsoft.com/office/officeart/2018/2/layout/IconLabelList"/>
    <dgm:cxn modelId="{33D916C3-E322-4F94-B7CA-3307A1D34B6D}" srcId="{4074B16D-9D8F-43C3-90B0-62F291F18BA9}" destId="{AE1C36DF-0868-424A-96FE-277893D0CAAE}" srcOrd="2" destOrd="0" parTransId="{997C4498-2C48-4D6C-995F-84FC80B41B84}" sibTransId="{7147598E-EA2B-4F6E-ABE0-1B72FF49B5E0}"/>
    <dgm:cxn modelId="{47BAE7D5-2957-46AF-8D63-FAA5EF987081}" srcId="{4074B16D-9D8F-43C3-90B0-62F291F18BA9}" destId="{B71C3100-DD29-4F82-8C09-11397FA59E28}" srcOrd="1" destOrd="0" parTransId="{C95943AE-DD11-4381-A417-ABD0A366E4A5}" sibTransId="{452C9EAE-F6B2-4443-9E0F-D0CEB95B5AB1}"/>
    <dgm:cxn modelId="{5C3560D9-A801-4CE5-B5B0-5980716514E2}" type="presOf" srcId="{77DDBFE9-FB21-4BE9-94DF-3E620736B42E}" destId="{8AD80B51-6940-42E3-BCE7-1D82C734E69E}" srcOrd="0" destOrd="0" presId="urn:microsoft.com/office/officeart/2018/2/layout/IconLabelList"/>
    <dgm:cxn modelId="{192BF3E4-65DB-4B80-AF73-6B1DF8DA66F8}" srcId="{4074B16D-9D8F-43C3-90B0-62F291F18BA9}" destId="{77DDBFE9-FB21-4BE9-94DF-3E620736B42E}" srcOrd="0" destOrd="0" parTransId="{4D64E7E0-E5AA-4235-B606-D7B60E62212F}" sibTransId="{BF36D01A-85B3-4F43-8E1E-EEEBA453A0F9}"/>
    <dgm:cxn modelId="{E6BDFF1F-7334-410B-A841-6EB22FBFE53F}" type="presParOf" srcId="{4F7757B2-E2DC-4F26-9F60-E0DAABA64BF0}" destId="{A0DA8113-0EE0-4429-82F8-881E515E6591}" srcOrd="0" destOrd="0" presId="urn:microsoft.com/office/officeart/2018/2/layout/IconLabelList"/>
    <dgm:cxn modelId="{34829373-5FE0-4CF5-A706-5044E6663192}" type="presParOf" srcId="{A0DA8113-0EE0-4429-82F8-881E515E6591}" destId="{4A40F7F1-348B-4555-86A8-74E64041A8FC}" srcOrd="0" destOrd="0" presId="urn:microsoft.com/office/officeart/2018/2/layout/IconLabelList"/>
    <dgm:cxn modelId="{3C140C70-1669-417B-84FF-66690A0A4DEE}" type="presParOf" srcId="{A0DA8113-0EE0-4429-82F8-881E515E6591}" destId="{C7F2D4C1-EB49-4F27-A039-651F4AB45AE2}" srcOrd="1" destOrd="0" presId="urn:microsoft.com/office/officeart/2018/2/layout/IconLabelList"/>
    <dgm:cxn modelId="{AA7DBDBB-0148-4DAB-A386-8F74B6FEB5BB}" type="presParOf" srcId="{A0DA8113-0EE0-4429-82F8-881E515E6591}" destId="{8AD80B51-6940-42E3-BCE7-1D82C734E69E}" srcOrd="2" destOrd="0" presId="urn:microsoft.com/office/officeart/2018/2/layout/IconLabelList"/>
    <dgm:cxn modelId="{BD26BCA5-B58E-4105-AEF9-E1D11453BC80}" type="presParOf" srcId="{4F7757B2-E2DC-4F26-9F60-E0DAABA64BF0}" destId="{6C427EB8-3B6F-4319-8F05-75101208CD8B}" srcOrd="1" destOrd="0" presId="urn:microsoft.com/office/officeart/2018/2/layout/IconLabelList"/>
    <dgm:cxn modelId="{264B684F-970F-4C84-BB7C-98502FC3DDB0}" type="presParOf" srcId="{4F7757B2-E2DC-4F26-9F60-E0DAABA64BF0}" destId="{8C91FFE1-6CB7-4F00-BD87-03169F4DAC2E}" srcOrd="2" destOrd="0" presId="urn:microsoft.com/office/officeart/2018/2/layout/IconLabelList"/>
    <dgm:cxn modelId="{5DE5DF47-46B6-46B4-BB1B-FA896AFE4931}" type="presParOf" srcId="{8C91FFE1-6CB7-4F00-BD87-03169F4DAC2E}" destId="{5ECABBC1-0D5F-4B9F-B4F9-573AC3278A57}" srcOrd="0" destOrd="0" presId="urn:microsoft.com/office/officeart/2018/2/layout/IconLabelList"/>
    <dgm:cxn modelId="{3C9D9E14-CAA0-4CD9-8A97-21CC4D723A89}" type="presParOf" srcId="{8C91FFE1-6CB7-4F00-BD87-03169F4DAC2E}" destId="{B06DAF90-74D2-4232-8AA6-F4B2F4FDFC30}" srcOrd="1" destOrd="0" presId="urn:microsoft.com/office/officeart/2018/2/layout/IconLabelList"/>
    <dgm:cxn modelId="{C5CF0F18-43E9-4765-B416-64D703A9C20A}" type="presParOf" srcId="{8C91FFE1-6CB7-4F00-BD87-03169F4DAC2E}" destId="{49930210-D2CE-4E1D-9E47-12A5C77AFB8D}" srcOrd="2" destOrd="0" presId="urn:microsoft.com/office/officeart/2018/2/layout/IconLabelList"/>
    <dgm:cxn modelId="{F74146AB-A657-4EE5-ADAF-168D60ABEA03}" type="presParOf" srcId="{4F7757B2-E2DC-4F26-9F60-E0DAABA64BF0}" destId="{71C18FD8-5BA8-47F8-B690-E4DA08C3F0A6}" srcOrd="3" destOrd="0" presId="urn:microsoft.com/office/officeart/2018/2/layout/IconLabelList"/>
    <dgm:cxn modelId="{53EE993C-967B-4E73-98EB-D5CC4DEBA679}" type="presParOf" srcId="{4F7757B2-E2DC-4F26-9F60-E0DAABA64BF0}" destId="{065E8428-5A59-42EF-BCDE-4C2DCAEF5C1E}" srcOrd="4" destOrd="0" presId="urn:microsoft.com/office/officeart/2018/2/layout/IconLabelList"/>
    <dgm:cxn modelId="{2C4E9AEB-54AD-4DA6-B7C9-D97D5A5B0AAA}" type="presParOf" srcId="{065E8428-5A59-42EF-BCDE-4C2DCAEF5C1E}" destId="{394484B9-45C1-4A68-9B7A-C1225D4EBCD9}" srcOrd="0" destOrd="0" presId="urn:microsoft.com/office/officeart/2018/2/layout/IconLabelList"/>
    <dgm:cxn modelId="{1F10C88C-F3B8-4332-8B24-E2031D98161D}" type="presParOf" srcId="{065E8428-5A59-42EF-BCDE-4C2DCAEF5C1E}" destId="{4211AFD6-3717-4F20-B8AF-F0D7452EE067}" srcOrd="1" destOrd="0" presId="urn:microsoft.com/office/officeart/2018/2/layout/IconLabelList"/>
    <dgm:cxn modelId="{215A449C-36B3-4DC2-B986-AB3E16841064}" type="presParOf" srcId="{065E8428-5A59-42EF-BCDE-4C2DCAEF5C1E}" destId="{D3A9F5C8-F2D2-4885-82F7-0ECC2C6C523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E35F7B2-09F6-4981-BE70-74758C842BA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42FBFE3-4C0B-4DC7-9A8F-FE1F794BDA8E}">
      <dgm:prSet/>
      <dgm:spPr/>
      <dgm:t>
        <a:bodyPr/>
        <a:lstStyle/>
        <a:p>
          <a:r>
            <a:rPr lang="en-US"/>
            <a:t>-Processamento de Big Data em tempo real.</a:t>
          </a:r>
        </a:p>
      </dgm:t>
    </dgm:pt>
    <dgm:pt modelId="{31268722-7935-4FAC-A949-8EE9642492D8}" type="parTrans" cxnId="{8E14B60F-DF90-4AC9-8446-8BD2C9FC43D7}">
      <dgm:prSet/>
      <dgm:spPr/>
      <dgm:t>
        <a:bodyPr/>
        <a:lstStyle/>
        <a:p>
          <a:endParaRPr lang="en-US"/>
        </a:p>
      </dgm:t>
    </dgm:pt>
    <dgm:pt modelId="{D697024F-6307-4B8B-AE19-89B4BB0FCC5D}" type="sibTrans" cxnId="{8E14B60F-DF90-4AC9-8446-8BD2C9FC43D7}">
      <dgm:prSet/>
      <dgm:spPr/>
      <dgm:t>
        <a:bodyPr/>
        <a:lstStyle/>
        <a:p>
          <a:endParaRPr lang="en-US"/>
        </a:p>
      </dgm:t>
    </dgm:pt>
    <dgm:pt modelId="{B0DFDE55-B374-49EB-B730-FD897E3C7A0E}">
      <dgm:prSet/>
      <dgm:spPr/>
      <dgm:t>
        <a:bodyPr/>
        <a:lstStyle/>
        <a:p>
          <a:r>
            <a:rPr lang="en-US"/>
            <a:t>- Suporta múltiplas linguagens:</a:t>
          </a:r>
        </a:p>
      </dgm:t>
    </dgm:pt>
    <dgm:pt modelId="{4BB8F882-79E2-4EF0-A0D3-5B7EB20001FD}" type="parTrans" cxnId="{DE6555F9-35EA-4AB7-8963-87747D59E017}">
      <dgm:prSet/>
      <dgm:spPr/>
      <dgm:t>
        <a:bodyPr/>
        <a:lstStyle/>
        <a:p>
          <a:endParaRPr lang="en-US"/>
        </a:p>
      </dgm:t>
    </dgm:pt>
    <dgm:pt modelId="{A721ACBE-4B0A-46C4-AF2D-E04FE82A70A8}" type="sibTrans" cxnId="{DE6555F9-35EA-4AB7-8963-87747D59E017}">
      <dgm:prSet/>
      <dgm:spPr/>
      <dgm:t>
        <a:bodyPr/>
        <a:lstStyle/>
        <a:p>
          <a:endParaRPr lang="en-US"/>
        </a:p>
      </dgm:t>
    </dgm:pt>
    <dgm:pt modelId="{2B0C568B-E245-4634-9CBB-C57F8A17CB1F}">
      <dgm:prSet/>
      <dgm:spPr/>
      <dgm:t>
        <a:bodyPr/>
        <a:lstStyle/>
        <a:p>
          <a:r>
            <a:rPr lang="en-US"/>
            <a:t>Python, Java, Scala.</a:t>
          </a:r>
        </a:p>
      </dgm:t>
    </dgm:pt>
    <dgm:pt modelId="{C91E7A22-5834-4DDD-B54F-427F00A24E13}" type="parTrans" cxnId="{D54950A4-5CD3-4667-B9F3-CBB44CCCEC65}">
      <dgm:prSet/>
      <dgm:spPr/>
      <dgm:t>
        <a:bodyPr/>
        <a:lstStyle/>
        <a:p>
          <a:endParaRPr lang="en-US"/>
        </a:p>
      </dgm:t>
    </dgm:pt>
    <dgm:pt modelId="{B7D49DDE-0563-460A-B592-530915F6845D}" type="sibTrans" cxnId="{D54950A4-5CD3-4667-B9F3-CBB44CCCEC65}">
      <dgm:prSet/>
      <dgm:spPr/>
      <dgm:t>
        <a:bodyPr/>
        <a:lstStyle/>
        <a:p>
          <a:endParaRPr lang="en-US"/>
        </a:p>
      </dgm:t>
    </dgm:pt>
    <dgm:pt modelId="{1FC1C56A-F780-435F-B7CD-68FF1DDD9B75}">
      <dgm:prSet/>
      <dgm:spPr/>
      <dgm:t>
        <a:bodyPr/>
        <a:lstStyle/>
        <a:p>
          <a:r>
            <a:rPr lang="en-US"/>
            <a:t>- Componentes principais:</a:t>
          </a:r>
        </a:p>
      </dgm:t>
    </dgm:pt>
    <dgm:pt modelId="{BC6AEEF6-4FF1-433E-9B1D-15DF6EC1E3A7}" type="parTrans" cxnId="{070F0627-5653-44B5-A87F-657F0A8C013E}">
      <dgm:prSet/>
      <dgm:spPr/>
      <dgm:t>
        <a:bodyPr/>
        <a:lstStyle/>
        <a:p>
          <a:endParaRPr lang="en-US"/>
        </a:p>
      </dgm:t>
    </dgm:pt>
    <dgm:pt modelId="{22472CC7-3628-4C01-834F-1A8A28D42957}" type="sibTrans" cxnId="{070F0627-5653-44B5-A87F-657F0A8C013E}">
      <dgm:prSet/>
      <dgm:spPr/>
      <dgm:t>
        <a:bodyPr/>
        <a:lstStyle/>
        <a:p>
          <a:endParaRPr lang="en-US"/>
        </a:p>
      </dgm:t>
    </dgm:pt>
    <dgm:pt modelId="{F987DBA6-8A92-4D17-8E41-8E2AF02B2791}">
      <dgm:prSet/>
      <dgm:spPr/>
      <dgm:t>
        <a:bodyPr/>
        <a:lstStyle/>
        <a:p>
          <a:r>
            <a:rPr lang="en-US" b="1"/>
            <a:t>Spark SQL</a:t>
          </a:r>
          <a:r>
            <a:rPr lang="en-US"/>
            <a:t> - Consultas em grandes volumes de dados.</a:t>
          </a:r>
        </a:p>
      </dgm:t>
    </dgm:pt>
    <dgm:pt modelId="{606FBB68-CEF8-477F-9D04-53E23B44ABAF}" type="parTrans" cxnId="{1C0163E0-BFB2-4616-8FC3-1B392C28BA23}">
      <dgm:prSet/>
      <dgm:spPr/>
      <dgm:t>
        <a:bodyPr/>
        <a:lstStyle/>
        <a:p>
          <a:endParaRPr lang="en-US"/>
        </a:p>
      </dgm:t>
    </dgm:pt>
    <dgm:pt modelId="{2A203610-9DED-48BD-8A35-30D27C3ADFAD}" type="sibTrans" cxnId="{1C0163E0-BFB2-4616-8FC3-1B392C28BA23}">
      <dgm:prSet/>
      <dgm:spPr/>
      <dgm:t>
        <a:bodyPr/>
        <a:lstStyle/>
        <a:p>
          <a:endParaRPr lang="en-US"/>
        </a:p>
      </dgm:t>
    </dgm:pt>
    <dgm:pt modelId="{B9DCB792-A666-447E-9C81-2A8D301BC1BC}">
      <dgm:prSet/>
      <dgm:spPr/>
      <dgm:t>
        <a:bodyPr/>
        <a:lstStyle/>
        <a:p>
          <a:r>
            <a:rPr lang="en-US" b="1"/>
            <a:t>Spark Streaming</a:t>
          </a:r>
          <a:r>
            <a:rPr lang="en-US"/>
            <a:t> - Processamento de dados em tempo real.</a:t>
          </a:r>
        </a:p>
      </dgm:t>
    </dgm:pt>
    <dgm:pt modelId="{E1837BC2-56DC-4726-BB16-D71BD0DB35A9}" type="parTrans" cxnId="{E73BEA22-A78B-4BC1-9972-2A7142D721FE}">
      <dgm:prSet/>
      <dgm:spPr/>
      <dgm:t>
        <a:bodyPr/>
        <a:lstStyle/>
        <a:p>
          <a:endParaRPr lang="en-US"/>
        </a:p>
      </dgm:t>
    </dgm:pt>
    <dgm:pt modelId="{6B7548FB-7CF0-45AB-9D51-A1D459922F0B}" type="sibTrans" cxnId="{E73BEA22-A78B-4BC1-9972-2A7142D721FE}">
      <dgm:prSet/>
      <dgm:spPr/>
      <dgm:t>
        <a:bodyPr/>
        <a:lstStyle/>
        <a:p>
          <a:endParaRPr lang="en-US"/>
        </a:p>
      </dgm:t>
    </dgm:pt>
    <dgm:pt modelId="{26603E95-301C-49EE-A5BF-DA233EC50202}">
      <dgm:prSet/>
      <dgm:spPr/>
      <dgm:t>
        <a:bodyPr/>
        <a:lstStyle/>
        <a:p>
          <a:r>
            <a:rPr lang="en-US" b="1"/>
            <a:t>MLlib</a:t>
          </a:r>
          <a:r>
            <a:rPr lang="en-US"/>
            <a:t> - Machine Learning para Big Data.</a:t>
          </a:r>
        </a:p>
      </dgm:t>
    </dgm:pt>
    <dgm:pt modelId="{E8F3AF3A-D294-4779-8245-C24D5757DB42}" type="parTrans" cxnId="{F1F5F01B-081C-4A93-9AB1-2EBC5B38DC6A}">
      <dgm:prSet/>
      <dgm:spPr/>
      <dgm:t>
        <a:bodyPr/>
        <a:lstStyle/>
        <a:p>
          <a:endParaRPr lang="en-US"/>
        </a:p>
      </dgm:t>
    </dgm:pt>
    <dgm:pt modelId="{D8077D4A-18E9-439A-A54C-0AE4BEF19153}" type="sibTrans" cxnId="{F1F5F01B-081C-4A93-9AB1-2EBC5B38DC6A}">
      <dgm:prSet/>
      <dgm:spPr/>
      <dgm:t>
        <a:bodyPr/>
        <a:lstStyle/>
        <a:p>
          <a:endParaRPr lang="en-US"/>
        </a:p>
      </dgm:t>
    </dgm:pt>
    <dgm:pt modelId="{3403BB5C-00D0-437B-845F-F311FC1E7DE6}">
      <dgm:prSet/>
      <dgm:spPr/>
      <dgm:t>
        <a:bodyPr/>
        <a:lstStyle/>
        <a:p>
          <a:r>
            <a:rPr lang="en-US" b="1"/>
            <a:t>GraphX</a:t>
          </a:r>
          <a:r>
            <a:rPr lang="en-US"/>
            <a:t> - Processamento de grafos.</a:t>
          </a:r>
        </a:p>
      </dgm:t>
    </dgm:pt>
    <dgm:pt modelId="{710E6E63-E816-4582-AD2A-DDE4845E4973}" type="parTrans" cxnId="{0E9EB16F-4789-4B6E-BF2A-FB3BF4E08980}">
      <dgm:prSet/>
      <dgm:spPr/>
      <dgm:t>
        <a:bodyPr/>
        <a:lstStyle/>
        <a:p>
          <a:endParaRPr lang="en-US"/>
        </a:p>
      </dgm:t>
    </dgm:pt>
    <dgm:pt modelId="{44513345-338F-42DD-97F7-C7758BECDD10}" type="sibTrans" cxnId="{0E9EB16F-4789-4B6E-BF2A-FB3BF4E08980}">
      <dgm:prSet/>
      <dgm:spPr/>
      <dgm:t>
        <a:bodyPr/>
        <a:lstStyle/>
        <a:p>
          <a:endParaRPr lang="en-US"/>
        </a:p>
      </dgm:t>
    </dgm:pt>
    <dgm:pt modelId="{29EAD096-B5EE-4894-86C9-CDD5BB052689}" type="pres">
      <dgm:prSet presAssocID="{9E35F7B2-09F6-4981-BE70-74758C842BA7}" presName="linear" presStyleCnt="0">
        <dgm:presLayoutVars>
          <dgm:animLvl val="lvl"/>
          <dgm:resizeHandles val="exact"/>
        </dgm:presLayoutVars>
      </dgm:prSet>
      <dgm:spPr/>
    </dgm:pt>
    <dgm:pt modelId="{EB6CEF0A-015C-4F08-B0B1-CFCA2B20915B}" type="pres">
      <dgm:prSet presAssocID="{642FBFE3-4C0B-4DC7-9A8F-FE1F794BDA8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0324D36-1D69-4E26-A926-D00E0283B100}" type="pres">
      <dgm:prSet presAssocID="{D697024F-6307-4B8B-AE19-89B4BB0FCC5D}" presName="spacer" presStyleCnt="0"/>
      <dgm:spPr/>
    </dgm:pt>
    <dgm:pt modelId="{1C6CE875-7EBC-435A-8D73-70C40708ECC6}" type="pres">
      <dgm:prSet presAssocID="{B0DFDE55-B374-49EB-B730-FD897E3C7A0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68B4678-71B4-4938-9E8B-9B48816E0A87}" type="pres">
      <dgm:prSet presAssocID="{B0DFDE55-B374-49EB-B730-FD897E3C7A0E}" presName="childText" presStyleLbl="revTx" presStyleIdx="0" presStyleCnt="2">
        <dgm:presLayoutVars>
          <dgm:bulletEnabled val="1"/>
        </dgm:presLayoutVars>
      </dgm:prSet>
      <dgm:spPr/>
    </dgm:pt>
    <dgm:pt modelId="{98531393-AAAD-47A1-8D69-2E5B00845FBC}" type="pres">
      <dgm:prSet presAssocID="{1FC1C56A-F780-435F-B7CD-68FF1DDD9B7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1464143-20D8-47E0-A1DA-C49BF7F3C1B2}" type="pres">
      <dgm:prSet presAssocID="{1FC1C56A-F780-435F-B7CD-68FF1DDD9B7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E14B60F-DF90-4AC9-8446-8BD2C9FC43D7}" srcId="{9E35F7B2-09F6-4981-BE70-74758C842BA7}" destId="{642FBFE3-4C0B-4DC7-9A8F-FE1F794BDA8E}" srcOrd="0" destOrd="0" parTransId="{31268722-7935-4FAC-A949-8EE9642492D8}" sibTransId="{D697024F-6307-4B8B-AE19-89B4BB0FCC5D}"/>
    <dgm:cxn modelId="{D577F117-DA39-49CE-A4B2-569573031979}" type="presOf" srcId="{B0DFDE55-B374-49EB-B730-FD897E3C7A0E}" destId="{1C6CE875-7EBC-435A-8D73-70C40708ECC6}" srcOrd="0" destOrd="0" presId="urn:microsoft.com/office/officeart/2005/8/layout/vList2"/>
    <dgm:cxn modelId="{62877F19-75A1-4E6F-B582-AB7F67066A91}" type="presOf" srcId="{3403BB5C-00D0-437B-845F-F311FC1E7DE6}" destId="{E1464143-20D8-47E0-A1DA-C49BF7F3C1B2}" srcOrd="0" destOrd="3" presId="urn:microsoft.com/office/officeart/2005/8/layout/vList2"/>
    <dgm:cxn modelId="{F1F5F01B-081C-4A93-9AB1-2EBC5B38DC6A}" srcId="{1FC1C56A-F780-435F-B7CD-68FF1DDD9B75}" destId="{26603E95-301C-49EE-A5BF-DA233EC50202}" srcOrd="2" destOrd="0" parTransId="{E8F3AF3A-D294-4779-8245-C24D5757DB42}" sibTransId="{D8077D4A-18E9-439A-A54C-0AE4BEF19153}"/>
    <dgm:cxn modelId="{E73BEA22-A78B-4BC1-9972-2A7142D721FE}" srcId="{1FC1C56A-F780-435F-B7CD-68FF1DDD9B75}" destId="{B9DCB792-A666-447E-9C81-2A8D301BC1BC}" srcOrd="1" destOrd="0" parTransId="{E1837BC2-56DC-4726-BB16-D71BD0DB35A9}" sibTransId="{6B7548FB-7CF0-45AB-9D51-A1D459922F0B}"/>
    <dgm:cxn modelId="{070F0627-5653-44B5-A87F-657F0A8C013E}" srcId="{9E35F7B2-09F6-4981-BE70-74758C842BA7}" destId="{1FC1C56A-F780-435F-B7CD-68FF1DDD9B75}" srcOrd="2" destOrd="0" parTransId="{BC6AEEF6-4FF1-433E-9B1D-15DF6EC1E3A7}" sibTransId="{22472CC7-3628-4C01-834F-1A8A28D42957}"/>
    <dgm:cxn modelId="{0E9EB16F-4789-4B6E-BF2A-FB3BF4E08980}" srcId="{1FC1C56A-F780-435F-B7CD-68FF1DDD9B75}" destId="{3403BB5C-00D0-437B-845F-F311FC1E7DE6}" srcOrd="3" destOrd="0" parTransId="{710E6E63-E816-4582-AD2A-DDE4845E4973}" sibTransId="{44513345-338F-42DD-97F7-C7758BECDD10}"/>
    <dgm:cxn modelId="{E120AE98-C0FA-4007-984D-DBA9803440E0}" type="presOf" srcId="{2B0C568B-E245-4634-9CBB-C57F8A17CB1F}" destId="{268B4678-71B4-4938-9E8B-9B48816E0A87}" srcOrd="0" destOrd="0" presId="urn:microsoft.com/office/officeart/2005/8/layout/vList2"/>
    <dgm:cxn modelId="{D54950A4-5CD3-4667-B9F3-CBB44CCCEC65}" srcId="{B0DFDE55-B374-49EB-B730-FD897E3C7A0E}" destId="{2B0C568B-E245-4634-9CBB-C57F8A17CB1F}" srcOrd="0" destOrd="0" parTransId="{C91E7A22-5834-4DDD-B54F-427F00A24E13}" sibTransId="{B7D49DDE-0563-460A-B592-530915F6845D}"/>
    <dgm:cxn modelId="{A7A9CCB5-2A3C-4495-B095-3B0B35E392F9}" type="presOf" srcId="{1FC1C56A-F780-435F-B7CD-68FF1DDD9B75}" destId="{98531393-AAAD-47A1-8D69-2E5B00845FBC}" srcOrd="0" destOrd="0" presId="urn:microsoft.com/office/officeart/2005/8/layout/vList2"/>
    <dgm:cxn modelId="{ABEEB5CC-985C-4563-946D-135A7C2DEE1B}" type="presOf" srcId="{26603E95-301C-49EE-A5BF-DA233EC50202}" destId="{E1464143-20D8-47E0-A1DA-C49BF7F3C1B2}" srcOrd="0" destOrd="2" presId="urn:microsoft.com/office/officeart/2005/8/layout/vList2"/>
    <dgm:cxn modelId="{DAA4BCD7-331F-45AE-A82D-B6C3989A4E27}" type="presOf" srcId="{F987DBA6-8A92-4D17-8E41-8E2AF02B2791}" destId="{E1464143-20D8-47E0-A1DA-C49BF7F3C1B2}" srcOrd="0" destOrd="0" presId="urn:microsoft.com/office/officeart/2005/8/layout/vList2"/>
    <dgm:cxn modelId="{1C0163E0-BFB2-4616-8FC3-1B392C28BA23}" srcId="{1FC1C56A-F780-435F-B7CD-68FF1DDD9B75}" destId="{F987DBA6-8A92-4D17-8E41-8E2AF02B2791}" srcOrd="0" destOrd="0" parTransId="{606FBB68-CEF8-477F-9D04-53E23B44ABAF}" sibTransId="{2A203610-9DED-48BD-8A35-30D27C3ADFAD}"/>
    <dgm:cxn modelId="{D36ACBF1-99D3-4B64-89BB-79B0B70F736B}" type="presOf" srcId="{9E35F7B2-09F6-4981-BE70-74758C842BA7}" destId="{29EAD096-B5EE-4894-86C9-CDD5BB052689}" srcOrd="0" destOrd="0" presId="urn:microsoft.com/office/officeart/2005/8/layout/vList2"/>
    <dgm:cxn modelId="{DE6555F9-35EA-4AB7-8963-87747D59E017}" srcId="{9E35F7B2-09F6-4981-BE70-74758C842BA7}" destId="{B0DFDE55-B374-49EB-B730-FD897E3C7A0E}" srcOrd="1" destOrd="0" parTransId="{4BB8F882-79E2-4EF0-A0D3-5B7EB20001FD}" sibTransId="{A721ACBE-4B0A-46C4-AF2D-E04FE82A70A8}"/>
    <dgm:cxn modelId="{10DE95FE-38D1-48A1-AA60-31299FCE3157}" type="presOf" srcId="{B9DCB792-A666-447E-9C81-2A8D301BC1BC}" destId="{E1464143-20D8-47E0-A1DA-C49BF7F3C1B2}" srcOrd="0" destOrd="1" presId="urn:microsoft.com/office/officeart/2005/8/layout/vList2"/>
    <dgm:cxn modelId="{6914C2FE-1941-4E86-B1CB-841CA13F805D}" type="presOf" srcId="{642FBFE3-4C0B-4DC7-9A8F-FE1F794BDA8E}" destId="{EB6CEF0A-015C-4F08-B0B1-CFCA2B20915B}" srcOrd="0" destOrd="0" presId="urn:microsoft.com/office/officeart/2005/8/layout/vList2"/>
    <dgm:cxn modelId="{E37B7EC3-3817-42E6-9208-C9FCC285BC3C}" type="presParOf" srcId="{29EAD096-B5EE-4894-86C9-CDD5BB052689}" destId="{EB6CEF0A-015C-4F08-B0B1-CFCA2B20915B}" srcOrd="0" destOrd="0" presId="urn:microsoft.com/office/officeart/2005/8/layout/vList2"/>
    <dgm:cxn modelId="{91635615-0F48-4337-A9D3-22340A993284}" type="presParOf" srcId="{29EAD096-B5EE-4894-86C9-CDD5BB052689}" destId="{C0324D36-1D69-4E26-A926-D00E0283B100}" srcOrd="1" destOrd="0" presId="urn:microsoft.com/office/officeart/2005/8/layout/vList2"/>
    <dgm:cxn modelId="{CEAE7182-3D53-4BAF-B2AE-BE2DF7A6A978}" type="presParOf" srcId="{29EAD096-B5EE-4894-86C9-CDD5BB052689}" destId="{1C6CE875-7EBC-435A-8D73-70C40708ECC6}" srcOrd="2" destOrd="0" presId="urn:microsoft.com/office/officeart/2005/8/layout/vList2"/>
    <dgm:cxn modelId="{31D92FDC-7FA5-428E-B8BD-08D1F3BD58A4}" type="presParOf" srcId="{29EAD096-B5EE-4894-86C9-CDD5BB052689}" destId="{268B4678-71B4-4938-9E8B-9B48816E0A87}" srcOrd="3" destOrd="0" presId="urn:microsoft.com/office/officeart/2005/8/layout/vList2"/>
    <dgm:cxn modelId="{C883AD47-D643-4623-96E7-3EAC3E4A4E26}" type="presParOf" srcId="{29EAD096-B5EE-4894-86C9-CDD5BB052689}" destId="{98531393-AAAD-47A1-8D69-2E5B00845FBC}" srcOrd="4" destOrd="0" presId="urn:microsoft.com/office/officeart/2005/8/layout/vList2"/>
    <dgm:cxn modelId="{027BA0EA-981F-419E-9323-B8A190773181}" type="presParOf" srcId="{29EAD096-B5EE-4894-86C9-CDD5BB052689}" destId="{E1464143-20D8-47E0-A1DA-C49BF7F3C1B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60790A2-0FC1-40B9-8B5B-6BAB0C2FD12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91A0FFC-9FB2-4DB7-AAE4-6339387847F3}">
      <dgm:prSet/>
      <dgm:spPr/>
      <dgm:t>
        <a:bodyPr/>
        <a:lstStyle/>
        <a:p>
          <a:r>
            <a:rPr lang="en-US" dirty="0" err="1"/>
            <a:t>Flexibilidade</a:t>
          </a:r>
          <a:r>
            <a:rPr lang="en-US" dirty="0"/>
            <a:t> </a:t>
          </a:r>
        </a:p>
      </dgm:t>
    </dgm:pt>
    <dgm:pt modelId="{AA1930E2-1E98-45E8-A32C-8E25F2A7B749}" type="parTrans" cxnId="{EEA5C0AD-CCB1-40BB-BC02-1E2B00854F30}">
      <dgm:prSet/>
      <dgm:spPr/>
      <dgm:t>
        <a:bodyPr/>
        <a:lstStyle/>
        <a:p>
          <a:endParaRPr lang="en-US"/>
        </a:p>
      </dgm:t>
    </dgm:pt>
    <dgm:pt modelId="{75023294-046A-4C0B-BDE7-C9A047558BF6}" type="sibTrans" cxnId="{EEA5C0AD-CCB1-40BB-BC02-1E2B00854F30}">
      <dgm:prSet/>
      <dgm:spPr/>
      <dgm:t>
        <a:bodyPr/>
        <a:lstStyle/>
        <a:p>
          <a:endParaRPr lang="en-US"/>
        </a:p>
      </dgm:t>
    </dgm:pt>
    <dgm:pt modelId="{8BF187D2-5B75-4141-A301-BE174E573B2C}">
      <dgm:prSet/>
      <dgm:spPr/>
      <dgm:t>
        <a:bodyPr/>
        <a:lstStyle/>
        <a:p>
          <a:r>
            <a:rPr lang="en-US"/>
            <a:t>Modelos de dados variados (documentos, chave-valor, colunar, grafos).</a:t>
          </a:r>
        </a:p>
      </dgm:t>
    </dgm:pt>
    <dgm:pt modelId="{31BB7BDC-90E2-4A9A-BC76-9E024358EDB5}" type="parTrans" cxnId="{44496A41-22F4-44F7-A3B0-E800CE736175}">
      <dgm:prSet/>
      <dgm:spPr/>
      <dgm:t>
        <a:bodyPr/>
        <a:lstStyle/>
        <a:p>
          <a:endParaRPr lang="en-US"/>
        </a:p>
      </dgm:t>
    </dgm:pt>
    <dgm:pt modelId="{EA73BBA7-C509-4880-9AC2-230724AE8DC6}" type="sibTrans" cxnId="{44496A41-22F4-44F7-A3B0-E800CE736175}">
      <dgm:prSet/>
      <dgm:spPr/>
      <dgm:t>
        <a:bodyPr/>
        <a:lstStyle/>
        <a:p>
          <a:endParaRPr lang="en-US"/>
        </a:p>
      </dgm:t>
    </dgm:pt>
    <dgm:pt modelId="{AEEB2F54-30B6-4C12-B19C-31F0FA56D527}">
      <dgm:prSet/>
      <dgm:spPr/>
      <dgm:t>
        <a:bodyPr/>
        <a:lstStyle/>
        <a:p>
          <a:r>
            <a:rPr lang="en-US" dirty="0" err="1"/>
            <a:t>Escalabilidade</a:t>
          </a:r>
          <a:endParaRPr lang="en-US" dirty="0"/>
        </a:p>
      </dgm:t>
    </dgm:pt>
    <dgm:pt modelId="{0582DBAE-4C25-4518-AEF0-81D958F21402}" type="parTrans" cxnId="{E776851C-D16F-43FA-8D25-449AC68F5952}">
      <dgm:prSet/>
      <dgm:spPr/>
      <dgm:t>
        <a:bodyPr/>
        <a:lstStyle/>
        <a:p>
          <a:endParaRPr lang="en-US"/>
        </a:p>
      </dgm:t>
    </dgm:pt>
    <dgm:pt modelId="{941DB8A2-92E5-440D-87A8-90741C812C0F}" type="sibTrans" cxnId="{E776851C-D16F-43FA-8D25-449AC68F5952}">
      <dgm:prSet/>
      <dgm:spPr/>
      <dgm:t>
        <a:bodyPr/>
        <a:lstStyle/>
        <a:p>
          <a:endParaRPr lang="en-US"/>
        </a:p>
      </dgm:t>
    </dgm:pt>
    <dgm:pt modelId="{6D5B6957-CBCE-4B54-8013-31556A5712EA}">
      <dgm:prSet/>
      <dgm:spPr/>
      <dgm:t>
        <a:bodyPr/>
        <a:lstStyle/>
        <a:p>
          <a:r>
            <a:rPr lang="en-US"/>
            <a:t>Projetado para lidar com grandes volumes de dados.</a:t>
          </a:r>
        </a:p>
      </dgm:t>
    </dgm:pt>
    <dgm:pt modelId="{FD2B68C8-9237-4AAB-8680-7B5BAC9F1368}" type="parTrans" cxnId="{8317DF7E-9ADF-4416-A9F7-65D778D4465F}">
      <dgm:prSet/>
      <dgm:spPr/>
      <dgm:t>
        <a:bodyPr/>
        <a:lstStyle/>
        <a:p>
          <a:endParaRPr lang="en-US"/>
        </a:p>
      </dgm:t>
    </dgm:pt>
    <dgm:pt modelId="{8A167F5E-A261-42BC-A4DA-7C19D6388104}" type="sibTrans" cxnId="{8317DF7E-9ADF-4416-A9F7-65D778D4465F}">
      <dgm:prSet/>
      <dgm:spPr/>
      <dgm:t>
        <a:bodyPr/>
        <a:lstStyle/>
        <a:p>
          <a:endParaRPr lang="en-US"/>
        </a:p>
      </dgm:t>
    </dgm:pt>
    <dgm:pt modelId="{01F92E7E-861A-43C2-8B08-FF1A7FC506CE}">
      <dgm:prSet/>
      <dgm:spPr/>
      <dgm:t>
        <a:bodyPr/>
        <a:lstStyle/>
        <a:p>
          <a:r>
            <a:rPr lang="en-US" dirty="0" err="1"/>
            <a:t>Exemplos</a:t>
          </a:r>
          <a:r>
            <a:rPr lang="en-US" dirty="0"/>
            <a:t>:</a:t>
          </a:r>
        </a:p>
      </dgm:t>
    </dgm:pt>
    <dgm:pt modelId="{CA992E0F-EE5B-4446-96DE-E014311D0E46}" type="parTrans" cxnId="{790551C0-830A-4D0E-A112-0A084310896F}">
      <dgm:prSet/>
      <dgm:spPr/>
      <dgm:t>
        <a:bodyPr/>
        <a:lstStyle/>
        <a:p>
          <a:endParaRPr lang="en-US"/>
        </a:p>
      </dgm:t>
    </dgm:pt>
    <dgm:pt modelId="{4043A56B-DBE1-4AB4-A294-5A3C94B42093}" type="sibTrans" cxnId="{790551C0-830A-4D0E-A112-0A084310896F}">
      <dgm:prSet/>
      <dgm:spPr/>
      <dgm:t>
        <a:bodyPr/>
        <a:lstStyle/>
        <a:p>
          <a:endParaRPr lang="en-US"/>
        </a:p>
      </dgm:t>
    </dgm:pt>
    <dgm:pt modelId="{62EAE59D-3BA3-48E1-8D3C-5F78EEC88896}">
      <dgm:prSet/>
      <dgm:spPr/>
      <dgm:t>
        <a:bodyPr/>
        <a:lstStyle/>
        <a:p>
          <a:r>
            <a:rPr lang="en-US"/>
            <a:t>MongoDB - Banco orientado a documentos.</a:t>
          </a:r>
        </a:p>
      </dgm:t>
    </dgm:pt>
    <dgm:pt modelId="{3B109CE5-515E-449B-80FC-CE8D6818B232}" type="parTrans" cxnId="{3287D4CA-DDEE-48E5-9AC6-AE44B5A4EE8A}">
      <dgm:prSet/>
      <dgm:spPr/>
      <dgm:t>
        <a:bodyPr/>
        <a:lstStyle/>
        <a:p>
          <a:endParaRPr lang="en-US"/>
        </a:p>
      </dgm:t>
    </dgm:pt>
    <dgm:pt modelId="{1B691425-D3F7-488C-BE1B-44A432183677}" type="sibTrans" cxnId="{3287D4CA-DDEE-48E5-9AC6-AE44B5A4EE8A}">
      <dgm:prSet/>
      <dgm:spPr/>
      <dgm:t>
        <a:bodyPr/>
        <a:lstStyle/>
        <a:p>
          <a:endParaRPr lang="en-US"/>
        </a:p>
      </dgm:t>
    </dgm:pt>
    <dgm:pt modelId="{8371D730-3D9F-49E9-939F-98728AC9A0D1}">
      <dgm:prSet/>
      <dgm:spPr/>
      <dgm:t>
        <a:bodyPr/>
        <a:lstStyle/>
        <a:p>
          <a:r>
            <a:rPr lang="en-US"/>
            <a:t>Cassandra - Banco distribuído para alta disponibilidade.</a:t>
          </a:r>
        </a:p>
      </dgm:t>
    </dgm:pt>
    <dgm:pt modelId="{9FF6C3F5-5EDB-4006-8E46-0FD5F8D400FF}" type="parTrans" cxnId="{EF4110F3-6FD5-4688-AA1B-E294675FEC62}">
      <dgm:prSet/>
      <dgm:spPr/>
      <dgm:t>
        <a:bodyPr/>
        <a:lstStyle/>
        <a:p>
          <a:endParaRPr lang="en-US"/>
        </a:p>
      </dgm:t>
    </dgm:pt>
    <dgm:pt modelId="{1681A0DA-3F6D-4EAB-9A9A-1271DA3062D0}" type="sibTrans" cxnId="{EF4110F3-6FD5-4688-AA1B-E294675FEC62}">
      <dgm:prSet/>
      <dgm:spPr/>
      <dgm:t>
        <a:bodyPr/>
        <a:lstStyle/>
        <a:p>
          <a:endParaRPr lang="en-US"/>
        </a:p>
      </dgm:t>
    </dgm:pt>
    <dgm:pt modelId="{9C0BBD34-DE53-4C87-AC31-70E695697C6C}">
      <dgm:prSet/>
      <dgm:spPr/>
      <dgm:t>
        <a:bodyPr/>
        <a:lstStyle/>
        <a:p>
          <a:r>
            <a:rPr lang="en-US"/>
            <a:t>Redis - Banco de chave-valor otimizado para velocidade.</a:t>
          </a:r>
        </a:p>
      </dgm:t>
    </dgm:pt>
    <dgm:pt modelId="{A49457A7-4382-4E99-BE61-28A2E98D49F9}" type="parTrans" cxnId="{276F0E8B-056E-47CC-BA66-93593EB91A43}">
      <dgm:prSet/>
      <dgm:spPr/>
      <dgm:t>
        <a:bodyPr/>
        <a:lstStyle/>
        <a:p>
          <a:endParaRPr lang="en-US"/>
        </a:p>
      </dgm:t>
    </dgm:pt>
    <dgm:pt modelId="{F6403FD3-325C-427C-B4E9-75DDE795B074}" type="sibTrans" cxnId="{276F0E8B-056E-47CC-BA66-93593EB91A43}">
      <dgm:prSet/>
      <dgm:spPr/>
      <dgm:t>
        <a:bodyPr/>
        <a:lstStyle/>
        <a:p>
          <a:endParaRPr lang="en-US"/>
        </a:p>
      </dgm:t>
    </dgm:pt>
    <dgm:pt modelId="{76CC6FC9-5079-43C7-A69E-A5EF9230EDBC}" type="pres">
      <dgm:prSet presAssocID="{F60790A2-0FC1-40B9-8B5B-6BAB0C2FD129}" presName="linear" presStyleCnt="0">
        <dgm:presLayoutVars>
          <dgm:animLvl val="lvl"/>
          <dgm:resizeHandles val="exact"/>
        </dgm:presLayoutVars>
      </dgm:prSet>
      <dgm:spPr/>
    </dgm:pt>
    <dgm:pt modelId="{CB37E769-39C7-4D1B-BCC0-75DFDCEB01FD}" type="pres">
      <dgm:prSet presAssocID="{F91A0FFC-9FB2-4DB7-AAE4-6339387847F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8816AB2-89FA-4C7A-BC75-E4A7D09861B7}" type="pres">
      <dgm:prSet presAssocID="{F91A0FFC-9FB2-4DB7-AAE4-6339387847F3}" presName="childText" presStyleLbl="revTx" presStyleIdx="0" presStyleCnt="3">
        <dgm:presLayoutVars>
          <dgm:bulletEnabled val="1"/>
        </dgm:presLayoutVars>
      </dgm:prSet>
      <dgm:spPr/>
    </dgm:pt>
    <dgm:pt modelId="{36E8B6B4-F04E-4F3F-BF27-128D594D3EC9}" type="pres">
      <dgm:prSet presAssocID="{AEEB2F54-30B6-4C12-B19C-31F0FA56D52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87FFC6D-C133-48C2-98D5-9D0898D99038}" type="pres">
      <dgm:prSet presAssocID="{AEEB2F54-30B6-4C12-B19C-31F0FA56D527}" presName="childText" presStyleLbl="revTx" presStyleIdx="1" presStyleCnt="3">
        <dgm:presLayoutVars>
          <dgm:bulletEnabled val="1"/>
        </dgm:presLayoutVars>
      </dgm:prSet>
      <dgm:spPr/>
    </dgm:pt>
    <dgm:pt modelId="{1DD9E114-6E18-49BB-B5B9-8B6654D0EEDA}" type="pres">
      <dgm:prSet presAssocID="{01F92E7E-861A-43C2-8B08-FF1A7FC506C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27C0F29-F2A6-43F1-AEF9-6F2682B34DB8}" type="pres">
      <dgm:prSet presAssocID="{01F92E7E-861A-43C2-8B08-FF1A7FC506CE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48350610-400A-48BC-857B-3B8D2D1456E1}" type="presOf" srcId="{AEEB2F54-30B6-4C12-B19C-31F0FA56D527}" destId="{36E8B6B4-F04E-4F3F-BF27-128D594D3EC9}" srcOrd="0" destOrd="0" presId="urn:microsoft.com/office/officeart/2005/8/layout/vList2"/>
    <dgm:cxn modelId="{9B068F11-C058-44B8-9F7F-660DD2E681EF}" type="presOf" srcId="{62EAE59D-3BA3-48E1-8D3C-5F78EEC88896}" destId="{927C0F29-F2A6-43F1-AEF9-6F2682B34DB8}" srcOrd="0" destOrd="0" presId="urn:microsoft.com/office/officeart/2005/8/layout/vList2"/>
    <dgm:cxn modelId="{4BBE791B-F07D-499D-86EF-2D8FEAC0236C}" type="presOf" srcId="{6D5B6957-CBCE-4B54-8013-31556A5712EA}" destId="{F87FFC6D-C133-48C2-98D5-9D0898D99038}" srcOrd="0" destOrd="0" presId="urn:microsoft.com/office/officeart/2005/8/layout/vList2"/>
    <dgm:cxn modelId="{E776851C-D16F-43FA-8D25-449AC68F5952}" srcId="{F60790A2-0FC1-40B9-8B5B-6BAB0C2FD129}" destId="{AEEB2F54-30B6-4C12-B19C-31F0FA56D527}" srcOrd="1" destOrd="0" parTransId="{0582DBAE-4C25-4518-AEF0-81D958F21402}" sibTransId="{941DB8A2-92E5-440D-87A8-90741C812C0F}"/>
    <dgm:cxn modelId="{D5D05D33-CFE5-4FE2-A257-44C11D907D3B}" type="presOf" srcId="{01F92E7E-861A-43C2-8B08-FF1A7FC506CE}" destId="{1DD9E114-6E18-49BB-B5B9-8B6654D0EEDA}" srcOrd="0" destOrd="0" presId="urn:microsoft.com/office/officeart/2005/8/layout/vList2"/>
    <dgm:cxn modelId="{44496A41-22F4-44F7-A3B0-E800CE736175}" srcId="{F91A0FFC-9FB2-4DB7-AAE4-6339387847F3}" destId="{8BF187D2-5B75-4141-A301-BE174E573B2C}" srcOrd="0" destOrd="0" parTransId="{31BB7BDC-90E2-4A9A-BC76-9E024358EDB5}" sibTransId="{EA73BBA7-C509-4880-9AC2-230724AE8DC6}"/>
    <dgm:cxn modelId="{804D084F-A855-4938-9B17-EF6A1A6231CF}" type="presOf" srcId="{8371D730-3D9F-49E9-939F-98728AC9A0D1}" destId="{927C0F29-F2A6-43F1-AEF9-6F2682B34DB8}" srcOrd="0" destOrd="1" presId="urn:microsoft.com/office/officeart/2005/8/layout/vList2"/>
    <dgm:cxn modelId="{8317DF7E-9ADF-4416-A9F7-65D778D4465F}" srcId="{AEEB2F54-30B6-4C12-B19C-31F0FA56D527}" destId="{6D5B6957-CBCE-4B54-8013-31556A5712EA}" srcOrd="0" destOrd="0" parTransId="{FD2B68C8-9237-4AAB-8680-7B5BAC9F1368}" sibTransId="{8A167F5E-A261-42BC-A4DA-7C19D6388104}"/>
    <dgm:cxn modelId="{1B41C285-FCAC-4CEE-9B53-466641A844C0}" type="presOf" srcId="{8BF187D2-5B75-4141-A301-BE174E573B2C}" destId="{18816AB2-89FA-4C7A-BC75-E4A7D09861B7}" srcOrd="0" destOrd="0" presId="urn:microsoft.com/office/officeart/2005/8/layout/vList2"/>
    <dgm:cxn modelId="{276F0E8B-056E-47CC-BA66-93593EB91A43}" srcId="{01F92E7E-861A-43C2-8B08-FF1A7FC506CE}" destId="{9C0BBD34-DE53-4C87-AC31-70E695697C6C}" srcOrd="2" destOrd="0" parTransId="{A49457A7-4382-4E99-BE61-28A2E98D49F9}" sibTransId="{F6403FD3-325C-427C-B4E9-75DDE795B074}"/>
    <dgm:cxn modelId="{0296BC9B-C489-4D01-872E-B7B82E1A3E51}" type="presOf" srcId="{F91A0FFC-9FB2-4DB7-AAE4-6339387847F3}" destId="{CB37E769-39C7-4D1B-BCC0-75DFDCEB01FD}" srcOrd="0" destOrd="0" presId="urn:microsoft.com/office/officeart/2005/8/layout/vList2"/>
    <dgm:cxn modelId="{EEA5C0AD-CCB1-40BB-BC02-1E2B00854F30}" srcId="{F60790A2-0FC1-40B9-8B5B-6BAB0C2FD129}" destId="{F91A0FFC-9FB2-4DB7-AAE4-6339387847F3}" srcOrd="0" destOrd="0" parTransId="{AA1930E2-1E98-45E8-A32C-8E25F2A7B749}" sibTransId="{75023294-046A-4C0B-BDE7-C9A047558BF6}"/>
    <dgm:cxn modelId="{790551C0-830A-4D0E-A112-0A084310896F}" srcId="{F60790A2-0FC1-40B9-8B5B-6BAB0C2FD129}" destId="{01F92E7E-861A-43C2-8B08-FF1A7FC506CE}" srcOrd="2" destOrd="0" parTransId="{CA992E0F-EE5B-4446-96DE-E014311D0E46}" sibTransId="{4043A56B-DBE1-4AB4-A294-5A3C94B42093}"/>
    <dgm:cxn modelId="{3287D4CA-DDEE-48E5-9AC6-AE44B5A4EE8A}" srcId="{01F92E7E-861A-43C2-8B08-FF1A7FC506CE}" destId="{62EAE59D-3BA3-48E1-8D3C-5F78EEC88896}" srcOrd="0" destOrd="0" parTransId="{3B109CE5-515E-449B-80FC-CE8D6818B232}" sibTransId="{1B691425-D3F7-488C-BE1B-44A432183677}"/>
    <dgm:cxn modelId="{859A67E8-ED69-41CB-9135-BE5CC207172D}" type="presOf" srcId="{F60790A2-0FC1-40B9-8B5B-6BAB0C2FD129}" destId="{76CC6FC9-5079-43C7-A69E-A5EF9230EDBC}" srcOrd="0" destOrd="0" presId="urn:microsoft.com/office/officeart/2005/8/layout/vList2"/>
    <dgm:cxn modelId="{F06E2DEA-842E-4FEC-A63E-1A7165DEB5E1}" type="presOf" srcId="{9C0BBD34-DE53-4C87-AC31-70E695697C6C}" destId="{927C0F29-F2A6-43F1-AEF9-6F2682B34DB8}" srcOrd="0" destOrd="2" presId="urn:microsoft.com/office/officeart/2005/8/layout/vList2"/>
    <dgm:cxn modelId="{EF4110F3-6FD5-4688-AA1B-E294675FEC62}" srcId="{01F92E7E-861A-43C2-8B08-FF1A7FC506CE}" destId="{8371D730-3D9F-49E9-939F-98728AC9A0D1}" srcOrd="1" destOrd="0" parTransId="{9FF6C3F5-5EDB-4006-8E46-0FD5F8D400FF}" sibTransId="{1681A0DA-3F6D-4EAB-9A9A-1271DA3062D0}"/>
    <dgm:cxn modelId="{2EACB5C7-64BA-46D7-B903-A807DF925536}" type="presParOf" srcId="{76CC6FC9-5079-43C7-A69E-A5EF9230EDBC}" destId="{CB37E769-39C7-4D1B-BCC0-75DFDCEB01FD}" srcOrd="0" destOrd="0" presId="urn:microsoft.com/office/officeart/2005/8/layout/vList2"/>
    <dgm:cxn modelId="{C8770002-9B89-4A61-8305-C0DA6BF84055}" type="presParOf" srcId="{76CC6FC9-5079-43C7-A69E-A5EF9230EDBC}" destId="{18816AB2-89FA-4C7A-BC75-E4A7D09861B7}" srcOrd="1" destOrd="0" presId="urn:microsoft.com/office/officeart/2005/8/layout/vList2"/>
    <dgm:cxn modelId="{2DA1F24E-48C5-47A3-86A4-47E0EB091540}" type="presParOf" srcId="{76CC6FC9-5079-43C7-A69E-A5EF9230EDBC}" destId="{36E8B6B4-F04E-4F3F-BF27-128D594D3EC9}" srcOrd="2" destOrd="0" presId="urn:microsoft.com/office/officeart/2005/8/layout/vList2"/>
    <dgm:cxn modelId="{C6E4B14D-2D00-43D3-A060-774701E596C6}" type="presParOf" srcId="{76CC6FC9-5079-43C7-A69E-A5EF9230EDBC}" destId="{F87FFC6D-C133-48C2-98D5-9D0898D99038}" srcOrd="3" destOrd="0" presId="urn:microsoft.com/office/officeart/2005/8/layout/vList2"/>
    <dgm:cxn modelId="{00C1CE86-E085-4128-A642-81E9E5929F17}" type="presParOf" srcId="{76CC6FC9-5079-43C7-A69E-A5EF9230EDBC}" destId="{1DD9E114-6E18-49BB-B5B9-8B6654D0EEDA}" srcOrd="4" destOrd="0" presId="urn:microsoft.com/office/officeart/2005/8/layout/vList2"/>
    <dgm:cxn modelId="{97E1DD11-E9DB-4AAD-9EF3-ABD138E8AFD3}" type="presParOf" srcId="{76CC6FC9-5079-43C7-A69E-A5EF9230EDBC}" destId="{927C0F29-F2A6-43F1-AEF9-6F2682B34DB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046B731-758E-4189-8B5B-D68D02B96F0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A6BEF17-8944-41BA-8CFE-16B9AA8C5D3A}">
      <dgm:prSet/>
      <dgm:spPr/>
      <dgm:t>
        <a:bodyPr/>
        <a:lstStyle/>
        <a:p>
          <a:r>
            <a:rPr lang="pt-BR"/>
            <a:t>Armazenamento de dados em clusters do Hadoop.</a:t>
          </a:r>
          <a:endParaRPr lang="en-US"/>
        </a:p>
      </dgm:t>
    </dgm:pt>
    <dgm:pt modelId="{E9AA3D86-4119-41A2-AB6B-219141A3A3A8}" type="parTrans" cxnId="{173659EA-8F47-4387-B187-786D0E282F9D}">
      <dgm:prSet/>
      <dgm:spPr/>
      <dgm:t>
        <a:bodyPr/>
        <a:lstStyle/>
        <a:p>
          <a:endParaRPr lang="en-US"/>
        </a:p>
      </dgm:t>
    </dgm:pt>
    <dgm:pt modelId="{B77F3E32-9A5C-4D0D-9B4E-5FEE0F828EFE}" type="sibTrans" cxnId="{173659EA-8F47-4387-B187-786D0E282F9D}">
      <dgm:prSet/>
      <dgm:spPr/>
      <dgm:t>
        <a:bodyPr/>
        <a:lstStyle/>
        <a:p>
          <a:endParaRPr lang="en-US"/>
        </a:p>
      </dgm:t>
    </dgm:pt>
    <dgm:pt modelId="{DAF5C742-C536-40D7-BF92-2C1B68E92379}">
      <dgm:prSet/>
      <dgm:spPr/>
      <dgm:t>
        <a:bodyPr/>
        <a:lstStyle/>
        <a:p>
          <a:r>
            <a:rPr lang="pt-BR"/>
            <a:t>Trabalha com grandes volumes de dados e hardware comuns.</a:t>
          </a:r>
          <a:endParaRPr lang="en-US"/>
        </a:p>
      </dgm:t>
    </dgm:pt>
    <dgm:pt modelId="{2AA4ACFF-AD32-404A-BFE9-DC523A6416A4}" type="parTrans" cxnId="{D69CA593-D1F1-4DA1-9E71-726A5576D5FC}">
      <dgm:prSet/>
      <dgm:spPr/>
      <dgm:t>
        <a:bodyPr/>
        <a:lstStyle/>
        <a:p>
          <a:endParaRPr lang="en-US"/>
        </a:p>
      </dgm:t>
    </dgm:pt>
    <dgm:pt modelId="{39534EF5-CCEE-4B09-BBC6-511E59E87C05}" type="sibTrans" cxnId="{D69CA593-D1F1-4DA1-9E71-726A5576D5FC}">
      <dgm:prSet/>
      <dgm:spPr/>
      <dgm:t>
        <a:bodyPr/>
        <a:lstStyle/>
        <a:p>
          <a:endParaRPr lang="en-US"/>
        </a:p>
      </dgm:t>
    </dgm:pt>
    <dgm:pt modelId="{388875DD-338C-44E1-B4F2-81C7A8B905D8}">
      <dgm:prSet/>
      <dgm:spPr/>
      <dgm:t>
        <a:bodyPr/>
        <a:lstStyle/>
        <a:p>
          <a:r>
            <a:rPr lang="pt-BR"/>
            <a:t>Alta disponibilidade para armazenamento e dispositivos do cluster.</a:t>
          </a:r>
          <a:endParaRPr lang="en-US"/>
        </a:p>
      </dgm:t>
    </dgm:pt>
    <dgm:pt modelId="{5B698D7D-83CE-4A3F-9B71-62ECF0DC4EB7}" type="parTrans" cxnId="{CCCC399E-0921-4C37-9EF3-D1449223EEDC}">
      <dgm:prSet/>
      <dgm:spPr/>
      <dgm:t>
        <a:bodyPr/>
        <a:lstStyle/>
        <a:p>
          <a:endParaRPr lang="en-US"/>
        </a:p>
      </dgm:t>
    </dgm:pt>
    <dgm:pt modelId="{3B6EB61D-7351-405E-8445-BEB574363ED5}" type="sibTrans" cxnId="{CCCC399E-0921-4C37-9EF3-D1449223EEDC}">
      <dgm:prSet/>
      <dgm:spPr/>
      <dgm:t>
        <a:bodyPr/>
        <a:lstStyle/>
        <a:p>
          <a:endParaRPr lang="en-US"/>
        </a:p>
      </dgm:t>
    </dgm:pt>
    <dgm:pt modelId="{FDD7AE22-53B2-448E-A707-61223542E6FA}">
      <dgm:prSet/>
      <dgm:spPr/>
      <dgm:t>
        <a:bodyPr/>
        <a:lstStyle/>
        <a:p>
          <a:r>
            <a:rPr lang="pt-BR"/>
            <a:t>Sistema de arquivos distribuídos.</a:t>
          </a:r>
          <a:endParaRPr lang="en-US"/>
        </a:p>
      </dgm:t>
    </dgm:pt>
    <dgm:pt modelId="{F6346DA8-C85B-47ED-8F3B-8F23D952C3BC}" type="parTrans" cxnId="{29CC4B32-5E81-4624-9BD3-8C893CE5922F}">
      <dgm:prSet/>
      <dgm:spPr/>
      <dgm:t>
        <a:bodyPr/>
        <a:lstStyle/>
        <a:p>
          <a:endParaRPr lang="en-US"/>
        </a:p>
      </dgm:t>
    </dgm:pt>
    <dgm:pt modelId="{65908C94-5CC9-4900-B426-041CF7F531AB}" type="sibTrans" cxnId="{29CC4B32-5E81-4624-9BD3-8C893CE5922F}">
      <dgm:prSet/>
      <dgm:spPr/>
      <dgm:t>
        <a:bodyPr/>
        <a:lstStyle/>
        <a:p>
          <a:endParaRPr lang="en-US"/>
        </a:p>
      </dgm:t>
    </dgm:pt>
    <dgm:pt modelId="{F61DFD8C-5B6B-4A61-BE5D-0711BF06755A}">
      <dgm:prSet/>
      <dgm:spPr/>
      <dgm:t>
        <a:bodyPr/>
        <a:lstStyle/>
        <a:p>
          <a:r>
            <a:rPr lang="pt-BR"/>
            <a:t>Alto desempenho no acesso a dados em clusters Hadoop.</a:t>
          </a:r>
          <a:endParaRPr lang="en-US"/>
        </a:p>
      </dgm:t>
    </dgm:pt>
    <dgm:pt modelId="{F132F566-25C8-4884-8381-BA1EAA000650}" type="parTrans" cxnId="{F9E3E8E8-E00E-4A0C-81FE-53677EF94D95}">
      <dgm:prSet/>
      <dgm:spPr/>
      <dgm:t>
        <a:bodyPr/>
        <a:lstStyle/>
        <a:p>
          <a:endParaRPr lang="en-US"/>
        </a:p>
      </dgm:t>
    </dgm:pt>
    <dgm:pt modelId="{9A20EB54-58D3-4206-8164-6A57BC393FC3}" type="sibTrans" cxnId="{F9E3E8E8-E00E-4A0C-81FE-53677EF94D95}">
      <dgm:prSet/>
      <dgm:spPr/>
      <dgm:t>
        <a:bodyPr/>
        <a:lstStyle/>
        <a:p>
          <a:endParaRPr lang="en-US"/>
        </a:p>
      </dgm:t>
    </dgm:pt>
    <dgm:pt modelId="{79BEAD83-3EEF-48C5-B879-B132FD969A5B}">
      <dgm:prSet/>
      <dgm:spPr/>
      <dgm:t>
        <a:bodyPr/>
        <a:lstStyle/>
        <a:p>
          <a:r>
            <a:rPr lang="pt-BR"/>
            <a:t>Escalabilidade dos arquivos.</a:t>
          </a:r>
          <a:endParaRPr lang="en-US"/>
        </a:p>
      </dgm:t>
    </dgm:pt>
    <dgm:pt modelId="{6598256D-DF42-46D0-89E3-F27802917528}" type="parTrans" cxnId="{11EB24CB-ACB6-4061-8E5D-2DFFD39339D3}">
      <dgm:prSet/>
      <dgm:spPr/>
      <dgm:t>
        <a:bodyPr/>
        <a:lstStyle/>
        <a:p>
          <a:endParaRPr lang="en-US"/>
        </a:p>
      </dgm:t>
    </dgm:pt>
    <dgm:pt modelId="{807168BE-FAD1-4560-BBE4-0F19B842C711}" type="sibTrans" cxnId="{11EB24CB-ACB6-4061-8E5D-2DFFD39339D3}">
      <dgm:prSet/>
      <dgm:spPr/>
      <dgm:t>
        <a:bodyPr/>
        <a:lstStyle/>
        <a:p>
          <a:endParaRPr lang="en-US"/>
        </a:p>
      </dgm:t>
    </dgm:pt>
    <dgm:pt modelId="{F3A2FF30-5062-4893-AF93-B5A10DCF6F35}" type="pres">
      <dgm:prSet presAssocID="{3046B731-758E-4189-8B5B-D68D02B96F0B}" presName="root" presStyleCnt="0">
        <dgm:presLayoutVars>
          <dgm:dir/>
          <dgm:resizeHandles val="exact"/>
        </dgm:presLayoutVars>
      </dgm:prSet>
      <dgm:spPr/>
    </dgm:pt>
    <dgm:pt modelId="{C73C7208-13C1-45C5-B3FB-D24C1F5CD3B5}" type="pres">
      <dgm:prSet presAssocID="{7A6BEF17-8944-41BA-8CFE-16B9AA8C5D3A}" presName="compNode" presStyleCnt="0"/>
      <dgm:spPr/>
    </dgm:pt>
    <dgm:pt modelId="{589CACCB-DEDE-4B67-BBB2-FBB20DD8BA9D}" type="pres">
      <dgm:prSet presAssocID="{7A6BEF17-8944-41BA-8CFE-16B9AA8C5D3A}" presName="bgRect" presStyleLbl="bgShp" presStyleIdx="0" presStyleCnt="6"/>
      <dgm:spPr/>
    </dgm:pt>
    <dgm:pt modelId="{A97A95F1-F428-40BA-B037-E948289990F0}" type="pres">
      <dgm:prSet presAssocID="{7A6BEF17-8944-41BA-8CFE-16B9AA8C5D3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F2F440A-DF04-4CDA-9D5E-1EA12BC3384F}" type="pres">
      <dgm:prSet presAssocID="{7A6BEF17-8944-41BA-8CFE-16B9AA8C5D3A}" presName="spaceRect" presStyleCnt="0"/>
      <dgm:spPr/>
    </dgm:pt>
    <dgm:pt modelId="{38C78B84-2C37-4D50-AC2E-AA0F87C22061}" type="pres">
      <dgm:prSet presAssocID="{7A6BEF17-8944-41BA-8CFE-16B9AA8C5D3A}" presName="parTx" presStyleLbl="revTx" presStyleIdx="0" presStyleCnt="6">
        <dgm:presLayoutVars>
          <dgm:chMax val="0"/>
          <dgm:chPref val="0"/>
        </dgm:presLayoutVars>
      </dgm:prSet>
      <dgm:spPr/>
    </dgm:pt>
    <dgm:pt modelId="{F8664EC8-C56D-4936-8684-9B7331179335}" type="pres">
      <dgm:prSet presAssocID="{B77F3E32-9A5C-4D0D-9B4E-5FEE0F828EFE}" presName="sibTrans" presStyleCnt="0"/>
      <dgm:spPr/>
    </dgm:pt>
    <dgm:pt modelId="{E8EFDEBF-34F8-4F50-81D3-62A51595E6F5}" type="pres">
      <dgm:prSet presAssocID="{DAF5C742-C536-40D7-BF92-2C1B68E92379}" presName="compNode" presStyleCnt="0"/>
      <dgm:spPr/>
    </dgm:pt>
    <dgm:pt modelId="{7B08454D-0101-4A31-93F9-4A8BC74067FC}" type="pres">
      <dgm:prSet presAssocID="{DAF5C742-C536-40D7-BF92-2C1B68E92379}" presName="bgRect" presStyleLbl="bgShp" presStyleIdx="1" presStyleCnt="6"/>
      <dgm:spPr/>
    </dgm:pt>
    <dgm:pt modelId="{13DBE507-338E-4F04-9897-C2B6B2675497}" type="pres">
      <dgm:prSet presAssocID="{DAF5C742-C536-40D7-BF92-2C1B68E9237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22376F4A-97DB-404D-A1CE-4E38E7F4C944}" type="pres">
      <dgm:prSet presAssocID="{DAF5C742-C536-40D7-BF92-2C1B68E92379}" presName="spaceRect" presStyleCnt="0"/>
      <dgm:spPr/>
    </dgm:pt>
    <dgm:pt modelId="{A333EEDD-6C68-48A4-8404-E3BBBF67961B}" type="pres">
      <dgm:prSet presAssocID="{DAF5C742-C536-40D7-BF92-2C1B68E92379}" presName="parTx" presStyleLbl="revTx" presStyleIdx="1" presStyleCnt="6">
        <dgm:presLayoutVars>
          <dgm:chMax val="0"/>
          <dgm:chPref val="0"/>
        </dgm:presLayoutVars>
      </dgm:prSet>
      <dgm:spPr/>
    </dgm:pt>
    <dgm:pt modelId="{99B4E5C2-6D11-4CDA-B032-4FC0AA439846}" type="pres">
      <dgm:prSet presAssocID="{39534EF5-CCEE-4B09-BBC6-511E59E87C05}" presName="sibTrans" presStyleCnt="0"/>
      <dgm:spPr/>
    </dgm:pt>
    <dgm:pt modelId="{0554DDB5-464C-42F3-86BB-BD1B6F5F91E9}" type="pres">
      <dgm:prSet presAssocID="{388875DD-338C-44E1-B4F2-81C7A8B905D8}" presName="compNode" presStyleCnt="0"/>
      <dgm:spPr/>
    </dgm:pt>
    <dgm:pt modelId="{09C73D21-1A9D-4898-A06B-9F735B20192F}" type="pres">
      <dgm:prSet presAssocID="{388875DD-338C-44E1-B4F2-81C7A8B905D8}" presName="bgRect" presStyleLbl="bgShp" presStyleIdx="2" presStyleCnt="6"/>
      <dgm:spPr/>
    </dgm:pt>
    <dgm:pt modelId="{80676C44-3F0E-448D-A938-22EE60840FDF}" type="pres">
      <dgm:prSet presAssocID="{388875DD-338C-44E1-B4F2-81C7A8B905D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061711E5-D94F-4941-AA6D-A352FC3AED36}" type="pres">
      <dgm:prSet presAssocID="{388875DD-338C-44E1-B4F2-81C7A8B905D8}" presName="spaceRect" presStyleCnt="0"/>
      <dgm:spPr/>
    </dgm:pt>
    <dgm:pt modelId="{18D9FD1E-784A-447D-9872-DB349E6F38BD}" type="pres">
      <dgm:prSet presAssocID="{388875DD-338C-44E1-B4F2-81C7A8B905D8}" presName="parTx" presStyleLbl="revTx" presStyleIdx="2" presStyleCnt="6">
        <dgm:presLayoutVars>
          <dgm:chMax val="0"/>
          <dgm:chPref val="0"/>
        </dgm:presLayoutVars>
      </dgm:prSet>
      <dgm:spPr/>
    </dgm:pt>
    <dgm:pt modelId="{BBABB948-1C16-4A74-860D-ACF6CB0ED988}" type="pres">
      <dgm:prSet presAssocID="{3B6EB61D-7351-405E-8445-BEB574363ED5}" presName="sibTrans" presStyleCnt="0"/>
      <dgm:spPr/>
    </dgm:pt>
    <dgm:pt modelId="{3A894AF5-A791-4DAD-B99A-03E518C6EF58}" type="pres">
      <dgm:prSet presAssocID="{FDD7AE22-53B2-448E-A707-61223542E6FA}" presName="compNode" presStyleCnt="0"/>
      <dgm:spPr/>
    </dgm:pt>
    <dgm:pt modelId="{1D033BC4-184F-423F-A949-141A530E449D}" type="pres">
      <dgm:prSet presAssocID="{FDD7AE22-53B2-448E-A707-61223542E6FA}" presName="bgRect" presStyleLbl="bgShp" presStyleIdx="3" presStyleCnt="6"/>
      <dgm:spPr/>
    </dgm:pt>
    <dgm:pt modelId="{28F78BA7-606D-48D4-9883-04864638F437}" type="pres">
      <dgm:prSet presAssocID="{FDD7AE22-53B2-448E-A707-61223542E6FA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F2061E9-433B-4EFF-839E-674AD0F4E413}" type="pres">
      <dgm:prSet presAssocID="{FDD7AE22-53B2-448E-A707-61223542E6FA}" presName="spaceRect" presStyleCnt="0"/>
      <dgm:spPr/>
    </dgm:pt>
    <dgm:pt modelId="{BBB11813-767C-4468-B9E3-2E4207928C7C}" type="pres">
      <dgm:prSet presAssocID="{FDD7AE22-53B2-448E-A707-61223542E6FA}" presName="parTx" presStyleLbl="revTx" presStyleIdx="3" presStyleCnt="6">
        <dgm:presLayoutVars>
          <dgm:chMax val="0"/>
          <dgm:chPref val="0"/>
        </dgm:presLayoutVars>
      </dgm:prSet>
      <dgm:spPr/>
    </dgm:pt>
    <dgm:pt modelId="{DDAA8788-D892-4B03-949E-F2A6E25734AC}" type="pres">
      <dgm:prSet presAssocID="{65908C94-5CC9-4900-B426-041CF7F531AB}" presName="sibTrans" presStyleCnt="0"/>
      <dgm:spPr/>
    </dgm:pt>
    <dgm:pt modelId="{2182127C-4E6A-4BB5-B1E9-8270631D38C7}" type="pres">
      <dgm:prSet presAssocID="{F61DFD8C-5B6B-4A61-BE5D-0711BF06755A}" presName="compNode" presStyleCnt="0"/>
      <dgm:spPr/>
    </dgm:pt>
    <dgm:pt modelId="{F359B1B6-7110-4731-A890-02FEAE920F66}" type="pres">
      <dgm:prSet presAssocID="{F61DFD8C-5B6B-4A61-BE5D-0711BF06755A}" presName="bgRect" presStyleLbl="bgShp" presStyleIdx="4" presStyleCnt="6"/>
      <dgm:spPr/>
    </dgm:pt>
    <dgm:pt modelId="{CC7D072D-45BD-4F54-A1B1-F18E130E485D}" type="pres">
      <dgm:prSet presAssocID="{F61DFD8C-5B6B-4A61-BE5D-0711BF06755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terodáctilo"/>
        </a:ext>
      </dgm:extLst>
    </dgm:pt>
    <dgm:pt modelId="{F23110B5-6202-479B-8B15-6538387E9C82}" type="pres">
      <dgm:prSet presAssocID="{F61DFD8C-5B6B-4A61-BE5D-0711BF06755A}" presName="spaceRect" presStyleCnt="0"/>
      <dgm:spPr/>
    </dgm:pt>
    <dgm:pt modelId="{3CB2D580-5356-4C8B-9DFA-DC12DD3A3CD4}" type="pres">
      <dgm:prSet presAssocID="{F61DFD8C-5B6B-4A61-BE5D-0711BF06755A}" presName="parTx" presStyleLbl="revTx" presStyleIdx="4" presStyleCnt="6">
        <dgm:presLayoutVars>
          <dgm:chMax val="0"/>
          <dgm:chPref val="0"/>
        </dgm:presLayoutVars>
      </dgm:prSet>
      <dgm:spPr/>
    </dgm:pt>
    <dgm:pt modelId="{2EFD1889-1D1E-4C38-8D64-2A4DDFF53E41}" type="pres">
      <dgm:prSet presAssocID="{9A20EB54-58D3-4206-8164-6A57BC393FC3}" presName="sibTrans" presStyleCnt="0"/>
      <dgm:spPr/>
    </dgm:pt>
    <dgm:pt modelId="{5259DD14-2EE0-4C05-BDF9-FFEAD02CC2DA}" type="pres">
      <dgm:prSet presAssocID="{79BEAD83-3EEF-48C5-B879-B132FD969A5B}" presName="compNode" presStyleCnt="0"/>
      <dgm:spPr/>
    </dgm:pt>
    <dgm:pt modelId="{F5B7C716-F043-4C42-A6A0-5EB81B93A0A2}" type="pres">
      <dgm:prSet presAssocID="{79BEAD83-3EEF-48C5-B879-B132FD969A5B}" presName="bgRect" presStyleLbl="bgShp" presStyleIdx="5" presStyleCnt="6"/>
      <dgm:spPr/>
    </dgm:pt>
    <dgm:pt modelId="{7797B9FA-A07D-49A1-A5CD-E4B94C2ACA74}" type="pres">
      <dgm:prSet presAssocID="{79BEAD83-3EEF-48C5-B879-B132FD969A5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577AA4D3-65C2-4160-BB56-DDB44B4CE675}" type="pres">
      <dgm:prSet presAssocID="{79BEAD83-3EEF-48C5-B879-B132FD969A5B}" presName="spaceRect" presStyleCnt="0"/>
      <dgm:spPr/>
    </dgm:pt>
    <dgm:pt modelId="{31EF0FEC-C85E-4EF0-B560-D86FA0A7DDA6}" type="pres">
      <dgm:prSet presAssocID="{79BEAD83-3EEF-48C5-B879-B132FD969A5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D5822702-C2FA-4067-AEE0-7433F0967F5B}" type="presOf" srcId="{F61DFD8C-5B6B-4A61-BE5D-0711BF06755A}" destId="{3CB2D580-5356-4C8B-9DFA-DC12DD3A3CD4}" srcOrd="0" destOrd="0" presId="urn:microsoft.com/office/officeart/2018/2/layout/IconVerticalSolidList"/>
    <dgm:cxn modelId="{29CC4B32-5E81-4624-9BD3-8C893CE5922F}" srcId="{3046B731-758E-4189-8B5B-D68D02B96F0B}" destId="{FDD7AE22-53B2-448E-A707-61223542E6FA}" srcOrd="3" destOrd="0" parTransId="{F6346DA8-C85B-47ED-8F3B-8F23D952C3BC}" sibTransId="{65908C94-5CC9-4900-B426-041CF7F531AB}"/>
    <dgm:cxn modelId="{8236563E-CF89-4D7B-865A-9538AB3B5DF2}" type="presOf" srcId="{7A6BEF17-8944-41BA-8CFE-16B9AA8C5D3A}" destId="{38C78B84-2C37-4D50-AC2E-AA0F87C22061}" srcOrd="0" destOrd="0" presId="urn:microsoft.com/office/officeart/2018/2/layout/IconVerticalSolidList"/>
    <dgm:cxn modelId="{EDF8EF46-B1DC-48FD-8CA7-207DD7C7FCD6}" type="presOf" srcId="{79BEAD83-3EEF-48C5-B879-B132FD969A5B}" destId="{31EF0FEC-C85E-4EF0-B560-D86FA0A7DDA6}" srcOrd="0" destOrd="0" presId="urn:microsoft.com/office/officeart/2018/2/layout/IconVerticalSolidList"/>
    <dgm:cxn modelId="{D69CA593-D1F1-4DA1-9E71-726A5576D5FC}" srcId="{3046B731-758E-4189-8B5B-D68D02B96F0B}" destId="{DAF5C742-C536-40D7-BF92-2C1B68E92379}" srcOrd="1" destOrd="0" parTransId="{2AA4ACFF-AD32-404A-BFE9-DC523A6416A4}" sibTransId="{39534EF5-CCEE-4B09-BBC6-511E59E87C05}"/>
    <dgm:cxn modelId="{4228D798-FF7E-4433-B5A2-566F196D7A9A}" type="presOf" srcId="{3046B731-758E-4189-8B5B-D68D02B96F0B}" destId="{F3A2FF30-5062-4893-AF93-B5A10DCF6F35}" srcOrd="0" destOrd="0" presId="urn:microsoft.com/office/officeart/2018/2/layout/IconVerticalSolidList"/>
    <dgm:cxn modelId="{CCCC399E-0921-4C37-9EF3-D1449223EEDC}" srcId="{3046B731-758E-4189-8B5B-D68D02B96F0B}" destId="{388875DD-338C-44E1-B4F2-81C7A8B905D8}" srcOrd="2" destOrd="0" parTransId="{5B698D7D-83CE-4A3F-9B71-62ECF0DC4EB7}" sibTransId="{3B6EB61D-7351-405E-8445-BEB574363ED5}"/>
    <dgm:cxn modelId="{CD85C9A1-F21B-481A-9F31-916E7CE87BFC}" type="presOf" srcId="{DAF5C742-C536-40D7-BF92-2C1B68E92379}" destId="{A333EEDD-6C68-48A4-8404-E3BBBF67961B}" srcOrd="0" destOrd="0" presId="urn:microsoft.com/office/officeart/2018/2/layout/IconVerticalSolidList"/>
    <dgm:cxn modelId="{86A2CDC9-091F-4661-BF1B-D9950D555DD0}" type="presOf" srcId="{388875DD-338C-44E1-B4F2-81C7A8B905D8}" destId="{18D9FD1E-784A-447D-9872-DB349E6F38BD}" srcOrd="0" destOrd="0" presId="urn:microsoft.com/office/officeart/2018/2/layout/IconVerticalSolidList"/>
    <dgm:cxn modelId="{11EB24CB-ACB6-4061-8E5D-2DFFD39339D3}" srcId="{3046B731-758E-4189-8B5B-D68D02B96F0B}" destId="{79BEAD83-3EEF-48C5-B879-B132FD969A5B}" srcOrd="5" destOrd="0" parTransId="{6598256D-DF42-46D0-89E3-F27802917528}" sibTransId="{807168BE-FAD1-4560-BBE4-0F19B842C711}"/>
    <dgm:cxn modelId="{F9E3E8E8-E00E-4A0C-81FE-53677EF94D95}" srcId="{3046B731-758E-4189-8B5B-D68D02B96F0B}" destId="{F61DFD8C-5B6B-4A61-BE5D-0711BF06755A}" srcOrd="4" destOrd="0" parTransId="{F132F566-25C8-4884-8381-BA1EAA000650}" sibTransId="{9A20EB54-58D3-4206-8164-6A57BC393FC3}"/>
    <dgm:cxn modelId="{173659EA-8F47-4387-B187-786D0E282F9D}" srcId="{3046B731-758E-4189-8B5B-D68D02B96F0B}" destId="{7A6BEF17-8944-41BA-8CFE-16B9AA8C5D3A}" srcOrd="0" destOrd="0" parTransId="{E9AA3D86-4119-41A2-AB6B-219141A3A3A8}" sibTransId="{B77F3E32-9A5C-4D0D-9B4E-5FEE0F828EFE}"/>
    <dgm:cxn modelId="{167709FE-A997-43F0-97B2-AE5F5D30A471}" type="presOf" srcId="{FDD7AE22-53B2-448E-A707-61223542E6FA}" destId="{BBB11813-767C-4468-B9E3-2E4207928C7C}" srcOrd="0" destOrd="0" presId="urn:microsoft.com/office/officeart/2018/2/layout/IconVerticalSolidList"/>
    <dgm:cxn modelId="{233FD1E9-4C95-4BA3-B02D-A743D571F231}" type="presParOf" srcId="{F3A2FF30-5062-4893-AF93-B5A10DCF6F35}" destId="{C73C7208-13C1-45C5-B3FB-D24C1F5CD3B5}" srcOrd="0" destOrd="0" presId="urn:microsoft.com/office/officeart/2018/2/layout/IconVerticalSolidList"/>
    <dgm:cxn modelId="{74D19897-B752-450E-BA30-A053B30949F1}" type="presParOf" srcId="{C73C7208-13C1-45C5-B3FB-D24C1F5CD3B5}" destId="{589CACCB-DEDE-4B67-BBB2-FBB20DD8BA9D}" srcOrd="0" destOrd="0" presId="urn:microsoft.com/office/officeart/2018/2/layout/IconVerticalSolidList"/>
    <dgm:cxn modelId="{468B2D2A-9C31-4281-8DFE-1FBD20B74FEF}" type="presParOf" srcId="{C73C7208-13C1-45C5-B3FB-D24C1F5CD3B5}" destId="{A97A95F1-F428-40BA-B037-E948289990F0}" srcOrd="1" destOrd="0" presId="urn:microsoft.com/office/officeart/2018/2/layout/IconVerticalSolidList"/>
    <dgm:cxn modelId="{43008674-7C9D-4B5C-931F-140662C5F610}" type="presParOf" srcId="{C73C7208-13C1-45C5-B3FB-D24C1F5CD3B5}" destId="{1F2F440A-DF04-4CDA-9D5E-1EA12BC3384F}" srcOrd="2" destOrd="0" presId="urn:microsoft.com/office/officeart/2018/2/layout/IconVerticalSolidList"/>
    <dgm:cxn modelId="{CC1C6F59-3535-4A77-851A-213E9AA2D8FD}" type="presParOf" srcId="{C73C7208-13C1-45C5-B3FB-D24C1F5CD3B5}" destId="{38C78B84-2C37-4D50-AC2E-AA0F87C22061}" srcOrd="3" destOrd="0" presId="urn:microsoft.com/office/officeart/2018/2/layout/IconVerticalSolidList"/>
    <dgm:cxn modelId="{48508ADC-2A1F-433F-886E-581E8AE6E558}" type="presParOf" srcId="{F3A2FF30-5062-4893-AF93-B5A10DCF6F35}" destId="{F8664EC8-C56D-4936-8684-9B7331179335}" srcOrd="1" destOrd="0" presId="urn:microsoft.com/office/officeart/2018/2/layout/IconVerticalSolidList"/>
    <dgm:cxn modelId="{BECE22B7-0157-45DE-A1E8-78257DC97D04}" type="presParOf" srcId="{F3A2FF30-5062-4893-AF93-B5A10DCF6F35}" destId="{E8EFDEBF-34F8-4F50-81D3-62A51595E6F5}" srcOrd="2" destOrd="0" presId="urn:microsoft.com/office/officeart/2018/2/layout/IconVerticalSolidList"/>
    <dgm:cxn modelId="{4EE550D9-C682-4867-B1B9-FBFD78A09AF0}" type="presParOf" srcId="{E8EFDEBF-34F8-4F50-81D3-62A51595E6F5}" destId="{7B08454D-0101-4A31-93F9-4A8BC74067FC}" srcOrd="0" destOrd="0" presId="urn:microsoft.com/office/officeart/2018/2/layout/IconVerticalSolidList"/>
    <dgm:cxn modelId="{E2C57CF6-EF37-4B17-A44D-2F0DEF3A6467}" type="presParOf" srcId="{E8EFDEBF-34F8-4F50-81D3-62A51595E6F5}" destId="{13DBE507-338E-4F04-9897-C2B6B2675497}" srcOrd="1" destOrd="0" presId="urn:microsoft.com/office/officeart/2018/2/layout/IconVerticalSolidList"/>
    <dgm:cxn modelId="{5ABD3B3C-2CF8-4B9B-9066-BF13CD64BC8A}" type="presParOf" srcId="{E8EFDEBF-34F8-4F50-81D3-62A51595E6F5}" destId="{22376F4A-97DB-404D-A1CE-4E38E7F4C944}" srcOrd="2" destOrd="0" presId="urn:microsoft.com/office/officeart/2018/2/layout/IconVerticalSolidList"/>
    <dgm:cxn modelId="{10B3FBA2-FA62-4905-979F-3C31F86E5470}" type="presParOf" srcId="{E8EFDEBF-34F8-4F50-81D3-62A51595E6F5}" destId="{A333EEDD-6C68-48A4-8404-E3BBBF67961B}" srcOrd="3" destOrd="0" presId="urn:microsoft.com/office/officeart/2018/2/layout/IconVerticalSolidList"/>
    <dgm:cxn modelId="{0C8C039F-AFCE-4906-B7D6-445A801FBFBD}" type="presParOf" srcId="{F3A2FF30-5062-4893-AF93-B5A10DCF6F35}" destId="{99B4E5C2-6D11-4CDA-B032-4FC0AA439846}" srcOrd="3" destOrd="0" presId="urn:microsoft.com/office/officeart/2018/2/layout/IconVerticalSolidList"/>
    <dgm:cxn modelId="{553CBCD8-2FD1-49DF-88F2-67334E1E2713}" type="presParOf" srcId="{F3A2FF30-5062-4893-AF93-B5A10DCF6F35}" destId="{0554DDB5-464C-42F3-86BB-BD1B6F5F91E9}" srcOrd="4" destOrd="0" presId="urn:microsoft.com/office/officeart/2018/2/layout/IconVerticalSolidList"/>
    <dgm:cxn modelId="{2DCAE9D6-C8FC-4023-B922-1A0C83CC74D5}" type="presParOf" srcId="{0554DDB5-464C-42F3-86BB-BD1B6F5F91E9}" destId="{09C73D21-1A9D-4898-A06B-9F735B20192F}" srcOrd="0" destOrd="0" presId="urn:microsoft.com/office/officeart/2018/2/layout/IconVerticalSolidList"/>
    <dgm:cxn modelId="{19796CBF-7A82-4483-9475-E060E96614AC}" type="presParOf" srcId="{0554DDB5-464C-42F3-86BB-BD1B6F5F91E9}" destId="{80676C44-3F0E-448D-A938-22EE60840FDF}" srcOrd="1" destOrd="0" presId="urn:microsoft.com/office/officeart/2018/2/layout/IconVerticalSolidList"/>
    <dgm:cxn modelId="{46BA1976-7C2F-4483-B5F6-202F788FE815}" type="presParOf" srcId="{0554DDB5-464C-42F3-86BB-BD1B6F5F91E9}" destId="{061711E5-D94F-4941-AA6D-A352FC3AED36}" srcOrd="2" destOrd="0" presId="urn:microsoft.com/office/officeart/2018/2/layout/IconVerticalSolidList"/>
    <dgm:cxn modelId="{9F89683A-1CB3-41E3-B00A-BB1C28F7B345}" type="presParOf" srcId="{0554DDB5-464C-42F3-86BB-BD1B6F5F91E9}" destId="{18D9FD1E-784A-447D-9872-DB349E6F38BD}" srcOrd="3" destOrd="0" presId="urn:microsoft.com/office/officeart/2018/2/layout/IconVerticalSolidList"/>
    <dgm:cxn modelId="{4C51EC41-329E-4646-AC7F-6A1443C12818}" type="presParOf" srcId="{F3A2FF30-5062-4893-AF93-B5A10DCF6F35}" destId="{BBABB948-1C16-4A74-860D-ACF6CB0ED988}" srcOrd="5" destOrd="0" presId="urn:microsoft.com/office/officeart/2018/2/layout/IconVerticalSolidList"/>
    <dgm:cxn modelId="{FE398429-9E84-48B0-B64B-810D48810661}" type="presParOf" srcId="{F3A2FF30-5062-4893-AF93-B5A10DCF6F35}" destId="{3A894AF5-A791-4DAD-B99A-03E518C6EF58}" srcOrd="6" destOrd="0" presId="urn:microsoft.com/office/officeart/2018/2/layout/IconVerticalSolidList"/>
    <dgm:cxn modelId="{E866B21D-A867-4694-99EA-EAC3F0541F4C}" type="presParOf" srcId="{3A894AF5-A791-4DAD-B99A-03E518C6EF58}" destId="{1D033BC4-184F-423F-A949-141A530E449D}" srcOrd="0" destOrd="0" presId="urn:microsoft.com/office/officeart/2018/2/layout/IconVerticalSolidList"/>
    <dgm:cxn modelId="{9BD50A0B-0BB6-4338-AB1C-6CF6B12B628A}" type="presParOf" srcId="{3A894AF5-A791-4DAD-B99A-03E518C6EF58}" destId="{28F78BA7-606D-48D4-9883-04864638F437}" srcOrd="1" destOrd="0" presId="urn:microsoft.com/office/officeart/2018/2/layout/IconVerticalSolidList"/>
    <dgm:cxn modelId="{5E36F176-F041-478F-84BF-B4BF408FFF96}" type="presParOf" srcId="{3A894AF5-A791-4DAD-B99A-03E518C6EF58}" destId="{EF2061E9-433B-4EFF-839E-674AD0F4E413}" srcOrd="2" destOrd="0" presId="urn:microsoft.com/office/officeart/2018/2/layout/IconVerticalSolidList"/>
    <dgm:cxn modelId="{34C6CECE-89B2-4CFB-99A7-74E8BC88E229}" type="presParOf" srcId="{3A894AF5-A791-4DAD-B99A-03E518C6EF58}" destId="{BBB11813-767C-4468-B9E3-2E4207928C7C}" srcOrd="3" destOrd="0" presId="urn:microsoft.com/office/officeart/2018/2/layout/IconVerticalSolidList"/>
    <dgm:cxn modelId="{724AB09D-2D6E-4A37-A5ED-754D3E791845}" type="presParOf" srcId="{F3A2FF30-5062-4893-AF93-B5A10DCF6F35}" destId="{DDAA8788-D892-4B03-949E-F2A6E25734AC}" srcOrd="7" destOrd="0" presId="urn:microsoft.com/office/officeart/2018/2/layout/IconVerticalSolidList"/>
    <dgm:cxn modelId="{F09A9460-1FFE-439B-8BFB-11ED92CA522B}" type="presParOf" srcId="{F3A2FF30-5062-4893-AF93-B5A10DCF6F35}" destId="{2182127C-4E6A-4BB5-B1E9-8270631D38C7}" srcOrd="8" destOrd="0" presId="urn:microsoft.com/office/officeart/2018/2/layout/IconVerticalSolidList"/>
    <dgm:cxn modelId="{17592636-7A8A-4BB1-99DD-B94987F8CEB5}" type="presParOf" srcId="{2182127C-4E6A-4BB5-B1E9-8270631D38C7}" destId="{F359B1B6-7110-4731-A890-02FEAE920F66}" srcOrd="0" destOrd="0" presId="urn:microsoft.com/office/officeart/2018/2/layout/IconVerticalSolidList"/>
    <dgm:cxn modelId="{BD185A43-7533-488D-853F-8FFA4D61946E}" type="presParOf" srcId="{2182127C-4E6A-4BB5-B1E9-8270631D38C7}" destId="{CC7D072D-45BD-4F54-A1B1-F18E130E485D}" srcOrd="1" destOrd="0" presId="urn:microsoft.com/office/officeart/2018/2/layout/IconVerticalSolidList"/>
    <dgm:cxn modelId="{A39D9312-9069-4801-BCF7-DA7F10BA4834}" type="presParOf" srcId="{2182127C-4E6A-4BB5-B1E9-8270631D38C7}" destId="{F23110B5-6202-479B-8B15-6538387E9C82}" srcOrd="2" destOrd="0" presId="urn:microsoft.com/office/officeart/2018/2/layout/IconVerticalSolidList"/>
    <dgm:cxn modelId="{1AB015AE-CF22-4BBD-8993-CE0042FDBBBE}" type="presParOf" srcId="{2182127C-4E6A-4BB5-B1E9-8270631D38C7}" destId="{3CB2D580-5356-4C8B-9DFA-DC12DD3A3CD4}" srcOrd="3" destOrd="0" presId="urn:microsoft.com/office/officeart/2018/2/layout/IconVerticalSolidList"/>
    <dgm:cxn modelId="{837EE8BE-FD91-420B-B587-9A1843CBD572}" type="presParOf" srcId="{F3A2FF30-5062-4893-AF93-B5A10DCF6F35}" destId="{2EFD1889-1D1E-4C38-8D64-2A4DDFF53E41}" srcOrd="9" destOrd="0" presId="urn:microsoft.com/office/officeart/2018/2/layout/IconVerticalSolidList"/>
    <dgm:cxn modelId="{7E21DBE9-694E-41EF-B11E-E0E9CF4BB53A}" type="presParOf" srcId="{F3A2FF30-5062-4893-AF93-B5A10DCF6F35}" destId="{5259DD14-2EE0-4C05-BDF9-FFEAD02CC2DA}" srcOrd="10" destOrd="0" presId="urn:microsoft.com/office/officeart/2018/2/layout/IconVerticalSolidList"/>
    <dgm:cxn modelId="{E7EF4150-FA07-4051-9ABC-92D91AA5DD5D}" type="presParOf" srcId="{5259DD14-2EE0-4C05-BDF9-FFEAD02CC2DA}" destId="{F5B7C716-F043-4C42-A6A0-5EB81B93A0A2}" srcOrd="0" destOrd="0" presId="urn:microsoft.com/office/officeart/2018/2/layout/IconVerticalSolidList"/>
    <dgm:cxn modelId="{084EFC2A-17F2-40D6-B55A-AA5FD4560F37}" type="presParOf" srcId="{5259DD14-2EE0-4C05-BDF9-FFEAD02CC2DA}" destId="{7797B9FA-A07D-49A1-A5CD-E4B94C2ACA74}" srcOrd="1" destOrd="0" presId="urn:microsoft.com/office/officeart/2018/2/layout/IconVerticalSolidList"/>
    <dgm:cxn modelId="{FCE16646-0D78-4D38-A179-CE456DA38B63}" type="presParOf" srcId="{5259DD14-2EE0-4C05-BDF9-FFEAD02CC2DA}" destId="{577AA4D3-65C2-4160-BB56-DDB44B4CE675}" srcOrd="2" destOrd="0" presId="urn:microsoft.com/office/officeart/2018/2/layout/IconVerticalSolidList"/>
    <dgm:cxn modelId="{3F3CD686-A320-41CE-8D55-9568FE0F8333}" type="presParOf" srcId="{5259DD14-2EE0-4C05-BDF9-FFEAD02CC2DA}" destId="{31EF0FEC-C85E-4EF0-B560-D86FA0A7DD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EA32384-6640-494E-ACF3-2BC33BFFC19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584E0DF-F753-4727-AB80-8059237DA512}">
      <dgm:prSet/>
      <dgm:spPr/>
      <dgm:t>
        <a:bodyPr/>
        <a:lstStyle/>
        <a:p>
          <a:r>
            <a:rPr lang="pt-BR"/>
            <a:t>Execução de aplicações no cluster Hadoop pelos componentes HDFS, YARN e MapReduce.</a:t>
          </a:r>
          <a:endParaRPr lang="en-US"/>
        </a:p>
      </dgm:t>
    </dgm:pt>
    <dgm:pt modelId="{2BCB9713-39F1-460A-9E15-44FEB655FF3A}" type="parTrans" cxnId="{EDB1DDB9-0C1A-457B-90FD-412DCBEE577C}">
      <dgm:prSet/>
      <dgm:spPr/>
      <dgm:t>
        <a:bodyPr/>
        <a:lstStyle/>
        <a:p>
          <a:endParaRPr lang="en-US"/>
        </a:p>
      </dgm:t>
    </dgm:pt>
    <dgm:pt modelId="{36D1AEF7-80D8-47B0-9EF0-0FAE1D60A893}" type="sibTrans" cxnId="{EDB1DDB9-0C1A-457B-90FD-412DCBEE577C}">
      <dgm:prSet/>
      <dgm:spPr/>
      <dgm:t>
        <a:bodyPr/>
        <a:lstStyle/>
        <a:p>
          <a:endParaRPr lang="en-US"/>
        </a:p>
      </dgm:t>
    </dgm:pt>
    <dgm:pt modelId="{96318992-BD17-4874-9157-4985A9363C5E}">
      <dgm:prSet/>
      <dgm:spPr/>
      <dgm:t>
        <a:bodyPr/>
        <a:lstStyle/>
        <a:p>
          <a:r>
            <a:rPr lang="pt-BR"/>
            <a:t>Os utilitários também são conhecidos como núcleo do Hadoop (Hadoop Core).</a:t>
          </a:r>
          <a:endParaRPr lang="en-US"/>
        </a:p>
      </dgm:t>
    </dgm:pt>
    <dgm:pt modelId="{783A81CC-36CC-4D64-8327-5BE6B6B89E77}" type="parTrans" cxnId="{9F20A79A-8BFB-4D84-BD3B-97D9EF5A4B6E}">
      <dgm:prSet/>
      <dgm:spPr/>
      <dgm:t>
        <a:bodyPr/>
        <a:lstStyle/>
        <a:p>
          <a:endParaRPr lang="en-US"/>
        </a:p>
      </dgm:t>
    </dgm:pt>
    <dgm:pt modelId="{0037341C-5331-42CD-BE30-0949BED2A11D}" type="sibTrans" cxnId="{9F20A79A-8BFB-4D84-BD3B-97D9EF5A4B6E}">
      <dgm:prSet/>
      <dgm:spPr/>
      <dgm:t>
        <a:bodyPr/>
        <a:lstStyle/>
        <a:p>
          <a:endParaRPr lang="en-US"/>
        </a:p>
      </dgm:t>
    </dgm:pt>
    <dgm:pt modelId="{08C18D37-C641-4AEE-95AD-63AD772D5D85}">
      <dgm:prSet/>
      <dgm:spPr/>
      <dgm:t>
        <a:bodyPr/>
        <a:lstStyle/>
        <a:p>
          <a:r>
            <a:rPr lang="pt-BR"/>
            <a:t>Fornecimento de serviços essenciais e processos básicos.</a:t>
          </a:r>
          <a:endParaRPr lang="en-US"/>
        </a:p>
      </dgm:t>
    </dgm:pt>
    <dgm:pt modelId="{F43CF44B-73B0-4834-B563-B26234D15D14}" type="parTrans" cxnId="{E8A5A23F-9EDF-49E8-A1D0-6A9D3597736A}">
      <dgm:prSet/>
      <dgm:spPr/>
      <dgm:t>
        <a:bodyPr/>
        <a:lstStyle/>
        <a:p>
          <a:endParaRPr lang="en-US"/>
        </a:p>
      </dgm:t>
    </dgm:pt>
    <dgm:pt modelId="{AD31E6C9-DB53-4252-AE90-6B568BD5C006}" type="sibTrans" cxnId="{E8A5A23F-9EDF-49E8-A1D0-6A9D3597736A}">
      <dgm:prSet/>
      <dgm:spPr/>
      <dgm:t>
        <a:bodyPr/>
        <a:lstStyle/>
        <a:p>
          <a:endParaRPr lang="en-US"/>
        </a:p>
      </dgm:t>
    </dgm:pt>
    <dgm:pt modelId="{9F5AF757-FB52-492D-BBB8-5A0453B17129}">
      <dgm:prSet/>
      <dgm:spPr/>
      <dgm:t>
        <a:bodyPr/>
        <a:lstStyle/>
        <a:p>
          <a:r>
            <a:rPr lang="pt-BR"/>
            <a:t>Abstração do sistema operacional e sistema de arquivos.</a:t>
          </a:r>
          <a:endParaRPr lang="en-US"/>
        </a:p>
      </dgm:t>
    </dgm:pt>
    <dgm:pt modelId="{4F069636-1F44-4BD6-85E8-53D0B893F205}" type="parTrans" cxnId="{CBA6A5A3-A058-435C-9980-E849CD4FBE47}">
      <dgm:prSet/>
      <dgm:spPr/>
      <dgm:t>
        <a:bodyPr/>
        <a:lstStyle/>
        <a:p>
          <a:endParaRPr lang="en-US"/>
        </a:p>
      </dgm:t>
    </dgm:pt>
    <dgm:pt modelId="{3066C3AB-4162-4420-AFE5-0DA058579ADC}" type="sibTrans" cxnId="{CBA6A5A3-A058-435C-9980-E849CD4FBE47}">
      <dgm:prSet/>
      <dgm:spPr/>
      <dgm:t>
        <a:bodyPr/>
        <a:lstStyle/>
        <a:p>
          <a:endParaRPr lang="en-US"/>
        </a:p>
      </dgm:t>
    </dgm:pt>
    <dgm:pt modelId="{240BE55E-C310-455F-B73A-075D3051C9C0}">
      <dgm:prSet/>
      <dgm:spPr/>
      <dgm:t>
        <a:bodyPr/>
        <a:lstStyle/>
        <a:p>
          <a:r>
            <a:rPr lang="pt-BR"/>
            <a:t>Inclusão de arquivos Java Archive (JAR) e scripts.</a:t>
          </a:r>
          <a:endParaRPr lang="en-US"/>
        </a:p>
      </dgm:t>
    </dgm:pt>
    <dgm:pt modelId="{2497F235-E020-4BC5-8E62-9331C9A3591B}" type="parTrans" cxnId="{E07AE054-7F53-411B-8B9A-C91B4AF1A81C}">
      <dgm:prSet/>
      <dgm:spPr/>
      <dgm:t>
        <a:bodyPr/>
        <a:lstStyle/>
        <a:p>
          <a:endParaRPr lang="en-US"/>
        </a:p>
      </dgm:t>
    </dgm:pt>
    <dgm:pt modelId="{102E8DEF-32BD-40AF-B4D1-5FF080FE4271}" type="sibTrans" cxnId="{E07AE054-7F53-411B-8B9A-C91B4AF1A81C}">
      <dgm:prSet/>
      <dgm:spPr/>
      <dgm:t>
        <a:bodyPr/>
        <a:lstStyle/>
        <a:p>
          <a:endParaRPr lang="en-US"/>
        </a:p>
      </dgm:t>
    </dgm:pt>
    <dgm:pt modelId="{1109F483-4EF2-44D2-BFEE-600B77D4402E}" type="pres">
      <dgm:prSet presAssocID="{7EA32384-6640-494E-ACF3-2BC33BFFC194}" presName="root" presStyleCnt="0">
        <dgm:presLayoutVars>
          <dgm:dir/>
          <dgm:resizeHandles val="exact"/>
        </dgm:presLayoutVars>
      </dgm:prSet>
      <dgm:spPr/>
    </dgm:pt>
    <dgm:pt modelId="{9F0EA5A2-2B66-48F4-BA86-154C4D43719D}" type="pres">
      <dgm:prSet presAssocID="{D584E0DF-F753-4727-AB80-8059237DA512}" presName="compNode" presStyleCnt="0"/>
      <dgm:spPr/>
    </dgm:pt>
    <dgm:pt modelId="{A68A9BCA-316A-4446-8343-0FB2E626E7AF}" type="pres">
      <dgm:prSet presAssocID="{D584E0DF-F753-4727-AB80-8059237DA512}" presName="bgRect" presStyleLbl="bgShp" presStyleIdx="0" presStyleCnt="5"/>
      <dgm:spPr/>
    </dgm:pt>
    <dgm:pt modelId="{6B4BCAD4-BC72-4A17-A537-AA26B887DBB6}" type="pres">
      <dgm:prSet presAssocID="{D584E0DF-F753-4727-AB80-8059237DA51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9EB9BA95-34C5-460F-9E7C-C1EE19BBAE36}" type="pres">
      <dgm:prSet presAssocID="{D584E0DF-F753-4727-AB80-8059237DA512}" presName="spaceRect" presStyleCnt="0"/>
      <dgm:spPr/>
    </dgm:pt>
    <dgm:pt modelId="{298A9133-7D8C-4798-AB96-5AF105B4E8CF}" type="pres">
      <dgm:prSet presAssocID="{D584E0DF-F753-4727-AB80-8059237DA512}" presName="parTx" presStyleLbl="revTx" presStyleIdx="0" presStyleCnt="5">
        <dgm:presLayoutVars>
          <dgm:chMax val="0"/>
          <dgm:chPref val="0"/>
        </dgm:presLayoutVars>
      </dgm:prSet>
      <dgm:spPr/>
    </dgm:pt>
    <dgm:pt modelId="{7B88C79B-9694-42DC-A83B-76CA4AEA680C}" type="pres">
      <dgm:prSet presAssocID="{36D1AEF7-80D8-47B0-9EF0-0FAE1D60A893}" presName="sibTrans" presStyleCnt="0"/>
      <dgm:spPr/>
    </dgm:pt>
    <dgm:pt modelId="{DD0D8222-6FD4-4DBF-81D9-A20A64C4F511}" type="pres">
      <dgm:prSet presAssocID="{96318992-BD17-4874-9157-4985A9363C5E}" presName="compNode" presStyleCnt="0"/>
      <dgm:spPr/>
    </dgm:pt>
    <dgm:pt modelId="{8A15CC20-7BBE-4775-8383-5D9914E87ADB}" type="pres">
      <dgm:prSet presAssocID="{96318992-BD17-4874-9157-4985A9363C5E}" presName="bgRect" presStyleLbl="bgShp" presStyleIdx="1" presStyleCnt="5"/>
      <dgm:spPr/>
    </dgm:pt>
    <dgm:pt modelId="{831E34B9-2213-44C4-B01E-E6C0FED70E4C}" type="pres">
      <dgm:prSet presAssocID="{96318992-BD17-4874-9157-4985A9363C5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entista"/>
        </a:ext>
      </dgm:extLst>
    </dgm:pt>
    <dgm:pt modelId="{DCBE888A-D28D-455A-B3C4-AFC71CE7ED6F}" type="pres">
      <dgm:prSet presAssocID="{96318992-BD17-4874-9157-4985A9363C5E}" presName="spaceRect" presStyleCnt="0"/>
      <dgm:spPr/>
    </dgm:pt>
    <dgm:pt modelId="{BD733112-37FA-490A-B5AA-4D4C6101B5E8}" type="pres">
      <dgm:prSet presAssocID="{96318992-BD17-4874-9157-4985A9363C5E}" presName="parTx" presStyleLbl="revTx" presStyleIdx="1" presStyleCnt="5">
        <dgm:presLayoutVars>
          <dgm:chMax val="0"/>
          <dgm:chPref val="0"/>
        </dgm:presLayoutVars>
      </dgm:prSet>
      <dgm:spPr/>
    </dgm:pt>
    <dgm:pt modelId="{D7B02D0C-0FB5-4F20-999F-F651CF36B5C4}" type="pres">
      <dgm:prSet presAssocID="{0037341C-5331-42CD-BE30-0949BED2A11D}" presName="sibTrans" presStyleCnt="0"/>
      <dgm:spPr/>
    </dgm:pt>
    <dgm:pt modelId="{1ECAE3C2-9580-459A-A4ED-5D62DF64B197}" type="pres">
      <dgm:prSet presAssocID="{08C18D37-C641-4AEE-95AD-63AD772D5D85}" presName="compNode" presStyleCnt="0"/>
      <dgm:spPr/>
    </dgm:pt>
    <dgm:pt modelId="{78C6EC88-84F2-4C8B-B8BC-782B97C9F7B5}" type="pres">
      <dgm:prSet presAssocID="{08C18D37-C641-4AEE-95AD-63AD772D5D85}" presName="bgRect" presStyleLbl="bgShp" presStyleIdx="2" presStyleCnt="5"/>
      <dgm:spPr/>
    </dgm:pt>
    <dgm:pt modelId="{A80D95D5-16F2-4BCB-8E44-38FD5C2DE4E1}" type="pres">
      <dgm:prSet presAssocID="{08C18D37-C641-4AEE-95AD-63AD772D5D8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E428CE57-D07F-4727-8239-A9CCBA1A4AB8}" type="pres">
      <dgm:prSet presAssocID="{08C18D37-C641-4AEE-95AD-63AD772D5D85}" presName="spaceRect" presStyleCnt="0"/>
      <dgm:spPr/>
    </dgm:pt>
    <dgm:pt modelId="{D45AF0AD-0881-44EC-B3BA-4DCAD8D9B7AE}" type="pres">
      <dgm:prSet presAssocID="{08C18D37-C641-4AEE-95AD-63AD772D5D85}" presName="parTx" presStyleLbl="revTx" presStyleIdx="2" presStyleCnt="5">
        <dgm:presLayoutVars>
          <dgm:chMax val="0"/>
          <dgm:chPref val="0"/>
        </dgm:presLayoutVars>
      </dgm:prSet>
      <dgm:spPr/>
    </dgm:pt>
    <dgm:pt modelId="{2DCDAAE9-3851-4FE4-B48F-E7C9DEA024A0}" type="pres">
      <dgm:prSet presAssocID="{AD31E6C9-DB53-4252-AE90-6B568BD5C006}" presName="sibTrans" presStyleCnt="0"/>
      <dgm:spPr/>
    </dgm:pt>
    <dgm:pt modelId="{45DFB972-CD45-4F73-84A5-6BA3E22C1FF8}" type="pres">
      <dgm:prSet presAssocID="{9F5AF757-FB52-492D-BBB8-5A0453B17129}" presName="compNode" presStyleCnt="0"/>
      <dgm:spPr/>
    </dgm:pt>
    <dgm:pt modelId="{E54EE0C7-7C53-4051-999E-1AB7928CDEE3}" type="pres">
      <dgm:prSet presAssocID="{9F5AF757-FB52-492D-BBB8-5A0453B17129}" presName="bgRect" presStyleLbl="bgShp" presStyleIdx="3" presStyleCnt="5"/>
      <dgm:spPr/>
    </dgm:pt>
    <dgm:pt modelId="{48EEE49F-E70C-4AE5-B005-0E2FF006A77E}" type="pres">
      <dgm:prSet presAssocID="{9F5AF757-FB52-492D-BBB8-5A0453B1712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4EDBCD87-0EE1-4649-A9F2-654EA35668C3}" type="pres">
      <dgm:prSet presAssocID="{9F5AF757-FB52-492D-BBB8-5A0453B17129}" presName="spaceRect" presStyleCnt="0"/>
      <dgm:spPr/>
    </dgm:pt>
    <dgm:pt modelId="{C89EDCA1-7CDB-4960-B5BB-7CA14D24E368}" type="pres">
      <dgm:prSet presAssocID="{9F5AF757-FB52-492D-BBB8-5A0453B17129}" presName="parTx" presStyleLbl="revTx" presStyleIdx="3" presStyleCnt="5">
        <dgm:presLayoutVars>
          <dgm:chMax val="0"/>
          <dgm:chPref val="0"/>
        </dgm:presLayoutVars>
      </dgm:prSet>
      <dgm:spPr/>
    </dgm:pt>
    <dgm:pt modelId="{9C1C91EF-80BA-4115-ADF7-3B9B5B3BEB51}" type="pres">
      <dgm:prSet presAssocID="{3066C3AB-4162-4420-AFE5-0DA058579ADC}" presName="sibTrans" presStyleCnt="0"/>
      <dgm:spPr/>
    </dgm:pt>
    <dgm:pt modelId="{FDB399DF-565B-4372-BCA0-B9F441173783}" type="pres">
      <dgm:prSet presAssocID="{240BE55E-C310-455F-B73A-075D3051C9C0}" presName="compNode" presStyleCnt="0"/>
      <dgm:spPr/>
    </dgm:pt>
    <dgm:pt modelId="{B035A345-B8BC-4E6F-A8AD-E2BF12865C48}" type="pres">
      <dgm:prSet presAssocID="{240BE55E-C310-455F-B73A-075D3051C9C0}" presName="bgRect" presStyleLbl="bgShp" presStyleIdx="4" presStyleCnt="5"/>
      <dgm:spPr/>
    </dgm:pt>
    <dgm:pt modelId="{66EC0396-E93A-41CC-9407-B38D65442C14}" type="pres">
      <dgm:prSet presAssocID="{240BE55E-C310-455F-B73A-075D3051C9C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547D80BD-E917-441B-B44D-814DBF0619F9}" type="pres">
      <dgm:prSet presAssocID="{240BE55E-C310-455F-B73A-075D3051C9C0}" presName="spaceRect" presStyleCnt="0"/>
      <dgm:spPr/>
    </dgm:pt>
    <dgm:pt modelId="{34024000-71A2-4713-BDF3-907FAC80B453}" type="pres">
      <dgm:prSet presAssocID="{240BE55E-C310-455F-B73A-075D3051C9C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9123428-A4EA-459F-BB51-84F6C2FBEA00}" type="presOf" srcId="{240BE55E-C310-455F-B73A-075D3051C9C0}" destId="{34024000-71A2-4713-BDF3-907FAC80B453}" srcOrd="0" destOrd="0" presId="urn:microsoft.com/office/officeart/2018/2/layout/IconVerticalSolidList"/>
    <dgm:cxn modelId="{C2868530-4874-4546-AEFF-D3FD80EC28DA}" type="presOf" srcId="{08C18D37-C641-4AEE-95AD-63AD772D5D85}" destId="{D45AF0AD-0881-44EC-B3BA-4DCAD8D9B7AE}" srcOrd="0" destOrd="0" presId="urn:microsoft.com/office/officeart/2018/2/layout/IconVerticalSolidList"/>
    <dgm:cxn modelId="{E8A5A23F-9EDF-49E8-A1D0-6A9D3597736A}" srcId="{7EA32384-6640-494E-ACF3-2BC33BFFC194}" destId="{08C18D37-C641-4AEE-95AD-63AD772D5D85}" srcOrd="2" destOrd="0" parTransId="{F43CF44B-73B0-4834-B563-B26234D15D14}" sibTransId="{AD31E6C9-DB53-4252-AE90-6B568BD5C006}"/>
    <dgm:cxn modelId="{E340E46E-7178-4CF4-99FB-588AA61FF6A9}" type="presOf" srcId="{96318992-BD17-4874-9157-4985A9363C5E}" destId="{BD733112-37FA-490A-B5AA-4D4C6101B5E8}" srcOrd="0" destOrd="0" presId="urn:microsoft.com/office/officeart/2018/2/layout/IconVerticalSolidList"/>
    <dgm:cxn modelId="{E07AE054-7F53-411B-8B9A-C91B4AF1A81C}" srcId="{7EA32384-6640-494E-ACF3-2BC33BFFC194}" destId="{240BE55E-C310-455F-B73A-075D3051C9C0}" srcOrd="4" destOrd="0" parTransId="{2497F235-E020-4BC5-8E62-9331C9A3591B}" sibTransId="{102E8DEF-32BD-40AF-B4D1-5FF080FE4271}"/>
    <dgm:cxn modelId="{B979BB7B-274B-4959-A01B-52E99932DDEE}" type="presOf" srcId="{7EA32384-6640-494E-ACF3-2BC33BFFC194}" destId="{1109F483-4EF2-44D2-BFEE-600B77D4402E}" srcOrd="0" destOrd="0" presId="urn:microsoft.com/office/officeart/2018/2/layout/IconVerticalSolidList"/>
    <dgm:cxn modelId="{9F20A79A-8BFB-4D84-BD3B-97D9EF5A4B6E}" srcId="{7EA32384-6640-494E-ACF3-2BC33BFFC194}" destId="{96318992-BD17-4874-9157-4985A9363C5E}" srcOrd="1" destOrd="0" parTransId="{783A81CC-36CC-4D64-8327-5BE6B6B89E77}" sibTransId="{0037341C-5331-42CD-BE30-0949BED2A11D}"/>
    <dgm:cxn modelId="{D38AA8A0-EC43-4BD8-B7AA-7B563EF22876}" type="presOf" srcId="{D584E0DF-F753-4727-AB80-8059237DA512}" destId="{298A9133-7D8C-4798-AB96-5AF105B4E8CF}" srcOrd="0" destOrd="0" presId="urn:microsoft.com/office/officeart/2018/2/layout/IconVerticalSolidList"/>
    <dgm:cxn modelId="{CBA6A5A3-A058-435C-9980-E849CD4FBE47}" srcId="{7EA32384-6640-494E-ACF3-2BC33BFFC194}" destId="{9F5AF757-FB52-492D-BBB8-5A0453B17129}" srcOrd="3" destOrd="0" parTransId="{4F069636-1F44-4BD6-85E8-53D0B893F205}" sibTransId="{3066C3AB-4162-4420-AFE5-0DA058579ADC}"/>
    <dgm:cxn modelId="{EDB1DDB9-0C1A-457B-90FD-412DCBEE577C}" srcId="{7EA32384-6640-494E-ACF3-2BC33BFFC194}" destId="{D584E0DF-F753-4727-AB80-8059237DA512}" srcOrd="0" destOrd="0" parTransId="{2BCB9713-39F1-460A-9E15-44FEB655FF3A}" sibTransId="{36D1AEF7-80D8-47B0-9EF0-0FAE1D60A893}"/>
    <dgm:cxn modelId="{5E9C14EE-BBFC-4A81-A02F-272E4872E1F9}" type="presOf" srcId="{9F5AF757-FB52-492D-BBB8-5A0453B17129}" destId="{C89EDCA1-7CDB-4960-B5BB-7CA14D24E368}" srcOrd="0" destOrd="0" presId="urn:microsoft.com/office/officeart/2018/2/layout/IconVerticalSolidList"/>
    <dgm:cxn modelId="{AEF27D7D-E9DF-4156-97B8-84F32CDE9E09}" type="presParOf" srcId="{1109F483-4EF2-44D2-BFEE-600B77D4402E}" destId="{9F0EA5A2-2B66-48F4-BA86-154C4D43719D}" srcOrd="0" destOrd="0" presId="urn:microsoft.com/office/officeart/2018/2/layout/IconVerticalSolidList"/>
    <dgm:cxn modelId="{919EFCE6-EF7F-4601-A282-7A582728DB2E}" type="presParOf" srcId="{9F0EA5A2-2B66-48F4-BA86-154C4D43719D}" destId="{A68A9BCA-316A-4446-8343-0FB2E626E7AF}" srcOrd="0" destOrd="0" presId="urn:microsoft.com/office/officeart/2018/2/layout/IconVerticalSolidList"/>
    <dgm:cxn modelId="{95290CE3-0E98-4DB0-959C-7B64566CA691}" type="presParOf" srcId="{9F0EA5A2-2B66-48F4-BA86-154C4D43719D}" destId="{6B4BCAD4-BC72-4A17-A537-AA26B887DBB6}" srcOrd="1" destOrd="0" presId="urn:microsoft.com/office/officeart/2018/2/layout/IconVerticalSolidList"/>
    <dgm:cxn modelId="{D49386B1-CE78-4DFE-9D40-99F2D0159036}" type="presParOf" srcId="{9F0EA5A2-2B66-48F4-BA86-154C4D43719D}" destId="{9EB9BA95-34C5-460F-9E7C-C1EE19BBAE36}" srcOrd="2" destOrd="0" presId="urn:microsoft.com/office/officeart/2018/2/layout/IconVerticalSolidList"/>
    <dgm:cxn modelId="{438D17E5-B6DE-4843-AA25-D7E4B0F88D8C}" type="presParOf" srcId="{9F0EA5A2-2B66-48F4-BA86-154C4D43719D}" destId="{298A9133-7D8C-4798-AB96-5AF105B4E8CF}" srcOrd="3" destOrd="0" presId="urn:microsoft.com/office/officeart/2018/2/layout/IconVerticalSolidList"/>
    <dgm:cxn modelId="{58AD0E6C-6B81-4383-B32F-14A23BCCCB42}" type="presParOf" srcId="{1109F483-4EF2-44D2-BFEE-600B77D4402E}" destId="{7B88C79B-9694-42DC-A83B-76CA4AEA680C}" srcOrd="1" destOrd="0" presId="urn:microsoft.com/office/officeart/2018/2/layout/IconVerticalSolidList"/>
    <dgm:cxn modelId="{DD88CB92-3054-4984-AE58-24E183AAE193}" type="presParOf" srcId="{1109F483-4EF2-44D2-BFEE-600B77D4402E}" destId="{DD0D8222-6FD4-4DBF-81D9-A20A64C4F511}" srcOrd="2" destOrd="0" presId="urn:microsoft.com/office/officeart/2018/2/layout/IconVerticalSolidList"/>
    <dgm:cxn modelId="{E9F4DB16-93E8-4CF3-9C19-4191529EB487}" type="presParOf" srcId="{DD0D8222-6FD4-4DBF-81D9-A20A64C4F511}" destId="{8A15CC20-7BBE-4775-8383-5D9914E87ADB}" srcOrd="0" destOrd="0" presId="urn:microsoft.com/office/officeart/2018/2/layout/IconVerticalSolidList"/>
    <dgm:cxn modelId="{54892BD7-A3D9-42AA-8F2B-F6E0B2808D25}" type="presParOf" srcId="{DD0D8222-6FD4-4DBF-81D9-A20A64C4F511}" destId="{831E34B9-2213-44C4-B01E-E6C0FED70E4C}" srcOrd="1" destOrd="0" presId="urn:microsoft.com/office/officeart/2018/2/layout/IconVerticalSolidList"/>
    <dgm:cxn modelId="{0FEA9B18-A950-4815-A36D-2E1E15C3150B}" type="presParOf" srcId="{DD0D8222-6FD4-4DBF-81D9-A20A64C4F511}" destId="{DCBE888A-D28D-455A-B3C4-AFC71CE7ED6F}" srcOrd="2" destOrd="0" presId="urn:microsoft.com/office/officeart/2018/2/layout/IconVerticalSolidList"/>
    <dgm:cxn modelId="{B28626D7-3BA6-44E6-8EAB-A24255419584}" type="presParOf" srcId="{DD0D8222-6FD4-4DBF-81D9-A20A64C4F511}" destId="{BD733112-37FA-490A-B5AA-4D4C6101B5E8}" srcOrd="3" destOrd="0" presId="urn:microsoft.com/office/officeart/2018/2/layout/IconVerticalSolidList"/>
    <dgm:cxn modelId="{82E86F7C-8671-4252-984B-E8B467C02D2E}" type="presParOf" srcId="{1109F483-4EF2-44D2-BFEE-600B77D4402E}" destId="{D7B02D0C-0FB5-4F20-999F-F651CF36B5C4}" srcOrd="3" destOrd="0" presId="urn:microsoft.com/office/officeart/2018/2/layout/IconVerticalSolidList"/>
    <dgm:cxn modelId="{19DC8046-DA48-421D-8D7D-CFD9A1F32F60}" type="presParOf" srcId="{1109F483-4EF2-44D2-BFEE-600B77D4402E}" destId="{1ECAE3C2-9580-459A-A4ED-5D62DF64B197}" srcOrd="4" destOrd="0" presId="urn:microsoft.com/office/officeart/2018/2/layout/IconVerticalSolidList"/>
    <dgm:cxn modelId="{E15581E2-0BAB-45DF-8F1D-D470E4099D30}" type="presParOf" srcId="{1ECAE3C2-9580-459A-A4ED-5D62DF64B197}" destId="{78C6EC88-84F2-4C8B-B8BC-782B97C9F7B5}" srcOrd="0" destOrd="0" presId="urn:microsoft.com/office/officeart/2018/2/layout/IconVerticalSolidList"/>
    <dgm:cxn modelId="{1FE08DFE-481E-4111-828C-69E494711FE2}" type="presParOf" srcId="{1ECAE3C2-9580-459A-A4ED-5D62DF64B197}" destId="{A80D95D5-16F2-4BCB-8E44-38FD5C2DE4E1}" srcOrd="1" destOrd="0" presId="urn:microsoft.com/office/officeart/2018/2/layout/IconVerticalSolidList"/>
    <dgm:cxn modelId="{FD0A5CA0-31D2-4B32-9C31-4F5FEF566822}" type="presParOf" srcId="{1ECAE3C2-9580-459A-A4ED-5D62DF64B197}" destId="{E428CE57-D07F-4727-8239-A9CCBA1A4AB8}" srcOrd="2" destOrd="0" presId="urn:microsoft.com/office/officeart/2018/2/layout/IconVerticalSolidList"/>
    <dgm:cxn modelId="{06265760-A487-4692-8F48-4834C0157C8E}" type="presParOf" srcId="{1ECAE3C2-9580-459A-A4ED-5D62DF64B197}" destId="{D45AF0AD-0881-44EC-B3BA-4DCAD8D9B7AE}" srcOrd="3" destOrd="0" presId="urn:microsoft.com/office/officeart/2018/2/layout/IconVerticalSolidList"/>
    <dgm:cxn modelId="{088D5F46-A835-4D87-9A33-13CDFA06C442}" type="presParOf" srcId="{1109F483-4EF2-44D2-BFEE-600B77D4402E}" destId="{2DCDAAE9-3851-4FE4-B48F-E7C9DEA024A0}" srcOrd="5" destOrd="0" presId="urn:microsoft.com/office/officeart/2018/2/layout/IconVerticalSolidList"/>
    <dgm:cxn modelId="{B8A7C350-DBA9-44E9-B04A-CCD2B23B8680}" type="presParOf" srcId="{1109F483-4EF2-44D2-BFEE-600B77D4402E}" destId="{45DFB972-CD45-4F73-84A5-6BA3E22C1FF8}" srcOrd="6" destOrd="0" presId="urn:microsoft.com/office/officeart/2018/2/layout/IconVerticalSolidList"/>
    <dgm:cxn modelId="{54F8A037-687A-4AA9-B5DC-1AEEFC0604E9}" type="presParOf" srcId="{45DFB972-CD45-4F73-84A5-6BA3E22C1FF8}" destId="{E54EE0C7-7C53-4051-999E-1AB7928CDEE3}" srcOrd="0" destOrd="0" presId="urn:microsoft.com/office/officeart/2018/2/layout/IconVerticalSolidList"/>
    <dgm:cxn modelId="{49713503-BEA1-4190-B35E-CB158C41FE46}" type="presParOf" srcId="{45DFB972-CD45-4F73-84A5-6BA3E22C1FF8}" destId="{48EEE49F-E70C-4AE5-B005-0E2FF006A77E}" srcOrd="1" destOrd="0" presId="urn:microsoft.com/office/officeart/2018/2/layout/IconVerticalSolidList"/>
    <dgm:cxn modelId="{45EDED77-7A11-4FAC-A391-1FC57B0F62B1}" type="presParOf" srcId="{45DFB972-CD45-4F73-84A5-6BA3E22C1FF8}" destId="{4EDBCD87-0EE1-4649-A9F2-654EA35668C3}" srcOrd="2" destOrd="0" presId="urn:microsoft.com/office/officeart/2018/2/layout/IconVerticalSolidList"/>
    <dgm:cxn modelId="{1428B79C-5C8F-4035-BBD2-D7B142CE6495}" type="presParOf" srcId="{45DFB972-CD45-4F73-84A5-6BA3E22C1FF8}" destId="{C89EDCA1-7CDB-4960-B5BB-7CA14D24E368}" srcOrd="3" destOrd="0" presId="urn:microsoft.com/office/officeart/2018/2/layout/IconVerticalSolidList"/>
    <dgm:cxn modelId="{79A99C99-00D7-472B-A6A3-263F2CC3BD66}" type="presParOf" srcId="{1109F483-4EF2-44D2-BFEE-600B77D4402E}" destId="{9C1C91EF-80BA-4115-ADF7-3B9B5B3BEB51}" srcOrd="7" destOrd="0" presId="urn:microsoft.com/office/officeart/2018/2/layout/IconVerticalSolidList"/>
    <dgm:cxn modelId="{396B540F-F66E-4B61-ACF9-51DC55AD1521}" type="presParOf" srcId="{1109F483-4EF2-44D2-BFEE-600B77D4402E}" destId="{FDB399DF-565B-4372-BCA0-B9F441173783}" srcOrd="8" destOrd="0" presId="urn:microsoft.com/office/officeart/2018/2/layout/IconVerticalSolidList"/>
    <dgm:cxn modelId="{121AA617-D2DA-434D-9D3E-DFD10AED1AB5}" type="presParOf" srcId="{FDB399DF-565B-4372-BCA0-B9F441173783}" destId="{B035A345-B8BC-4E6F-A8AD-E2BF12865C48}" srcOrd="0" destOrd="0" presId="urn:microsoft.com/office/officeart/2018/2/layout/IconVerticalSolidList"/>
    <dgm:cxn modelId="{343FBC74-7373-4F68-BB43-9B18BFF92D33}" type="presParOf" srcId="{FDB399DF-565B-4372-BCA0-B9F441173783}" destId="{66EC0396-E93A-41CC-9407-B38D65442C14}" srcOrd="1" destOrd="0" presId="urn:microsoft.com/office/officeart/2018/2/layout/IconVerticalSolidList"/>
    <dgm:cxn modelId="{3FD876EA-F9DA-4D93-B924-1420C26ECDF8}" type="presParOf" srcId="{FDB399DF-565B-4372-BCA0-B9F441173783}" destId="{547D80BD-E917-441B-B44D-814DBF0619F9}" srcOrd="2" destOrd="0" presId="urn:microsoft.com/office/officeart/2018/2/layout/IconVerticalSolidList"/>
    <dgm:cxn modelId="{35108D7B-A544-4315-8085-35CA7711B50E}" type="presParOf" srcId="{FDB399DF-565B-4372-BCA0-B9F441173783}" destId="{34024000-71A2-4713-BDF3-907FAC80B45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AE9578F-A8C9-4615-A073-03F35381E21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230A768-0286-4BDF-8BC0-2333BDFBC60A}">
      <dgm:prSet/>
      <dgm:spPr/>
      <dgm:t>
        <a:bodyPr/>
        <a:lstStyle/>
        <a:p>
          <a:r>
            <a:rPr lang="pt-BR"/>
            <a:t>Aplicações de Big Data específicas para 5Vs.</a:t>
          </a:r>
          <a:endParaRPr lang="en-US"/>
        </a:p>
      </dgm:t>
    </dgm:pt>
    <dgm:pt modelId="{66193BCB-D2E8-4633-8419-9C7F11CBE3B7}" type="parTrans" cxnId="{FDB36F06-0641-44B0-B03A-B9DBDEE756F9}">
      <dgm:prSet/>
      <dgm:spPr/>
      <dgm:t>
        <a:bodyPr/>
        <a:lstStyle/>
        <a:p>
          <a:endParaRPr lang="en-US"/>
        </a:p>
      </dgm:t>
    </dgm:pt>
    <dgm:pt modelId="{E91F526D-31F5-417B-BB0C-85EDA9B27570}" type="sibTrans" cxnId="{FDB36F06-0641-44B0-B03A-B9DBDEE756F9}">
      <dgm:prSet/>
      <dgm:spPr/>
      <dgm:t>
        <a:bodyPr/>
        <a:lstStyle/>
        <a:p>
          <a:endParaRPr lang="en-US"/>
        </a:p>
      </dgm:t>
    </dgm:pt>
    <dgm:pt modelId="{230D7672-F7C6-4E03-83B9-0F4C71597C79}">
      <dgm:prSet/>
      <dgm:spPr/>
      <dgm:t>
        <a:bodyPr/>
        <a:lstStyle/>
        <a:p>
          <a:r>
            <a:rPr lang="pt-BR"/>
            <a:t>Solução: Data Lake (lago de dados)</a:t>
          </a:r>
          <a:endParaRPr lang="en-US"/>
        </a:p>
      </dgm:t>
    </dgm:pt>
    <dgm:pt modelId="{A575E69D-FB61-4DE7-9D59-F332CDF34B0E}" type="parTrans" cxnId="{DDF28915-DD51-44D3-9CDB-A202B067F2D2}">
      <dgm:prSet/>
      <dgm:spPr/>
      <dgm:t>
        <a:bodyPr/>
        <a:lstStyle/>
        <a:p>
          <a:endParaRPr lang="en-US"/>
        </a:p>
      </dgm:t>
    </dgm:pt>
    <dgm:pt modelId="{3CA259C7-E812-4DA8-A39A-BA37D541BE6C}" type="sibTrans" cxnId="{DDF28915-DD51-44D3-9CDB-A202B067F2D2}">
      <dgm:prSet/>
      <dgm:spPr/>
      <dgm:t>
        <a:bodyPr/>
        <a:lstStyle/>
        <a:p>
          <a:endParaRPr lang="en-US"/>
        </a:p>
      </dgm:t>
    </dgm:pt>
    <dgm:pt modelId="{CF193EB2-AFDA-4892-B6C9-570C358EE0FE}">
      <dgm:prSet/>
      <dgm:spPr/>
      <dgm:t>
        <a:bodyPr/>
        <a:lstStyle/>
        <a:p>
          <a:r>
            <a:rPr lang="pt-BR"/>
            <a:t>Centralização de grande volume de dados no formato original.</a:t>
          </a:r>
          <a:endParaRPr lang="en-US"/>
        </a:p>
      </dgm:t>
    </dgm:pt>
    <dgm:pt modelId="{DE13ACF8-D751-4FA6-8B61-F8AC3910ED20}" type="parTrans" cxnId="{B954A0C4-B93F-4C92-BBEF-994D0242BF81}">
      <dgm:prSet/>
      <dgm:spPr/>
      <dgm:t>
        <a:bodyPr/>
        <a:lstStyle/>
        <a:p>
          <a:endParaRPr lang="en-US"/>
        </a:p>
      </dgm:t>
    </dgm:pt>
    <dgm:pt modelId="{4CC16871-6AEB-4C1A-8E80-D025D8C909C5}" type="sibTrans" cxnId="{B954A0C4-B93F-4C92-BBEF-994D0242BF81}">
      <dgm:prSet/>
      <dgm:spPr/>
      <dgm:t>
        <a:bodyPr/>
        <a:lstStyle/>
        <a:p>
          <a:endParaRPr lang="en-US"/>
        </a:p>
      </dgm:t>
    </dgm:pt>
    <dgm:pt modelId="{D2E39695-FCEF-4129-A817-9818152C4253}">
      <dgm:prSet/>
      <dgm:spPr/>
      <dgm:t>
        <a:bodyPr/>
        <a:lstStyle/>
        <a:p>
          <a:r>
            <a:rPr lang="pt-BR"/>
            <a:t>Dados estruturados, não estruturados e semiestruturados.</a:t>
          </a:r>
          <a:endParaRPr lang="en-US"/>
        </a:p>
      </dgm:t>
    </dgm:pt>
    <dgm:pt modelId="{E30A50B7-037D-4173-8591-3950D77697AD}" type="parTrans" cxnId="{3931CCB8-6AEF-40D3-88EC-B6FA78D3A65F}">
      <dgm:prSet/>
      <dgm:spPr/>
      <dgm:t>
        <a:bodyPr/>
        <a:lstStyle/>
        <a:p>
          <a:endParaRPr lang="en-US"/>
        </a:p>
      </dgm:t>
    </dgm:pt>
    <dgm:pt modelId="{B44DEEF9-E9F1-419F-BA3D-670D6AA38110}" type="sibTrans" cxnId="{3931CCB8-6AEF-40D3-88EC-B6FA78D3A65F}">
      <dgm:prSet/>
      <dgm:spPr/>
      <dgm:t>
        <a:bodyPr/>
        <a:lstStyle/>
        <a:p>
          <a:endParaRPr lang="en-US"/>
        </a:p>
      </dgm:t>
    </dgm:pt>
    <dgm:pt modelId="{D0B1620A-0AC5-4EC3-B390-B6FEF1388841}">
      <dgm:prSet/>
      <dgm:spPr/>
      <dgm:t>
        <a:bodyPr/>
        <a:lstStyle/>
        <a:p>
          <a:r>
            <a:rPr lang="pt-BR"/>
            <a:t>Armazenamento em objetos com metadados e identificador único.</a:t>
          </a:r>
          <a:endParaRPr lang="en-US"/>
        </a:p>
      </dgm:t>
    </dgm:pt>
    <dgm:pt modelId="{D653227B-12BD-42D3-977C-F87B0D49E471}" type="parTrans" cxnId="{5B683164-72FE-43CC-91B3-7CE2714CE050}">
      <dgm:prSet/>
      <dgm:spPr/>
      <dgm:t>
        <a:bodyPr/>
        <a:lstStyle/>
        <a:p>
          <a:endParaRPr lang="en-US"/>
        </a:p>
      </dgm:t>
    </dgm:pt>
    <dgm:pt modelId="{EC993866-D553-4D84-B2AB-27C873E01668}" type="sibTrans" cxnId="{5B683164-72FE-43CC-91B3-7CE2714CE050}">
      <dgm:prSet/>
      <dgm:spPr/>
      <dgm:t>
        <a:bodyPr/>
        <a:lstStyle/>
        <a:p>
          <a:endParaRPr lang="en-US"/>
        </a:p>
      </dgm:t>
    </dgm:pt>
    <dgm:pt modelId="{172F886F-3205-4B2A-9C0F-F20484D6D179}">
      <dgm:prSet/>
      <dgm:spPr/>
      <dgm:t>
        <a:bodyPr/>
        <a:lstStyle/>
        <a:p>
          <a:r>
            <a:rPr lang="pt-BR"/>
            <a:t>Comparação com data warehouse (armazenamento de dados)</a:t>
          </a:r>
          <a:endParaRPr lang="en-US"/>
        </a:p>
      </dgm:t>
    </dgm:pt>
    <dgm:pt modelId="{E9D219D0-1347-40EF-A87E-38136E6C3B0F}" type="parTrans" cxnId="{C0B3B52F-C73D-4E21-8447-55862113D421}">
      <dgm:prSet/>
      <dgm:spPr/>
      <dgm:t>
        <a:bodyPr/>
        <a:lstStyle/>
        <a:p>
          <a:endParaRPr lang="en-US"/>
        </a:p>
      </dgm:t>
    </dgm:pt>
    <dgm:pt modelId="{C74BF869-161F-4887-980D-976AD7B49B1C}" type="sibTrans" cxnId="{C0B3B52F-C73D-4E21-8447-55862113D421}">
      <dgm:prSet/>
      <dgm:spPr/>
      <dgm:t>
        <a:bodyPr/>
        <a:lstStyle/>
        <a:p>
          <a:endParaRPr lang="en-US"/>
        </a:p>
      </dgm:t>
    </dgm:pt>
    <dgm:pt modelId="{2F1A00B7-7194-4103-9E6A-1B0123DC4DD8}">
      <dgm:prSet/>
      <dgm:spPr/>
      <dgm:t>
        <a:bodyPr/>
        <a:lstStyle/>
        <a:p>
          <a:r>
            <a:rPr lang="pt-BR"/>
            <a:t>Data Lake com arquitetura plana usando objetos de armazenamento.</a:t>
          </a:r>
          <a:endParaRPr lang="en-US"/>
        </a:p>
      </dgm:t>
    </dgm:pt>
    <dgm:pt modelId="{21FE50D6-9C84-462D-BA7D-7A8E33998F94}" type="parTrans" cxnId="{943FFD58-89C8-4B88-B5E1-7431F4091B61}">
      <dgm:prSet/>
      <dgm:spPr/>
      <dgm:t>
        <a:bodyPr/>
        <a:lstStyle/>
        <a:p>
          <a:endParaRPr lang="en-US"/>
        </a:p>
      </dgm:t>
    </dgm:pt>
    <dgm:pt modelId="{E1CE63A7-01DB-49B8-9B96-73E589568104}" type="sibTrans" cxnId="{943FFD58-89C8-4B88-B5E1-7431F4091B61}">
      <dgm:prSet/>
      <dgm:spPr/>
      <dgm:t>
        <a:bodyPr/>
        <a:lstStyle/>
        <a:p>
          <a:endParaRPr lang="en-US"/>
        </a:p>
      </dgm:t>
    </dgm:pt>
    <dgm:pt modelId="{4B147C81-2E70-4C7D-8C3E-E1626F5C1CEC}" type="pres">
      <dgm:prSet presAssocID="{5AE9578F-A8C9-4615-A073-03F35381E212}" presName="root" presStyleCnt="0">
        <dgm:presLayoutVars>
          <dgm:dir/>
          <dgm:resizeHandles val="exact"/>
        </dgm:presLayoutVars>
      </dgm:prSet>
      <dgm:spPr/>
    </dgm:pt>
    <dgm:pt modelId="{6F19F890-DE37-4974-BE0F-AE910478F3D6}" type="pres">
      <dgm:prSet presAssocID="{5AE9578F-A8C9-4615-A073-03F35381E212}" presName="container" presStyleCnt="0">
        <dgm:presLayoutVars>
          <dgm:dir/>
          <dgm:resizeHandles val="exact"/>
        </dgm:presLayoutVars>
      </dgm:prSet>
      <dgm:spPr/>
    </dgm:pt>
    <dgm:pt modelId="{0304BC58-71D8-4BD8-91B9-BCF498EB1A74}" type="pres">
      <dgm:prSet presAssocID="{3230A768-0286-4BDF-8BC0-2333BDFBC60A}" presName="compNode" presStyleCnt="0"/>
      <dgm:spPr/>
    </dgm:pt>
    <dgm:pt modelId="{1D8D03E2-E83B-4DC7-8AD3-4DF6399EEDD0}" type="pres">
      <dgm:prSet presAssocID="{3230A768-0286-4BDF-8BC0-2333BDFBC60A}" presName="iconBgRect" presStyleLbl="bgShp" presStyleIdx="0" presStyleCnt="7"/>
      <dgm:spPr/>
    </dgm:pt>
    <dgm:pt modelId="{F98EED3C-1DFB-4696-A0A1-3F7DEC16C723}" type="pres">
      <dgm:prSet presAssocID="{3230A768-0286-4BDF-8BC0-2333BDFBC60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26F731ED-9A36-40DA-99D0-F5AF371D6337}" type="pres">
      <dgm:prSet presAssocID="{3230A768-0286-4BDF-8BC0-2333BDFBC60A}" presName="spaceRect" presStyleCnt="0"/>
      <dgm:spPr/>
    </dgm:pt>
    <dgm:pt modelId="{991C8048-D93A-471B-A828-E2F683F066D2}" type="pres">
      <dgm:prSet presAssocID="{3230A768-0286-4BDF-8BC0-2333BDFBC60A}" presName="textRect" presStyleLbl="revTx" presStyleIdx="0" presStyleCnt="7">
        <dgm:presLayoutVars>
          <dgm:chMax val="1"/>
          <dgm:chPref val="1"/>
        </dgm:presLayoutVars>
      </dgm:prSet>
      <dgm:spPr/>
    </dgm:pt>
    <dgm:pt modelId="{C22A1D65-6E2F-4F41-B972-E3FCEA54AD6F}" type="pres">
      <dgm:prSet presAssocID="{E91F526D-31F5-417B-BB0C-85EDA9B27570}" presName="sibTrans" presStyleLbl="sibTrans2D1" presStyleIdx="0" presStyleCnt="0"/>
      <dgm:spPr/>
    </dgm:pt>
    <dgm:pt modelId="{66D7EC67-C496-4F6F-A43C-FEC88B878875}" type="pres">
      <dgm:prSet presAssocID="{230D7672-F7C6-4E03-83B9-0F4C71597C79}" presName="compNode" presStyleCnt="0"/>
      <dgm:spPr/>
    </dgm:pt>
    <dgm:pt modelId="{4377C720-62B8-4676-B6CA-6D38FA6DBB06}" type="pres">
      <dgm:prSet presAssocID="{230D7672-F7C6-4E03-83B9-0F4C71597C79}" presName="iconBgRect" presStyleLbl="bgShp" presStyleIdx="1" presStyleCnt="7"/>
      <dgm:spPr/>
    </dgm:pt>
    <dgm:pt modelId="{EA02607D-2876-46DE-ACC2-DA92A93CE93D}" type="pres">
      <dgm:prSet presAssocID="{230D7672-F7C6-4E03-83B9-0F4C71597C79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noa"/>
        </a:ext>
      </dgm:extLst>
    </dgm:pt>
    <dgm:pt modelId="{7F291691-591E-43D0-8103-A9C321342808}" type="pres">
      <dgm:prSet presAssocID="{230D7672-F7C6-4E03-83B9-0F4C71597C79}" presName="spaceRect" presStyleCnt="0"/>
      <dgm:spPr/>
    </dgm:pt>
    <dgm:pt modelId="{F8D187AC-2369-4476-ACD6-95DF92E58C14}" type="pres">
      <dgm:prSet presAssocID="{230D7672-F7C6-4E03-83B9-0F4C71597C79}" presName="textRect" presStyleLbl="revTx" presStyleIdx="1" presStyleCnt="7">
        <dgm:presLayoutVars>
          <dgm:chMax val="1"/>
          <dgm:chPref val="1"/>
        </dgm:presLayoutVars>
      </dgm:prSet>
      <dgm:spPr/>
    </dgm:pt>
    <dgm:pt modelId="{2C939214-DB32-42CC-BB33-0C8C8C4CAE22}" type="pres">
      <dgm:prSet presAssocID="{3CA259C7-E812-4DA8-A39A-BA37D541BE6C}" presName="sibTrans" presStyleLbl="sibTrans2D1" presStyleIdx="0" presStyleCnt="0"/>
      <dgm:spPr/>
    </dgm:pt>
    <dgm:pt modelId="{41E9087D-BE09-44F0-AEB1-DE70A0198488}" type="pres">
      <dgm:prSet presAssocID="{CF193EB2-AFDA-4892-B6C9-570C358EE0FE}" presName="compNode" presStyleCnt="0"/>
      <dgm:spPr/>
    </dgm:pt>
    <dgm:pt modelId="{68BB8EDC-B434-4B57-A848-3EA2B20C966E}" type="pres">
      <dgm:prSet presAssocID="{CF193EB2-AFDA-4892-B6C9-570C358EE0FE}" presName="iconBgRect" presStyleLbl="bgShp" presStyleIdx="2" presStyleCnt="7"/>
      <dgm:spPr/>
    </dgm:pt>
    <dgm:pt modelId="{20677F61-BFF1-4FC4-B03B-14564B2ED824}" type="pres">
      <dgm:prSet presAssocID="{CF193EB2-AFDA-4892-B6C9-570C358EE0FE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53EA2FA5-CE60-42D9-B3DE-0ECA55EFE149}" type="pres">
      <dgm:prSet presAssocID="{CF193EB2-AFDA-4892-B6C9-570C358EE0FE}" presName="spaceRect" presStyleCnt="0"/>
      <dgm:spPr/>
    </dgm:pt>
    <dgm:pt modelId="{D569E6B6-7738-43AD-9181-6BED23667D2D}" type="pres">
      <dgm:prSet presAssocID="{CF193EB2-AFDA-4892-B6C9-570C358EE0FE}" presName="textRect" presStyleLbl="revTx" presStyleIdx="2" presStyleCnt="7">
        <dgm:presLayoutVars>
          <dgm:chMax val="1"/>
          <dgm:chPref val="1"/>
        </dgm:presLayoutVars>
      </dgm:prSet>
      <dgm:spPr/>
    </dgm:pt>
    <dgm:pt modelId="{5CFD1A7D-25E1-401F-91DD-1E1D07D7E2CB}" type="pres">
      <dgm:prSet presAssocID="{4CC16871-6AEB-4C1A-8E80-D025D8C909C5}" presName="sibTrans" presStyleLbl="sibTrans2D1" presStyleIdx="0" presStyleCnt="0"/>
      <dgm:spPr/>
    </dgm:pt>
    <dgm:pt modelId="{7C5E4A3A-5E05-458E-99EB-F9DA14852090}" type="pres">
      <dgm:prSet presAssocID="{D2E39695-FCEF-4129-A817-9818152C4253}" presName="compNode" presStyleCnt="0"/>
      <dgm:spPr/>
    </dgm:pt>
    <dgm:pt modelId="{CA51209B-12BE-4A1D-9D09-981809325A12}" type="pres">
      <dgm:prSet presAssocID="{D2E39695-FCEF-4129-A817-9818152C4253}" presName="iconBgRect" presStyleLbl="bgShp" presStyleIdx="3" presStyleCnt="7"/>
      <dgm:spPr/>
    </dgm:pt>
    <dgm:pt modelId="{B956EEDF-8A22-4FFA-A322-C7F2D55B8902}" type="pres">
      <dgm:prSet presAssocID="{D2E39695-FCEF-4129-A817-9818152C4253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986D0436-1854-49AD-83E6-605D6F4F5631}" type="pres">
      <dgm:prSet presAssocID="{D2E39695-FCEF-4129-A817-9818152C4253}" presName="spaceRect" presStyleCnt="0"/>
      <dgm:spPr/>
    </dgm:pt>
    <dgm:pt modelId="{3FCEA9FE-A19F-43CB-8624-3F5CA6D61D4C}" type="pres">
      <dgm:prSet presAssocID="{D2E39695-FCEF-4129-A817-9818152C4253}" presName="textRect" presStyleLbl="revTx" presStyleIdx="3" presStyleCnt="7">
        <dgm:presLayoutVars>
          <dgm:chMax val="1"/>
          <dgm:chPref val="1"/>
        </dgm:presLayoutVars>
      </dgm:prSet>
      <dgm:spPr/>
    </dgm:pt>
    <dgm:pt modelId="{BB7046B0-34B6-4488-B9E5-D4CD0AA94EC6}" type="pres">
      <dgm:prSet presAssocID="{B44DEEF9-E9F1-419F-BA3D-670D6AA38110}" presName="sibTrans" presStyleLbl="sibTrans2D1" presStyleIdx="0" presStyleCnt="0"/>
      <dgm:spPr/>
    </dgm:pt>
    <dgm:pt modelId="{FD834A60-3EDA-4A9A-9E88-07F18719281E}" type="pres">
      <dgm:prSet presAssocID="{D0B1620A-0AC5-4EC3-B390-B6FEF1388841}" presName="compNode" presStyleCnt="0"/>
      <dgm:spPr/>
    </dgm:pt>
    <dgm:pt modelId="{6647EF97-6E00-410A-B1D9-1A0EE71780B0}" type="pres">
      <dgm:prSet presAssocID="{D0B1620A-0AC5-4EC3-B390-B6FEF1388841}" presName="iconBgRect" presStyleLbl="bgShp" presStyleIdx="4" presStyleCnt="7"/>
      <dgm:spPr/>
    </dgm:pt>
    <dgm:pt modelId="{87691396-8485-4516-BFDB-17581EA90FBD}" type="pres">
      <dgm:prSet presAssocID="{D0B1620A-0AC5-4EC3-B390-B6FEF1388841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04AA29A0-DD38-417B-A11C-F7B0E2B076E7}" type="pres">
      <dgm:prSet presAssocID="{D0B1620A-0AC5-4EC3-B390-B6FEF1388841}" presName="spaceRect" presStyleCnt="0"/>
      <dgm:spPr/>
    </dgm:pt>
    <dgm:pt modelId="{DE02B992-9BB6-4B94-AE7E-42A45BD03B96}" type="pres">
      <dgm:prSet presAssocID="{D0B1620A-0AC5-4EC3-B390-B6FEF1388841}" presName="textRect" presStyleLbl="revTx" presStyleIdx="4" presStyleCnt="7">
        <dgm:presLayoutVars>
          <dgm:chMax val="1"/>
          <dgm:chPref val="1"/>
        </dgm:presLayoutVars>
      </dgm:prSet>
      <dgm:spPr/>
    </dgm:pt>
    <dgm:pt modelId="{ABCB0980-C3D3-4DAF-90F4-C16562AAF236}" type="pres">
      <dgm:prSet presAssocID="{EC993866-D553-4D84-B2AB-27C873E01668}" presName="sibTrans" presStyleLbl="sibTrans2D1" presStyleIdx="0" presStyleCnt="0"/>
      <dgm:spPr/>
    </dgm:pt>
    <dgm:pt modelId="{6B553FF5-10F7-40CF-9A62-038A5015565A}" type="pres">
      <dgm:prSet presAssocID="{172F886F-3205-4B2A-9C0F-F20484D6D179}" presName="compNode" presStyleCnt="0"/>
      <dgm:spPr/>
    </dgm:pt>
    <dgm:pt modelId="{A41637E8-77D4-4089-82C2-C26F6E4C33A0}" type="pres">
      <dgm:prSet presAssocID="{172F886F-3205-4B2A-9C0F-F20484D6D179}" presName="iconBgRect" presStyleLbl="bgShp" presStyleIdx="5" presStyleCnt="7"/>
      <dgm:spPr/>
    </dgm:pt>
    <dgm:pt modelId="{EEEAB1F5-4946-48E4-8E19-CE5565FAD230}" type="pres">
      <dgm:prSet presAssocID="{172F886F-3205-4B2A-9C0F-F20484D6D179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460301A7-EEE4-4473-9556-10FF19C2087F}" type="pres">
      <dgm:prSet presAssocID="{172F886F-3205-4B2A-9C0F-F20484D6D179}" presName="spaceRect" presStyleCnt="0"/>
      <dgm:spPr/>
    </dgm:pt>
    <dgm:pt modelId="{C6643E18-B8F1-428E-BB3F-C07BD9472341}" type="pres">
      <dgm:prSet presAssocID="{172F886F-3205-4B2A-9C0F-F20484D6D179}" presName="textRect" presStyleLbl="revTx" presStyleIdx="5" presStyleCnt="7">
        <dgm:presLayoutVars>
          <dgm:chMax val="1"/>
          <dgm:chPref val="1"/>
        </dgm:presLayoutVars>
      </dgm:prSet>
      <dgm:spPr/>
    </dgm:pt>
    <dgm:pt modelId="{DC9D8722-D6A5-448B-BE8F-90215CF9B21A}" type="pres">
      <dgm:prSet presAssocID="{C74BF869-161F-4887-980D-976AD7B49B1C}" presName="sibTrans" presStyleLbl="sibTrans2D1" presStyleIdx="0" presStyleCnt="0"/>
      <dgm:spPr/>
    </dgm:pt>
    <dgm:pt modelId="{2E92724E-DD40-4E42-8833-0EA9713A370B}" type="pres">
      <dgm:prSet presAssocID="{2F1A00B7-7194-4103-9E6A-1B0123DC4DD8}" presName="compNode" presStyleCnt="0"/>
      <dgm:spPr/>
    </dgm:pt>
    <dgm:pt modelId="{9DCB60D2-3F77-4B7D-B6C6-1E09B56E56A8}" type="pres">
      <dgm:prSet presAssocID="{2F1A00B7-7194-4103-9E6A-1B0123DC4DD8}" presName="iconBgRect" presStyleLbl="bgShp" presStyleIdx="6" presStyleCnt="7"/>
      <dgm:spPr/>
    </dgm:pt>
    <dgm:pt modelId="{87D54BC6-208A-49E1-9368-6D7B0B79B001}" type="pres">
      <dgm:prSet presAssocID="{2F1A00B7-7194-4103-9E6A-1B0123DC4DD8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630882CC-DF0C-4EBE-81DA-EAFDDD544666}" type="pres">
      <dgm:prSet presAssocID="{2F1A00B7-7194-4103-9E6A-1B0123DC4DD8}" presName="spaceRect" presStyleCnt="0"/>
      <dgm:spPr/>
    </dgm:pt>
    <dgm:pt modelId="{9351309E-ABD9-478F-A7E1-FF8A5024FD86}" type="pres">
      <dgm:prSet presAssocID="{2F1A00B7-7194-4103-9E6A-1B0123DC4DD8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FDB36F06-0641-44B0-B03A-B9DBDEE756F9}" srcId="{5AE9578F-A8C9-4615-A073-03F35381E212}" destId="{3230A768-0286-4BDF-8BC0-2333BDFBC60A}" srcOrd="0" destOrd="0" parTransId="{66193BCB-D2E8-4633-8419-9C7F11CBE3B7}" sibTransId="{E91F526D-31F5-417B-BB0C-85EDA9B27570}"/>
    <dgm:cxn modelId="{6BCF6E15-B9DC-45DF-94E0-4AF557DE8448}" type="presOf" srcId="{C74BF869-161F-4887-980D-976AD7B49B1C}" destId="{DC9D8722-D6A5-448B-BE8F-90215CF9B21A}" srcOrd="0" destOrd="0" presId="urn:microsoft.com/office/officeart/2018/2/layout/IconCircleList"/>
    <dgm:cxn modelId="{DDF28915-DD51-44D3-9CDB-A202B067F2D2}" srcId="{5AE9578F-A8C9-4615-A073-03F35381E212}" destId="{230D7672-F7C6-4E03-83B9-0F4C71597C79}" srcOrd="1" destOrd="0" parTransId="{A575E69D-FB61-4DE7-9D59-F332CDF34B0E}" sibTransId="{3CA259C7-E812-4DA8-A39A-BA37D541BE6C}"/>
    <dgm:cxn modelId="{99723819-0037-4935-AC24-56ED97241B50}" type="presOf" srcId="{2F1A00B7-7194-4103-9E6A-1B0123DC4DD8}" destId="{9351309E-ABD9-478F-A7E1-FF8A5024FD86}" srcOrd="0" destOrd="0" presId="urn:microsoft.com/office/officeart/2018/2/layout/IconCircleList"/>
    <dgm:cxn modelId="{55D50227-0CAC-430B-B1DC-4B9A7AB2ED03}" type="presOf" srcId="{D2E39695-FCEF-4129-A817-9818152C4253}" destId="{3FCEA9FE-A19F-43CB-8624-3F5CA6D61D4C}" srcOrd="0" destOrd="0" presId="urn:microsoft.com/office/officeart/2018/2/layout/IconCircleList"/>
    <dgm:cxn modelId="{C0B3B52F-C73D-4E21-8447-55862113D421}" srcId="{5AE9578F-A8C9-4615-A073-03F35381E212}" destId="{172F886F-3205-4B2A-9C0F-F20484D6D179}" srcOrd="5" destOrd="0" parTransId="{E9D219D0-1347-40EF-A87E-38136E6C3B0F}" sibTransId="{C74BF869-161F-4887-980D-976AD7B49B1C}"/>
    <dgm:cxn modelId="{0E941D30-18F9-463F-825D-2008DD9C5D63}" type="presOf" srcId="{D0B1620A-0AC5-4EC3-B390-B6FEF1388841}" destId="{DE02B992-9BB6-4B94-AE7E-42A45BD03B96}" srcOrd="0" destOrd="0" presId="urn:microsoft.com/office/officeart/2018/2/layout/IconCircleList"/>
    <dgm:cxn modelId="{5B683164-72FE-43CC-91B3-7CE2714CE050}" srcId="{5AE9578F-A8C9-4615-A073-03F35381E212}" destId="{D0B1620A-0AC5-4EC3-B390-B6FEF1388841}" srcOrd="4" destOrd="0" parTransId="{D653227B-12BD-42D3-977C-F87B0D49E471}" sibTransId="{EC993866-D553-4D84-B2AB-27C873E01668}"/>
    <dgm:cxn modelId="{2F67926B-5B7F-4D6D-BF5C-0C23F4D16F38}" type="presOf" srcId="{3230A768-0286-4BDF-8BC0-2333BDFBC60A}" destId="{991C8048-D93A-471B-A828-E2F683F066D2}" srcOrd="0" destOrd="0" presId="urn:microsoft.com/office/officeart/2018/2/layout/IconCircleList"/>
    <dgm:cxn modelId="{7882C74B-62B9-4BDF-B129-E165C6593353}" type="presOf" srcId="{230D7672-F7C6-4E03-83B9-0F4C71597C79}" destId="{F8D187AC-2369-4476-ACD6-95DF92E58C14}" srcOrd="0" destOrd="0" presId="urn:microsoft.com/office/officeart/2018/2/layout/IconCircleList"/>
    <dgm:cxn modelId="{4542966C-AF9D-4FA3-990A-604DC33C2BB3}" type="presOf" srcId="{3CA259C7-E812-4DA8-A39A-BA37D541BE6C}" destId="{2C939214-DB32-42CC-BB33-0C8C8C4CAE22}" srcOrd="0" destOrd="0" presId="urn:microsoft.com/office/officeart/2018/2/layout/IconCircleList"/>
    <dgm:cxn modelId="{943FFD58-89C8-4B88-B5E1-7431F4091B61}" srcId="{5AE9578F-A8C9-4615-A073-03F35381E212}" destId="{2F1A00B7-7194-4103-9E6A-1B0123DC4DD8}" srcOrd="6" destOrd="0" parTransId="{21FE50D6-9C84-462D-BA7D-7A8E33998F94}" sibTransId="{E1CE63A7-01DB-49B8-9B96-73E589568104}"/>
    <dgm:cxn modelId="{695157A3-7EFF-4B96-988A-02C6B79544AE}" type="presOf" srcId="{CF193EB2-AFDA-4892-B6C9-570C358EE0FE}" destId="{D569E6B6-7738-43AD-9181-6BED23667D2D}" srcOrd="0" destOrd="0" presId="urn:microsoft.com/office/officeart/2018/2/layout/IconCircleList"/>
    <dgm:cxn modelId="{06F27CB2-8945-4345-A267-287FB91FE3EA}" type="presOf" srcId="{4CC16871-6AEB-4C1A-8E80-D025D8C909C5}" destId="{5CFD1A7D-25E1-401F-91DD-1E1D07D7E2CB}" srcOrd="0" destOrd="0" presId="urn:microsoft.com/office/officeart/2018/2/layout/IconCircleList"/>
    <dgm:cxn modelId="{AC68F0B4-3A3F-4842-932D-5B6E7E790802}" type="presOf" srcId="{B44DEEF9-E9F1-419F-BA3D-670D6AA38110}" destId="{BB7046B0-34B6-4488-B9E5-D4CD0AA94EC6}" srcOrd="0" destOrd="0" presId="urn:microsoft.com/office/officeart/2018/2/layout/IconCircleList"/>
    <dgm:cxn modelId="{29FD01B5-9567-4FDB-891A-B4D334A2A5C2}" type="presOf" srcId="{E91F526D-31F5-417B-BB0C-85EDA9B27570}" destId="{C22A1D65-6E2F-4F41-B972-E3FCEA54AD6F}" srcOrd="0" destOrd="0" presId="urn:microsoft.com/office/officeart/2018/2/layout/IconCircleList"/>
    <dgm:cxn modelId="{3931CCB8-6AEF-40D3-88EC-B6FA78D3A65F}" srcId="{5AE9578F-A8C9-4615-A073-03F35381E212}" destId="{D2E39695-FCEF-4129-A817-9818152C4253}" srcOrd="3" destOrd="0" parTransId="{E30A50B7-037D-4173-8591-3950D77697AD}" sibTransId="{B44DEEF9-E9F1-419F-BA3D-670D6AA38110}"/>
    <dgm:cxn modelId="{B954A0C4-B93F-4C92-BBEF-994D0242BF81}" srcId="{5AE9578F-A8C9-4615-A073-03F35381E212}" destId="{CF193EB2-AFDA-4892-B6C9-570C358EE0FE}" srcOrd="2" destOrd="0" parTransId="{DE13ACF8-D751-4FA6-8B61-F8AC3910ED20}" sibTransId="{4CC16871-6AEB-4C1A-8E80-D025D8C909C5}"/>
    <dgm:cxn modelId="{BFE7E7DD-D0F0-43AE-B08E-CA9411B7EC00}" type="presOf" srcId="{172F886F-3205-4B2A-9C0F-F20484D6D179}" destId="{C6643E18-B8F1-428E-BB3F-C07BD9472341}" srcOrd="0" destOrd="0" presId="urn:microsoft.com/office/officeart/2018/2/layout/IconCircleList"/>
    <dgm:cxn modelId="{1E3AC7E8-7CB1-41A2-B180-13B3FC07C76D}" type="presOf" srcId="{EC993866-D553-4D84-B2AB-27C873E01668}" destId="{ABCB0980-C3D3-4DAF-90F4-C16562AAF236}" srcOrd="0" destOrd="0" presId="urn:microsoft.com/office/officeart/2018/2/layout/IconCircleList"/>
    <dgm:cxn modelId="{2851D8F5-59D6-4EDA-8A13-24CDB0A1FAF5}" type="presOf" srcId="{5AE9578F-A8C9-4615-A073-03F35381E212}" destId="{4B147C81-2E70-4C7D-8C3E-E1626F5C1CEC}" srcOrd="0" destOrd="0" presId="urn:microsoft.com/office/officeart/2018/2/layout/IconCircleList"/>
    <dgm:cxn modelId="{E7329697-8FBC-4D43-B743-1F4B9A30AE8A}" type="presParOf" srcId="{4B147C81-2E70-4C7D-8C3E-E1626F5C1CEC}" destId="{6F19F890-DE37-4974-BE0F-AE910478F3D6}" srcOrd="0" destOrd="0" presId="urn:microsoft.com/office/officeart/2018/2/layout/IconCircleList"/>
    <dgm:cxn modelId="{029CB55F-BE53-48C3-A270-DCD6237B8882}" type="presParOf" srcId="{6F19F890-DE37-4974-BE0F-AE910478F3D6}" destId="{0304BC58-71D8-4BD8-91B9-BCF498EB1A74}" srcOrd="0" destOrd="0" presId="urn:microsoft.com/office/officeart/2018/2/layout/IconCircleList"/>
    <dgm:cxn modelId="{9514A262-368E-4158-A85A-1D78A41BDB23}" type="presParOf" srcId="{0304BC58-71D8-4BD8-91B9-BCF498EB1A74}" destId="{1D8D03E2-E83B-4DC7-8AD3-4DF6399EEDD0}" srcOrd="0" destOrd="0" presId="urn:microsoft.com/office/officeart/2018/2/layout/IconCircleList"/>
    <dgm:cxn modelId="{EE49DB93-6DEB-43FE-956B-D59BD6C8A75A}" type="presParOf" srcId="{0304BC58-71D8-4BD8-91B9-BCF498EB1A74}" destId="{F98EED3C-1DFB-4696-A0A1-3F7DEC16C723}" srcOrd="1" destOrd="0" presId="urn:microsoft.com/office/officeart/2018/2/layout/IconCircleList"/>
    <dgm:cxn modelId="{0B604146-EE21-4612-A484-0167509A6254}" type="presParOf" srcId="{0304BC58-71D8-4BD8-91B9-BCF498EB1A74}" destId="{26F731ED-9A36-40DA-99D0-F5AF371D6337}" srcOrd="2" destOrd="0" presId="urn:microsoft.com/office/officeart/2018/2/layout/IconCircleList"/>
    <dgm:cxn modelId="{F6D5D3A3-BE4E-4EB0-B12A-703AEC4C6492}" type="presParOf" srcId="{0304BC58-71D8-4BD8-91B9-BCF498EB1A74}" destId="{991C8048-D93A-471B-A828-E2F683F066D2}" srcOrd="3" destOrd="0" presId="urn:microsoft.com/office/officeart/2018/2/layout/IconCircleList"/>
    <dgm:cxn modelId="{2EE35830-EE34-41B7-9663-6806959C5060}" type="presParOf" srcId="{6F19F890-DE37-4974-BE0F-AE910478F3D6}" destId="{C22A1D65-6E2F-4F41-B972-E3FCEA54AD6F}" srcOrd="1" destOrd="0" presId="urn:microsoft.com/office/officeart/2018/2/layout/IconCircleList"/>
    <dgm:cxn modelId="{AA3CED6C-5039-4993-A98D-7B07C1F3EA6C}" type="presParOf" srcId="{6F19F890-DE37-4974-BE0F-AE910478F3D6}" destId="{66D7EC67-C496-4F6F-A43C-FEC88B878875}" srcOrd="2" destOrd="0" presId="urn:microsoft.com/office/officeart/2018/2/layout/IconCircleList"/>
    <dgm:cxn modelId="{F9EFF0AB-6B0D-4D2F-B55B-86A3ED32933E}" type="presParOf" srcId="{66D7EC67-C496-4F6F-A43C-FEC88B878875}" destId="{4377C720-62B8-4676-B6CA-6D38FA6DBB06}" srcOrd="0" destOrd="0" presId="urn:microsoft.com/office/officeart/2018/2/layout/IconCircleList"/>
    <dgm:cxn modelId="{3666D364-6D65-4CEA-8BE7-9A9D16AD5CEC}" type="presParOf" srcId="{66D7EC67-C496-4F6F-A43C-FEC88B878875}" destId="{EA02607D-2876-46DE-ACC2-DA92A93CE93D}" srcOrd="1" destOrd="0" presId="urn:microsoft.com/office/officeart/2018/2/layout/IconCircleList"/>
    <dgm:cxn modelId="{F6485EAC-66D9-4AE3-AAD4-EB8D39608522}" type="presParOf" srcId="{66D7EC67-C496-4F6F-A43C-FEC88B878875}" destId="{7F291691-591E-43D0-8103-A9C321342808}" srcOrd="2" destOrd="0" presId="urn:microsoft.com/office/officeart/2018/2/layout/IconCircleList"/>
    <dgm:cxn modelId="{1209A428-5431-436D-80D6-AF8ACA7CF10B}" type="presParOf" srcId="{66D7EC67-C496-4F6F-A43C-FEC88B878875}" destId="{F8D187AC-2369-4476-ACD6-95DF92E58C14}" srcOrd="3" destOrd="0" presId="urn:microsoft.com/office/officeart/2018/2/layout/IconCircleList"/>
    <dgm:cxn modelId="{847ACE71-CA52-40D3-97FC-AFB6A2837B8E}" type="presParOf" srcId="{6F19F890-DE37-4974-BE0F-AE910478F3D6}" destId="{2C939214-DB32-42CC-BB33-0C8C8C4CAE22}" srcOrd="3" destOrd="0" presId="urn:microsoft.com/office/officeart/2018/2/layout/IconCircleList"/>
    <dgm:cxn modelId="{E50F2500-2C9A-45FA-841E-75D13C142DDB}" type="presParOf" srcId="{6F19F890-DE37-4974-BE0F-AE910478F3D6}" destId="{41E9087D-BE09-44F0-AEB1-DE70A0198488}" srcOrd="4" destOrd="0" presId="urn:microsoft.com/office/officeart/2018/2/layout/IconCircleList"/>
    <dgm:cxn modelId="{60204E30-2DFB-464F-939A-1F63516B6647}" type="presParOf" srcId="{41E9087D-BE09-44F0-AEB1-DE70A0198488}" destId="{68BB8EDC-B434-4B57-A848-3EA2B20C966E}" srcOrd="0" destOrd="0" presId="urn:microsoft.com/office/officeart/2018/2/layout/IconCircleList"/>
    <dgm:cxn modelId="{2EB8DCDC-75AA-4EA6-8E51-98F61A985C21}" type="presParOf" srcId="{41E9087D-BE09-44F0-AEB1-DE70A0198488}" destId="{20677F61-BFF1-4FC4-B03B-14564B2ED824}" srcOrd="1" destOrd="0" presId="urn:microsoft.com/office/officeart/2018/2/layout/IconCircleList"/>
    <dgm:cxn modelId="{BF72100A-AEA9-436A-8AE4-84A2CF606FA7}" type="presParOf" srcId="{41E9087D-BE09-44F0-AEB1-DE70A0198488}" destId="{53EA2FA5-CE60-42D9-B3DE-0ECA55EFE149}" srcOrd="2" destOrd="0" presId="urn:microsoft.com/office/officeart/2018/2/layout/IconCircleList"/>
    <dgm:cxn modelId="{56155BB0-C8CF-4B1E-B5DB-856F84A4E020}" type="presParOf" srcId="{41E9087D-BE09-44F0-AEB1-DE70A0198488}" destId="{D569E6B6-7738-43AD-9181-6BED23667D2D}" srcOrd="3" destOrd="0" presId="urn:microsoft.com/office/officeart/2018/2/layout/IconCircleList"/>
    <dgm:cxn modelId="{99FFB2AC-91BF-4BE9-8760-A312E7BAF080}" type="presParOf" srcId="{6F19F890-DE37-4974-BE0F-AE910478F3D6}" destId="{5CFD1A7D-25E1-401F-91DD-1E1D07D7E2CB}" srcOrd="5" destOrd="0" presId="urn:microsoft.com/office/officeart/2018/2/layout/IconCircleList"/>
    <dgm:cxn modelId="{032C41A0-76B9-4982-9E49-CAF559B517CC}" type="presParOf" srcId="{6F19F890-DE37-4974-BE0F-AE910478F3D6}" destId="{7C5E4A3A-5E05-458E-99EB-F9DA14852090}" srcOrd="6" destOrd="0" presId="urn:microsoft.com/office/officeart/2018/2/layout/IconCircleList"/>
    <dgm:cxn modelId="{B2D802A2-7806-4805-A493-0613D58277C4}" type="presParOf" srcId="{7C5E4A3A-5E05-458E-99EB-F9DA14852090}" destId="{CA51209B-12BE-4A1D-9D09-981809325A12}" srcOrd="0" destOrd="0" presId="urn:microsoft.com/office/officeart/2018/2/layout/IconCircleList"/>
    <dgm:cxn modelId="{337CD919-44D0-4707-9339-9966EE9DD983}" type="presParOf" srcId="{7C5E4A3A-5E05-458E-99EB-F9DA14852090}" destId="{B956EEDF-8A22-4FFA-A322-C7F2D55B8902}" srcOrd="1" destOrd="0" presId="urn:microsoft.com/office/officeart/2018/2/layout/IconCircleList"/>
    <dgm:cxn modelId="{41E31876-D7F6-4508-AC33-A5F66E36855A}" type="presParOf" srcId="{7C5E4A3A-5E05-458E-99EB-F9DA14852090}" destId="{986D0436-1854-49AD-83E6-605D6F4F5631}" srcOrd="2" destOrd="0" presId="urn:microsoft.com/office/officeart/2018/2/layout/IconCircleList"/>
    <dgm:cxn modelId="{7789A63B-C9B1-4D80-86BF-CE1C1DBE5A80}" type="presParOf" srcId="{7C5E4A3A-5E05-458E-99EB-F9DA14852090}" destId="{3FCEA9FE-A19F-43CB-8624-3F5CA6D61D4C}" srcOrd="3" destOrd="0" presId="urn:microsoft.com/office/officeart/2018/2/layout/IconCircleList"/>
    <dgm:cxn modelId="{7707D210-8DC4-43FA-9C6A-1E17A3DD6531}" type="presParOf" srcId="{6F19F890-DE37-4974-BE0F-AE910478F3D6}" destId="{BB7046B0-34B6-4488-B9E5-D4CD0AA94EC6}" srcOrd="7" destOrd="0" presId="urn:microsoft.com/office/officeart/2018/2/layout/IconCircleList"/>
    <dgm:cxn modelId="{AE0D7DD1-3BCD-4D44-8BE4-CC340531937E}" type="presParOf" srcId="{6F19F890-DE37-4974-BE0F-AE910478F3D6}" destId="{FD834A60-3EDA-4A9A-9E88-07F18719281E}" srcOrd="8" destOrd="0" presId="urn:microsoft.com/office/officeart/2018/2/layout/IconCircleList"/>
    <dgm:cxn modelId="{DC055015-7346-4E4F-B52F-A983D3C8CFA5}" type="presParOf" srcId="{FD834A60-3EDA-4A9A-9E88-07F18719281E}" destId="{6647EF97-6E00-410A-B1D9-1A0EE71780B0}" srcOrd="0" destOrd="0" presId="urn:microsoft.com/office/officeart/2018/2/layout/IconCircleList"/>
    <dgm:cxn modelId="{7933748B-82C6-4514-8D86-C75C4D069B03}" type="presParOf" srcId="{FD834A60-3EDA-4A9A-9E88-07F18719281E}" destId="{87691396-8485-4516-BFDB-17581EA90FBD}" srcOrd="1" destOrd="0" presId="urn:microsoft.com/office/officeart/2018/2/layout/IconCircleList"/>
    <dgm:cxn modelId="{274FDC0D-D653-4864-959D-3C601CBF29C3}" type="presParOf" srcId="{FD834A60-3EDA-4A9A-9E88-07F18719281E}" destId="{04AA29A0-DD38-417B-A11C-F7B0E2B076E7}" srcOrd="2" destOrd="0" presId="urn:microsoft.com/office/officeart/2018/2/layout/IconCircleList"/>
    <dgm:cxn modelId="{6B144D89-B5E2-46A1-BFAA-D898E91FB4D4}" type="presParOf" srcId="{FD834A60-3EDA-4A9A-9E88-07F18719281E}" destId="{DE02B992-9BB6-4B94-AE7E-42A45BD03B96}" srcOrd="3" destOrd="0" presId="urn:microsoft.com/office/officeart/2018/2/layout/IconCircleList"/>
    <dgm:cxn modelId="{0DF0ED4E-7353-4F36-8C3C-24247D4214CA}" type="presParOf" srcId="{6F19F890-DE37-4974-BE0F-AE910478F3D6}" destId="{ABCB0980-C3D3-4DAF-90F4-C16562AAF236}" srcOrd="9" destOrd="0" presId="urn:microsoft.com/office/officeart/2018/2/layout/IconCircleList"/>
    <dgm:cxn modelId="{85C59A4C-00D6-414D-9BDE-562851DE76F9}" type="presParOf" srcId="{6F19F890-DE37-4974-BE0F-AE910478F3D6}" destId="{6B553FF5-10F7-40CF-9A62-038A5015565A}" srcOrd="10" destOrd="0" presId="urn:microsoft.com/office/officeart/2018/2/layout/IconCircleList"/>
    <dgm:cxn modelId="{713A1510-AE67-4A49-9146-B948BF6294E2}" type="presParOf" srcId="{6B553FF5-10F7-40CF-9A62-038A5015565A}" destId="{A41637E8-77D4-4089-82C2-C26F6E4C33A0}" srcOrd="0" destOrd="0" presId="urn:microsoft.com/office/officeart/2018/2/layout/IconCircleList"/>
    <dgm:cxn modelId="{EC5E3FC2-1F3F-433C-B2EB-A1D662FB9F92}" type="presParOf" srcId="{6B553FF5-10F7-40CF-9A62-038A5015565A}" destId="{EEEAB1F5-4946-48E4-8E19-CE5565FAD230}" srcOrd="1" destOrd="0" presId="urn:microsoft.com/office/officeart/2018/2/layout/IconCircleList"/>
    <dgm:cxn modelId="{45FFE9EC-3D5E-4D7A-886D-0DB9CFA370DE}" type="presParOf" srcId="{6B553FF5-10F7-40CF-9A62-038A5015565A}" destId="{460301A7-EEE4-4473-9556-10FF19C2087F}" srcOrd="2" destOrd="0" presId="urn:microsoft.com/office/officeart/2018/2/layout/IconCircleList"/>
    <dgm:cxn modelId="{94D307E1-F7F3-4163-8FBA-26931FDB8E30}" type="presParOf" srcId="{6B553FF5-10F7-40CF-9A62-038A5015565A}" destId="{C6643E18-B8F1-428E-BB3F-C07BD9472341}" srcOrd="3" destOrd="0" presId="urn:microsoft.com/office/officeart/2018/2/layout/IconCircleList"/>
    <dgm:cxn modelId="{CC2B06AA-0A0A-47B8-92D7-6786B42D2EFA}" type="presParOf" srcId="{6F19F890-DE37-4974-BE0F-AE910478F3D6}" destId="{DC9D8722-D6A5-448B-BE8F-90215CF9B21A}" srcOrd="11" destOrd="0" presId="urn:microsoft.com/office/officeart/2018/2/layout/IconCircleList"/>
    <dgm:cxn modelId="{787DCDF7-DCE4-4683-944F-61B95E12E40A}" type="presParOf" srcId="{6F19F890-DE37-4974-BE0F-AE910478F3D6}" destId="{2E92724E-DD40-4E42-8833-0EA9713A370B}" srcOrd="12" destOrd="0" presId="urn:microsoft.com/office/officeart/2018/2/layout/IconCircleList"/>
    <dgm:cxn modelId="{1E8B7C57-A208-48AC-86DC-F052953FAD1D}" type="presParOf" srcId="{2E92724E-DD40-4E42-8833-0EA9713A370B}" destId="{9DCB60D2-3F77-4B7D-B6C6-1E09B56E56A8}" srcOrd="0" destOrd="0" presId="urn:microsoft.com/office/officeart/2018/2/layout/IconCircleList"/>
    <dgm:cxn modelId="{2073D363-4912-49B0-8322-88CB0A82B61E}" type="presParOf" srcId="{2E92724E-DD40-4E42-8833-0EA9713A370B}" destId="{87D54BC6-208A-49E1-9368-6D7B0B79B001}" srcOrd="1" destOrd="0" presId="urn:microsoft.com/office/officeart/2018/2/layout/IconCircleList"/>
    <dgm:cxn modelId="{C36494C6-ED0B-4279-8031-7211A9706E55}" type="presParOf" srcId="{2E92724E-DD40-4E42-8833-0EA9713A370B}" destId="{630882CC-DF0C-4EBE-81DA-EAFDDD544666}" srcOrd="2" destOrd="0" presId="urn:microsoft.com/office/officeart/2018/2/layout/IconCircleList"/>
    <dgm:cxn modelId="{D6058E95-D425-4C78-AFB7-3144A062FC58}" type="presParOf" srcId="{2E92724E-DD40-4E42-8833-0EA9713A370B}" destId="{9351309E-ABD9-478F-A7E1-FF8A5024FD8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B88E4EA-9154-4AB7-9369-FA9972AFA98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CEDE3D4-0DF6-49BD-8CA6-E913DE32E3A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Conclusão</a:t>
          </a:r>
        </a:p>
      </dgm:t>
    </dgm:pt>
    <dgm:pt modelId="{E054D4A5-BC6C-4CA9-BC36-201C0E644E0D}" type="parTrans" cxnId="{0957A43E-89ED-4997-8DBF-6CEE2F67E23D}">
      <dgm:prSet/>
      <dgm:spPr/>
      <dgm:t>
        <a:bodyPr/>
        <a:lstStyle/>
        <a:p>
          <a:endParaRPr lang="en-US"/>
        </a:p>
      </dgm:t>
    </dgm:pt>
    <dgm:pt modelId="{EB6B6801-7906-4A41-BD89-8F29E48BA80F}" type="sibTrans" cxnId="{0957A43E-89ED-4997-8DBF-6CEE2F67E23D}">
      <dgm:prSet/>
      <dgm:spPr/>
      <dgm:t>
        <a:bodyPr/>
        <a:lstStyle/>
        <a:p>
          <a:endParaRPr lang="en-US"/>
        </a:p>
      </dgm:t>
    </dgm:pt>
    <dgm:pt modelId="{E4690A59-0C62-4490-B9BF-D396E6652A8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- Big Data exige infraestrutura robusta e tecnologias adequadas.</a:t>
          </a:r>
          <a:endParaRPr lang="en-US" dirty="0"/>
        </a:p>
      </dgm:t>
    </dgm:pt>
    <dgm:pt modelId="{F3927C9F-7B69-4B1F-A853-A7B631668461}" type="parTrans" cxnId="{06637B76-1EF0-46E5-8AE1-1688527D8940}">
      <dgm:prSet/>
      <dgm:spPr/>
      <dgm:t>
        <a:bodyPr/>
        <a:lstStyle/>
        <a:p>
          <a:endParaRPr lang="en-US"/>
        </a:p>
      </dgm:t>
    </dgm:pt>
    <dgm:pt modelId="{8811D87F-5513-48F7-85B1-CD6DCC77960B}" type="sibTrans" cxnId="{06637B76-1EF0-46E5-8AE1-1688527D8940}">
      <dgm:prSet/>
      <dgm:spPr/>
      <dgm:t>
        <a:bodyPr/>
        <a:lstStyle/>
        <a:p>
          <a:endParaRPr lang="en-US"/>
        </a:p>
      </dgm:t>
    </dgm:pt>
    <dgm:pt modelId="{6D219CF0-3EB0-41E5-9BB3-0F70D3586DC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- Hadoop e Spark são essenciais para processamento escalável.</a:t>
          </a:r>
          <a:endParaRPr lang="pt-BR" dirty="0"/>
        </a:p>
      </dgm:t>
    </dgm:pt>
    <dgm:pt modelId="{37546598-6F6A-43B2-A6C7-71EFD74A7A3B}" type="parTrans" cxnId="{040DB072-CDCA-42B5-8E50-84D4190CB56B}">
      <dgm:prSet/>
      <dgm:spPr/>
      <dgm:t>
        <a:bodyPr/>
        <a:lstStyle/>
        <a:p>
          <a:endParaRPr lang="pt-BR"/>
        </a:p>
      </dgm:t>
    </dgm:pt>
    <dgm:pt modelId="{E6C9A078-28E1-427B-B7DD-C9204E1B1AB0}" type="sibTrans" cxnId="{040DB072-CDCA-42B5-8E50-84D4190CB56B}">
      <dgm:prSet/>
      <dgm:spPr/>
      <dgm:t>
        <a:bodyPr/>
        <a:lstStyle/>
        <a:p>
          <a:endParaRPr lang="pt-BR"/>
        </a:p>
      </dgm:t>
    </dgm:pt>
    <dgm:pt modelId="{CCE34BC4-26DF-460D-A31A-5FB048E5E02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- Bancos </a:t>
          </a:r>
          <a:r>
            <a:rPr lang="pt-BR" dirty="0" err="1"/>
            <a:t>NoSQL</a:t>
          </a:r>
          <a:r>
            <a:rPr lang="pt-BR" dirty="0"/>
            <a:t> possibilitam flexibilidade </a:t>
          </a:r>
          <a:r>
            <a:rPr lang="pt-BR"/>
            <a:t>no armazenamento.</a:t>
          </a:r>
          <a:endParaRPr lang="pt-BR" dirty="0"/>
        </a:p>
      </dgm:t>
    </dgm:pt>
    <dgm:pt modelId="{718EC45F-AF3C-411B-97D2-047BA2C9930F}" type="parTrans" cxnId="{4F9DB792-53B1-4F31-8339-18E639EBD815}">
      <dgm:prSet/>
      <dgm:spPr/>
      <dgm:t>
        <a:bodyPr/>
        <a:lstStyle/>
        <a:p>
          <a:endParaRPr lang="pt-BR"/>
        </a:p>
      </dgm:t>
    </dgm:pt>
    <dgm:pt modelId="{257BE5B5-708E-4F0D-9F7A-EE361E3855D3}" type="sibTrans" cxnId="{4F9DB792-53B1-4F31-8339-18E639EBD815}">
      <dgm:prSet/>
      <dgm:spPr/>
      <dgm:t>
        <a:bodyPr/>
        <a:lstStyle/>
        <a:p>
          <a:endParaRPr lang="pt-BR"/>
        </a:p>
      </dgm:t>
    </dgm:pt>
    <dgm:pt modelId="{990F1B76-C267-4A28-A57B-F40CDAF2816A}" type="pres">
      <dgm:prSet presAssocID="{4B88E4EA-9154-4AB7-9369-FA9972AFA980}" presName="root" presStyleCnt="0">
        <dgm:presLayoutVars>
          <dgm:dir/>
          <dgm:resizeHandles val="exact"/>
        </dgm:presLayoutVars>
      </dgm:prSet>
      <dgm:spPr/>
    </dgm:pt>
    <dgm:pt modelId="{1D3C8A37-B92A-421D-8676-A9CFCAFA427C}" type="pres">
      <dgm:prSet presAssocID="{ECEDE3D4-0DF6-49BD-8CA6-E913DE32E3A4}" presName="compNode" presStyleCnt="0"/>
      <dgm:spPr/>
    </dgm:pt>
    <dgm:pt modelId="{AA86796B-B4EB-4E59-97D9-5BA1F3C7D8AC}" type="pres">
      <dgm:prSet presAssocID="{ECEDE3D4-0DF6-49BD-8CA6-E913DE32E3A4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e"/>
        </a:ext>
      </dgm:extLst>
    </dgm:pt>
    <dgm:pt modelId="{B333D31C-AC51-49EE-8FAD-D54E10820BD1}" type="pres">
      <dgm:prSet presAssocID="{ECEDE3D4-0DF6-49BD-8CA6-E913DE32E3A4}" presName="iconSpace" presStyleCnt="0"/>
      <dgm:spPr/>
    </dgm:pt>
    <dgm:pt modelId="{ED3C9818-9889-48D9-916C-E16ECDD623EC}" type="pres">
      <dgm:prSet presAssocID="{ECEDE3D4-0DF6-49BD-8CA6-E913DE32E3A4}" presName="parTx" presStyleLbl="revTx" presStyleIdx="0" presStyleCnt="2">
        <dgm:presLayoutVars>
          <dgm:chMax val="0"/>
          <dgm:chPref val="0"/>
        </dgm:presLayoutVars>
      </dgm:prSet>
      <dgm:spPr/>
    </dgm:pt>
    <dgm:pt modelId="{3F643138-7AE7-48DB-9482-87F410A31149}" type="pres">
      <dgm:prSet presAssocID="{ECEDE3D4-0DF6-49BD-8CA6-E913DE32E3A4}" presName="txSpace" presStyleCnt="0"/>
      <dgm:spPr/>
    </dgm:pt>
    <dgm:pt modelId="{84F54E30-7D4D-4362-8985-AF854753AFA3}" type="pres">
      <dgm:prSet presAssocID="{ECEDE3D4-0DF6-49BD-8CA6-E913DE32E3A4}" presName="desTx" presStyleLbl="revTx" presStyleIdx="1" presStyleCnt="2">
        <dgm:presLayoutVars/>
      </dgm:prSet>
      <dgm:spPr/>
    </dgm:pt>
  </dgm:ptLst>
  <dgm:cxnLst>
    <dgm:cxn modelId="{0D8DBA0F-3729-4930-B5B7-99F8D571691D}" type="presOf" srcId="{4B88E4EA-9154-4AB7-9369-FA9972AFA980}" destId="{990F1B76-C267-4A28-A57B-F40CDAF2816A}" srcOrd="0" destOrd="0" presId="urn:microsoft.com/office/officeart/2018/2/layout/IconLabelDescriptionList"/>
    <dgm:cxn modelId="{0957A43E-89ED-4997-8DBF-6CEE2F67E23D}" srcId="{4B88E4EA-9154-4AB7-9369-FA9972AFA980}" destId="{ECEDE3D4-0DF6-49BD-8CA6-E913DE32E3A4}" srcOrd="0" destOrd="0" parTransId="{E054D4A5-BC6C-4CA9-BC36-201C0E644E0D}" sibTransId="{EB6B6801-7906-4A41-BD89-8F29E48BA80F}"/>
    <dgm:cxn modelId="{7FAB8862-E3B0-42F7-A7C5-3235A1CC16AD}" type="presOf" srcId="{6D219CF0-3EB0-41E5-9BB3-0F70D3586DCB}" destId="{84F54E30-7D4D-4362-8985-AF854753AFA3}" srcOrd="0" destOrd="1" presId="urn:microsoft.com/office/officeart/2018/2/layout/IconLabelDescriptionList"/>
    <dgm:cxn modelId="{0ACC4C65-D842-4239-A76D-2403611E3ADF}" type="presOf" srcId="{E4690A59-0C62-4490-B9BF-D396E6652A81}" destId="{84F54E30-7D4D-4362-8985-AF854753AFA3}" srcOrd="0" destOrd="0" presId="urn:microsoft.com/office/officeart/2018/2/layout/IconLabelDescriptionList"/>
    <dgm:cxn modelId="{040DB072-CDCA-42B5-8E50-84D4190CB56B}" srcId="{ECEDE3D4-0DF6-49BD-8CA6-E913DE32E3A4}" destId="{6D219CF0-3EB0-41E5-9BB3-0F70D3586DCB}" srcOrd="1" destOrd="0" parTransId="{37546598-6F6A-43B2-A6C7-71EFD74A7A3B}" sibTransId="{E6C9A078-28E1-427B-B7DD-C9204E1B1AB0}"/>
    <dgm:cxn modelId="{F22C6354-80DD-4CC0-8C74-41E9823210CD}" type="presOf" srcId="{CCE34BC4-26DF-460D-A31A-5FB048E5E028}" destId="{84F54E30-7D4D-4362-8985-AF854753AFA3}" srcOrd="0" destOrd="2" presId="urn:microsoft.com/office/officeart/2018/2/layout/IconLabelDescriptionList"/>
    <dgm:cxn modelId="{06637B76-1EF0-46E5-8AE1-1688527D8940}" srcId="{ECEDE3D4-0DF6-49BD-8CA6-E913DE32E3A4}" destId="{E4690A59-0C62-4490-B9BF-D396E6652A81}" srcOrd="0" destOrd="0" parTransId="{F3927C9F-7B69-4B1F-A853-A7B631668461}" sibTransId="{8811D87F-5513-48F7-85B1-CD6DCC77960B}"/>
    <dgm:cxn modelId="{4F9DB792-53B1-4F31-8339-18E639EBD815}" srcId="{ECEDE3D4-0DF6-49BD-8CA6-E913DE32E3A4}" destId="{CCE34BC4-26DF-460D-A31A-5FB048E5E028}" srcOrd="2" destOrd="0" parTransId="{718EC45F-AF3C-411B-97D2-047BA2C9930F}" sibTransId="{257BE5B5-708E-4F0D-9F7A-EE361E3855D3}"/>
    <dgm:cxn modelId="{01663BD8-802E-431E-B37F-019C163CD8D1}" type="presOf" srcId="{ECEDE3D4-0DF6-49BD-8CA6-E913DE32E3A4}" destId="{ED3C9818-9889-48D9-916C-E16ECDD623EC}" srcOrd="0" destOrd="0" presId="urn:microsoft.com/office/officeart/2018/2/layout/IconLabelDescriptionList"/>
    <dgm:cxn modelId="{5260712B-3E7F-4F81-A5A1-445A4FD98E2A}" type="presParOf" srcId="{990F1B76-C267-4A28-A57B-F40CDAF2816A}" destId="{1D3C8A37-B92A-421D-8676-A9CFCAFA427C}" srcOrd="0" destOrd="0" presId="urn:microsoft.com/office/officeart/2018/2/layout/IconLabelDescriptionList"/>
    <dgm:cxn modelId="{0B85A191-81CB-44D4-9B7F-AB3D70CE1897}" type="presParOf" srcId="{1D3C8A37-B92A-421D-8676-A9CFCAFA427C}" destId="{AA86796B-B4EB-4E59-97D9-5BA1F3C7D8AC}" srcOrd="0" destOrd="0" presId="urn:microsoft.com/office/officeart/2018/2/layout/IconLabelDescriptionList"/>
    <dgm:cxn modelId="{2E9BE090-EFCE-4C4E-A80A-0AED03495A0B}" type="presParOf" srcId="{1D3C8A37-B92A-421D-8676-A9CFCAFA427C}" destId="{B333D31C-AC51-49EE-8FAD-D54E10820BD1}" srcOrd="1" destOrd="0" presId="urn:microsoft.com/office/officeart/2018/2/layout/IconLabelDescriptionList"/>
    <dgm:cxn modelId="{1C0C62AA-FB45-4B14-AFEE-C2192A685191}" type="presParOf" srcId="{1D3C8A37-B92A-421D-8676-A9CFCAFA427C}" destId="{ED3C9818-9889-48D9-916C-E16ECDD623EC}" srcOrd="2" destOrd="0" presId="urn:microsoft.com/office/officeart/2018/2/layout/IconLabelDescriptionList"/>
    <dgm:cxn modelId="{3026B427-C600-4CFC-A2FB-25C88F571525}" type="presParOf" srcId="{1D3C8A37-B92A-421D-8676-A9CFCAFA427C}" destId="{3F643138-7AE7-48DB-9482-87F410A31149}" srcOrd="3" destOrd="0" presId="urn:microsoft.com/office/officeart/2018/2/layout/IconLabelDescriptionList"/>
    <dgm:cxn modelId="{9DF8DC5F-8725-40AD-AB5E-B99AD660FF92}" type="presParOf" srcId="{1D3C8A37-B92A-421D-8676-A9CFCAFA427C}" destId="{84F54E30-7D4D-4362-8985-AF854753AFA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5A29476-9FFB-4553-A2EF-0135554E0605}" type="doc">
      <dgm:prSet loTypeId="urn:microsoft.com/office/officeart/2005/8/layout/default" loCatId="list" qsTypeId="urn:microsoft.com/office/officeart/2005/8/quickstyle/simple1" qsCatId="simple" csTypeId="urn:microsoft.com/office/officeart/2005/8/colors/accent1_5" csCatId="accent1"/>
      <dgm:spPr/>
      <dgm:t>
        <a:bodyPr/>
        <a:lstStyle/>
        <a:p>
          <a:endParaRPr lang="en-US"/>
        </a:p>
      </dgm:t>
    </dgm:pt>
    <dgm:pt modelId="{2040D254-9416-4F10-8820-501A9BA39990}">
      <dgm:prSet/>
      <dgm:spPr/>
      <dgm:t>
        <a:bodyPr/>
        <a:lstStyle/>
        <a:p>
          <a:r>
            <a:rPr lang="pt-BR" b="0" i="0"/>
            <a:t>Conceitos e características do Big Data. </a:t>
          </a:r>
          <a:endParaRPr lang="en-US"/>
        </a:p>
      </dgm:t>
    </dgm:pt>
    <dgm:pt modelId="{96BCD78C-9D42-4897-BFD8-E4FFB7E3E146}" type="parTrans" cxnId="{BDA29BD6-C119-4931-8CBF-C50EF9EB2B62}">
      <dgm:prSet/>
      <dgm:spPr/>
      <dgm:t>
        <a:bodyPr/>
        <a:lstStyle/>
        <a:p>
          <a:endParaRPr lang="en-US"/>
        </a:p>
      </dgm:t>
    </dgm:pt>
    <dgm:pt modelId="{DF5CBBE4-23E8-42FD-8CD3-CA3BAA8B4A15}" type="sibTrans" cxnId="{BDA29BD6-C119-4931-8CBF-C50EF9EB2B62}">
      <dgm:prSet/>
      <dgm:spPr/>
      <dgm:t>
        <a:bodyPr/>
        <a:lstStyle/>
        <a:p>
          <a:endParaRPr lang="en-US"/>
        </a:p>
      </dgm:t>
    </dgm:pt>
    <dgm:pt modelId="{4E7A33E8-6F3D-49ED-8E49-5E3ABF7F9AFC}">
      <dgm:prSet/>
      <dgm:spPr/>
      <dgm:t>
        <a:bodyPr/>
        <a:lstStyle/>
        <a:p>
          <a:r>
            <a:rPr lang="pt-BR" b="0" i="0"/>
            <a:t>Desafios e oportunidades na era do Big Data. </a:t>
          </a:r>
          <a:endParaRPr lang="en-US"/>
        </a:p>
      </dgm:t>
    </dgm:pt>
    <dgm:pt modelId="{462D3A19-8FA3-48EF-9A42-032755A3D873}" type="parTrans" cxnId="{3C01553A-6906-4232-9787-3DF13C827231}">
      <dgm:prSet/>
      <dgm:spPr/>
      <dgm:t>
        <a:bodyPr/>
        <a:lstStyle/>
        <a:p>
          <a:endParaRPr lang="en-US"/>
        </a:p>
      </dgm:t>
    </dgm:pt>
    <dgm:pt modelId="{24207800-BC16-42A5-A9AF-A3C440FD7175}" type="sibTrans" cxnId="{3C01553A-6906-4232-9787-3DF13C827231}">
      <dgm:prSet/>
      <dgm:spPr/>
      <dgm:t>
        <a:bodyPr/>
        <a:lstStyle/>
        <a:p>
          <a:endParaRPr lang="en-US"/>
        </a:p>
      </dgm:t>
    </dgm:pt>
    <dgm:pt modelId="{9F274566-5F30-4671-9108-83748DD46048}">
      <dgm:prSet/>
      <dgm:spPr/>
      <dgm:t>
        <a:bodyPr/>
        <a:lstStyle/>
        <a:p>
          <a:r>
            <a:rPr lang="pt-BR" b="0" i="0"/>
            <a:t>Aplicações e impactos nas diversas áreas. </a:t>
          </a:r>
          <a:endParaRPr lang="en-US"/>
        </a:p>
      </dgm:t>
    </dgm:pt>
    <dgm:pt modelId="{C9858D2A-1C9D-4C7E-9C45-175FA7759D60}" type="parTrans" cxnId="{FA141303-5DEA-48C0-B835-26ED5EA287D3}">
      <dgm:prSet/>
      <dgm:spPr/>
      <dgm:t>
        <a:bodyPr/>
        <a:lstStyle/>
        <a:p>
          <a:endParaRPr lang="en-US"/>
        </a:p>
      </dgm:t>
    </dgm:pt>
    <dgm:pt modelId="{A4B0568F-2DB4-45A7-8C4E-3D6391FB5E70}" type="sibTrans" cxnId="{FA141303-5DEA-48C0-B835-26ED5EA287D3}">
      <dgm:prSet/>
      <dgm:spPr/>
      <dgm:t>
        <a:bodyPr/>
        <a:lstStyle/>
        <a:p>
          <a:endParaRPr lang="en-US"/>
        </a:p>
      </dgm:t>
    </dgm:pt>
    <dgm:pt modelId="{AE0D7732-0083-4AE1-9B85-443A9A6EB005}">
      <dgm:prSet/>
      <dgm:spPr/>
      <dgm:t>
        <a:bodyPr/>
        <a:lstStyle/>
        <a:p>
          <a:r>
            <a:rPr lang="pt-BR" b="0" i="0"/>
            <a:t>Arquiteturas de armazenamento e processamento distribuído</a:t>
          </a:r>
          <a:endParaRPr lang="en-US"/>
        </a:p>
      </dgm:t>
    </dgm:pt>
    <dgm:pt modelId="{3695AC53-79E5-47FC-9A5C-055AD2A1BC72}" type="parTrans" cxnId="{B0F05B26-53DB-4E8D-B8EF-FDC44F4CCAF7}">
      <dgm:prSet/>
      <dgm:spPr/>
      <dgm:t>
        <a:bodyPr/>
        <a:lstStyle/>
        <a:p>
          <a:endParaRPr lang="en-US"/>
        </a:p>
      </dgm:t>
    </dgm:pt>
    <dgm:pt modelId="{CC0C85A4-70A1-45C1-8AAB-92C0C958CF06}" type="sibTrans" cxnId="{B0F05B26-53DB-4E8D-B8EF-FDC44F4CCAF7}">
      <dgm:prSet/>
      <dgm:spPr/>
      <dgm:t>
        <a:bodyPr/>
        <a:lstStyle/>
        <a:p>
          <a:endParaRPr lang="en-US"/>
        </a:p>
      </dgm:t>
    </dgm:pt>
    <dgm:pt modelId="{3EE411F6-7B73-4889-9AAE-C93DEB967D74}">
      <dgm:prSet/>
      <dgm:spPr/>
      <dgm:t>
        <a:bodyPr/>
        <a:lstStyle/>
        <a:p>
          <a:r>
            <a:rPr lang="pt-BR" b="0" i="0"/>
            <a:t>Plataformas e ferramentas para o gerenciamento de Big Data.</a:t>
          </a:r>
          <a:endParaRPr lang="en-US"/>
        </a:p>
      </dgm:t>
    </dgm:pt>
    <dgm:pt modelId="{DAB00BF5-401C-4085-88A0-6518091A566A}" type="parTrans" cxnId="{A9864B98-761D-4271-AA8D-D5765D27E38C}">
      <dgm:prSet/>
      <dgm:spPr/>
      <dgm:t>
        <a:bodyPr/>
        <a:lstStyle/>
        <a:p>
          <a:endParaRPr lang="en-US"/>
        </a:p>
      </dgm:t>
    </dgm:pt>
    <dgm:pt modelId="{4ED97D4F-67EE-462F-B8FB-696BA7C1CF16}" type="sibTrans" cxnId="{A9864B98-761D-4271-AA8D-D5765D27E38C}">
      <dgm:prSet/>
      <dgm:spPr/>
      <dgm:t>
        <a:bodyPr/>
        <a:lstStyle/>
        <a:p>
          <a:endParaRPr lang="en-US"/>
        </a:p>
      </dgm:t>
    </dgm:pt>
    <dgm:pt modelId="{3AB37450-6C61-4F28-83D7-F6B6FE3196F5}">
      <dgm:prSet/>
      <dgm:spPr/>
      <dgm:t>
        <a:bodyPr/>
        <a:lstStyle/>
        <a:p>
          <a:r>
            <a:rPr lang="pt-BR" b="0" i="0"/>
            <a:t>Técnicas e algoritmos para processamento de grandes volumes de dados</a:t>
          </a:r>
          <a:endParaRPr lang="en-US"/>
        </a:p>
      </dgm:t>
    </dgm:pt>
    <dgm:pt modelId="{A486B38A-5A63-41FA-9CE6-23B751AF16B0}" type="parTrans" cxnId="{F80D978C-91DE-499C-9BA7-B9240B06B05A}">
      <dgm:prSet/>
      <dgm:spPr/>
      <dgm:t>
        <a:bodyPr/>
        <a:lstStyle/>
        <a:p>
          <a:endParaRPr lang="en-US"/>
        </a:p>
      </dgm:t>
    </dgm:pt>
    <dgm:pt modelId="{DCE35EFB-2C19-40BA-A2F6-ECF4A1533DB7}" type="sibTrans" cxnId="{F80D978C-91DE-499C-9BA7-B9240B06B05A}">
      <dgm:prSet/>
      <dgm:spPr/>
      <dgm:t>
        <a:bodyPr/>
        <a:lstStyle/>
        <a:p>
          <a:endParaRPr lang="en-US"/>
        </a:p>
      </dgm:t>
    </dgm:pt>
    <dgm:pt modelId="{24433BD4-218A-41F8-A07E-E03C90C91435}">
      <dgm:prSet/>
      <dgm:spPr/>
      <dgm:t>
        <a:bodyPr/>
        <a:lstStyle/>
        <a:p>
          <a:r>
            <a:rPr lang="pt-BR" b="0" i="0"/>
            <a:t>Computação distribuída e paralela. </a:t>
          </a:r>
          <a:endParaRPr lang="en-US"/>
        </a:p>
      </dgm:t>
    </dgm:pt>
    <dgm:pt modelId="{BAC18CB9-3A89-435C-BCEF-8D4482519A45}" type="parTrans" cxnId="{623B25D0-EC1D-46D2-AC59-E310A1E879B8}">
      <dgm:prSet/>
      <dgm:spPr/>
      <dgm:t>
        <a:bodyPr/>
        <a:lstStyle/>
        <a:p>
          <a:endParaRPr lang="en-US"/>
        </a:p>
      </dgm:t>
    </dgm:pt>
    <dgm:pt modelId="{2458345A-65F4-4503-8DEE-F2FFB06210F7}" type="sibTrans" cxnId="{623B25D0-EC1D-46D2-AC59-E310A1E879B8}">
      <dgm:prSet/>
      <dgm:spPr/>
      <dgm:t>
        <a:bodyPr/>
        <a:lstStyle/>
        <a:p>
          <a:endParaRPr lang="en-US"/>
        </a:p>
      </dgm:t>
    </dgm:pt>
    <dgm:pt modelId="{786D1DC4-7F86-4D13-861A-A544F37C8E8A}">
      <dgm:prSet/>
      <dgm:spPr/>
      <dgm:t>
        <a:bodyPr/>
        <a:lstStyle/>
        <a:p>
          <a:r>
            <a:rPr lang="pt-BR" b="0" i="0"/>
            <a:t>Estratégias e ferramentas para análise de dados em tempo real. </a:t>
          </a:r>
          <a:endParaRPr lang="en-US"/>
        </a:p>
      </dgm:t>
    </dgm:pt>
    <dgm:pt modelId="{7252B152-DF09-402B-A10A-DE4735F7E4D0}" type="parTrans" cxnId="{E48EFD3A-4EB8-4F09-A6F2-2CCB75EC078E}">
      <dgm:prSet/>
      <dgm:spPr/>
      <dgm:t>
        <a:bodyPr/>
        <a:lstStyle/>
        <a:p>
          <a:endParaRPr lang="en-US"/>
        </a:p>
      </dgm:t>
    </dgm:pt>
    <dgm:pt modelId="{3B21403F-BC3E-450B-93F3-26DAF4466CA1}" type="sibTrans" cxnId="{E48EFD3A-4EB8-4F09-A6F2-2CCB75EC078E}">
      <dgm:prSet/>
      <dgm:spPr/>
      <dgm:t>
        <a:bodyPr/>
        <a:lstStyle/>
        <a:p>
          <a:endParaRPr lang="en-US"/>
        </a:p>
      </dgm:t>
    </dgm:pt>
    <dgm:pt modelId="{EEAC58FD-5308-4386-BAFF-9D272D6A9E35}">
      <dgm:prSet/>
      <dgm:spPr/>
      <dgm:t>
        <a:bodyPr/>
        <a:lstStyle/>
        <a:p>
          <a:r>
            <a:rPr lang="pt-BR" b="0" i="0"/>
            <a:t>Processamento de stream de dados. Sistemas e aplicações com Big Data. </a:t>
          </a:r>
          <a:endParaRPr lang="en-US"/>
        </a:p>
      </dgm:t>
    </dgm:pt>
    <dgm:pt modelId="{CA0E8E34-8F51-4DA5-BFEB-49E849E45268}" type="parTrans" cxnId="{9A86EDB9-E8E8-4763-A507-3357BEEE7370}">
      <dgm:prSet/>
      <dgm:spPr/>
      <dgm:t>
        <a:bodyPr/>
        <a:lstStyle/>
        <a:p>
          <a:endParaRPr lang="en-US"/>
        </a:p>
      </dgm:t>
    </dgm:pt>
    <dgm:pt modelId="{5C059023-796C-4495-9DC5-9F3D9200399C}" type="sibTrans" cxnId="{9A86EDB9-E8E8-4763-A507-3357BEEE7370}">
      <dgm:prSet/>
      <dgm:spPr/>
      <dgm:t>
        <a:bodyPr/>
        <a:lstStyle/>
        <a:p>
          <a:endParaRPr lang="en-US"/>
        </a:p>
      </dgm:t>
    </dgm:pt>
    <dgm:pt modelId="{D9B8787A-CC11-4547-A4E7-6C87F677595E}">
      <dgm:prSet/>
      <dgm:spPr/>
      <dgm:t>
        <a:bodyPr/>
        <a:lstStyle/>
        <a:p>
          <a:r>
            <a:rPr lang="pt-BR" b="0" i="0"/>
            <a:t>Princípios de aprendizado de máquina aplicados a conjuntos de dados volumosos. </a:t>
          </a:r>
          <a:endParaRPr lang="en-US"/>
        </a:p>
      </dgm:t>
    </dgm:pt>
    <dgm:pt modelId="{CD03A15F-C66C-4D0B-B21D-D9520FCD08E2}" type="parTrans" cxnId="{F377D3AE-8D53-428B-B1CB-E44B58D55F8B}">
      <dgm:prSet/>
      <dgm:spPr/>
      <dgm:t>
        <a:bodyPr/>
        <a:lstStyle/>
        <a:p>
          <a:endParaRPr lang="en-US"/>
        </a:p>
      </dgm:t>
    </dgm:pt>
    <dgm:pt modelId="{16E75095-A92A-47EC-9F84-8C2F6D0F0AD8}" type="sibTrans" cxnId="{F377D3AE-8D53-428B-B1CB-E44B58D55F8B}">
      <dgm:prSet/>
      <dgm:spPr/>
      <dgm:t>
        <a:bodyPr/>
        <a:lstStyle/>
        <a:p>
          <a:endParaRPr lang="en-US"/>
        </a:p>
      </dgm:t>
    </dgm:pt>
    <dgm:pt modelId="{50CA7558-D676-4DDC-9AFE-1872CA3031B0}">
      <dgm:prSet/>
      <dgm:spPr/>
      <dgm:t>
        <a:bodyPr/>
        <a:lstStyle/>
        <a:p>
          <a:r>
            <a:rPr lang="pt-BR" b="0" i="0"/>
            <a:t>Modelagem e avaliação de modelos em Big Data. </a:t>
          </a:r>
          <a:endParaRPr lang="en-US"/>
        </a:p>
      </dgm:t>
    </dgm:pt>
    <dgm:pt modelId="{B95523EF-6077-4D4F-A584-BA3826348017}" type="parTrans" cxnId="{D23FB4C4-3635-4F8A-AE4A-E161D4D4196F}">
      <dgm:prSet/>
      <dgm:spPr/>
      <dgm:t>
        <a:bodyPr/>
        <a:lstStyle/>
        <a:p>
          <a:endParaRPr lang="en-US"/>
        </a:p>
      </dgm:t>
    </dgm:pt>
    <dgm:pt modelId="{BD9B007B-2928-46F5-925D-90BF80BAE3BD}" type="sibTrans" cxnId="{D23FB4C4-3635-4F8A-AE4A-E161D4D4196F}">
      <dgm:prSet/>
      <dgm:spPr/>
      <dgm:t>
        <a:bodyPr/>
        <a:lstStyle/>
        <a:p>
          <a:endParaRPr lang="en-US"/>
        </a:p>
      </dgm:t>
    </dgm:pt>
    <dgm:pt modelId="{B6A60FB6-865C-4034-85C3-3C6CE48DE229}">
      <dgm:prSet/>
      <dgm:spPr/>
      <dgm:t>
        <a:bodyPr/>
        <a:lstStyle/>
        <a:p>
          <a:r>
            <a:rPr lang="pt-BR" b="0" i="0"/>
            <a:t>Questões éticas e legais no uso de dados em larga escala. </a:t>
          </a:r>
          <a:endParaRPr lang="en-US"/>
        </a:p>
      </dgm:t>
    </dgm:pt>
    <dgm:pt modelId="{3DA6D0FC-BE20-4D0C-B283-D8DBC61829B4}" type="parTrans" cxnId="{88F606F3-CCF5-4B7E-B8A8-6FFEA8B93053}">
      <dgm:prSet/>
      <dgm:spPr/>
      <dgm:t>
        <a:bodyPr/>
        <a:lstStyle/>
        <a:p>
          <a:endParaRPr lang="en-US"/>
        </a:p>
      </dgm:t>
    </dgm:pt>
    <dgm:pt modelId="{AC9CAE3C-9E10-40F0-91C1-5100A1FDA2CE}" type="sibTrans" cxnId="{88F606F3-CCF5-4B7E-B8A8-6FFEA8B93053}">
      <dgm:prSet/>
      <dgm:spPr/>
      <dgm:t>
        <a:bodyPr/>
        <a:lstStyle/>
        <a:p>
          <a:endParaRPr lang="en-US"/>
        </a:p>
      </dgm:t>
    </dgm:pt>
    <dgm:pt modelId="{64EB3B92-F660-4025-A724-EC7636D42169}">
      <dgm:prSet/>
      <dgm:spPr/>
      <dgm:t>
        <a:bodyPr/>
        <a:lstStyle/>
        <a:p>
          <a:r>
            <a:rPr lang="pt-BR" b="0" i="0"/>
            <a:t>Privacidade, segurança e transparência na manipulação de dados sensíveis.</a:t>
          </a:r>
          <a:endParaRPr lang="en-US"/>
        </a:p>
      </dgm:t>
    </dgm:pt>
    <dgm:pt modelId="{B80C3722-6104-4CC4-BBA8-D5D50AF39E52}" type="parTrans" cxnId="{F37BF3AD-4B94-42B6-B24C-695D7E32AF66}">
      <dgm:prSet/>
      <dgm:spPr/>
      <dgm:t>
        <a:bodyPr/>
        <a:lstStyle/>
        <a:p>
          <a:endParaRPr lang="en-US"/>
        </a:p>
      </dgm:t>
    </dgm:pt>
    <dgm:pt modelId="{6F5A306B-F21B-485D-B6DB-A5D97AB2ADF8}" type="sibTrans" cxnId="{F37BF3AD-4B94-42B6-B24C-695D7E32AF66}">
      <dgm:prSet/>
      <dgm:spPr/>
      <dgm:t>
        <a:bodyPr/>
        <a:lstStyle/>
        <a:p>
          <a:endParaRPr lang="en-US"/>
        </a:p>
      </dgm:t>
    </dgm:pt>
    <dgm:pt modelId="{30D2FCFD-1699-4656-BBEA-AA82426F65BA}" type="pres">
      <dgm:prSet presAssocID="{95A29476-9FFB-4553-A2EF-0135554E0605}" presName="diagram" presStyleCnt="0">
        <dgm:presLayoutVars>
          <dgm:dir/>
          <dgm:resizeHandles val="exact"/>
        </dgm:presLayoutVars>
      </dgm:prSet>
      <dgm:spPr/>
    </dgm:pt>
    <dgm:pt modelId="{1EBC1F4E-94FF-4050-9E47-B8B5006449B2}" type="pres">
      <dgm:prSet presAssocID="{2040D254-9416-4F10-8820-501A9BA39990}" presName="node" presStyleLbl="node1" presStyleIdx="0" presStyleCnt="13">
        <dgm:presLayoutVars>
          <dgm:bulletEnabled val="1"/>
        </dgm:presLayoutVars>
      </dgm:prSet>
      <dgm:spPr/>
    </dgm:pt>
    <dgm:pt modelId="{9C25FB4D-3938-4D8A-B486-7C21AD37780D}" type="pres">
      <dgm:prSet presAssocID="{DF5CBBE4-23E8-42FD-8CD3-CA3BAA8B4A15}" presName="sibTrans" presStyleCnt="0"/>
      <dgm:spPr/>
    </dgm:pt>
    <dgm:pt modelId="{DE08A290-98FD-4709-9D27-C476DAD0B771}" type="pres">
      <dgm:prSet presAssocID="{4E7A33E8-6F3D-49ED-8E49-5E3ABF7F9AFC}" presName="node" presStyleLbl="node1" presStyleIdx="1" presStyleCnt="13">
        <dgm:presLayoutVars>
          <dgm:bulletEnabled val="1"/>
        </dgm:presLayoutVars>
      </dgm:prSet>
      <dgm:spPr/>
    </dgm:pt>
    <dgm:pt modelId="{91288305-DCA2-4EC5-B8C2-418F147DED9A}" type="pres">
      <dgm:prSet presAssocID="{24207800-BC16-42A5-A9AF-A3C440FD7175}" presName="sibTrans" presStyleCnt="0"/>
      <dgm:spPr/>
    </dgm:pt>
    <dgm:pt modelId="{F89C8273-B03E-4C28-9D92-D0E49CCEE117}" type="pres">
      <dgm:prSet presAssocID="{9F274566-5F30-4671-9108-83748DD46048}" presName="node" presStyleLbl="node1" presStyleIdx="2" presStyleCnt="13">
        <dgm:presLayoutVars>
          <dgm:bulletEnabled val="1"/>
        </dgm:presLayoutVars>
      </dgm:prSet>
      <dgm:spPr/>
    </dgm:pt>
    <dgm:pt modelId="{83D0F255-A41C-4D6D-B41A-A0E62BC7C5BE}" type="pres">
      <dgm:prSet presAssocID="{A4B0568F-2DB4-45A7-8C4E-3D6391FB5E70}" presName="sibTrans" presStyleCnt="0"/>
      <dgm:spPr/>
    </dgm:pt>
    <dgm:pt modelId="{2C67A4B3-F936-4A43-9245-F6C1149F9552}" type="pres">
      <dgm:prSet presAssocID="{AE0D7732-0083-4AE1-9B85-443A9A6EB005}" presName="node" presStyleLbl="node1" presStyleIdx="3" presStyleCnt="13">
        <dgm:presLayoutVars>
          <dgm:bulletEnabled val="1"/>
        </dgm:presLayoutVars>
      </dgm:prSet>
      <dgm:spPr/>
    </dgm:pt>
    <dgm:pt modelId="{41E0E4AD-99A3-46BF-805C-84C1F134F53A}" type="pres">
      <dgm:prSet presAssocID="{CC0C85A4-70A1-45C1-8AAB-92C0C958CF06}" presName="sibTrans" presStyleCnt="0"/>
      <dgm:spPr/>
    </dgm:pt>
    <dgm:pt modelId="{4E82D180-F4B3-477E-9F90-F8A9BA4AE6AB}" type="pres">
      <dgm:prSet presAssocID="{3EE411F6-7B73-4889-9AAE-C93DEB967D74}" presName="node" presStyleLbl="node1" presStyleIdx="4" presStyleCnt="13">
        <dgm:presLayoutVars>
          <dgm:bulletEnabled val="1"/>
        </dgm:presLayoutVars>
      </dgm:prSet>
      <dgm:spPr/>
    </dgm:pt>
    <dgm:pt modelId="{F36D75D6-2E4C-4A78-A46A-5E7E71FC6424}" type="pres">
      <dgm:prSet presAssocID="{4ED97D4F-67EE-462F-B8FB-696BA7C1CF16}" presName="sibTrans" presStyleCnt="0"/>
      <dgm:spPr/>
    </dgm:pt>
    <dgm:pt modelId="{5C317282-33CC-4AC0-B4F7-85746AA37F0A}" type="pres">
      <dgm:prSet presAssocID="{3AB37450-6C61-4F28-83D7-F6B6FE3196F5}" presName="node" presStyleLbl="node1" presStyleIdx="5" presStyleCnt="13">
        <dgm:presLayoutVars>
          <dgm:bulletEnabled val="1"/>
        </dgm:presLayoutVars>
      </dgm:prSet>
      <dgm:spPr/>
    </dgm:pt>
    <dgm:pt modelId="{C3274AF4-5C62-46EA-9298-84835746061F}" type="pres">
      <dgm:prSet presAssocID="{DCE35EFB-2C19-40BA-A2F6-ECF4A1533DB7}" presName="sibTrans" presStyleCnt="0"/>
      <dgm:spPr/>
    </dgm:pt>
    <dgm:pt modelId="{880B1E10-500A-4C7A-8003-C1E75EEF4FFB}" type="pres">
      <dgm:prSet presAssocID="{24433BD4-218A-41F8-A07E-E03C90C91435}" presName="node" presStyleLbl="node1" presStyleIdx="6" presStyleCnt="13">
        <dgm:presLayoutVars>
          <dgm:bulletEnabled val="1"/>
        </dgm:presLayoutVars>
      </dgm:prSet>
      <dgm:spPr/>
    </dgm:pt>
    <dgm:pt modelId="{AD61F8E2-6E42-4E0E-B4AE-9BAAF4B08AC6}" type="pres">
      <dgm:prSet presAssocID="{2458345A-65F4-4503-8DEE-F2FFB06210F7}" presName="sibTrans" presStyleCnt="0"/>
      <dgm:spPr/>
    </dgm:pt>
    <dgm:pt modelId="{5CE92C7A-B524-4989-AF8A-670CD7736281}" type="pres">
      <dgm:prSet presAssocID="{786D1DC4-7F86-4D13-861A-A544F37C8E8A}" presName="node" presStyleLbl="node1" presStyleIdx="7" presStyleCnt="13">
        <dgm:presLayoutVars>
          <dgm:bulletEnabled val="1"/>
        </dgm:presLayoutVars>
      </dgm:prSet>
      <dgm:spPr/>
    </dgm:pt>
    <dgm:pt modelId="{B81942E8-C42A-475A-B016-FD0CB0548A05}" type="pres">
      <dgm:prSet presAssocID="{3B21403F-BC3E-450B-93F3-26DAF4466CA1}" presName="sibTrans" presStyleCnt="0"/>
      <dgm:spPr/>
    </dgm:pt>
    <dgm:pt modelId="{7BDF2970-8F56-479B-BE42-E11C79DE0F77}" type="pres">
      <dgm:prSet presAssocID="{EEAC58FD-5308-4386-BAFF-9D272D6A9E35}" presName="node" presStyleLbl="node1" presStyleIdx="8" presStyleCnt="13">
        <dgm:presLayoutVars>
          <dgm:bulletEnabled val="1"/>
        </dgm:presLayoutVars>
      </dgm:prSet>
      <dgm:spPr/>
    </dgm:pt>
    <dgm:pt modelId="{92043A32-E9EE-4069-9F54-CC49A747360F}" type="pres">
      <dgm:prSet presAssocID="{5C059023-796C-4495-9DC5-9F3D9200399C}" presName="sibTrans" presStyleCnt="0"/>
      <dgm:spPr/>
    </dgm:pt>
    <dgm:pt modelId="{C74BBAD0-B467-4749-9C3F-D2968CEE13EA}" type="pres">
      <dgm:prSet presAssocID="{D9B8787A-CC11-4547-A4E7-6C87F677595E}" presName="node" presStyleLbl="node1" presStyleIdx="9" presStyleCnt="13">
        <dgm:presLayoutVars>
          <dgm:bulletEnabled val="1"/>
        </dgm:presLayoutVars>
      </dgm:prSet>
      <dgm:spPr/>
    </dgm:pt>
    <dgm:pt modelId="{D9CCD5E2-3226-4A46-99E4-D552623F3DB7}" type="pres">
      <dgm:prSet presAssocID="{16E75095-A92A-47EC-9F84-8C2F6D0F0AD8}" presName="sibTrans" presStyleCnt="0"/>
      <dgm:spPr/>
    </dgm:pt>
    <dgm:pt modelId="{711CC6BD-E14E-4A08-900F-7B264E662006}" type="pres">
      <dgm:prSet presAssocID="{50CA7558-D676-4DDC-9AFE-1872CA3031B0}" presName="node" presStyleLbl="node1" presStyleIdx="10" presStyleCnt="13">
        <dgm:presLayoutVars>
          <dgm:bulletEnabled val="1"/>
        </dgm:presLayoutVars>
      </dgm:prSet>
      <dgm:spPr/>
    </dgm:pt>
    <dgm:pt modelId="{AF3D80C4-6438-4123-8736-3B90B2134B87}" type="pres">
      <dgm:prSet presAssocID="{BD9B007B-2928-46F5-925D-90BF80BAE3BD}" presName="sibTrans" presStyleCnt="0"/>
      <dgm:spPr/>
    </dgm:pt>
    <dgm:pt modelId="{55729229-F067-4776-AF97-112710E1A27D}" type="pres">
      <dgm:prSet presAssocID="{B6A60FB6-865C-4034-85C3-3C6CE48DE229}" presName="node" presStyleLbl="node1" presStyleIdx="11" presStyleCnt="13">
        <dgm:presLayoutVars>
          <dgm:bulletEnabled val="1"/>
        </dgm:presLayoutVars>
      </dgm:prSet>
      <dgm:spPr/>
    </dgm:pt>
    <dgm:pt modelId="{17C7B21E-EE8D-4AFC-8522-A5A2E9F76206}" type="pres">
      <dgm:prSet presAssocID="{AC9CAE3C-9E10-40F0-91C1-5100A1FDA2CE}" presName="sibTrans" presStyleCnt="0"/>
      <dgm:spPr/>
    </dgm:pt>
    <dgm:pt modelId="{05A00B47-4E42-4FBD-ADC1-513EED3C9190}" type="pres">
      <dgm:prSet presAssocID="{64EB3B92-F660-4025-A724-EC7636D42169}" presName="node" presStyleLbl="node1" presStyleIdx="12" presStyleCnt="13">
        <dgm:presLayoutVars>
          <dgm:bulletEnabled val="1"/>
        </dgm:presLayoutVars>
      </dgm:prSet>
      <dgm:spPr/>
    </dgm:pt>
  </dgm:ptLst>
  <dgm:cxnLst>
    <dgm:cxn modelId="{9E3D7E02-72D2-46C5-B4BB-2D712F8F7BB4}" type="presOf" srcId="{2040D254-9416-4F10-8820-501A9BA39990}" destId="{1EBC1F4E-94FF-4050-9E47-B8B5006449B2}" srcOrd="0" destOrd="0" presId="urn:microsoft.com/office/officeart/2005/8/layout/default"/>
    <dgm:cxn modelId="{FA141303-5DEA-48C0-B835-26ED5EA287D3}" srcId="{95A29476-9FFB-4553-A2EF-0135554E0605}" destId="{9F274566-5F30-4671-9108-83748DD46048}" srcOrd="2" destOrd="0" parTransId="{C9858D2A-1C9D-4C7E-9C45-175FA7759D60}" sibTransId="{A4B0568F-2DB4-45A7-8C4E-3D6391FB5E70}"/>
    <dgm:cxn modelId="{EA4AB517-0C6E-4F14-B879-D97C19DD7537}" type="presOf" srcId="{50CA7558-D676-4DDC-9AFE-1872CA3031B0}" destId="{711CC6BD-E14E-4A08-900F-7B264E662006}" srcOrd="0" destOrd="0" presId="urn:microsoft.com/office/officeart/2005/8/layout/default"/>
    <dgm:cxn modelId="{F8E62D1E-493E-4706-B835-B9FE7D367749}" type="presOf" srcId="{B6A60FB6-865C-4034-85C3-3C6CE48DE229}" destId="{55729229-F067-4776-AF97-112710E1A27D}" srcOrd="0" destOrd="0" presId="urn:microsoft.com/office/officeart/2005/8/layout/default"/>
    <dgm:cxn modelId="{B0F05B26-53DB-4E8D-B8EF-FDC44F4CCAF7}" srcId="{95A29476-9FFB-4553-A2EF-0135554E0605}" destId="{AE0D7732-0083-4AE1-9B85-443A9A6EB005}" srcOrd="3" destOrd="0" parTransId="{3695AC53-79E5-47FC-9A5C-055AD2A1BC72}" sibTransId="{CC0C85A4-70A1-45C1-8AAB-92C0C958CF06}"/>
    <dgm:cxn modelId="{3C01553A-6906-4232-9787-3DF13C827231}" srcId="{95A29476-9FFB-4553-A2EF-0135554E0605}" destId="{4E7A33E8-6F3D-49ED-8E49-5E3ABF7F9AFC}" srcOrd="1" destOrd="0" parTransId="{462D3A19-8FA3-48EF-9A42-032755A3D873}" sibTransId="{24207800-BC16-42A5-A9AF-A3C440FD7175}"/>
    <dgm:cxn modelId="{E48EFD3A-4EB8-4F09-A6F2-2CCB75EC078E}" srcId="{95A29476-9FFB-4553-A2EF-0135554E0605}" destId="{786D1DC4-7F86-4D13-861A-A544F37C8E8A}" srcOrd="7" destOrd="0" parTransId="{7252B152-DF09-402B-A10A-DE4735F7E4D0}" sibTransId="{3B21403F-BC3E-450B-93F3-26DAF4466CA1}"/>
    <dgm:cxn modelId="{C2EF5A5D-6045-4EB2-9342-051CE0583714}" type="presOf" srcId="{64EB3B92-F660-4025-A724-EC7636D42169}" destId="{05A00B47-4E42-4FBD-ADC1-513EED3C9190}" srcOrd="0" destOrd="0" presId="urn:microsoft.com/office/officeart/2005/8/layout/default"/>
    <dgm:cxn modelId="{3E095660-5991-4EC6-A3F4-B9E3A8CEEECB}" type="presOf" srcId="{EEAC58FD-5308-4386-BAFF-9D272D6A9E35}" destId="{7BDF2970-8F56-479B-BE42-E11C79DE0F77}" srcOrd="0" destOrd="0" presId="urn:microsoft.com/office/officeart/2005/8/layout/default"/>
    <dgm:cxn modelId="{AB641346-474E-47A3-AF65-BB39B02D041F}" type="presOf" srcId="{D9B8787A-CC11-4547-A4E7-6C87F677595E}" destId="{C74BBAD0-B467-4749-9C3F-D2968CEE13EA}" srcOrd="0" destOrd="0" presId="urn:microsoft.com/office/officeart/2005/8/layout/default"/>
    <dgm:cxn modelId="{08C2E255-8D79-412E-AD40-B3EB63282099}" type="presOf" srcId="{95A29476-9FFB-4553-A2EF-0135554E0605}" destId="{30D2FCFD-1699-4656-BBEA-AA82426F65BA}" srcOrd="0" destOrd="0" presId="urn:microsoft.com/office/officeart/2005/8/layout/default"/>
    <dgm:cxn modelId="{2D23FD83-616E-4D60-836E-1106326C9979}" type="presOf" srcId="{9F274566-5F30-4671-9108-83748DD46048}" destId="{F89C8273-B03E-4C28-9D92-D0E49CCEE117}" srcOrd="0" destOrd="0" presId="urn:microsoft.com/office/officeart/2005/8/layout/default"/>
    <dgm:cxn modelId="{EBB60685-9820-4D60-AB2A-5D2990868CC9}" type="presOf" srcId="{AE0D7732-0083-4AE1-9B85-443A9A6EB005}" destId="{2C67A4B3-F936-4A43-9245-F6C1149F9552}" srcOrd="0" destOrd="0" presId="urn:microsoft.com/office/officeart/2005/8/layout/default"/>
    <dgm:cxn modelId="{F80D978C-91DE-499C-9BA7-B9240B06B05A}" srcId="{95A29476-9FFB-4553-A2EF-0135554E0605}" destId="{3AB37450-6C61-4F28-83D7-F6B6FE3196F5}" srcOrd="5" destOrd="0" parTransId="{A486B38A-5A63-41FA-9CE6-23B751AF16B0}" sibTransId="{DCE35EFB-2C19-40BA-A2F6-ECF4A1533DB7}"/>
    <dgm:cxn modelId="{A9864B98-761D-4271-AA8D-D5765D27E38C}" srcId="{95A29476-9FFB-4553-A2EF-0135554E0605}" destId="{3EE411F6-7B73-4889-9AAE-C93DEB967D74}" srcOrd="4" destOrd="0" parTransId="{DAB00BF5-401C-4085-88A0-6518091A566A}" sibTransId="{4ED97D4F-67EE-462F-B8FB-696BA7C1CF16}"/>
    <dgm:cxn modelId="{F37BF3AD-4B94-42B6-B24C-695D7E32AF66}" srcId="{95A29476-9FFB-4553-A2EF-0135554E0605}" destId="{64EB3B92-F660-4025-A724-EC7636D42169}" srcOrd="12" destOrd="0" parTransId="{B80C3722-6104-4CC4-BBA8-D5D50AF39E52}" sibTransId="{6F5A306B-F21B-485D-B6DB-A5D97AB2ADF8}"/>
    <dgm:cxn modelId="{F377D3AE-8D53-428B-B1CB-E44B58D55F8B}" srcId="{95A29476-9FFB-4553-A2EF-0135554E0605}" destId="{D9B8787A-CC11-4547-A4E7-6C87F677595E}" srcOrd="9" destOrd="0" parTransId="{CD03A15F-C66C-4D0B-B21D-D9520FCD08E2}" sibTransId="{16E75095-A92A-47EC-9F84-8C2F6D0F0AD8}"/>
    <dgm:cxn modelId="{9A86EDB9-E8E8-4763-A507-3357BEEE7370}" srcId="{95A29476-9FFB-4553-A2EF-0135554E0605}" destId="{EEAC58FD-5308-4386-BAFF-9D272D6A9E35}" srcOrd="8" destOrd="0" parTransId="{CA0E8E34-8F51-4DA5-BFEB-49E849E45268}" sibTransId="{5C059023-796C-4495-9DC5-9F3D9200399C}"/>
    <dgm:cxn modelId="{C35592BD-1923-4411-A454-602AA222C98E}" type="presOf" srcId="{3AB37450-6C61-4F28-83D7-F6B6FE3196F5}" destId="{5C317282-33CC-4AC0-B4F7-85746AA37F0A}" srcOrd="0" destOrd="0" presId="urn:microsoft.com/office/officeart/2005/8/layout/default"/>
    <dgm:cxn modelId="{C4E350C1-7FFE-4C02-B26A-A1FF7CB4C528}" type="presOf" srcId="{786D1DC4-7F86-4D13-861A-A544F37C8E8A}" destId="{5CE92C7A-B524-4989-AF8A-670CD7736281}" srcOrd="0" destOrd="0" presId="urn:microsoft.com/office/officeart/2005/8/layout/default"/>
    <dgm:cxn modelId="{2FAC7CC4-0977-4621-97E6-0233F3523BAB}" type="presOf" srcId="{3EE411F6-7B73-4889-9AAE-C93DEB967D74}" destId="{4E82D180-F4B3-477E-9F90-F8A9BA4AE6AB}" srcOrd="0" destOrd="0" presId="urn:microsoft.com/office/officeart/2005/8/layout/default"/>
    <dgm:cxn modelId="{D23FB4C4-3635-4F8A-AE4A-E161D4D4196F}" srcId="{95A29476-9FFB-4553-A2EF-0135554E0605}" destId="{50CA7558-D676-4DDC-9AFE-1872CA3031B0}" srcOrd="10" destOrd="0" parTransId="{B95523EF-6077-4D4F-A584-BA3826348017}" sibTransId="{BD9B007B-2928-46F5-925D-90BF80BAE3BD}"/>
    <dgm:cxn modelId="{623B25D0-EC1D-46D2-AC59-E310A1E879B8}" srcId="{95A29476-9FFB-4553-A2EF-0135554E0605}" destId="{24433BD4-218A-41F8-A07E-E03C90C91435}" srcOrd="6" destOrd="0" parTransId="{BAC18CB9-3A89-435C-BCEF-8D4482519A45}" sibTransId="{2458345A-65F4-4503-8DEE-F2FFB06210F7}"/>
    <dgm:cxn modelId="{BDA29BD6-C119-4931-8CBF-C50EF9EB2B62}" srcId="{95A29476-9FFB-4553-A2EF-0135554E0605}" destId="{2040D254-9416-4F10-8820-501A9BA39990}" srcOrd="0" destOrd="0" parTransId="{96BCD78C-9D42-4897-BFD8-E4FFB7E3E146}" sibTransId="{DF5CBBE4-23E8-42FD-8CD3-CA3BAA8B4A15}"/>
    <dgm:cxn modelId="{B023CCF1-91F1-4689-A8A9-976F7F8129C5}" type="presOf" srcId="{4E7A33E8-6F3D-49ED-8E49-5E3ABF7F9AFC}" destId="{DE08A290-98FD-4709-9D27-C476DAD0B771}" srcOrd="0" destOrd="0" presId="urn:microsoft.com/office/officeart/2005/8/layout/default"/>
    <dgm:cxn modelId="{88F606F3-CCF5-4B7E-B8A8-6FFEA8B93053}" srcId="{95A29476-9FFB-4553-A2EF-0135554E0605}" destId="{B6A60FB6-865C-4034-85C3-3C6CE48DE229}" srcOrd="11" destOrd="0" parTransId="{3DA6D0FC-BE20-4D0C-B283-D8DBC61829B4}" sibTransId="{AC9CAE3C-9E10-40F0-91C1-5100A1FDA2CE}"/>
    <dgm:cxn modelId="{A046EBF3-FA54-41A6-B376-1F1422FBE41B}" type="presOf" srcId="{24433BD4-218A-41F8-A07E-E03C90C91435}" destId="{880B1E10-500A-4C7A-8003-C1E75EEF4FFB}" srcOrd="0" destOrd="0" presId="urn:microsoft.com/office/officeart/2005/8/layout/default"/>
    <dgm:cxn modelId="{B4B2BC4C-C035-44C4-A4A4-21658F1C017E}" type="presParOf" srcId="{30D2FCFD-1699-4656-BBEA-AA82426F65BA}" destId="{1EBC1F4E-94FF-4050-9E47-B8B5006449B2}" srcOrd="0" destOrd="0" presId="urn:microsoft.com/office/officeart/2005/8/layout/default"/>
    <dgm:cxn modelId="{EA14843D-5A56-4FA8-BE50-2E7A073ACE55}" type="presParOf" srcId="{30D2FCFD-1699-4656-BBEA-AA82426F65BA}" destId="{9C25FB4D-3938-4D8A-B486-7C21AD37780D}" srcOrd="1" destOrd="0" presId="urn:microsoft.com/office/officeart/2005/8/layout/default"/>
    <dgm:cxn modelId="{36E60F7B-BE1B-4B22-BDB0-AF4A531EEF06}" type="presParOf" srcId="{30D2FCFD-1699-4656-BBEA-AA82426F65BA}" destId="{DE08A290-98FD-4709-9D27-C476DAD0B771}" srcOrd="2" destOrd="0" presId="urn:microsoft.com/office/officeart/2005/8/layout/default"/>
    <dgm:cxn modelId="{02499E95-7184-4053-B5B5-1BDEFA7980C3}" type="presParOf" srcId="{30D2FCFD-1699-4656-BBEA-AA82426F65BA}" destId="{91288305-DCA2-4EC5-B8C2-418F147DED9A}" srcOrd="3" destOrd="0" presId="urn:microsoft.com/office/officeart/2005/8/layout/default"/>
    <dgm:cxn modelId="{A739899E-4DB3-40C5-B499-BCE4AC9B57AF}" type="presParOf" srcId="{30D2FCFD-1699-4656-BBEA-AA82426F65BA}" destId="{F89C8273-B03E-4C28-9D92-D0E49CCEE117}" srcOrd="4" destOrd="0" presId="urn:microsoft.com/office/officeart/2005/8/layout/default"/>
    <dgm:cxn modelId="{F7F5ED3A-DBBC-4FFA-8BC4-776EDB0A7BB1}" type="presParOf" srcId="{30D2FCFD-1699-4656-BBEA-AA82426F65BA}" destId="{83D0F255-A41C-4D6D-B41A-A0E62BC7C5BE}" srcOrd="5" destOrd="0" presId="urn:microsoft.com/office/officeart/2005/8/layout/default"/>
    <dgm:cxn modelId="{48CD0628-5A44-4260-AC33-7700FAF11C8D}" type="presParOf" srcId="{30D2FCFD-1699-4656-BBEA-AA82426F65BA}" destId="{2C67A4B3-F936-4A43-9245-F6C1149F9552}" srcOrd="6" destOrd="0" presId="urn:microsoft.com/office/officeart/2005/8/layout/default"/>
    <dgm:cxn modelId="{8DD5386D-CFF8-4092-B2F2-19C81F97EF24}" type="presParOf" srcId="{30D2FCFD-1699-4656-BBEA-AA82426F65BA}" destId="{41E0E4AD-99A3-46BF-805C-84C1F134F53A}" srcOrd="7" destOrd="0" presId="urn:microsoft.com/office/officeart/2005/8/layout/default"/>
    <dgm:cxn modelId="{2F3850AD-1DEA-4757-9691-6C00ABEC30F8}" type="presParOf" srcId="{30D2FCFD-1699-4656-BBEA-AA82426F65BA}" destId="{4E82D180-F4B3-477E-9F90-F8A9BA4AE6AB}" srcOrd="8" destOrd="0" presId="urn:microsoft.com/office/officeart/2005/8/layout/default"/>
    <dgm:cxn modelId="{FAA6E913-7DFA-4DA0-B7FB-D35881B76AE4}" type="presParOf" srcId="{30D2FCFD-1699-4656-BBEA-AA82426F65BA}" destId="{F36D75D6-2E4C-4A78-A46A-5E7E71FC6424}" srcOrd="9" destOrd="0" presId="urn:microsoft.com/office/officeart/2005/8/layout/default"/>
    <dgm:cxn modelId="{D6895423-A2AA-42ED-BCD9-504FFFEE6272}" type="presParOf" srcId="{30D2FCFD-1699-4656-BBEA-AA82426F65BA}" destId="{5C317282-33CC-4AC0-B4F7-85746AA37F0A}" srcOrd="10" destOrd="0" presId="urn:microsoft.com/office/officeart/2005/8/layout/default"/>
    <dgm:cxn modelId="{AFF7C161-9FD0-4708-B35C-BFE21417B26A}" type="presParOf" srcId="{30D2FCFD-1699-4656-BBEA-AA82426F65BA}" destId="{C3274AF4-5C62-46EA-9298-84835746061F}" srcOrd="11" destOrd="0" presId="urn:microsoft.com/office/officeart/2005/8/layout/default"/>
    <dgm:cxn modelId="{06DCF3C9-4C2E-4F86-A60E-8C02EB4A690A}" type="presParOf" srcId="{30D2FCFD-1699-4656-BBEA-AA82426F65BA}" destId="{880B1E10-500A-4C7A-8003-C1E75EEF4FFB}" srcOrd="12" destOrd="0" presId="urn:microsoft.com/office/officeart/2005/8/layout/default"/>
    <dgm:cxn modelId="{55C7DC00-E1C0-4591-90E2-E1A518D9CCDC}" type="presParOf" srcId="{30D2FCFD-1699-4656-BBEA-AA82426F65BA}" destId="{AD61F8E2-6E42-4E0E-B4AE-9BAAF4B08AC6}" srcOrd="13" destOrd="0" presId="urn:microsoft.com/office/officeart/2005/8/layout/default"/>
    <dgm:cxn modelId="{BF31F4A3-42C1-42CA-9DF7-DA5E946D90B8}" type="presParOf" srcId="{30D2FCFD-1699-4656-BBEA-AA82426F65BA}" destId="{5CE92C7A-B524-4989-AF8A-670CD7736281}" srcOrd="14" destOrd="0" presId="urn:microsoft.com/office/officeart/2005/8/layout/default"/>
    <dgm:cxn modelId="{9F138A62-D1DB-4688-8674-CF2EE09E157D}" type="presParOf" srcId="{30D2FCFD-1699-4656-BBEA-AA82426F65BA}" destId="{B81942E8-C42A-475A-B016-FD0CB0548A05}" srcOrd="15" destOrd="0" presId="urn:microsoft.com/office/officeart/2005/8/layout/default"/>
    <dgm:cxn modelId="{9BB5BB17-6E79-4835-9EE0-EEAA739DE724}" type="presParOf" srcId="{30D2FCFD-1699-4656-BBEA-AA82426F65BA}" destId="{7BDF2970-8F56-479B-BE42-E11C79DE0F77}" srcOrd="16" destOrd="0" presId="urn:microsoft.com/office/officeart/2005/8/layout/default"/>
    <dgm:cxn modelId="{38D9A4E1-B953-43E9-B6A5-AA76664BC455}" type="presParOf" srcId="{30D2FCFD-1699-4656-BBEA-AA82426F65BA}" destId="{92043A32-E9EE-4069-9F54-CC49A747360F}" srcOrd="17" destOrd="0" presId="urn:microsoft.com/office/officeart/2005/8/layout/default"/>
    <dgm:cxn modelId="{10F08E11-FEC9-4439-B879-0762BE44F6E8}" type="presParOf" srcId="{30D2FCFD-1699-4656-BBEA-AA82426F65BA}" destId="{C74BBAD0-B467-4749-9C3F-D2968CEE13EA}" srcOrd="18" destOrd="0" presId="urn:microsoft.com/office/officeart/2005/8/layout/default"/>
    <dgm:cxn modelId="{C56C38D4-3C3D-489F-A556-F577FA754CBE}" type="presParOf" srcId="{30D2FCFD-1699-4656-BBEA-AA82426F65BA}" destId="{D9CCD5E2-3226-4A46-99E4-D552623F3DB7}" srcOrd="19" destOrd="0" presId="urn:microsoft.com/office/officeart/2005/8/layout/default"/>
    <dgm:cxn modelId="{2AD39D16-47A8-4EF9-BCC6-4F9C726CC186}" type="presParOf" srcId="{30D2FCFD-1699-4656-BBEA-AA82426F65BA}" destId="{711CC6BD-E14E-4A08-900F-7B264E662006}" srcOrd="20" destOrd="0" presId="urn:microsoft.com/office/officeart/2005/8/layout/default"/>
    <dgm:cxn modelId="{F17F9A7C-B042-4FC2-B0D4-42096AFC173E}" type="presParOf" srcId="{30D2FCFD-1699-4656-BBEA-AA82426F65BA}" destId="{AF3D80C4-6438-4123-8736-3B90B2134B87}" srcOrd="21" destOrd="0" presId="urn:microsoft.com/office/officeart/2005/8/layout/default"/>
    <dgm:cxn modelId="{6475C398-196E-4E88-A0C8-B0988F529A58}" type="presParOf" srcId="{30D2FCFD-1699-4656-BBEA-AA82426F65BA}" destId="{55729229-F067-4776-AF97-112710E1A27D}" srcOrd="22" destOrd="0" presId="urn:microsoft.com/office/officeart/2005/8/layout/default"/>
    <dgm:cxn modelId="{370D5468-4BFB-4878-9CB7-AB32EB96009D}" type="presParOf" srcId="{30D2FCFD-1699-4656-BBEA-AA82426F65BA}" destId="{17C7B21E-EE8D-4AFC-8522-A5A2E9F76206}" srcOrd="23" destOrd="0" presId="urn:microsoft.com/office/officeart/2005/8/layout/default"/>
    <dgm:cxn modelId="{200241AD-D292-48E6-B201-FC797CAEF9D4}" type="presParOf" srcId="{30D2FCFD-1699-4656-BBEA-AA82426F65BA}" destId="{05A00B47-4E42-4FBD-ADC1-513EED3C9190}" srcOrd="2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B96E1C0-7A48-43C5-B27F-8F09F8A412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87AE04E-D992-49E7-8742-353A6EC66D2B}">
      <dgm:prSet/>
      <dgm:spPr/>
      <dgm:t>
        <a:bodyPr/>
        <a:lstStyle/>
        <a:p>
          <a:r>
            <a:rPr lang="pt-BR" b="0" i="0" dirty="0"/>
            <a:t>Compreender os fundamentos e conceitos essenciais do Big Data e suas tecnologias associadas.</a:t>
          </a:r>
          <a:endParaRPr lang="en-US" dirty="0"/>
        </a:p>
      </dgm:t>
    </dgm:pt>
    <dgm:pt modelId="{4B8FE7D5-A0F5-45E8-8492-1CF6A7DBFF7C}" type="parTrans" cxnId="{1187A816-8C99-4490-B004-4E08D88F9FB4}">
      <dgm:prSet/>
      <dgm:spPr/>
      <dgm:t>
        <a:bodyPr/>
        <a:lstStyle/>
        <a:p>
          <a:endParaRPr lang="en-US"/>
        </a:p>
      </dgm:t>
    </dgm:pt>
    <dgm:pt modelId="{86304FFF-BCD2-4101-B6CF-E716E8BE8500}" type="sibTrans" cxnId="{1187A816-8C99-4490-B004-4E08D88F9FB4}">
      <dgm:prSet/>
      <dgm:spPr/>
      <dgm:t>
        <a:bodyPr/>
        <a:lstStyle/>
        <a:p>
          <a:endParaRPr lang="en-US"/>
        </a:p>
      </dgm:t>
    </dgm:pt>
    <dgm:pt modelId="{460A7018-4F3D-4C9F-961B-C0561625733F}">
      <dgm:prSet/>
      <dgm:spPr/>
      <dgm:t>
        <a:bodyPr/>
        <a:lstStyle/>
        <a:p>
          <a:r>
            <a:rPr lang="pt-BR" b="0" i="0"/>
            <a:t>Utilizar plataformas e ferramentas de Big Data para processamento e análise de dados em larga escala.</a:t>
          </a:r>
          <a:endParaRPr lang="en-US"/>
        </a:p>
      </dgm:t>
    </dgm:pt>
    <dgm:pt modelId="{D7527784-2796-4C6E-94DE-A05E2123F185}" type="parTrans" cxnId="{1A269BED-DA9F-43EA-ADC2-55C6E8C16709}">
      <dgm:prSet/>
      <dgm:spPr/>
      <dgm:t>
        <a:bodyPr/>
        <a:lstStyle/>
        <a:p>
          <a:endParaRPr lang="en-US"/>
        </a:p>
      </dgm:t>
    </dgm:pt>
    <dgm:pt modelId="{F6530647-17F3-439A-AE78-3738C337D6EF}" type="sibTrans" cxnId="{1A269BED-DA9F-43EA-ADC2-55C6E8C16709}">
      <dgm:prSet/>
      <dgm:spPr/>
      <dgm:t>
        <a:bodyPr/>
        <a:lstStyle/>
        <a:p>
          <a:endParaRPr lang="en-US"/>
        </a:p>
      </dgm:t>
    </dgm:pt>
    <dgm:pt modelId="{E139BA6E-0C24-48BD-9BF0-867B69C3AA7A}">
      <dgm:prSet/>
      <dgm:spPr/>
      <dgm:t>
        <a:bodyPr/>
        <a:lstStyle/>
        <a:p>
          <a:r>
            <a:rPr lang="pt-BR" b="0" i="0"/>
            <a:t>Aplicar técnicas de aprendizado de máquina e análise preditiva em contextos de Big Data.</a:t>
          </a:r>
          <a:endParaRPr lang="en-US"/>
        </a:p>
      </dgm:t>
    </dgm:pt>
    <dgm:pt modelId="{F838802D-A6A1-497B-8039-1B9FB54E1E53}" type="parTrans" cxnId="{1199DEA9-D9B0-41E4-9901-BBC68F61AACE}">
      <dgm:prSet/>
      <dgm:spPr/>
      <dgm:t>
        <a:bodyPr/>
        <a:lstStyle/>
        <a:p>
          <a:endParaRPr lang="en-US"/>
        </a:p>
      </dgm:t>
    </dgm:pt>
    <dgm:pt modelId="{839ADB1C-0B18-443F-BF7F-00BB2B8AB702}" type="sibTrans" cxnId="{1199DEA9-D9B0-41E4-9901-BBC68F61AACE}">
      <dgm:prSet/>
      <dgm:spPr/>
      <dgm:t>
        <a:bodyPr/>
        <a:lstStyle/>
        <a:p>
          <a:endParaRPr lang="en-US"/>
        </a:p>
      </dgm:t>
    </dgm:pt>
    <dgm:pt modelId="{478C2076-BFE2-401E-A5E1-2A732A3F7A10}">
      <dgm:prSet/>
      <dgm:spPr/>
      <dgm:t>
        <a:bodyPr/>
        <a:lstStyle/>
        <a:p>
          <a:r>
            <a:rPr lang="pt-BR" b="0" i="0"/>
            <a:t>Gerenciar aspectos éticos e lega relacionados à coleta, uso e compartilhamento de dados em Big Data.</a:t>
          </a:r>
          <a:endParaRPr lang="en-US"/>
        </a:p>
      </dgm:t>
    </dgm:pt>
    <dgm:pt modelId="{11FBC37C-DA56-48C1-A245-2F443986DB79}" type="parTrans" cxnId="{A3162805-5986-48A2-9E59-CD4243535486}">
      <dgm:prSet/>
      <dgm:spPr/>
      <dgm:t>
        <a:bodyPr/>
        <a:lstStyle/>
        <a:p>
          <a:endParaRPr lang="en-US"/>
        </a:p>
      </dgm:t>
    </dgm:pt>
    <dgm:pt modelId="{149D58CC-6E8F-4CC0-8FD0-6C9902423630}" type="sibTrans" cxnId="{A3162805-5986-48A2-9E59-CD4243535486}">
      <dgm:prSet/>
      <dgm:spPr/>
      <dgm:t>
        <a:bodyPr/>
        <a:lstStyle/>
        <a:p>
          <a:endParaRPr lang="en-US"/>
        </a:p>
      </dgm:t>
    </dgm:pt>
    <dgm:pt modelId="{2C4567C8-681F-49A7-8FCA-FFFD9B5CC765}" type="pres">
      <dgm:prSet presAssocID="{9B96E1C0-7A48-43C5-B27F-8F09F8A412E0}" presName="linear" presStyleCnt="0">
        <dgm:presLayoutVars>
          <dgm:animLvl val="lvl"/>
          <dgm:resizeHandles val="exact"/>
        </dgm:presLayoutVars>
      </dgm:prSet>
      <dgm:spPr/>
    </dgm:pt>
    <dgm:pt modelId="{B0BB8EE6-5B3A-4575-B6D6-26C98C089123}" type="pres">
      <dgm:prSet presAssocID="{887AE04E-D992-49E7-8742-353A6EC66D2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3833891-B87C-4AF2-8875-23889C13594A}" type="pres">
      <dgm:prSet presAssocID="{86304FFF-BCD2-4101-B6CF-E716E8BE8500}" presName="spacer" presStyleCnt="0"/>
      <dgm:spPr/>
    </dgm:pt>
    <dgm:pt modelId="{F2FCBBC9-C326-48DA-B408-A1696D5C985A}" type="pres">
      <dgm:prSet presAssocID="{460A7018-4F3D-4C9F-961B-C0561625733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B2A3DAF-48EC-4F9C-972C-B493766C93CB}" type="pres">
      <dgm:prSet presAssocID="{F6530647-17F3-439A-AE78-3738C337D6EF}" presName="spacer" presStyleCnt="0"/>
      <dgm:spPr/>
    </dgm:pt>
    <dgm:pt modelId="{F74AAAAE-D368-45A5-8AFF-76BCF8EAE47F}" type="pres">
      <dgm:prSet presAssocID="{E139BA6E-0C24-48BD-9BF0-867B69C3AA7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4E2B0A1-4408-499D-815E-88B35DA607C2}" type="pres">
      <dgm:prSet presAssocID="{839ADB1C-0B18-443F-BF7F-00BB2B8AB702}" presName="spacer" presStyleCnt="0"/>
      <dgm:spPr/>
    </dgm:pt>
    <dgm:pt modelId="{2BCE21AC-760F-4EF3-A62F-DF06A9D54841}" type="pres">
      <dgm:prSet presAssocID="{478C2076-BFE2-401E-A5E1-2A732A3F7A1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3162805-5986-48A2-9E59-CD4243535486}" srcId="{9B96E1C0-7A48-43C5-B27F-8F09F8A412E0}" destId="{478C2076-BFE2-401E-A5E1-2A732A3F7A10}" srcOrd="3" destOrd="0" parTransId="{11FBC37C-DA56-48C1-A245-2F443986DB79}" sibTransId="{149D58CC-6E8F-4CC0-8FD0-6C9902423630}"/>
    <dgm:cxn modelId="{6506F506-55CD-4F42-9C7E-F6D99908C138}" type="presOf" srcId="{478C2076-BFE2-401E-A5E1-2A732A3F7A10}" destId="{2BCE21AC-760F-4EF3-A62F-DF06A9D54841}" srcOrd="0" destOrd="0" presId="urn:microsoft.com/office/officeart/2005/8/layout/vList2"/>
    <dgm:cxn modelId="{AFADF408-B892-4942-BD61-A965101E6C53}" type="presOf" srcId="{E139BA6E-0C24-48BD-9BF0-867B69C3AA7A}" destId="{F74AAAAE-D368-45A5-8AFF-76BCF8EAE47F}" srcOrd="0" destOrd="0" presId="urn:microsoft.com/office/officeart/2005/8/layout/vList2"/>
    <dgm:cxn modelId="{1187A816-8C99-4490-B004-4E08D88F9FB4}" srcId="{9B96E1C0-7A48-43C5-B27F-8F09F8A412E0}" destId="{887AE04E-D992-49E7-8742-353A6EC66D2B}" srcOrd="0" destOrd="0" parTransId="{4B8FE7D5-A0F5-45E8-8492-1CF6A7DBFF7C}" sibTransId="{86304FFF-BCD2-4101-B6CF-E716E8BE8500}"/>
    <dgm:cxn modelId="{DEFDD53F-EA25-42DC-8514-C1BF7DBB1BE9}" type="presOf" srcId="{460A7018-4F3D-4C9F-961B-C0561625733F}" destId="{F2FCBBC9-C326-48DA-B408-A1696D5C985A}" srcOrd="0" destOrd="0" presId="urn:microsoft.com/office/officeart/2005/8/layout/vList2"/>
    <dgm:cxn modelId="{F0F3E15B-2E7C-4300-B218-0BA5C5669985}" type="presOf" srcId="{9B96E1C0-7A48-43C5-B27F-8F09F8A412E0}" destId="{2C4567C8-681F-49A7-8FCA-FFFD9B5CC765}" srcOrd="0" destOrd="0" presId="urn:microsoft.com/office/officeart/2005/8/layout/vList2"/>
    <dgm:cxn modelId="{1199DEA9-D9B0-41E4-9901-BBC68F61AACE}" srcId="{9B96E1C0-7A48-43C5-B27F-8F09F8A412E0}" destId="{E139BA6E-0C24-48BD-9BF0-867B69C3AA7A}" srcOrd="2" destOrd="0" parTransId="{F838802D-A6A1-497B-8039-1B9FB54E1E53}" sibTransId="{839ADB1C-0B18-443F-BF7F-00BB2B8AB702}"/>
    <dgm:cxn modelId="{0E5B76E2-2612-43C2-B580-9D05F4A0E1C6}" type="presOf" srcId="{887AE04E-D992-49E7-8742-353A6EC66D2B}" destId="{B0BB8EE6-5B3A-4575-B6D6-26C98C089123}" srcOrd="0" destOrd="0" presId="urn:microsoft.com/office/officeart/2005/8/layout/vList2"/>
    <dgm:cxn modelId="{1A269BED-DA9F-43EA-ADC2-55C6E8C16709}" srcId="{9B96E1C0-7A48-43C5-B27F-8F09F8A412E0}" destId="{460A7018-4F3D-4C9F-961B-C0561625733F}" srcOrd="1" destOrd="0" parTransId="{D7527784-2796-4C6E-94DE-A05E2123F185}" sibTransId="{F6530647-17F3-439A-AE78-3738C337D6EF}"/>
    <dgm:cxn modelId="{E1B0FAEF-0D97-4F97-A544-EBA9B458BB1A}" type="presParOf" srcId="{2C4567C8-681F-49A7-8FCA-FFFD9B5CC765}" destId="{B0BB8EE6-5B3A-4575-B6D6-26C98C089123}" srcOrd="0" destOrd="0" presId="urn:microsoft.com/office/officeart/2005/8/layout/vList2"/>
    <dgm:cxn modelId="{0506CE1E-C37E-48FC-B8BF-7DEBBB6DBCD6}" type="presParOf" srcId="{2C4567C8-681F-49A7-8FCA-FFFD9B5CC765}" destId="{D3833891-B87C-4AF2-8875-23889C13594A}" srcOrd="1" destOrd="0" presId="urn:microsoft.com/office/officeart/2005/8/layout/vList2"/>
    <dgm:cxn modelId="{9BE70F33-5AEC-49AF-B82D-9D78549FE3D3}" type="presParOf" srcId="{2C4567C8-681F-49A7-8FCA-FFFD9B5CC765}" destId="{F2FCBBC9-C326-48DA-B408-A1696D5C985A}" srcOrd="2" destOrd="0" presId="urn:microsoft.com/office/officeart/2005/8/layout/vList2"/>
    <dgm:cxn modelId="{1D03E513-7E7C-4989-86A3-193DABEC2D3F}" type="presParOf" srcId="{2C4567C8-681F-49A7-8FCA-FFFD9B5CC765}" destId="{9B2A3DAF-48EC-4F9C-972C-B493766C93CB}" srcOrd="3" destOrd="0" presId="urn:microsoft.com/office/officeart/2005/8/layout/vList2"/>
    <dgm:cxn modelId="{EA8FF970-0E59-4D4E-8A49-A3EC436588A2}" type="presParOf" srcId="{2C4567C8-681F-49A7-8FCA-FFFD9B5CC765}" destId="{F74AAAAE-D368-45A5-8AFF-76BCF8EAE47F}" srcOrd="4" destOrd="0" presId="urn:microsoft.com/office/officeart/2005/8/layout/vList2"/>
    <dgm:cxn modelId="{F5057BDB-70F1-4D5E-A767-A4F9478DC06F}" type="presParOf" srcId="{2C4567C8-681F-49A7-8FCA-FFFD9B5CC765}" destId="{34E2B0A1-4408-499D-815E-88B35DA607C2}" srcOrd="5" destOrd="0" presId="urn:microsoft.com/office/officeart/2005/8/layout/vList2"/>
    <dgm:cxn modelId="{99B87DBB-F9AA-4885-9928-E4C1275C74F1}" type="presParOf" srcId="{2C4567C8-681F-49A7-8FCA-FFFD9B5CC765}" destId="{2BCE21AC-760F-4EF3-A62F-DF06A9D5484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8E2573C-76D4-43A9-A499-B3EF7B8E6E0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97488B69-D72A-46F9-B71F-8868F8BD996A}">
      <dgm:prSet/>
      <dgm:spPr/>
      <dgm:t>
        <a:bodyPr/>
        <a:lstStyle/>
        <a:p>
          <a:r>
            <a:rPr lang="pt-BR" b="0" i="0" baseline="0"/>
            <a:t>Para o elemento Conhecimento:</a:t>
          </a:r>
          <a:endParaRPr lang="en-US"/>
        </a:p>
      </dgm:t>
    </dgm:pt>
    <dgm:pt modelId="{DE72FC5B-8B1C-4D8E-BC73-D7FCA33AEAA1}" type="parTrans" cxnId="{41D2B360-6434-49E2-9663-EF952691C849}">
      <dgm:prSet/>
      <dgm:spPr/>
      <dgm:t>
        <a:bodyPr/>
        <a:lstStyle/>
        <a:p>
          <a:endParaRPr lang="en-US"/>
        </a:p>
      </dgm:t>
    </dgm:pt>
    <dgm:pt modelId="{26B9A812-1DCE-4721-A4C5-E81C2E178FDB}" type="sibTrans" cxnId="{41D2B360-6434-49E2-9663-EF952691C849}">
      <dgm:prSet/>
      <dgm:spPr/>
      <dgm:t>
        <a:bodyPr/>
        <a:lstStyle/>
        <a:p>
          <a:endParaRPr lang="en-US"/>
        </a:p>
      </dgm:t>
    </dgm:pt>
    <dgm:pt modelId="{3AEC79D3-EEC4-426B-A1D2-FE632E640617}">
      <dgm:prSet/>
      <dgm:spPr/>
      <dgm:t>
        <a:bodyPr/>
        <a:lstStyle/>
        <a:p>
          <a:r>
            <a:rPr lang="pt-BR" b="0" i="0" baseline="0" dirty="0"/>
            <a:t>Aula expositiva dialogada, análise de estudos de caso, textos e artigos.</a:t>
          </a:r>
          <a:endParaRPr lang="en-US" dirty="0"/>
        </a:p>
      </dgm:t>
    </dgm:pt>
    <dgm:pt modelId="{67F0EE1C-4D3A-44D9-881D-DA6004750379}" type="parTrans" cxnId="{C507BA3D-983B-4C52-9682-B4B80A66650B}">
      <dgm:prSet/>
      <dgm:spPr/>
      <dgm:t>
        <a:bodyPr/>
        <a:lstStyle/>
        <a:p>
          <a:endParaRPr lang="en-US"/>
        </a:p>
      </dgm:t>
    </dgm:pt>
    <dgm:pt modelId="{BC9A3B1F-7D89-40F1-A527-F4B841B2439E}" type="sibTrans" cxnId="{C507BA3D-983B-4C52-9682-B4B80A66650B}">
      <dgm:prSet/>
      <dgm:spPr/>
      <dgm:t>
        <a:bodyPr/>
        <a:lstStyle/>
        <a:p>
          <a:endParaRPr lang="en-US"/>
        </a:p>
      </dgm:t>
    </dgm:pt>
    <dgm:pt modelId="{6DA69FC3-C1B0-4140-8C1F-45CB62E3BD5F}">
      <dgm:prSet/>
      <dgm:spPr/>
      <dgm:t>
        <a:bodyPr/>
        <a:lstStyle/>
        <a:p>
          <a:r>
            <a:rPr lang="pt-BR" b="0" i="0" baseline="0"/>
            <a:t>Para o elemento Habilidade:</a:t>
          </a:r>
          <a:endParaRPr lang="en-US"/>
        </a:p>
      </dgm:t>
    </dgm:pt>
    <dgm:pt modelId="{6FEA4AC5-0057-4132-B81C-CB2881518D75}" type="parTrans" cxnId="{0B82499E-6A88-4DD5-AAC4-4C111E31DC6D}">
      <dgm:prSet/>
      <dgm:spPr/>
      <dgm:t>
        <a:bodyPr/>
        <a:lstStyle/>
        <a:p>
          <a:endParaRPr lang="en-US"/>
        </a:p>
      </dgm:t>
    </dgm:pt>
    <dgm:pt modelId="{D072CE51-8732-4CBE-9A3A-0C695261980B}" type="sibTrans" cxnId="{0B82499E-6A88-4DD5-AAC4-4C111E31DC6D}">
      <dgm:prSet/>
      <dgm:spPr/>
      <dgm:t>
        <a:bodyPr/>
        <a:lstStyle/>
        <a:p>
          <a:endParaRPr lang="en-US"/>
        </a:p>
      </dgm:t>
    </dgm:pt>
    <dgm:pt modelId="{D6E01DC1-9B2D-42E7-98A1-0801652FCACC}">
      <dgm:prSet/>
      <dgm:spPr/>
      <dgm:t>
        <a:bodyPr/>
        <a:lstStyle/>
        <a:p>
          <a:r>
            <a:rPr lang="pt-BR" b="0" i="0" baseline="0" dirty="0"/>
            <a:t>Pesquisas individuais, seminários, construção de estudos de caso.</a:t>
          </a:r>
          <a:endParaRPr lang="en-US" dirty="0"/>
        </a:p>
      </dgm:t>
    </dgm:pt>
    <dgm:pt modelId="{DD584700-BD4E-4872-A5D9-9085B654165B}" type="parTrans" cxnId="{5528B41F-8C11-4C9B-BDE5-1A47E39E1BC7}">
      <dgm:prSet/>
      <dgm:spPr/>
      <dgm:t>
        <a:bodyPr/>
        <a:lstStyle/>
        <a:p>
          <a:endParaRPr lang="en-US"/>
        </a:p>
      </dgm:t>
    </dgm:pt>
    <dgm:pt modelId="{CED4133D-E200-4C54-9D25-48563F6EE570}" type="sibTrans" cxnId="{5528B41F-8C11-4C9B-BDE5-1A47E39E1BC7}">
      <dgm:prSet/>
      <dgm:spPr/>
      <dgm:t>
        <a:bodyPr/>
        <a:lstStyle/>
        <a:p>
          <a:endParaRPr lang="en-US"/>
        </a:p>
      </dgm:t>
    </dgm:pt>
    <dgm:pt modelId="{B80119E6-1498-40FA-B2D0-231B03779441}">
      <dgm:prSet/>
      <dgm:spPr/>
      <dgm:t>
        <a:bodyPr/>
        <a:lstStyle/>
        <a:p>
          <a:r>
            <a:rPr lang="pt-BR" b="0" i="0" baseline="0"/>
            <a:t>Para o elemento Atitude:</a:t>
          </a:r>
          <a:endParaRPr lang="en-US"/>
        </a:p>
      </dgm:t>
    </dgm:pt>
    <dgm:pt modelId="{EC24F884-4FDF-4ABC-B2D5-93FF411E3E5F}" type="parTrans" cxnId="{4A998533-497A-4EDE-B95B-A689A8EA0906}">
      <dgm:prSet/>
      <dgm:spPr/>
      <dgm:t>
        <a:bodyPr/>
        <a:lstStyle/>
        <a:p>
          <a:endParaRPr lang="en-US"/>
        </a:p>
      </dgm:t>
    </dgm:pt>
    <dgm:pt modelId="{860AC357-2FDD-4B39-BDC7-4F7F9DF2D1FC}" type="sibTrans" cxnId="{4A998533-497A-4EDE-B95B-A689A8EA0906}">
      <dgm:prSet/>
      <dgm:spPr/>
      <dgm:t>
        <a:bodyPr/>
        <a:lstStyle/>
        <a:p>
          <a:endParaRPr lang="en-US"/>
        </a:p>
      </dgm:t>
    </dgm:pt>
    <dgm:pt modelId="{7348CB13-3D3B-4EBC-BEDE-1B2085C0DFFF}">
      <dgm:prSet/>
      <dgm:spPr/>
      <dgm:t>
        <a:bodyPr/>
        <a:lstStyle/>
        <a:p>
          <a:r>
            <a:rPr lang="pt-BR" b="0" i="0" baseline="0" dirty="0"/>
            <a:t>Atividades que estimulem a liderança, a comunicação e articulação de grupos;</a:t>
          </a:r>
          <a:endParaRPr lang="en-US" dirty="0"/>
        </a:p>
      </dgm:t>
    </dgm:pt>
    <dgm:pt modelId="{2CB7754F-B33C-452B-B56E-51F0163ACCA3}" type="parTrans" cxnId="{CA8ED63C-DA49-4F57-9510-DAC4BB3EBA56}">
      <dgm:prSet/>
      <dgm:spPr/>
      <dgm:t>
        <a:bodyPr/>
        <a:lstStyle/>
        <a:p>
          <a:endParaRPr lang="en-US"/>
        </a:p>
      </dgm:t>
    </dgm:pt>
    <dgm:pt modelId="{4C875A2D-B27D-4477-B460-A65BA7B65995}" type="sibTrans" cxnId="{CA8ED63C-DA49-4F57-9510-DAC4BB3EBA56}">
      <dgm:prSet/>
      <dgm:spPr/>
      <dgm:t>
        <a:bodyPr/>
        <a:lstStyle/>
        <a:p>
          <a:endParaRPr lang="en-US"/>
        </a:p>
      </dgm:t>
    </dgm:pt>
    <dgm:pt modelId="{0DFF69E1-D3DC-47AE-AA42-30E51FCA0477}">
      <dgm:prSet/>
      <dgm:spPr/>
      <dgm:t>
        <a:bodyPr/>
        <a:lstStyle/>
        <a:p>
          <a:r>
            <a:rPr lang="pt-BR" b="0" i="0" baseline="0" dirty="0"/>
            <a:t>Aplicação da Ética no cotidiano do curso; autoavaliação e avaliação de seus pares</a:t>
          </a:r>
          <a:endParaRPr lang="en-US" dirty="0"/>
        </a:p>
      </dgm:t>
    </dgm:pt>
    <dgm:pt modelId="{EA20BC28-A13D-460F-B134-4B4D6FC1601D}" type="parTrans" cxnId="{6CDA0836-F2A3-4727-A100-DA6BF8E2DB02}">
      <dgm:prSet/>
      <dgm:spPr/>
      <dgm:t>
        <a:bodyPr/>
        <a:lstStyle/>
        <a:p>
          <a:endParaRPr lang="en-US"/>
        </a:p>
      </dgm:t>
    </dgm:pt>
    <dgm:pt modelId="{0728CC8C-17F6-455F-86A3-64DAAD554FD8}" type="sibTrans" cxnId="{6CDA0836-F2A3-4727-A100-DA6BF8E2DB02}">
      <dgm:prSet/>
      <dgm:spPr/>
      <dgm:t>
        <a:bodyPr/>
        <a:lstStyle/>
        <a:p>
          <a:endParaRPr lang="en-US"/>
        </a:p>
      </dgm:t>
    </dgm:pt>
    <dgm:pt modelId="{1C373EB2-A3ED-46FF-A835-E8654BC94FE9}" type="pres">
      <dgm:prSet presAssocID="{A8E2573C-76D4-43A9-A499-B3EF7B8E6E0E}" presName="root" presStyleCnt="0">
        <dgm:presLayoutVars>
          <dgm:dir/>
          <dgm:resizeHandles val="exact"/>
        </dgm:presLayoutVars>
      </dgm:prSet>
      <dgm:spPr/>
    </dgm:pt>
    <dgm:pt modelId="{6D1D89FA-EC30-43F1-A0E0-AD2EEAECD17C}" type="pres">
      <dgm:prSet presAssocID="{97488B69-D72A-46F9-B71F-8868F8BD996A}" presName="compNode" presStyleCnt="0"/>
      <dgm:spPr/>
    </dgm:pt>
    <dgm:pt modelId="{0A15EE87-684E-436A-815E-36A9C7DA519B}" type="pres">
      <dgm:prSet presAssocID="{97488B69-D72A-46F9-B71F-8868F8BD996A}" presName="bgRect" presStyleLbl="bgShp" presStyleIdx="0" presStyleCnt="3"/>
      <dgm:spPr/>
    </dgm:pt>
    <dgm:pt modelId="{FA5E793E-EB9D-41B7-BF58-B936F7848444}" type="pres">
      <dgm:prSet presAssocID="{97488B69-D72A-46F9-B71F-8868F8BD99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E36548CB-0F52-40BF-BC91-55F2EC8C8FFC}" type="pres">
      <dgm:prSet presAssocID="{97488B69-D72A-46F9-B71F-8868F8BD996A}" presName="spaceRect" presStyleCnt="0"/>
      <dgm:spPr/>
    </dgm:pt>
    <dgm:pt modelId="{13373A7F-5960-4995-9214-1F1D3F3D057B}" type="pres">
      <dgm:prSet presAssocID="{97488B69-D72A-46F9-B71F-8868F8BD996A}" presName="parTx" presStyleLbl="revTx" presStyleIdx="0" presStyleCnt="6">
        <dgm:presLayoutVars>
          <dgm:chMax val="0"/>
          <dgm:chPref val="0"/>
        </dgm:presLayoutVars>
      </dgm:prSet>
      <dgm:spPr/>
    </dgm:pt>
    <dgm:pt modelId="{CE57F31E-A84C-4837-A511-BF0632F893D7}" type="pres">
      <dgm:prSet presAssocID="{97488B69-D72A-46F9-B71F-8868F8BD996A}" presName="desTx" presStyleLbl="revTx" presStyleIdx="1" presStyleCnt="6">
        <dgm:presLayoutVars/>
      </dgm:prSet>
      <dgm:spPr/>
    </dgm:pt>
    <dgm:pt modelId="{4F092F48-1050-4DF9-B9DB-32664B082464}" type="pres">
      <dgm:prSet presAssocID="{26B9A812-1DCE-4721-A4C5-E81C2E178FDB}" presName="sibTrans" presStyleCnt="0"/>
      <dgm:spPr/>
    </dgm:pt>
    <dgm:pt modelId="{D51BE664-74B9-4FF2-8071-E1BE73DB7EAE}" type="pres">
      <dgm:prSet presAssocID="{6DA69FC3-C1B0-4140-8C1F-45CB62E3BD5F}" presName="compNode" presStyleCnt="0"/>
      <dgm:spPr/>
    </dgm:pt>
    <dgm:pt modelId="{BC081EE3-CA6A-4725-B9CC-F91245E72ADC}" type="pres">
      <dgm:prSet presAssocID="{6DA69FC3-C1B0-4140-8C1F-45CB62E3BD5F}" presName="bgRect" presStyleLbl="bgShp" presStyleIdx="1" presStyleCnt="3"/>
      <dgm:spPr/>
    </dgm:pt>
    <dgm:pt modelId="{1D500C0F-74F3-4870-8B2F-E7C00C9CE2F7}" type="pres">
      <dgm:prSet presAssocID="{6DA69FC3-C1B0-4140-8C1F-45CB62E3BD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197F3EB-EEC5-4694-A0DD-5FE350361CCF}" type="pres">
      <dgm:prSet presAssocID="{6DA69FC3-C1B0-4140-8C1F-45CB62E3BD5F}" presName="spaceRect" presStyleCnt="0"/>
      <dgm:spPr/>
    </dgm:pt>
    <dgm:pt modelId="{4AF2E442-213F-4912-831A-95FAA6BC040D}" type="pres">
      <dgm:prSet presAssocID="{6DA69FC3-C1B0-4140-8C1F-45CB62E3BD5F}" presName="parTx" presStyleLbl="revTx" presStyleIdx="2" presStyleCnt="6">
        <dgm:presLayoutVars>
          <dgm:chMax val="0"/>
          <dgm:chPref val="0"/>
        </dgm:presLayoutVars>
      </dgm:prSet>
      <dgm:spPr/>
    </dgm:pt>
    <dgm:pt modelId="{F06337C6-41CA-4C92-BBC9-78C7D9E2E0D2}" type="pres">
      <dgm:prSet presAssocID="{6DA69FC3-C1B0-4140-8C1F-45CB62E3BD5F}" presName="desTx" presStyleLbl="revTx" presStyleIdx="3" presStyleCnt="6">
        <dgm:presLayoutVars/>
      </dgm:prSet>
      <dgm:spPr/>
    </dgm:pt>
    <dgm:pt modelId="{F837BBA1-7D27-4890-8246-63E1D54C5EA5}" type="pres">
      <dgm:prSet presAssocID="{D072CE51-8732-4CBE-9A3A-0C695261980B}" presName="sibTrans" presStyleCnt="0"/>
      <dgm:spPr/>
    </dgm:pt>
    <dgm:pt modelId="{3CC6758C-6EC4-49A1-B74C-8198901AF868}" type="pres">
      <dgm:prSet presAssocID="{B80119E6-1498-40FA-B2D0-231B03779441}" presName="compNode" presStyleCnt="0"/>
      <dgm:spPr/>
    </dgm:pt>
    <dgm:pt modelId="{C5626DAB-E9ED-4C23-AFD9-D77B02FFEED0}" type="pres">
      <dgm:prSet presAssocID="{B80119E6-1498-40FA-B2D0-231B03779441}" presName="bgRect" presStyleLbl="bgShp" presStyleIdx="2" presStyleCnt="3"/>
      <dgm:spPr/>
    </dgm:pt>
    <dgm:pt modelId="{6D9E41C3-0D22-4364-BCD4-A0B89AB1F9D2}" type="pres">
      <dgm:prSet presAssocID="{B80119E6-1498-40FA-B2D0-231B0377944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88DCD6C-BFBD-4E98-A5FA-53F974A59790}" type="pres">
      <dgm:prSet presAssocID="{B80119E6-1498-40FA-B2D0-231B03779441}" presName="spaceRect" presStyleCnt="0"/>
      <dgm:spPr/>
    </dgm:pt>
    <dgm:pt modelId="{A21E7603-C478-4E99-B7EC-7F126684057B}" type="pres">
      <dgm:prSet presAssocID="{B80119E6-1498-40FA-B2D0-231B03779441}" presName="parTx" presStyleLbl="revTx" presStyleIdx="4" presStyleCnt="6">
        <dgm:presLayoutVars>
          <dgm:chMax val="0"/>
          <dgm:chPref val="0"/>
        </dgm:presLayoutVars>
      </dgm:prSet>
      <dgm:spPr/>
    </dgm:pt>
    <dgm:pt modelId="{06247584-5F01-44ED-B676-80328D78C7E0}" type="pres">
      <dgm:prSet presAssocID="{B80119E6-1498-40FA-B2D0-231B03779441}" presName="desTx" presStyleLbl="revTx" presStyleIdx="5" presStyleCnt="6">
        <dgm:presLayoutVars/>
      </dgm:prSet>
      <dgm:spPr/>
    </dgm:pt>
  </dgm:ptLst>
  <dgm:cxnLst>
    <dgm:cxn modelId="{14AA6A17-3C78-43F6-8541-F3A1C4FDE68D}" type="presOf" srcId="{B80119E6-1498-40FA-B2D0-231B03779441}" destId="{A21E7603-C478-4E99-B7EC-7F126684057B}" srcOrd="0" destOrd="0" presId="urn:microsoft.com/office/officeart/2018/2/layout/IconVerticalSolidList"/>
    <dgm:cxn modelId="{47398117-2580-45CF-9A4D-DE3ADE6E85F2}" type="presOf" srcId="{7348CB13-3D3B-4EBC-BEDE-1B2085C0DFFF}" destId="{06247584-5F01-44ED-B676-80328D78C7E0}" srcOrd="0" destOrd="0" presId="urn:microsoft.com/office/officeart/2018/2/layout/IconVerticalSolidList"/>
    <dgm:cxn modelId="{9D9C1B18-248F-4E45-9E60-170258270EEF}" type="presOf" srcId="{97488B69-D72A-46F9-B71F-8868F8BD996A}" destId="{13373A7F-5960-4995-9214-1F1D3F3D057B}" srcOrd="0" destOrd="0" presId="urn:microsoft.com/office/officeart/2018/2/layout/IconVerticalSolidList"/>
    <dgm:cxn modelId="{AE09A619-3507-48EF-A084-C7E1B89D71EF}" type="presOf" srcId="{A8E2573C-76D4-43A9-A499-B3EF7B8E6E0E}" destId="{1C373EB2-A3ED-46FF-A835-E8654BC94FE9}" srcOrd="0" destOrd="0" presId="urn:microsoft.com/office/officeart/2018/2/layout/IconVerticalSolidList"/>
    <dgm:cxn modelId="{5528B41F-8C11-4C9B-BDE5-1A47E39E1BC7}" srcId="{6DA69FC3-C1B0-4140-8C1F-45CB62E3BD5F}" destId="{D6E01DC1-9B2D-42E7-98A1-0801652FCACC}" srcOrd="0" destOrd="0" parTransId="{DD584700-BD4E-4872-A5D9-9085B654165B}" sibTransId="{CED4133D-E200-4C54-9D25-48563F6EE570}"/>
    <dgm:cxn modelId="{66BBC627-9242-4C2D-AD7D-5F65C5BE9257}" type="presOf" srcId="{3AEC79D3-EEC4-426B-A1D2-FE632E640617}" destId="{CE57F31E-A84C-4837-A511-BF0632F893D7}" srcOrd="0" destOrd="0" presId="urn:microsoft.com/office/officeart/2018/2/layout/IconVerticalSolidList"/>
    <dgm:cxn modelId="{4A998533-497A-4EDE-B95B-A689A8EA0906}" srcId="{A8E2573C-76D4-43A9-A499-B3EF7B8E6E0E}" destId="{B80119E6-1498-40FA-B2D0-231B03779441}" srcOrd="2" destOrd="0" parTransId="{EC24F884-4FDF-4ABC-B2D5-93FF411E3E5F}" sibTransId="{860AC357-2FDD-4B39-BDC7-4F7F9DF2D1FC}"/>
    <dgm:cxn modelId="{6CDA0836-F2A3-4727-A100-DA6BF8E2DB02}" srcId="{B80119E6-1498-40FA-B2D0-231B03779441}" destId="{0DFF69E1-D3DC-47AE-AA42-30E51FCA0477}" srcOrd="1" destOrd="0" parTransId="{EA20BC28-A13D-460F-B134-4B4D6FC1601D}" sibTransId="{0728CC8C-17F6-455F-86A3-64DAAD554FD8}"/>
    <dgm:cxn modelId="{CA8ED63C-DA49-4F57-9510-DAC4BB3EBA56}" srcId="{B80119E6-1498-40FA-B2D0-231B03779441}" destId="{7348CB13-3D3B-4EBC-BEDE-1B2085C0DFFF}" srcOrd="0" destOrd="0" parTransId="{2CB7754F-B33C-452B-B56E-51F0163ACCA3}" sibTransId="{4C875A2D-B27D-4477-B460-A65BA7B65995}"/>
    <dgm:cxn modelId="{C507BA3D-983B-4C52-9682-B4B80A66650B}" srcId="{97488B69-D72A-46F9-B71F-8868F8BD996A}" destId="{3AEC79D3-EEC4-426B-A1D2-FE632E640617}" srcOrd="0" destOrd="0" parTransId="{67F0EE1C-4D3A-44D9-881D-DA6004750379}" sibTransId="{BC9A3B1F-7D89-40F1-A527-F4B841B2439E}"/>
    <dgm:cxn modelId="{41D2B360-6434-49E2-9663-EF952691C849}" srcId="{A8E2573C-76D4-43A9-A499-B3EF7B8E6E0E}" destId="{97488B69-D72A-46F9-B71F-8868F8BD996A}" srcOrd="0" destOrd="0" parTransId="{DE72FC5B-8B1C-4D8E-BC73-D7FCA33AEAA1}" sibTransId="{26B9A812-1DCE-4721-A4C5-E81C2E178FDB}"/>
    <dgm:cxn modelId="{0B82499E-6A88-4DD5-AAC4-4C111E31DC6D}" srcId="{A8E2573C-76D4-43A9-A499-B3EF7B8E6E0E}" destId="{6DA69FC3-C1B0-4140-8C1F-45CB62E3BD5F}" srcOrd="1" destOrd="0" parTransId="{6FEA4AC5-0057-4132-B81C-CB2881518D75}" sibTransId="{D072CE51-8732-4CBE-9A3A-0C695261980B}"/>
    <dgm:cxn modelId="{F2817EAA-7F1C-4598-89BE-AB638D38ACF9}" type="presOf" srcId="{D6E01DC1-9B2D-42E7-98A1-0801652FCACC}" destId="{F06337C6-41CA-4C92-BBC9-78C7D9E2E0D2}" srcOrd="0" destOrd="0" presId="urn:microsoft.com/office/officeart/2018/2/layout/IconVerticalSolidList"/>
    <dgm:cxn modelId="{2EA3DDE0-3DCD-4542-B42F-77573752C622}" type="presOf" srcId="{0DFF69E1-D3DC-47AE-AA42-30E51FCA0477}" destId="{06247584-5F01-44ED-B676-80328D78C7E0}" srcOrd="0" destOrd="1" presId="urn:microsoft.com/office/officeart/2018/2/layout/IconVerticalSolidList"/>
    <dgm:cxn modelId="{5F610FEE-05A9-40D0-8DE3-0956263CC64B}" type="presOf" srcId="{6DA69FC3-C1B0-4140-8C1F-45CB62E3BD5F}" destId="{4AF2E442-213F-4912-831A-95FAA6BC040D}" srcOrd="0" destOrd="0" presId="urn:microsoft.com/office/officeart/2018/2/layout/IconVerticalSolidList"/>
    <dgm:cxn modelId="{EFDB6AD9-6C95-4956-9B6D-DAC3FD9E3A1D}" type="presParOf" srcId="{1C373EB2-A3ED-46FF-A835-E8654BC94FE9}" destId="{6D1D89FA-EC30-43F1-A0E0-AD2EEAECD17C}" srcOrd="0" destOrd="0" presId="urn:microsoft.com/office/officeart/2018/2/layout/IconVerticalSolidList"/>
    <dgm:cxn modelId="{C05F1312-CE91-4312-8A31-18F44BB2DB2A}" type="presParOf" srcId="{6D1D89FA-EC30-43F1-A0E0-AD2EEAECD17C}" destId="{0A15EE87-684E-436A-815E-36A9C7DA519B}" srcOrd="0" destOrd="0" presId="urn:microsoft.com/office/officeart/2018/2/layout/IconVerticalSolidList"/>
    <dgm:cxn modelId="{F8558665-4A9B-4456-8128-1634FC9A743D}" type="presParOf" srcId="{6D1D89FA-EC30-43F1-A0E0-AD2EEAECD17C}" destId="{FA5E793E-EB9D-41B7-BF58-B936F7848444}" srcOrd="1" destOrd="0" presId="urn:microsoft.com/office/officeart/2018/2/layout/IconVerticalSolidList"/>
    <dgm:cxn modelId="{E59BB8D9-610A-4523-A446-DD531D500199}" type="presParOf" srcId="{6D1D89FA-EC30-43F1-A0E0-AD2EEAECD17C}" destId="{E36548CB-0F52-40BF-BC91-55F2EC8C8FFC}" srcOrd="2" destOrd="0" presId="urn:microsoft.com/office/officeart/2018/2/layout/IconVerticalSolidList"/>
    <dgm:cxn modelId="{E529797D-243E-4AC8-B41C-92123DB7D3F0}" type="presParOf" srcId="{6D1D89FA-EC30-43F1-A0E0-AD2EEAECD17C}" destId="{13373A7F-5960-4995-9214-1F1D3F3D057B}" srcOrd="3" destOrd="0" presId="urn:microsoft.com/office/officeart/2018/2/layout/IconVerticalSolidList"/>
    <dgm:cxn modelId="{6CA40856-E4DC-4B6A-B242-C62626EC206C}" type="presParOf" srcId="{6D1D89FA-EC30-43F1-A0E0-AD2EEAECD17C}" destId="{CE57F31E-A84C-4837-A511-BF0632F893D7}" srcOrd="4" destOrd="0" presId="urn:microsoft.com/office/officeart/2018/2/layout/IconVerticalSolidList"/>
    <dgm:cxn modelId="{1042A75D-89E4-4CAF-AD71-CA7B34361ADD}" type="presParOf" srcId="{1C373EB2-A3ED-46FF-A835-E8654BC94FE9}" destId="{4F092F48-1050-4DF9-B9DB-32664B082464}" srcOrd="1" destOrd="0" presId="urn:microsoft.com/office/officeart/2018/2/layout/IconVerticalSolidList"/>
    <dgm:cxn modelId="{2B3F0A48-9701-4840-B7AA-3B417DA8EE83}" type="presParOf" srcId="{1C373EB2-A3ED-46FF-A835-E8654BC94FE9}" destId="{D51BE664-74B9-4FF2-8071-E1BE73DB7EAE}" srcOrd="2" destOrd="0" presId="urn:microsoft.com/office/officeart/2018/2/layout/IconVerticalSolidList"/>
    <dgm:cxn modelId="{9B502F92-3EC7-48BE-BEF0-17B11D89CA81}" type="presParOf" srcId="{D51BE664-74B9-4FF2-8071-E1BE73DB7EAE}" destId="{BC081EE3-CA6A-4725-B9CC-F91245E72ADC}" srcOrd="0" destOrd="0" presId="urn:microsoft.com/office/officeart/2018/2/layout/IconVerticalSolidList"/>
    <dgm:cxn modelId="{55A6A961-80CD-45A5-906C-EE888D614514}" type="presParOf" srcId="{D51BE664-74B9-4FF2-8071-E1BE73DB7EAE}" destId="{1D500C0F-74F3-4870-8B2F-E7C00C9CE2F7}" srcOrd="1" destOrd="0" presId="urn:microsoft.com/office/officeart/2018/2/layout/IconVerticalSolidList"/>
    <dgm:cxn modelId="{0FD233FD-2ED6-4E9F-B3AE-1C72DB9D1205}" type="presParOf" srcId="{D51BE664-74B9-4FF2-8071-E1BE73DB7EAE}" destId="{8197F3EB-EEC5-4694-A0DD-5FE350361CCF}" srcOrd="2" destOrd="0" presId="urn:microsoft.com/office/officeart/2018/2/layout/IconVerticalSolidList"/>
    <dgm:cxn modelId="{8B898F27-8264-4417-98D1-4445439C0E6E}" type="presParOf" srcId="{D51BE664-74B9-4FF2-8071-E1BE73DB7EAE}" destId="{4AF2E442-213F-4912-831A-95FAA6BC040D}" srcOrd="3" destOrd="0" presId="urn:microsoft.com/office/officeart/2018/2/layout/IconVerticalSolidList"/>
    <dgm:cxn modelId="{5E773976-9CAA-450F-BC7A-E68F5D3DC988}" type="presParOf" srcId="{D51BE664-74B9-4FF2-8071-E1BE73DB7EAE}" destId="{F06337C6-41CA-4C92-BBC9-78C7D9E2E0D2}" srcOrd="4" destOrd="0" presId="urn:microsoft.com/office/officeart/2018/2/layout/IconVerticalSolidList"/>
    <dgm:cxn modelId="{E942B3ED-E1A7-41E2-845F-62D957CC833A}" type="presParOf" srcId="{1C373EB2-A3ED-46FF-A835-E8654BC94FE9}" destId="{F837BBA1-7D27-4890-8246-63E1D54C5EA5}" srcOrd="3" destOrd="0" presId="urn:microsoft.com/office/officeart/2018/2/layout/IconVerticalSolidList"/>
    <dgm:cxn modelId="{BDA1CB3E-1B8B-4D52-B69A-C2FFD5E6D6E2}" type="presParOf" srcId="{1C373EB2-A3ED-46FF-A835-E8654BC94FE9}" destId="{3CC6758C-6EC4-49A1-B74C-8198901AF868}" srcOrd="4" destOrd="0" presId="urn:microsoft.com/office/officeart/2018/2/layout/IconVerticalSolidList"/>
    <dgm:cxn modelId="{CDF654F3-9253-44BD-9BF4-9997B36CF012}" type="presParOf" srcId="{3CC6758C-6EC4-49A1-B74C-8198901AF868}" destId="{C5626DAB-E9ED-4C23-AFD9-D77B02FFEED0}" srcOrd="0" destOrd="0" presId="urn:microsoft.com/office/officeart/2018/2/layout/IconVerticalSolidList"/>
    <dgm:cxn modelId="{80C6D349-AB38-44D1-9EC9-6F1BAA8D9368}" type="presParOf" srcId="{3CC6758C-6EC4-49A1-B74C-8198901AF868}" destId="{6D9E41C3-0D22-4364-BCD4-A0B89AB1F9D2}" srcOrd="1" destOrd="0" presId="urn:microsoft.com/office/officeart/2018/2/layout/IconVerticalSolidList"/>
    <dgm:cxn modelId="{DC8CC5DA-FA79-4F6D-891E-A227E4E2AB58}" type="presParOf" srcId="{3CC6758C-6EC4-49A1-B74C-8198901AF868}" destId="{888DCD6C-BFBD-4E98-A5FA-53F974A59790}" srcOrd="2" destOrd="0" presId="urn:microsoft.com/office/officeart/2018/2/layout/IconVerticalSolidList"/>
    <dgm:cxn modelId="{6180F01F-26EC-4E8F-B32D-473113970301}" type="presParOf" srcId="{3CC6758C-6EC4-49A1-B74C-8198901AF868}" destId="{A21E7603-C478-4E99-B7EC-7F126684057B}" srcOrd="3" destOrd="0" presId="urn:microsoft.com/office/officeart/2018/2/layout/IconVerticalSolidList"/>
    <dgm:cxn modelId="{79C75FCA-AD38-47F1-B2ED-7F92A02BFF48}" type="presParOf" srcId="{3CC6758C-6EC4-49A1-B74C-8198901AF868}" destId="{06247584-5F01-44ED-B676-80328D78C7E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1F4DD2C-88E6-41F4-AAB2-850EA0C67F1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548DA1-B7C2-4232-8B12-73B6687A488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C2 - Propor soluções e inovações tecnológicas no desenvolvimento de projetos, materiais, ferramentas, técnicas e soluções na área de dados;</a:t>
          </a:r>
          <a:endParaRPr lang="en-US"/>
        </a:p>
      </dgm:t>
    </dgm:pt>
    <dgm:pt modelId="{1103B8B0-F95C-452F-85FD-F515CFCF2E56}" type="parTrans" cxnId="{89939C2E-D4F5-46DC-99A2-5D25164094E0}">
      <dgm:prSet/>
      <dgm:spPr/>
      <dgm:t>
        <a:bodyPr/>
        <a:lstStyle/>
        <a:p>
          <a:endParaRPr lang="en-US"/>
        </a:p>
      </dgm:t>
    </dgm:pt>
    <dgm:pt modelId="{A39E00CE-DF37-4ECD-B458-6EC1FD50C8DF}" type="sibTrans" cxnId="{89939C2E-D4F5-46DC-99A2-5D25164094E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645D19-62BD-492A-BCCF-254C3A8A93C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C10 - Compreender os fatos essenciais, os conceitos, os princípios e as teorias relacionadas ao ciclo de vida da descoberta do conhecimento e suas aplicações;</a:t>
          </a:r>
          <a:endParaRPr lang="en-US"/>
        </a:p>
      </dgm:t>
    </dgm:pt>
    <dgm:pt modelId="{A8EC26AB-C0E9-49BB-83F9-AD61A504CBD8}" type="parTrans" cxnId="{6BE19477-DA75-4801-8728-F014057B7BDA}">
      <dgm:prSet/>
      <dgm:spPr/>
      <dgm:t>
        <a:bodyPr/>
        <a:lstStyle/>
        <a:p>
          <a:endParaRPr lang="en-US"/>
        </a:p>
      </dgm:t>
    </dgm:pt>
    <dgm:pt modelId="{56877412-1437-496C-9E03-14DD5399876B}" type="sibTrans" cxnId="{6BE19477-DA75-4801-8728-F014057B7BD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9A234D0-8052-4389-82C2-0D99727575A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C13 - Estar apto a construir um rico banco de dados com toda a informação demandada para a construção de um modelo baseado em algoritmos de aprendizagem de máquina (Machine Learning);</a:t>
          </a:r>
          <a:endParaRPr lang="en-US"/>
        </a:p>
      </dgm:t>
    </dgm:pt>
    <dgm:pt modelId="{F9A64104-C40E-42A9-85F8-82306C6AC39F}" type="parTrans" cxnId="{EC1AE82A-9311-4D34-92B2-EE4A055325E7}">
      <dgm:prSet/>
      <dgm:spPr/>
      <dgm:t>
        <a:bodyPr/>
        <a:lstStyle/>
        <a:p>
          <a:endParaRPr lang="en-US"/>
        </a:p>
      </dgm:t>
    </dgm:pt>
    <dgm:pt modelId="{4AC4CB18-E1D7-447A-9856-153DAB69442C}" type="sibTrans" cxnId="{EC1AE82A-9311-4D34-92B2-EE4A055325E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CEDF134-A0F3-4024-A06F-DF06C4B90CF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C14 - Integração de ferramentas computacionais no processo de tomada de decisão baseada em modelos de aprendizagem de máquina (Machine Learning).</a:t>
          </a:r>
          <a:endParaRPr lang="en-US"/>
        </a:p>
      </dgm:t>
    </dgm:pt>
    <dgm:pt modelId="{DC34D034-CDD0-4743-8A9C-6A8DAD506A99}" type="parTrans" cxnId="{976A8EAE-1B43-4D06-8476-C80AC9952331}">
      <dgm:prSet/>
      <dgm:spPr/>
      <dgm:t>
        <a:bodyPr/>
        <a:lstStyle/>
        <a:p>
          <a:endParaRPr lang="en-US"/>
        </a:p>
      </dgm:t>
    </dgm:pt>
    <dgm:pt modelId="{0E436466-8B8B-4341-A264-3950D5AAFCFC}" type="sibTrans" cxnId="{976A8EAE-1B43-4D06-8476-C80AC9952331}">
      <dgm:prSet/>
      <dgm:spPr/>
      <dgm:t>
        <a:bodyPr/>
        <a:lstStyle/>
        <a:p>
          <a:endParaRPr lang="en-US"/>
        </a:p>
      </dgm:t>
    </dgm:pt>
    <dgm:pt modelId="{988EBB3F-FA65-4EAC-860D-DDC5B7956D26}" type="pres">
      <dgm:prSet presAssocID="{71F4DD2C-88E6-41F4-AAB2-850EA0C67F18}" presName="root" presStyleCnt="0">
        <dgm:presLayoutVars>
          <dgm:dir/>
          <dgm:resizeHandles val="exact"/>
        </dgm:presLayoutVars>
      </dgm:prSet>
      <dgm:spPr/>
    </dgm:pt>
    <dgm:pt modelId="{E643E44F-A8C7-433F-8DF6-52E0FD731118}" type="pres">
      <dgm:prSet presAssocID="{71F4DD2C-88E6-41F4-AAB2-850EA0C67F18}" presName="container" presStyleCnt="0">
        <dgm:presLayoutVars>
          <dgm:dir/>
          <dgm:resizeHandles val="exact"/>
        </dgm:presLayoutVars>
      </dgm:prSet>
      <dgm:spPr/>
    </dgm:pt>
    <dgm:pt modelId="{14704145-2C46-4E52-A6A8-EC55AEB51C12}" type="pres">
      <dgm:prSet presAssocID="{31548DA1-B7C2-4232-8B12-73B6687A4886}" presName="compNode" presStyleCnt="0"/>
      <dgm:spPr/>
    </dgm:pt>
    <dgm:pt modelId="{A92CB376-9516-4DBE-890E-32AAB5F07D6C}" type="pres">
      <dgm:prSet presAssocID="{31548DA1-B7C2-4232-8B12-73B6687A4886}" presName="iconBgRect" presStyleLbl="bgShp" presStyleIdx="0" presStyleCnt="4"/>
      <dgm:spPr/>
    </dgm:pt>
    <dgm:pt modelId="{11ABE88A-D272-4A62-819A-DA30FD8D092D}" type="pres">
      <dgm:prSet presAssocID="{31548DA1-B7C2-4232-8B12-73B6687A488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66687D16-041F-48AE-BFED-FAF21E2FD3D9}" type="pres">
      <dgm:prSet presAssocID="{31548DA1-B7C2-4232-8B12-73B6687A4886}" presName="spaceRect" presStyleCnt="0"/>
      <dgm:spPr/>
    </dgm:pt>
    <dgm:pt modelId="{F7926F1D-28A0-434B-99CD-FEB966AC54D6}" type="pres">
      <dgm:prSet presAssocID="{31548DA1-B7C2-4232-8B12-73B6687A4886}" presName="textRect" presStyleLbl="revTx" presStyleIdx="0" presStyleCnt="4">
        <dgm:presLayoutVars>
          <dgm:chMax val="1"/>
          <dgm:chPref val="1"/>
        </dgm:presLayoutVars>
      </dgm:prSet>
      <dgm:spPr/>
    </dgm:pt>
    <dgm:pt modelId="{1C3B55B7-AB1A-4563-8D9B-B6DABB780927}" type="pres">
      <dgm:prSet presAssocID="{A39E00CE-DF37-4ECD-B458-6EC1FD50C8DF}" presName="sibTrans" presStyleLbl="sibTrans2D1" presStyleIdx="0" presStyleCnt="0"/>
      <dgm:spPr/>
    </dgm:pt>
    <dgm:pt modelId="{CDF8C0BE-1EA7-41A1-8731-23FA21070E1F}" type="pres">
      <dgm:prSet presAssocID="{61645D19-62BD-492A-BCCF-254C3A8A93C3}" presName="compNode" presStyleCnt="0"/>
      <dgm:spPr/>
    </dgm:pt>
    <dgm:pt modelId="{5BC8F59B-F38E-42DE-9611-05E05BEFC428}" type="pres">
      <dgm:prSet presAssocID="{61645D19-62BD-492A-BCCF-254C3A8A93C3}" presName="iconBgRect" presStyleLbl="bgShp" presStyleIdx="1" presStyleCnt="4"/>
      <dgm:spPr/>
    </dgm:pt>
    <dgm:pt modelId="{33F71C07-2E41-4BB5-9A55-231E010834B4}" type="pres">
      <dgm:prSet presAssocID="{61645D19-62BD-492A-BCCF-254C3A8A93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birinto"/>
        </a:ext>
      </dgm:extLst>
    </dgm:pt>
    <dgm:pt modelId="{1E0E4135-48A5-452D-954C-31DFC9B369C3}" type="pres">
      <dgm:prSet presAssocID="{61645D19-62BD-492A-BCCF-254C3A8A93C3}" presName="spaceRect" presStyleCnt="0"/>
      <dgm:spPr/>
    </dgm:pt>
    <dgm:pt modelId="{F5797B8B-A92F-4F59-9B8D-40CE30076256}" type="pres">
      <dgm:prSet presAssocID="{61645D19-62BD-492A-BCCF-254C3A8A93C3}" presName="textRect" presStyleLbl="revTx" presStyleIdx="1" presStyleCnt="4">
        <dgm:presLayoutVars>
          <dgm:chMax val="1"/>
          <dgm:chPref val="1"/>
        </dgm:presLayoutVars>
      </dgm:prSet>
      <dgm:spPr/>
    </dgm:pt>
    <dgm:pt modelId="{6B09C4D1-D141-4A26-9696-D6E6EC068EA6}" type="pres">
      <dgm:prSet presAssocID="{56877412-1437-496C-9E03-14DD5399876B}" presName="sibTrans" presStyleLbl="sibTrans2D1" presStyleIdx="0" presStyleCnt="0"/>
      <dgm:spPr/>
    </dgm:pt>
    <dgm:pt modelId="{FCC25641-7F77-40B4-B1D0-425AEC74511C}" type="pres">
      <dgm:prSet presAssocID="{89A234D0-8052-4389-82C2-0D99727575AB}" presName="compNode" presStyleCnt="0"/>
      <dgm:spPr/>
    </dgm:pt>
    <dgm:pt modelId="{455D31E3-0D9F-465A-A406-9059465B07B9}" type="pres">
      <dgm:prSet presAssocID="{89A234D0-8052-4389-82C2-0D99727575AB}" presName="iconBgRect" presStyleLbl="bgShp" presStyleIdx="2" presStyleCnt="4"/>
      <dgm:spPr/>
    </dgm:pt>
    <dgm:pt modelId="{37CA3031-27F1-4205-98EF-6B4BD1F1A94D}" type="pres">
      <dgm:prSet presAssocID="{89A234D0-8052-4389-82C2-0D99727575A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FC4A1EE9-7C38-46A6-A77E-5AFC9EED7CFA}" type="pres">
      <dgm:prSet presAssocID="{89A234D0-8052-4389-82C2-0D99727575AB}" presName="spaceRect" presStyleCnt="0"/>
      <dgm:spPr/>
    </dgm:pt>
    <dgm:pt modelId="{709A46B0-72FB-41AF-A234-12C4568A9C6E}" type="pres">
      <dgm:prSet presAssocID="{89A234D0-8052-4389-82C2-0D99727575AB}" presName="textRect" presStyleLbl="revTx" presStyleIdx="2" presStyleCnt="4">
        <dgm:presLayoutVars>
          <dgm:chMax val="1"/>
          <dgm:chPref val="1"/>
        </dgm:presLayoutVars>
      </dgm:prSet>
      <dgm:spPr/>
    </dgm:pt>
    <dgm:pt modelId="{048606E5-A68F-40A7-ABC4-961FE634E39B}" type="pres">
      <dgm:prSet presAssocID="{4AC4CB18-E1D7-447A-9856-153DAB69442C}" presName="sibTrans" presStyleLbl="sibTrans2D1" presStyleIdx="0" presStyleCnt="0"/>
      <dgm:spPr/>
    </dgm:pt>
    <dgm:pt modelId="{533FA067-C5E8-4C37-9677-E4DC68456814}" type="pres">
      <dgm:prSet presAssocID="{0CEDF134-A0F3-4024-A06F-DF06C4B90CFB}" presName="compNode" presStyleCnt="0"/>
      <dgm:spPr/>
    </dgm:pt>
    <dgm:pt modelId="{7A29AA02-8E0C-4205-8D1D-85B332834DB3}" type="pres">
      <dgm:prSet presAssocID="{0CEDF134-A0F3-4024-A06F-DF06C4B90CFB}" presName="iconBgRect" presStyleLbl="bgShp" presStyleIdx="3" presStyleCnt="4"/>
      <dgm:spPr/>
    </dgm:pt>
    <dgm:pt modelId="{54BC86A8-2399-43C5-9C20-3E43C5E89CED}" type="pres">
      <dgm:prSet presAssocID="{0CEDF134-A0F3-4024-A06F-DF06C4B90CF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342422E-5918-4C4D-A2EB-701746ACAFA5}" type="pres">
      <dgm:prSet presAssocID="{0CEDF134-A0F3-4024-A06F-DF06C4B90CFB}" presName="spaceRect" presStyleCnt="0"/>
      <dgm:spPr/>
    </dgm:pt>
    <dgm:pt modelId="{E1ABBC7C-4C8E-4816-B0BC-A336E1139005}" type="pres">
      <dgm:prSet presAssocID="{0CEDF134-A0F3-4024-A06F-DF06C4B90CF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C1AE82A-9311-4D34-92B2-EE4A055325E7}" srcId="{71F4DD2C-88E6-41F4-AAB2-850EA0C67F18}" destId="{89A234D0-8052-4389-82C2-0D99727575AB}" srcOrd="2" destOrd="0" parTransId="{F9A64104-C40E-42A9-85F8-82306C6AC39F}" sibTransId="{4AC4CB18-E1D7-447A-9856-153DAB69442C}"/>
    <dgm:cxn modelId="{89939C2E-D4F5-46DC-99A2-5D25164094E0}" srcId="{71F4DD2C-88E6-41F4-AAB2-850EA0C67F18}" destId="{31548DA1-B7C2-4232-8B12-73B6687A4886}" srcOrd="0" destOrd="0" parTransId="{1103B8B0-F95C-452F-85FD-F515CFCF2E56}" sibTransId="{A39E00CE-DF37-4ECD-B458-6EC1FD50C8DF}"/>
    <dgm:cxn modelId="{6BE19477-DA75-4801-8728-F014057B7BDA}" srcId="{71F4DD2C-88E6-41F4-AAB2-850EA0C67F18}" destId="{61645D19-62BD-492A-BCCF-254C3A8A93C3}" srcOrd="1" destOrd="0" parTransId="{A8EC26AB-C0E9-49BB-83F9-AD61A504CBD8}" sibTransId="{56877412-1437-496C-9E03-14DD5399876B}"/>
    <dgm:cxn modelId="{212D4C78-838F-4620-9B77-33579DCD29B2}" type="presOf" srcId="{56877412-1437-496C-9E03-14DD5399876B}" destId="{6B09C4D1-D141-4A26-9696-D6E6EC068EA6}" srcOrd="0" destOrd="0" presId="urn:microsoft.com/office/officeart/2018/2/layout/IconCircleList"/>
    <dgm:cxn modelId="{B0BA0E7D-863C-49B4-8BF9-9F9AFF9A8026}" type="presOf" srcId="{0CEDF134-A0F3-4024-A06F-DF06C4B90CFB}" destId="{E1ABBC7C-4C8E-4816-B0BC-A336E1139005}" srcOrd="0" destOrd="0" presId="urn:microsoft.com/office/officeart/2018/2/layout/IconCircleList"/>
    <dgm:cxn modelId="{147CB492-3A0F-440D-8F3E-88B88D60FD18}" type="presOf" srcId="{31548DA1-B7C2-4232-8B12-73B6687A4886}" destId="{F7926F1D-28A0-434B-99CD-FEB966AC54D6}" srcOrd="0" destOrd="0" presId="urn:microsoft.com/office/officeart/2018/2/layout/IconCircleList"/>
    <dgm:cxn modelId="{CA7D21A5-CE33-4B03-9D79-7D691B73F3BC}" type="presOf" srcId="{4AC4CB18-E1D7-447A-9856-153DAB69442C}" destId="{048606E5-A68F-40A7-ABC4-961FE634E39B}" srcOrd="0" destOrd="0" presId="urn:microsoft.com/office/officeart/2018/2/layout/IconCircleList"/>
    <dgm:cxn modelId="{976A8EAE-1B43-4D06-8476-C80AC9952331}" srcId="{71F4DD2C-88E6-41F4-AAB2-850EA0C67F18}" destId="{0CEDF134-A0F3-4024-A06F-DF06C4B90CFB}" srcOrd="3" destOrd="0" parTransId="{DC34D034-CDD0-4743-8A9C-6A8DAD506A99}" sibTransId="{0E436466-8B8B-4341-A264-3950D5AAFCFC}"/>
    <dgm:cxn modelId="{B47B9BC0-3DBC-4C64-9E37-71BC762E88E8}" type="presOf" srcId="{A39E00CE-DF37-4ECD-B458-6EC1FD50C8DF}" destId="{1C3B55B7-AB1A-4563-8D9B-B6DABB780927}" srcOrd="0" destOrd="0" presId="urn:microsoft.com/office/officeart/2018/2/layout/IconCircleList"/>
    <dgm:cxn modelId="{A8FED5CE-AAB4-4FFF-BDDE-C742DF0A838E}" type="presOf" srcId="{61645D19-62BD-492A-BCCF-254C3A8A93C3}" destId="{F5797B8B-A92F-4F59-9B8D-40CE30076256}" srcOrd="0" destOrd="0" presId="urn:microsoft.com/office/officeart/2018/2/layout/IconCircleList"/>
    <dgm:cxn modelId="{23B2BFDB-CA1A-418D-BCD1-731FB6F3D11F}" type="presOf" srcId="{89A234D0-8052-4389-82C2-0D99727575AB}" destId="{709A46B0-72FB-41AF-A234-12C4568A9C6E}" srcOrd="0" destOrd="0" presId="urn:microsoft.com/office/officeart/2018/2/layout/IconCircleList"/>
    <dgm:cxn modelId="{0ACD15F2-7410-4A25-B0AD-CFA73681EE4B}" type="presOf" srcId="{71F4DD2C-88E6-41F4-AAB2-850EA0C67F18}" destId="{988EBB3F-FA65-4EAC-860D-DDC5B7956D26}" srcOrd="0" destOrd="0" presId="urn:microsoft.com/office/officeart/2018/2/layout/IconCircleList"/>
    <dgm:cxn modelId="{06266C15-1D1B-4F32-9D4A-97FB1DAC0E42}" type="presParOf" srcId="{988EBB3F-FA65-4EAC-860D-DDC5B7956D26}" destId="{E643E44F-A8C7-433F-8DF6-52E0FD731118}" srcOrd="0" destOrd="0" presId="urn:microsoft.com/office/officeart/2018/2/layout/IconCircleList"/>
    <dgm:cxn modelId="{C4167D5A-A284-438D-A173-C721FB51EF91}" type="presParOf" srcId="{E643E44F-A8C7-433F-8DF6-52E0FD731118}" destId="{14704145-2C46-4E52-A6A8-EC55AEB51C12}" srcOrd="0" destOrd="0" presId="urn:microsoft.com/office/officeart/2018/2/layout/IconCircleList"/>
    <dgm:cxn modelId="{A1F9651B-12F2-4EFA-8D74-FC705E3DF622}" type="presParOf" srcId="{14704145-2C46-4E52-A6A8-EC55AEB51C12}" destId="{A92CB376-9516-4DBE-890E-32AAB5F07D6C}" srcOrd="0" destOrd="0" presId="urn:microsoft.com/office/officeart/2018/2/layout/IconCircleList"/>
    <dgm:cxn modelId="{D7E211B0-8FA5-4D4F-8E2A-FC53EB0F5E68}" type="presParOf" srcId="{14704145-2C46-4E52-A6A8-EC55AEB51C12}" destId="{11ABE88A-D272-4A62-819A-DA30FD8D092D}" srcOrd="1" destOrd="0" presId="urn:microsoft.com/office/officeart/2018/2/layout/IconCircleList"/>
    <dgm:cxn modelId="{FF2430F4-7BF9-4E99-8DAC-1655F36AEDD8}" type="presParOf" srcId="{14704145-2C46-4E52-A6A8-EC55AEB51C12}" destId="{66687D16-041F-48AE-BFED-FAF21E2FD3D9}" srcOrd="2" destOrd="0" presId="urn:microsoft.com/office/officeart/2018/2/layout/IconCircleList"/>
    <dgm:cxn modelId="{B8D965FD-CB3C-4A96-A2DB-81FB267147B2}" type="presParOf" srcId="{14704145-2C46-4E52-A6A8-EC55AEB51C12}" destId="{F7926F1D-28A0-434B-99CD-FEB966AC54D6}" srcOrd="3" destOrd="0" presId="urn:microsoft.com/office/officeart/2018/2/layout/IconCircleList"/>
    <dgm:cxn modelId="{22EABA85-1100-4C22-BDDA-CB8DBD9A3D9B}" type="presParOf" srcId="{E643E44F-A8C7-433F-8DF6-52E0FD731118}" destId="{1C3B55B7-AB1A-4563-8D9B-B6DABB780927}" srcOrd="1" destOrd="0" presId="urn:microsoft.com/office/officeart/2018/2/layout/IconCircleList"/>
    <dgm:cxn modelId="{5C3A6992-FC62-4B56-BEF8-DE1C8471121A}" type="presParOf" srcId="{E643E44F-A8C7-433F-8DF6-52E0FD731118}" destId="{CDF8C0BE-1EA7-41A1-8731-23FA21070E1F}" srcOrd="2" destOrd="0" presId="urn:microsoft.com/office/officeart/2018/2/layout/IconCircleList"/>
    <dgm:cxn modelId="{32D2D778-6388-4BE2-AD4F-B8548B27466E}" type="presParOf" srcId="{CDF8C0BE-1EA7-41A1-8731-23FA21070E1F}" destId="{5BC8F59B-F38E-42DE-9611-05E05BEFC428}" srcOrd="0" destOrd="0" presId="urn:microsoft.com/office/officeart/2018/2/layout/IconCircleList"/>
    <dgm:cxn modelId="{F0CD6A21-318F-47DF-B78F-8A6E3B1FA5BC}" type="presParOf" srcId="{CDF8C0BE-1EA7-41A1-8731-23FA21070E1F}" destId="{33F71C07-2E41-4BB5-9A55-231E010834B4}" srcOrd="1" destOrd="0" presId="urn:microsoft.com/office/officeart/2018/2/layout/IconCircleList"/>
    <dgm:cxn modelId="{95797E0E-F2B7-4AE0-8FEB-0F300DAB1E2C}" type="presParOf" srcId="{CDF8C0BE-1EA7-41A1-8731-23FA21070E1F}" destId="{1E0E4135-48A5-452D-954C-31DFC9B369C3}" srcOrd="2" destOrd="0" presId="urn:microsoft.com/office/officeart/2018/2/layout/IconCircleList"/>
    <dgm:cxn modelId="{82B350F5-08F6-44FB-A970-23E311C63D6C}" type="presParOf" srcId="{CDF8C0BE-1EA7-41A1-8731-23FA21070E1F}" destId="{F5797B8B-A92F-4F59-9B8D-40CE30076256}" srcOrd="3" destOrd="0" presId="urn:microsoft.com/office/officeart/2018/2/layout/IconCircleList"/>
    <dgm:cxn modelId="{D8848883-2D45-4336-A5B7-9A1580CF3E8F}" type="presParOf" srcId="{E643E44F-A8C7-433F-8DF6-52E0FD731118}" destId="{6B09C4D1-D141-4A26-9696-D6E6EC068EA6}" srcOrd="3" destOrd="0" presId="urn:microsoft.com/office/officeart/2018/2/layout/IconCircleList"/>
    <dgm:cxn modelId="{6F9BC002-B031-4370-8A58-092450EFCE31}" type="presParOf" srcId="{E643E44F-A8C7-433F-8DF6-52E0FD731118}" destId="{FCC25641-7F77-40B4-B1D0-425AEC74511C}" srcOrd="4" destOrd="0" presId="urn:microsoft.com/office/officeart/2018/2/layout/IconCircleList"/>
    <dgm:cxn modelId="{84A138E4-6C5C-46CD-9666-37F2129002FC}" type="presParOf" srcId="{FCC25641-7F77-40B4-B1D0-425AEC74511C}" destId="{455D31E3-0D9F-465A-A406-9059465B07B9}" srcOrd="0" destOrd="0" presId="urn:microsoft.com/office/officeart/2018/2/layout/IconCircleList"/>
    <dgm:cxn modelId="{1A40683A-2C08-4805-8BB4-16D1FD8E64F5}" type="presParOf" srcId="{FCC25641-7F77-40B4-B1D0-425AEC74511C}" destId="{37CA3031-27F1-4205-98EF-6B4BD1F1A94D}" srcOrd="1" destOrd="0" presId="urn:microsoft.com/office/officeart/2018/2/layout/IconCircleList"/>
    <dgm:cxn modelId="{D55E9787-C34E-4362-BAA1-624BD41DD532}" type="presParOf" srcId="{FCC25641-7F77-40B4-B1D0-425AEC74511C}" destId="{FC4A1EE9-7C38-46A6-A77E-5AFC9EED7CFA}" srcOrd="2" destOrd="0" presId="urn:microsoft.com/office/officeart/2018/2/layout/IconCircleList"/>
    <dgm:cxn modelId="{E58E7A95-525E-4EAD-8842-F801E91F8A19}" type="presParOf" srcId="{FCC25641-7F77-40B4-B1D0-425AEC74511C}" destId="{709A46B0-72FB-41AF-A234-12C4568A9C6E}" srcOrd="3" destOrd="0" presId="urn:microsoft.com/office/officeart/2018/2/layout/IconCircleList"/>
    <dgm:cxn modelId="{9C8A8AA2-1A0C-438B-9685-B87A65345F64}" type="presParOf" srcId="{E643E44F-A8C7-433F-8DF6-52E0FD731118}" destId="{048606E5-A68F-40A7-ABC4-961FE634E39B}" srcOrd="5" destOrd="0" presId="urn:microsoft.com/office/officeart/2018/2/layout/IconCircleList"/>
    <dgm:cxn modelId="{3FD06C23-9785-4B08-A32A-48947E0E7CFC}" type="presParOf" srcId="{E643E44F-A8C7-433F-8DF6-52E0FD731118}" destId="{533FA067-C5E8-4C37-9677-E4DC68456814}" srcOrd="6" destOrd="0" presId="urn:microsoft.com/office/officeart/2018/2/layout/IconCircleList"/>
    <dgm:cxn modelId="{D7113BEB-6110-43E0-8CF7-F372BABB5087}" type="presParOf" srcId="{533FA067-C5E8-4C37-9677-E4DC68456814}" destId="{7A29AA02-8E0C-4205-8D1D-85B332834DB3}" srcOrd="0" destOrd="0" presId="urn:microsoft.com/office/officeart/2018/2/layout/IconCircleList"/>
    <dgm:cxn modelId="{EF8C8564-78A3-4B5E-8887-1EE4F2342FC5}" type="presParOf" srcId="{533FA067-C5E8-4C37-9677-E4DC68456814}" destId="{54BC86A8-2399-43C5-9C20-3E43C5E89CED}" srcOrd="1" destOrd="0" presId="urn:microsoft.com/office/officeart/2018/2/layout/IconCircleList"/>
    <dgm:cxn modelId="{2B1CF56C-010A-4AB1-80FA-8D8D74D53F41}" type="presParOf" srcId="{533FA067-C5E8-4C37-9677-E4DC68456814}" destId="{D342422E-5918-4C4D-A2EB-701746ACAFA5}" srcOrd="2" destOrd="0" presId="urn:microsoft.com/office/officeart/2018/2/layout/IconCircleList"/>
    <dgm:cxn modelId="{8FC541F8-D023-4247-9905-051A0A128753}" type="presParOf" srcId="{533FA067-C5E8-4C37-9677-E4DC68456814}" destId="{E1ABBC7C-4C8E-4816-B0BC-A336E113900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21504C5-AF1A-4F06-A302-7A392EE2C0F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BFE35CE-C0D4-4333-8203-A1598046E3A5}">
      <dgm:prSet/>
      <dgm:spPr/>
      <dgm:t>
        <a:bodyPr/>
        <a:lstStyle/>
        <a:p>
          <a:pPr>
            <a:defRPr cap="all"/>
          </a:pPr>
          <a:r>
            <a:rPr lang="pt-BR" b="0" i="0"/>
            <a:t>Configurar e administrar ambientes de Big Data utilizando tecnologias como Hadoop, Spark e sistemas de gerenciamento de bancos de dados NoSQL.</a:t>
          </a:r>
          <a:endParaRPr lang="en-US"/>
        </a:p>
      </dgm:t>
    </dgm:pt>
    <dgm:pt modelId="{58198D4D-029C-4A49-8245-95E61B49FDA7}" type="parTrans" cxnId="{99E9ED5B-CEC2-4065-A609-A071CA9CB753}">
      <dgm:prSet/>
      <dgm:spPr/>
      <dgm:t>
        <a:bodyPr/>
        <a:lstStyle/>
        <a:p>
          <a:endParaRPr lang="en-US"/>
        </a:p>
      </dgm:t>
    </dgm:pt>
    <dgm:pt modelId="{50BEDF1B-BF18-47B7-9E1D-7EFBB4649DAC}" type="sibTrans" cxnId="{99E9ED5B-CEC2-4065-A609-A071CA9CB753}">
      <dgm:prSet/>
      <dgm:spPr/>
      <dgm:t>
        <a:bodyPr/>
        <a:lstStyle/>
        <a:p>
          <a:endParaRPr lang="en-US"/>
        </a:p>
      </dgm:t>
    </dgm:pt>
    <dgm:pt modelId="{AD2DC002-4E20-411D-A1DB-984C82DDE079}">
      <dgm:prSet/>
      <dgm:spPr/>
      <dgm:t>
        <a:bodyPr/>
        <a:lstStyle/>
        <a:p>
          <a:pPr>
            <a:defRPr cap="all"/>
          </a:pPr>
          <a:r>
            <a:rPr lang="pt-BR" b="0" i="0"/>
            <a:t>Desenvolver pipelines de dados eficientes para processamento e análise de grandes volumes de dados.</a:t>
          </a:r>
          <a:endParaRPr lang="en-US"/>
        </a:p>
      </dgm:t>
    </dgm:pt>
    <dgm:pt modelId="{C2EC1951-8FAC-48B7-B509-A6717B3CC490}" type="parTrans" cxnId="{5FBFB8F7-DF91-4687-85D7-452731DA1DEC}">
      <dgm:prSet/>
      <dgm:spPr/>
      <dgm:t>
        <a:bodyPr/>
        <a:lstStyle/>
        <a:p>
          <a:endParaRPr lang="en-US"/>
        </a:p>
      </dgm:t>
    </dgm:pt>
    <dgm:pt modelId="{CE9875B2-CFC6-4033-A3EE-FE9EA059086A}" type="sibTrans" cxnId="{5FBFB8F7-DF91-4687-85D7-452731DA1DEC}">
      <dgm:prSet/>
      <dgm:spPr/>
      <dgm:t>
        <a:bodyPr/>
        <a:lstStyle/>
        <a:p>
          <a:endParaRPr lang="en-US"/>
        </a:p>
      </dgm:t>
    </dgm:pt>
    <dgm:pt modelId="{2AA44AA3-1897-4911-AA5F-0E165A190D26}">
      <dgm:prSet/>
      <dgm:spPr/>
      <dgm:t>
        <a:bodyPr/>
        <a:lstStyle/>
        <a:p>
          <a:pPr>
            <a:defRPr cap="all"/>
          </a:pPr>
          <a:r>
            <a:rPr lang="pt-BR" b="0" i="0"/>
            <a:t>Aplicar técnicas de machine learning e análise estatística em conjuntos de dados complexos.</a:t>
          </a:r>
          <a:endParaRPr lang="en-US"/>
        </a:p>
      </dgm:t>
    </dgm:pt>
    <dgm:pt modelId="{0CE7C518-BE69-4211-BC0F-1411B37BB6C3}" type="parTrans" cxnId="{257DC700-70C3-4707-8157-A295B7D87F23}">
      <dgm:prSet/>
      <dgm:spPr/>
      <dgm:t>
        <a:bodyPr/>
        <a:lstStyle/>
        <a:p>
          <a:endParaRPr lang="en-US"/>
        </a:p>
      </dgm:t>
    </dgm:pt>
    <dgm:pt modelId="{9C69E9B5-9514-450F-B374-70F8096ED409}" type="sibTrans" cxnId="{257DC700-70C3-4707-8157-A295B7D87F23}">
      <dgm:prSet/>
      <dgm:spPr/>
      <dgm:t>
        <a:bodyPr/>
        <a:lstStyle/>
        <a:p>
          <a:endParaRPr lang="en-US"/>
        </a:p>
      </dgm:t>
    </dgm:pt>
    <dgm:pt modelId="{CB474BCE-003F-40E9-B707-088CB13472D2}">
      <dgm:prSet/>
      <dgm:spPr/>
      <dgm:t>
        <a:bodyPr/>
        <a:lstStyle/>
        <a:p>
          <a:pPr>
            <a:defRPr cap="all"/>
          </a:pPr>
          <a:r>
            <a:rPr lang="pt-BR" b="0" i="0"/>
            <a:t>Avaliar e propor soluções éticas e seguras para desafios relacionados à privacidade e segurança em Big Data.</a:t>
          </a:r>
          <a:endParaRPr lang="en-US"/>
        </a:p>
      </dgm:t>
    </dgm:pt>
    <dgm:pt modelId="{2311ED7D-477D-4946-8D28-0BE403D8AACB}" type="parTrans" cxnId="{A5267E3C-6DFC-47D1-9849-37ABECA832E6}">
      <dgm:prSet/>
      <dgm:spPr/>
      <dgm:t>
        <a:bodyPr/>
        <a:lstStyle/>
        <a:p>
          <a:endParaRPr lang="en-US"/>
        </a:p>
      </dgm:t>
    </dgm:pt>
    <dgm:pt modelId="{F4976265-EB81-4053-8659-1282332E16E7}" type="sibTrans" cxnId="{A5267E3C-6DFC-47D1-9849-37ABECA832E6}">
      <dgm:prSet/>
      <dgm:spPr/>
      <dgm:t>
        <a:bodyPr/>
        <a:lstStyle/>
        <a:p>
          <a:endParaRPr lang="en-US"/>
        </a:p>
      </dgm:t>
    </dgm:pt>
    <dgm:pt modelId="{1CFCBB41-58D4-46FB-BD8C-4DD3325E4B44}" type="pres">
      <dgm:prSet presAssocID="{921504C5-AF1A-4F06-A302-7A392EE2C0FE}" presName="root" presStyleCnt="0">
        <dgm:presLayoutVars>
          <dgm:dir/>
          <dgm:resizeHandles val="exact"/>
        </dgm:presLayoutVars>
      </dgm:prSet>
      <dgm:spPr/>
    </dgm:pt>
    <dgm:pt modelId="{451A11D4-DC52-455C-9A0A-EE9BFC2BD0AD}" type="pres">
      <dgm:prSet presAssocID="{CBFE35CE-C0D4-4333-8203-A1598046E3A5}" presName="compNode" presStyleCnt="0"/>
      <dgm:spPr/>
    </dgm:pt>
    <dgm:pt modelId="{9601BD95-9DE5-49CA-9E09-D2651AB853B1}" type="pres">
      <dgm:prSet presAssocID="{CBFE35CE-C0D4-4333-8203-A1598046E3A5}" presName="iconBgRect" presStyleLbl="bgShp" presStyleIdx="0" presStyleCnt="4"/>
      <dgm:spPr/>
    </dgm:pt>
    <dgm:pt modelId="{78B55FC3-6589-48AA-91C3-110778AD434E}" type="pres">
      <dgm:prSet presAssocID="{CBFE35CE-C0D4-4333-8203-A1598046E3A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81AB68B8-B022-4140-A7DF-9758BA133621}" type="pres">
      <dgm:prSet presAssocID="{CBFE35CE-C0D4-4333-8203-A1598046E3A5}" presName="spaceRect" presStyleCnt="0"/>
      <dgm:spPr/>
    </dgm:pt>
    <dgm:pt modelId="{A203C39C-AFF5-4827-A1AF-66623915959A}" type="pres">
      <dgm:prSet presAssocID="{CBFE35CE-C0D4-4333-8203-A1598046E3A5}" presName="textRect" presStyleLbl="revTx" presStyleIdx="0" presStyleCnt="4">
        <dgm:presLayoutVars>
          <dgm:chMax val="1"/>
          <dgm:chPref val="1"/>
        </dgm:presLayoutVars>
      </dgm:prSet>
      <dgm:spPr/>
    </dgm:pt>
    <dgm:pt modelId="{82BB872A-D21D-480C-90BD-E84895ACA948}" type="pres">
      <dgm:prSet presAssocID="{50BEDF1B-BF18-47B7-9E1D-7EFBB4649DAC}" presName="sibTrans" presStyleCnt="0"/>
      <dgm:spPr/>
    </dgm:pt>
    <dgm:pt modelId="{3A193DA4-2130-43C5-8693-A42AFF27B02E}" type="pres">
      <dgm:prSet presAssocID="{AD2DC002-4E20-411D-A1DB-984C82DDE079}" presName="compNode" presStyleCnt="0"/>
      <dgm:spPr/>
    </dgm:pt>
    <dgm:pt modelId="{38AB31CE-7E4C-4B85-BA98-F5766DC48E75}" type="pres">
      <dgm:prSet presAssocID="{AD2DC002-4E20-411D-A1DB-984C82DDE079}" presName="iconBgRect" presStyleLbl="bgShp" presStyleIdx="1" presStyleCnt="4"/>
      <dgm:spPr/>
    </dgm:pt>
    <dgm:pt modelId="{CC9063CB-9F34-49DF-B3E6-1B4C51F72A77}" type="pres">
      <dgm:prSet presAssocID="{AD2DC002-4E20-411D-A1DB-984C82DDE07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689F0341-8532-4E5C-A348-052AEC3EB32A}" type="pres">
      <dgm:prSet presAssocID="{AD2DC002-4E20-411D-A1DB-984C82DDE079}" presName="spaceRect" presStyleCnt="0"/>
      <dgm:spPr/>
    </dgm:pt>
    <dgm:pt modelId="{ECBF81FC-5E56-4B4E-B513-2792DCB3C56A}" type="pres">
      <dgm:prSet presAssocID="{AD2DC002-4E20-411D-A1DB-984C82DDE079}" presName="textRect" presStyleLbl="revTx" presStyleIdx="1" presStyleCnt="4">
        <dgm:presLayoutVars>
          <dgm:chMax val="1"/>
          <dgm:chPref val="1"/>
        </dgm:presLayoutVars>
      </dgm:prSet>
      <dgm:spPr/>
    </dgm:pt>
    <dgm:pt modelId="{CFE77A60-1F33-4584-BB51-8C72A76697ED}" type="pres">
      <dgm:prSet presAssocID="{CE9875B2-CFC6-4033-A3EE-FE9EA059086A}" presName="sibTrans" presStyleCnt="0"/>
      <dgm:spPr/>
    </dgm:pt>
    <dgm:pt modelId="{A1672317-FBFA-409B-A7C2-130C96E4B8B2}" type="pres">
      <dgm:prSet presAssocID="{2AA44AA3-1897-4911-AA5F-0E165A190D26}" presName="compNode" presStyleCnt="0"/>
      <dgm:spPr/>
    </dgm:pt>
    <dgm:pt modelId="{7E8B03E6-CC8F-4D35-8464-B6DCD47EB951}" type="pres">
      <dgm:prSet presAssocID="{2AA44AA3-1897-4911-AA5F-0E165A190D26}" presName="iconBgRect" presStyleLbl="bgShp" presStyleIdx="2" presStyleCnt="4"/>
      <dgm:spPr/>
    </dgm:pt>
    <dgm:pt modelId="{AFA0C0ED-F8CF-4464-A3D5-38B6666549C0}" type="pres">
      <dgm:prSet presAssocID="{2AA44AA3-1897-4911-AA5F-0E165A190D2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6367B74-29F1-45AC-A4EB-996503A8256F}" type="pres">
      <dgm:prSet presAssocID="{2AA44AA3-1897-4911-AA5F-0E165A190D26}" presName="spaceRect" presStyleCnt="0"/>
      <dgm:spPr/>
    </dgm:pt>
    <dgm:pt modelId="{AE0C5B5A-7E70-425D-B960-A497769302DA}" type="pres">
      <dgm:prSet presAssocID="{2AA44AA3-1897-4911-AA5F-0E165A190D26}" presName="textRect" presStyleLbl="revTx" presStyleIdx="2" presStyleCnt="4">
        <dgm:presLayoutVars>
          <dgm:chMax val="1"/>
          <dgm:chPref val="1"/>
        </dgm:presLayoutVars>
      </dgm:prSet>
      <dgm:spPr/>
    </dgm:pt>
    <dgm:pt modelId="{EA0A319A-679E-4866-893D-633DD402B2F3}" type="pres">
      <dgm:prSet presAssocID="{9C69E9B5-9514-450F-B374-70F8096ED409}" presName="sibTrans" presStyleCnt="0"/>
      <dgm:spPr/>
    </dgm:pt>
    <dgm:pt modelId="{70388CAC-83DB-40DD-9A96-C0F899F8B9E8}" type="pres">
      <dgm:prSet presAssocID="{CB474BCE-003F-40E9-B707-088CB13472D2}" presName="compNode" presStyleCnt="0"/>
      <dgm:spPr/>
    </dgm:pt>
    <dgm:pt modelId="{89541EE5-B45F-48B0-A2BF-2594E45477B0}" type="pres">
      <dgm:prSet presAssocID="{CB474BCE-003F-40E9-B707-088CB13472D2}" presName="iconBgRect" presStyleLbl="bgShp" presStyleIdx="3" presStyleCnt="4"/>
      <dgm:spPr/>
    </dgm:pt>
    <dgm:pt modelId="{CDEA6C92-CFEA-441E-8072-5216664429F9}" type="pres">
      <dgm:prSet presAssocID="{CB474BCE-003F-40E9-B707-088CB13472D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io"/>
        </a:ext>
      </dgm:extLst>
    </dgm:pt>
    <dgm:pt modelId="{16B9152B-31F4-434D-AAEE-61C88ABD64E8}" type="pres">
      <dgm:prSet presAssocID="{CB474BCE-003F-40E9-B707-088CB13472D2}" presName="spaceRect" presStyleCnt="0"/>
      <dgm:spPr/>
    </dgm:pt>
    <dgm:pt modelId="{179F06F9-7E9C-4E93-A874-BD7978DEAC9A}" type="pres">
      <dgm:prSet presAssocID="{CB474BCE-003F-40E9-B707-088CB13472D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57DC700-70C3-4707-8157-A295B7D87F23}" srcId="{921504C5-AF1A-4F06-A302-7A392EE2C0FE}" destId="{2AA44AA3-1897-4911-AA5F-0E165A190D26}" srcOrd="2" destOrd="0" parTransId="{0CE7C518-BE69-4211-BC0F-1411B37BB6C3}" sibTransId="{9C69E9B5-9514-450F-B374-70F8096ED409}"/>
    <dgm:cxn modelId="{1E9FFA08-7144-4D6F-B2E5-618542D783E2}" type="presOf" srcId="{921504C5-AF1A-4F06-A302-7A392EE2C0FE}" destId="{1CFCBB41-58D4-46FB-BD8C-4DD3325E4B44}" srcOrd="0" destOrd="0" presId="urn:microsoft.com/office/officeart/2018/5/layout/IconCircleLabelList"/>
    <dgm:cxn modelId="{A5267E3C-6DFC-47D1-9849-37ABECA832E6}" srcId="{921504C5-AF1A-4F06-A302-7A392EE2C0FE}" destId="{CB474BCE-003F-40E9-B707-088CB13472D2}" srcOrd="3" destOrd="0" parTransId="{2311ED7D-477D-4946-8D28-0BE403D8AACB}" sibTransId="{F4976265-EB81-4053-8659-1282332E16E7}"/>
    <dgm:cxn modelId="{99E9ED5B-CEC2-4065-A609-A071CA9CB753}" srcId="{921504C5-AF1A-4F06-A302-7A392EE2C0FE}" destId="{CBFE35CE-C0D4-4333-8203-A1598046E3A5}" srcOrd="0" destOrd="0" parTransId="{58198D4D-029C-4A49-8245-95E61B49FDA7}" sibTransId="{50BEDF1B-BF18-47B7-9E1D-7EFBB4649DAC}"/>
    <dgm:cxn modelId="{B705FB6C-1CF5-49A7-9E77-BFA2AF595B7C}" type="presOf" srcId="{CB474BCE-003F-40E9-B707-088CB13472D2}" destId="{179F06F9-7E9C-4E93-A874-BD7978DEAC9A}" srcOrd="0" destOrd="0" presId="urn:microsoft.com/office/officeart/2018/5/layout/IconCircleLabelList"/>
    <dgm:cxn modelId="{6B7801B0-29D7-4FA1-BBE8-801C793A5EFC}" type="presOf" srcId="{CBFE35CE-C0D4-4333-8203-A1598046E3A5}" destId="{A203C39C-AFF5-4827-A1AF-66623915959A}" srcOrd="0" destOrd="0" presId="urn:microsoft.com/office/officeart/2018/5/layout/IconCircleLabelList"/>
    <dgm:cxn modelId="{80BA92CC-9F24-490E-A6B3-9ACDF84CA0CF}" type="presOf" srcId="{2AA44AA3-1897-4911-AA5F-0E165A190D26}" destId="{AE0C5B5A-7E70-425D-B960-A497769302DA}" srcOrd="0" destOrd="0" presId="urn:microsoft.com/office/officeart/2018/5/layout/IconCircleLabelList"/>
    <dgm:cxn modelId="{EBBF9BE7-FE24-473E-A091-2D534D4B84A8}" type="presOf" srcId="{AD2DC002-4E20-411D-A1DB-984C82DDE079}" destId="{ECBF81FC-5E56-4B4E-B513-2792DCB3C56A}" srcOrd="0" destOrd="0" presId="urn:microsoft.com/office/officeart/2018/5/layout/IconCircleLabelList"/>
    <dgm:cxn modelId="{5FBFB8F7-DF91-4687-85D7-452731DA1DEC}" srcId="{921504C5-AF1A-4F06-A302-7A392EE2C0FE}" destId="{AD2DC002-4E20-411D-A1DB-984C82DDE079}" srcOrd="1" destOrd="0" parTransId="{C2EC1951-8FAC-48B7-B509-A6717B3CC490}" sibTransId="{CE9875B2-CFC6-4033-A3EE-FE9EA059086A}"/>
    <dgm:cxn modelId="{568FF8A0-8018-49B8-9B19-12FC2943ACAA}" type="presParOf" srcId="{1CFCBB41-58D4-46FB-BD8C-4DD3325E4B44}" destId="{451A11D4-DC52-455C-9A0A-EE9BFC2BD0AD}" srcOrd="0" destOrd="0" presId="urn:microsoft.com/office/officeart/2018/5/layout/IconCircleLabelList"/>
    <dgm:cxn modelId="{EA58797B-2EE8-42D3-B943-CDF188AA79DD}" type="presParOf" srcId="{451A11D4-DC52-455C-9A0A-EE9BFC2BD0AD}" destId="{9601BD95-9DE5-49CA-9E09-D2651AB853B1}" srcOrd="0" destOrd="0" presId="urn:microsoft.com/office/officeart/2018/5/layout/IconCircleLabelList"/>
    <dgm:cxn modelId="{5E1CAD7D-59FB-4AAB-884A-518FC08F6855}" type="presParOf" srcId="{451A11D4-DC52-455C-9A0A-EE9BFC2BD0AD}" destId="{78B55FC3-6589-48AA-91C3-110778AD434E}" srcOrd="1" destOrd="0" presId="urn:microsoft.com/office/officeart/2018/5/layout/IconCircleLabelList"/>
    <dgm:cxn modelId="{B0EFACAC-FC54-4C9F-A0E0-9DBA6A5A3A8B}" type="presParOf" srcId="{451A11D4-DC52-455C-9A0A-EE9BFC2BD0AD}" destId="{81AB68B8-B022-4140-A7DF-9758BA133621}" srcOrd="2" destOrd="0" presId="urn:microsoft.com/office/officeart/2018/5/layout/IconCircleLabelList"/>
    <dgm:cxn modelId="{1F034F8E-8687-4601-A3C6-BC3BA2BAED68}" type="presParOf" srcId="{451A11D4-DC52-455C-9A0A-EE9BFC2BD0AD}" destId="{A203C39C-AFF5-4827-A1AF-66623915959A}" srcOrd="3" destOrd="0" presId="urn:microsoft.com/office/officeart/2018/5/layout/IconCircleLabelList"/>
    <dgm:cxn modelId="{413E5CCF-9B75-41C4-87BE-A78F750EA0CC}" type="presParOf" srcId="{1CFCBB41-58D4-46FB-BD8C-4DD3325E4B44}" destId="{82BB872A-D21D-480C-90BD-E84895ACA948}" srcOrd="1" destOrd="0" presId="urn:microsoft.com/office/officeart/2018/5/layout/IconCircleLabelList"/>
    <dgm:cxn modelId="{A7E34A11-605B-4F64-B08D-2DBAFDA87CBF}" type="presParOf" srcId="{1CFCBB41-58D4-46FB-BD8C-4DD3325E4B44}" destId="{3A193DA4-2130-43C5-8693-A42AFF27B02E}" srcOrd="2" destOrd="0" presId="urn:microsoft.com/office/officeart/2018/5/layout/IconCircleLabelList"/>
    <dgm:cxn modelId="{81A08F7B-B0A9-4AE9-848F-A265FC60B2D0}" type="presParOf" srcId="{3A193DA4-2130-43C5-8693-A42AFF27B02E}" destId="{38AB31CE-7E4C-4B85-BA98-F5766DC48E75}" srcOrd="0" destOrd="0" presId="urn:microsoft.com/office/officeart/2018/5/layout/IconCircleLabelList"/>
    <dgm:cxn modelId="{FDFC9815-7D2B-4981-B00B-5A4636E1FFCE}" type="presParOf" srcId="{3A193DA4-2130-43C5-8693-A42AFF27B02E}" destId="{CC9063CB-9F34-49DF-B3E6-1B4C51F72A77}" srcOrd="1" destOrd="0" presId="urn:microsoft.com/office/officeart/2018/5/layout/IconCircleLabelList"/>
    <dgm:cxn modelId="{2C1367FD-8743-4E19-9555-85C66E1467A9}" type="presParOf" srcId="{3A193DA4-2130-43C5-8693-A42AFF27B02E}" destId="{689F0341-8532-4E5C-A348-052AEC3EB32A}" srcOrd="2" destOrd="0" presId="urn:microsoft.com/office/officeart/2018/5/layout/IconCircleLabelList"/>
    <dgm:cxn modelId="{AA55C2CD-077C-40D6-8FD6-675440958DF2}" type="presParOf" srcId="{3A193DA4-2130-43C5-8693-A42AFF27B02E}" destId="{ECBF81FC-5E56-4B4E-B513-2792DCB3C56A}" srcOrd="3" destOrd="0" presId="urn:microsoft.com/office/officeart/2018/5/layout/IconCircleLabelList"/>
    <dgm:cxn modelId="{5E44FED7-DE10-49A8-BAAD-C90119412FE2}" type="presParOf" srcId="{1CFCBB41-58D4-46FB-BD8C-4DD3325E4B44}" destId="{CFE77A60-1F33-4584-BB51-8C72A76697ED}" srcOrd="3" destOrd="0" presId="urn:microsoft.com/office/officeart/2018/5/layout/IconCircleLabelList"/>
    <dgm:cxn modelId="{3E1D755C-5213-4D0A-9602-9C1928D85562}" type="presParOf" srcId="{1CFCBB41-58D4-46FB-BD8C-4DD3325E4B44}" destId="{A1672317-FBFA-409B-A7C2-130C96E4B8B2}" srcOrd="4" destOrd="0" presId="urn:microsoft.com/office/officeart/2018/5/layout/IconCircleLabelList"/>
    <dgm:cxn modelId="{11C32BDA-BCF7-4826-8C07-56BC73B733A2}" type="presParOf" srcId="{A1672317-FBFA-409B-A7C2-130C96E4B8B2}" destId="{7E8B03E6-CC8F-4D35-8464-B6DCD47EB951}" srcOrd="0" destOrd="0" presId="urn:microsoft.com/office/officeart/2018/5/layout/IconCircleLabelList"/>
    <dgm:cxn modelId="{91BF3A96-A054-4A17-A0AE-BB15C0E874BF}" type="presParOf" srcId="{A1672317-FBFA-409B-A7C2-130C96E4B8B2}" destId="{AFA0C0ED-F8CF-4464-A3D5-38B6666549C0}" srcOrd="1" destOrd="0" presId="urn:microsoft.com/office/officeart/2018/5/layout/IconCircleLabelList"/>
    <dgm:cxn modelId="{A671552D-7DC9-45CD-8975-5B0F4933CF9E}" type="presParOf" srcId="{A1672317-FBFA-409B-A7C2-130C96E4B8B2}" destId="{C6367B74-29F1-45AC-A4EB-996503A8256F}" srcOrd="2" destOrd="0" presId="urn:microsoft.com/office/officeart/2018/5/layout/IconCircleLabelList"/>
    <dgm:cxn modelId="{14C21DC0-804D-4038-978B-447208AB9BAF}" type="presParOf" srcId="{A1672317-FBFA-409B-A7C2-130C96E4B8B2}" destId="{AE0C5B5A-7E70-425D-B960-A497769302DA}" srcOrd="3" destOrd="0" presId="urn:microsoft.com/office/officeart/2018/5/layout/IconCircleLabelList"/>
    <dgm:cxn modelId="{6A11C154-9A85-4EAE-B2B2-FEA3EACD3E18}" type="presParOf" srcId="{1CFCBB41-58D4-46FB-BD8C-4DD3325E4B44}" destId="{EA0A319A-679E-4866-893D-633DD402B2F3}" srcOrd="5" destOrd="0" presId="urn:microsoft.com/office/officeart/2018/5/layout/IconCircleLabelList"/>
    <dgm:cxn modelId="{91C5CD50-8885-4121-98DE-7B3CD7E3426F}" type="presParOf" srcId="{1CFCBB41-58D4-46FB-BD8C-4DD3325E4B44}" destId="{70388CAC-83DB-40DD-9A96-C0F899F8B9E8}" srcOrd="6" destOrd="0" presId="urn:microsoft.com/office/officeart/2018/5/layout/IconCircleLabelList"/>
    <dgm:cxn modelId="{8EDED8D8-D679-4980-A94B-142C8AE2EF39}" type="presParOf" srcId="{70388CAC-83DB-40DD-9A96-C0F899F8B9E8}" destId="{89541EE5-B45F-48B0-A2BF-2594E45477B0}" srcOrd="0" destOrd="0" presId="urn:microsoft.com/office/officeart/2018/5/layout/IconCircleLabelList"/>
    <dgm:cxn modelId="{C3B69B85-8D71-42B8-961F-D791D5957CF8}" type="presParOf" srcId="{70388CAC-83DB-40DD-9A96-C0F899F8B9E8}" destId="{CDEA6C92-CFEA-441E-8072-5216664429F9}" srcOrd="1" destOrd="0" presId="urn:microsoft.com/office/officeart/2018/5/layout/IconCircleLabelList"/>
    <dgm:cxn modelId="{A53AA4C1-C74C-4995-8152-8E55F287C27D}" type="presParOf" srcId="{70388CAC-83DB-40DD-9A96-C0F899F8B9E8}" destId="{16B9152B-31F4-434D-AAEE-61C88ABD64E8}" srcOrd="2" destOrd="0" presId="urn:microsoft.com/office/officeart/2018/5/layout/IconCircleLabelList"/>
    <dgm:cxn modelId="{B727521F-A262-4BC0-A4BB-159DB1ADAACC}" type="presParOf" srcId="{70388CAC-83DB-40DD-9A96-C0F899F8B9E8}" destId="{179F06F9-7E9C-4E93-A874-BD7978DEAC9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BA57A97-D7C6-43AF-9EC4-04DDEC4FEFAB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81759B-550D-402E-B4A3-69FEDD3E06C7}">
      <dgm:prSet custT="1"/>
      <dgm:spPr/>
      <dgm:t>
        <a:bodyPr/>
        <a:lstStyle/>
        <a:p>
          <a:r>
            <a:rPr lang="pt-BR" sz="1100" b="1"/>
            <a:t>Introdução ao Big Data</a:t>
          </a:r>
          <a:endParaRPr lang="en-US" sz="1100" dirty="0"/>
        </a:p>
      </dgm:t>
    </dgm:pt>
    <dgm:pt modelId="{A0A83230-8D14-4027-AC3C-C636B409CD0B}" type="parTrans" cxnId="{BEE99BAF-DD77-45A2-AE2A-8B23BA00DEE2}">
      <dgm:prSet/>
      <dgm:spPr/>
      <dgm:t>
        <a:bodyPr/>
        <a:lstStyle/>
        <a:p>
          <a:endParaRPr lang="en-US" sz="2000"/>
        </a:p>
      </dgm:t>
    </dgm:pt>
    <dgm:pt modelId="{35C77413-514B-41CF-8B05-081C581107CA}" type="sibTrans" cxnId="{BEE99BAF-DD77-45A2-AE2A-8B23BA00DEE2}">
      <dgm:prSet/>
      <dgm:spPr/>
      <dgm:t>
        <a:bodyPr/>
        <a:lstStyle/>
        <a:p>
          <a:endParaRPr lang="en-US" sz="2000"/>
        </a:p>
      </dgm:t>
    </dgm:pt>
    <dgm:pt modelId="{366F43E3-292C-4A2C-878B-9C5CD4B4C0AF}">
      <dgm:prSet custT="1"/>
      <dgm:spPr/>
      <dgm:t>
        <a:bodyPr/>
        <a:lstStyle/>
        <a:p>
          <a:r>
            <a:rPr lang="pt-BR" sz="1100" b="1" dirty="0"/>
            <a:t>Tecnologias e Infraestrutura para Big Data</a:t>
          </a:r>
        </a:p>
      </dgm:t>
    </dgm:pt>
    <dgm:pt modelId="{166F543A-B494-4F24-8A52-426654452410}" type="parTrans" cxnId="{7B7B38BE-C0F0-4CB9-A3B3-31FF03236D66}">
      <dgm:prSet/>
      <dgm:spPr/>
      <dgm:t>
        <a:bodyPr/>
        <a:lstStyle/>
        <a:p>
          <a:endParaRPr lang="pt-BR"/>
        </a:p>
      </dgm:t>
    </dgm:pt>
    <dgm:pt modelId="{5B166383-B97F-4071-B239-0802DF8317EF}" type="sibTrans" cxnId="{7B7B38BE-C0F0-4CB9-A3B3-31FF03236D66}">
      <dgm:prSet/>
      <dgm:spPr/>
      <dgm:t>
        <a:bodyPr/>
        <a:lstStyle/>
        <a:p>
          <a:endParaRPr lang="pt-BR"/>
        </a:p>
      </dgm:t>
    </dgm:pt>
    <dgm:pt modelId="{04FEF2FE-2E78-464B-A6C8-BABCD9000AF0}">
      <dgm:prSet custT="1"/>
      <dgm:spPr/>
      <dgm:t>
        <a:bodyPr/>
        <a:lstStyle/>
        <a:p>
          <a:r>
            <a:rPr lang="pt-BR" sz="1100" b="1" dirty="0"/>
            <a:t>Processamento de Dados em Escala</a:t>
          </a:r>
        </a:p>
      </dgm:t>
    </dgm:pt>
    <dgm:pt modelId="{DC487B2B-4D8D-4099-854C-D75C46DD9811}" type="parTrans" cxnId="{BE5E4D25-01AF-420C-A4DC-E24B56AD74B0}">
      <dgm:prSet/>
      <dgm:spPr/>
      <dgm:t>
        <a:bodyPr/>
        <a:lstStyle/>
        <a:p>
          <a:endParaRPr lang="pt-BR"/>
        </a:p>
      </dgm:t>
    </dgm:pt>
    <dgm:pt modelId="{25132983-9615-4A5D-84D1-9B92DA21B1F2}" type="sibTrans" cxnId="{BE5E4D25-01AF-420C-A4DC-E24B56AD74B0}">
      <dgm:prSet/>
      <dgm:spPr/>
      <dgm:t>
        <a:bodyPr/>
        <a:lstStyle/>
        <a:p>
          <a:endParaRPr lang="pt-BR"/>
        </a:p>
      </dgm:t>
    </dgm:pt>
    <dgm:pt modelId="{B2DE6412-2FA7-45C3-9232-FA8245FA51AF}">
      <dgm:prSet custT="1"/>
      <dgm:spPr/>
      <dgm:t>
        <a:bodyPr/>
        <a:lstStyle/>
        <a:p>
          <a:r>
            <a:rPr lang="pt-BR" sz="1100" b="1" dirty="0"/>
            <a:t>Análise de Dados em Tempo Real</a:t>
          </a:r>
        </a:p>
      </dgm:t>
    </dgm:pt>
    <dgm:pt modelId="{029D6360-7DEE-48E1-BDE0-0F045E400682}" type="parTrans" cxnId="{6AC79D6F-EEF9-442D-B121-B9F7C3CC171E}">
      <dgm:prSet/>
      <dgm:spPr/>
      <dgm:t>
        <a:bodyPr/>
        <a:lstStyle/>
        <a:p>
          <a:endParaRPr lang="pt-BR"/>
        </a:p>
      </dgm:t>
    </dgm:pt>
    <dgm:pt modelId="{4B60071B-6D48-4BF0-B977-D7B491F52498}" type="sibTrans" cxnId="{6AC79D6F-EEF9-442D-B121-B9F7C3CC171E}">
      <dgm:prSet/>
      <dgm:spPr/>
      <dgm:t>
        <a:bodyPr/>
        <a:lstStyle/>
        <a:p>
          <a:endParaRPr lang="pt-BR"/>
        </a:p>
      </dgm:t>
    </dgm:pt>
    <dgm:pt modelId="{EF0A341A-B146-4049-AE65-D5D411C94210}">
      <dgm:prSet custT="1"/>
      <dgm:spPr/>
      <dgm:t>
        <a:bodyPr/>
        <a:lstStyle/>
        <a:p>
          <a:r>
            <a:rPr lang="pt-BR" sz="1100" b="1" dirty="0"/>
            <a:t>Aprendizado de Máquina em Big Data</a:t>
          </a:r>
        </a:p>
      </dgm:t>
    </dgm:pt>
    <dgm:pt modelId="{F38D2FD9-B485-4409-ADEB-38BD616203F4}" type="parTrans" cxnId="{27D8885A-5AD0-4024-829F-BABFAAFC1110}">
      <dgm:prSet/>
      <dgm:spPr/>
      <dgm:t>
        <a:bodyPr/>
        <a:lstStyle/>
        <a:p>
          <a:endParaRPr lang="pt-BR"/>
        </a:p>
      </dgm:t>
    </dgm:pt>
    <dgm:pt modelId="{E79DE9F9-C637-42B4-81FC-2E42E2D7B799}" type="sibTrans" cxnId="{27D8885A-5AD0-4024-829F-BABFAAFC1110}">
      <dgm:prSet/>
      <dgm:spPr/>
      <dgm:t>
        <a:bodyPr/>
        <a:lstStyle/>
        <a:p>
          <a:endParaRPr lang="pt-BR"/>
        </a:p>
      </dgm:t>
    </dgm:pt>
    <dgm:pt modelId="{0A429E9A-1660-449F-AB7A-E48ED31C55CE}">
      <dgm:prSet custT="1"/>
      <dgm:spPr/>
      <dgm:t>
        <a:bodyPr/>
        <a:lstStyle/>
        <a:p>
          <a:r>
            <a:rPr lang="pt-BR" sz="1100" b="1" dirty="0"/>
            <a:t>Ética e Privacidade em Big Data</a:t>
          </a:r>
        </a:p>
      </dgm:t>
    </dgm:pt>
    <dgm:pt modelId="{C99C09CE-37AD-486F-8071-0FA73A5AFCE7}" type="parTrans" cxnId="{488D6E5F-8117-4385-8C99-6B323FA05B58}">
      <dgm:prSet/>
      <dgm:spPr/>
      <dgm:t>
        <a:bodyPr/>
        <a:lstStyle/>
        <a:p>
          <a:endParaRPr lang="pt-BR"/>
        </a:p>
      </dgm:t>
    </dgm:pt>
    <dgm:pt modelId="{F8366662-DF9E-4480-8F92-7D132ED98840}" type="sibTrans" cxnId="{488D6E5F-8117-4385-8C99-6B323FA05B58}">
      <dgm:prSet/>
      <dgm:spPr/>
      <dgm:t>
        <a:bodyPr/>
        <a:lstStyle/>
        <a:p>
          <a:endParaRPr lang="pt-BR"/>
        </a:p>
      </dgm:t>
    </dgm:pt>
    <dgm:pt modelId="{4ED64435-F494-431B-9681-8E71DD6EFB22}" type="pres">
      <dgm:prSet presAssocID="{FBA57A97-D7C6-43AF-9EC4-04DDEC4FEFAB}" presName="diagram" presStyleCnt="0">
        <dgm:presLayoutVars>
          <dgm:dir/>
          <dgm:resizeHandles val="exact"/>
        </dgm:presLayoutVars>
      </dgm:prSet>
      <dgm:spPr/>
    </dgm:pt>
    <dgm:pt modelId="{E387989C-4C75-415D-B608-3AA260E5CD94}" type="pres">
      <dgm:prSet presAssocID="{D781759B-550D-402E-B4A3-69FEDD3E06C7}" presName="node" presStyleLbl="node1" presStyleIdx="0" presStyleCnt="6">
        <dgm:presLayoutVars>
          <dgm:bulletEnabled val="1"/>
        </dgm:presLayoutVars>
      </dgm:prSet>
      <dgm:spPr/>
    </dgm:pt>
    <dgm:pt modelId="{D9E14618-E7A1-41EB-91FB-209AC94635BC}" type="pres">
      <dgm:prSet presAssocID="{35C77413-514B-41CF-8B05-081C581107CA}" presName="sibTrans" presStyleCnt="0"/>
      <dgm:spPr/>
    </dgm:pt>
    <dgm:pt modelId="{7BC536EA-F728-43BA-87D1-B96C64813930}" type="pres">
      <dgm:prSet presAssocID="{366F43E3-292C-4A2C-878B-9C5CD4B4C0AF}" presName="node" presStyleLbl="node1" presStyleIdx="1" presStyleCnt="6">
        <dgm:presLayoutVars>
          <dgm:bulletEnabled val="1"/>
        </dgm:presLayoutVars>
      </dgm:prSet>
      <dgm:spPr/>
    </dgm:pt>
    <dgm:pt modelId="{3FDF5F08-040B-4BDC-842B-A50D438D6A38}" type="pres">
      <dgm:prSet presAssocID="{5B166383-B97F-4071-B239-0802DF8317EF}" presName="sibTrans" presStyleCnt="0"/>
      <dgm:spPr/>
    </dgm:pt>
    <dgm:pt modelId="{3D64395E-1C55-4A4D-BD68-CF0FA65F5505}" type="pres">
      <dgm:prSet presAssocID="{04FEF2FE-2E78-464B-A6C8-BABCD9000AF0}" presName="node" presStyleLbl="node1" presStyleIdx="2" presStyleCnt="6">
        <dgm:presLayoutVars>
          <dgm:bulletEnabled val="1"/>
        </dgm:presLayoutVars>
      </dgm:prSet>
      <dgm:spPr/>
    </dgm:pt>
    <dgm:pt modelId="{B7F01215-79D1-45A4-B479-9D9F15E32CF7}" type="pres">
      <dgm:prSet presAssocID="{25132983-9615-4A5D-84D1-9B92DA21B1F2}" presName="sibTrans" presStyleCnt="0"/>
      <dgm:spPr/>
    </dgm:pt>
    <dgm:pt modelId="{6CEB5033-5F6E-44EC-AD95-6F8804F82935}" type="pres">
      <dgm:prSet presAssocID="{B2DE6412-2FA7-45C3-9232-FA8245FA51AF}" presName="node" presStyleLbl="node1" presStyleIdx="3" presStyleCnt="6">
        <dgm:presLayoutVars>
          <dgm:bulletEnabled val="1"/>
        </dgm:presLayoutVars>
      </dgm:prSet>
      <dgm:spPr/>
    </dgm:pt>
    <dgm:pt modelId="{628AC983-87CE-4189-9C27-7A86D1C9BEC3}" type="pres">
      <dgm:prSet presAssocID="{4B60071B-6D48-4BF0-B977-D7B491F52498}" presName="sibTrans" presStyleCnt="0"/>
      <dgm:spPr/>
    </dgm:pt>
    <dgm:pt modelId="{34DE67BC-DC71-49BD-9ED7-86F0A912ACCB}" type="pres">
      <dgm:prSet presAssocID="{EF0A341A-B146-4049-AE65-D5D411C94210}" presName="node" presStyleLbl="node1" presStyleIdx="4" presStyleCnt="6">
        <dgm:presLayoutVars>
          <dgm:bulletEnabled val="1"/>
        </dgm:presLayoutVars>
      </dgm:prSet>
      <dgm:spPr/>
    </dgm:pt>
    <dgm:pt modelId="{36825AFA-D8B6-4180-91E5-4BDB6EF46012}" type="pres">
      <dgm:prSet presAssocID="{E79DE9F9-C637-42B4-81FC-2E42E2D7B799}" presName="sibTrans" presStyleCnt="0"/>
      <dgm:spPr/>
    </dgm:pt>
    <dgm:pt modelId="{CA25937D-D0DA-48FF-AD7C-E52EDEF65999}" type="pres">
      <dgm:prSet presAssocID="{0A429E9A-1660-449F-AB7A-E48ED31C55CE}" presName="node" presStyleLbl="node1" presStyleIdx="5" presStyleCnt="6">
        <dgm:presLayoutVars>
          <dgm:bulletEnabled val="1"/>
        </dgm:presLayoutVars>
      </dgm:prSet>
      <dgm:spPr/>
    </dgm:pt>
  </dgm:ptLst>
  <dgm:cxnLst>
    <dgm:cxn modelId="{7C863800-498C-475C-B074-8223E5EBD72B}" type="presOf" srcId="{B2DE6412-2FA7-45C3-9232-FA8245FA51AF}" destId="{6CEB5033-5F6E-44EC-AD95-6F8804F82935}" srcOrd="0" destOrd="0" presId="urn:microsoft.com/office/officeart/2005/8/layout/default"/>
    <dgm:cxn modelId="{BE5E4D25-01AF-420C-A4DC-E24B56AD74B0}" srcId="{FBA57A97-D7C6-43AF-9EC4-04DDEC4FEFAB}" destId="{04FEF2FE-2E78-464B-A6C8-BABCD9000AF0}" srcOrd="2" destOrd="0" parTransId="{DC487B2B-4D8D-4099-854C-D75C46DD9811}" sibTransId="{25132983-9615-4A5D-84D1-9B92DA21B1F2}"/>
    <dgm:cxn modelId="{281F3F2D-3AB6-4F4A-B25C-92841EB7BE38}" type="presOf" srcId="{04FEF2FE-2E78-464B-A6C8-BABCD9000AF0}" destId="{3D64395E-1C55-4A4D-BD68-CF0FA65F5505}" srcOrd="0" destOrd="0" presId="urn:microsoft.com/office/officeart/2005/8/layout/default"/>
    <dgm:cxn modelId="{94FA3D39-EE89-47C7-825E-9AA3392C7008}" type="presOf" srcId="{FBA57A97-D7C6-43AF-9EC4-04DDEC4FEFAB}" destId="{4ED64435-F494-431B-9681-8E71DD6EFB22}" srcOrd="0" destOrd="0" presId="urn:microsoft.com/office/officeart/2005/8/layout/default"/>
    <dgm:cxn modelId="{488D6E5F-8117-4385-8C99-6B323FA05B58}" srcId="{FBA57A97-D7C6-43AF-9EC4-04DDEC4FEFAB}" destId="{0A429E9A-1660-449F-AB7A-E48ED31C55CE}" srcOrd="5" destOrd="0" parTransId="{C99C09CE-37AD-486F-8071-0FA73A5AFCE7}" sibTransId="{F8366662-DF9E-4480-8F92-7D132ED98840}"/>
    <dgm:cxn modelId="{6AC79D6F-EEF9-442D-B121-B9F7C3CC171E}" srcId="{FBA57A97-D7C6-43AF-9EC4-04DDEC4FEFAB}" destId="{B2DE6412-2FA7-45C3-9232-FA8245FA51AF}" srcOrd="3" destOrd="0" parTransId="{029D6360-7DEE-48E1-BDE0-0F045E400682}" sibTransId="{4B60071B-6D48-4BF0-B977-D7B491F52498}"/>
    <dgm:cxn modelId="{27D8885A-5AD0-4024-829F-BABFAAFC1110}" srcId="{FBA57A97-D7C6-43AF-9EC4-04DDEC4FEFAB}" destId="{EF0A341A-B146-4049-AE65-D5D411C94210}" srcOrd="4" destOrd="0" parTransId="{F38D2FD9-B485-4409-ADEB-38BD616203F4}" sibTransId="{E79DE9F9-C637-42B4-81FC-2E42E2D7B799}"/>
    <dgm:cxn modelId="{BEE99BAF-DD77-45A2-AE2A-8B23BA00DEE2}" srcId="{FBA57A97-D7C6-43AF-9EC4-04DDEC4FEFAB}" destId="{D781759B-550D-402E-B4A3-69FEDD3E06C7}" srcOrd="0" destOrd="0" parTransId="{A0A83230-8D14-4027-AC3C-C636B409CD0B}" sibTransId="{35C77413-514B-41CF-8B05-081C581107CA}"/>
    <dgm:cxn modelId="{7B7B38BE-C0F0-4CB9-A3B3-31FF03236D66}" srcId="{FBA57A97-D7C6-43AF-9EC4-04DDEC4FEFAB}" destId="{366F43E3-292C-4A2C-878B-9C5CD4B4C0AF}" srcOrd="1" destOrd="0" parTransId="{166F543A-B494-4F24-8A52-426654452410}" sibTransId="{5B166383-B97F-4071-B239-0802DF8317EF}"/>
    <dgm:cxn modelId="{D1EF0BC0-CC61-4489-BCCF-19C0797F2F36}" type="presOf" srcId="{D781759B-550D-402E-B4A3-69FEDD3E06C7}" destId="{E387989C-4C75-415D-B608-3AA260E5CD94}" srcOrd="0" destOrd="0" presId="urn:microsoft.com/office/officeart/2005/8/layout/default"/>
    <dgm:cxn modelId="{AA68C3D2-0B27-4F21-B8FD-C6076781DAA8}" type="presOf" srcId="{366F43E3-292C-4A2C-878B-9C5CD4B4C0AF}" destId="{7BC536EA-F728-43BA-87D1-B96C64813930}" srcOrd="0" destOrd="0" presId="urn:microsoft.com/office/officeart/2005/8/layout/default"/>
    <dgm:cxn modelId="{04A905DA-A481-4EA3-AEB3-8E48546BB46E}" type="presOf" srcId="{EF0A341A-B146-4049-AE65-D5D411C94210}" destId="{34DE67BC-DC71-49BD-9ED7-86F0A912ACCB}" srcOrd="0" destOrd="0" presId="urn:microsoft.com/office/officeart/2005/8/layout/default"/>
    <dgm:cxn modelId="{631340DC-EA33-4489-A377-6C860C093336}" type="presOf" srcId="{0A429E9A-1660-449F-AB7A-E48ED31C55CE}" destId="{CA25937D-D0DA-48FF-AD7C-E52EDEF65999}" srcOrd="0" destOrd="0" presId="urn:microsoft.com/office/officeart/2005/8/layout/default"/>
    <dgm:cxn modelId="{B7CA40C6-FD8F-469C-9F83-64C81BBF1242}" type="presParOf" srcId="{4ED64435-F494-431B-9681-8E71DD6EFB22}" destId="{E387989C-4C75-415D-B608-3AA260E5CD94}" srcOrd="0" destOrd="0" presId="urn:microsoft.com/office/officeart/2005/8/layout/default"/>
    <dgm:cxn modelId="{BBFBD123-02AA-4B3A-BF3D-ED463076BFED}" type="presParOf" srcId="{4ED64435-F494-431B-9681-8E71DD6EFB22}" destId="{D9E14618-E7A1-41EB-91FB-209AC94635BC}" srcOrd="1" destOrd="0" presId="urn:microsoft.com/office/officeart/2005/8/layout/default"/>
    <dgm:cxn modelId="{097915B1-9393-4282-8467-04629CCA8D68}" type="presParOf" srcId="{4ED64435-F494-431B-9681-8E71DD6EFB22}" destId="{7BC536EA-F728-43BA-87D1-B96C64813930}" srcOrd="2" destOrd="0" presId="urn:microsoft.com/office/officeart/2005/8/layout/default"/>
    <dgm:cxn modelId="{F5D22C49-1E71-414C-BB8B-E7B8ED50CC26}" type="presParOf" srcId="{4ED64435-F494-431B-9681-8E71DD6EFB22}" destId="{3FDF5F08-040B-4BDC-842B-A50D438D6A38}" srcOrd="3" destOrd="0" presId="urn:microsoft.com/office/officeart/2005/8/layout/default"/>
    <dgm:cxn modelId="{7454B043-6654-4536-80BB-580A739A962D}" type="presParOf" srcId="{4ED64435-F494-431B-9681-8E71DD6EFB22}" destId="{3D64395E-1C55-4A4D-BD68-CF0FA65F5505}" srcOrd="4" destOrd="0" presId="urn:microsoft.com/office/officeart/2005/8/layout/default"/>
    <dgm:cxn modelId="{FA57DA13-507D-4FAE-B77B-7994F844C9A3}" type="presParOf" srcId="{4ED64435-F494-431B-9681-8E71DD6EFB22}" destId="{B7F01215-79D1-45A4-B479-9D9F15E32CF7}" srcOrd="5" destOrd="0" presId="urn:microsoft.com/office/officeart/2005/8/layout/default"/>
    <dgm:cxn modelId="{028C152E-0183-4C7C-869B-4712CBAE5B79}" type="presParOf" srcId="{4ED64435-F494-431B-9681-8E71DD6EFB22}" destId="{6CEB5033-5F6E-44EC-AD95-6F8804F82935}" srcOrd="6" destOrd="0" presId="urn:microsoft.com/office/officeart/2005/8/layout/default"/>
    <dgm:cxn modelId="{3916F2F4-647B-4E1E-BC18-F481F5E91A3C}" type="presParOf" srcId="{4ED64435-F494-431B-9681-8E71DD6EFB22}" destId="{628AC983-87CE-4189-9C27-7A86D1C9BEC3}" srcOrd="7" destOrd="0" presId="urn:microsoft.com/office/officeart/2005/8/layout/default"/>
    <dgm:cxn modelId="{D6877836-E893-48B0-B43D-94992F2C7649}" type="presParOf" srcId="{4ED64435-F494-431B-9681-8E71DD6EFB22}" destId="{34DE67BC-DC71-49BD-9ED7-86F0A912ACCB}" srcOrd="8" destOrd="0" presId="urn:microsoft.com/office/officeart/2005/8/layout/default"/>
    <dgm:cxn modelId="{8C5717EA-E71B-4F28-9C18-48F262F4E0E5}" type="presParOf" srcId="{4ED64435-F494-431B-9681-8E71DD6EFB22}" destId="{36825AFA-D8B6-4180-91E5-4BDB6EF46012}" srcOrd="9" destOrd="0" presId="urn:microsoft.com/office/officeart/2005/8/layout/default"/>
    <dgm:cxn modelId="{DE1F1D14-106C-4FB2-AB0F-738120EF5FAF}" type="presParOf" srcId="{4ED64435-F494-431B-9681-8E71DD6EFB22}" destId="{CA25937D-D0DA-48FF-AD7C-E52EDEF65999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941C0CC-8539-43DF-8F3F-25223E1FF2D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C6F1ED-0CD2-44FD-9EBE-5D7BDCDB1D7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 dirty="0"/>
            <a:t>Computadores ou dispositivos móveis com conexão com a Internet.</a:t>
          </a:r>
          <a:endParaRPr lang="en-US" sz="1200" dirty="0"/>
        </a:p>
      </dgm:t>
    </dgm:pt>
    <dgm:pt modelId="{2E528EE3-F0D2-47DF-B418-BDB84AD25438}" type="parTrans" cxnId="{8B357325-C2AD-4038-90A7-89EB9D54ABAF}">
      <dgm:prSet/>
      <dgm:spPr/>
      <dgm:t>
        <a:bodyPr/>
        <a:lstStyle/>
        <a:p>
          <a:endParaRPr lang="en-US" sz="1400"/>
        </a:p>
      </dgm:t>
    </dgm:pt>
    <dgm:pt modelId="{A7A3904E-7BE7-4F3A-90C8-A5B7E1332C0B}" type="sibTrans" cxnId="{8B357325-C2AD-4038-90A7-89EB9D54ABAF}">
      <dgm:prSet/>
      <dgm:spPr/>
      <dgm:t>
        <a:bodyPr/>
        <a:lstStyle/>
        <a:p>
          <a:endParaRPr lang="en-US" sz="1600"/>
        </a:p>
      </dgm:t>
    </dgm:pt>
    <dgm:pt modelId="{E425703E-EBEB-4F3D-8860-04FE25F2F69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Quadro branco em sala de aula convencional ou laboratório.</a:t>
          </a:r>
          <a:endParaRPr lang="en-US" sz="1200"/>
        </a:p>
      </dgm:t>
    </dgm:pt>
    <dgm:pt modelId="{C5417DD2-E539-4E39-8659-9DEB29F0CA30}" type="parTrans" cxnId="{37C67937-2158-43D1-8C26-131CA369D049}">
      <dgm:prSet/>
      <dgm:spPr/>
      <dgm:t>
        <a:bodyPr/>
        <a:lstStyle/>
        <a:p>
          <a:endParaRPr lang="en-US" sz="1400"/>
        </a:p>
      </dgm:t>
    </dgm:pt>
    <dgm:pt modelId="{0D7D3856-804D-41BE-A202-AA76C726BD94}" type="sibTrans" cxnId="{37C67937-2158-43D1-8C26-131CA369D049}">
      <dgm:prSet/>
      <dgm:spPr/>
      <dgm:t>
        <a:bodyPr/>
        <a:lstStyle/>
        <a:p>
          <a:endParaRPr lang="en-US" sz="1600"/>
        </a:p>
      </dgm:t>
    </dgm:pt>
    <dgm:pt modelId="{636AC5F4-AC59-4C9F-8A1E-A6222E2141B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Recursos audiovisuais (projetor multimídia, tela, equipamento de áudio, vídeos)</a:t>
          </a:r>
          <a:endParaRPr lang="en-US" sz="1200"/>
        </a:p>
      </dgm:t>
    </dgm:pt>
    <dgm:pt modelId="{15DF7FC3-14D5-4BC8-8389-ECB03EE69E32}" type="parTrans" cxnId="{6630EBDB-6B07-4482-991A-D057A1A32086}">
      <dgm:prSet/>
      <dgm:spPr/>
      <dgm:t>
        <a:bodyPr/>
        <a:lstStyle/>
        <a:p>
          <a:endParaRPr lang="en-US" sz="1400"/>
        </a:p>
      </dgm:t>
    </dgm:pt>
    <dgm:pt modelId="{45625DEC-E5B5-4AE5-A077-C220E886690B}" type="sibTrans" cxnId="{6630EBDB-6B07-4482-991A-D057A1A32086}">
      <dgm:prSet/>
      <dgm:spPr/>
      <dgm:t>
        <a:bodyPr/>
        <a:lstStyle/>
        <a:p>
          <a:endParaRPr lang="en-US" sz="1600"/>
        </a:p>
      </dgm:t>
    </dgm:pt>
    <dgm:pt modelId="{74A1159A-B6F5-41F0-8EB2-561CAFB0DE3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Ambiente do SGI, notadamente para aspectos administrativos da disciplina (frequência, menções, comunicados).</a:t>
          </a:r>
          <a:endParaRPr lang="en-US" sz="1200"/>
        </a:p>
      </dgm:t>
    </dgm:pt>
    <dgm:pt modelId="{7353C099-A249-464D-B101-ED31BBD35766}" type="parTrans" cxnId="{B42EB706-3378-4271-B054-6F90B5599210}">
      <dgm:prSet/>
      <dgm:spPr/>
      <dgm:t>
        <a:bodyPr/>
        <a:lstStyle/>
        <a:p>
          <a:endParaRPr lang="en-US" sz="1400"/>
        </a:p>
      </dgm:t>
    </dgm:pt>
    <dgm:pt modelId="{22CF3817-7A62-40FE-A1E4-7984DD7B9588}" type="sibTrans" cxnId="{B42EB706-3378-4271-B054-6F90B5599210}">
      <dgm:prSet/>
      <dgm:spPr/>
      <dgm:t>
        <a:bodyPr/>
        <a:lstStyle/>
        <a:p>
          <a:endParaRPr lang="en-US" sz="1600"/>
        </a:p>
      </dgm:t>
    </dgm:pt>
    <dgm:pt modelId="{ECD162EE-11F2-47AC-8E4F-30FD819DB85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Ambiente Moodle (Sala Online) será utilizado como apoio às atividades pedagógicas, incluindo conteúdo, atividades e avisos.</a:t>
          </a:r>
          <a:endParaRPr lang="en-US" sz="1200"/>
        </a:p>
      </dgm:t>
    </dgm:pt>
    <dgm:pt modelId="{9D91DB58-8AB9-4001-B474-168D271EE5D4}" type="parTrans" cxnId="{430C998D-7A19-4B44-A14B-EF6650EF43F8}">
      <dgm:prSet/>
      <dgm:spPr/>
      <dgm:t>
        <a:bodyPr/>
        <a:lstStyle/>
        <a:p>
          <a:endParaRPr lang="en-US" sz="1400"/>
        </a:p>
      </dgm:t>
    </dgm:pt>
    <dgm:pt modelId="{6E0AA0C2-1357-45F6-8F12-9D7D4A9CA3A6}" type="sibTrans" cxnId="{430C998D-7A19-4B44-A14B-EF6650EF43F8}">
      <dgm:prSet/>
      <dgm:spPr/>
      <dgm:t>
        <a:bodyPr/>
        <a:lstStyle/>
        <a:p>
          <a:endParaRPr lang="en-US" sz="1600"/>
        </a:p>
      </dgm:t>
    </dgm:pt>
    <dgm:pt modelId="{072B57C4-6A91-43FB-8ACA-341A09A323D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Livros e artigos relativos à disciplina.</a:t>
          </a:r>
          <a:endParaRPr lang="en-US" sz="1200"/>
        </a:p>
      </dgm:t>
    </dgm:pt>
    <dgm:pt modelId="{879CC280-A172-480D-9C63-4A6745A0CFDC}" type="parTrans" cxnId="{D05D897D-4E81-4E88-AE94-FCEF66168238}">
      <dgm:prSet/>
      <dgm:spPr/>
      <dgm:t>
        <a:bodyPr/>
        <a:lstStyle/>
        <a:p>
          <a:endParaRPr lang="en-US" sz="1400"/>
        </a:p>
      </dgm:t>
    </dgm:pt>
    <dgm:pt modelId="{52284A9A-BD81-410D-A673-B1619FC36B7D}" type="sibTrans" cxnId="{D05D897D-4E81-4E88-AE94-FCEF66168238}">
      <dgm:prSet/>
      <dgm:spPr/>
      <dgm:t>
        <a:bodyPr/>
        <a:lstStyle/>
        <a:p>
          <a:endParaRPr lang="en-US" sz="1600"/>
        </a:p>
      </dgm:t>
    </dgm:pt>
    <dgm:pt modelId="{3ADD6EDE-0FBB-4456-8E82-04E31AB0387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200" b="0" i="0" baseline="0"/>
            <a:t>Outros softwares online ou ferramentas gratuitas poderão ser empregados em proveito do processo de ensino e aprendizagem. </a:t>
          </a:r>
          <a:endParaRPr lang="en-US" sz="1200"/>
        </a:p>
      </dgm:t>
    </dgm:pt>
    <dgm:pt modelId="{C85CD55F-8279-4023-A753-6F96D9B37DC8}" type="parTrans" cxnId="{FA4E728B-1745-4066-97E6-27E51B9A899A}">
      <dgm:prSet/>
      <dgm:spPr/>
      <dgm:t>
        <a:bodyPr/>
        <a:lstStyle/>
        <a:p>
          <a:endParaRPr lang="en-US" sz="1400"/>
        </a:p>
      </dgm:t>
    </dgm:pt>
    <dgm:pt modelId="{B134658A-6C2E-48F1-B337-3E778664A2F5}" type="sibTrans" cxnId="{FA4E728B-1745-4066-97E6-27E51B9A899A}">
      <dgm:prSet/>
      <dgm:spPr/>
      <dgm:t>
        <a:bodyPr/>
        <a:lstStyle/>
        <a:p>
          <a:endParaRPr lang="en-US" sz="1600"/>
        </a:p>
      </dgm:t>
    </dgm:pt>
    <dgm:pt modelId="{61EF93F7-6989-4A39-AA3B-455100503E09}" type="pres">
      <dgm:prSet presAssocID="{E941C0CC-8539-43DF-8F3F-25223E1FF2D4}" presName="root" presStyleCnt="0">
        <dgm:presLayoutVars>
          <dgm:dir/>
          <dgm:resizeHandles val="exact"/>
        </dgm:presLayoutVars>
      </dgm:prSet>
      <dgm:spPr/>
    </dgm:pt>
    <dgm:pt modelId="{80D25C5C-14D0-4CEB-9003-B2F676CFBA1B}" type="pres">
      <dgm:prSet presAssocID="{35C6F1ED-0CD2-44FD-9EBE-5D7BDCDB1D7D}" presName="compNode" presStyleCnt="0"/>
      <dgm:spPr/>
    </dgm:pt>
    <dgm:pt modelId="{25FBE828-1D2D-44C4-B0A4-B232B578644C}" type="pres">
      <dgm:prSet presAssocID="{35C6F1ED-0CD2-44FD-9EBE-5D7BDCDB1D7D}" presName="bgRect" presStyleLbl="bgShp" presStyleIdx="0" presStyleCnt="7"/>
      <dgm:spPr/>
    </dgm:pt>
    <dgm:pt modelId="{44B3E565-3701-4B93-9CD8-5E0D351295BF}" type="pres">
      <dgm:prSet presAssocID="{35C6F1ED-0CD2-44FD-9EBE-5D7BDCDB1D7D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m fio"/>
        </a:ext>
      </dgm:extLst>
    </dgm:pt>
    <dgm:pt modelId="{4B8C8AC1-D64C-4200-AC05-4661A02449E8}" type="pres">
      <dgm:prSet presAssocID="{35C6F1ED-0CD2-44FD-9EBE-5D7BDCDB1D7D}" presName="spaceRect" presStyleCnt="0"/>
      <dgm:spPr/>
    </dgm:pt>
    <dgm:pt modelId="{3D3CB6E1-37B6-457D-82BE-52CBBD116C70}" type="pres">
      <dgm:prSet presAssocID="{35C6F1ED-0CD2-44FD-9EBE-5D7BDCDB1D7D}" presName="parTx" presStyleLbl="revTx" presStyleIdx="0" presStyleCnt="7">
        <dgm:presLayoutVars>
          <dgm:chMax val="0"/>
          <dgm:chPref val="0"/>
        </dgm:presLayoutVars>
      </dgm:prSet>
      <dgm:spPr/>
    </dgm:pt>
    <dgm:pt modelId="{248BA354-0EC3-4380-B5E0-5943973A5F27}" type="pres">
      <dgm:prSet presAssocID="{A7A3904E-7BE7-4F3A-90C8-A5B7E1332C0B}" presName="sibTrans" presStyleCnt="0"/>
      <dgm:spPr/>
    </dgm:pt>
    <dgm:pt modelId="{0CDC5C4F-EA57-4DA1-B2CB-638F6A8BD9A9}" type="pres">
      <dgm:prSet presAssocID="{E425703E-EBEB-4F3D-8860-04FE25F2F69C}" presName="compNode" presStyleCnt="0"/>
      <dgm:spPr/>
    </dgm:pt>
    <dgm:pt modelId="{D90FDEFD-FBC6-42AC-ABC5-A04C626E1E4A}" type="pres">
      <dgm:prSet presAssocID="{E425703E-EBEB-4F3D-8860-04FE25F2F69C}" presName="bgRect" presStyleLbl="bgShp" presStyleIdx="1" presStyleCnt="7"/>
      <dgm:spPr/>
    </dgm:pt>
    <dgm:pt modelId="{6CCB4D1F-9FC5-43A9-8585-CA731D025BCA}" type="pres">
      <dgm:prSet presAssocID="{E425703E-EBEB-4F3D-8860-04FE25F2F69C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entista"/>
        </a:ext>
      </dgm:extLst>
    </dgm:pt>
    <dgm:pt modelId="{E1564873-6A3E-4EC1-B3E1-C5DB96C7A0B3}" type="pres">
      <dgm:prSet presAssocID="{E425703E-EBEB-4F3D-8860-04FE25F2F69C}" presName="spaceRect" presStyleCnt="0"/>
      <dgm:spPr/>
    </dgm:pt>
    <dgm:pt modelId="{990A413C-CD31-4DBA-AF30-436BEA4F0B16}" type="pres">
      <dgm:prSet presAssocID="{E425703E-EBEB-4F3D-8860-04FE25F2F69C}" presName="parTx" presStyleLbl="revTx" presStyleIdx="1" presStyleCnt="7">
        <dgm:presLayoutVars>
          <dgm:chMax val="0"/>
          <dgm:chPref val="0"/>
        </dgm:presLayoutVars>
      </dgm:prSet>
      <dgm:spPr/>
    </dgm:pt>
    <dgm:pt modelId="{066205BC-6E3D-4806-94BB-0A363E6C9FE5}" type="pres">
      <dgm:prSet presAssocID="{0D7D3856-804D-41BE-A202-AA76C726BD94}" presName="sibTrans" presStyleCnt="0"/>
      <dgm:spPr/>
    </dgm:pt>
    <dgm:pt modelId="{37218F2B-BB01-46A2-BC0D-5A36985427F3}" type="pres">
      <dgm:prSet presAssocID="{636AC5F4-AC59-4C9F-8A1E-A6222E2141BF}" presName="compNode" presStyleCnt="0"/>
      <dgm:spPr/>
    </dgm:pt>
    <dgm:pt modelId="{E3348C30-67E4-4AFB-82C6-50E12912AE79}" type="pres">
      <dgm:prSet presAssocID="{636AC5F4-AC59-4C9F-8A1E-A6222E2141BF}" presName="bgRect" presStyleLbl="bgShp" presStyleIdx="2" presStyleCnt="7"/>
      <dgm:spPr/>
    </dgm:pt>
    <dgm:pt modelId="{20759C0C-341E-4405-81B7-774A86E838C6}" type="pres">
      <dgm:prSet presAssocID="{636AC5F4-AC59-4C9F-8A1E-A6222E2141BF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3F297AFC-C572-4CF0-AFE6-4EAA8A5A54D9}" type="pres">
      <dgm:prSet presAssocID="{636AC5F4-AC59-4C9F-8A1E-A6222E2141BF}" presName="spaceRect" presStyleCnt="0"/>
      <dgm:spPr/>
    </dgm:pt>
    <dgm:pt modelId="{66D72721-BB15-4E63-ACE8-834A4D87CF80}" type="pres">
      <dgm:prSet presAssocID="{636AC5F4-AC59-4C9F-8A1E-A6222E2141BF}" presName="parTx" presStyleLbl="revTx" presStyleIdx="2" presStyleCnt="7">
        <dgm:presLayoutVars>
          <dgm:chMax val="0"/>
          <dgm:chPref val="0"/>
        </dgm:presLayoutVars>
      </dgm:prSet>
      <dgm:spPr/>
    </dgm:pt>
    <dgm:pt modelId="{118B3464-E6B8-48C6-81FC-50C041CAA297}" type="pres">
      <dgm:prSet presAssocID="{45625DEC-E5B5-4AE5-A077-C220E886690B}" presName="sibTrans" presStyleCnt="0"/>
      <dgm:spPr/>
    </dgm:pt>
    <dgm:pt modelId="{288EE377-65C8-4B09-9F99-A56C7DFCE3B2}" type="pres">
      <dgm:prSet presAssocID="{74A1159A-B6F5-41F0-8EB2-561CAFB0DE38}" presName="compNode" presStyleCnt="0"/>
      <dgm:spPr/>
    </dgm:pt>
    <dgm:pt modelId="{C6FB527D-3C50-4012-A84B-62C2412447F6}" type="pres">
      <dgm:prSet presAssocID="{74A1159A-B6F5-41F0-8EB2-561CAFB0DE38}" presName="bgRect" presStyleLbl="bgShp" presStyleIdx="3" presStyleCnt="7"/>
      <dgm:spPr/>
    </dgm:pt>
    <dgm:pt modelId="{F4A42C8D-4547-46B3-BA86-C7E07E495E45}" type="pres">
      <dgm:prSet presAssocID="{74A1159A-B6F5-41F0-8EB2-561CAFB0DE3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6002B25F-E984-4ADD-A60A-7C8146F018B7}" type="pres">
      <dgm:prSet presAssocID="{74A1159A-B6F5-41F0-8EB2-561CAFB0DE38}" presName="spaceRect" presStyleCnt="0"/>
      <dgm:spPr/>
    </dgm:pt>
    <dgm:pt modelId="{29182CC9-795B-46A3-8B65-D3BEC1BFDA1B}" type="pres">
      <dgm:prSet presAssocID="{74A1159A-B6F5-41F0-8EB2-561CAFB0DE38}" presName="parTx" presStyleLbl="revTx" presStyleIdx="3" presStyleCnt="7">
        <dgm:presLayoutVars>
          <dgm:chMax val="0"/>
          <dgm:chPref val="0"/>
        </dgm:presLayoutVars>
      </dgm:prSet>
      <dgm:spPr/>
    </dgm:pt>
    <dgm:pt modelId="{50A02880-A7DA-48C2-8D77-6FDADC64D6DB}" type="pres">
      <dgm:prSet presAssocID="{22CF3817-7A62-40FE-A1E4-7984DD7B9588}" presName="sibTrans" presStyleCnt="0"/>
      <dgm:spPr/>
    </dgm:pt>
    <dgm:pt modelId="{3729F1BE-7350-41BD-BD80-0C94C937E608}" type="pres">
      <dgm:prSet presAssocID="{ECD162EE-11F2-47AC-8E4F-30FD819DB856}" presName="compNode" presStyleCnt="0"/>
      <dgm:spPr/>
    </dgm:pt>
    <dgm:pt modelId="{0427A985-A16E-4492-8BB7-53AD3BB6D43C}" type="pres">
      <dgm:prSet presAssocID="{ECD162EE-11F2-47AC-8E4F-30FD819DB856}" presName="bgRect" presStyleLbl="bgShp" presStyleIdx="4" presStyleCnt="7"/>
      <dgm:spPr/>
    </dgm:pt>
    <dgm:pt modelId="{30110F25-7C77-4D32-8397-348AC6CCA13B}" type="pres">
      <dgm:prSet presAssocID="{ECD162EE-11F2-47AC-8E4F-30FD819DB856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leia"/>
        </a:ext>
      </dgm:extLst>
    </dgm:pt>
    <dgm:pt modelId="{4347CB49-0B16-4AB1-8928-B879886445F4}" type="pres">
      <dgm:prSet presAssocID="{ECD162EE-11F2-47AC-8E4F-30FD819DB856}" presName="spaceRect" presStyleCnt="0"/>
      <dgm:spPr/>
    </dgm:pt>
    <dgm:pt modelId="{3E6F38B7-7287-470A-B57D-C644D6878497}" type="pres">
      <dgm:prSet presAssocID="{ECD162EE-11F2-47AC-8E4F-30FD819DB856}" presName="parTx" presStyleLbl="revTx" presStyleIdx="4" presStyleCnt="7">
        <dgm:presLayoutVars>
          <dgm:chMax val="0"/>
          <dgm:chPref val="0"/>
        </dgm:presLayoutVars>
      </dgm:prSet>
      <dgm:spPr/>
    </dgm:pt>
    <dgm:pt modelId="{9175D6B3-F25B-414D-B22B-9B61762D469C}" type="pres">
      <dgm:prSet presAssocID="{6E0AA0C2-1357-45F6-8F12-9D7D4A9CA3A6}" presName="sibTrans" presStyleCnt="0"/>
      <dgm:spPr/>
    </dgm:pt>
    <dgm:pt modelId="{D427043F-4292-4D1B-A068-99891F91C2A9}" type="pres">
      <dgm:prSet presAssocID="{072B57C4-6A91-43FB-8ACA-341A09A323D0}" presName="compNode" presStyleCnt="0"/>
      <dgm:spPr/>
    </dgm:pt>
    <dgm:pt modelId="{F07DFD8B-DF01-4905-A6BB-87D4DF46F977}" type="pres">
      <dgm:prSet presAssocID="{072B57C4-6A91-43FB-8ACA-341A09A323D0}" presName="bgRect" presStyleLbl="bgShp" presStyleIdx="5" presStyleCnt="7"/>
      <dgm:spPr/>
    </dgm:pt>
    <dgm:pt modelId="{A4C6F6F3-4A31-433B-AC1D-0B8652EE3DB9}" type="pres">
      <dgm:prSet presAssocID="{072B57C4-6A91-43FB-8ACA-341A09A323D0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3BD566E9-73E2-4EC2-9408-9EB2C024851B}" type="pres">
      <dgm:prSet presAssocID="{072B57C4-6A91-43FB-8ACA-341A09A323D0}" presName="spaceRect" presStyleCnt="0"/>
      <dgm:spPr/>
    </dgm:pt>
    <dgm:pt modelId="{23B2F73A-A459-4A3D-8384-EB16E36C22DA}" type="pres">
      <dgm:prSet presAssocID="{072B57C4-6A91-43FB-8ACA-341A09A323D0}" presName="parTx" presStyleLbl="revTx" presStyleIdx="5" presStyleCnt="7">
        <dgm:presLayoutVars>
          <dgm:chMax val="0"/>
          <dgm:chPref val="0"/>
        </dgm:presLayoutVars>
      </dgm:prSet>
      <dgm:spPr/>
    </dgm:pt>
    <dgm:pt modelId="{B756DEDF-4B94-4CD5-8959-CB57B262F369}" type="pres">
      <dgm:prSet presAssocID="{52284A9A-BD81-410D-A673-B1619FC36B7D}" presName="sibTrans" presStyleCnt="0"/>
      <dgm:spPr/>
    </dgm:pt>
    <dgm:pt modelId="{95FB7548-01A2-4AF2-A7F7-4473E360CA71}" type="pres">
      <dgm:prSet presAssocID="{3ADD6EDE-0FBB-4456-8E82-04E31AB03872}" presName="compNode" presStyleCnt="0"/>
      <dgm:spPr/>
    </dgm:pt>
    <dgm:pt modelId="{1FFCAD5C-3D44-440C-ACAA-9347161A5508}" type="pres">
      <dgm:prSet presAssocID="{3ADD6EDE-0FBB-4456-8E82-04E31AB03872}" presName="bgRect" presStyleLbl="bgShp" presStyleIdx="6" presStyleCnt="7"/>
      <dgm:spPr/>
    </dgm:pt>
    <dgm:pt modelId="{F0F8A4A5-74F3-49E8-9282-04206E2E5C70}" type="pres">
      <dgm:prSet presAssocID="{3ADD6EDE-0FBB-4456-8E82-04E31AB03872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1994BBF9-DA0F-4A00-A615-86464BBD3BA2}" type="pres">
      <dgm:prSet presAssocID="{3ADD6EDE-0FBB-4456-8E82-04E31AB03872}" presName="spaceRect" presStyleCnt="0"/>
      <dgm:spPr/>
    </dgm:pt>
    <dgm:pt modelId="{74232418-C9BC-4FDB-8D2B-A1583F28BBA4}" type="pres">
      <dgm:prSet presAssocID="{3ADD6EDE-0FBB-4456-8E82-04E31AB03872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B42EB706-3378-4271-B054-6F90B5599210}" srcId="{E941C0CC-8539-43DF-8F3F-25223E1FF2D4}" destId="{74A1159A-B6F5-41F0-8EB2-561CAFB0DE38}" srcOrd="3" destOrd="0" parTransId="{7353C099-A249-464D-B101-ED31BBD35766}" sibTransId="{22CF3817-7A62-40FE-A1E4-7984DD7B9588}"/>
    <dgm:cxn modelId="{7CFF5007-9947-4F2E-9478-12DBD5F01043}" type="presOf" srcId="{35C6F1ED-0CD2-44FD-9EBE-5D7BDCDB1D7D}" destId="{3D3CB6E1-37B6-457D-82BE-52CBBD116C70}" srcOrd="0" destOrd="0" presId="urn:microsoft.com/office/officeart/2018/2/layout/IconVerticalSolidList"/>
    <dgm:cxn modelId="{9C062E16-17A7-4BA1-90B2-C6752BD29066}" type="presOf" srcId="{ECD162EE-11F2-47AC-8E4F-30FD819DB856}" destId="{3E6F38B7-7287-470A-B57D-C644D6878497}" srcOrd="0" destOrd="0" presId="urn:microsoft.com/office/officeart/2018/2/layout/IconVerticalSolidList"/>
    <dgm:cxn modelId="{8B357325-C2AD-4038-90A7-89EB9D54ABAF}" srcId="{E941C0CC-8539-43DF-8F3F-25223E1FF2D4}" destId="{35C6F1ED-0CD2-44FD-9EBE-5D7BDCDB1D7D}" srcOrd="0" destOrd="0" parTransId="{2E528EE3-F0D2-47DF-B418-BDB84AD25438}" sibTransId="{A7A3904E-7BE7-4F3A-90C8-A5B7E1332C0B}"/>
    <dgm:cxn modelId="{DA6CBE2A-88C2-4BDE-B6C0-9FDC3166EC47}" type="presOf" srcId="{E425703E-EBEB-4F3D-8860-04FE25F2F69C}" destId="{990A413C-CD31-4DBA-AF30-436BEA4F0B16}" srcOrd="0" destOrd="0" presId="urn:microsoft.com/office/officeart/2018/2/layout/IconVerticalSolidList"/>
    <dgm:cxn modelId="{E5DF4437-EF14-481E-B899-60B04429E0B5}" type="presOf" srcId="{74A1159A-B6F5-41F0-8EB2-561CAFB0DE38}" destId="{29182CC9-795B-46A3-8B65-D3BEC1BFDA1B}" srcOrd="0" destOrd="0" presId="urn:microsoft.com/office/officeart/2018/2/layout/IconVerticalSolidList"/>
    <dgm:cxn modelId="{37C67937-2158-43D1-8C26-131CA369D049}" srcId="{E941C0CC-8539-43DF-8F3F-25223E1FF2D4}" destId="{E425703E-EBEB-4F3D-8860-04FE25F2F69C}" srcOrd="1" destOrd="0" parTransId="{C5417DD2-E539-4E39-8659-9DEB29F0CA30}" sibTransId="{0D7D3856-804D-41BE-A202-AA76C726BD94}"/>
    <dgm:cxn modelId="{EBF8123A-08E8-409A-8E3D-F3B2DA397772}" type="presOf" srcId="{3ADD6EDE-0FBB-4456-8E82-04E31AB03872}" destId="{74232418-C9BC-4FDB-8D2B-A1583F28BBA4}" srcOrd="0" destOrd="0" presId="urn:microsoft.com/office/officeart/2018/2/layout/IconVerticalSolidList"/>
    <dgm:cxn modelId="{D05D897D-4E81-4E88-AE94-FCEF66168238}" srcId="{E941C0CC-8539-43DF-8F3F-25223E1FF2D4}" destId="{072B57C4-6A91-43FB-8ACA-341A09A323D0}" srcOrd="5" destOrd="0" parTransId="{879CC280-A172-480D-9C63-4A6745A0CFDC}" sibTransId="{52284A9A-BD81-410D-A673-B1619FC36B7D}"/>
    <dgm:cxn modelId="{D417AE81-FBE6-416B-9ABD-C8CD9AEA54FE}" type="presOf" srcId="{636AC5F4-AC59-4C9F-8A1E-A6222E2141BF}" destId="{66D72721-BB15-4E63-ACE8-834A4D87CF80}" srcOrd="0" destOrd="0" presId="urn:microsoft.com/office/officeart/2018/2/layout/IconVerticalSolidList"/>
    <dgm:cxn modelId="{FA4E728B-1745-4066-97E6-27E51B9A899A}" srcId="{E941C0CC-8539-43DF-8F3F-25223E1FF2D4}" destId="{3ADD6EDE-0FBB-4456-8E82-04E31AB03872}" srcOrd="6" destOrd="0" parTransId="{C85CD55F-8279-4023-A753-6F96D9B37DC8}" sibTransId="{B134658A-6C2E-48F1-B337-3E778664A2F5}"/>
    <dgm:cxn modelId="{430C998D-7A19-4B44-A14B-EF6650EF43F8}" srcId="{E941C0CC-8539-43DF-8F3F-25223E1FF2D4}" destId="{ECD162EE-11F2-47AC-8E4F-30FD819DB856}" srcOrd="4" destOrd="0" parTransId="{9D91DB58-8AB9-4001-B474-168D271EE5D4}" sibTransId="{6E0AA0C2-1357-45F6-8F12-9D7D4A9CA3A6}"/>
    <dgm:cxn modelId="{C7C4DAD7-E71E-43A3-B70F-7759843EE1FE}" type="presOf" srcId="{E941C0CC-8539-43DF-8F3F-25223E1FF2D4}" destId="{61EF93F7-6989-4A39-AA3B-455100503E09}" srcOrd="0" destOrd="0" presId="urn:microsoft.com/office/officeart/2018/2/layout/IconVerticalSolidList"/>
    <dgm:cxn modelId="{6630EBDB-6B07-4482-991A-D057A1A32086}" srcId="{E941C0CC-8539-43DF-8F3F-25223E1FF2D4}" destId="{636AC5F4-AC59-4C9F-8A1E-A6222E2141BF}" srcOrd="2" destOrd="0" parTransId="{15DF7FC3-14D5-4BC8-8389-ECB03EE69E32}" sibTransId="{45625DEC-E5B5-4AE5-A077-C220E886690B}"/>
    <dgm:cxn modelId="{C07DEDE1-E0B3-4A1C-BCD4-FCB5366A7E27}" type="presOf" srcId="{072B57C4-6A91-43FB-8ACA-341A09A323D0}" destId="{23B2F73A-A459-4A3D-8384-EB16E36C22DA}" srcOrd="0" destOrd="0" presId="urn:microsoft.com/office/officeart/2018/2/layout/IconVerticalSolidList"/>
    <dgm:cxn modelId="{758397BF-D213-4624-84C8-BD1FFCB5CB92}" type="presParOf" srcId="{61EF93F7-6989-4A39-AA3B-455100503E09}" destId="{80D25C5C-14D0-4CEB-9003-B2F676CFBA1B}" srcOrd="0" destOrd="0" presId="urn:microsoft.com/office/officeart/2018/2/layout/IconVerticalSolidList"/>
    <dgm:cxn modelId="{97315047-3923-44E1-BC24-310B25DF5409}" type="presParOf" srcId="{80D25C5C-14D0-4CEB-9003-B2F676CFBA1B}" destId="{25FBE828-1D2D-44C4-B0A4-B232B578644C}" srcOrd="0" destOrd="0" presId="urn:microsoft.com/office/officeart/2018/2/layout/IconVerticalSolidList"/>
    <dgm:cxn modelId="{47BDCA41-1769-4902-B4F7-AB00104110CF}" type="presParOf" srcId="{80D25C5C-14D0-4CEB-9003-B2F676CFBA1B}" destId="{44B3E565-3701-4B93-9CD8-5E0D351295BF}" srcOrd="1" destOrd="0" presId="urn:microsoft.com/office/officeart/2018/2/layout/IconVerticalSolidList"/>
    <dgm:cxn modelId="{C5137CEC-0B6B-4C2B-A181-5FB09CB0EBDA}" type="presParOf" srcId="{80D25C5C-14D0-4CEB-9003-B2F676CFBA1B}" destId="{4B8C8AC1-D64C-4200-AC05-4661A02449E8}" srcOrd="2" destOrd="0" presId="urn:microsoft.com/office/officeart/2018/2/layout/IconVerticalSolidList"/>
    <dgm:cxn modelId="{49BB723B-0367-4F8A-AB87-A7A161EF46AF}" type="presParOf" srcId="{80D25C5C-14D0-4CEB-9003-B2F676CFBA1B}" destId="{3D3CB6E1-37B6-457D-82BE-52CBBD116C70}" srcOrd="3" destOrd="0" presId="urn:microsoft.com/office/officeart/2018/2/layout/IconVerticalSolidList"/>
    <dgm:cxn modelId="{016B4F77-2ABA-453A-9B46-AB7202F8826B}" type="presParOf" srcId="{61EF93F7-6989-4A39-AA3B-455100503E09}" destId="{248BA354-0EC3-4380-B5E0-5943973A5F27}" srcOrd="1" destOrd="0" presId="urn:microsoft.com/office/officeart/2018/2/layout/IconVerticalSolidList"/>
    <dgm:cxn modelId="{123A4FAD-1797-42CE-9C34-586D3349065C}" type="presParOf" srcId="{61EF93F7-6989-4A39-AA3B-455100503E09}" destId="{0CDC5C4F-EA57-4DA1-B2CB-638F6A8BD9A9}" srcOrd="2" destOrd="0" presId="urn:microsoft.com/office/officeart/2018/2/layout/IconVerticalSolidList"/>
    <dgm:cxn modelId="{203BB2F1-37B8-447B-9BAF-E858FF3D1954}" type="presParOf" srcId="{0CDC5C4F-EA57-4DA1-B2CB-638F6A8BD9A9}" destId="{D90FDEFD-FBC6-42AC-ABC5-A04C626E1E4A}" srcOrd="0" destOrd="0" presId="urn:microsoft.com/office/officeart/2018/2/layout/IconVerticalSolidList"/>
    <dgm:cxn modelId="{1B041430-1354-456E-86DF-74FD2B703432}" type="presParOf" srcId="{0CDC5C4F-EA57-4DA1-B2CB-638F6A8BD9A9}" destId="{6CCB4D1F-9FC5-43A9-8585-CA731D025BCA}" srcOrd="1" destOrd="0" presId="urn:microsoft.com/office/officeart/2018/2/layout/IconVerticalSolidList"/>
    <dgm:cxn modelId="{F15B4921-9F04-4632-ACB0-A747F43A7031}" type="presParOf" srcId="{0CDC5C4F-EA57-4DA1-B2CB-638F6A8BD9A9}" destId="{E1564873-6A3E-4EC1-B3E1-C5DB96C7A0B3}" srcOrd="2" destOrd="0" presId="urn:microsoft.com/office/officeart/2018/2/layout/IconVerticalSolidList"/>
    <dgm:cxn modelId="{2AD5900C-E12F-46E9-9214-5AF115A48D93}" type="presParOf" srcId="{0CDC5C4F-EA57-4DA1-B2CB-638F6A8BD9A9}" destId="{990A413C-CD31-4DBA-AF30-436BEA4F0B16}" srcOrd="3" destOrd="0" presId="urn:microsoft.com/office/officeart/2018/2/layout/IconVerticalSolidList"/>
    <dgm:cxn modelId="{FCB2CB29-FCBC-4887-95D5-533A7F548A21}" type="presParOf" srcId="{61EF93F7-6989-4A39-AA3B-455100503E09}" destId="{066205BC-6E3D-4806-94BB-0A363E6C9FE5}" srcOrd="3" destOrd="0" presId="urn:microsoft.com/office/officeart/2018/2/layout/IconVerticalSolidList"/>
    <dgm:cxn modelId="{5D6A3A49-6251-4F62-9DE8-B0B46E7FE5D8}" type="presParOf" srcId="{61EF93F7-6989-4A39-AA3B-455100503E09}" destId="{37218F2B-BB01-46A2-BC0D-5A36985427F3}" srcOrd="4" destOrd="0" presId="urn:microsoft.com/office/officeart/2018/2/layout/IconVerticalSolidList"/>
    <dgm:cxn modelId="{16609246-6FD4-4B04-B0AA-5C4E41733526}" type="presParOf" srcId="{37218F2B-BB01-46A2-BC0D-5A36985427F3}" destId="{E3348C30-67E4-4AFB-82C6-50E12912AE79}" srcOrd="0" destOrd="0" presId="urn:microsoft.com/office/officeart/2018/2/layout/IconVerticalSolidList"/>
    <dgm:cxn modelId="{1EA6A460-172C-4162-BBF2-B6F1CA63E2E1}" type="presParOf" srcId="{37218F2B-BB01-46A2-BC0D-5A36985427F3}" destId="{20759C0C-341E-4405-81B7-774A86E838C6}" srcOrd="1" destOrd="0" presId="urn:microsoft.com/office/officeart/2018/2/layout/IconVerticalSolidList"/>
    <dgm:cxn modelId="{6E6434C1-72D2-4B09-B1B1-F4D3EA1171A7}" type="presParOf" srcId="{37218F2B-BB01-46A2-BC0D-5A36985427F3}" destId="{3F297AFC-C572-4CF0-AFE6-4EAA8A5A54D9}" srcOrd="2" destOrd="0" presId="urn:microsoft.com/office/officeart/2018/2/layout/IconVerticalSolidList"/>
    <dgm:cxn modelId="{CF42D319-7188-4D66-A9CD-5E6A6D58A3AC}" type="presParOf" srcId="{37218F2B-BB01-46A2-BC0D-5A36985427F3}" destId="{66D72721-BB15-4E63-ACE8-834A4D87CF80}" srcOrd="3" destOrd="0" presId="urn:microsoft.com/office/officeart/2018/2/layout/IconVerticalSolidList"/>
    <dgm:cxn modelId="{08CF31F3-998B-4C1E-BB2F-22E49B7D737E}" type="presParOf" srcId="{61EF93F7-6989-4A39-AA3B-455100503E09}" destId="{118B3464-E6B8-48C6-81FC-50C041CAA297}" srcOrd="5" destOrd="0" presId="urn:microsoft.com/office/officeart/2018/2/layout/IconVerticalSolidList"/>
    <dgm:cxn modelId="{8238CC8C-5932-40DF-96D4-5C4FB9234D28}" type="presParOf" srcId="{61EF93F7-6989-4A39-AA3B-455100503E09}" destId="{288EE377-65C8-4B09-9F99-A56C7DFCE3B2}" srcOrd="6" destOrd="0" presId="urn:microsoft.com/office/officeart/2018/2/layout/IconVerticalSolidList"/>
    <dgm:cxn modelId="{447828FE-B59B-4632-926A-DFBF2B8A14D0}" type="presParOf" srcId="{288EE377-65C8-4B09-9F99-A56C7DFCE3B2}" destId="{C6FB527D-3C50-4012-A84B-62C2412447F6}" srcOrd="0" destOrd="0" presId="urn:microsoft.com/office/officeart/2018/2/layout/IconVerticalSolidList"/>
    <dgm:cxn modelId="{70994A6F-1A87-4D95-B69C-897C8D103C1C}" type="presParOf" srcId="{288EE377-65C8-4B09-9F99-A56C7DFCE3B2}" destId="{F4A42C8D-4547-46B3-BA86-C7E07E495E45}" srcOrd="1" destOrd="0" presId="urn:microsoft.com/office/officeart/2018/2/layout/IconVerticalSolidList"/>
    <dgm:cxn modelId="{6996D41D-FDBE-40E8-BF15-FF48CE61EA47}" type="presParOf" srcId="{288EE377-65C8-4B09-9F99-A56C7DFCE3B2}" destId="{6002B25F-E984-4ADD-A60A-7C8146F018B7}" srcOrd="2" destOrd="0" presId="urn:microsoft.com/office/officeart/2018/2/layout/IconVerticalSolidList"/>
    <dgm:cxn modelId="{990EEFB8-3913-4FDA-BA2A-E2F2D429E8EA}" type="presParOf" srcId="{288EE377-65C8-4B09-9F99-A56C7DFCE3B2}" destId="{29182CC9-795B-46A3-8B65-D3BEC1BFDA1B}" srcOrd="3" destOrd="0" presId="urn:microsoft.com/office/officeart/2018/2/layout/IconVerticalSolidList"/>
    <dgm:cxn modelId="{FE955EED-1DE4-499C-92D5-B3128934C59D}" type="presParOf" srcId="{61EF93F7-6989-4A39-AA3B-455100503E09}" destId="{50A02880-A7DA-48C2-8D77-6FDADC64D6DB}" srcOrd="7" destOrd="0" presId="urn:microsoft.com/office/officeart/2018/2/layout/IconVerticalSolidList"/>
    <dgm:cxn modelId="{E027D9C5-7ACF-4BE8-8A03-2DDBBFB71F8D}" type="presParOf" srcId="{61EF93F7-6989-4A39-AA3B-455100503E09}" destId="{3729F1BE-7350-41BD-BD80-0C94C937E608}" srcOrd="8" destOrd="0" presId="urn:microsoft.com/office/officeart/2018/2/layout/IconVerticalSolidList"/>
    <dgm:cxn modelId="{155CEA0A-56DF-4010-8578-B0A0E660CAA5}" type="presParOf" srcId="{3729F1BE-7350-41BD-BD80-0C94C937E608}" destId="{0427A985-A16E-4492-8BB7-53AD3BB6D43C}" srcOrd="0" destOrd="0" presId="urn:microsoft.com/office/officeart/2018/2/layout/IconVerticalSolidList"/>
    <dgm:cxn modelId="{D5134C12-4F15-4A29-A491-607DDFD396EF}" type="presParOf" srcId="{3729F1BE-7350-41BD-BD80-0C94C937E608}" destId="{30110F25-7C77-4D32-8397-348AC6CCA13B}" srcOrd="1" destOrd="0" presId="urn:microsoft.com/office/officeart/2018/2/layout/IconVerticalSolidList"/>
    <dgm:cxn modelId="{B7FB0457-750E-4EB2-A495-6E139985F8E3}" type="presParOf" srcId="{3729F1BE-7350-41BD-BD80-0C94C937E608}" destId="{4347CB49-0B16-4AB1-8928-B879886445F4}" srcOrd="2" destOrd="0" presId="urn:microsoft.com/office/officeart/2018/2/layout/IconVerticalSolidList"/>
    <dgm:cxn modelId="{A722D0AC-136E-4A55-B635-79133AED5635}" type="presParOf" srcId="{3729F1BE-7350-41BD-BD80-0C94C937E608}" destId="{3E6F38B7-7287-470A-B57D-C644D6878497}" srcOrd="3" destOrd="0" presId="urn:microsoft.com/office/officeart/2018/2/layout/IconVerticalSolidList"/>
    <dgm:cxn modelId="{3F81F0E2-2D61-47A7-B5E4-E149B830D3B3}" type="presParOf" srcId="{61EF93F7-6989-4A39-AA3B-455100503E09}" destId="{9175D6B3-F25B-414D-B22B-9B61762D469C}" srcOrd="9" destOrd="0" presId="urn:microsoft.com/office/officeart/2018/2/layout/IconVerticalSolidList"/>
    <dgm:cxn modelId="{CAD5049E-D21E-4A5D-B777-73AA6498317F}" type="presParOf" srcId="{61EF93F7-6989-4A39-AA3B-455100503E09}" destId="{D427043F-4292-4D1B-A068-99891F91C2A9}" srcOrd="10" destOrd="0" presId="urn:microsoft.com/office/officeart/2018/2/layout/IconVerticalSolidList"/>
    <dgm:cxn modelId="{5C12FAB3-8D11-456B-A419-014F8CCD6103}" type="presParOf" srcId="{D427043F-4292-4D1B-A068-99891F91C2A9}" destId="{F07DFD8B-DF01-4905-A6BB-87D4DF46F977}" srcOrd="0" destOrd="0" presId="urn:microsoft.com/office/officeart/2018/2/layout/IconVerticalSolidList"/>
    <dgm:cxn modelId="{44B90F27-EDC8-4464-A9F0-26B549880F53}" type="presParOf" srcId="{D427043F-4292-4D1B-A068-99891F91C2A9}" destId="{A4C6F6F3-4A31-433B-AC1D-0B8652EE3DB9}" srcOrd="1" destOrd="0" presId="urn:microsoft.com/office/officeart/2018/2/layout/IconVerticalSolidList"/>
    <dgm:cxn modelId="{9CDC967D-A6A7-40D4-9451-B221D72FCEDA}" type="presParOf" srcId="{D427043F-4292-4D1B-A068-99891F91C2A9}" destId="{3BD566E9-73E2-4EC2-9408-9EB2C024851B}" srcOrd="2" destOrd="0" presId="urn:microsoft.com/office/officeart/2018/2/layout/IconVerticalSolidList"/>
    <dgm:cxn modelId="{C20CBE8F-73F3-428D-8EB8-045D8A5ED1CE}" type="presParOf" srcId="{D427043F-4292-4D1B-A068-99891F91C2A9}" destId="{23B2F73A-A459-4A3D-8384-EB16E36C22DA}" srcOrd="3" destOrd="0" presId="urn:microsoft.com/office/officeart/2018/2/layout/IconVerticalSolidList"/>
    <dgm:cxn modelId="{CC0A63B5-6B9C-4304-B57A-D95D3F2C53CB}" type="presParOf" srcId="{61EF93F7-6989-4A39-AA3B-455100503E09}" destId="{B756DEDF-4B94-4CD5-8959-CB57B262F369}" srcOrd="11" destOrd="0" presId="urn:microsoft.com/office/officeart/2018/2/layout/IconVerticalSolidList"/>
    <dgm:cxn modelId="{3F53B2FF-34FA-4100-8B52-1AC9E203C146}" type="presParOf" srcId="{61EF93F7-6989-4A39-AA3B-455100503E09}" destId="{95FB7548-01A2-4AF2-A7F7-4473E360CA71}" srcOrd="12" destOrd="0" presId="urn:microsoft.com/office/officeart/2018/2/layout/IconVerticalSolidList"/>
    <dgm:cxn modelId="{AA21D0EE-D2A6-4F6B-BA7E-9500FC57F061}" type="presParOf" srcId="{95FB7548-01A2-4AF2-A7F7-4473E360CA71}" destId="{1FFCAD5C-3D44-440C-ACAA-9347161A5508}" srcOrd="0" destOrd="0" presId="urn:microsoft.com/office/officeart/2018/2/layout/IconVerticalSolidList"/>
    <dgm:cxn modelId="{5AAFCE53-7025-4FFC-9A53-B6612C7E06BA}" type="presParOf" srcId="{95FB7548-01A2-4AF2-A7F7-4473E360CA71}" destId="{F0F8A4A5-74F3-49E8-9282-04206E2E5C70}" srcOrd="1" destOrd="0" presId="urn:microsoft.com/office/officeart/2018/2/layout/IconVerticalSolidList"/>
    <dgm:cxn modelId="{3C7B97E8-8FD2-41BB-8370-A43F5D310B76}" type="presParOf" srcId="{95FB7548-01A2-4AF2-A7F7-4473E360CA71}" destId="{1994BBF9-DA0F-4A00-A615-86464BBD3BA2}" srcOrd="2" destOrd="0" presId="urn:microsoft.com/office/officeart/2018/2/layout/IconVerticalSolidList"/>
    <dgm:cxn modelId="{AF0FE842-94E5-4EC7-9AE4-401815405A10}" type="presParOf" srcId="{95FB7548-01A2-4AF2-A7F7-4473E360CA71}" destId="{74232418-C9BC-4FDB-8D2B-A1583F28BB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0057BCE9-C1B8-4B4D-85F1-62DF65BCA7AA}" type="doc">
      <dgm:prSet loTypeId="urn:microsoft.com/office/officeart/2005/8/layout/vProcess5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13FEF934-E50F-40C8-B936-8B27E2DFB455}">
      <dgm:prSet/>
      <dgm:spPr/>
      <dgm:t>
        <a:bodyPr/>
        <a:lstStyle/>
        <a:p>
          <a:r>
            <a:rPr lang="pt-BR" dirty="0"/>
            <a:t>Baseado no Regimento Geral do CEUB, Título IV, Capítulo I, Subseção V, a apuração do rendimento escolar será feita abrangendo os aspectos de assiduidade e aproveitamento, eliminatórios por si mesmos.</a:t>
          </a:r>
          <a:endParaRPr lang="en-US" dirty="0"/>
        </a:p>
      </dgm:t>
    </dgm:pt>
    <dgm:pt modelId="{D1C9C8A2-FD90-475A-AD98-5FC5E6922647}" type="parTrans" cxnId="{1D92D7B3-C582-4DCB-BE81-4B5CE32D6835}">
      <dgm:prSet/>
      <dgm:spPr/>
      <dgm:t>
        <a:bodyPr/>
        <a:lstStyle/>
        <a:p>
          <a:endParaRPr lang="en-US"/>
        </a:p>
      </dgm:t>
    </dgm:pt>
    <dgm:pt modelId="{F6814C1E-26EE-4112-9E04-66747A6E6E09}" type="sibTrans" cxnId="{1D92D7B3-C582-4DCB-BE81-4B5CE32D6835}">
      <dgm:prSet/>
      <dgm:spPr/>
      <dgm:t>
        <a:bodyPr/>
        <a:lstStyle/>
        <a:p>
          <a:endParaRPr lang="en-US"/>
        </a:p>
      </dgm:t>
    </dgm:pt>
    <dgm:pt modelId="{E4F60E65-69ED-42AB-AC56-DF34B3C81EA0}">
      <dgm:prSet/>
      <dgm:spPr/>
      <dgm:t>
        <a:bodyPr/>
        <a:lstStyle/>
        <a:p>
          <a:r>
            <a:rPr lang="pt-BR"/>
            <a:t>A assiduidade será verificada pela frequência às aulas e às atividades da disciplina. </a:t>
          </a:r>
          <a:endParaRPr lang="en-US"/>
        </a:p>
      </dgm:t>
    </dgm:pt>
    <dgm:pt modelId="{FD7698C9-8600-4DEE-BDAC-D6F881B54307}" type="parTrans" cxnId="{3F2978A1-18BB-464E-AFE6-F4895E88610D}">
      <dgm:prSet/>
      <dgm:spPr/>
      <dgm:t>
        <a:bodyPr/>
        <a:lstStyle/>
        <a:p>
          <a:endParaRPr lang="en-US"/>
        </a:p>
      </dgm:t>
    </dgm:pt>
    <dgm:pt modelId="{BFCB4D71-1E73-4425-A164-CEDCC676EACF}" type="sibTrans" cxnId="{3F2978A1-18BB-464E-AFE6-F4895E88610D}">
      <dgm:prSet/>
      <dgm:spPr/>
      <dgm:t>
        <a:bodyPr/>
        <a:lstStyle/>
        <a:p>
          <a:endParaRPr lang="en-US"/>
        </a:p>
      </dgm:t>
    </dgm:pt>
    <dgm:pt modelId="{9E98F076-07E6-4015-A005-26AC3C95A9E4}">
      <dgm:prSet/>
      <dgm:spPr/>
      <dgm:t>
        <a:bodyPr/>
        <a:lstStyle/>
        <a:p>
          <a:r>
            <a:rPr lang="pt-BR" dirty="0"/>
            <a:t>O aproveitamento será aferido mediante a exigência da assimilação progressiva dos conhecimentos ministrados, avaliado em provas e em outras tarefas ministradas ao longo do período letivo.</a:t>
          </a:r>
          <a:endParaRPr lang="en-US" dirty="0"/>
        </a:p>
      </dgm:t>
    </dgm:pt>
    <dgm:pt modelId="{5A68D9FF-EBEB-4C85-B9FF-F42576A18EC6}" type="parTrans" cxnId="{E40DDBE8-823E-451B-BC46-A8F0D6835732}">
      <dgm:prSet/>
      <dgm:spPr/>
      <dgm:t>
        <a:bodyPr/>
        <a:lstStyle/>
        <a:p>
          <a:endParaRPr lang="en-US"/>
        </a:p>
      </dgm:t>
    </dgm:pt>
    <dgm:pt modelId="{82F69728-9A7A-46D8-91A6-83F2E2E7D832}" type="sibTrans" cxnId="{E40DDBE8-823E-451B-BC46-A8F0D6835732}">
      <dgm:prSet/>
      <dgm:spPr/>
      <dgm:t>
        <a:bodyPr/>
        <a:lstStyle/>
        <a:p>
          <a:endParaRPr lang="en-US"/>
        </a:p>
      </dgm:t>
    </dgm:pt>
    <dgm:pt modelId="{E883C9FC-92E1-4F19-A0FE-79C24757796B}">
      <dgm:prSet/>
      <dgm:spPr/>
      <dgm:t>
        <a:bodyPr/>
        <a:lstStyle/>
        <a:p>
          <a:r>
            <a:rPr lang="pt-BR"/>
            <a:t>A menção final (MF) representará o julgamento global do aproveitamento INDIVIDUAL nos estudos dentro de suas respectivas proporções de equivalência.</a:t>
          </a:r>
          <a:endParaRPr lang="en-US"/>
        </a:p>
      </dgm:t>
    </dgm:pt>
    <dgm:pt modelId="{90313CFD-92C3-4EDF-B554-79AD40B2BB92}" type="parTrans" cxnId="{B0A7396E-AA39-40CC-A1F7-85A214117727}">
      <dgm:prSet/>
      <dgm:spPr/>
      <dgm:t>
        <a:bodyPr/>
        <a:lstStyle/>
        <a:p>
          <a:endParaRPr lang="en-US"/>
        </a:p>
      </dgm:t>
    </dgm:pt>
    <dgm:pt modelId="{AA06BC8D-CB3A-4897-B262-6051D74F9B7B}" type="sibTrans" cxnId="{B0A7396E-AA39-40CC-A1F7-85A214117727}">
      <dgm:prSet/>
      <dgm:spPr/>
      <dgm:t>
        <a:bodyPr/>
        <a:lstStyle/>
        <a:p>
          <a:endParaRPr lang="en-US"/>
        </a:p>
      </dgm:t>
    </dgm:pt>
    <dgm:pt modelId="{C04049E3-11E4-4263-AACE-CD6798E5375D}">
      <dgm:prSet/>
      <dgm:spPr/>
      <dgm:t>
        <a:bodyPr/>
        <a:lstStyle/>
        <a:p>
          <a:r>
            <a:rPr lang="pt-BR"/>
            <a:t>O </a:t>
          </a:r>
          <a:r>
            <a:rPr lang="pt-BR" dirty="0"/>
            <a:t>aproveitamento nos estudos será traduzido pelas seguintes menções: SS (Superior); MS (Médio Superior); MM (Médio); MI (Médio Inferior); II (Inferior); SR (Sem Rendimento) e RF (Reprovado por Falta).</a:t>
          </a:r>
          <a:endParaRPr lang="en-US" dirty="0"/>
        </a:p>
      </dgm:t>
    </dgm:pt>
    <dgm:pt modelId="{89C21ABF-E3D4-4FAD-8E68-E415EC703D7A}" type="parTrans" cxnId="{A0D6F30A-F1E6-4754-8A42-1AC15A4B23C3}">
      <dgm:prSet/>
      <dgm:spPr/>
      <dgm:t>
        <a:bodyPr/>
        <a:lstStyle/>
        <a:p>
          <a:endParaRPr lang="pt-BR"/>
        </a:p>
      </dgm:t>
    </dgm:pt>
    <dgm:pt modelId="{B6B1C992-725F-423D-9D6F-0709CFF2A6FF}" type="sibTrans" cxnId="{A0D6F30A-F1E6-4754-8A42-1AC15A4B23C3}">
      <dgm:prSet/>
      <dgm:spPr/>
      <dgm:t>
        <a:bodyPr/>
        <a:lstStyle/>
        <a:p>
          <a:endParaRPr lang="pt-BR"/>
        </a:p>
      </dgm:t>
    </dgm:pt>
    <dgm:pt modelId="{B2660908-CCD8-431E-9BF2-AF195F59BF37}" type="pres">
      <dgm:prSet presAssocID="{0057BCE9-C1B8-4B4D-85F1-62DF65BCA7AA}" presName="outerComposite" presStyleCnt="0">
        <dgm:presLayoutVars>
          <dgm:chMax val="5"/>
          <dgm:dir/>
          <dgm:resizeHandles val="exact"/>
        </dgm:presLayoutVars>
      </dgm:prSet>
      <dgm:spPr/>
    </dgm:pt>
    <dgm:pt modelId="{F189A2F6-471A-48CC-B82B-C8984EA9F188}" type="pres">
      <dgm:prSet presAssocID="{0057BCE9-C1B8-4B4D-85F1-62DF65BCA7AA}" presName="dummyMaxCanvas" presStyleCnt="0">
        <dgm:presLayoutVars/>
      </dgm:prSet>
      <dgm:spPr/>
    </dgm:pt>
    <dgm:pt modelId="{F3F96554-9D40-4C90-826F-7345399A8895}" type="pres">
      <dgm:prSet presAssocID="{0057BCE9-C1B8-4B4D-85F1-62DF65BCA7AA}" presName="FiveNodes_1" presStyleLbl="node1" presStyleIdx="0" presStyleCnt="5">
        <dgm:presLayoutVars>
          <dgm:bulletEnabled val="1"/>
        </dgm:presLayoutVars>
      </dgm:prSet>
      <dgm:spPr/>
    </dgm:pt>
    <dgm:pt modelId="{A4DA07B0-3941-40B1-8092-9567E76853AD}" type="pres">
      <dgm:prSet presAssocID="{0057BCE9-C1B8-4B4D-85F1-62DF65BCA7AA}" presName="FiveNodes_2" presStyleLbl="node1" presStyleIdx="1" presStyleCnt="5">
        <dgm:presLayoutVars>
          <dgm:bulletEnabled val="1"/>
        </dgm:presLayoutVars>
      </dgm:prSet>
      <dgm:spPr/>
    </dgm:pt>
    <dgm:pt modelId="{F3AA50EB-93EC-41D3-92A5-3CDAD605777F}" type="pres">
      <dgm:prSet presAssocID="{0057BCE9-C1B8-4B4D-85F1-62DF65BCA7AA}" presName="FiveNodes_3" presStyleLbl="node1" presStyleIdx="2" presStyleCnt="5">
        <dgm:presLayoutVars>
          <dgm:bulletEnabled val="1"/>
        </dgm:presLayoutVars>
      </dgm:prSet>
      <dgm:spPr/>
    </dgm:pt>
    <dgm:pt modelId="{B754D3FA-91C7-4695-B81D-345EF437EF7F}" type="pres">
      <dgm:prSet presAssocID="{0057BCE9-C1B8-4B4D-85F1-62DF65BCA7AA}" presName="FiveNodes_4" presStyleLbl="node1" presStyleIdx="3" presStyleCnt="5">
        <dgm:presLayoutVars>
          <dgm:bulletEnabled val="1"/>
        </dgm:presLayoutVars>
      </dgm:prSet>
      <dgm:spPr/>
    </dgm:pt>
    <dgm:pt modelId="{4F9122E9-50A0-4496-892C-9593020D3D92}" type="pres">
      <dgm:prSet presAssocID="{0057BCE9-C1B8-4B4D-85F1-62DF65BCA7AA}" presName="FiveNodes_5" presStyleLbl="node1" presStyleIdx="4" presStyleCnt="5">
        <dgm:presLayoutVars>
          <dgm:bulletEnabled val="1"/>
        </dgm:presLayoutVars>
      </dgm:prSet>
      <dgm:spPr/>
    </dgm:pt>
    <dgm:pt modelId="{3C23C661-2FAD-4AD9-BC54-B0469EA85725}" type="pres">
      <dgm:prSet presAssocID="{0057BCE9-C1B8-4B4D-85F1-62DF65BCA7AA}" presName="FiveConn_1-2" presStyleLbl="fgAccFollowNode1" presStyleIdx="0" presStyleCnt="4">
        <dgm:presLayoutVars>
          <dgm:bulletEnabled val="1"/>
        </dgm:presLayoutVars>
      </dgm:prSet>
      <dgm:spPr/>
    </dgm:pt>
    <dgm:pt modelId="{9520941A-44C6-4468-A54E-6F3BF87B55AE}" type="pres">
      <dgm:prSet presAssocID="{0057BCE9-C1B8-4B4D-85F1-62DF65BCA7AA}" presName="FiveConn_2-3" presStyleLbl="fgAccFollowNode1" presStyleIdx="1" presStyleCnt="4">
        <dgm:presLayoutVars>
          <dgm:bulletEnabled val="1"/>
        </dgm:presLayoutVars>
      </dgm:prSet>
      <dgm:spPr/>
    </dgm:pt>
    <dgm:pt modelId="{BB05CB52-03EE-4A28-AF18-60F4EA7D78FB}" type="pres">
      <dgm:prSet presAssocID="{0057BCE9-C1B8-4B4D-85F1-62DF65BCA7AA}" presName="FiveConn_3-4" presStyleLbl="fgAccFollowNode1" presStyleIdx="2" presStyleCnt="4">
        <dgm:presLayoutVars>
          <dgm:bulletEnabled val="1"/>
        </dgm:presLayoutVars>
      </dgm:prSet>
      <dgm:spPr/>
    </dgm:pt>
    <dgm:pt modelId="{229B61A7-082F-4969-A0B2-62C02D20B095}" type="pres">
      <dgm:prSet presAssocID="{0057BCE9-C1B8-4B4D-85F1-62DF65BCA7AA}" presName="FiveConn_4-5" presStyleLbl="fgAccFollowNode1" presStyleIdx="3" presStyleCnt="4">
        <dgm:presLayoutVars>
          <dgm:bulletEnabled val="1"/>
        </dgm:presLayoutVars>
      </dgm:prSet>
      <dgm:spPr/>
    </dgm:pt>
    <dgm:pt modelId="{D93C7677-F568-4DA5-BEE2-EDD56611E581}" type="pres">
      <dgm:prSet presAssocID="{0057BCE9-C1B8-4B4D-85F1-62DF65BCA7AA}" presName="FiveNodes_1_text" presStyleLbl="node1" presStyleIdx="4" presStyleCnt="5">
        <dgm:presLayoutVars>
          <dgm:bulletEnabled val="1"/>
        </dgm:presLayoutVars>
      </dgm:prSet>
      <dgm:spPr/>
    </dgm:pt>
    <dgm:pt modelId="{023C32DD-B5AF-4C03-9A52-0DE07C6D8C4F}" type="pres">
      <dgm:prSet presAssocID="{0057BCE9-C1B8-4B4D-85F1-62DF65BCA7AA}" presName="FiveNodes_2_text" presStyleLbl="node1" presStyleIdx="4" presStyleCnt="5">
        <dgm:presLayoutVars>
          <dgm:bulletEnabled val="1"/>
        </dgm:presLayoutVars>
      </dgm:prSet>
      <dgm:spPr/>
    </dgm:pt>
    <dgm:pt modelId="{ECCA4FAB-2C18-406E-BC39-1A18FB6DFEF1}" type="pres">
      <dgm:prSet presAssocID="{0057BCE9-C1B8-4B4D-85F1-62DF65BCA7AA}" presName="FiveNodes_3_text" presStyleLbl="node1" presStyleIdx="4" presStyleCnt="5">
        <dgm:presLayoutVars>
          <dgm:bulletEnabled val="1"/>
        </dgm:presLayoutVars>
      </dgm:prSet>
      <dgm:spPr/>
    </dgm:pt>
    <dgm:pt modelId="{51DF2185-B1C1-4D82-B8AD-914A9CB4FADC}" type="pres">
      <dgm:prSet presAssocID="{0057BCE9-C1B8-4B4D-85F1-62DF65BCA7AA}" presName="FiveNodes_4_text" presStyleLbl="node1" presStyleIdx="4" presStyleCnt="5">
        <dgm:presLayoutVars>
          <dgm:bulletEnabled val="1"/>
        </dgm:presLayoutVars>
      </dgm:prSet>
      <dgm:spPr/>
    </dgm:pt>
    <dgm:pt modelId="{ED47351F-40DE-4041-99E0-6E49C84AB61A}" type="pres">
      <dgm:prSet presAssocID="{0057BCE9-C1B8-4B4D-85F1-62DF65BCA7A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0D6F30A-F1E6-4754-8A42-1AC15A4B23C3}" srcId="{0057BCE9-C1B8-4B4D-85F1-62DF65BCA7AA}" destId="{C04049E3-11E4-4263-AACE-CD6798E5375D}" srcOrd="3" destOrd="0" parTransId="{89C21ABF-E3D4-4FAD-8E68-E415EC703D7A}" sibTransId="{B6B1C992-725F-423D-9D6F-0709CFF2A6FF}"/>
    <dgm:cxn modelId="{5E45FB45-81E9-4A95-A475-C352A57D780E}" type="presOf" srcId="{B6B1C992-725F-423D-9D6F-0709CFF2A6FF}" destId="{229B61A7-082F-4969-A0B2-62C02D20B095}" srcOrd="0" destOrd="0" presId="urn:microsoft.com/office/officeart/2005/8/layout/vProcess5"/>
    <dgm:cxn modelId="{C5E2AD67-42FF-409C-A031-1C1DCE9743CE}" type="presOf" srcId="{F6814C1E-26EE-4112-9E04-66747A6E6E09}" destId="{3C23C661-2FAD-4AD9-BC54-B0469EA85725}" srcOrd="0" destOrd="0" presId="urn:microsoft.com/office/officeart/2005/8/layout/vProcess5"/>
    <dgm:cxn modelId="{1AEE444A-0F29-42CC-A93F-27BCE91244C2}" type="presOf" srcId="{C04049E3-11E4-4263-AACE-CD6798E5375D}" destId="{B754D3FA-91C7-4695-B81D-345EF437EF7F}" srcOrd="0" destOrd="0" presId="urn:microsoft.com/office/officeart/2005/8/layout/vProcess5"/>
    <dgm:cxn modelId="{B0A7396E-AA39-40CC-A1F7-85A214117727}" srcId="{0057BCE9-C1B8-4B4D-85F1-62DF65BCA7AA}" destId="{E883C9FC-92E1-4F19-A0FE-79C24757796B}" srcOrd="4" destOrd="0" parTransId="{90313CFD-92C3-4EDF-B554-79AD40B2BB92}" sibTransId="{AA06BC8D-CB3A-4897-B262-6051D74F9B7B}"/>
    <dgm:cxn modelId="{962C456F-8077-42AF-8FCD-C0ED0C032FE6}" type="presOf" srcId="{C04049E3-11E4-4263-AACE-CD6798E5375D}" destId="{51DF2185-B1C1-4D82-B8AD-914A9CB4FADC}" srcOrd="1" destOrd="0" presId="urn:microsoft.com/office/officeart/2005/8/layout/vProcess5"/>
    <dgm:cxn modelId="{E93BFE70-66B2-4E1C-988B-B8DD69825C60}" type="presOf" srcId="{E883C9FC-92E1-4F19-A0FE-79C24757796B}" destId="{4F9122E9-50A0-4496-892C-9593020D3D92}" srcOrd="0" destOrd="0" presId="urn:microsoft.com/office/officeart/2005/8/layout/vProcess5"/>
    <dgm:cxn modelId="{21BC5B52-B6DD-4025-9C6C-90ACADDE7192}" type="presOf" srcId="{82F69728-9A7A-46D8-91A6-83F2E2E7D832}" destId="{BB05CB52-03EE-4A28-AF18-60F4EA7D78FB}" srcOrd="0" destOrd="0" presId="urn:microsoft.com/office/officeart/2005/8/layout/vProcess5"/>
    <dgm:cxn modelId="{2840E977-4368-40D6-85F7-0704D6AFC356}" type="presOf" srcId="{13FEF934-E50F-40C8-B936-8B27E2DFB455}" destId="{F3F96554-9D40-4C90-826F-7345399A8895}" srcOrd="0" destOrd="0" presId="urn:microsoft.com/office/officeart/2005/8/layout/vProcess5"/>
    <dgm:cxn modelId="{785B127E-3CFF-4674-9BA1-946DA083DB7F}" type="presOf" srcId="{13FEF934-E50F-40C8-B936-8B27E2DFB455}" destId="{D93C7677-F568-4DA5-BEE2-EDD56611E581}" srcOrd="1" destOrd="0" presId="urn:microsoft.com/office/officeart/2005/8/layout/vProcess5"/>
    <dgm:cxn modelId="{4003A580-686F-4BAC-8B82-D21992C08E34}" type="presOf" srcId="{E883C9FC-92E1-4F19-A0FE-79C24757796B}" destId="{ED47351F-40DE-4041-99E0-6E49C84AB61A}" srcOrd="1" destOrd="0" presId="urn:microsoft.com/office/officeart/2005/8/layout/vProcess5"/>
    <dgm:cxn modelId="{31F98482-810C-4CAB-B221-AD7576F28A5D}" type="presOf" srcId="{BFCB4D71-1E73-4425-A164-CEDCC676EACF}" destId="{9520941A-44C6-4468-A54E-6F3BF87B55AE}" srcOrd="0" destOrd="0" presId="urn:microsoft.com/office/officeart/2005/8/layout/vProcess5"/>
    <dgm:cxn modelId="{060AA884-B7B7-4F54-B29C-22FBB055A948}" type="presOf" srcId="{E4F60E65-69ED-42AB-AC56-DF34B3C81EA0}" destId="{023C32DD-B5AF-4C03-9A52-0DE07C6D8C4F}" srcOrd="1" destOrd="0" presId="urn:microsoft.com/office/officeart/2005/8/layout/vProcess5"/>
    <dgm:cxn modelId="{3F2978A1-18BB-464E-AFE6-F4895E88610D}" srcId="{0057BCE9-C1B8-4B4D-85F1-62DF65BCA7AA}" destId="{E4F60E65-69ED-42AB-AC56-DF34B3C81EA0}" srcOrd="1" destOrd="0" parTransId="{FD7698C9-8600-4DEE-BDAC-D6F881B54307}" sibTransId="{BFCB4D71-1E73-4425-A164-CEDCC676EACF}"/>
    <dgm:cxn modelId="{1D92D7B3-C582-4DCB-BE81-4B5CE32D6835}" srcId="{0057BCE9-C1B8-4B4D-85F1-62DF65BCA7AA}" destId="{13FEF934-E50F-40C8-B936-8B27E2DFB455}" srcOrd="0" destOrd="0" parTransId="{D1C9C8A2-FD90-475A-AD98-5FC5E6922647}" sibTransId="{F6814C1E-26EE-4112-9E04-66747A6E6E09}"/>
    <dgm:cxn modelId="{184579BF-4BC5-4188-893F-044D30A31EAD}" type="presOf" srcId="{0057BCE9-C1B8-4B4D-85F1-62DF65BCA7AA}" destId="{B2660908-CCD8-431E-9BF2-AF195F59BF37}" srcOrd="0" destOrd="0" presId="urn:microsoft.com/office/officeart/2005/8/layout/vProcess5"/>
    <dgm:cxn modelId="{212316D0-EB2F-41D4-A920-3128B4B8D4E9}" type="presOf" srcId="{9E98F076-07E6-4015-A005-26AC3C95A9E4}" destId="{F3AA50EB-93EC-41D3-92A5-3CDAD605777F}" srcOrd="0" destOrd="0" presId="urn:microsoft.com/office/officeart/2005/8/layout/vProcess5"/>
    <dgm:cxn modelId="{078C88DC-C699-45D5-B3C7-001B8640A669}" type="presOf" srcId="{E4F60E65-69ED-42AB-AC56-DF34B3C81EA0}" destId="{A4DA07B0-3941-40B1-8092-9567E76853AD}" srcOrd="0" destOrd="0" presId="urn:microsoft.com/office/officeart/2005/8/layout/vProcess5"/>
    <dgm:cxn modelId="{E40DDBE8-823E-451B-BC46-A8F0D6835732}" srcId="{0057BCE9-C1B8-4B4D-85F1-62DF65BCA7AA}" destId="{9E98F076-07E6-4015-A005-26AC3C95A9E4}" srcOrd="2" destOrd="0" parTransId="{5A68D9FF-EBEB-4C85-B9FF-F42576A18EC6}" sibTransId="{82F69728-9A7A-46D8-91A6-83F2E2E7D832}"/>
    <dgm:cxn modelId="{64A193F3-8236-4B0B-9322-BB8982009BCC}" type="presOf" srcId="{9E98F076-07E6-4015-A005-26AC3C95A9E4}" destId="{ECCA4FAB-2C18-406E-BC39-1A18FB6DFEF1}" srcOrd="1" destOrd="0" presId="urn:microsoft.com/office/officeart/2005/8/layout/vProcess5"/>
    <dgm:cxn modelId="{74EE33A3-1B9A-47CE-BA80-E1CAB4FC029A}" type="presParOf" srcId="{B2660908-CCD8-431E-9BF2-AF195F59BF37}" destId="{F189A2F6-471A-48CC-B82B-C8984EA9F188}" srcOrd="0" destOrd="0" presId="urn:microsoft.com/office/officeart/2005/8/layout/vProcess5"/>
    <dgm:cxn modelId="{13E85391-C150-4CCE-93AE-BBDDBFCD0147}" type="presParOf" srcId="{B2660908-CCD8-431E-9BF2-AF195F59BF37}" destId="{F3F96554-9D40-4C90-826F-7345399A8895}" srcOrd="1" destOrd="0" presId="urn:microsoft.com/office/officeart/2005/8/layout/vProcess5"/>
    <dgm:cxn modelId="{4F77F374-FAA4-442B-A584-BEBC81B1A7F5}" type="presParOf" srcId="{B2660908-CCD8-431E-9BF2-AF195F59BF37}" destId="{A4DA07B0-3941-40B1-8092-9567E76853AD}" srcOrd="2" destOrd="0" presId="urn:microsoft.com/office/officeart/2005/8/layout/vProcess5"/>
    <dgm:cxn modelId="{456DE7B3-1589-43F8-A73A-6AE94FB43084}" type="presParOf" srcId="{B2660908-CCD8-431E-9BF2-AF195F59BF37}" destId="{F3AA50EB-93EC-41D3-92A5-3CDAD605777F}" srcOrd="3" destOrd="0" presId="urn:microsoft.com/office/officeart/2005/8/layout/vProcess5"/>
    <dgm:cxn modelId="{279CB11B-B952-48A0-84AF-8E9B34679674}" type="presParOf" srcId="{B2660908-CCD8-431E-9BF2-AF195F59BF37}" destId="{B754D3FA-91C7-4695-B81D-345EF437EF7F}" srcOrd="4" destOrd="0" presId="urn:microsoft.com/office/officeart/2005/8/layout/vProcess5"/>
    <dgm:cxn modelId="{104A1D62-EA40-4FEF-844B-A48DA8853C98}" type="presParOf" srcId="{B2660908-CCD8-431E-9BF2-AF195F59BF37}" destId="{4F9122E9-50A0-4496-892C-9593020D3D92}" srcOrd="5" destOrd="0" presId="urn:microsoft.com/office/officeart/2005/8/layout/vProcess5"/>
    <dgm:cxn modelId="{7002DC54-441A-4A0F-B9C6-881DA8B794E9}" type="presParOf" srcId="{B2660908-CCD8-431E-9BF2-AF195F59BF37}" destId="{3C23C661-2FAD-4AD9-BC54-B0469EA85725}" srcOrd="6" destOrd="0" presId="urn:microsoft.com/office/officeart/2005/8/layout/vProcess5"/>
    <dgm:cxn modelId="{13B56540-2658-4CE3-AF77-73CA5EF21D4F}" type="presParOf" srcId="{B2660908-CCD8-431E-9BF2-AF195F59BF37}" destId="{9520941A-44C6-4468-A54E-6F3BF87B55AE}" srcOrd="7" destOrd="0" presId="urn:microsoft.com/office/officeart/2005/8/layout/vProcess5"/>
    <dgm:cxn modelId="{584812EC-9EF5-4980-B0E2-71B4B67A7CF0}" type="presParOf" srcId="{B2660908-CCD8-431E-9BF2-AF195F59BF37}" destId="{BB05CB52-03EE-4A28-AF18-60F4EA7D78FB}" srcOrd="8" destOrd="0" presId="urn:microsoft.com/office/officeart/2005/8/layout/vProcess5"/>
    <dgm:cxn modelId="{3C6FE9B9-2A6B-40A2-8E7B-2DC64FA118AE}" type="presParOf" srcId="{B2660908-CCD8-431E-9BF2-AF195F59BF37}" destId="{229B61A7-082F-4969-A0B2-62C02D20B095}" srcOrd="9" destOrd="0" presId="urn:microsoft.com/office/officeart/2005/8/layout/vProcess5"/>
    <dgm:cxn modelId="{9457888B-D793-49EF-B191-772D11011279}" type="presParOf" srcId="{B2660908-CCD8-431E-9BF2-AF195F59BF37}" destId="{D93C7677-F568-4DA5-BEE2-EDD56611E581}" srcOrd="10" destOrd="0" presId="urn:microsoft.com/office/officeart/2005/8/layout/vProcess5"/>
    <dgm:cxn modelId="{BCF0B8AC-3EB7-4244-8F52-63D0456245B2}" type="presParOf" srcId="{B2660908-CCD8-431E-9BF2-AF195F59BF37}" destId="{023C32DD-B5AF-4C03-9A52-0DE07C6D8C4F}" srcOrd="11" destOrd="0" presId="urn:microsoft.com/office/officeart/2005/8/layout/vProcess5"/>
    <dgm:cxn modelId="{5E864640-6E16-46ED-AE6D-936605C0671E}" type="presParOf" srcId="{B2660908-CCD8-431E-9BF2-AF195F59BF37}" destId="{ECCA4FAB-2C18-406E-BC39-1A18FB6DFEF1}" srcOrd="12" destOrd="0" presId="urn:microsoft.com/office/officeart/2005/8/layout/vProcess5"/>
    <dgm:cxn modelId="{135CBE4E-08C4-4E8C-9ED2-F9F51C10077D}" type="presParOf" srcId="{B2660908-CCD8-431E-9BF2-AF195F59BF37}" destId="{51DF2185-B1C1-4D82-B8AD-914A9CB4FADC}" srcOrd="13" destOrd="0" presId="urn:microsoft.com/office/officeart/2005/8/layout/vProcess5"/>
    <dgm:cxn modelId="{394A4006-BD70-4237-BE2D-C8268EACEFAA}" type="presParOf" srcId="{B2660908-CCD8-431E-9BF2-AF195F59BF37}" destId="{ED47351F-40DE-4041-99E0-6E49C84AB61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AE621C3-F849-48C0-AFB8-DC3F06848184}" type="doc">
      <dgm:prSet loTypeId="urn:microsoft.com/office/officeart/2005/8/layout/hList1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FE78F974-81F5-42AA-AFA4-F6DE82B7C959}">
      <dgm:prSet/>
      <dgm:spPr/>
      <dgm:t>
        <a:bodyPr/>
        <a:lstStyle/>
        <a:p>
          <a:r>
            <a:rPr lang="pt-BR"/>
            <a:t>Menção Parcial 01:</a:t>
          </a:r>
          <a:endParaRPr lang="en-US"/>
        </a:p>
      </dgm:t>
    </dgm:pt>
    <dgm:pt modelId="{13BDE5E8-8A38-4EF5-8F6C-BA8FB2AEB2B5}" type="parTrans" cxnId="{038FF06A-FDA9-4BF2-ABD9-6A7DE1B0C2A9}">
      <dgm:prSet/>
      <dgm:spPr/>
      <dgm:t>
        <a:bodyPr/>
        <a:lstStyle/>
        <a:p>
          <a:endParaRPr lang="en-US"/>
        </a:p>
      </dgm:t>
    </dgm:pt>
    <dgm:pt modelId="{D9862D28-5A24-44FF-BABE-C3BF082E6356}" type="sibTrans" cxnId="{038FF06A-FDA9-4BF2-ABD9-6A7DE1B0C2A9}">
      <dgm:prSet/>
      <dgm:spPr/>
      <dgm:t>
        <a:bodyPr/>
        <a:lstStyle/>
        <a:p>
          <a:endParaRPr lang="en-US"/>
        </a:p>
      </dgm:t>
    </dgm:pt>
    <dgm:pt modelId="{F7A6629B-833A-43DF-B8AF-535F5A13E441}">
      <dgm:prSet/>
      <dgm:spPr/>
      <dgm:t>
        <a:bodyPr/>
        <a:lstStyle/>
        <a:p>
          <a:r>
            <a:rPr lang="pt-BR"/>
            <a:t>1ª Avaliação Presencial.Será composta com o conteúdo trabalhado no primeiro bimestre de aulas, ministrada de forma individual e sem consulta.A aplicação ocorrerá em dia a ser informado no Plano de Aula, com publicação no Espaço Aluno e no AVA da disciplina.</a:t>
          </a:r>
          <a:endParaRPr lang="en-US"/>
        </a:p>
      </dgm:t>
    </dgm:pt>
    <dgm:pt modelId="{CB71CDE4-FD65-4F3D-A7BE-7F537D22155B}" type="parTrans" cxnId="{7161BACD-C8C6-4A21-B6BB-E2727D188230}">
      <dgm:prSet/>
      <dgm:spPr/>
      <dgm:t>
        <a:bodyPr/>
        <a:lstStyle/>
        <a:p>
          <a:endParaRPr lang="en-US"/>
        </a:p>
      </dgm:t>
    </dgm:pt>
    <dgm:pt modelId="{15122A55-9808-4D1D-A8DC-41EFBDC5BFF3}" type="sibTrans" cxnId="{7161BACD-C8C6-4A21-B6BB-E2727D188230}">
      <dgm:prSet/>
      <dgm:spPr/>
      <dgm:t>
        <a:bodyPr/>
        <a:lstStyle/>
        <a:p>
          <a:endParaRPr lang="en-US"/>
        </a:p>
      </dgm:t>
    </dgm:pt>
    <dgm:pt modelId="{2750F943-5732-4DB9-94F1-A98B193EF0E1}">
      <dgm:prSet/>
      <dgm:spPr/>
      <dgm:t>
        <a:bodyPr/>
        <a:lstStyle/>
        <a:p>
          <a:r>
            <a:rPr lang="pt-BR"/>
            <a:t>Menção Parcial 02:</a:t>
          </a:r>
          <a:endParaRPr lang="en-US"/>
        </a:p>
      </dgm:t>
    </dgm:pt>
    <dgm:pt modelId="{B1EF81AB-5B35-450C-AFDC-41BEBA7A3293}" type="parTrans" cxnId="{D0E00635-6A3A-4A6F-B687-DABFB79B16EC}">
      <dgm:prSet/>
      <dgm:spPr/>
      <dgm:t>
        <a:bodyPr/>
        <a:lstStyle/>
        <a:p>
          <a:endParaRPr lang="en-US"/>
        </a:p>
      </dgm:t>
    </dgm:pt>
    <dgm:pt modelId="{8D9A3532-D44A-431F-BBB6-96F254FF68F8}" type="sibTrans" cxnId="{D0E00635-6A3A-4A6F-B687-DABFB79B16EC}">
      <dgm:prSet/>
      <dgm:spPr/>
      <dgm:t>
        <a:bodyPr/>
        <a:lstStyle/>
        <a:p>
          <a:endParaRPr lang="en-US"/>
        </a:p>
      </dgm:t>
    </dgm:pt>
    <dgm:pt modelId="{9211D830-5D17-452F-A603-AADBAB91B136}">
      <dgm:prSet/>
      <dgm:spPr/>
      <dgm:t>
        <a:bodyPr/>
        <a:lstStyle/>
        <a:p>
          <a:r>
            <a:rPr lang="pt-BR"/>
            <a:t>Avaliação Geral dos trabalhos e atividades do 1º Bimestre Composta por atividades em sala/Moodle, individuais ou em grupo, que poderão constar de pesquisas, oficinas ou seminários. Além disso, serão considerados: participação em aula, comprometimento com as atividades a serem desenvolvidas dentro e fora da sala de aula, colaboração, iniciativa e postura profissional.</a:t>
          </a:r>
          <a:endParaRPr lang="en-US"/>
        </a:p>
      </dgm:t>
    </dgm:pt>
    <dgm:pt modelId="{969423E7-C648-43A7-A8E9-6F07C9B6C119}" type="parTrans" cxnId="{DC17FF09-E140-4D98-BB72-125F5DFC32C2}">
      <dgm:prSet/>
      <dgm:spPr/>
      <dgm:t>
        <a:bodyPr/>
        <a:lstStyle/>
        <a:p>
          <a:endParaRPr lang="en-US"/>
        </a:p>
      </dgm:t>
    </dgm:pt>
    <dgm:pt modelId="{F186C93E-5DFE-42A3-AF85-19501D51CFD5}" type="sibTrans" cxnId="{DC17FF09-E140-4D98-BB72-125F5DFC32C2}">
      <dgm:prSet/>
      <dgm:spPr/>
      <dgm:t>
        <a:bodyPr/>
        <a:lstStyle/>
        <a:p>
          <a:endParaRPr lang="en-US"/>
        </a:p>
      </dgm:t>
    </dgm:pt>
    <dgm:pt modelId="{DD5DCDF7-BBC6-486B-B6D8-549658FD7C3E}">
      <dgm:prSet/>
      <dgm:spPr/>
      <dgm:t>
        <a:bodyPr/>
        <a:lstStyle/>
        <a:p>
          <a:r>
            <a:rPr lang="pt-BR"/>
            <a:t>A avaliação ocorrerá durante o primeiro bimestre com a publicação do resultado até o final do semestre letivo.</a:t>
          </a:r>
          <a:endParaRPr lang="en-US"/>
        </a:p>
      </dgm:t>
    </dgm:pt>
    <dgm:pt modelId="{2B70F7EB-5CBC-4ADE-AD23-3DEB154C84F0}" type="parTrans" cxnId="{B1C86D3E-7D6F-47CF-8821-C39BD9B1E825}">
      <dgm:prSet/>
      <dgm:spPr/>
      <dgm:t>
        <a:bodyPr/>
        <a:lstStyle/>
        <a:p>
          <a:endParaRPr lang="en-US"/>
        </a:p>
      </dgm:t>
    </dgm:pt>
    <dgm:pt modelId="{89D68DA7-C540-4B7F-B6FB-D8EB9A922759}" type="sibTrans" cxnId="{B1C86D3E-7D6F-47CF-8821-C39BD9B1E825}">
      <dgm:prSet/>
      <dgm:spPr/>
      <dgm:t>
        <a:bodyPr/>
        <a:lstStyle/>
        <a:p>
          <a:endParaRPr lang="en-US"/>
        </a:p>
      </dgm:t>
    </dgm:pt>
    <dgm:pt modelId="{F8EDA125-1CCE-4ED4-BD12-76C4D45D0BE6}">
      <dgm:prSet/>
      <dgm:spPr/>
      <dgm:t>
        <a:bodyPr/>
        <a:lstStyle/>
        <a:p>
          <a:r>
            <a:rPr lang="pt-BR" dirty="0"/>
            <a:t>Menção Parcial 03:</a:t>
          </a:r>
          <a:endParaRPr lang="en-US" dirty="0"/>
        </a:p>
      </dgm:t>
    </dgm:pt>
    <dgm:pt modelId="{C455C9EB-A1AB-4B2F-A54A-4F669DA3984E}" type="parTrans" cxnId="{4C857703-C9F0-4362-B3FF-9E3CDFB1D755}">
      <dgm:prSet/>
      <dgm:spPr/>
      <dgm:t>
        <a:bodyPr/>
        <a:lstStyle/>
        <a:p>
          <a:endParaRPr lang="en-US"/>
        </a:p>
      </dgm:t>
    </dgm:pt>
    <dgm:pt modelId="{D23B520F-D8D6-491E-A419-B4A2C60D83C2}" type="sibTrans" cxnId="{4C857703-C9F0-4362-B3FF-9E3CDFB1D755}">
      <dgm:prSet/>
      <dgm:spPr/>
      <dgm:t>
        <a:bodyPr/>
        <a:lstStyle/>
        <a:p>
          <a:endParaRPr lang="en-US"/>
        </a:p>
      </dgm:t>
    </dgm:pt>
    <dgm:pt modelId="{F9966893-4B7A-476F-8F87-BB985CA090AB}">
      <dgm:prSet/>
      <dgm:spPr/>
      <dgm:t>
        <a:bodyPr/>
        <a:lstStyle/>
        <a:p>
          <a:r>
            <a:rPr lang="pt-BR" dirty="0"/>
            <a:t>Avaliação Geral dos trabalhos e atividades do 2º Bimestre Composta por atividades em sala/Moodle, individuais ou em grupo, que poderão constar de pesquisas, oficinas ou seminários. Além disso, serão considerados: participação em aula, comprometimento com as atividades a serem desenvolvidas dentro e fora da sala de aula, colaboração, iniciativa e postura profissional.</a:t>
          </a:r>
          <a:endParaRPr lang="en-US" dirty="0"/>
        </a:p>
      </dgm:t>
    </dgm:pt>
    <dgm:pt modelId="{79F842E8-7516-42E9-A279-EED2001EDB6F}" type="parTrans" cxnId="{00A2C559-7D44-478F-A762-271CCBB71D63}">
      <dgm:prSet/>
      <dgm:spPr/>
      <dgm:t>
        <a:bodyPr/>
        <a:lstStyle/>
        <a:p>
          <a:endParaRPr lang="en-US"/>
        </a:p>
      </dgm:t>
    </dgm:pt>
    <dgm:pt modelId="{1A6FB34C-1E41-41BC-A628-92C4BFA251D8}" type="sibTrans" cxnId="{00A2C559-7D44-478F-A762-271CCBB71D63}">
      <dgm:prSet/>
      <dgm:spPr/>
      <dgm:t>
        <a:bodyPr/>
        <a:lstStyle/>
        <a:p>
          <a:endParaRPr lang="en-US"/>
        </a:p>
      </dgm:t>
    </dgm:pt>
    <dgm:pt modelId="{51F68DBF-CC35-4706-84A3-4AE5DCD9BF5B}">
      <dgm:prSet/>
      <dgm:spPr/>
      <dgm:t>
        <a:bodyPr/>
        <a:lstStyle/>
        <a:p>
          <a:r>
            <a:rPr lang="pt-BR" dirty="0"/>
            <a:t>A avaliação ocorrerá durante o segundo bimestre com a publicação do resultado até o final do semestre letivo.</a:t>
          </a:r>
          <a:endParaRPr lang="en-US" dirty="0"/>
        </a:p>
      </dgm:t>
    </dgm:pt>
    <dgm:pt modelId="{BFC5F569-F7CC-4E01-AD78-F269202F3EAC}" type="parTrans" cxnId="{B9080520-39FF-480C-9FA6-ACAA73EB087F}">
      <dgm:prSet/>
      <dgm:spPr/>
      <dgm:t>
        <a:bodyPr/>
        <a:lstStyle/>
        <a:p>
          <a:endParaRPr lang="en-US"/>
        </a:p>
      </dgm:t>
    </dgm:pt>
    <dgm:pt modelId="{B51C9BE5-82CE-4BAB-9BA9-1F24FB1189EB}" type="sibTrans" cxnId="{B9080520-39FF-480C-9FA6-ACAA73EB087F}">
      <dgm:prSet/>
      <dgm:spPr/>
      <dgm:t>
        <a:bodyPr/>
        <a:lstStyle/>
        <a:p>
          <a:endParaRPr lang="en-US"/>
        </a:p>
      </dgm:t>
    </dgm:pt>
    <dgm:pt modelId="{9CDA9250-F815-4856-9692-5CCA7CB14E12}" type="pres">
      <dgm:prSet presAssocID="{EAE621C3-F849-48C0-AFB8-DC3F06848184}" presName="Name0" presStyleCnt="0">
        <dgm:presLayoutVars>
          <dgm:dir/>
          <dgm:animLvl val="lvl"/>
          <dgm:resizeHandles val="exact"/>
        </dgm:presLayoutVars>
      </dgm:prSet>
      <dgm:spPr/>
    </dgm:pt>
    <dgm:pt modelId="{1B577B29-58AE-4085-B40A-56192F17312B}" type="pres">
      <dgm:prSet presAssocID="{FE78F974-81F5-42AA-AFA4-F6DE82B7C959}" presName="composite" presStyleCnt="0"/>
      <dgm:spPr/>
    </dgm:pt>
    <dgm:pt modelId="{5DFFACDE-B77D-4ADB-85FA-198DD14BB2B5}" type="pres">
      <dgm:prSet presAssocID="{FE78F974-81F5-42AA-AFA4-F6DE82B7C95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9A834DD-F52C-49B0-8161-4C7BEC69B2BD}" type="pres">
      <dgm:prSet presAssocID="{FE78F974-81F5-42AA-AFA4-F6DE82B7C959}" presName="desTx" presStyleLbl="alignAccFollowNode1" presStyleIdx="0" presStyleCnt="3">
        <dgm:presLayoutVars>
          <dgm:bulletEnabled val="1"/>
        </dgm:presLayoutVars>
      </dgm:prSet>
      <dgm:spPr/>
    </dgm:pt>
    <dgm:pt modelId="{EC4EC94B-6259-4477-8561-C7AD9E7F83AC}" type="pres">
      <dgm:prSet presAssocID="{D9862D28-5A24-44FF-BABE-C3BF082E6356}" presName="space" presStyleCnt="0"/>
      <dgm:spPr/>
    </dgm:pt>
    <dgm:pt modelId="{C9886DA1-CA6C-4991-B34B-246129E56D5A}" type="pres">
      <dgm:prSet presAssocID="{2750F943-5732-4DB9-94F1-A98B193EF0E1}" presName="composite" presStyleCnt="0"/>
      <dgm:spPr/>
    </dgm:pt>
    <dgm:pt modelId="{02E27D1C-166F-43EA-9A6C-1EE18E916A40}" type="pres">
      <dgm:prSet presAssocID="{2750F943-5732-4DB9-94F1-A98B193EF0E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9FAE2A6-49D2-4426-802B-2325F85F7D65}" type="pres">
      <dgm:prSet presAssocID="{2750F943-5732-4DB9-94F1-A98B193EF0E1}" presName="desTx" presStyleLbl="alignAccFollowNode1" presStyleIdx="1" presStyleCnt="3">
        <dgm:presLayoutVars>
          <dgm:bulletEnabled val="1"/>
        </dgm:presLayoutVars>
      </dgm:prSet>
      <dgm:spPr/>
    </dgm:pt>
    <dgm:pt modelId="{33E72989-1014-44D7-AEA5-92205FF1C9ED}" type="pres">
      <dgm:prSet presAssocID="{8D9A3532-D44A-431F-BBB6-96F254FF68F8}" presName="space" presStyleCnt="0"/>
      <dgm:spPr/>
    </dgm:pt>
    <dgm:pt modelId="{C9E4D592-0C9D-4A4C-A948-61EC5AA1FA75}" type="pres">
      <dgm:prSet presAssocID="{F8EDA125-1CCE-4ED4-BD12-76C4D45D0BE6}" presName="composite" presStyleCnt="0"/>
      <dgm:spPr/>
    </dgm:pt>
    <dgm:pt modelId="{9091D9F8-6A9D-4B10-81A1-52E18C5C75A8}" type="pres">
      <dgm:prSet presAssocID="{F8EDA125-1CCE-4ED4-BD12-76C4D45D0BE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8AB50F8-3385-4519-A709-933B23D6DF83}" type="pres">
      <dgm:prSet presAssocID="{F8EDA125-1CCE-4ED4-BD12-76C4D45D0BE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C857703-C9F0-4362-B3FF-9E3CDFB1D755}" srcId="{EAE621C3-F849-48C0-AFB8-DC3F06848184}" destId="{F8EDA125-1CCE-4ED4-BD12-76C4D45D0BE6}" srcOrd="2" destOrd="0" parTransId="{C455C9EB-A1AB-4B2F-A54A-4F669DA3984E}" sibTransId="{D23B520F-D8D6-491E-A419-B4A2C60D83C2}"/>
    <dgm:cxn modelId="{DC17FF09-E140-4D98-BB72-125F5DFC32C2}" srcId="{2750F943-5732-4DB9-94F1-A98B193EF0E1}" destId="{9211D830-5D17-452F-A603-AADBAB91B136}" srcOrd="0" destOrd="0" parTransId="{969423E7-C648-43A7-A8E9-6F07C9B6C119}" sibTransId="{F186C93E-5DFE-42A3-AF85-19501D51CFD5}"/>
    <dgm:cxn modelId="{E3CBC211-852B-4EB2-A66A-8C8BC4AC4DBC}" type="presOf" srcId="{F7A6629B-833A-43DF-B8AF-535F5A13E441}" destId="{39A834DD-F52C-49B0-8161-4C7BEC69B2BD}" srcOrd="0" destOrd="0" presId="urn:microsoft.com/office/officeart/2005/8/layout/hList1"/>
    <dgm:cxn modelId="{B9080520-39FF-480C-9FA6-ACAA73EB087F}" srcId="{F8EDA125-1CCE-4ED4-BD12-76C4D45D0BE6}" destId="{51F68DBF-CC35-4706-84A3-4AE5DCD9BF5B}" srcOrd="1" destOrd="0" parTransId="{BFC5F569-F7CC-4E01-AD78-F269202F3EAC}" sibTransId="{B51C9BE5-82CE-4BAB-9BA9-1F24FB1189EB}"/>
    <dgm:cxn modelId="{D0E00635-6A3A-4A6F-B687-DABFB79B16EC}" srcId="{EAE621C3-F849-48C0-AFB8-DC3F06848184}" destId="{2750F943-5732-4DB9-94F1-A98B193EF0E1}" srcOrd="1" destOrd="0" parTransId="{B1EF81AB-5B35-450C-AFDC-41BEBA7A3293}" sibTransId="{8D9A3532-D44A-431F-BBB6-96F254FF68F8}"/>
    <dgm:cxn modelId="{B1C86D3E-7D6F-47CF-8821-C39BD9B1E825}" srcId="{2750F943-5732-4DB9-94F1-A98B193EF0E1}" destId="{DD5DCDF7-BBC6-486B-B6D8-549658FD7C3E}" srcOrd="1" destOrd="0" parTransId="{2B70F7EB-5CBC-4ADE-AD23-3DEB154C84F0}" sibTransId="{89D68DA7-C540-4B7F-B6FB-D8EB9A922759}"/>
    <dgm:cxn modelId="{598EFB60-FF46-4393-81AF-9A6787AE372E}" type="presOf" srcId="{EAE621C3-F849-48C0-AFB8-DC3F06848184}" destId="{9CDA9250-F815-4856-9692-5CCA7CB14E12}" srcOrd="0" destOrd="0" presId="urn:microsoft.com/office/officeart/2005/8/layout/hList1"/>
    <dgm:cxn modelId="{038FF06A-FDA9-4BF2-ABD9-6A7DE1B0C2A9}" srcId="{EAE621C3-F849-48C0-AFB8-DC3F06848184}" destId="{FE78F974-81F5-42AA-AFA4-F6DE82B7C959}" srcOrd="0" destOrd="0" parTransId="{13BDE5E8-8A38-4EF5-8F6C-BA8FB2AEB2B5}" sibTransId="{D9862D28-5A24-44FF-BABE-C3BF082E6356}"/>
    <dgm:cxn modelId="{00A2C559-7D44-478F-A762-271CCBB71D63}" srcId="{F8EDA125-1CCE-4ED4-BD12-76C4D45D0BE6}" destId="{F9966893-4B7A-476F-8F87-BB985CA090AB}" srcOrd="0" destOrd="0" parTransId="{79F842E8-7516-42E9-A279-EED2001EDB6F}" sibTransId="{1A6FB34C-1E41-41BC-A628-92C4BFA251D8}"/>
    <dgm:cxn modelId="{B96343B6-8C2E-42AF-A372-1EB1392522D2}" type="presOf" srcId="{FE78F974-81F5-42AA-AFA4-F6DE82B7C959}" destId="{5DFFACDE-B77D-4ADB-85FA-198DD14BB2B5}" srcOrd="0" destOrd="0" presId="urn:microsoft.com/office/officeart/2005/8/layout/hList1"/>
    <dgm:cxn modelId="{A872B9B9-5D7C-4299-B97B-AD2E77E46ECA}" type="presOf" srcId="{DD5DCDF7-BBC6-486B-B6D8-549658FD7C3E}" destId="{49FAE2A6-49D2-4426-802B-2325F85F7D65}" srcOrd="0" destOrd="1" presId="urn:microsoft.com/office/officeart/2005/8/layout/hList1"/>
    <dgm:cxn modelId="{7161BACD-C8C6-4A21-B6BB-E2727D188230}" srcId="{FE78F974-81F5-42AA-AFA4-F6DE82B7C959}" destId="{F7A6629B-833A-43DF-B8AF-535F5A13E441}" srcOrd="0" destOrd="0" parTransId="{CB71CDE4-FD65-4F3D-A7BE-7F537D22155B}" sibTransId="{15122A55-9808-4D1D-A8DC-41EFBDC5BFF3}"/>
    <dgm:cxn modelId="{5B8CDBCE-C232-458C-B3BE-6323BE9A9603}" type="presOf" srcId="{2750F943-5732-4DB9-94F1-A98B193EF0E1}" destId="{02E27D1C-166F-43EA-9A6C-1EE18E916A40}" srcOrd="0" destOrd="0" presId="urn:microsoft.com/office/officeart/2005/8/layout/hList1"/>
    <dgm:cxn modelId="{C9B55CE9-D42E-42D8-A8F2-B5BCBE55A958}" type="presOf" srcId="{F8EDA125-1CCE-4ED4-BD12-76C4D45D0BE6}" destId="{9091D9F8-6A9D-4B10-81A1-52E18C5C75A8}" srcOrd="0" destOrd="0" presId="urn:microsoft.com/office/officeart/2005/8/layout/hList1"/>
    <dgm:cxn modelId="{2B41CCF8-B199-4727-A88E-045762D6E250}" type="presOf" srcId="{9211D830-5D17-452F-A603-AADBAB91B136}" destId="{49FAE2A6-49D2-4426-802B-2325F85F7D65}" srcOrd="0" destOrd="0" presId="urn:microsoft.com/office/officeart/2005/8/layout/hList1"/>
    <dgm:cxn modelId="{EFA8D4FA-5123-4A1C-B1DE-B08207F899AA}" type="presOf" srcId="{F9966893-4B7A-476F-8F87-BB985CA090AB}" destId="{C8AB50F8-3385-4519-A709-933B23D6DF83}" srcOrd="0" destOrd="0" presId="urn:microsoft.com/office/officeart/2005/8/layout/hList1"/>
    <dgm:cxn modelId="{5226E0FE-72FB-4F65-BAE8-171CD4247274}" type="presOf" srcId="{51F68DBF-CC35-4706-84A3-4AE5DCD9BF5B}" destId="{C8AB50F8-3385-4519-A709-933B23D6DF83}" srcOrd="0" destOrd="1" presId="urn:microsoft.com/office/officeart/2005/8/layout/hList1"/>
    <dgm:cxn modelId="{4E354EA8-757E-4930-B519-8FC8F654C9FA}" type="presParOf" srcId="{9CDA9250-F815-4856-9692-5CCA7CB14E12}" destId="{1B577B29-58AE-4085-B40A-56192F17312B}" srcOrd="0" destOrd="0" presId="urn:microsoft.com/office/officeart/2005/8/layout/hList1"/>
    <dgm:cxn modelId="{F82BAEB1-D467-403A-8C75-4ECB1C405D9E}" type="presParOf" srcId="{1B577B29-58AE-4085-B40A-56192F17312B}" destId="{5DFFACDE-B77D-4ADB-85FA-198DD14BB2B5}" srcOrd="0" destOrd="0" presId="urn:microsoft.com/office/officeart/2005/8/layout/hList1"/>
    <dgm:cxn modelId="{846C075E-76A3-43D4-92F8-251128AB0E32}" type="presParOf" srcId="{1B577B29-58AE-4085-B40A-56192F17312B}" destId="{39A834DD-F52C-49B0-8161-4C7BEC69B2BD}" srcOrd="1" destOrd="0" presId="urn:microsoft.com/office/officeart/2005/8/layout/hList1"/>
    <dgm:cxn modelId="{1D522CED-DCE2-48C3-9062-5DE856DD3F20}" type="presParOf" srcId="{9CDA9250-F815-4856-9692-5CCA7CB14E12}" destId="{EC4EC94B-6259-4477-8561-C7AD9E7F83AC}" srcOrd="1" destOrd="0" presId="urn:microsoft.com/office/officeart/2005/8/layout/hList1"/>
    <dgm:cxn modelId="{F92166ED-6368-4825-8EFF-72B87DD009FA}" type="presParOf" srcId="{9CDA9250-F815-4856-9692-5CCA7CB14E12}" destId="{C9886DA1-CA6C-4991-B34B-246129E56D5A}" srcOrd="2" destOrd="0" presId="urn:microsoft.com/office/officeart/2005/8/layout/hList1"/>
    <dgm:cxn modelId="{FCED414E-B0FA-42F6-96E5-515A92CDB637}" type="presParOf" srcId="{C9886DA1-CA6C-4991-B34B-246129E56D5A}" destId="{02E27D1C-166F-43EA-9A6C-1EE18E916A40}" srcOrd="0" destOrd="0" presId="urn:microsoft.com/office/officeart/2005/8/layout/hList1"/>
    <dgm:cxn modelId="{01EDA844-4B8E-4DF1-8666-B5E5F1F285D8}" type="presParOf" srcId="{C9886DA1-CA6C-4991-B34B-246129E56D5A}" destId="{49FAE2A6-49D2-4426-802B-2325F85F7D65}" srcOrd="1" destOrd="0" presId="urn:microsoft.com/office/officeart/2005/8/layout/hList1"/>
    <dgm:cxn modelId="{5BC2BF50-F6CC-4297-B573-0C2A8D6375AB}" type="presParOf" srcId="{9CDA9250-F815-4856-9692-5CCA7CB14E12}" destId="{33E72989-1014-44D7-AEA5-92205FF1C9ED}" srcOrd="3" destOrd="0" presId="urn:microsoft.com/office/officeart/2005/8/layout/hList1"/>
    <dgm:cxn modelId="{95442E5B-E1E4-4991-A7BB-4FCD107249D8}" type="presParOf" srcId="{9CDA9250-F815-4856-9692-5CCA7CB14E12}" destId="{C9E4D592-0C9D-4A4C-A948-61EC5AA1FA75}" srcOrd="4" destOrd="0" presId="urn:microsoft.com/office/officeart/2005/8/layout/hList1"/>
    <dgm:cxn modelId="{316F3A7C-DD6E-474C-AA88-CAEFCEB23476}" type="presParOf" srcId="{C9E4D592-0C9D-4A4C-A948-61EC5AA1FA75}" destId="{9091D9F8-6A9D-4B10-81A1-52E18C5C75A8}" srcOrd="0" destOrd="0" presId="urn:microsoft.com/office/officeart/2005/8/layout/hList1"/>
    <dgm:cxn modelId="{47FA1066-F286-467A-B9C5-4CA1784E6B27}" type="presParOf" srcId="{C9E4D592-0C9D-4A4C-A948-61EC5AA1FA75}" destId="{C8AB50F8-3385-4519-A709-933B23D6DF8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23956516-AA9D-42CA-B527-4A6375A5387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12F3C6-07D3-4882-8245-F19812AFABF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Como descrito no parágrafo 3°do artigo 50 do regimento interno do CEUB, a menção final é um conceito, não representa a média das menções parciais, devendo, antes, significar um julgamento final e global do aproveitamento nos estudos. Sendo assim, a menção final levará também em consideração o desempenho do aluno ao longo do semestre letivo, por meio da análise dos seguintes aspectos: conhecimento, dedicação, pontualidade, assiduidade e participação.</a:t>
          </a:r>
          <a:endParaRPr lang="en-US"/>
        </a:p>
      </dgm:t>
    </dgm:pt>
    <dgm:pt modelId="{9FB3340C-60F3-4B51-8856-BD41CFE1018B}" type="parTrans" cxnId="{BE1DC0D6-530F-48C9-A2A4-F0325F4073C6}">
      <dgm:prSet/>
      <dgm:spPr/>
      <dgm:t>
        <a:bodyPr/>
        <a:lstStyle/>
        <a:p>
          <a:endParaRPr lang="en-US"/>
        </a:p>
      </dgm:t>
    </dgm:pt>
    <dgm:pt modelId="{6B09E710-BEAC-465C-A7B3-59C5B169161C}" type="sibTrans" cxnId="{BE1DC0D6-530F-48C9-A2A4-F0325F4073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E5B33D0-D66C-4E2F-BF55-07FD73C14EC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Além da avaliação pela menção, para ser aprovado na disciplina o aluno que obtiver frequência igual ou superior a 75% do total de aulas ou atividades realizadas. </a:t>
          </a:r>
          <a:endParaRPr lang="en-US"/>
        </a:p>
      </dgm:t>
    </dgm:pt>
    <dgm:pt modelId="{55EA4806-6708-4E43-9E44-B12454475554}" type="parTrans" cxnId="{33C29DA5-0D98-4111-9825-0AF584E7D1B0}">
      <dgm:prSet/>
      <dgm:spPr/>
      <dgm:t>
        <a:bodyPr/>
        <a:lstStyle/>
        <a:p>
          <a:endParaRPr lang="en-US"/>
        </a:p>
      </dgm:t>
    </dgm:pt>
    <dgm:pt modelId="{140BE3A3-BCA7-417B-82F8-C4EB9FF6B66F}" type="sibTrans" cxnId="{33C29DA5-0D98-4111-9825-0AF584E7D1B0}">
      <dgm:prSet/>
      <dgm:spPr/>
      <dgm:t>
        <a:bodyPr/>
        <a:lstStyle/>
        <a:p>
          <a:endParaRPr lang="en-US"/>
        </a:p>
      </dgm:t>
    </dgm:pt>
    <dgm:pt modelId="{3F0DAAD3-F823-4CE7-84C0-29FBBAAE6670}" type="pres">
      <dgm:prSet presAssocID="{23956516-AA9D-42CA-B527-4A6375A53878}" presName="root" presStyleCnt="0">
        <dgm:presLayoutVars>
          <dgm:dir/>
          <dgm:resizeHandles val="exact"/>
        </dgm:presLayoutVars>
      </dgm:prSet>
      <dgm:spPr/>
    </dgm:pt>
    <dgm:pt modelId="{3EDD8EED-E826-403E-BAE9-A9C80E55FF44}" type="pres">
      <dgm:prSet presAssocID="{23956516-AA9D-42CA-B527-4A6375A53878}" presName="container" presStyleCnt="0">
        <dgm:presLayoutVars>
          <dgm:dir/>
          <dgm:resizeHandles val="exact"/>
        </dgm:presLayoutVars>
      </dgm:prSet>
      <dgm:spPr/>
    </dgm:pt>
    <dgm:pt modelId="{C9F2D882-A889-4728-852A-A84A91E15603}" type="pres">
      <dgm:prSet presAssocID="{CC12F3C6-07D3-4882-8245-F19812AFABFA}" presName="compNode" presStyleCnt="0"/>
      <dgm:spPr/>
    </dgm:pt>
    <dgm:pt modelId="{BE45B588-F469-4499-8B7A-4DC5492CB7A2}" type="pres">
      <dgm:prSet presAssocID="{CC12F3C6-07D3-4882-8245-F19812AFABFA}" presName="iconBgRect" presStyleLbl="bgShp" presStyleIdx="0" presStyleCnt="2"/>
      <dgm:spPr/>
    </dgm:pt>
    <dgm:pt modelId="{77FF8424-11CA-4937-8259-FA229161F81F}" type="pres">
      <dgm:prSet presAssocID="{CC12F3C6-07D3-4882-8245-F19812AFABF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330C2E5B-DC5E-4BFC-BC5D-4198801DEB3C}" type="pres">
      <dgm:prSet presAssocID="{CC12F3C6-07D3-4882-8245-F19812AFABFA}" presName="spaceRect" presStyleCnt="0"/>
      <dgm:spPr/>
    </dgm:pt>
    <dgm:pt modelId="{2197E136-D830-4EB5-BCD2-83DDC601452C}" type="pres">
      <dgm:prSet presAssocID="{CC12F3C6-07D3-4882-8245-F19812AFABFA}" presName="textRect" presStyleLbl="revTx" presStyleIdx="0" presStyleCnt="2">
        <dgm:presLayoutVars>
          <dgm:chMax val="1"/>
          <dgm:chPref val="1"/>
        </dgm:presLayoutVars>
      </dgm:prSet>
      <dgm:spPr/>
    </dgm:pt>
    <dgm:pt modelId="{7D672081-942D-4DEE-A27C-083EF98F8BCD}" type="pres">
      <dgm:prSet presAssocID="{6B09E710-BEAC-465C-A7B3-59C5B169161C}" presName="sibTrans" presStyleLbl="sibTrans2D1" presStyleIdx="0" presStyleCnt="0"/>
      <dgm:spPr/>
    </dgm:pt>
    <dgm:pt modelId="{918CE02E-A0F4-45F1-8981-85CF405ECAFC}" type="pres">
      <dgm:prSet presAssocID="{5E5B33D0-D66C-4E2F-BF55-07FD73C14EC2}" presName="compNode" presStyleCnt="0"/>
      <dgm:spPr/>
    </dgm:pt>
    <dgm:pt modelId="{40371F49-4261-4972-8CF2-7E5803D58CCB}" type="pres">
      <dgm:prSet presAssocID="{5E5B33D0-D66C-4E2F-BF55-07FD73C14EC2}" presName="iconBgRect" presStyleLbl="bgShp" presStyleIdx="1" presStyleCnt="2"/>
      <dgm:spPr/>
    </dgm:pt>
    <dgm:pt modelId="{17E89E5C-CEEC-4F6C-8805-AE3AEF4910B1}" type="pres">
      <dgm:prSet presAssocID="{5E5B33D0-D66C-4E2F-BF55-07FD73C14EC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BA0B6BE8-50BF-4D11-B2C6-73B0BF1CFC62}" type="pres">
      <dgm:prSet presAssocID="{5E5B33D0-D66C-4E2F-BF55-07FD73C14EC2}" presName="spaceRect" presStyleCnt="0"/>
      <dgm:spPr/>
    </dgm:pt>
    <dgm:pt modelId="{2E8D1255-20C3-4BFD-B906-42FEC3B7E7EE}" type="pres">
      <dgm:prSet presAssocID="{5E5B33D0-D66C-4E2F-BF55-07FD73C14EC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AE1A371-0C76-4C92-8C3D-CE4CB5691756}" type="presOf" srcId="{6B09E710-BEAC-465C-A7B3-59C5B169161C}" destId="{7D672081-942D-4DEE-A27C-083EF98F8BCD}" srcOrd="0" destOrd="0" presId="urn:microsoft.com/office/officeart/2018/2/layout/IconCircleList"/>
    <dgm:cxn modelId="{5CFDDE7D-C0F7-41F8-8000-26756458FEEB}" type="presOf" srcId="{23956516-AA9D-42CA-B527-4A6375A53878}" destId="{3F0DAAD3-F823-4CE7-84C0-29FBBAAE6670}" srcOrd="0" destOrd="0" presId="urn:microsoft.com/office/officeart/2018/2/layout/IconCircleList"/>
    <dgm:cxn modelId="{33C29DA5-0D98-4111-9825-0AF584E7D1B0}" srcId="{23956516-AA9D-42CA-B527-4A6375A53878}" destId="{5E5B33D0-D66C-4E2F-BF55-07FD73C14EC2}" srcOrd="1" destOrd="0" parTransId="{55EA4806-6708-4E43-9E44-B12454475554}" sibTransId="{140BE3A3-BCA7-417B-82F8-C4EB9FF6B66F}"/>
    <dgm:cxn modelId="{DD9590AE-F17A-4D42-A950-594869733D1B}" type="presOf" srcId="{CC12F3C6-07D3-4882-8245-F19812AFABFA}" destId="{2197E136-D830-4EB5-BCD2-83DDC601452C}" srcOrd="0" destOrd="0" presId="urn:microsoft.com/office/officeart/2018/2/layout/IconCircleList"/>
    <dgm:cxn modelId="{E239B4B4-EE0D-4440-835F-E22D502FEB32}" type="presOf" srcId="{5E5B33D0-D66C-4E2F-BF55-07FD73C14EC2}" destId="{2E8D1255-20C3-4BFD-B906-42FEC3B7E7EE}" srcOrd="0" destOrd="0" presId="urn:microsoft.com/office/officeart/2018/2/layout/IconCircleList"/>
    <dgm:cxn modelId="{BE1DC0D6-530F-48C9-A2A4-F0325F4073C6}" srcId="{23956516-AA9D-42CA-B527-4A6375A53878}" destId="{CC12F3C6-07D3-4882-8245-F19812AFABFA}" srcOrd="0" destOrd="0" parTransId="{9FB3340C-60F3-4B51-8856-BD41CFE1018B}" sibTransId="{6B09E710-BEAC-465C-A7B3-59C5B169161C}"/>
    <dgm:cxn modelId="{506FC652-5E41-4FE6-BF11-9A8491BB9D9C}" type="presParOf" srcId="{3F0DAAD3-F823-4CE7-84C0-29FBBAAE6670}" destId="{3EDD8EED-E826-403E-BAE9-A9C80E55FF44}" srcOrd="0" destOrd="0" presId="urn:microsoft.com/office/officeart/2018/2/layout/IconCircleList"/>
    <dgm:cxn modelId="{6F36A7A5-F0DA-4DF5-8B37-33CD7DDA8882}" type="presParOf" srcId="{3EDD8EED-E826-403E-BAE9-A9C80E55FF44}" destId="{C9F2D882-A889-4728-852A-A84A91E15603}" srcOrd="0" destOrd="0" presId="urn:microsoft.com/office/officeart/2018/2/layout/IconCircleList"/>
    <dgm:cxn modelId="{813C4319-45A0-464F-9F33-AC2EA2089804}" type="presParOf" srcId="{C9F2D882-A889-4728-852A-A84A91E15603}" destId="{BE45B588-F469-4499-8B7A-4DC5492CB7A2}" srcOrd="0" destOrd="0" presId="urn:microsoft.com/office/officeart/2018/2/layout/IconCircleList"/>
    <dgm:cxn modelId="{55276098-BCD2-4C4A-BC7E-9DDC77654518}" type="presParOf" srcId="{C9F2D882-A889-4728-852A-A84A91E15603}" destId="{77FF8424-11CA-4937-8259-FA229161F81F}" srcOrd="1" destOrd="0" presId="urn:microsoft.com/office/officeart/2018/2/layout/IconCircleList"/>
    <dgm:cxn modelId="{FEC82FB4-F957-4DC8-AA43-53E45E774408}" type="presParOf" srcId="{C9F2D882-A889-4728-852A-A84A91E15603}" destId="{330C2E5B-DC5E-4BFC-BC5D-4198801DEB3C}" srcOrd="2" destOrd="0" presId="urn:microsoft.com/office/officeart/2018/2/layout/IconCircleList"/>
    <dgm:cxn modelId="{7A79EF0E-252F-41D9-932B-B17E48B67A7C}" type="presParOf" srcId="{C9F2D882-A889-4728-852A-A84A91E15603}" destId="{2197E136-D830-4EB5-BCD2-83DDC601452C}" srcOrd="3" destOrd="0" presId="urn:microsoft.com/office/officeart/2018/2/layout/IconCircleList"/>
    <dgm:cxn modelId="{BA55BFB1-ECDC-4D99-92EB-2FA971C21CC0}" type="presParOf" srcId="{3EDD8EED-E826-403E-BAE9-A9C80E55FF44}" destId="{7D672081-942D-4DEE-A27C-083EF98F8BCD}" srcOrd="1" destOrd="0" presId="urn:microsoft.com/office/officeart/2018/2/layout/IconCircleList"/>
    <dgm:cxn modelId="{0F2786BF-4C21-492C-8F06-E3FC24590A49}" type="presParOf" srcId="{3EDD8EED-E826-403E-BAE9-A9C80E55FF44}" destId="{918CE02E-A0F4-45F1-8981-85CF405ECAFC}" srcOrd="2" destOrd="0" presId="urn:microsoft.com/office/officeart/2018/2/layout/IconCircleList"/>
    <dgm:cxn modelId="{F246A767-E70C-492E-ABF0-2CB06C953FD5}" type="presParOf" srcId="{918CE02E-A0F4-45F1-8981-85CF405ECAFC}" destId="{40371F49-4261-4972-8CF2-7E5803D58CCB}" srcOrd="0" destOrd="0" presId="urn:microsoft.com/office/officeart/2018/2/layout/IconCircleList"/>
    <dgm:cxn modelId="{9C42F292-3CC0-421A-84D5-DE9803E520CD}" type="presParOf" srcId="{918CE02E-A0F4-45F1-8981-85CF405ECAFC}" destId="{17E89E5C-CEEC-4F6C-8805-AE3AEF4910B1}" srcOrd="1" destOrd="0" presId="urn:microsoft.com/office/officeart/2018/2/layout/IconCircleList"/>
    <dgm:cxn modelId="{D22E802F-760A-40A4-9D77-90797C19E76C}" type="presParOf" srcId="{918CE02E-A0F4-45F1-8981-85CF405ECAFC}" destId="{BA0B6BE8-50BF-4D11-B2C6-73B0BF1CFC62}" srcOrd="2" destOrd="0" presId="urn:microsoft.com/office/officeart/2018/2/layout/IconCircleList"/>
    <dgm:cxn modelId="{87B3CABD-8DAD-4705-968A-A7D456779C32}" type="presParOf" srcId="{918CE02E-A0F4-45F1-8981-85CF405ECAFC}" destId="{2E8D1255-20C3-4BFD-B906-42FEC3B7E7E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55969DC0-2881-467C-B6D8-4DC12D7BE686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E4D4559-42AE-49BA-8604-4C5C55434E9D}">
      <dgm:prSet/>
      <dgm:spPr/>
      <dgm:t>
        <a:bodyPr/>
        <a:lstStyle/>
        <a:p>
          <a:r>
            <a:rPr lang="pt-BR"/>
            <a:t>Básica</a:t>
          </a:r>
          <a:endParaRPr lang="en-US"/>
        </a:p>
      </dgm:t>
    </dgm:pt>
    <dgm:pt modelId="{CAAE76EF-515C-42A1-B720-03FC2D4ACD56}" type="parTrans" cxnId="{B6705D75-33FB-4741-A959-56608352E6DC}">
      <dgm:prSet/>
      <dgm:spPr/>
      <dgm:t>
        <a:bodyPr/>
        <a:lstStyle/>
        <a:p>
          <a:endParaRPr lang="en-US"/>
        </a:p>
      </dgm:t>
    </dgm:pt>
    <dgm:pt modelId="{AC1E474B-32F3-4DF1-A67C-30A4F4DB0319}" type="sibTrans" cxnId="{B6705D75-33FB-4741-A959-56608352E6DC}">
      <dgm:prSet/>
      <dgm:spPr/>
      <dgm:t>
        <a:bodyPr/>
        <a:lstStyle/>
        <a:p>
          <a:endParaRPr lang="en-US"/>
        </a:p>
      </dgm:t>
    </dgm:pt>
    <dgm:pt modelId="{BF2A6656-53A9-4E45-9F54-B5159DA85B99}">
      <dgm:prSet/>
      <dgm:spPr/>
      <dgm:t>
        <a:bodyPr/>
        <a:lstStyle/>
        <a:p>
          <a:r>
            <a:rPr lang="pt-BR"/>
            <a:t>Complementar </a:t>
          </a:r>
          <a:endParaRPr lang="en-US"/>
        </a:p>
      </dgm:t>
    </dgm:pt>
    <dgm:pt modelId="{2ED7B577-657C-4D33-AC2E-80D4C26B830C}" type="parTrans" cxnId="{52692DC9-BA2E-4D21-8188-5421A54A70BB}">
      <dgm:prSet/>
      <dgm:spPr/>
      <dgm:t>
        <a:bodyPr/>
        <a:lstStyle/>
        <a:p>
          <a:endParaRPr lang="en-US"/>
        </a:p>
      </dgm:t>
    </dgm:pt>
    <dgm:pt modelId="{1E2201ED-8C50-4CCB-970F-D5D9EEB9AEA5}" type="sibTrans" cxnId="{52692DC9-BA2E-4D21-8188-5421A54A70BB}">
      <dgm:prSet/>
      <dgm:spPr/>
      <dgm:t>
        <a:bodyPr/>
        <a:lstStyle/>
        <a:p>
          <a:endParaRPr lang="en-US"/>
        </a:p>
      </dgm:t>
    </dgm:pt>
    <dgm:pt modelId="{EA619002-0EE0-4B38-A1D4-A8BB379E8B8B}">
      <dgm:prSet/>
      <dgm:spPr/>
      <dgm:t>
        <a:bodyPr/>
        <a:lstStyle/>
        <a:p>
          <a:r>
            <a:rPr lang="pt-BR" dirty="0"/>
            <a:t>ARAÚJO, </a:t>
          </a:r>
          <a:r>
            <a:rPr lang="pt-BR" dirty="0" err="1"/>
            <a:t>Roberson</a:t>
          </a:r>
          <a:r>
            <a:rPr lang="pt-BR" dirty="0"/>
            <a:t> Cesar Alves de. </a:t>
          </a:r>
          <a:r>
            <a:rPr lang="pt-BR" dirty="0" err="1"/>
            <a:t>Urban</a:t>
          </a:r>
          <a:r>
            <a:rPr lang="pt-BR" dirty="0"/>
            <a:t> data </a:t>
          </a:r>
          <a:r>
            <a:rPr lang="pt-BR" dirty="0" err="1"/>
            <a:t>analytics</a:t>
          </a:r>
          <a:r>
            <a:rPr lang="pt-BR" dirty="0"/>
            <a:t>, </a:t>
          </a:r>
          <a:r>
            <a:rPr lang="pt-BR" dirty="0" err="1"/>
            <a:t>urban</a:t>
          </a:r>
          <a:r>
            <a:rPr lang="pt-BR" dirty="0"/>
            <a:t> big data e IOT. 1. ed. Curitiba: </a:t>
          </a:r>
          <a:r>
            <a:rPr lang="pt-BR" dirty="0" err="1"/>
            <a:t>Contentus</a:t>
          </a:r>
          <a:r>
            <a:rPr lang="pt-BR" dirty="0"/>
            <a:t>, 2020. PEARSON</a:t>
          </a:r>
          <a:endParaRPr lang="en-US" dirty="0"/>
        </a:p>
      </dgm:t>
    </dgm:pt>
    <dgm:pt modelId="{2D313EED-4F4D-46F5-BCB3-A91FE191792D}" type="parTrans" cxnId="{2AB53F90-5A1F-4005-A4C3-E60E2F9111C8}">
      <dgm:prSet/>
      <dgm:spPr/>
      <dgm:t>
        <a:bodyPr/>
        <a:lstStyle/>
        <a:p>
          <a:endParaRPr lang="en-US"/>
        </a:p>
      </dgm:t>
    </dgm:pt>
    <dgm:pt modelId="{BC98ACC5-6D72-49B6-A9E9-7EC90D294082}" type="sibTrans" cxnId="{2AB53F90-5A1F-4005-A4C3-E60E2F9111C8}">
      <dgm:prSet/>
      <dgm:spPr/>
      <dgm:t>
        <a:bodyPr/>
        <a:lstStyle/>
        <a:p>
          <a:endParaRPr lang="en-US"/>
        </a:p>
      </dgm:t>
    </dgm:pt>
    <dgm:pt modelId="{763B8615-6AFE-414D-9D28-F9C680F73ACF}">
      <dgm:prSet/>
      <dgm:spPr/>
      <dgm:t>
        <a:bodyPr/>
        <a:lstStyle/>
        <a:p>
          <a:r>
            <a:rPr lang="pt-BR" dirty="0"/>
            <a:t>PADILHA, Juliana; SOARES, Juliane. </a:t>
          </a:r>
          <a:r>
            <a:rPr lang="pt-BR" dirty="0" err="1"/>
            <a:t>Analytics</a:t>
          </a:r>
          <a:r>
            <a:rPr lang="pt-BR" dirty="0"/>
            <a:t> para big data. Porto Alegre: Grupo A, 2022. MINHA BIBLIOTECA</a:t>
          </a:r>
          <a:endParaRPr lang="en-US" dirty="0"/>
        </a:p>
      </dgm:t>
    </dgm:pt>
    <dgm:pt modelId="{3225B12B-D851-4878-A42E-C416EA385EA0}" type="sibTrans" cxnId="{B2209B7F-61B9-4AA2-9C20-39E34F033A3B}">
      <dgm:prSet/>
      <dgm:spPr/>
      <dgm:t>
        <a:bodyPr/>
        <a:lstStyle/>
        <a:p>
          <a:endParaRPr lang="en-US"/>
        </a:p>
      </dgm:t>
    </dgm:pt>
    <dgm:pt modelId="{99B453E2-B124-4521-BB62-BA4C883E4FCD}" type="parTrans" cxnId="{B2209B7F-61B9-4AA2-9C20-39E34F033A3B}">
      <dgm:prSet/>
      <dgm:spPr/>
      <dgm:t>
        <a:bodyPr/>
        <a:lstStyle/>
        <a:p>
          <a:endParaRPr lang="en-US"/>
        </a:p>
      </dgm:t>
    </dgm:pt>
    <dgm:pt modelId="{E7CAB626-220E-46A6-A80A-AB3A2A5DCB1A}">
      <dgm:prSet/>
      <dgm:spPr/>
      <dgm:t>
        <a:bodyPr/>
        <a:lstStyle/>
        <a:p>
          <a:r>
            <a:rPr lang="pt-BR"/>
            <a:t>PEREIRA, Mariana; BERLINCK, Fabiano. Framework de Big Data. Porto Alegre: Grupo A, 2020. MINHA BIBLIOTECA</a:t>
          </a:r>
        </a:p>
      </dgm:t>
    </dgm:pt>
    <dgm:pt modelId="{898E401B-8060-4F3A-A983-05E17ED2664E}" type="parTrans" cxnId="{654DE4F3-5E5D-450B-953D-266F5902A288}">
      <dgm:prSet/>
      <dgm:spPr/>
      <dgm:t>
        <a:bodyPr/>
        <a:lstStyle/>
        <a:p>
          <a:endParaRPr lang="pt-BR"/>
        </a:p>
      </dgm:t>
    </dgm:pt>
    <dgm:pt modelId="{B2769615-859E-4F58-A724-8F0CAFF2ACC3}" type="sibTrans" cxnId="{654DE4F3-5E5D-450B-953D-266F5902A288}">
      <dgm:prSet/>
      <dgm:spPr/>
      <dgm:t>
        <a:bodyPr/>
        <a:lstStyle/>
        <a:p>
          <a:endParaRPr lang="pt-BR"/>
        </a:p>
      </dgm:t>
    </dgm:pt>
    <dgm:pt modelId="{B10A6AD4-4818-4D81-92AB-A1A67F2D481B}">
      <dgm:prSet/>
      <dgm:spPr/>
      <dgm:t>
        <a:bodyPr/>
        <a:lstStyle/>
        <a:p>
          <a:r>
            <a:rPr lang="pt-BR"/>
            <a:t>SANTOS, Roger; BORDIN, Maycon. Fundamentos de Big Data. Porto Alegre: Grupo A, 2021. MINHA BIBLIOTECA</a:t>
          </a:r>
        </a:p>
      </dgm:t>
    </dgm:pt>
    <dgm:pt modelId="{CDA045AF-8FC9-4332-BFEA-13B1B436A8F7}" type="parTrans" cxnId="{4F2C35D1-80AA-4947-BC05-C8AB54F3F31F}">
      <dgm:prSet/>
      <dgm:spPr/>
      <dgm:t>
        <a:bodyPr/>
        <a:lstStyle/>
        <a:p>
          <a:endParaRPr lang="pt-BR"/>
        </a:p>
      </dgm:t>
    </dgm:pt>
    <dgm:pt modelId="{804D6D03-37BC-4F92-9F61-11D47B444890}" type="sibTrans" cxnId="{4F2C35D1-80AA-4947-BC05-C8AB54F3F31F}">
      <dgm:prSet/>
      <dgm:spPr/>
      <dgm:t>
        <a:bodyPr/>
        <a:lstStyle/>
        <a:p>
          <a:endParaRPr lang="pt-BR"/>
        </a:p>
      </dgm:t>
    </dgm:pt>
    <dgm:pt modelId="{CB8045D3-BD8A-41BE-8F88-F4E4D3A00C51}">
      <dgm:prSet/>
      <dgm:spPr/>
      <dgm:t>
        <a:bodyPr/>
        <a:lstStyle/>
        <a:p>
          <a:r>
            <a:rPr lang="pt-BR" dirty="0"/>
            <a:t>AGRIZZI, R. Introdução ao Big Data. REVISTA DE TRABALHOS ACADÊMICOS – UNIVERSO BELO HORIZONTE, v. 2, n. 3, 2018. Disponível em: http://revista.universo.edu.br/index.php?journal=3universobelohorizonte3&amp;page=article&amp;op=view&amp;path%5B%5D=7294</a:t>
          </a:r>
        </a:p>
      </dgm:t>
    </dgm:pt>
    <dgm:pt modelId="{E6C99946-88AF-4DB6-85B1-FFC691C41CC4}" type="parTrans" cxnId="{2367EE9E-69A2-4018-ADB2-5C564C6FFE5B}">
      <dgm:prSet/>
      <dgm:spPr/>
      <dgm:t>
        <a:bodyPr/>
        <a:lstStyle/>
        <a:p>
          <a:endParaRPr lang="pt-BR"/>
        </a:p>
      </dgm:t>
    </dgm:pt>
    <dgm:pt modelId="{35A3BBF9-9D1D-493C-90CB-8E0084D8839B}" type="sibTrans" cxnId="{2367EE9E-69A2-4018-ADB2-5C564C6FFE5B}">
      <dgm:prSet/>
      <dgm:spPr/>
      <dgm:t>
        <a:bodyPr/>
        <a:lstStyle/>
        <a:p>
          <a:endParaRPr lang="pt-BR"/>
        </a:p>
      </dgm:t>
    </dgm:pt>
    <dgm:pt modelId="{B644C883-7BCF-4BF9-9E47-0403062136FD}">
      <dgm:prSet/>
      <dgm:spPr/>
      <dgm:t>
        <a:bodyPr/>
        <a:lstStyle/>
        <a:p>
          <a:r>
            <a:rPr lang="pt-BR"/>
            <a:t>BASSO, Douglas Eduardo. Big data. Curitiba: Contentus, 2020. PEARSON</a:t>
          </a:r>
        </a:p>
      </dgm:t>
    </dgm:pt>
    <dgm:pt modelId="{7C6A84DD-2A9F-403C-B9E1-D3F9A83EB2D2}" type="parTrans" cxnId="{9E75A299-6035-4FD4-B3CD-C4F6307A367A}">
      <dgm:prSet/>
      <dgm:spPr/>
      <dgm:t>
        <a:bodyPr/>
        <a:lstStyle/>
        <a:p>
          <a:endParaRPr lang="pt-BR"/>
        </a:p>
      </dgm:t>
    </dgm:pt>
    <dgm:pt modelId="{0D827411-CB92-4DFC-B286-8BE0D05EACBF}" type="sibTrans" cxnId="{9E75A299-6035-4FD4-B3CD-C4F6307A367A}">
      <dgm:prSet/>
      <dgm:spPr/>
      <dgm:t>
        <a:bodyPr/>
        <a:lstStyle/>
        <a:p>
          <a:endParaRPr lang="pt-BR"/>
        </a:p>
      </dgm:t>
    </dgm:pt>
    <dgm:pt modelId="{66FB9910-838B-4DA0-878C-3D4599410079}">
      <dgm:prSet/>
      <dgm:spPr/>
      <dgm:t>
        <a:bodyPr/>
        <a:lstStyle/>
        <a:p>
          <a:r>
            <a:rPr lang="en-US"/>
            <a:t>BISHOP, Christopher. Pattern recognition and machine learning. Cambridge: Springer. 2007. Disponível em: https://www.microsoft.com/en-us/research/uploads/prod/2006/01/Bishop-Pattern-Recognition-and-Machine-Learning-2006.pdf</a:t>
          </a:r>
        </a:p>
      </dgm:t>
    </dgm:pt>
    <dgm:pt modelId="{0A26F57F-7AB0-4454-A716-7BCBD9F7A122}" type="parTrans" cxnId="{E1923885-06EE-4FB4-A871-D8FE5A3C3079}">
      <dgm:prSet/>
      <dgm:spPr/>
      <dgm:t>
        <a:bodyPr/>
        <a:lstStyle/>
        <a:p>
          <a:endParaRPr lang="pt-BR"/>
        </a:p>
      </dgm:t>
    </dgm:pt>
    <dgm:pt modelId="{1C01878F-22C4-46E0-AE8D-E78746E0E8FC}" type="sibTrans" cxnId="{E1923885-06EE-4FB4-A871-D8FE5A3C3079}">
      <dgm:prSet/>
      <dgm:spPr/>
      <dgm:t>
        <a:bodyPr/>
        <a:lstStyle/>
        <a:p>
          <a:endParaRPr lang="pt-BR"/>
        </a:p>
      </dgm:t>
    </dgm:pt>
    <dgm:pt modelId="{1DAB1C80-3BD4-48C5-93CE-D687DAA35EB8}">
      <dgm:prSet/>
      <dgm:spPr/>
      <dgm:t>
        <a:bodyPr/>
        <a:lstStyle/>
        <a:p>
          <a:r>
            <a:rPr lang="pt-BR"/>
            <a:t>GOMES, Elisabeth ; BRAGA, Fabiane. Inteligência Competitiva Tempos Big Data. Rio de Janeiro: Alta Books. 2017. MINHA BIBLIOTECA</a:t>
          </a:r>
        </a:p>
      </dgm:t>
    </dgm:pt>
    <dgm:pt modelId="{80BA3453-7572-458C-A5BB-DF23F038BDDC}" type="parTrans" cxnId="{3C844D52-9709-430C-A85B-4063197CC2FA}">
      <dgm:prSet/>
      <dgm:spPr/>
      <dgm:t>
        <a:bodyPr/>
        <a:lstStyle/>
        <a:p>
          <a:endParaRPr lang="pt-BR"/>
        </a:p>
      </dgm:t>
    </dgm:pt>
    <dgm:pt modelId="{04E22DAF-ADEA-410F-8C89-6A63B0593083}" type="sibTrans" cxnId="{3C844D52-9709-430C-A85B-4063197CC2FA}">
      <dgm:prSet/>
      <dgm:spPr/>
      <dgm:t>
        <a:bodyPr/>
        <a:lstStyle/>
        <a:p>
          <a:endParaRPr lang="pt-BR"/>
        </a:p>
      </dgm:t>
    </dgm:pt>
    <dgm:pt modelId="{CC95E25B-EEBA-422C-858A-C57EB0621927}">
      <dgm:prSet/>
      <dgm:spPr/>
      <dgm:t>
        <a:bodyPr/>
        <a:lstStyle/>
        <a:p>
          <a:r>
            <a:rPr lang="pt-BR"/>
            <a:t>LACERDA, Paulo S; ARAÚJO, Mariana. Programação em Big Data com R. Porto Alegre: Grupo A, 2021. MINHA BIBLIOTECA</a:t>
          </a:r>
        </a:p>
      </dgm:t>
    </dgm:pt>
    <dgm:pt modelId="{B9B2E958-3C69-43EC-A732-6B8763D23F58}" type="parTrans" cxnId="{C61D32AB-9D17-426D-A7B0-3EEDBE8756A3}">
      <dgm:prSet/>
      <dgm:spPr/>
      <dgm:t>
        <a:bodyPr/>
        <a:lstStyle/>
        <a:p>
          <a:endParaRPr lang="pt-BR"/>
        </a:p>
      </dgm:t>
    </dgm:pt>
    <dgm:pt modelId="{98664927-9E5A-4486-8C9A-952777740EA6}" type="sibTrans" cxnId="{C61D32AB-9D17-426D-A7B0-3EEDBE8756A3}">
      <dgm:prSet/>
      <dgm:spPr/>
      <dgm:t>
        <a:bodyPr/>
        <a:lstStyle/>
        <a:p>
          <a:endParaRPr lang="pt-BR"/>
        </a:p>
      </dgm:t>
    </dgm:pt>
    <dgm:pt modelId="{B688A639-3A1F-49F2-96A2-0366247341FA}">
      <dgm:prSet/>
      <dgm:spPr/>
      <dgm:t>
        <a:bodyPr/>
        <a:lstStyle/>
        <a:p>
          <a:r>
            <a:rPr lang="pt-BR"/>
            <a:t>TAURION, Cezar. Big data. 1. ed. Rio de Janeiro: Brasport, 2013. PEARSON</a:t>
          </a:r>
        </a:p>
      </dgm:t>
    </dgm:pt>
    <dgm:pt modelId="{0060D8C3-A344-4761-A3C7-4710FFBE9F49}" type="parTrans" cxnId="{E826C127-DE25-4E38-A773-F8E765A26F09}">
      <dgm:prSet/>
      <dgm:spPr/>
      <dgm:t>
        <a:bodyPr/>
        <a:lstStyle/>
        <a:p>
          <a:endParaRPr lang="pt-BR"/>
        </a:p>
      </dgm:t>
    </dgm:pt>
    <dgm:pt modelId="{8ADFA431-E183-421E-9780-DD7B85EDCC6D}" type="sibTrans" cxnId="{E826C127-DE25-4E38-A773-F8E765A26F09}">
      <dgm:prSet/>
      <dgm:spPr/>
      <dgm:t>
        <a:bodyPr/>
        <a:lstStyle/>
        <a:p>
          <a:endParaRPr lang="pt-BR"/>
        </a:p>
      </dgm:t>
    </dgm:pt>
    <dgm:pt modelId="{D0C6F33C-ED80-4E2C-99C8-D0B0587FE0DB}">
      <dgm:prSet/>
      <dgm:spPr/>
      <dgm:t>
        <a:bodyPr/>
        <a:lstStyle/>
        <a:p>
          <a:r>
            <a:rPr lang="pt-BR"/>
            <a:t>UA1 - Arquiteturas de computadores - 44720</a:t>
          </a:r>
        </a:p>
      </dgm:t>
    </dgm:pt>
    <dgm:pt modelId="{660DFFE4-9B24-4EE8-BB1A-3BED72DF16E5}" type="parTrans" cxnId="{CAFC6D11-7730-4A9F-B281-0DC0A109F2D0}">
      <dgm:prSet/>
      <dgm:spPr/>
      <dgm:t>
        <a:bodyPr/>
        <a:lstStyle/>
        <a:p>
          <a:endParaRPr lang="pt-BR"/>
        </a:p>
      </dgm:t>
    </dgm:pt>
    <dgm:pt modelId="{D2D898EC-B6EF-4673-9B96-9B9412E0F9F3}" type="sibTrans" cxnId="{CAFC6D11-7730-4A9F-B281-0DC0A109F2D0}">
      <dgm:prSet/>
      <dgm:spPr/>
      <dgm:t>
        <a:bodyPr/>
        <a:lstStyle/>
        <a:p>
          <a:endParaRPr lang="pt-BR"/>
        </a:p>
      </dgm:t>
    </dgm:pt>
    <dgm:pt modelId="{5F057DD3-BC26-4AD4-829B-C205BAA066A1}">
      <dgm:prSet/>
      <dgm:spPr/>
      <dgm:t>
        <a:bodyPr/>
        <a:lstStyle/>
        <a:p>
          <a:r>
            <a:rPr lang="pt-BR"/>
            <a:t>UA2 - Ferramentas utilizadas em ciência de dados e Big Data - 31614</a:t>
          </a:r>
        </a:p>
      </dgm:t>
    </dgm:pt>
    <dgm:pt modelId="{DC224F76-9C22-4D8D-A424-1C2C22DE4E3F}" type="parTrans" cxnId="{5CC7B4EB-82A3-4700-AA70-9522EB957A07}">
      <dgm:prSet/>
      <dgm:spPr/>
      <dgm:t>
        <a:bodyPr/>
        <a:lstStyle/>
        <a:p>
          <a:endParaRPr lang="pt-BR"/>
        </a:p>
      </dgm:t>
    </dgm:pt>
    <dgm:pt modelId="{CA966673-BB48-464E-8521-07AD95375EA9}" type="sibTrans" cxnId="{5CC7B4EB-82A3-4700-AA70-9522EB957A07}">
      <dgm:prSet/>
      <dgm:spPr/>
      <dgm:t>
        <a:bodyPr/>
        <a:lstStyle/>
        <a:p>
          <a:endParaRPr lang="pt-BR"/>
        </a:p>
      </dgm:t>
    </dgm:pt>
    <dgm:pt modelId="{DC396495-AD93-46AA-A1CE-FC7A0772FBE1}">
      <dgm:prSet/>
      <dgm:spPr/>
      <dgm:t>
        <a:bodyPr/>
        <a:lstStyle/>
        <a:p>
          <a:r>
            <a:rPr lang="pt-BR"/>
            <a:t>UA3 - Ciência de dados e Big Data - 19897</a:t>
          </a:r>
        </a:p>
      </dgm:t>
    </dgm:pt>
    <dgm:pt modelId="{9D1BBAA2-78A0-4157-9C24-0FDE2749A87C}" type="parTrans" cxnId="{6C8B679F-DC5F-4275-9DBF-AA6DEFBD1DBA}">
      <dgm:prSet/>
      <dgm:spPr/>
      <dgm:t>
        <a:bodyPr/>
        <a:lstStyle/>
        <a:p>
          <a:endParaRPr lang="pt-BR"/>
        </a:p>
      </dgm:t>
    </dgm:pt>
    <dgm:pt modelId="{96E4932C-70DD-4ADB-B1D9-BCC6A2B4BA66}" type="sibTrans" cxnId="{6C8B679F-DC5F-4275-9DBF-AA6DEFBD1DBA}">
      <dgm:prSet/>
      <dgm:spPr/>
      <dgm:t>
        <a:bodyPr/>
        <a:lstStyle/>
        <a:p>
          <a:endParaRPr lang="pt-BR"/>
        </a:p>
      </dgm:t>
    </dgm:pt>
    <dgm:pt modelId="{6F9EFB26-DD6E-440A-8D82-28BF666DBA7E}">
      <dgm:prSet/>
      <dgm:spPr/>
      <dgm:t>
        <a:bodyPr/>
        <a:lstStyle/>
        <a:p>
          <a:r>
            <a:rPr lang="pt-BR" dirty="0"/>
            <a:t>UA4 - Papéis dos envolvidos em projetos de Big Data e ciência dos dados - 31616</a:t>
          </a:r>
        </a:p>
      </dgm:t>
    </dgm:pt>
    <dgm:pt modelId="{09DAAF23-D0F7-42AE-85E1-10A41F6CD606}" type="parTrans" cxnId="{666A1EF2-6317-4727-8D7C-C73AE65C3C99}">
      <dgm:prSet/>
      <dgm:spPr/>
      <dgm:t>
        <a:bodyPr/>
        <a:lstStyle/>
        <a:p>
          <a:endParaRPr lang="pt-BR"/>
        </a:p>
      </dgm:t>
    </dgm:pt>
    <dgm:pt modelId="{5DB56606-08EC-4CD9-838B-F9662A561089}" type="sibTrans" cxnId="{666A1EF2-6317-4727-8D7C-C73AE65C3C99}">
      <dgm:prSet/>
      <dgm:spPr/>
      <dgm:t>
        <a:bodyPr/>
        <a:lstStyle/>
        <a:p>
          <a:endParaRPr lang="pt-BR"/>
        </a:p>
      </dgm:t>
    </dgm:pt>
    <dgm:pt modelId="{A55BA91D-AF74-4A3E-8A0A-BE27CA01EF8E}" type="pres">
      <dgm:prSet presAssocID="{55969DC0-2881-467C-B6D8-4DC12D7BE686}" presName="linear" presStyleCnt="0">
        <dgm:presLayoutVars>
          <dgm:dir/>
          <dgm:animLvl val="lvl"/>
          <dgm:resizeHandles val="exact"/>
        </dgm:presLayoutVars>
      </dgm:prSet>
      <dgm:spPr/>
    </dgm:pt>
    <dgm:pt modelId="{7FDE1489-F82B-422F-AAA2-C1D233D99846}" type="pres">
      <dgm:prSet presAssocID="{FE4D4559-42AE-49BA-8604-4C5C55434E9D}" presName="parentLin" presStyleCnt="0"/>
      <dgm:spPr/>
    </dgm:pt>
    <dgm:pt modelId="{BE16A6D6-8FA0-4F09-8336-B3C006DF2041}" type="pres">
      <dgm:prSet presAssocID="{FE4D4559-42AE-49BA-8604-4C5C55434E9D}" presName="parentLeftMargin" presStyleLbl="node1" presStyleIdx="0" presStyleCnt="2"/>
      <dgm:spPr/>
    </dgm:pt>
    <dgm:pt modelId="{30C84674-8782-4053-A0FE-3FA9D9E9CA80}" type="pres">
      <dgm:prSet presAssocID="{FE4D4559-42AE-49BA-8604-4C5C55434E9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8856C1B-1BF8-4615-9635-AD526FBE6747}" type="pres">
      <dgm:prSet presAssocID="{FE4D4559-42AE-49BA-8604-4C5C55434E9D}" presName="negativeSpace" presStyleCnt="0"/>
      <dgm:spPr/>
    </dgm:pt>
    <dgm:pt modelId="{B2F3E913-60CE-4329-A56A-E080B85FFFFB}" type="pres">
      <dgm:prSet presAssocID="{FE4D4559-42AE-49BA-8604-4C5C55434E9D}" presName="childText" presStyleLbl="conFgAcc1" presStyleIdx="0" presStyleCnt="2">
        <dgm:presLayoutVars>
          <dgm:bulletEnabled val="1"/>
        </dgm:presLayoutVars>
      </dgm:prSet>
      <dgm:spPr/>
    </dgm:pt>
    <dgm:pt modelId="{8B021C1D-D543-4570-9341-CC1DE3FC200B}" type="pres">
      <dgm:prSet presAssocID="{AC1E474B-32F3-4DF1-A67C-30A4F4DB0319}" presName="spaceBetweenRectangles" presStyleCnt="0"/>
      <dgm:spPr/>
    </dgm:pt>
    <dgm:pt modelId="{7C5DB9ED-ED4F-45B6-B570-C16684318DCA}" type="pres">
      <dgm:prSet presAssocID="{BF2A6656-53A9-4E45-9F54-B5159DA85B99}" presName="parentLin" presStyleCnt="0"/>
      <dgm:spPr/>
    </dgm:pt>
    <dgm:pt modelId="{ED5A10E1-DDB8-45CB-BC10-E5F4EA7FB6CB}" type="pres">
      <dgm:prSet presAssocID="{BF2A6656-53A9-4E45-9F54-B5159DA85B99}" presName="parentLeftMargin" presStyleLbl="node1" presStyleIdx="0" presStyleCnt="2"/>
      <dgm:spPr/>
    </dgm:pt>
    <dgm:pt modelId="{651EAF6A-BD44-4106-B67A-BD27DF6A5F08}" type="pres">
      <dgm:prSet presAssocID="{BF2A6656-53A9-4E45-9F54-B5159DA85B9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B43D27E-1B1C-4720-9648-46D658D0CAE7}" type="pres">
      <dgm:prSet presAssocID="{BF2A6656-53A9-4E45-9F54-B5159DA85B99}" presName="negativeSpace" presStyleCnt="0"/>
      <dgm:spPr/>
    </dgm:pt>
    <dgm:pt modelId="{F19856E2-0B45-4814-8E2A-2FE76D02A899}" type="pres">
      <dgm:prSet presAssocID="{BF2A6656-53A9-4E45-9F54-B5159DA85B9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AFC6D11-7730-4A9F-B281-0DC0A109F2D0}" srcId="{BF2A6656-53A9-4E45-9F54-B5159DA85B99}" destId="{D0C6F33C-ED80-4E2C-99C8-D0B0587FE0DB}" srcOrd="6" destOrd="0" parTransId="{660DFFE4-9B24-4EE8-BB1A-3BED72DF16E5}" sibTransId="{D2D898EC-B6EF-4673-9B96-9B9412E0F9F3}"/>
    <dgm:cxn modelId="{0A76EE1B-9A9D-4A94-920B-DC6356043153}" type="presOf" srcId="{55969DC0-2881-467C-B6D8-4DC12D7BE686}" destId="{A55BA91D-AF74-4A3E-8A0A-BE27CA01EF8E}" srcOrd="0" destOrd="0" presId="urn:microsoft.com/office/officeart/2005/8/layout/list1"/>
    <dgm:cxn modelId="{E826C127-DE25-4E38-A773-F8E765A26F09}" srcId="{BF2A6656-53A9-4E45-9F54-B5159DA85B99}" destId="{B688A639-3A1F-49F2-96A2-0366247341FA}" srcOrd="5" destOrd="0" parTransId="{0060D8C3-A344-4761-A3C7-4710FFBE9F49}" sibTransId="{8ADFA431-E183-421E-9780-DD7B85EDCC6D}"/>
    <dgm:cxn modelId="{BDE8B443-6DB9-4594-88FF-4A4786C2F861}" type="presOf" srcId="{B10A6AD4-4818-4D81-92AB-A1A67F2D481B}" destId="{B2F3E913-60CE-4329-A56A-E080B85FFFFB}" srcOrd="0" destOrd="2" presId="urn:microsoft.com/office/officeart/2005/8/layout/list1"/>
    <dgm:cxn modelId="{3EEEF944-A556-49A4-A6DE-DFC94D8A3421}" type="presOf" srcId="{763B8615-6AFE-414D-9D28-F9C680F73ACF}" destId="{B2F3E913-60CE-4329-A56A-E080B85FFFFB}" srcOrd="0" destOrd="0" presId="urn:microsoft.com/office/officeart/2005/8/layout/list1"/>
    <dgm:cxn modelId="{B6DBE666-8A5D-4ED2-96F5-F2D49E2439BC}" type="presOf" srcId="{5F057DD3-BC26-4AD4-829B-C205BAA066A1}" destId="{F19856E2-0B45-4814-8E2A-2FE76D02A899}" srcOrd="0" destOrd="7" presId="urn:microsoft.com/office/officeart/2005/8/layout/list1"/>
    <dgm:cxn modelId="{BD419268-0A40-4F6E-991F-9E94182767B2}" type="presOf" srcId="{B688A639-3A1F-49F2-96A2-0366247341FA}" destId="{F19856E2-0B45-4814-8E2A-2FE76D02A899}" srcOrd="0" destOrd="5" presId="urn:microsoft.com/office/officeart/2005/8/layout/list1"/>
    <dgm:cxn modelId="{848AB74B-6F50-4461-8747-2B0B30990A8C}" type="presOf" srcId="{1DAB1C80-3BD4-48C5-93CE-D687DAA35EB8}" destId="{F19856E2-0B45-4814-8E2A-2FE76D02A899}" srcOrd="0" destOrd="3" presId="urn:microsoft.com/office/officeart/2005/8/layout/list1"/>
    <dgm:cxn modelId="{AD70A150-32B8-4208-BBAB-178AF9C697F3}" type="presOf" srcId="{66FB9910-838B-4DA0-878C-3D4599410079}" destId="{F19856E2-0B45-4814-8E2A-2FE76D02A899}" srcOrd="0" destOrd="2" presId="urn:microsoft.com/office/officeart/2005/8/layout/list1"/>
    <dgm:cxn modelId="{3C844D52-9709-430C-A85B-4063197CC2FA}" srcId="{BF2A6656-53A9-4E45-9F54-B5159DA85B99}" destId="{1DAB1C80-3BD4-48C5-93CE-D687DAA35EB8}" srcOrd="3" destOrd="0" parTransId="{80BA3453-7572-458C-A5BB-DF23F038BDDC}" sibTransId="{04E22DAF-ADEA-410F-8C89-6A63B0593083}"/>
    <dgm:cxn modelId="{8F27C472-688A-4E74-959D-5467F2BED5C9}" type="presOf" srcId="{DC396495-AD93-46AA-A1CE-FC7A0772FBE1}" destId="{F19856E2-0B45-4814-8E2A-2FE76D02A899}" srcOrd="0" destOrd="8" presId="urn:microsoft.com/office/officeart/2005/8/layout/list1"/>
    <dgm:cxn modelId="{A7E7DE72-4E26-4585-B91A-392D528EBDB0}" type="presOf" srcId="{BF2A6656-53A9-4E45-9F54-B5159DA85B99}" destId="{ED5A10E1-DDB8-45CB-BC10-E5F4EA7FB6CB}" srcOrd="0" destOrd="0" presId="urn:microsoft.com/office/officeart/2005/8/layout/list1"/>
    <dgm:cxn modelId="{97E95F73-16A6-4ADC-8BF5-8D9C5316F7E3}" type="presOf" srcId="{EA619002-0EE0-4B38-A1D4-A8BB379E8B8B}" destId="{F19856E2-0B45-4814-8E2A-2FE76D02A899}" srcOrd="0" destOrd="0" presId="urn:microsoft.com/office/officeart/2005/8/layout/list1"/>
    <dgm:cxn modelId="{B6705D75-33FB-4741-A959-56608352E6DC}" srcId="{55969DC0-2881-467C-B6D8-4DC12D7BE686}" destId="{FE4D4559-42AE-49BA-8604-4C5C55434E9D}" srcOrd="0" destOrd="0" parTransId="{CAAE76EF-515C-42A1-B720-03FC2D4ACD56}" sibTransId="{AC1E474B-32F3-4DF1-A67C-30A4F4DB0319}"/>
    <dgm:cxn modelId="{80975B57-58B0-4D2D-98D7-98FC7F1419E4}" type="presOf" srcId="{6F9EFB26-DD6E-440A-8D82-28BF666DBA7E}" destId="{F19856E2-0B45-4814-8E2A-2FE76D02A899}" srcOrd="0" destOrd="9" presId="urn:microsoft.com/office/officeart/2005/8/layout/list1"/>
    <dgm:cxn modelId="{B2209B7F-61B9-4AA2-9C20-39E34F033A3B}" srcId="{FE4D4559-42AE-49BA-8604-4C5C55434E9D}" destId="{763B8615-6AFE-414D-9D28-F9C680F73ACF}" srcOrd="0" destOrd="0" parTransId="{99B453E2-B124-4521-BB62-BA4C883E4FCD}" sibTransId="{3225B12B-D851-4878-A42E-C416EA385EA0}"/>
    <dgm:cxn modelId="{E1923885-06EE-4FB4-A871-D8FE5A3C3079}" srcId="{BF2A6656-53A9-4E45-9F54-B5159DA85B99}" destId="{66FB9910-838B-4DA0-878C-3D4599410079}" srcOrd="2" destOrd="0" parTransId="{0A26F57F-7AB0-4454-A716-7BCBD9F7A122}" sibTransId="{1C01878F-22C4-46E0-AE8D-E78746E0E8FC}"/>
    <dgm:cxn modelId="{2AB53F90-5A1F-4005-A4C3-E60E2F9111C8}" srcId="{BF2A6656-53A9-4E45-9F54-B5159DA85B99}" destId="{EA619002-0EE0-4B38-A1D4-A8BB379E8B8B}" srcOrd="0" destOrd="0" parTransId="{2D313EED-4F4D-46F5-BCB3-A91FE191792D}" sibTransId="{BC98ACC5-6D72-49B6-A9E9-7EC90D294082}"/>
    <dgm:cxn modelId="{ABDE8692-F5D1-48A9-AE38-9EDD9BEBF933}" type="presOf" srcId="{BF2A6656-53A9-4E45-9F54-B5159DA85B99}" destId="{651EAF6A-BD44-4106-B67A-BD27DF6A5F08}" srcOrd="1" destOrd="0" presId="urn:microsoft.com/office/officeart/2005/8/layout/list1"/>
    <dgm:cxn modelId="{98776E94-2226-4169-9561-C255B93FA689}" type="presOf" srcId="{CB8045D3-BD8A-41BE-8F88-F4E4D3A00C51}" destId="{B2F3E913-60CE-4329-A56A-E080B85FFFFB}" srcOrd="0" destOrd="3" presId="urn:microsoft.com/office/officeart/2005/8/layout/list1"/>
    <dgm:cxn modelId="{F059E597-1B69-4408-8741-4E02534560BB}" type="presOf" srcId="{FE4D4559-42AE-49BA-8604-4C5C55434E9D}" destId="{30C84674-8782-4053-A0FE-3FA9D9E9CA80}" srcOrd="1" destOrd="0" presId="urn:microsoft.com/office/officeart/2005/8/layout/list1"/>
    <dgm:cxn modelId="{9E75A299-6035-4FD4-B3CD-C4F6307A367A}" srcId="{BF2A6656-53A9-4E45-9F54-B5159DA85B99}" destId="{B644C883-7BCF-4BF9-9E47-0403062136FD}" srcOrd="1" destOrd="0" parTransId="{7C6A84DD-2A9F-403C-B9E1-D3F9A83EB2D2}" sibTransId="{0D827411-CB92-4DFC-B286-8BE0D05EACBF}"/>
    <dgm:cxn modelId="{2367EE9E-69A2-4018-ADB2-5C564C6FFE5B}" srcId="{FE4D4559-42AE-49BA-8604-4C5C55434E9D}" destId="{CB8045D3-BD8A-41BE-8F88-F4E4D3A00C51}" srcOrd="3" destOrd="0" parTransId="{E6C99946-88AF-4DB6-85B1-FFC691C41CC4}" sibTransId="{35A3BBF9-9D1D-493C-90CB-8E0084D8839B}"/>
    <dgm:cxn modelId="{6C8B679F-DC5F-4275-9DBF-AA6DEFBD1DBA}" srcId="{BF2A6656-53A9-4E45-9F54-B5159DA85B99}" destId="{DC396495-AD93-46AA-A1CE-FC7A0772FBE1}" srcOrd="8" destOrd="0" parTransId="{9D1BBAA2-78A0-4157-9C24-0FDE2749A87C}" sibTransId="{96E4932C-70DD-4ADB-B1D9-BCC6A2B4BA66}"/>
    <dgm:cxn modelId="{C61D32AB-9D17-426D-A7B0-3EEDBE8756A3}" srcId="{BF2A6656-53A9-4E45-9F54-B5159DA85B99}" destId="{CC95E25B-EEBA-422C-858A-C57EB0621927}" srcOrd="4" destOrd="0" parTransId="{B9B2E958-3C69-43EC-A732-6B8763D23F58}" sibTransId="{98664927-9E5A-4486-8C9A-952777740EA6}"/>
    <dgm:cxn modelId="{893DFCB4-CDF7-4325-9AF6-A2BC85E72122}" type="presOf" srcId="{E7CAB626-220E-46A6-A80A-AB3A2A5DCB1A}" destId="{B2F3E913-60CE-4329-A56A-E080B85FFFFB}" srcOrd="0" destOrd="1" presId="urn:microsoft.com/office/officeart/2005/8/layout/list1"/>
    <dgm:cxn modelId="{26DA1CB8-3656-4A7A-B40C-C94DBC9A20C6}" type="presOf" srcId="{FE4D4559-42AE-49BA-8604-4C5C55434E9D}" destId="{BE16A6D6-8FA0-4F09-8336-B3C006DF2041}" srcOrd="0" destOrd="0" presId="urn:microsoft.com/office/officeart/2005/8/layout/list1"/>
    <dgm:cxn modelId="{52692DC9-BA2E-4D21-8188-5421A54A70BB}" srcId="{55969DC0-2881-467C-B6D8-4DC12D7BE686}" destId="{BF2A6656-53A9-4E45-9F54-B5159DA85B99}" srcOrd="1" destOrd="0" parTransId="{2ED7B577-657C-4D33-AC2E-80D4C26B830C}" sibTransId="{1E2201ED-8C50-4CCB-970F-D5D9EEB9AEA5}"/>
    <dgm:cxn modelId="{388E94CA-3C7C-4C15-8A39-554674D09C04}" type="presOf" srcId="{B644C883-7BCF-4BF9-9E47-0403062136FD}" destId="{F19856E2-0B45-4814-8E2A-2FE76D02A899}" srcOrd="0" destOrd="1" presId="urn:microsoft.com/office/officeart/2005/8/layout/list1"/>
    <dgm:cxn modelId="{4F2C35D1-80AA-4947-BC05-C8AB54F3F31F}" srcId="{FE4D4559-42AE-49BA-8604-4C5C55434E9D}" destId="{B10A6AD4-4818-4D81-92AB-A1A67F2D481B}" srcOrd="2" destOrd="0" parTransId="{CDA045AF-8FC9-4332-BFEA-13B1B436A8F7}" sibTransId="{804D6D03-37BC-4F92-9F61-11D47B444890}"/>
    <dgm:cxn modelId="{5CC7B4EB-82A3-4700-AA70-9522EB957A07}" srcId="{BF2A6656-53A9-4E45-9F54-B5159DA85B99}" destId="{5F057DD3-BC26-4AD4-829B-C205BAA066A1}" srcOrd="7" destOrd="0" parTransId="{DC224F76-9C22-4D8D-A424-1C2C22DE4E3F}" sibTransId="{CA966673-BB48-464E-8521-07AD95375EA9}"/>
    <dgm:cxn modelId="{0937FCEF-86FE-4757-B572-BD5057408593}" type="presOf" srcId="{CC95E25B-EEBA-422C-858A-C57EB0621927}" destId="{F19856E2-0B45-4814-8E2A-2FE76D02A899}" srcOrd="0" destOrd="4" presId="urn:microsoft.com/office/officeart/2005/8/layout/list1"/>
    <dgm:cxn modelId="{361660F0-606A-4CC3-96AF-C70D8B434150}" type="presOf" srcId="{D0C6F33C-ED80-4E2C-99C8-D0B0587FE0DB}" destId="{F19856E2-0B45-4814-8E2A-2FE76D02A899}" srcOrd="0" destOrd="6" presId="urn:microsoft.com/office/officeart/2005/8/layout/list1"/>
    <dgm:cxn modelId="{666A1EF2-6317-4727-8D7C-C73AE65C3C99}" srcId="{BF2A6656-53A9-4E45-9F54-B5159DA85B99}" destId="{6F9EFB26-DD6E-440A-8D82-28BF666DBA7E}" srcOrd="9" destOrd="0" parTransId="{09DAAF23-D0F7-42AE-85E1-10A41F6CD606}" sibTransId="{5DB56606-08EC-4CD9-838B-F9662A561089}"/>
    <dgm:cxn modelId="{654DE4F3-5E5D-450B-953D-266F5902A288}" srcId="{FE4D4559-42AE-49BA-8604-4C5C55434E9D}" destId="{E7CAB626-220E-46A6-A80A-AB3A2A5DCB1A}" srcOrd="1" destOrd="0" parTransId="{898E401B-8060-4F3A-A983-05E17ED2664E}" sibTransId="{B2769615-859E-4F58-A724-8F0CAFF2ACC3}"/>
    <dgm:cxn modelId="{30154633-1C2C-4A80-A654-00D0C47FF961}" type="presParOf" srcId="{A55BA91D-AF74-4A3E-8A0A-BE27CA01EF8E}" destId="{7FDE1489-F82B-422F-AAA2-C1D233D99846}" srcOrd="0" destOrd="0" presId="urn:microsoft.com/office/officeart/2005/8/layout/list1"/>
    <dgm:cxn modelId="{084DC765-1E1E-45E4-B89D-6DC2CE6CED3D}" type="presParOf" srcId="{7FDE1489-F82B-422F-AAA2-C1D233D99846}" destId="{BE16A6D6-8FA0-4F09-8336-B3C006DF2041}" srcOrd="0" destOrd="0" presId="urn:microsoft.com/office/officeart/2005/8/layout/list1"/>
    <dgm:cxn modelId="{14D141D9-4BE9-4012-8755-5548188FF424}" type="presParOf" srcId="{7FDE1489-F82B-422F-AAA2-C1D233D99846}" destId="{30C84674-8782-4053-A0FE-3FA9D9E9CA80}" srcOrd="1" destOrd="0" presId="urn:microsoft.com/office/officeart/2005/8/layout/list1"/>
    <dgm:cxn modelId="{21B01D5E-6A8D-4999-AE23-47DE6D5E4D9D}" type="presParOf" srcId="{A55BA91D-AF74-4A3E-8A0A-BE27CA01EF8E}" destId="{88856C1B-1BF8-4615-9635-AD526FBE6747}" srcOrd="1" destOrd="0" presId="urn:microsoft.com/office/officeart/2005/8/layout/list1"/>
    <dgm:cxn modelId="{809FEB68-870E-4E29-8EAA-12CB880A89B6}" type="presParOf" srcId="{A55BA91D-AF74-4A3E-8A0A-BE27CA01EF8E}" destId="{B2F3E913-60CE-4329-A56A-E080B85FFFFB}" srcOrd="2" destOrd="0" presId="urn:microsoft.com/office/officeart/2005/8/layout/list1"/>
    <dgm:cxn modelId="{284D558A-DECA-4520-9DA7-5AE5A4FD49E7}" type="presParOf" srcId="{A55BA91D-AF74-4A3E-8A0A-BE27CA01EF8E}" destId="{8B021C1D-D543-4570-9341-CC1DE3FC200B}" srcOrd="3" destOrd="0" presId="urn:microsoft.com/office/officeart/2005/8/layout/list1"/>
    <dgm:cxn modelId="{FBA43A43-D6D6-406C-92F5-0514FBC65A29}" type="presParOf" srcId="{A55BA91D-AF74-4A3E-8A0A-BE27CA01EF8E}" destId="{7C5DB9ED-ED4F-45B6-B570-C16684318DCA}" srcOrd="4" destOrd="0" presId="urn:microsoft.com/office/officeart/2005/8/layout/list1"/>
    <dgm:cxn modelId="{880DC25E-6A84-48AC-83C8-90933ADDEEBF}" type="presParOf" srcId="{7C5DB9ED-ED4F-45B6-B570-C16684318DCA}" destId="{ED5A10E1-DDB8-45CB-BC10-E5F4EA7FB6CB}" srcOrd="0" destOrd="0" presId="urn:microsoft.com/office/officeart/2005/8/layout/list1"/>
    <dgm:cxn modelId="{9943790C-84B5-4256-B810-8DAC6BECBE98}" type="presParOf" srcId="{7C5DB9ED-ED4F-45B6-B570-C16684318DCA}" destId="{651EAF6A-BD44-4106-B67A-BD27DF6A5F08}" srcOrd="1" destOrd="0" presId="urn:microsoft.com/office/officeart/2005/8/layout/list1"/>
    <dgm:cxn modelId="{6A2F593C-7A41-4FF4-BE9D-495F76CC8DB7}" type="presParOf" srcId="{A55BA91D-AF74-4A3E-8A0A-BE27CA01EF8E}" destId="{BB43D27E-1B1C-4720-9648-46D658D0CAE7}" srcOrd="5" destOrd="0" presId="urn:microsoft.com/office/officeart/2005/8/layout/list1"/>
    <dgm:cxn modelId="{DEAFDD85-8B29-4982-A839-BD97FD2B2FC9}" type="presParOf" srcId="{A55BA91D-AF74-4A3E-8A0A-BE27CA01EF8E}" destId="{F19856E2-0B45-4814-8E2A-2FE76D02A89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7A0D5-76AE-4B2D-A0B1-8852ED29F278}">
      <dsp:nvSpPr>
        <dsp:cNvPr id="0" name=""/>
        <dsp:cNvSpPr/>
      </dsp:nvSpPr>
      <dsp:spPr>
        <a:xfrm>
          <a:off x="222093" y="535118"/>
          <a:ext cx="688394" cy="688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42AB41-3658-4213-903F-31029AE750AD}">
      <dsp:nvSpPr>
        <dsp:cNvPr id="0" name=""/>
        <dsp:cNvSpPr/>
      </dsp:nvSpPr>
      <dsp:spPr>
        <a:xfrm>
          <a:off x="368800" y="681825"/>
          <a:ext cx="394980" cy="3949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29B974-FCB7-42E9-9AEA-E76EB12D2BE4}">
      <dsp:nvSpPr>
        <dsp:cNvPr id="0" name=""/>
        <dsp:cNvSpPr/>
      </dsp:nvSpPr>
      <dsp:spPr>
        <a:xfrm>
          <a:off x="2032" y="1437931"/>
          <a:ext cx="1128515" cy="45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/>
            <a:t>Introdução ao Processamento de Big Data</a:t>
          </a:r>
          <a:endParaRPr lang="en-US" sz="1100" kern="1200"/>
        </a:p>
      </dsp:txBody>
      <dsp:txXfrm>
        <a:off x="2032" y="1437931"/>
        <a:ext cx="1128515" cy="451406"/>
      </dsp:txXfrm>
    </dsp:sp>
    <dsp:sp modelId="{A0D0CA29-8B93-4237-B21F-11C7AD99E62B}">
      <dsp:nvSpPr>
        <dsp:cNvPr id="0" name=""/>
        <dsp:cNvSpPr/>
      </dsp:nvSpPr>
      <dsp:spPr>
        <a:xfrm>
          <a:off x="1548099" y="535118"/>
          <a:ext cx="688394" cy="688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30BD10-308A-4BC0-AAB4-B1E4D4F8BDC9}">
      <dsp:nvSpPr>
        <dsp:cNvPr id="0" name=""/>
        <dsp:cNvSpPr/>
      </dsp:nvSpPr>
      <dsp:spPr>
        <a:xfrm>
          <a:off x="1694806" y="681825"/>
          <a:ext cx="394980" cy="3949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123C98-09E6-478E-A650-3AB6613005D5}">
      <dsp:nvSpPr>
        <dsp:cNvPr id="0" name=""/>
        <dsp:cNvSpPr/>
      </dsp:nvSpPr>
      <dsp:spPr>
        <a:xfrm>
          <a:off x="1328038" y="1437931"/>
          <a:ext cx="1128515" cy="45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/>
            <a:t>Principais Tecnologias: Hadoop, Spark e NoSQL</a:t>
          </a:r>
          <a:endParaRPr lang="en-US" sz="1100" kern="1200"/>
        </a:p>
      </dsp:txBody>
      <dsp:txXfrm>
        <a:off x="1328038" y="1437931"/>
        <a:ext cx="1128515" cy="451406"/>
      </dsp:txXfrm>
    </dsp:sp>
    <dsp:sp modelId="{9954AB8B-ABAD-465B-8FD5-A34AE5782C7F}">
      <dsp:nvSpPr>
        <dsp:cNvPr id="0" name=""/>
        <dsp:cNvSpPr/>
      </dsp:nvSpPr>
      <dsp:spPr>
        <a:xfrm>
          <a:off x="2874105" y="535118"/>
          <a:ext cx="688394" cy="688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31B585-CE89-4395-B385-1DAB6CFEDFAF}">
      <dsp:nvSpPr>
        <dsp:cNvPr id="0" name=""/>
        <dsp:cNvSpPr/>
      </dsp:nvSpPr>
      <dsp:spPr>
        <a:xfrm>
          <a:off x="3020812" y="681825"/>
          <a:ext cx="394980" cy="3949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9CABFD-1D26-4780-99B9-96FE6E2C1246}">
      <dsp:nvSpPr>
        <dsp:cNvPr id="0" name=""/>
        <dsp:cNvSpPr/>
      </dsp:nvSpPr>
      <dsp:spPr>
        <a:xfrm>
          <a:off x="2654044" y="1437931"/>
          <a:ext cx="1128515" cy="45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/>
            <a:t>Arquitetura do Hadoop e Spark</a:t>
          </a:r>
          <a:endParaRPr lang="en-US" sz="1100" kern="1200"/>
        </a:p>
      </dsp:txBody>
      <dsp:txXfrm>
        <a:off x="2654044" y="1437931"/>
        <a:ext cx="1128515" cy="451406"/>
      </dsp:txXfrm>
    </dsp:sp>
    <dsp:sp modelId="{D162B0BB-D3DD-4F83-A08B-40C6B75E17FD}">
      <dsp:nvSpPr>
        <dsp:cNvPr id="0" name=""/>
        <dsp:cNvSpPr/>
      </dsp:nvSpPr>
      <dsp:spPr>
        <a:xfrm>
          <a:off x="4200111" y="535118"/>
          <a:ext cx="688394" cy="688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AC48B3-C7A2-43E9-B41A-485196667E1F}">
      <dsp:nvSpPr>
        <dsp:cNvPr id="0" name=""/>
        <dsp:cNvSpPr/>
      </dsp:nvSpPr>
      <dsp:spPr>
        <a:xfrm>
          <a:off x="4346818" y="681825"/>
          <a:ext cx="394980" cy="3949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DFEC8-1280-4458-810D-C1A00D22AD07}">
      <dsp:nvSpPr>
        <dsp:cNvPr id="0" name=""/>
        <dsp:cNvSpPr/>
      </dsp:nvSpPr>
      <dsp:spPr>
        <a:xfrm>
          <a:off x="3980050" y="1437931"/>
          <a:ext cx="1128515" cy="45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/>
            <a:t>Casos de Uso e Aplicações Práticas</a:t>
          </a:r>
          <a:endParaRPr lang="en-US" sz="1100" kern="1200"/>
        </a:p>
      </dsp:txBody>
      <dsp:txXfrm>
        <a:off x="3980050" y="1437931"/>
        <a:ext cx="1128515" cy="451406"/>
      </dsp:txXfrm>
    </dsp:sp>
    <dsp:sp modelId="{3C846620-FB58-4BC8-8F51-6D57401A5ECD}">
      <dsp:nvSpPr>
        <dsp:cNvPr id="0" name=""/>
        <dsp:cNvSpPr/>
      </dsp:nvSpPr>
      <dsp:spPr>
        <a:xfrm>
          <a:off x="222093" y="2171466"/>
          <a:ext cx="688394" cy="688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90FDA4-7A2C-4528-9D5E-84084B1A27F0}">
      <dsp:nvSpPr>
        <dsp:cNvPr id="0" name=""/>
        <dsp:cNvSpPr/>
      </dsp:nvSpPr>
      <dsp:spPr>
        <a:xfrm>
          <a:off x="368800" y="2318173"/>
          <a:ext cx="394980" cy="39498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559A60-CF05-4638-B279-B4A0A8A72B2F}">
      <dsp:nvSpPr>
        <dsp:cNvPr id="0" name=""/>
        <dsp:cNvSpPr/>
      </dsp:nvSpPr>
      <dsp:spPr>
        <a:xfrm>
          <a:off x="2032" y="3074278"/>
          <a:ext cx="1128515" cy="45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/>
            <a:t>Atividade de Quebra-Gelo</a:t>
          </a:r>
          <a:endParaRPr lang="en-US" sz="1100" kern="1200"/>
        </a:p>
      </dsp:txBody>
      <dsp:txXfrm>
        <a:off x="2032" y="3074278"/>
        <a:ext cx="1128515" cy="451406"/>
      </dsp:txXfrm>
    </dsp:sp>
    <dsp:sp modelId="{7165BEE0-CABC-40A7-9A2D-49697E7C4FAF}">
      <dsp:nvSpPr>
        <dsp:cNvPr id="0" name=""/>
        <dsp:cNvSpPr/>
      </dsp:nvSpPr>
      <dsp:spPr>
        <a:xfrm>
          <a:off x="1548099" y="2171466"/>
          <a:ext cx="688394" cy="688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9D5079-7C39-4B1E-866B-2C0CDC88753D}">
      <dsp:nvSpPr>
        <dsp:cNvPr id="0" name=""/>
        <dsp:cNvSpPr/>
      </dsp:nvSpPr>
      <dsp:spPr>
        <a:xfrm>
          <a:off x="1694806" y="2318173"/>
          <a:ext cx="394980" cy="39498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CE21B7-6088-4AD1-A229-CF2D3FF85D97}">
      <dsp:nvSpPr>
        <dsp:cNvPr id="0" name=""/>
        <dsp:cNvSpPr/>
      </dsp:nvSpPr>
      <dsp:spPr>
        <a:xfrm>
          <a:off x="1328038" y="3074278"/>
          <a:ext cx="1128515" cy="45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/>
            <a:t>Estudo de Caso: Startup de Redes Sociais</a:t>
          </a:r>
          <a:endParaRPr lang="en-US" sz="1100" kern="1200"/>
        </a:p>
      </dsp:txBody>
      <dsp:txXfrm>
        <a:off x="1328038" y="3074278"/>
        <a:ext cx="1128515" cy="451406"/>
      </dsp:txXfrm>
    </dsp:sp>
    <dsp:sp modelId="{E28C9C49-C47F-4317-A328-7184749133E8}">
      <dsp:nvSpPr>
        <dsp:cNvPr id="0" name=""/>
        <dsp:cNvSpPr/>
      </dsp:nvSpPr>
      <dsp:spPr>
        <a:xfrm>
          <a:off x="2874105" y="2171466"/>
          <a:ext cx="688394" cy="688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034ECE-7A42-4D11-B467-5ED116E9584D}">
      <dsp:nvSpPr>
        <dsp:cNvPr id="0" name=""/>
        <dsp:cNvSpPr/>
      </dsp:nvSpPr>
      <dsp:spPr>
        <a:xfrm>
          <a:off x="3020812" y="2318173"/>
          <a:ext cx="394980" cy="39498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B4698A-5C86-4EB1-AAB4-CAC28F88DEC8}">
      <dsp:nvSpPr>
        <dsp:cNvPr id="0" name=""/>
        <dsp:cNvSpPr/>
      </dsp:nvSpPr>
      <dsp:spPr>
        <a:xfrm>
          <a:off x="2654044" y="3074278"/>
          <a:ext cx="1128515" cy="45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/>
            <a:t>Reflexão Final e Check-out</a:t>
          </a:r>
          <a:endParaRPr lang="en-US" sz="1100" kern="1200"/>
        </a:p>
      </dsp:txBody>
      <dsp:txXfrm>
        <a:off x="2654044" y="3074278"/>
        <a:ext cx="1128515" cy="451406"/>
      </dsp:txXfrm>
    </dsp:sp>
    <dsp:sp modelId="{4529D30A-C67C-44E2-BC57-5A4957C629EE}">
      <dsp:nvSpPr>
        <dsp:cNvPr id="0" name=""/>
        <dsp:cNvSpPr/>
      </dsp:nvSpPr>
      <dsp:spPr>
        <a:xfrm>
          <a:off x="4200111" y="2171466"/>
          <a:ext cx="688394" cy="688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7C4B35-4AD2-4C7A-AA30-C4D2EEA48844}">
      <dsp:nvSpPr>
        <dsp:cNvPr id="0" name=""/>
        <dsp:cNvSpPr/>
      </dsp:nvSpPr>
      <dsp:spPr>
        <a:xfrm>
          <a:off x="4346818" y="2318173"/>
          <a:ext cx="394980" cy="39498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D1F3E-DB41-43F6-A6BC-D98DEB4CB446}">
      <dsp:nvSpPr>
        <dsp:cNvPr id="0" name=""/>
        <dsp:cNvSpPr/>
      </dsp:nvSpPr>
      <dsp:spPr>
        <a:xfrm>
          <a:off x="3980050" y="3074278"/>
          <a:ext cx="1128515" cy="45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/>
            <a:t>Conclusão e Próximos Passos</a:t>
          </a:r>
          <a:endParaRPr lang="en-US" sz="1100" kern="1200"/>
        </a:p>
      </dsp:txBody>
      <dsp:txXfrm>
        <a:off x="3980050" y="3074278"/>
        <a:ext cx="1128515" cy="451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04217D-F5FC-44E8-8FA7-BEE6DE044070}">
      <dsp:nvSpPr>
        <dsp:cNvPr id="0" name=""/>
        <dsp:cNvSpPr/>
      </dsp:nvSpPr>
      <dsp:spPr>
        <a:xfrm>
          <a:off x="0" y="398"/>
          <a:ext cx="7886700" cy="9335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ED6A31-9014-4D68-9378-6F7F6804AF85}">
      <dsp:nvSpPr>
        <dsp:cNvPr id="0" name=""/>
        <dsp:cNvSpPr/>
      </dsp:nvSpPr>
      <dsp:spPr>
        <a:xfrm>
          <a:off x="282391" y="210442"/>
          <a:ext cx="513439" cy="5134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7CA2A-11E2-4EC0-81AB-BBF6808984FE}">
      <dsp:nvSpPr>
        <dsp:cNvPr id="0" name=""/>
        <dsp:cNvSpPr/>
      </dsp:nvSpPr>
      <dsp:spPr>
        <a:xfrm>
          <a:off x="1078223" y="398"/>
          <a:ext cx="6808476" cy="933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798" tIns="98798" rIns="98798" bIns="9879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Conjunto de técnicas e tecnologias que permitem processar grandes volumes de dados de forma eficiente.</a:t>
          </a:r>
        </a:p>
      </dsp:txBody>
      <dsp:txXfrm>
        <a:off x="1078223" y="398"/>
        <a:ext cx="6808476" cy="933527"/>
      </dsp:txXfrm>
    </dsp:sp>
    <dsp:sp modelId="{AB91287E-0A3E-49AC-940E-63A6E2BE55E6}">
      <dsp:nvSpPr>
        <dsp:cNvPr id="0" name=""/>
        <dsp:cNvSpPr/>
      </dsp:nvSpPr>
      <dsp:spPr>
        <a:xfrm>
          <a:off x="0" y="1167307"/>
          <a:ext cx="7886700" cy="93352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3FA473-9732-41E7-8AE9-6A11387A9E35}">
      <dsp:nvSpPr>
        <dsp:cNvPr id="0" name=""/>
        <dsp:cNvSpPr/>
      </dsp:nvSpPr>
      <dsp:spPr>
        <a:xfrm>
          <a:off x="282391" y="1377351"/>
          <a:ext cx="513439" cy="5134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EBA37-7346-4427-BA89-CCD4E498C73B}">
      <dsp:nvSpPr>
        <dsp:cNvPr id="0" name=""/>
        <dsp:cNvSpPr/>
      </dsp:nvSpPr>
      <dsp:spPr>
        <a:xfrm>
          <a:off x="1078223" y="1167307"/>
          <a:ext cx="6808476" cy="933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798" tIns="98798" rIns="98798" bIns="9879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Necessidade de escalabilidade para lidar com dados massivos e de diversas fontes.</a:t>
          </a:r>
        </a:p>
      </dsp:txBody>
      <dsp:txXfrm>
        <a:off x="1078223" y="1167307"/>
        <a:ext cx="6808476" cy="933527"/>
      </dsp:txXfrm>
    </dsp:sp>
    <dsp:sp modelId="{CC3DBA81-4B71-4255-91C5-BE07409D8D83}">
      <dsp:nvSpPr>
        <dsp:cNvPr id="0" name=""/>
        <dsp:cNvSpPr/>
      </dsp:nvSpPr>
      <dsp:spPr>
        <a:xfrm>
          <a:off x="0" y="2334216"/>
          <a:ext cx="7886700" cy="9335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DCC9F1-0CDC-4FE4-AE79-0DAB006210D6}">
      <dsp:nvSpPr>
        <dsp:cNvPr id="0" name=""/>
        <dsp:cNvSpPr/>
      </dsp:nvSpPr>
      <dsp:spPr>
        <a:xfrm>
          <a:off x="282391" y="2544260"/>
          <a:ext cx="513439" cy="5134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D074A2-35AB-4F6D-93A9-C151E3213F64}">
      <dsp:nvSpPr>
        <dsp:cNvPr id="0" name=""/>
        <dsp:cNvSpPr/>
      </dsp:nvSpPr>
      <dsp:spPr>
        <a:xfrm>
          <a:off x="1078223" y="2334216"/>
          <a:ext cx="6808476" cy="933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798" tIns="98798" rIns="98798" bIns="9879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Exemplos de aplicações: Redes sociais, comércio eletrônico, saúde, finanças.</a:t>
          </a:r>
        </a:p>
      </dsp:txBody>
      <dsp:txXfrm>
        <a:off x="1078223" y="2334216"/>
        <a:ext cx="6808476" cy="9335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21435E-21FB-4C9D-8F7C-ECAD07D3E27B}">
      <dsp:nvSpPr>
        <dsp:cNvPr id="0" name=""/>
        <dsp:cNvSpPr/>
      </dsp:nvSpPr>
      <dsp:spPr>
        <a:xfrm>
          <a:off x="18535" y="224885"/>
          <a:ext cx="1080124" cy="10801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DB91D9-1C7F-4100-A8C6-7C326E24227E}">
      <dsp:nvSpPr>
        <dsp:cNvPr id="0" name=""/>
        <dsp:cNvSpPr/>
      </dsp:nvSpPr>
      <dsp:spPr>
        <a:xfrm>
          <a:off x="245361" y="451711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B1C962-F3F7-4BDB-AA7A-ED6F386D4CBF}">
      <dsp:nvSpPr>
        <dsp:cNvPr id="0" name=""/>
        <dsp:cNvSpPr/>
      </dsp:nvSpPr>
      <dsp:spPr>
        <a:xfrm>
          <a:off x="1330115" y="224885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As aplicações de Big Data são modernas e ainda estão se expandindo.</a:t>
          </a:r>
          <a:endParaRPr lang="en-US" sz="1500" kern="1200"/>
        </a:p>
      </dsp:txBody>
      <dsp:txXfrm>
        <a:off x="1330115" y="224885"/>
        <a:ext cx="2546008" cy="1080124"/>
      </dsp:txXfrm>
    </dsp:sp>
    <dsp:sp modelId="{AC4C6D33-EAA7-4F8B-AFAE-D6EFF12D7DAA}">
      <dsp:nvSpPr>
        <dsp:cNvPr id="0" name=""/>
        <dsp:cNvSpPr/>
      </dsp:nvSpPr>
      <dsp:spPr>
        <a:xfrm>
          <a:off x="4319747" y="224885"/>
          <a:ext cx="1080124" cy="10801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F96AC4-3573-4FAB-BF0D-98B90FD2A251}">
      <dsp:nvSpPr>
        <dsp:cNvPr id="0" name=""/>
        <dsp:cNvSpPr/>
      </dsp:nvSpPr>
      <dsp:spPr>
        <a:xfrm>
          <a:off x="4546573" y="451711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A6D5C-B34E-40A2-8044-219161508BE4}">
      <dsp:nvSpPr>
        <dsp:cNvPr id="0" name=""/>
        <dsp:cNvSpPr/>
      </dsp:nvSpPr>
      <dsp:spPr>
        <a:xfrm>
          <a:off x="5631327" y="224885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popularização da computação em nuvem e da internet das coisas.</a:t>
          </a:r>
          <a:endParaRPr lang="en-US" sz="1500" kern="1200"/>
        </a:p>
      </dsp:txBody>
      <dsp:txXfrm>
        <a:off x="5631327" y="224885"/>
        <a:ext cx="2546008" cy="1080124"/>
      </dsp:txXfrm>
    </dsp:sp>
    <dsp:sp modelId="{15A4DB1F-1082-45E0-BC1A-EFF39382A2C6}">
      <dsp:nvSpPr>
        <dsp:cNvPr id="0" name=""/>
        <dsp:cNvSpPr/>
      </dsp:nvSpPr>
      <dsp:spPr>
        <a:xfrm>
          <a:off x="18535" y="1839593"/>
          <a:ext cx="1080124" cy="10801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A4C78B-2A8D-43AA-8AFF-431CA2438F7D}">
      <dsp:nvSpPr>
        <dsp:cNvPr id="0" name=""/>
        <dsp:cNvSpPr/>
      </dsp:nvSpPr>
      <dsp:spPr>
        <a:xfrm>
          <a:off x="245361" y="2066419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000472-93E1-4FD7-8F61-B11401992717}">
      <dsp:nvSpPr>
        <dsp:cNvPr id="0" name=""/>
        <dsp:cNvSpPr/>
      </dsp:nvSpPr>
      <dsp:spPr>
        <a:xfrm>
          <a:off x="1330115" y="1839593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Maior </a:t>
          </a:r>
          <a:r>
            <a:rPr lang="pt-BR" sz="1500" b="0" i="0" kern="1200"/>
            <a:t>abrangência de Big Data.</a:t>
          </a:r>
          <a:endParaRPr lang="en-US" sz="1500" kern="1200"/>
        </a:p>
      </dsp:txBody>
      <dsp:txXfrm>
        <a:off x="1330115" y="1839593"/>
        <a:ext cx="2546008" cy="1080124"/>
      </dsp:txXfrm>
    </dsp:sp>
    <dsp:sp modelId="{6506DF8C-125A-4CDF-9123-12B010ED04EF}">
      <dsp:nvSpPr>
        <dsp:cNvPr id="0" name=""/>
        <dsp:cNvSpPr/>
      </dsp:nvSpPr>
      <dsp:spPr>
        <a:xfrm>
          <a:off x="4319747" y="1839593"/>
          <a:ext cx="1080124" cy="10801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2EC4F7-3754-4542-8346-D7ADC96CF5A7}">
      <dsp:nvSpPr>
        <dsp:cNvPr id="0" name=""/>
        <dsp:cNvSpPr/>
      </dsp:nvSpPr>
      <dsp:spPr>
        <a:xfrm>
          <a:off x="4546573" y="2066419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5FF3A7-E94A-4182-89D9-E294E441FE2C}">
      <dsp:nvSpPr>
        <dsp:cNvPr id="0" name=""/>
        <dsp:cNvSpPr/>
      </dsp:nvSpPr>
      <dsp:spPr>
        <a:xfrm>
          <a:off x="5631327" y="1839593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Tecnologia que gerencie todos esses recursos computacionais de hardware e software: </a:t>
          </a:r>
          <a:r>
            <a:rPr lang="pt-BR" sz="1500" b="0" i="0" kern="1200"/>
            <a:t>framework </a:t>
          </a:r>
          <a:r>
            <a:rPr lang="pt-BR" sz="1500" b="0" i="0" kern="1200" dirty="0" err="1"/>
            <a:t>Hadoop</a:t>
          </a:r>
          <a:r>
            <a:rPr lang="pt-BR" sz="1500" b="0" i="0" kern="1200" dirty="0"/>
            <a:t>.</a:t>
          </a:r>
          <a:endParaRPr lang="en-US" sz="1500" kern="1200" dirty="0"/>
        </a:p>
      </dsp:txBody>
      <dsp:txXfrm>
        <a:off x="5631327" y="1839593"/>
        <a:ext cx="2546008" cy="10801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399F84-1FA8-4786-AC4C-FCE0394C4C4A}">
      <dsp:nvSpPr>
        <dsp:cNvPr id="0" name=""/>
        <dsp:cNvSpPr/>
      </dsp:nvSpPr>
      <dsp:spPr>
        <a:xfrm>
          <a:off x="511639" y="0"/>
          <a:ext cx="4152106" cy="4152106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2A390C-79ED-4CBA-A2D2-4C210FF00B26}">
      <dsp:nvSpPr>
        <dsp:cNvPr id="0" name=""/>
        <dsp:cNvSpPr/>
      </dsp:nvSpPr>
      <dsp:spPr>
        <a:xfrm>
          <a:off x="906089" y="394450"/>
          <a:ext cx="1619321" cy="161932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1. **</a:t>
          </a:r>
          <a:r>
            <a:rPr lang="en-US" sz="1300" b="1" kern="1200" dirty="0"/>
            <a:t>Hadoop** - Sistema </a:t>
          </a:r>
          <a:r>
            <a:rPr lang="en-US" sz="1300" kern="1200" dirty="0" err="1"/>
            <a:t>distribuído</a:t>
          </a:r>
          <a:r>
            <a:rPr lang="en-US" sz="1300" kern="1200" dirty="0"/>
            <a:t> para </a:t>
          </a:r>
          <a:r>
            <a:rPr lang="en-US" sz="1300" kern="1200" dirty="0" err="1"/>
            <a:t>armazenamento</a:t>
          </a:r>
          <a:r>
            <a:rPr lang="en-US" sz="1300" kern="1200" dirty="0"/>
            <a:t> e </a:t>
          </a:r>
          <a:r>
            <a:rPr lang="en-US" sz="1300" kern="1200" dirty="0" err="1"/>
            <a:t>processamento</a:t>
          </a:r>
          <a:r>
            <a:rPr lang="en-US" sz="1300" kern="1200" dirty="0"/>
            <a:t> de dados.</a:t>
          </a:r>
        </a:p>
      </dsp:txBody>
      <dsp:txXfrm>
        <a:off x="985138" y="473499"/>
        <a:ext cx="1461223" cy="1461223"/>
      </dsp:txXfrm>
    </dsp:sp>
    <dsp:sp modelId="{26659F12-5583-4317-8EE5-F255BAA242CB}">
      <dsp:nvSpPr>
        <dsp:cNvPr id="0" name=""/>
        <dsp:cNvSpPr/>
      </dsp:nvSpPr>
      <dsp:spPr>
        <a:xfrm>
          <a:off x="2649973" y="394450"/>
          <a:ext cx="1619321" cy="1619321"/>
        </a:xfrm>
        <a:prstGeom prst="roundRect">
          <a:avLst/>
        </a:prstGeom>
        <a:solidFill>
          <a:schemeClr val="accent5">
            <a:hueOff val="307254"/>
            <a:satOff val="-5999"/>
            <a:lumOff val="13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2. **</a:t>
          </a:r>
          <a:r>
            <a:rPr lang="en-US" sz="1300" b="1" kern="1200" dirty="0"/>
            <a:t>Spark</a:t>
          </a:r>
          <a:r>
            <a:rPr lang="en-US" sz="1300" kern="1200" dirty="0"/>
            <a:t>** - Framework para </a:t>
          </a:r>
          <a:r>
            <a:rPr lang="en-US" sz="1300" kern="1200" dirty="0" err="1"/>
            <a:t>processamento</a:t>
          </a:r>
          <a:r>
            <a:rPr lang="en-US" sz="1300" kern="1200" dirty="0"/>
            <a:t> de dados </a:t>
          </a:r>
          <a:r>
            <a:rPr lang="en-US" sz="1300" kern="1200" dirty="0" err="1"/>
            <a:t>em</a:t>
          </a:r>
          <a:r>
            <a:rPr lang="en-US" sz="1300" kern="1200" dirty="0"/>
            <a:t> tempo real e </a:t>
          </a:r>
          <a:r>
            <a:rPr lang="en-US" sz="1300" kern="1200" dirty="0" err="1"/>
            <a:t>em</a:t>
          </a:r>
          <a:r>
            <a:rPr lang="en-US" sz="1300" kern="1200" dirty="0"/>
            <a:t> batch.</a:t>
          </a:r>
        </a:p>
      </dsp:txBody>
      <dsp:txXfrm>
        <a:off x="2729022" y="473499"/>
        <a:ext cx="1461223" cy="1461223"/>
      </dsp:txXfrm>
    </dsp:sp>
    <dsp:sp modelId="{FE37CDF5-B901-45ED-8F0E-7DA7CC041D6C}">
      <dsp:nvSpPr>
        <dsp:cNvPr id="0" name=""/>
        <dsp:cNvSpPr/>
      </dsp:nvSpPr>
      <dsp:spPr>
        <a:xfrm>
          <a:off x="906089" y="2138334"/>
          <a:ext cx="1619321" cy="1619321"/>
        </a:xfrm>
        <a:prstGeom prst="roundRect">
          <a:avLst/>
        </a:prstGeom>
        <a:solidFill>
          <a:schemeClr val="accent5">
            <a:hueOff val="614507"/>
            <a:satOff val="-11997"/>
            <a:lumOff val="2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3. **</a:t>
          </a:r>
          <a:r>
            <a:rPr lang="en-US" sz="1300" kern="1200" dirty="0" err="1"/>
            <a:t>Ba</a:t>
          </a:r>
          <a:r>
            <a:rPr lang="en-US" sz="1300" b="1" kern="1200" dirty="0" err="1"/>
            <a:t>ncos</a:t>
          </a:r>
          <a:r>
            <a:rPr lang="en-US" sz="1300" b="1" kern="1200" dirty="0"/>
            <a:t> de Dados NoSQL</a:t>
          </a:r>
          <a:r>
            <a:rPr lang="en-US" sz="1300" kern="1200" dirty="0"/>
            <a:t>** - Alternativa </a:t>
          </a:r>
          <a:r>
            <a:rPr lang="en-US" sz="1300" kern="1200" dirty="0" err="1"/>
            <a:t>aos</a:t>
          </a:r>
          <a:r>
            <a:rPr lang="en-US" sz="1300" kern="1200" dirty="0"/>
            <a:t> </a:t>
          </a:r>
          <a:r>
            <a:rPr lang="en-US" sz="1300" kern="1200" dirty="0" err="1"/>
            <a:t>bancos</a:t>
          </a:r>
          <a:r>
            <a:rPr lang="en-US" sz="1300" kern="1200" dirty="0"/>
            <a:t> </a:t>
          </a:r>
          <a:r>
            <a:rPr lang="en-US" sz="1300" kern="1200" dirty="0" err="1"/>
            <a:t>relacionais</a:t>
          </a:r>
          <a:r>
            <a:rPr lang="en-US" sz="1300" kern="1200" dirty="0"/>
            <a:t>, </a:t>
          </a:r>
          <a:r>
            <a:rPr lang="en-US" sz="1300" kern="1200" dirty="0" err="1"/>
            <a:t>otimizados</a:t>
          </a:r>
          <a:r>
            <a:rPr lang="en-US" sz="1300" kern="1200" dirty="0"/>
            <a:t> para </a:t>
          </a:r>
          <a:r>
            <a:rPr lang="en-US" sz="1300" kern="1200" dirty="0" err="1"/>
            <a:t>escalabilidade</a:t>
          </a:r>
          <a:r>
            <a:rPr lang="en-US" sz="1300" kern="1200" dirty="0"/>
            <a:t>.</a:t>
          </a:r>
        </a:p>
      </dsp:txBody>
      <dsp:txXfrm>
        <a:off x="985138" y="2217383"/>
        <a:ext cx="1461223" cy="1461223"/>
      </dsp:txXfrm>
    </dsp:sp>
    <dsp:sp modelId="{5C2FCD7A-5B3C-43DE-BEC5-CCA7CDD3B55C}">
      <dsp:nvSpPr>
        <dsp:cNvPr id="0" name=""/>
        <dsp:cNvSpPr/>
      </dsp:nvSpPr>
      <dsp:spPr>
        <a:xfrm>
          <a:off x="2649973" y="2138334"/>
          <a:ext cx="1619321" cy="1619321"/>
        </a:xfrm>
        <a:prstGeom prst="roundRect">
          <a:avLst/>
        </a:prstGeom>
        <a:solidFill>
          <a:schemeClr val="accent5">
            <a:hueOff val="921761"/>
            <a:satOff val="-17996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4. **</a:t>
          </a:r>
          <a:r>
            <a:rPr lang="en-US" sz="1300" b="1" kern="1200" dirty="0" err="1"/>
            <a:t>Computação</a:t>
          </a:r>
          <a:r>
            <a:rPr lang="en-US" sz="1300" b="1" kern="1200" dirty="0"/>
            <a:t> </a:t>
          </a:r>
          <a:r>
            <a:rPr lang="en-US" sz="1300" b="1" kern="1200" dirty="0" err="1"/>
            <a:t>Distribuída</a:t>
          </a:r>
          <a:r>
            <a:rPr lang="en-US" sz="1300" b="1" kern="1200" dirty="0"/>
            <a:t>** </a:t>
          </a:r>
          <a:r>
            <a:rPr lang="en-US" sz="1300" kern="1200" dirty="0"/>
            <a:t>- Técnica para </a:t>
          </a:r>
          <a:r>
            <a:rPr lang="en-US" sz="1300" kern="1200" dirty="0" err="1"/>
            <a:t>dividir</a:t>
          </a:r>
          <a:r>
            <a:rPr lang="en-US" sz="1300" kern="1200" dirty="0"/>
            <a:t> o </a:t>
          </a:r>
          <a:r>
            <a:rPr lang="en-US" sz="1300" kern="1200" dirty="0" err="1"/>
            <a:t>processamento</a:t>
          </a:r>
          <a:r>
            <a:rPr lang="en-US" sz="1300" kern="1200" dirty="0"/>
            <a:t> entre </a:t>
          </a:r>
          <a:r>
            <a:rPr lang="en-US" sz="1300" kern="1200" dirty="0" err="1"/>
            <a:t>várias</a:t>
          </a:r>
          <a:r>
            <a:rPr lang="en-US" sz="1300" kern="1200" dirty="0"/>
            <a:t> </a:t>
          </a:r>
          <a:r>
            <a:rPr lang="en-US" sz="1300" kern="1200" dirty="0" err="1"/>
            <a:t>máquinas</a:t>
          </a:r>
          <a:r>
            <a:rPr lang="en-US" sz="1300" kern="1200" dirty="0"/>
            <a:t>.</a:t>
          </a:r>
        </a:p>
      </dsp:txBody>
      <dsp:txXfrm>
        <a:off x="2729022" y="2217383"/>
        <a:ext cx="1461223" cy="14612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40F7F1-348B-4555-86A8-74E64041A8FC}">
      <dsp:nvSpPr>
        <dsp:cNvPr id="0" name=""/>
        <dsp:cNvSpPr/>
      </dsp:nvSpPr>
      <dsp:spPr>
        <a:xfrm>
          <a:off x="890763" y="631049"/>
          <a:ext cx="981188" cy="9811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D80B51-6940-42E3-BCE7-1D82C734E69E}">
      <dsp:nvSpPr>
        <dsp:cNvPr id="0" name=""/>
        <dsp:cNvSpPr/>
      </dsp:nvSpPr>
      <dsp:spPr>
        <a:xfrm>
          <a:off x="291148" y="1912454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-</a:t>
          </a:r>
          <a:r>
            <a:rPr lang="en-US" sz="1100" b="1" kern="1200" dirty="0"/>
            <a:t>HDFS (Hadoop Distributed File System) </a:t>
          </a:r>
          <a:r>
            <a:rPr lang="en-US" sz="1100" kern="1200" dirty="0"/>
            <a:t>- </a:t>
          </a:r>
          <a:r>
            <a:rPr lang="en-US" sz="1100" kern="1200" dirty="0" err="1"/>
            <a:t>Armazena</a:t>
          </a:r>
          <a:r>
            <a:rPr lang="en-US" sz="1100" kern="1200" dirty="0"/>
            <a:t> </a:t>
          </a:r>
          <a:r>
            <a:rPr lang="en-US" sz="1100" kern="1200" dirty="0" err="1"/>
            <a:t>grandes</a:t>
          </a:r>
          <a:r>
            <a:rPr lang="en-US" sz="1100" kern="1200" dirty="0"/>
            <a:t> volumes de dados </a:t>
          </a:r>
          <a:r>
            <a:rPr lang="en-US" sz="1100" kern="1200" dirty="0" err="1"/>
            <a:t>distribuídos</a:t>
          </a:r>
          <a:r>
            <a:rPr lang="en-US" sz="1100" kern="1200" dirty="0"/>
            <a:t>.</a:t>
          </a:r>
        </a:p>
      </dsp:txBody>
      <dsp:txXfrm>
        <a:off x="291148" y="1912454"/>
        <a:ext cx="2180418" cy="720000"/>
      </dsp:txXfrm>
    </dsp:sp>
    <dsp:sp modelId="{5ECABBC1-0D5F-4B9F-B4F9-573AC3278A57}">
      <dsp:nvSpPr>
        <dsp:cNvPr id="0" name=""/>
        <dsp:cNvSpPr/>
      </dsp:nvSpPr>
      <dsp:spPr>
        <a:xfrm>
          <a:off x="3452755" y="631049"/>
          <a:ext cx="981188" cy="9811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930210-D2CE-4E1D-9E47-12A5C77AFB8D}">
      <dsp:nvSpPr>
        <dsp:cNvPr id="0" name=""/>
        <dsp:cNvSpPr/>
      </dsp:nvSpPr>
      <dsp:spPr>
        <a:xfrm>
          <a:off x="2853140" y="1912454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MapReduce</a:t>
          </a:r>
          <a:r>
            <a:rPr lang="en-US" sz="1100" kern="1200" dirty="0"/>
            <a:t> - </a:t>
          </a:r>
          <a:r>
            <a:rPr lang="en-US" sz="1100" kern="1200" dirty="0" err="1"/>
            <a:t>Modelo</a:t>
          </a:r>
          <a:r>
            <a:rPr lang="en-US" sz="1100" kern="1200" dirty="0"/>
            <a:t> de </a:t>
          </a:r>
          <a:r>
            <a:rPr lang="en-US" sz="1100" kern="1200" dirty="0" err="1"/>
            <a:t>programação</a:t>
          </a:r>
          <a:r>
            <a:rPr lang="en-US" sz="1100" kern="1200" dirty="0"/>
            <a:t> para </a:t>
          </a:r>
          <a:r>
            <a:rPr lang="en-US" sz="1100" kern="1200" dirty="0" err="1"/>
            <a:t>processar</a:t>
          </a:r>
          <a:r>
            <a:rPr lang="en-US" sz="1100" kern="1200" dirty="0"/>
            <a:t> </a:t>
          </a:r>
          <a:r>
            <a:rPr lang="en-US" sz="1100" kern="1200" dirty="0" err="1"/>
            <a:t>grandes</a:t>
          </a:r>
          <a:r>
            <a:rPr lang="en-US" sz="1100" kern="1200" dirty="0"/>
            <a:t> conjuntos de dados </a:t>
          </a:r>
          <a:r>
            <a:rPr lang="en-US" sz="1100" kern="1200" dirty="0" err="1"/>
            <a:t>em</a:t>
          </a:r>
          <a:r>
            <a:rPr lang="en-US" sz="1100" kern="1200" dirty="0"/>
            <a:t> </a:t>
          </a:r>
          <a:r>
            <a:rPr lang="en-US" sz="1100" kern="1200" dirty="0" err="1"/>
            <a:t>paralelo</a:t>
          </a:r>
          <a:r>
            <a:rPr lang="en-US" sz="1100" kern="1200" dirty="0"/>
            <a:t>.</a:t>
          </a:r>
        </a:p>
      </dsp:txBody>
      <dsp:txXfrm>
        <a:off x="2853140" y="1912454"/>
        <a:ext cx="2180418" cy="720000"/>
      </dsp:txXfrm>
    </dsp:sp>
    <dsp:sp modelId="{394484B9-45C1-4A68-9B7A-C1225D4EBCD9}">
      <dsp:nvSpPr>
        <dsp:cNvPr id="0" name=""/>
        <dsp:cNvSpPr/>
      </dsp:nvSpPr>
      <dsp:spPr>
        <a:xfrm>
          <a:off x="6014747" y="631049"/>
          <a:ext cx="981188" cy="9811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9F5C8-F2D2-4885-82F7-0ECC2C6C5238}">
      <dsp:nvSpPr>
        <dsp:cNvPr id="0" name=""/>
        <dsp:cNvSpPr/>
      </dsp:nvSpPr>
      <dsp:spPr>
        <a:xfrm>
          <a:off x="5415132" y="1912454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YARN</a:t>
          </a:r>
          <a:r>
            <a:rPr lang="en-US" sz="1100" kern="1200" dirty="0"/>
            <a:t> - </a:t>
          </a:r>
          <a:r>
            <a:rPr lang="en-US" sz="1100" kern="1200" dirty="0" err="1"/>
            <a:t>Gerenciador</a:t>
          </a:r>
          <a:r>
            <a:rPr lang="en-US" sz="1100" kern="1200" dirty="0"/>
            <a:t> de </a:t>
          </a:r>
          <a:r>
            <a:rPr lang="en-US" sz="1100" kern="1200" dirty="0" err="1"/>
            <a:t>recursos</a:t>
          </a:r>
          <a:r>
            <a:rPr lang="en-US" sz="1100" kern="1200" dirty="0"/>
            <a:t> para </a:t>
          </a:r>
          <a:r>
            <a:rPr lang="en-US" sz="1100" kern="1200" dirty="0" err="1"/>
            <a:t>aplicações</a:t>
          </a:r>
          <a:r>
            <a:rPr lang="en-US" sz="1100" kern="1200" dirty="0"/>
            <a:t> </a:t>
          </a:r>
          <a:r>
            <a:rPr lang="en-US" sz="1100" kern="1200" dirty="0" err="1"/>
            <a:t>distribuídas</a:t>
          </a:r>
          <a:r>
            <a:rPr lang="en-US" sz="1100" kern="1200" dirty="0"/>
            <a:t>.</a:t>
          </a:r>
        </a:p>
      </dsp:txBody>
      <dsp:txXfrm>
        <a:off x="5415132" y="1912454"/>
        <a:ext cx="2180418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6CEF0A-015C-4F08-B0B1-CFCA2B20915B}">
      <dsp:nvSpPr>
        <dsp:cNvPr id="0" name=""/>
        <dsp:cNvSpPr/>
      </dsp:nvSpPr>
      <dsp:spPr>
        <a:xfrm>
          <a:off x="0" y="66726"/>
          <a:ext cx="5098904" cy="4422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-Processamento de Big Data em tempo real.</a:t>
          </a:r>
        </a:p>
      </dsp:txBody>
      <dsp:txXfrm>
        <a:off x="21589" y="88315"/>
        <a:ext cx="5055726" cy="399082"/>
      </dsp:txXfrm>
    </dsp:sp>
    <dsp:sp modelId="{1C6CE875-7EBC-435A-8D73-70C40708ECC6}">
      <dsp:nvSpPr>
        <dsp:cNvPr id="0" name=""/>
        <dsp:cNvSpPr/>
      </dsp:nvSpPr>
      <dsp:spPr>
        <a:xfrm>
          <a:off x="0" y="560826"/>
          <a:ext cx="5098904" cy="442260"/>
        </a:xfrm>
        <a:prstGeom prst="roundRect">
          <a:avLst/>
        </a:prstGeom>
        <a:solidFill>
          <a:schemeClr val="accent2">
            <a:hueOff val="-638687"/>
            <a:satOff val="1755"/>
            <a:lumOff val="117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Suporta múltiplas linguagens:</a:t>
          </a:r>
        </a:p>
      </dsp:txBody>
      <dsp:txXfrm>
        <a:off x="21589" y="582415"/>
        <a:ext cx="5055726" cy="399082"/>
      </dsp:txXfrm>
    </dsp:sp>
    <dsp:sp modelId="{268B4678-71B4-4938-9E8B-9B48816E0A87}">
      <dsp:nvSpPr>
        <dsp:cNvPr id="0" name=""/>
        <dsp:cNvSpPr/>
      </dsp:nvSpPr>
      <dsp:spPr>
        <a:xfrm>
          <a:off x="0" y="1003086"/>
          <a:ext cx="5098904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9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Python, Java, Scala.</a:t>
          </a:r>
        </a:p>
      </dsp:txBody>
      <dsp:txXfrm>
        <a:off x="0" y="1003086"/>
        <a:ext cx="5098904" cy="298080"/>
      </dsp:txXfrm>
    </dsp:sp>
    <dsp:sp modelId="{98531393-AAAD-47A1-8D69-2E5B00845FBC}">
      <dsp:nvSpPr>
        <dsp:cNvPr id="0" name=""/>
        <dsp:cNvSpPr/>
      </dsp:nvSpPr>
      <dsp:spPr>
        <a:xfrm>
          <a:off x="0" y="1301166"/>
          <a:ext cx="5098904" cy="442260"/>
        </a:xfrm>
        <a:prstGeom prst="roundRect">
          <a:avLst/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Componentes principais:</a:t>
          </a:r>
        </a:p>
      </dsp:txBody>
      <dsp:txXfrm>
        <a:off x="21589" y="1322755"/>
        <a:ext cx="5055726" cy="399082"/>
      </dsp:txXfrm>
    </dsp:sp>
    <dsp:sp modelId="{E1464143-20D8-47E0-A1DA-C49BF7F3C1B2}">
      <dsp:nvSpPr>
        <dsp:cNvPr id="0" name=""/>
        <dsp:cNvSpPr/>
      </dsp:nvSpPr>
      <dsp:spPr>
        <a:xfrm>
          <a:off x="0" y="1743426"/>
          <a:ext cx="5098904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9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kern="1200"/>
            <a:t>Spark SQL</a:t>
          </a:r>
          <a:r>
            <a:rPr lang="en-US" sz="1400" kern="1200"/>
            <a:t> - Consultas em grandes volumes de dados.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kern="1200"/>
            <a:t>Spark Streaming</a:t>
          </a:r>
          <a:r>
            <a:rPr lang="en-US" sz="1400" kern="1200"/>
            <a:t> - Processamento de dados em tempo real.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kern="1200"/>
            <a:t>MLlib</a:t>
          </a:r>
          <a:r>
            <a:rPr lang="en-US" sz="1400" kern="1200"/>
            <a:t> - Machine Learning para Big Data.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kern="1200"/>
            <a:t>GraphX</a:t>
          </a:r>
          <a:r>
            <a:rPr lang="en-US" sz="1400" kern="1200"/>
            <a:t> - Processamento de grafos.</a:t>
          </a:r>
        </a:p>
      </dsp:txBody>
      <dsp:txXfrm>
        <a:off x="0" y="1743426"/>
        <a:ext cx="5098904" cy="9687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37E769-39C7-4D1B-BCC0-75DFDCEB01FD}">
      <dsp:nvSpPr>
        <dsp:cNvPr id="0" name=""/>
        <dsp:cNvSpPr/>
      </dsp:nvSpPr>
      <dsp:spPr>
        <a:xfrm>
          <a:off x="0" y="14477"/>
          <a:ext cx="3968747" cy="3931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Flexibilidade</a:t>
          </a:r>
          <a:r>
            <a:rPr lang="en-US" sz="1600" kern="1200" dirty="0"/>
            <a:t> </a:t>
          </a:r>
        </a:p>
      </dsp:txBody>
      <dsp:txXfrm>
        <a:off x="19191" y="33668"/>
        <a:ext cx="3930365" cy="354738"/>
      </dsp:txXfrm>
    </dsp:sp>
    <dsp:sp modelId="{18816AB2-89FA-4C7A-BC75-E4A7D09861B7}">
      <dsp:nvSpPr>
        <dsp:cNvPr id="0" name=""/>
        <dsp:cNvSpPr/>
      </dsp:nvSpPr>
      <dsp:spPr>
        <a:xfrm>
          <a:off x="0" y="407598"/>
          <a:ext cx="3968747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08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Modelos de dados variados (documentos, chave-valor, colunar, grafos).</a:t>
          </a:r>
        </a:p>
      </dsp:txBody>
      <dsp:txXfrm>
        <a:off x="0" y="407598"/>
        <a:ext cx="3968747" cy="380880"/>
      </dsp:txXfrm>
    </dsp:sp>
    <dsp:sp modelId="{36E8B6B4-F04E-4F3F-BF27-128D594D3EC9}">
      <dsp:nvSpPr>
        <dsp:cNvPr id="0" name=""/>
        <dsp:cNvSpPr/>
      </dsp:nvSpPr>
      <dsp:spPr>
        <a:xfrm>
          <a:off x="0" y="788478"/>
          <a:ext cx="3968747" cy="393120"/>
        </a:xfrm>
        <a:prstGeom prst="roundRect">
          <a:avLst/>
        </a:prstGeom>
        <a:solidFill>
          <a:schemeClr val="accent2">
            <a:hueOff val="-638687"/>
            <a:satOff val="1755"/>
            <a:lumOff val="117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Escalabilidade</a:t>
          </a:r>
          <a:endParaRPr lang="en-US" sz="1600" kern="1200" dirty="0"/>
        </a:p>
      </dsp:txBody>
      <dsp:txXfrm>
        <a:off x="19191" y="807669"/>
        <a:ext cx="3930365" cy="354738"/>
      </dsp:txXfrm>
    </dsp:sp>
    <dsp:sp modelId="{F87FFC6D-C133-48C2-98D5-9D0898D99038}">
      <dsp:nvSpPr>
        <dsp:cNvPr id="0" name=""/>
        <dsp:cNvSpPr/>
      </dsp:nvSpPr>
      <dsp:spPr>
        <a:xfrm>
          <a:off x="0" y="1181598"/>
          <a:ext cx="3968747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08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Projetado para lidar com grandes volumes de dados.</a:t>
          </a:r>
        </a:p>
      </dsp:txBody>
      <dsp:txXfrm>
        <a:off x="0" y="1181598"/>
        <a:ext cx="3968747" cy="264960"/>
      </dsp:txXfrm>
    </dsp:sp>
    <dsp:sp modelId="{1DD9E114-6E18-49BB-B5B9-8B6654D0EEDA}">
      <dsp:nvSpPr>
        <dsp:cNvPr id="0" name=""/>
        <dsp:cNvSpPr/>
      </dsp:nvSpPr>
      <dsp:spPr>
        <a:xfrm>
          <a:off x="0" y="1446558"/>
          <a:ext cx="3968747" cy="393120"/>
        </a:xfrm>
        <a:prstGeom prst="roundRect">
          <a:avLst/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Exemplos</a:t>
          </a:r>
          <a:r>
            <a:rPr lang="en-US" sz="1600" kern="1200" dirty="0"/>
            <a:t>:</a:t>
          </a:r>
        </a:p>
      </dsp:txBody>
      <dsp:txXfrm>
        <a:off x="19191" y="1465749"/>
        <a:ext cx="3930365" cy="354738"/>
      </dsp:txXfrm>
    </dsp:sp>
    <dsp:sp modelId="{927C0F29-F2A6-43F1-AEF9-6F2682B34DB8}">
      <dsp:nvSpPr>
        <dsp:cNvPr id="0" name=""/>
        <dsp:cNvSpPr/>
      </dsp:nvSpPr>
      <dsp:spPr>
        <a:xfrm>
          <a:off x="0" y="1839678"/>
          <a:ext cx="3968747" cy="960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08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MongoDB - Banco orientado a documentos.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Cassandra - Banco distribuído para alta disponibilidade.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Redis - Banco de chave-valor otimizado para velocidade.</a:t>
          </a:r>
        </a:p>
      </dsp:txBody>
      <dsp:txXfrm>
        <a:off x="0" y="1839678"/>
        <a:ext cx="3968747" cy="9604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9CACCB-DEDE-4B67-BBB2-FBB20DD8BA9D}">
      <dsp:nvSpPr>
        <dsp:cNvPr id="0" name=""/>
        <dsp:cNvSpPr/>
      </dsp:nvSpPr>
      <dsp:spPr>
        <a:xfrm>
          <a:off x="0" y="1182"/>
          <a:ext cx="4629150" cy="50384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7A95F1-F428-40BA-B037-E948289990F0}">
      <dsp:nvSpPr>
        <dsp:cNvPr id="0" name=""/>
        <dsp:cNvSpPr/>
      </dsp:nvSpPr>
      <dsp:spPr>
        <a:xfrm>
          <a:off x="152412" y="114546"/>
          <a:ext cx="277113" cy="2771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C78B84-2C37-4D50-AC2E-AA0F87C22061}">
      <dsp:nvSpPr>
        <dsp:cNvPr id="0" name=""/>
        <dsp:cNvSpPr/>
      </dsp:nvSpPr>
      <dsp:spPr>
        <a:xfrm>
          <a:off x="581937" y="1182"/>
          <a:ext cx="4047212" cy="503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23" tIns="53323" rIns="53323" bIns="5332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Armazenamento de dados em clusters do Hadoop.</a:t>
          </a:r>
          <a:endParaRPr lang="en-US" sz="1400" kern="1200"/>
        </a:p>
      </dsp:txBody>
      <dsp:txXfrm>
        <a:off x="581937" y="1182"/>
        <a:ext cx="4047212" cy="503841"/>
      </dsp:txXfrm>
    </dsp:sp>
    <dsp:sp modelId="{7B08454D-0101-4A31-93F9-4A8BC74067FC}">
      <dsp:nvSpPr>
        <dsp:cNvPr id="0" name=""/>
        <dsp:cNvSpPr/>
      </dsp:nvSpPr>
      <dsp:spPr>
        <a:xfrm>
          <a:off x="0" y="630984"/>
          <a:ext cx="4629150" cy="50384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DBE507-338E-4F04-9897-C2B6B2675497}">
      <dsp:nvSpPr>
        <dsp:cNvPr id="0" name=""/>
        <dsp:cNvSpPr/>
      </dsp:nvSpPr>
      <dsp:spPr>
        <a:xfrm>
          <a:off x="152412" y="744349"/>
          <a:ext cx="277113" cy="2771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33EEDD-6C68-48A4-8404-E3BBBF67961B}">
      <dsp:nvSpPr>
        <dsp:cNvPr id="0" name=""/>
        <dsp:cNvSpPr/>
      </dsp:nvSpPr>
      <dsp:spPr>
        <a:xfrm>
          <a:off x="581937" y="630984"/>
          <a:ext cx="4047212" cy="503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23" tIns="53323" rIns="53323" bIns="5332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Trabalha com grandes volumes de dados e hardware comuns.</a:t>
          </a:r>
          <a:endParaRPr lang="en-US" sz="1400" kern="1200"/>
        </a:p>
      </dsp:txBody>
      <dsp:txXfrm>
        <a:off x="581937" y="630984"/>
        <a:ext cx="4047212" cy="503841"/>
      </dsp:txXfrm>
    </dsp:sp>
    <dsp:sp modelId="{09C73D21-1A9D-4898-A06B-9F735B20192F}">
      <dsp:nvSpPr>
        <dsp:cNvPr id="0" name=""/>
        <dsp:cNvSpPr/>
      </dsp:nvSpPr>
      <dsp:spPr>
        <a:xfrm>
          <a:off x="0" y="1260787"/>
          <a:ext cx="4629150" cy="50384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676C44-3F0E-448D-A938-22EE60840FDF}">
      <dsp:nvSpPr>
        <dsp:cNvPr id="0" name=""/>
        <dsp:cNvSpPr/>
      </dsp:nvSpPr>
      <dsp:spPr>
        <a:xfrm>
          <a:off x="152412" y="1374151"/>
          <a:ext cx="277113" cy="2771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D9FD1E-784A-447D-9872-DB349E6F38BD}">
      <dsp:nvSpPr>
        <dsp:cNvPr id="0" name=""/>
        <dsp:cNvSpPr/>
      </dsp:nvSpPr>
      <dsp:spPr>
        <a:xfrm>
          <a:off x="581937" y="1260787"/>
          <a:ext cx="4047212" cy="503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23" tIns="53323" rIns="53323" bIns="5332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Alta disponibilidade para armazenamento e dispositivos do cluster.</a:t>
          </a:r>
          <a:endParaRPr lang="en-US" sz="1400" kern="1200"/>
        </a:p>
      </dsp:txBody>
      <dsp:txXfrm>
        <a:off x="581937" y="1260787"/>
        <a:ext cx="4047212" cy="503841"/>
      </dsp:txXfrm>
    </dsp:sp>
    <dsp:sp modelId="{1D033BC4-184F-423F-A949-141A530E449D}">
      <dsp:nvSpPr>
        <dsp:cNvPr id="0" name=""/>
        <dsp:cNvSpPr/>
      </dsp:nvSpPr>
      <dsp:spPr>
        <a:xfrm>
          <a:off x="0" y="1890589"/>
          <a:ext cx="4629150" cy="50384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F78BA7-606D-48D4-9883-04864638F437}">
      <dsp:nvSpPr>
        <dsp:cNvPr id="0" name=""/>
        <dsp:cNvSpPr/>
      </dsp:nvSpPr>
      <dsp:spPr>
        <a:xfrm>
          <a:off x="152412" y="2003954"/>
          <a:ext cx="277113" cy="2771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B11813-767C-4468-B9E3-2E4207928C7C}">
      <dsp:nvSpPr>
        <dsp:cNvPr id="0" name=""/>
        <dsp:cNvSpPr/>
      </dsp:nvSpPr>
      <dsp:spPr>
        <a:xfrm>
          <a:off x="581937" y="1890589"/>
          <a:ext cx="4047212" cy="503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23" tIns="53323" rIns="53323" bIns="5332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Sistema de arquivos distribuídos.</a:t>
          </a:r>
          <a:endParaRPr lang="en-US" sz="1400" kern="1200"/>
        </a:p>
      </dsp:txBody>
      <dsp:txXfrm>
        <a:off x="581937" y="1890589"/>
        <a:ext cx="4047212" cy="503841"/>
      </dsp:txXfrm>
    </dsp:sp>
    <dsp:sp modelId="{F359B1B6-7110-4731-A890-02FEAE920F66}">
      <dsp:nvSpPr>
        <dsp:cNvPr id="0" name=""/>
        <dsp:cNvSpPr/>
      </dsp:nvSpPr>
      <dsp:spPr>
        <a:xfrm>
          <a:off x="0" y="2520392"/>
          <a:ext cx="4629150" cy="50384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7D072D-45BD-4F54-A1B1-F18E130E485D}">
      <dsp:nvSpPr>
        <dsp:cNvPr id="0" name=""/>
        <dsp:cNvSpPr/>
      </dsp:nvSpPr>
      <dsp:spPr>
        <a:xfrm>
          <a:off x="152412" y="2633756"/>
          <a:ext cx="277113" cy="27711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B2D580-5356-4C8B-9DFA-DC12DD3A3CD4}">
      <dsp:nvSpPr>
        <dsp:cNvPr id="0" name=""/>
        <dsp:cNvSpPr/>
      </dsp:nvSpPr>
      <dsp:spPr>
        <a:xfrm>
          <a:off x="581937" y="2520392"/>
          <a:ext cx="4047212" cy="503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23" tIns="53323" rIns="53323" bIns="5332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Alto desempenho no acesso a dados em clusters Hadoop.</a:t>
          </a:r>
          <a:endParaRPr lang="en-US" sz="1400" kern="1200"/>
        </a:p>
      </dsp:txBody>
      <dsp:txXfrm>
        <a:off x="581937" y="2520392"/>
        <a:ext cx="4047212" cy="503841"/>
      </dsp:txXfrm>
    </dsp:sp>
    <dsp:sp modelId="{F5B7C716-F043-4C42-A6A0-5EB81B93A0A2}">
      <dsp:nvSpPr>
        <dsp:cNvPr id="0" name=""/>
        <dsp:cNvSpPr/>
      </dsp:nvSpPr>
      <dsp:spPr>
        <a:xfrm>
          <a:off x="0" y="3150194"/>
          <a:ext cx="4629150" cy="50384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97B9FA-A07D-49A1-A5CD-E4B94C2ACA74}">
      <dsp:nvSpPr>
        <dsp:cNvPr id="0" name=""/>
        <dsp:cNvSpPr/>
      </dsp:nvSpPr>
      <dsp:spPr>
        <a:xfrm>
          <a:off x="152412" y="3263559"/>
          <a:ext cx="277113" cy="27711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EF0FEC-C85E-4EF0-B560-D86FA0A7DDA6}">
      <dsp:nvSpPr>
        <dsp:cNvPr id="0" name=""/>
        <dsp:cNvSpPr/>
      </dsp:nvSpPr>
      <dsp:spPr>
        <a:xfrm>
          <a:off x="581937" y="3150194"/>
          <a:ext cx="4047212" cy="503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23" tIns="53323" rIns="53323" bIns="5332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Escalabilidade dos arquivos.</a:t>
          </a:r>
          <a:endParaRPr lang="en-US" sz="1400" kern="1200"/>
        </a:p>
      </dsp:txBody>
      <dsp:txXfrm>
        <a:off x="581937" y="3150194"/>
        <a:ext cx="4047212" cy="50384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8A9BCA-316A-4446-8343-0FB2E626E7AF}">
      <dsp:nvSpPr>
        <dsp:cNvPr id="0" name=""/>
        <dsp:cNvSpPr/>
      </dsp:nvSpPr>
      <dsp:spPr>
        <a:xfrm>
          <a:off x="0" y="2855"/>
          <a:ext cx="4629150" cy="60825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BCAD4-BC72-4A17-A537-AA26B887DBB6}">
      <dsp:nvSpPr>
        <dsp:cNvPr id="0" name=""/>
        <dsp:cNvSpPr/>
      </dsp:nvSpPr>
      <dsp:spPr>
        <a:xfrm>
          <a:off x="183996" y="139712"/>
          <a:ext cx="334538" cy="3345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8A9133-7D8C-4798-AB96-5AF105B4E8CF}">
      <dsp:nvSpPr>
        <dsp:cNvPr id="0" name=""/>
        <dsp:cNvSpPr/>
      </dsp:nvSpPr>
      <dsp:spPr>
        <a:xfrm>
          <a:off x="702530" y="2855"/>
          <a:ext cx="3926619" cy="608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373" tIns="64373" rIns="64373" bIns="6437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Execução de aplicações no cluster Hadoop pelos componentes HDFS, YARN e MapReduce.</a:t>
          </a:r>
          <a:endParaRPr lang="en-US" sz="1400" kern="1200"/>
        </a:p>
      </dsp:txBody>
      <dsp:txXfrm>
        <a:off x="702530" y="2855"/>
        <a:ext cx="3926619" cy="608251"/>
      </dsp:txXfrm>
    </dsp:sp>
    <dsp:sp modelId="{8A15CC20-7BBE-4775-8383-5D9914E87ADB}">
      <dsp:nvSpPr>
        <dsp:cNvPr id="0" name=""/>
        <dsp:cNvSpPr/>
      </dsp:nvSpPr>
      <dsp:spPr>
        <a:xfrm>
          <a:off x="0" y="763169"/>
          <a:ext cx="4629150" cy="60825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1E34B9-2213-44C4-B01E-E6C0FED70E4C}">
      <dsp:nvSpPr>
        <dsp:cNvPr id="0" name=""/>
        <dsp:cNvSpPr/>
      </dsp:nvSpPr>
      <dsp:spPr>
        <a:xfrm>
          <a:off x="183996" y="900026"/>
          <a:ext cx="334538" cy="3345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733112-37FA-490A-B5AA-4D4C6101B5E8}">
      <dsp:nvSpPr>
        <dsp:cNvPr id="0" name=""/>
        <dsp:cNvSpPr/>
      </dsp:nvSpPr>
      <dsp:spPr>
        <a:xfrm>
          <a:off x="702530" y="763169"/>
          <a:ext cx="3926619" cy="608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373" tIns="64373" rIns="64373" bIns="6437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Os utilitários também são conhecidos como núcleo do Hadoop (Hadoop Core).</a:t>
          </a:r>
          <a:endParaRPr lang="en-US" sz="1400" kern="1200"/>
        </a:p>
      </dsp:txBody>
      <dsp:txXfrm>
        <a:off x="702530" y="763169"/>
        <a:ext cx="3926619" cy="608251"/>
      </dsp:txXfrm>
    </dsp:sp>
    <dsp:sp modelId="{78C6EC88-84F2-4C8B-B8BC-782B97C9F7B5}">
      <dsp:nvSpPr>
        <dsp:cNvPr id="0" name=""/>
        <dsp:cNvSpPr/>
      </dsp:nvSpPr>
      <dsp:spPr>
        <a:xfrm>
          <a:off x="0" y="1523483"/>
          <a:ext cx="4629150" cy="60825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0D95D5-16F2-4BCB-8E44-38FD5C2DE4E1}">
      <dsp:nvSpPr>
        <dsp:cNvPr id="0" name=""/>
        <dsp:cNvSpPr/>
      </dsp:nvSpPr>
      <dsp:spPr>
        <a:xfrm>
          <a:off x="183996" y="1660340"/>
          <a:ext cx="334538" cy="3345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5AF0AD-0881-44EC-B3BA-4DCAD8D9B7AE}">
      <dsp:nvSpPr>
        <dsp:cNvPr id="0" name=""/>
        <dsp:cNvSpPr/>
      </dsp:nvSpPr>
      <dsp:spPr>
        <a:xfrm>
          <a:off x="702530" y="1523483"/>
          <a:ext cx="3926619" cy="608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373" tIns="64373" rIns="64373" bIns="6437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Fornecimento de serviços essenciais e processos básicos.</a:t>
          </a:r>
          <a:endParaRPr lang="en-US" sz="1400" kern="1200"/>
        </a:p>
      </dsp:txBody>
      <dsp:txXfrm>
        <a:off x="702530" y="1523483"/>
        <a:ext cx="3926619" cy="608251"/>
      </dsp:txXfrm>
    </dsp:sp>
    <dsp:sp modelId="{E54EE0C7-7C53-4051-999E-1AB7928CDEE3}">
      <dsp:nvSpPr>
        <dsp:cNvPr id="0" name=""/>
        <dsp:cNvSpPr/>
      </dsp:nvSpPr>
      <dsp:spPr>
        <a:xfrm>
          <a:off x="0" y="2283797"/>
          <a:ext cx="4629150" cy="60825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EEE49F-E70C-4AE5-B005-0E2FF006A77E}">
      <dsp:nvSpPr>
        <dsp:cNvPr id="0" name=""/>
        <dsp:cNvSpPr/>
      </dsp:nvSpPr>
      <dsp:spPr>
        <a:xfrm>
          <a:off x="183996" y="2420654"/>
          <a:ext cx="334538" cy="3345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9EDCA1-7CDB-4960-B5BB-7CA14D24E368}">
      <dsp:nvSpPr>
        <dsp:cNvPr id="0" name=""/>
        <dsp:cNvSpPr/>
      </dsp:nvSpPr>
      <dsp:spPr>
        <a:xfrm>
          <a:off x="702530" y="2283797"/>
          <a:ext cx="3926619" cy="608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373" tIns="64373" rIns="64373" bIns="6437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Abstração do sistema operacional e sistema de arquivos.</a:t>
          </a:r>
          <a:endParaRPr lang="en-US" sz="1400" kern="1200"/>
        </a:p>
      </dsp:txBody>
      <dsp:txXfrm>
        <a:off x="702530" y="2283797"/>
        <a:ext cx="3926619" cy="608251"/>
      </dsp:txXfrm>
    </dsp:sp>
    <dsp:sp modelId="{B035A345-B8BC-4E6F-A8AD-E2BF12865C48}">
      <dsp:nvSpPr>
        <dsp:cNvPr id="0" name=""/>
        <dsp:cNvSpPr/>
      </dsp:nvSpPr>
      <dsp:spPr>
        <a:xfrm>
          <a:off x="0" y="3044112"/>
          <a:ext cx="4629150" cy="60825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EC0396-E93A-41CC-9407-B38D65442C14}">
      <dsp:nvSpPr>
        <dsp:cNvPr id="0" name=""/>
        <dsp:cNvSpPr/>
      </dsp:nvSpPr>
      <dsp:spPr>
        <a:xfrm>
          <a:off x="183996" y="3180968"/>
          <a:ext cx="334538" cy="33453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24000-71A2-4713-BDF3-907FAC80B453}">
      <dsp:nvSpPr>
        <dsp:cNvPr id="0" name=""/>
        <dsp:cNvSpPr/>
      </dsp:nvSpPr>
      <dsp:spPr>
        <a:xfrm>
          <a:off x="702530" y="3044112"/>
          <a:ext cx="3926619" cy="608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373" tIns="64373" rIns="64373" bIns="6437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Inclusão de arquivos Java Archive (JAR) e scripts.</a:t>
          </a:r>
          <a:endParaRPr lang="en-US" sz="1400" kern="1200"/>
        </a:p>
      </dsp:txBody>
      <dsp:txXfrm>
        <a:off x="702530" y="3044112"/>
        <a:ext cx="3926619" cy="60825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8D03E2-E83B-4DC7-8AD3-4DF6399EEDD0}">
      <dsp:nvSpPr>
        <dsp:cNvPr id="0" name=""/>
        <dsp:cNvSpPr/>
      </dsp:nvSpPr>
      <dsp:spPr>
        <a:xfrm>
          <a:off x="304913" y="51298"/>
          <a:ext cx="657613" cy="6576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8EED3C-1DFB-4696-A0A1-3F7DEC16C723}">
      <dsp:nvSpPr>
        <dsp:cNvPr id="0" name=""/>
        <dsp:cNvSpPr/>
      </dsp:nvSpPr>
      <dsp:spPr>
        <a:xfrm>
          <a:off x="443011" y="189397"/>
          <a:ext cx="381416" cy="3814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C8048-D93A-471B-A828-E2F683F066D2}">
      <dsp:nvSpPr>
        <dsp:cNvPr id="0" name=""/>
        <dsp:cNvSpPr/>
      </dsp:nvSpPr>
      <dsp:spPr>
        <a:xfrm>
          <a:off x="1103444" y="51298"/>
          <a:ext cx="1550089" cy="657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Aplicações de Big Data específicas para 5Vs.</a:t>
          </a:r>
          <a:endParaRPr lang="en-US" sz="1100" kern="1200"/>
        </a:p>
      </dsp:txBody>
      <dsp:txXfrm>
        <a:off x="1103444" y="51298"/>
        <a:ext cx="1550089" cy="657613"/>
      </dsp:txXfrm>
    </dsp:sp>
    <dsp:sp modelId="{4377C720-62B8-4676-B6CA-6D38FA6DBB06}">
      <dsp:nvSpPr>
        <dsp:cNvPr id="0" name=""/>
        <dsp:cNvSpPr/>
      </dsp:nvSpPr>
      <dsp:spPr>
        <a:xfrm>
          <a:off x="2923625" y="51298"/>
          <a:ext cx="657613" cy="6576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02607D-2876-46DE-ACC2-DA92A93CE93D}">
      <dsp:nvSpPr>
        <dsp:cNvPr id="0" name=""/>
        <dsp:cNvSpPr/>
      </dsp:nvSpPr>
      <dsp:spPr>
        <a:xfrm>
          <a:off x="3061724" y="189397"/>
          <a:ext cx="381416" cy="3814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187AC-2369-4476-ACD6-95DF92E58C14}">
      <dsp:nvSpPr>
        <dsp:cNvPr id="0" name=""/>
        <dsp:cNvSpPr/>
      </dsp:nvSpPr>
      <dsp:spPr>
        <a:xfrm>
          <a:off x="3722156" y="51298"/>
          <a:ext cx="1550089" cy="657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Solução: Data Lake (lago de dados)</a:t>
          </a:r>
          <a:endParaRPr lang="en-US" sz="1100" kern="1200"/>
        </a:p>
      </dsp:txBody>
      <dsp:txXfrm>
        <a:off x="3722156" y="51298"/>
        <a:ext cx="1550089" cy="657613"/>
      </dsp:txXfrm>
    </dsp:sp>
    <dsp:sp modelId="{68BB8EDC-B434-4B57-A848-3EA2B20C966E}">
      <dsp:nvSpPr>
        <dsp:cNvPr id="0" name=""/>
        <dsp:cNvSpPr/>
      </dsp:nvSpPr>
      <dsp:spPr>
        <a:xfrm>
          <a:off x="5542337" y="51298"/>
          <a:ext cx="657613" cy="6576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677F61-BFF1-4FC4-B03B-14564B2ED824}">
      <dsp:nvSpPr>
        <dsp:cNvPr id="0" name=""/>
        <dsp:cNvSpPr/>
      </dsp:nvSpPr>
      <dsp:spPr>
        <a:xfrm>
          <a:off x="5680436" y="189397"/>
          <a:ext cx="381416" cy="3814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69E6B6-7738-43AD-9181-6BED23667D2D}">
      <dsp:nvSpPr>
        <dsp:cNvPr id="0" name=""/>
        <dsp:cNvSpPr/>
      </dsp:nvSpPr>
      <dsp:spPr>
        <a:xfrm>
          <a:off x="6340869" y="51298"/>
          <a:ext cx="1550089" cy="657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Centralização de grande volume de dados no formato original.</a:t>
          </a:r>
          <a:endParaRPr lang="en-US" sz="1100" kern="1200"/>
        </a:p>
      </dsp:txBody>
      <dsp:txXfrm>
        <a:off x="6340869" y="51298"/>
        <a:ext cx="1550089" cy="657613"/>
      </dsp:txXfrm>
    </dsp:sp>
    <dsp:sp modelId="{CA51209B-12BE-4A1D-9D09-981809325A12}">
      <dsp:nvSpPr>
        <dsp:cNvPr id="0" name=""/>
        <dsp:cNvSpPr/>
      </dsp:nvSpPr>
      <dsp:spPr>
        <a:xfrm>
          <a:off x="304913" y="1243495"/>
          <a:ext cx="657613" cy="6576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56EEDF-8A22-4FFA-A322-C7F2D55B8902}">
      <dsp:nvSpPr>
        <dsp:cNvPr id="0" name=""/>
        <dsp:cNvSpPr/>
      </dsp:nvSpPr>
      <dsp:spPr>
        <a:xfrm>
          <a:off x="443011" y="1381593"/>
          <a:ext cx="381416" cy="3814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EA9FE-A19F-43CB-8624-3F5CA6D61D4C}">
      <dsp:nvSpPr>
        <dsp:cNvPr id="0" name=""/>
        <dsp:cNvSpPr/>
      </dsp:nvSpPr>
      <dsp:spPr>
        <a:xfrm>
          <a:off x="1103444" y="1243495"/>
          <a:ext cx="1550089" cy="657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Dados estruturados, não estruturados e semiestruturados.</a:t>
          </a:r>
          <a:endParaRPr lang="en-US" sz="1100" kern="1200"/>
        </a:p>
      </dsp:txBody>
      <dsp:txXfrm>
        <a:off x="1103444" y="1243495"/>
        <a:ext cx="1550089" cy="657613"/>
      </dsp:txXfrm>
    </dsp:sp>
    <dsp:sp modelId="{6647EF97-6E00-410A-B1D9-1A0EE71780B0}">
      <dsp:nvSpPr>
        <dsp:cNvPr id="0" name=""/>
        <dsp:cNvSpPr/>
      </dsp:nvSpPr>
      <dsp:spPr>
        <a:xfrm>
          <a:off x="2923625" y="1243495"/>
          <a:ext cx="657613" cy="6576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691396-8485-4516-BFDB-17581EA90FBD}">
      <dsp:nvSpPr>
        <dsp:cNvPr id="0" name=""/>
        <dsp:cNvSpPr/>
      </dsp:nvSpPr>
      <dsp:spPr>
        <a:xfrm>
          <a:off x="3061724" y="1381593"/>
          <a:ext cx="381416" cy="38141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2B992-9BB6-4B94-AE7E-42A45BD03B96}">
      <dsp:nvSpPr>
        <dsp:cNvPr id="0" name=""/>
        <dsp:cNvSpPr/>
      </dsp:nvSpPr>
      <dsp:spPr>
        <a:xfrm>
          <a:off x="3722156" y="1243495"/>
          <a:ext cx="1550089" cy="657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Armazenamento em objetos com metadados e identificador único.</a:t>
          </a:r>
          <a:endParaRPr lang="en-US" sz="1100" kern="1200"/>
        </a:p>
      </dsp:txBody>
      <dsp:txXfrm>
        <a:off x="3722156" y="1243495"/>
        <a:ext cx="1550089" cy="657613"/>
      </dsp:txXfrm>
    </dsp:sp>
    <dsp:sp modelId="{A41637E8-77D4-4089-82C2-C26F6E4C33A0}">
      <dsp:nvSpPr>
        <dsp:cNvPr id="0" name=""/>
        <dsp:cNvSpPr/>
      </dsp:nvSpPr>
      <dsp:spPr>
        <a:xfrm>
          <a:off x="5542337" y="1243495"/>
          <a:ext cx="657613" cy="6576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EAB1F5-4946-48E4-8E19-CE5565FAD230}">
      <dsp:nvSpPr>
        <dsp:cNvPr id="0" name=""/>
        <dsp:cNvSpPr/>
      </dsp:nvSpPr>
      <dsp:spPr>
        <a:xfrm>
          <a:off x="5680436" y="1381593"/>
          <a:ext cx="381416" cy="38141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643E18-B8F1-428E-BB3F-C07BD9472341}">
      <dsp:nvSpPr>
        <dsp:cNvPr id="0" name=""/>
        <dsp:cNvSpPr/>
      </dsp:nvSpPr>
      <dsp:spPr>
        <a:xfrm>
          <a:off x="6340869" y="1243495"/>
          <a:ext cx="1550089" cy="657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Comparação com data warehouse (armazenamento de dados)</a:t>
          </a:r>
          <a:endParaRPr lang="en-US" sz="1100" kern="1200"/>
        </a:p>
      </dsp:txBody>
      <dsp:txXfrm>
        <a:off x="6340869" y="1243495"/>
        <a:ext cx="1550089" cy="657613"/>
      </dsp:txXfrm>
    </dsp:sp>
    <dsp:sp modelId="{9DCB60D2-3F77-4B7D-B6C6-1E09B56E56A8}">
      <dsp:nvSpPr>
        <dsp:cNvPr id="0" name=""/>
        <dsp:cNvSpPr/>
      </dsp:nvSpPr>
      <dsp:spPr>
        <a:xfrm>
          <a:off x="304913" y="2435691"/>
          <a:ext cx="657613" cy="6576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D54BC6-208A-49E1-9368-6D7B0B79B001}">
      <dsp:nvSpPr>
        <dsp:cNvPr id="0" name=""/>
        <dsp:cNvSpPr/>
      </dsp:nvSpPr>
      <dsp:spPr>
        <a:xfrm>
          <a:off x="443011" y="2573790"/>
          <a:ext cx="381416" cy="38141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51309E-ABD9-478F-A7E1-FF8A5024FD86}">
      <dsp:nvSpPr>
        <dsp:cNvPr id="0" name=""/>
        <dsp:cNvSpPr/>
      </dsp:nvSpPr>
      <dsp:spPr>
        <a:xfrm>
          <a:off x="1103444" y="2435691"/>
          <a:ext cx="1550089" cy="657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Data Lake com arquitetura plana usando objetos de armazenamento.</a:t>
          </a:r>
          <a:endParaRPr lang="en-US" sz="1100" kern="1200"/>
        </a:p>
      </dsp:txBody>
      <dsp:txXfrm>
        <a:off x="1103444" y="2435691"/>
        <a:ext cx="1550089" cy="65761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86796B-B4EB-4E59-97D9-5BA1F3C7D8AC}">
      <dsp:nvSpPr>
        <dsp:cNvPr id="0" name=""/>
        <dsp:cNvSpPr/>
      </dsp:nvSpPr>
      <dsp:spPr>
        <a:xfrm>
          <a:off x="1994940" y="375261"/>
          <a:ext cx="1510523" cy="11500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3C9818-9889-48D9-916C-E16ECDD623EC}">
      <dsp:nvSpPr>
        <dsp:cNvPr id="0" name=""/>
        <dsp:cNvSpPr/>
      </dsp:nvSpPr>
      <dsp:spPr>
        <a:xfrm>
          <a:off x="1994940" y="1628219"/>
          <a:ext cx="4315781" cy="492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Conclusão</a:t>
          </a:r>
        </a:p>
      </dsp:txBody>
      <dsp:txXfrm>
        <a:off x="1994940" y="1628219"/>
        <a:ext cx="4315781" cy="492861"/>
      </dsp:txXfrm>
    </dsp:sp>
    <dsp:sp modelId="{84F54E30-7D4D-4362-8985-AF854753AFA3}">
      <dsp:nvSpPr>
        <dsp:cNvPr id="0" name=""/>
        <dsp:cNvSpPr/>
      </dsp:nvSpPr>
      <dsp:spPr>
        <a:xfrm>
          <a:off x="1994940" y="2168964"/>
          <a:ext cx="4315781" cy="600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- Big Data exige infraestrutura robusta e tecnologias adequadas.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/>
            <a:t>- Hadoop e Spark são essenciais para processamento escalável.</a:t>
          </a:r>
          <a:endParaRPr lang="pt-B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- Bancos </a:t>
          </a:r>
          <a:r>
            <a:rPr lang="pt-BR" sz="1700" kern="1200" dirty="0" err="1"/>
            <a:t>NoSQL</a:t>
          </a:r>
          <a:r>
            <a:rPr lang="pt-BR" sz="1700" kern="1200" dirty="0"/>
            <a:t> possibilitam flexibilidade </a:t>
          </a:r>
          <a:r>
            <a:rPr lang="pt-BR" sz="1700" kern="1200"/>
            <a:t>no armazenamento.</a:t>
          </a:r>
          <a:endParaRPr lang="pt-BR" sz="1700" kern="1200" dirty="0"/>
        </a:p>
      </dsp:txBody>
      <dsp:txXfrm>
        <a:off x="1994940" y="2168964"/>
        <a:ext cx="4315781" cy="60041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BC1F4E-94FF-4050-9E47-B8B5006449B2}">
      <dsp:nvSpPr>
        <dsp:cNvPr id="0" name=""/>
        <dsp:cNvSpPr/>
      </dsp:nvSpPr>
      <dsp:spPr>
        <a:xfrm>
          <a:off x="2801" y="55585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Conceitos e características do Big Data. </a:t>
          </a:r>
          <a:endParaRPr lang="en-US" sz="1100" kern="1200"/>
        </a:p>
      </dsp:txBody>
      <dsp:txXfrm>
        <a:off x="2801" y="55585"/>
        <a:ext cx="1516716" cy="910029"/>
      </dsp:txXfrm>
    </dsp:sp>
    <dsp:sp modelId="{DE08A290-98FD-4709-9D27-C476DAD0B771}">
      <dsp:nvSpPr>
        <dsp:cNvPr id="0" name=""/>
        <dsp:cNvSpPr/>
      </dsp:nvSpPr>
      <dsp:spPr>
        <a:xfrm>
          <a:off x="1671189" y="55585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Desafios e oportunidades na era do Big Data. </a:t>
          </a:r>
          <a:endParaRPr lang="en-US" sz="1100" kern="1200"/>
        </a:p>
      </dsp:txBody>
      <dsp:txXfrm>
        <a:off x="1671189" y="55585"/>
        <a:ext cx="1516716" cy="910029"/>
      </dsp:txXfrm>
    </dsp:sp>
    <dsp:sp modelId="{F89C8273-B03E-4C28-9D92-D0E49CCEE117}">
      <dsp:nvSpPr>
        <dsp:cNvPr id="0" name=""/>
        <dsp:cNvSpPr/>
      </dsp:nvSpPr>
      <dsp:spPr>
        <a:xfrm>
          <a:off x="3339577" y="55585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Aplicações e impactos nas diversas áreas. </a:t>
          </a:r>
          <a:endParaRPr lang="en-US" sz="1100" kern="1200"/>
        </a:p>
      </dsp:txBody>
      <dsp:txXfrm>
        <a:off x="3339577" y="55585"/>
        <a:ext cx="1516716" cy="910029"/>
      </dsp:txXfrm>
    </dsp:sp>
    <dsp:sp modelId="{2C67A4B3-F936-4A43-9245-F6C1149F9552}">
      <dsp:nvSpPr>
        <dsp:cNvPr id="0" name=""/>
        <dsp:cNvSpPr/>
      </dsp:nvSpPr>
      <dsp:spPr>
        <a:xfrm>
          <a:off x="5007965" y="55585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1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Arquiteturas de armazenamento e processamento distribuído</a:t>
          </a:r>
          <a:endParaRPr lang="en-US" sz="1100" kern="1200"/>
        </a:p>
      </dsp:txBody>
      <dsp:txXfrm>
        <a:off x="5007965" y="55585"/>
        <a:ext cx="1516716" cy="910029"/>
      </dsp:txXfrm>
    </dsp:sp>
    <dsp:sp modelId="{4E82D180-F4B3-477E-9F90-F8A9BA4AE6AB}">
      <dsp:nvSpPr>
        <dsp:cNvPr id="0" name=""/>
        <dsp:cNvSpPr/>
      </dsp:nvSpPr>
      <dsp:spPr>
        <a:xfrm>
          <a:off x="6676353" y="55585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Plataformas e ferramentas para o gerenciamento de Big Data.</a:t>
          </a:r>
          <a:endParaRPr lang="en-US" sz="1100" kern="1200"/>
        </a:p>
      </dsp:txBody>
      <dsp:txXfrm>
        <a:off x="6676353" y="55585"/>
        <a:ext cx="1516716" cy="910029"/>
      </dsp:txXfrm>
    </dsp:sp>
    <dsp:sp modelId="{5C317282-33CC-4AC0-B4F7-85746AA37F0A}">
      <dsp:nvSpPr>
        <dsp:cNvPr id="0" name=""/>
        <dsp:cNvSpPr/>
      </dsp:nvSpPr>
      <dsp:spPr>
        <a:xfrm>
          <a:off x="2801" y="1117287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1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Técnicas e algoritmos para processamento de grandes volumes de dados</a:t>
          </a:r>
          <a:endParaRPr lang="en-US" sz="1100" kern="1200"/>
        </a:p>
      </dsp:txBody>
      <dsp:txXfrm>
        <a:off x="2801" y="1117287"/>
        <a:ext cx="1516716" cy="910029"/>
      </dsp:txXfrm>
    </dsp:sp>
    <dsp:sp modelId="{880B1E10-500A-4C7A-8003-C1E75EEF4FFB}">
      <dsp:nvSpPr>
        <dsp:cNvPr id="0" name=""/>
        <dsp:cNvSpPr/>
      </dsp:nvSpPr>
      <dsp:spPr>
        <a:xfrm>
          <a:off x="1671189" y="1117287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Computação distribuída e paralela. </a:t>
          </a:r>
          <a:endParaRPr lang="en-US" sz="1100" kern="1200"/>
        </a:p>
      </dsp:txBody>
      <dsp:txXfrm>
        <a:off x="1671189" y="1117287"/>
        <a:ext cx="1516716" cy="910029"/>
      </dsp:txXfrm>
    </dsp:sp>
    <dsp:sp modelId="{5CE92C7A-B524-4989-AF8A-670CD7736281}">
      <dsp:nvSpPr>
        <dsp:cNvPr id="0" name=""/>
        <dsp:cNvSpPr/>
      </dsp:nvSpPr>
      <dsp:spPr>
        <a:xfrm>
          <a:off x="3339577" y="1117287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Estratégias e ferramentas para análise de dados em tempo real. </a:t>
          </a:r>
          <a:endParaRPr lang="en-US" sz="1100" kern="1200"/>
        </a:p>
      </dsp:txBody>
      <dsp:txXfrm>
        <a:off x="3339577" y="1117287"/>
        <a:ext cx="1516716" cy="910029"/>
      </dsp:txXfrm>
    </dsp:sp>
    <dsp:sp modelId="{7BDF2970-8F56-479B-BE42-E11C79DE0F77}">
      <dsp:nvSpPr>
        <dsp:cNvPr id="0" name=""/>
        <dsp:cNvSpPr/>
      </dsp:nvSpPr>
      <dsp:spPr>
        <a:xfrm>
          <a:off x="5007965" y="1117287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Processamento de stream de dados. Sistemas e aplicações com Big Data. </a:t>
          </a:r>
          <a:endParaRPr lang="en-US" sz="1100" kern="1200"/>
        </a:p>
      </dsp:txBody>
      <dsp:txXfrm>
        <a:off x="5007965" y="1117287"/>
        <a:ext cx="1516716" cy="910029"/>
      </dsp:txXfrm>
    </dsp:sp>
    <dsp:sp modelId="{C74BBAD0-B467-4749-9C3F-D2968CEE13EA}">
      <dsp:nvSpPr>
        <dsp:cNvPr id="0" name=""/>
        <dsp:cNvSpPr/>
      </dsp:nvSpPr>
      <dsp:spPr>
        <a:xfrm>
          <a:off x="6676353" y="1117287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3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Princípios de aprendizado de máquina aplicados a conjuntos de dados volumosos. </a:t>
          </a:r>
          <a:endParaRPr lang="en-US" sz="1100" kern="1200"/>
        </a:p>
      </dsp:txBody>
      <dsp:txXfrm>
        <a:off x="6676353" y="1117287"/>
        <a:ext cx="1516716" cy="910029"/>
      </dsp:txXfrm>
    </dsp:sp>
    <dsp:sp modelId="{711CC6BD-E14E-4A08-900F-7B264E662006}">
      <dsp:nvSpPr>
        <dsp:cNvPr id="0" name=""/>
        <dsp:cNvSpPr/>
      </dsp:nvSpPr>
      <dsp:spPr>
        <a:xfrm>
          <a:off x="1671189" y="2178988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3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Modelagem e avaliação de modelos em Big Data. </a:t>
          </a:r>
          <a:endParaRPr lang="en-US" sz="1100" kern="1200"/>
        </a:p>
      </dsp:txBody>
      <dsp:txXfrm>
        <a:off x="1671189" y="2178988"/>
        <a:ext cx="1516716" cy="910029"/>
      </dsp:txXfrm>
    </dsp:sp>
    <dsp:sp modelId="{55729229-F067-4776-AF97-112710E1A27D}">
      <dsp:nvSpPr>
        <dsp:cNvPr id="0" name=""/>
        <dsp:cNvSpPr/>
      </dsp:nvSpPr>
      <dsp:spPr>
        <a:xfrm>
          <a:off x="3339577" y="2178988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3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Questões éticas e legais no uso de dados em larga escala. </a:t>
          </a:r>
          <a:endParaRPr lang="en-US" sz="1100" kern="1200"/>
        </a:p>
      </dsp:txBody>
      <dsp:txXfrm>
        <a:off x="3339577" y="2178988"/>
        <a:ext cx="1516716" cy="910029"/>
      </dsp:txXfrm>
    </dsp:sp>
    <dsp:sp modelId="{05A00B47-4E42-4FBD-ADC1-513EED3C9190}">
      <dsp:nvSpPr>
        <dsp:cNvPr id="0" name=""/>
        <dsp:cNvSpPr/>
      </dsp:nvSpPr>
      <dsp:spPr>
        <a:xfrm>
          <a:off x="5007965" y="2178988"/>
          <a:ext cx="1516716" cy="91002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/>
            <a:t>Privacidade, segurança e transparência na manipulação de dados sensíveis.</a:t>
          </a:r>
          <a:endParaRPr lang="en-US" sz="1100" kern="1200"/>
        </a:p>
      </dsp:txBody>
      <dsp:txXfrm>
        <a:off x="5007965" y="2178988"/>
        <a:ext cx="1516716" cy="91002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BB8EE6-5B3A-4575-B6D6-26C98C089123}">
      <dsp:nvSpPr>
        <dsp:cNvPr id="0" name=""/>
        <dsp:cNvSpPr/>
      </dsp:nvSpPr>
      <dsp:spPr>
        <a:xfrm>
          <a:off x="0" y="38032"/>
          <a:ext cx="78867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dirty="0"/>
            <a:t>Compreender os fundamentos e conceitos essenciais do Big Data e suas tecnologias associadas.</a:t>
          </a:r>
          <a:endParaRPr lang="en-US" sz="1900" kern="1200" dirty="0"/>
        </a:p>
      </dsp:txBody>
      <dsp:txXfrm>
        <a:off x="36896" y="74928"/>
        <a:ext cx="7812908" cy="682028"/>
      </dsp:txXfrm>
    </dsp:sp>
    <dsp:sp modelId="{F2FCBBC9-C326-48DA-B408-A1696D5C985A}">
      <dsp:nvSpPr>
        <dsp:cNvPr id="0" name=""/>
        <dsp:cNvSpPr/>
      </dsp:nvSpPr>
      <dsp:spPr>
        <a:xfrm>
          <a:off x="0" y="848572"/>
          <a:ext cx="78867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/>
            <a:t>Utilizar plataformas e ferramentas de Big Data para processamento e análise de dados em larga escala.</a:t>
          </a:r>
          <a:endParaRPr lang="en-US" sz="1900" kern="1200"/>
        </a:p>
      </dsp:txBody>
      <dsp:txXfrm>
        <a:off x="36896" y="885468"/>
        <a:ext cx="7812908" cy="682028"/>
      </dsp:txXfrm>
    </dsp:sp>
    <dsp:sp modelId="{F74AAAAE-D368-45A5-8AFF-76BCF8EAE47F}">
      <dsp:nvSpPr>
        <dsp:cNvPr id="0" name=""/>
        <dsp:cNvSpPr/>
      </dsp:nvSpPr>
      <dsp:spPr>
        <a:xfrm>
          <a:off x="0" y="1659112"/>
          <a:ext cx="78867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/>
            <a:t>Aplicar técnicas de aprendizado de máquina e análise preditiva em contextos de Big Data.</a:t>
          </a:r>
          <a:endParaRPr lang="en-US" sz="1900" kern="1200"/>
        </a:p>
      </dsp:txBody>
      <dsp:txXfrm>
        <a:off x="36896" y="1696008"/>
        <a:ext cx="7812908" cy="682028"/>
      </dsp:txXfrm>
    </dsp:sp>
    <dsp:sp modelId="{2BCE21AC-760F-4EF3-A62F-DF06A9D54841}">
      <dsp:nvSpPr>
        <dsp:cNvPr id="0" name=""/>
        <dsp:cNvSpPr/>
      </dsp:nvSpPr>
      <dsp:spPr>
        <a:xfrm>
          <a:off x="0" y="2469652"/>
          <a:ext cx="788670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/>
            <a:t>Gerenciar aspectos éticos e lega relacionados à coleta, uso e compartilhamento de dados em Big Data.</a:t>
          </a:r>
          <a:endParaRPr lang="en-US" sz="1900" kern="1200"/>
        </a:p>
      </dsp:txBody>
      <dsp:txXfrm>
        <a:off x="36896" y="2506548"/>
        <a:ext cx="7812908" cy="68202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15EE87-684E-436A-815E-36A9C7DA519B}">
      <dsp:nvSpPr>
        <dsp:cNvPr id="0" name=""/>
        <dsp:cNvSpPr/>
      </dsp:nvSpPr>
      <dsp:spPr>
        <a:xfrm>
          <a:off x="0" y="1393"/>
          <a:ext cx="7866196" cy="6517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5E793E-EB9D-41B7-BF58-B936F7848444}">
      <dsp:nvSpPr>
        <dsp:cNvPr id="0" name=""/>
        <dsp:cNvSpPr/>
      </dsp:nvSpPr>
      <dsp:spPr>
        <a:xfrm>
          <a:off x="197140" y="148026"/>
          <a:ext cx="358436" cy="3584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73A7F-5960-4995-9214-1F1D3F3D057B}">
      <dsp:nvSpPr>
        <dsp:cNvPr id="0" name=""/>
        <dsp:cNvSpPr/>
      </dsp:nvSpPr>
      <dsp:spPr>
        <a:xfrm>
          <a:off x="752717" y="1393"/>
          <a:ext cx="3539788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baseline="0"/>
            <a:t>Para o elemento Conhecimento:</a:t>
          </a:r>
          <a:endParaRPr lang="en-US" sz="1900" kern="1200"/>
        </a:p>
      </dsp:txBody>
      <dsp:txXfrm>
        <a:off x="752717" y="1393"/>
        <a:ext cx="3539788" cy="651703"/>
      </dsp:txXfrm>
    </dsp:sp>
    <dsp:sp modelId="{CE57F31E-A84C-4837-A511-BF0632F893D7}">
      <dsp:nvSpPr>
        <dsp:cNvPr id="0" name=""/>
        <dsp:cNvSpPr/>
      </dsp:nvSpPr>
      <dsp:spPr>
        <a:xfrm>
          <a:off x="4292505" y="1393"/>
          <a:ext cx="3572954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 dirty="0"/>
            <a:t>Aula expositiva dialogada, análise de estudos de caso, textos e artigos.</a:t>
          </a:r>
          <a:endParaRPr lang="en-US" sz="1100" kern="1200" dirty="0"/>
        </a:p>
      </dsp:txBody>
      <dsp:txXfrm>
        <a:off x="4292505" y="1393"/>
        <a:ext cx="3572954" cy="651703"/>
      </dsp:txXfrm>
    </dsp:sp>
    <dsp:sp modelId="{BC081EE3-CA6A-4725-B9CC-F91245E72ADC}">
      <dsp:nvSpPr>
        <dsp:cNvPr id="0" name=""/>
        <dsp:cNvSpPr/>
      </dsp:nvSpPr>
      <dsp:spPr>
        <a:xfrm>
          <a:off x="0" y="816022"/>
          <a:ext cx="7866196" cy="6517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500C0F-74F3-4870-8B2F-E7C00C9CE2F7}">
      <dsp:nvSpPr>
        <dsp:cNvPr id="0" name=""/>
        <dsp:cNvSpPr/>
      </dsp:nvSpPr>
      <dsp:spPr>
        <a:xfrm>
          <a:off x="197140" y="962656"/>
          <a:ext cx="358436" cy="3584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F2E442-213F-4912-831A-95FAA6BC040D}">
      <dsp:nvSpPr>
        <dsp:cNvPr id="0" name=""/>
        <dsp:cNvSpPr/>
      </dsp:nvSpPr>
      <dsp:spPr>
        <a:xfrm>
          <a:off x="752717" y="816022"/>
          <a:ext cx="3539788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baseline="0"/>
            <a:t>Para o elemento Habilidade:</a:t>
          </a:r>
          <a:endParaRPr lang="en-US" sz="1900" kern="1200"/>
        </a:p>
      </dsp:txBody>
      <dsp:txXfrm>
        <a:off x="752717" y="816022"/>
        <a:ext cx="3539788" cy="651703"/>
      </dsp:txXfrm>
    </dsp:sp>
    <dsp:sp modelId="{F06337C6-41CA-4C92-BBC9-78C7D9E2E0D2}">
      <dsp:nvSpPr>
        <dsp:cNvPr id="0" name=""/>
        <dsp:cNvSpPr/>
      </dsp:nvSpPr>
      <dsp:spPr>
        <a:xfrm>
          <a:off x="4292505" y="816022"/>
          <a:ext cx="3572954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 dirty="0"/>
            <a:t>Pesquisas individuais, seminários, construção de estudos de caso.</a:t>
          </a:r>
          <a:endParaRPr lang="en-US" sz="1100" kern="1200" dirty="0"/>
        </a:p>
      </dsp:txBody>
      <dsp:txXfrm>
        <a:off x="4292505" y="816022"/>
        <a:ext cx="3572954" cy="651703"/>
      </dsp:txXfrm>
    </dsp:sp>
    <dsp:sp modelId="{C5626DAB-E9ED-4C23-AFD9-D77B02FFEED0}">
      <dsp:nvSpPr>
        <dsp:cNvPr id="0" name=""/>
        <dsp:cNvSpPr/>
      </dsp:nvSpPr>
      <dsp:spPr>
        <a:xfrm>
          <a:off x="0" y="1630652"/>
          <a:ext cx="7866196" cy="6517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9E41C3-0D22-4364-BCD4-A0B89AB1F9D2}">
      <dsp:nvSpPr>
        <dsp:cNvPr id="0" name=""/>
        <dsp:cNvSpPr/>
      </dsp:nvSpPr>
      <dsp:spPr>
        <a:xfrm>
          <a:off x="197140" y="1777285"/>
          <a:ext cx="358436" cy="3584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E7603-C478-4E99-B7EC-7F126684057B}">
      <dsp:nvSpPr>
        <dsp:cNvPr id="0" name=""/>
        <dsp:cNvSpPr/>
      </dsp:nvSpPr>
      <dsp:spPr>
        <a:xfrm>
          <a:off x="752717" y="1630652"/>
          <a:ext cx="3539788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baseline="0"/>
            <a:t>Para o elemento Atitude:</a:t>
          </a:r>
          <a:endParaRPr lang="en-US" sz="1900" kern="1200"/>
        </a:p>
      </dsp:txBody>
      <dsp:txXfrm>
        <a:off x="752717" y="1630652"/>
        <a:ext cx="3539788" cy="651703"/>
      </dsp:txXfrm>
    </dsp:sp>
    <dsp:sp modelId="{06247584-5F01-44ED-B676-80328D78C7E0}">
      <dsp:nvSpPr>
        <dsp:cNvPr id="0" name=""/>
        <dsp:cNvSpPr/>
      </dsp:nvSpPr>
      <dsp:spPr>
        <a:xfrm>
          <a:off x="4292505" y="1630652"/>
          <a:ext cx="3572954" cy="65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972" tIns="68972" rIns="68972" bIns="6897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 dirty="0"/>
            <a:t>Atividades que estimulem a liderança, a comunicação e articulação de grupos;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 dirty="0"/>
            <a:t>Aplicação da Ética no cotidiano do curso; autoavaliação e avaliação de seus pares</a:t>
          </a:r>
          <a:endParaRPr lang="en-US" sz="1100" kern="1200" dirty="0"/>
        </a:p>
      </dsp:txBody>
      <dsp:txXfrm>
        <a:off x="4292505" y="1630652"/>
        <a:ext cx="3572954" cy="65170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2CB376-9516-4DBE-890E-32AAB5F07D6C}">
      <dsp:nvSpPr>
        <dsp:cNvPr id="0" name=""/>
        <dsp:cNvSpPr/>
      </dsp:nvSpPr>
      <dsp:spPr>
        <a:xfrm>
          <a:off x="146116" y="288043"/>
          <a:ext cx="1129720" cy="112972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ABE88A-D272-4A62-819A-DA30FD8D092D}">
      <dsp:nvSpPr>
        <dsp:cNvPr id="0" name=""/>
        <dsp:cNvSpPr/>
      </dsp:nvSpPr>
      <dsp:spPr>
        <a:xfrm>
          <a:off x="383358" y="525285"/>
          <a:ext cx="655237" cy="6552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26F1D-28A0-434B-99CD-FEB966AC54D6}">
      <dsp:nvSpPr>
        <dsp:cNvPr id="0" name=""/>
        <dsp:cNvSpPr/>
      </dsp:nvSpPr>
      <dsp:spPr>
        <a:xfrm>
          <a:off x="1517920" y="288043"/>
          <a:ext cx="2662912" cy="112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C2 - Propor soluções e inovações tecnológicas no desenvolvimento de projetos, materiais, ferramentas, técnicas e soluções na área de dados;</a:t>
          </a:r>
          <a:endParaRPr lang="en-US" sz="1200" kern="1200"/>
        </a:p>
      </dsp:txBody>
      <dsp:txXfrm>
        <a:off x="1517920" y="288043"/>
        <a:ext cx="2662912" cy="1129720"/>
      </dsp:txXfrm>
    </dsp:sp>
    <dsp:sp modelId="{5BC8F59B-F38E-42DE-9611-05E05BEFC428}">
      <dsp:nvSpPr>
        <dsp:cNvPr id="0" name=""/>
        <dsp:cNvSpPr/>
      </dsp:nvSpPr>
      <dsp:spPr>
        <a:xfrm>
          <a:off x="4644825" y="288043"/>
          <a:ext cx="1129720" cy="112972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71C07-2E41-4BB5-9A55-231E010834B4}">
      <dsp:nvSpPr>
        <dsp:cNvPr id="0" name=""/>
        <dsp:cNvSpPr/>
      </dsp:nvSpPr>
      <dsp:spPr>
        <a:xfrm>
          <a:off x="4882067" y="525285"/>
          <a:ext cx="655237" cy="6552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97B8B-A92F-4F59-9B8D-40CE30076256}">
      <dsp:nvSpPr>
        <dsp:cNvPr id="0" name=""/>
        <dsp:cNvSpPr/>
      </dsp:nvSpPr>
      <dsp:spPr>
        <a:xfrm>
          <a:off x="6016629" y="288043"/>
          <a:ext cx="2662912" cy="112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C10 - Compreender os fatos essenciais, os conceitos, os princípios e as teorias relacionadas ao ciclo de vida da descoberta do conhecimento e suas aplicações;</a:t>
          </a:r>
          <a:endParaRPr lang="en-US" sz="1200" kern="1200"/>
        </a:p>
      </dsp:txBody>
      <dsp:txXfrm>
        <a:off x="6016629" y="288043"/>
        <a:ext cx="2662912" cy="1129720"/>
      </dsp:txXfrm>
    </dsp:sp>
    <dsp:sp modelId="{455D31E3-0D9F-465A-A406-9059465B07B9}">
      <dsp:nvSpPr>
        <dsp:cNvPr id="0" name=""/>
        <dsp:cNvSpPr/>
      </dsp:nvSpPr>
      <dsp:spPr>
        <a:xfrm>
          <a:off x="146116" y="1998535"/>
          <a:ext cx="1129720" cy="112972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CA3031-27F1-4205-98EF-6B4BD1F1A94D}">
      <dsp:nvSpPr>
        <dsp:cNvPr id="0" name=""/>
        <dsp:cNvSpPr/>
      </dsp:nvSpPr>
      <dsp:spPr>
        <a:xfrm>
          <a:off x="383358" y="2235776"/>
          <a:ext cx="655237" cy="6552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A46B0-72FB-41AF-A234-12C4568A9C6E}">
      <dsp:nvSpPr>
        <dsp:cNvPr id="0" name=""/>
        <dsp:cNvSpPr/>
      </dsp:nvSpPr>
      <dsp:spPr>
        <a:xfrm>
          <a:off x="1517920" y="1998535"/>
          <a:ext cx="2662912" cy="112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C13 - Estar apto a construir um rico banco de dados com toda a informação demandada para a construção de um modelo baseado em algoritmos de aprendizagem de máquina (Machine Learning);</a:t>
          </a:r>
          <a:endParaRPr lang="en-US" sz="1200" kern="1200"/>
        </a:p>
      </dsp:txBody>
      <dsp:txXfrm>
        <a:off x="1517920" y="1998535"/>
        <a:ext cx="2662912" cy="1129720"/>
      </dsp:txXfrm>
    </dsp:sp>
    <dsp:sp modelId="{7A29AA02-8E0C-4205-8D1D-85B332834DB3}">
      <dsp:nvSpPr>
        <dsp:cNvPr id="0" name=""/>
        <dsp:cNvSpPr/>
      </dsp:nvSpPr>
      <dsp:spPr>
        <a:xfrm>
          <a:off x="4644825" y="1998535"/>
          <a:ext cx="1129720" cy="112972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C86A8-2399-43C5-9C20-3E43C5E89CED}">
      <dsp:nvSpPr>
        <dsp:cNvPr id="0" name=""/>
        <dsp:cNvSpPr/>
      </dsp:nvSpPr>
      <dsp:spPr>
        <a:xfrm>
          <a:off x="4882067" y="2235776"/>
          <a:ext cx="655237" cy="6552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BBC7C-4C8E-4816-B0BC-A336E1139005}">
      <dsp:nvSpPr>
        <dsp:cNvPr id="0" name=""/>
        <dsp:cNvSpPr/>
      </dsp:nvSpPr>
      <dsp:spPr>
        <a:xfrm>
          <a:off x="6016629" y="1998535"/>
          <a:ext cx="2662912" cy="112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C14 - Integração de ferramentas computacionais no processo de tomada de decisão baseada em modelos de aprendizagem de máquina (Machine Learning).</a:t>
          </a:r>
          <a:endParaRPr lang="en-US" sz="1200" kern="1200"/>
        </a:p>
      </dsp:txBody>
      <dsp:txXfrm>
        <a:off x="6016629" y="1998535"/>
        <a:ext cx="2662912" cy="112972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01BD95-9DE5-49CA-9E09-D2651AB853B1}">
      <dsp:nvSpPr>
        <dsp:cNvPr id="0" name=""/>
        <dsp:cNvSpPr/>
      </dsp:nvSpPr>
      <dsp:spPr>
        <a:xfrm>
          <a:off x="376435" y="123526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B55FC3-6589-48AA-91C3-110778AD434E}">
      <dsp:nvSpPr>
        <dsp:cNvPr id="0" name=""/>
        <dsp:cNvSpPr/>
      </dsp:nvSpPr>
      <dsp:spPr>
        <a:xfrm>
          <a:off x="610435" y="357527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03C39C-AFF5-4827-A1AF-66623915959A}">
      <dsp:nvSpPr>
        <dsp:cNvPr id="0" name=""/>
        <dsp:cNvSpPr/>
      </dsp:nvSpPr>
      <dsp:spPr>
        <a:xfrm>
          <a:off x="25435" y="1563527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/>
            <a:t>Configurar e administrar ambientes de Big Data utilizando tecnologias como Hadoop, Spark e sistemas de gerenciamento de bancos de dados NoSQL.</a:t>
          </a:r>
          <a:endParaRPr lang="en-US" sz="1100" kern="1200"/>
        </a:p>
      </dsp:txBody>
      <dsp:txXfrm>
        <a:off x="25435" y="1563527"/>
        <a:ext cx="1800000" cy="1080000"/>
      </dsp:txXfrm>
    </dsp:sp>
    <dsp:sp modelId="{38AB31CE-7E4C-4B85-BA98-F5766DC48E75}">
      <dsp:nvSpPr>
        <dsp:cNvPr id="0" name=""/>
        <dsp:cNvSpPr/>
      </dsp:nvSpPr>
      <dsp:spPr>
        <a:xfrm>
          <a:off x="2491435" y="123526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9063CB-9F34-49DF-B3E6-1B4C51F72A77}">
      <dsp:nvSpPr>
        <dsp:cNvPr id="0" name=""/>
        <dsp:cNvSpPr/>
      </dsp:nvSpPr>
      <dsp:spPr>
        <a:xfrm>
          <a:off x="2725435" y="357527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BF81FC-5E56-4B4E-B513-2792DCB3C56A}">
      <dsp:nvSpPr>
        <dsp:cNvPr id="0" name=""/>
        <dsp:cNvSpPr/>
      </dsp:nvSpPr>
      <dsp:spPr>
        <a:xfrm>
          <a:off x="2140435" y="1563527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/>
            <a:t>Desenvolver pipelines de dados eficientes para processamento e análise de grandes volumes de dados.</a:t>
          </a:r>
          <a:endParaRPr lang="en-US" sz="1100" kern="1200"/>
        </a:p>
      </dsp:txBody>
      <dsp:txXfrm>
        <a:off x="2140435" y="1563527"/>
        <a:ext cx="1800000" cy="1080000"/>
      </dsp:txXfrm>
    </dsp:sp>
    <dsp:sp modelId="{7E8B03E6-CC8F-4D35-8464-B6DCD47EB951}">
      <dsp:nvSpPr>
        <dsp:cNvPr id="0" name=""/>
        <dsp:cNvSpPr/>
      </dsp:nvSpPr>
      <dsp:spPr>
        <a:xfrm>
          <a:off x="4606435" y="123526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A0C0ED-F8CF-4464-A3D5-38B6666549C0}">
      <dsp:nvSpPr>
        <dsp:cNvPr id="0" name=""/>
        <dsp:cNvSpPr/>
      </dsp:nvSpPr>
      <dsp:spPr>
        <a:xfrm>
          <a:off x="4840435" y="357527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C5B5A-7E70-425D-B960-A497769302DA}">
      <dsp:nvSpPr>
        <dsp:cNvPr id="0" name=""/>
        <dsp:cNvSpPr/>
      </dsp:nvSpPr>
      <dsp:spPr>
        <a:xfrm>
          <a:off x="4255435" y="1563527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/>
            <a:t>Aplicar técnicas de machine learning e análise estatística em conjuntos de dados complexos.</a:t>
          </a:r>
          <a:endParaRPr lang="en-US" sz="1100" kern="1200"/>
        </a:p>
      </dsp:txBody>
      <dsp:txXfrm>
        <a:off x="4255435" y="1563527"/>
        <a:ext cx="1800000" cy="1080000"/>
      </dsp:txXfrm>
    </dsp:sp>
    <dsp:sp modelId="{89541EE5-B45F-48B0-A2BF-2594E45477B0}">
      <dsp:nvSpPr>
        <dsp:cNvPr id="0" name=""/>
        <dsp:cNvSpPr/>
      </dsp:nvSpPr>
      <dsp:spPr>
        <a:xfrm>
          <a:off x="6721435" y="123526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EA6C92-CFEA-441E-8072-5216664429F9}">
      <dsp:nvSpPr>
        <dsp:cNvPr id="0" name=""/>
        <dsp:cNvSpPr/>
      </dsp:nvSpPr>
      <dsp:spPr>
        <a:xfrm>
          <a:off x="6955435" y="357527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F06F9-7E9C-4E93-A874-BD7978DEAC9A}">
      <dsp:nvSpPr>
        <dsp:cNvPr id="0" name=""/>
        <dsp:cNvSpPr/>
      </dsp:nvSpPr>
      <dsp:spPr>
        <a:xfrm>
          <a:off x="6370435" y="1563527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0" i="0" kern="1200"/>
            <a:t>Avaliar e propor soluções éticas e seguras para desafios relacionados à privacidade e segurança em Big Data.</a:t>
          </a:r>
          <a:endParaRPr lang="en-US" sz="1100" kern="1200"/>
        </a:p>
      </dsp:txBody>
      <dsp:txXfrm>
        <a:off x="6370435" y="1563527"/>
        <a:ext cx="1800000" cy="10800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7989C-4C75-415D-B608-3AA260E5CD94}">
      <dsp:nvSpPr>
        <dsp:cNvPr id="0" name=""/>
        <dsp:cNvSpPr/>
      </dsp:nvSpPr>
      <dsp:spPr>
        <a:xfrm>
          <a:off x="0" y="360207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Introdução ao Big Data</a:t>
          </a:r>
          <a:endParaRPr lang="en-US" sz="1100" kern="1200" dirty="0"/>
        </a:p>
      </dsp:txBody>
      <dsp:txXfrm>
        <a:off x="0" y="360207"/>
        <a:ext cx="2813359" cy="1688015"/>
      </dsp:txXfrm>
    </dsp:sp>
    <dsp:sp modelId="{7BC536EA-F728-43BA-87D1-B96C64813930}">
      <dsp:nvSpPr>
        <dsp:cNvPr id="0" name=""/>
        <dsp:cNvSpPr/>
      </dsp:nvSpPr>
      <dsp:spPr>
        <a:xfrm>
          <a:off x="3094695" y="360207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 dirty="0"/>
            <a:t>Tecnologias e Infraestrutura para Big Data</a:t>
          </a:r>
        </a:p>
      </dsp:txBody>
      <dsp:txXfrm>
        <a:off x="3094695" y="360207"/>
        <a:ext cx="2813359" cy="1688015"/>
      </dsp:txXfrm>
    </dsp:sp>
    <dsp:sp modelId="{3D64395E-1C55-4A4D-BD68-CF0FA65F5505}">
      <dsp:nvSpPr>
        <dsp:cNvPr id="0" name=""/>
        <dsp:cNvSpPr/>
      </dsp:nvSpPr>
      <dsp:spPr>
        <a:xfrm>
          <a:off x="6189391" y="360207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 dirty="0"/>
            <a:t>Processamento de Dados em Escala</a:t>
          </a:r>
        </a:p>
      </dsp:txBody>
      <dsp:txXfrm>
        <a:off x="6189391" y="360207"/>
        <a:ext cx="2813359" cy="1688015"/>
      </dsp:txXfrm>
    </dsp:sp>
    <dsp:sp modelId="{6CEB5033-5F6E-44EC-AD95-6F8804F82935}">
      <dsp:nvSpPr>
        <dsp:cNvPr id="0" name=""/>
        <dsp:cNvSpPr/>
      </dsp:nvSpPr>
      <dsp:spPr>
        <a:xfrm>
          <a:off x="0" y="2329558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 dirty="0"/>
            <a:t>Análise de Dados em Tempo Real</a:t>
          </a:r>
        </a:p>
      </dsp:txBody>
      <dsp:txXfrm>
        <a:off x="0" y="2329558"/>
        <a:ext cx="2813359" cy="1688015"/>
      </dsp:txXfrm>
    </dsp:sp>
    <dsp:sp modelId="{34DE67BC-DC71-49BD-9ED7-86F0A912ACCB}">
      <dsp:nvSpPr>
        <dsp:cNvPr id="0" name=""/>
        <dsp:cNvSpPr/>
      </dsp:nvSpPr>
      <dsp:spPr>
        <a:xfrm>
          <a:off x="3094695" y="2329558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 dirty="0"/>
            <a:t>Aprendizado de Máquina em Big Data</a:t>
          </a:r>
        </a:p>
      </dsp:txBody>
      <dsp:txXfrm>
        <a:off x="3094695" y="2329558"/>
        <a:ext cx="2813359" cy="1688015"/>
      </dsp:txXfrm>
    </dsp:sp>
    <dsp:sp modelId="{CA25937D-D0DA-48FF-AD7C-E52EDEF65999}">
      <dsp:nvSpPr>
        <dsp:cNvPr id="0" name=""/>
        <dsp:cNvSpPr/>
      </dsp:nvSpPr>
      <dsp:spPr>
        <a:xfrm>
          <a:off x="6189391" y="2329558"/>
          <a:ext cx="2813359" cy="168801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 dirty="0"/>
            <a:t>Ética e Privacidade em Big Data</a:t>
          </a:r>
        </a:p>
      </dsp:txBody>
      <dsp:txXfrm>
        <a:off x="6189391" y="2329558"/>
        <a:ext cx="2813359" cy="168801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BE828-1D2D-44C4-B0A4-B232B578644C}">
      <dsp:nvSpPr>
        <dsp:cNvPr id="0" name=""/>
        <dsp:cNvSpPr/>
      </dsp:nvSpPr>
      <dsp:spPr>
        <a:xfrm>
          <a:off x="0" y="417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B3E565-3701-4B93-9CD8-5E0D351295BF}">
      <dsp:nvSpPr>
        <dsp:cNvPr id="0" name=""/>
        <dsp:cNvSpPr/>
      </dsp:nvSpPr>
      <dsp:spPr>
        <a:xfrm>
          <a:off x="173762" y="129662"/>
          <a:ext cx="315932" cy="3159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3CB6E1-37B6-457D-82BE-52CBBD116C70}">
      <dsp:nvSpPr>
        <dsp:cNvPr id="0" name=""/>
        <dsp:cNvSpPr/>
      </dsp:nvSpPr>
      <dsp:spPr>
        <a:xfrm>
          <a:off x="663458" y="417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 dirty="0"/>
            <a:t>Computadores ou dispositivos móveis com conexão com a Internet.</a:t>
          </a:r>
          <a:endParaRPr lang="en-US" sz="1200" kern="1200" dirty="0"/>
        </a:p>
      </dsp:txBody>
      <dsp:txXfrm>
        <a:off x="663458" y="417"/>
        <a:ext cx="4708963" cy="574422"/>
      </dsp:txXfrm>
    </dsp:sp>
    <dsp:sp modelId="{D90FDEFD-FBC6-42AC-ABC5-A04C626E1E4A}">
      <dsp:nvSpPr>
        <dsp:cNvPr id="0" name=""/>
        <dsp:cNvSpPr/>
      </dsp:nvSpPr>
      <dsp:spPr>
        <a:xfrm>
          <a:off x="0" y="718445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B4D1F-9FC5-43A9-8585-CA731D025BCA}">
      <dsp:nvSpPr>
        <dsp:cNvPr id="0" name=""/>
        <dsp:cNvSpPr/>
      </dsp:nvSpPr>
      <dsp:spPr>
        <a:xfrm>
          <a:off x="173762" y="847690"/>
          <a:ext cx="315932" cy="3159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0A413C-CD31-4DBA-AF30-436BEA4F0B16}">
      <dsp:nvSpPr>
        <dsp:cNvPr id="0" name=""/>
        <dsp:cNvSpPr/>
      </dsp:nvSpPr>
      <dsp:spPr>
        <a:xfrm>
          <a:off x="663458" y="718445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Quadro branco em sala de aula convencional ou laboratório.</a:t>
          </a:r>
          <a:endParaRPr lang="en-US" sz="1200" kern="1200"/>
        </a:p>
      </dsp:txBody>
      <dsp:txXfrm>
        <a:off x="663458" y="718445"/>
        <a:ext cx="4708963" cy="574422"/>
      </dsp:txXfrm>
    </dsp:sp>
    <dsp:sp modelId="{E3348C30-67E4-4AFB-82C6-50E12912AE79}">
      <dsp:nvSpPr>
        <dsp:cNvPr id="0" name=""/>
        <dsp:cNvSpPr/>
      </dsp:nvSpPr>
      <dsp:spPr>
        <a:xfrm>
          <a:off x="0" y="1436474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759C0C-341E-4405-81B7-774A86E838C6}">
      <dsp:nvSpPr>
        <dsp:cNvPr id="0" name=""/>
        <dsp:cNvSpPr/>
      </dsp:nvSpPr>
      <dsp:spPr>
        <a:xfrm>
          <a:off x="173762" y="1565719"/>
          <a:ext cx="315932" cy="3159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D72721-BB15-4E63-ACE8-834A4D87CF80}">
      <dsp:nvSpPr>
        <dsp:cNvPr id="0" name=""/>
        <dsp:cNvSpPr/>
      </dsp:nvSpPr>
      <dsp:spPr>
        <a:xfrm>
          <a:off x="663458" y="1436474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Recursos audiovisuais (projetor multimídia, tela, equipamento de áudio, vídeos)</a:t>
          </a:r>
          <a:endParaRPr lang="en-US" sz="1200" kern="1200"/>
        </a:p>
      </dsp:txBody>
      <dsp:txXfrm>
        <a:off x="663458" y="1436474"/>
        <a:ext cx="4708963" cy="574422"/>
      </dsp:txXfrm>
    </dsp:sp>
    <dsp:sp modelId="{C6FB527D-3C50-4012-A84B-62C2412447F6}">
      <dsp:nvSpPr>
        <dsp:cNvPr id="0" name=""/>
        <dsp:cNvSpPr/>
      </dsp:nvSpPr>
      <dsp:spPr>
        <a:xfrm>
          <a:off x="0" y="2154502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A42C8D-4547-46B3-BA86-C7E07E495E45}">
      <dsp:nvSpPr>
        <dsp:cNvPr id="0" name=""/>
        <dsp:cNvSpPr/>
      </dsp:nvSpPr>
      <dsp:spPr>
        <a:xfrm>
          <a:off x="173762" y="2283747"/>
          <a:ext cx="315932" cy="3159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182CC9-795B-46A3-8B65-D3BEC1BFDA1B}">
      <dsp:nvSpPr>
        <dsp:cNvPr id="0" name=""/>
        <dsp:cNvSpPr/>
      </dsp:nvSpPr>
      <dsp:spPr>
        <a:xfrm>
          <a:off x="663458" y="2154502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Ambiente do SGI, notadamente para aspectos administrativos da disciplina (frequência, menções, comunicados).</a:t>
          </a:r>
          <a:endParaRPr lang="en-US" sz="1200" kern="1200"/>
        </a:p>
      </dsp:txBody>
      <dsp:txXfrm>
        <a:off x="663458" y="2154502"/>
        <a:ext cx="4708963" cy="574422"/>
      </dsp:txXfrm>
    </dsp:sp>
    <dsp:sp modelId="{0427A985-A16E-4492-8BB7-53AD3BB6D43C}">
      <dsp:nvSpPr>
        <dsp:cNvPr id="0" name=""/>
        <dsp:cNvSpPr/>
      </dsp:nvSpPr>
      <dsp:spPr>
        <a:xfrm>
          <a:off x="0" y="2872531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110F25-7C77-4D32-8397-348AC6CCA13B}">
      <dsp:nvSpPr>
        <dsp:cNvPr id="0" name=""/>
        <dsp:cNvSpPr/>
      </dsp:nvSpPr>
      <dsp:spPr>
        <a:xfrm>
          <a:off x="173762" y="3001776"/>
          <a:ext cx="315932" cy="31593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6F38B7-7287-470A-B57D-C644D6878497}">
      <dsp:nvSpPr>
        <dsp:cNvPr id="0" name=""/>
        <dsp:cNvSpPr/>
      </dsp:nvSpPr>
      <dsp:spPr>
        <a:xfrm>
          <a:off x="663458" y="2872531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Ambiente Moodle (Sala Online) será utilizado como apoio às atividades pedagógicas, incluindo conteúdo, atividades e avisos.</a:t>
          </a:r>
          <a:endParaRPr lang="en-US" sz="1200" kern="1200"/>
        </a:p>
      </dsp:txBody>
      <dsp:txXfrm>
        <a:off x="663458" y="2872531"/>
        <a:ext cx="4708963" cy="574422"/>
      </dsp:txXfrm>
    </dsp:sp>
    <dsp:sp modelId="{F07DFD8B-DF01-4905-A6BB-87D4DF46F977}">
      <dsp:nvSpPr>
        <dsp:cNvPr id="0" name=""/>
        <dsp:cNvSpPr/>
      </dsp:nvSpPr>
      <dsp:spPr>
        <a:xfrm>
          <a:off x="0" y="3590559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C6F6F3-4A31-433B-AC1D-0B8652EE3DB9}">
      <dsp:nvSpPr>
        <dsp:cNvPr id="0" name=""/>
        <dsp:cNvSpPr/>
      </dsp:nvSpPr>
      <dsp:spPr>
        <a:xfrm>
          <a:off x="173762" y="3719804"/>
          <a:ext cx="315932" cy="31593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B2F73A-A459-4A3D-8384-EB16E36C22DA}">
      <dsp:nvSpPr>
        <dsp:cNvPr id="0" name=""/>
        <dsp:cNvSpPr/>
      </dsp:nvSpPr>
      <dsp:spPr>
        <a:xfrm>
          <a:off x="663458" y="3590559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Livros e artigos relativos à disciplina.</a:t>
          </a:r>
          <a:endParaRPr lang="en-US" sz="1200" kern="1200"/>
        </a:p>
      </dsp:txBody>
      <dsp:txXfrm>
        <a:off x="663458" y="3590559"/>
        <a:ext cx="4708963" cy="574422"/>
      </dsp:txXfrm>
    </dsp:sp>
    <dsp:sp modelId="{1FFCAD5C-3D44-440C-ACAA-9347161A5508}">
      <dsp:nvSpPr>
        <dsp:cNvPr id="0" name=""/>
        <dsp:cNvSpPr/>
      </dsp:nvSpPr>
      <dsp:spPr>
        <a:xfrm>
          <a:off x="0" y="4308587"/>
          <a:ext cx="5372421" cy="5744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F8A4A5-74F3-49E8-9282-04206E2E5C70}">
      <dsp:nvSpPr>
        <dsp:cNvPr id="0" name=""/>
        <dsp:cNvSpPr/>
      </dsp:nvSpPr>
      <dsp:spPr>
        <a:xfrm>
          <a:off x="173762" y="4437833"/>
          <a:ext cx="315932" cy="31593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32418-C9BC-4FDB-8D2B-A1583F28BBA4}">
      <dsp:nvSpPr>
        <dsp:cNvPr id="0" name=""/>
        <dsp:cNvSpPr/>
      </dsp:nvSpPr>
      <dsp:spPr>
        <a:xfrm>
          <a:off x="663458" y="4308587"/>
          <a:ext cx="4708963" cy="574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93" tIns="60793" rIns="60793" bIns="607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i="0" kern="1200" baseline="0"/>
            <a:t>Outros softwares online ou ferramentas gratuitas poderão ser empregados em proveito do processo de ensino e aprendizagem. </a:t>
          </a:r>
          <a:endParaRPr lang="en-US" sz="1200" kern="1200"/>
        </a:p>
      </dsp:txBody>
      <dsp:txXfrm>
        <a:off x="663458" y="4308587"/>
        <a:ext cx="4708963" cy="57442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F96554-9D40-4C90-826F-7345399A8895}">
      <dsp:nvSpPr>
        <dsp:cNvPr id="0" name=""/>
        <dsp:cNvSpPr/>
      </dsp:nvSpPr>
      <dsp:spPr>
        <a:xfrm>
          <a:off x="0" y="0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Baseado no Regimento Geral do CEUB, Título IV, Capítulo I, Subseção V, a apuração do rendimento escolar será feita abrangendo os aspectos de assiduidade e aproveitamento, eliminatórios por si mesmos.</a:t>
          </a:r>
          <a:endParaRPr lang="en-US" sz="1000" kern="1200" dirty="0"/>
        </a:p>
      </dsp:txBody>
      <dsp:txXfrm>
        <a:off x="16578" y="16578"/>
        <a:ext cx="5633807" cy="532872"/>
      </dsp:txXfrm>
    </dsp:sp>
    <dsp:sp modelId="{A4DA07B0-3941-40B1-8092-9567E76853AD}">
      <dsp:nvSpPr>
        <dsp:cNvPr id="0" name=""/>
        <dsp:cNvSpPr/>
      </dsp:nvSpPr>
      <dsp:spPr>
        <a:xfrm>
          <a:off x="471262" y="644643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2753"/>
            <a:satOff val="-9438"/>
            <a:lumOff val="85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A assiduidade será verificada pela frequência às aulas e às atividades da disciplina. </a:t>
          </a:r>
          <a:endParaRPr lang="en-US" sz="1000" kern="1200"/>
        </a:p>
      </dsp:txBody>
      <dsp:txXfrm>
        <a:off x="487840" y="661221"/>
        <a:ext cx="5438483" cy="532872"/>
      </dsp:txXfrm>
    </dsp:sp>
    <dsp:sp modelId="{F3AA50EB-93EC-41D3-92A5-3CDAD605777F}">
      <dsp:nvSpPr>
        <dsp:cNvPr id="0" name=""/>
        <dsp:cNvSpPr/>
      </dsp:nvSpPr>
      <dsp:spPr>
        <a:xfrm>
          <a:off x="942525" y="1289287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5506"/>
            <a:satOff val="-18875"/>
            <a:lumOff val="170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O aproveitamento será aferido mediante a exigência da assimilação progressiva dos conhecimentos ministrados, avaliado em provas e em outras tarefas ministradas ao longo do período letivo.</a:t>
          </a:r>
          <a:endParaRPr lang="en-US" sz="1000" kern="1200" dirty="0"/>
        </a:p>
      </dsp:txBody>
      <dsp:txXfrm>
        <a:off x="959103" y="1305865"/>
        <a:ext cx="5438483" cy="532872"/>
      </dsp:txXfrm>
    </dsp:sp>
    <dsp:sp modelId="{B754D3FA-91C7-4695-B81D-345EF437EF7F}">
      <dsp:nvSpPr>
        <dsp:cNvPr id="0" name=""/>
        <dsp:cNvSpPr/>
      </dsp:nvSpPr>
      <dsp:spPr>
        <a:xfrm>
          <a:off x="1413787" y="1933931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38259"/>
            <a:satOff val="-28313"/>
            <a:lumOff val="255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O </a:t>
          </a:r>
          <a:r>
            <a:rPr lang="pt-BR" sz="1000" kern="1200" dirty="0"/>
            <a:t>aproveitamento nos estudos será traduzido pelas seguintes menções: SS (Superior); MS (Médio Superior); MM (Médio); MI (Médio Inferior); II (Inferior); SR (Sem Rendimento) e RF (Reprovado por Falta).</a:t>
          </a:r>
          <a:endParaRPr lang="en-US" sz="1000" kern="1200" dirty="0"/>
        </a:p>
      </dsp:txBody>
      <dsp:txXfrm>
        <a:off x="1430365" y="1950509"/>
        <a:ext cx="5438483" cy="532872"/>
      </dsp:txXfrm>
    </dsp:sp>
    <dsp:sp modelId="{4F9122E9-50A0-4496-892C-9593020D3D92}">
      <dsp:nvSpPr>
        <dsp:cNvPr id="0" name=""/>
        <dsp:cNvSpPr/>
      </dsp:nvSpPr>
      <dsp:spPr>
        <a:xfrm>
          <a:off x="1885050" y="2578575"/>
          <a:ext cx="6310820" cy="566028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51011"/>
            <a:satOff val="-37751"/>
            <a:lumOff val="340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A menção final (MF) representará o julgamento global do aproveitamento INDIVIDUAL nos estudos dentro de suas respectivas proporções de equivalência.</a:t>
          </a:r>
          <a:endParaRPr lang="en-US" sz="1000" kern="1200"/>
        </a:p>
      </dsp:txBody>
      <dsp:txXfrm>
        <a:off x="1901628" y="2595153"/>
        <a:ext cx="5438483" cy="532872"/>
      </dsp:txXfrm>
    </dsp:sp>
    <dsp:sp modelId="{3C23C661-2FAD-4AD9-BC54-B0469EA85725}">
      <dsp:nvSpPr>
        <dsp:cNvPr id="0" name=""/>
        <dsp:cNvSpPr/>
      </dsp:nvSpPr>
      <dsp:spPr>
        <a:xfrm>
          <a:off x="5942902" y="413515"/>
          <a:ext cx="367918" cy="36791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025684" y="413515"/>
        <a:ext cx="202354" cy="276858"/>
      </dsp:txXfrm>
    </dsp:sp>
    <dsp:sp modelId="{9520941A-44C6-4468-A54E-6F3BF87B55AE}">
      <dsp:nvSpPr>
        <dsp:cNvPr id="0" name=""/>
        <dsp:cNvSpPr/>
      </dsp:nvSpPr>
      <dsp:spPr>
        <a:xfrm>
          <a:off x="6414164" y="1058159"/>
          <a:ext cx="367918" cy="36791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496946" y="1058159"/>
        <a:ext cx="202354" cy="276858"/>
      </dsp:txXfrm>
    </dsp:sp>
    <dsp:sp modelId="{BB05CB52-03EE-4A28-AF18-60F4EA7D78FB}">
      <dsp:nvSpPr>
        <dsp:cNvPr id="0" name=""/>
        <dsp:cNvSpPr/>
      </dsp:nvSpPr>
      <dsp:spPr>
        <a:xfrm>
          <a:off x="6885427" y="1693369"/>
          <a:ext cx="367918" cy="36791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968209" y="1693369"/>
        <a:ext cx="202354" cy="276858"/>
      </dsp:txXfrm>
    </dsp:sp>
    <dsp:sp modelId="{229B61A7-082F-4969-A0B2-62C02D20B095}">
      <dsp:nvSpPr>
        <dsp:cNvPr id="0" name=""/>
        <dsp:cNvSpPr/>
      </dsp:nvSpPr>
      <dsp:spPr>
        <a:xfrm>
          <a:off x="7356689" y="2344302"/>
          <a:ext cx="367918" cy="36791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kern="1200"/>
        </a:p>
      </dsp:txBody>
      <dsp:txXfrm>
        <a:off x="7439471" y="2344302"/>
        <a:ext cx="202354" cy="27685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FFACDE-B77D-4ADB-85FA-198DD14BB2B5}">
      <dsp:nvSpPr>
        <dsp:cNvPr id="0" name=""/>
        <dsp:cNvSpPr/>
      </dsp:nvSpPr>
      <dsp:spPr>
        <a:xfrm>
          <a:off x="2561" y="155147"/>
          <a:ext cx="2497179" cy="316800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Menção Parcial 01:</a:t>
          </a:r>
          <a:endParaRPr lang="en-US" sz="1100" kern="1200"/>
        </a:p>
      </dsp:txBody>
      <dsp:txXfrm>
        <a:off x="2561" y="155147"/>
        <a:ext cx="2497179" cy="316800"/>
      </dsp:txXfrm>
    </dsp:sp>
    <dsp:sp modelId="{39A834DD-F52C-49B0-8161-4C7BEC69B2BD}">
      <dsp:nvSpPr>
        <dsp:cNvPr id="0" name=""/>
        <dsp:cNvSpPr/>
      </dsp:nvSpPr>
      <dsp:spPr>
        <a:xfrm>
          <a:off x="2561" y="471947"/>
          <a:ext cx="2497179" cy="251750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/>
            <a:t>1ª Avaliação Presencial.Será composta com o conteúdo trabalhado no primeiro bimestre de aulas, ministrada de forma individual e sem consulta.A aplicação ocorrerá em dia a ser informado no Plano de Aula, com publicação no Espaço Aluno e no AVA da disciplina.</a:t>
          </a:r>
          <a:endParaRPr lang="en-US" sz="1100" kern="1200"/>
        </a:p>
      </dsp:txBody>
      <dsp:txXfrm>
        <a:off x="2561" y="471947"/>
        <a:ext cx="2497179" cy="2517508"/>
      </dsp:txXfrm>
    </dsp:sp>
    <dsp:sp modelId="{02E27D1C-166F-43EA-9A6C-1EE18E916A40}">
      <dsp:nvSpPr>
        <dsp:cNvPr id="0" name=""/>
        <dsp:cNvSpPr/>
      </dsp:nvSpPr>
      <dsp:spPr>
        <a:xfrm>
          <a:off x="2849345" y="155147"/>
          <a:ext cx="2497179" cy="316800"/>
        </a:xfrm>
        <a:prstGeom prst="rect">
          <a:avLst/>
        </a:prstGeom>
        <a:solidFill>
          <a:schemeClr val="accent2">
            <a:shade val="80000"/>
            <a:hueOff val="-141046"/>
            <a:satOff val="2194"/>
            <a:lumOff val="11710"/>
            <a:alphaOff val="0"/>
          </a:schemeClr>
        </a:solidFill>
        <a:ln w="19050" cap="flat" cmpd="sng" algn="ctr">
          <a:solidFill>
            <a:schemeClr val="accent2">
              <a:shade val="80000"/>
              <a:hueOff val="-141046"/>
              <a:satOff val="2194"/>
              <a:lumOff val="117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Menção Parcial 02:</a:t>
          </a:r>
          <a:endParaRPr lang="en-US" sz="1100" kern="1200"/>
        </a:p>
      </dsp:txBody>
      <dsp:txXfrm>
        <a:off x="2849345" y="155147"/>
        <a:ext cx="2497179" cy="316800"/>
      </dsp:txXfrm>
    </dsp:sp>
    <dsp:sp modelId="{49FAE2A6-49D2-4426-802B-2325F85F7D65}">
      <dsp:nvSpPr>
        <dsp:cNvPr id="0" name=""/>
        <dsp:cNvSpPr/>
      </dsp:nvSpPr>
      <dsp:spPr>
        <a:xfrm>
          <a:off x="2849345" y="471947"/>
          <a:ext cx="2497179" cy="251750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/>
            <a:t>Avaliação Geral dos trabalhos e atividades do 1º Bimestre Composta por atividades em sala/Moodle, individuais ou em grupo, que poderão constar de pesquisas, oficinas ou seminários. Além disso, serão considerados: participação em aula, comprometimento com as atividades a serem desenvolvidas dentro e fora da sala de aula, colaboração, iniciativa e postura profissional.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/>
            <a:t>A avaliação ocorrerá durante o primeiro bimestre com a publicação do resultado até o final do semestre letivo.</a:t>
          </a:r>
          <a:endParaRPr lang="en-US" sz="1100" kern="1200"/>
        </a:p>
      </dsp:txBody>
      <dsp:txXfrm>
        <a:off x="2849345" y="471947"/>
        <a:ext cx="2497179" cy="2517508"/>
      </dsp:txXfrm>
    </dsp:sp>
    <dsp:sp modelId="{9091D9F8-6A9D-4B10-81A1-52E18C5C75A8}">
      <dsp:nvSpPr>
        <dsp:cNvPr id="0" name=""/>
        <dsp:cNvSpPr/>
      </dsp:nvSpPr>
      <dsp:spPr>
        <a:xfrm>
          <a:off x="5696130" y="155147"/>
          <a:ext cx="2497179" cy="316800"/>
        </a:xfrm>
        <a:prstGeom prst="rect">
          <a:avLst/>
        </a:prstGeom>
        <a:solidFill>
          <a:schemeClr val="accent2">
            <a:shade val="80000"/>
            <a:hueOff val="-282092"/>
            <a:satOff val="4387"/>
            <a:lumOff val="23420"/>
            <a:alphaOff val="0"/>
          </a:schemeClr>
        </a:solidFill>
        <a:ln w="19050" cap="flat" cmpd="sng" algn="ctr">
          <a:solidFill>
            <a:schemeClr val="accent2">
              <a:shade val="80000"/>
              <a:hueOff val="-282092"/>
              <a:satOff val="4387"/>
              <a:lumOff val="234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Menção Parcial 03:</a:t>
          </a:r>
          <a:endParaRPr lang="en-US" sz="1100" kern="1200" dirty="0"/>
        </a:p>
      </dsp:txBody>
      <dsp:txXfrm>
        <a:off x="5696130" y="155147"/>
        <a:ext cx="2497179" cy="316800"/>
      </dsp:txXfrm>
    </dsp:sp>
    <dsp:sp modelId="{C8AB50F8-3385-4519-A709-933B23D6DF83}">
      <dsp:nvSpPr>
        <dsp:cNvPr id="0" name=""/>
        <dsp:cNvSpPr/>
      </dsp:nvSpPr>
      <dsp:spPr>
        <a:xfrm>
          <a:off x="5696130" y="471947"/>
          <a:ext cx="2497179" cy="251750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 dirty="0"/>
            <a:t>Avaliação Geral dos trabalhos e atividades do 2º Bimestre Composta por atividades em sala/Moodle, individuais ou em grupo, que poderão constar de pesquisas, oficinas ou seminários. Além disso, serão considerados: participação em aula, comprometimento com as atividades a serem desenvolvidas dentro e fora da sala de aula, colaboração, iniciativa e postura profissional.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 dirty="0"/>
            <a:t>A avaliação ocorrerá durante o segundo bimestre com a publicação do resultado até o final do semestre letivo.</a:t>
          </a:r>
          <a:endParaRPr lang="en-US" sz="1100" kern="1200" dirty="0"/>
        </a:p>
      </dsp:txBody>
      <dsp:txXfrm>
        <a:off x="5696130" y="471947"/>
        <a:ext cx="2497179" cy="251750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45B588-F469-4499-8B7A-4DC5492CB7A2}">
      <dsp:nvSpPr>
        <dsp:cNvPr id="0" name=""/>
        <dsp:cNvSpPr/>
      </dsp:nvSpPr>
      <dsp:spPr>
        <a:xfrm>
          <a:off x="18535" y="1032239"/>
          <a:ext cx="1080124" cy="10801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F8424-11CA-4937-8259-FA229161F81F}">
      <dsp:nvSpPr>
        <dsp:cNvPr id="0" name=""/>
        <dsp:cNvSpPr/>
      </dsp:nvSpPr>
      <dsp:spPr>
        <a:xfrm>
          <a:off x="245361" y="125906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97E136-D830-4EB5-BCD2-83DDC601452C}">
      <dsp:nvSpPr>
        <dsp:cNvPr id="0" name=""/>
        <dsp:cNvSpPr/>
      </dsp:nvSpPr>
      <dsp:spPr>
        <a:xfrm>
          <a:off x="1330115" y="103223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Como descrito no parágrafo 3°do artigo 50 do regimento interno do CEUB, a menção final é um conceito, não representa a média das menções parciais, devendo, antes, significar um julgamento final e global do aproveitamento nos estudos. Sendo assim, a menção final levará também em consideração o desempenho do aluno ao longo do semestre letivo, por meio da análise dos seguintes aspectos: conhecimento, dedicação, pontualidade, assiduidade e participação.</a:t>
          </a:r>
          <a:endParaRPr lang="en-US" sz="1100" kern="1200"/>
        </a:p>
      </dsp:txBody>
      <dsp:txXfrm>
        <a:off x="1330115" y="1032239"/>
        <a:ext cx="2546008" cy="1080124"/>
      </dsp:txXfrm>
    </dsp:sp>
    <dsp:sp modelId="{40371F49-4261-4972-8CF2-7E5803D58CCB}">
      <dsp:nvSpPr>
        <dsp:cNvPr id="0" name=""/>
        <dsp:cNvSpPr/>
      </dsp:nvSpPr>
      <dsp:spPr>
        <a:xfrm>
          <a:off x="4319746" y="1032239"/>
          <a:ext cx="1080124" cy="10801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E89E5C-CEEC-4F6C-8805-AE3AEF4910B1}">
      <dsp:nvSpPr>
        <dsp:cNvPr id="0" name=""/>
        <dsp:cNvSpPr/>
      </dsp:nvSpPr>
      <dsp:spPr>
        <a:xfrm>
          <a:off x="4546573" y="125906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D1255-20C3-4BFD-B906-42FEC3B7E7EE}">
      <dsp:nvSpPr>
        <dsp:cNvPr id="0" name=""/>
        <dsp:cNvSpPr/>
      </dsp:nvSpPr>
      <dsp:spPr>
        <a:xfrm>
          <a:off x="5631327" y="103223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Além da avaliação pela menção, para ser aprovado na disciplina o aluno que obtiver frequência igual ou superior a 75% do total de aulas ou atividades realizadas. </a:t>
          </a:r>
          <a:endParaRPr lang="en-US" sz="1100" kern="1200"/>
        </a:p>
      </dsp:txBody>
      <dsp:txXfrm>
        <a:off x="5631327" y="1032239"/>
        <a:ext cx="2546008" cy="108012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F3E913-60CE-4329-A56A-E080B85FFFFB}">
      <dsp:nvSpPr>
        <dsp:cNvPr id="0" name=""/>
        <dsp:cNvSpPr/>
      </dsp:nvSpPr>
      <dsp:spPr>
        <a:xfrm>
          <a:off x="0" y="479096"/>
          <a:ext cx="8913542" cy="1071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790" tIns="208280" rIns="69179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/>
            <a:t>PADILHA, Juliana; SOARES, Juliane. </a:t>
          </a:r>
          <a:r>
            <a:rPr lang="pt-BR" sz="1000" kern="1200" dirty="0" err="1"/>
            <a:t>Analytics</a:t>
          </a:r>
          <a:r>
            <a:rPr lang="pt-BR" sz="1000" kern="1200" dirty="0"/>
            <a:t> para big data. Porto Alegre: Grupo A, 2022. MINHA BIBLIOTECA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PEREIRA, Mariana; BERLINCK, Fabiano. Framework de Big Data. Porto Alegre: Grupo A, 2020. MINHA BIBLIOTECA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SANTOS, Roger; BORDIN, Maycon. Fundamentos de Big Data. Porto Alegre: Grupo A, 2021. MINHA BIBLIOTECA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/>
            <a:t>AGRIZZI, R. Introdução ao Big Data. REVISTA DE TRABALHOS ACADÊMICOS – UNIVERSO BELO HORIZONTE, v. 2, n. 3, 2018. Disponível em: http://revista.universo.edu.br/index.php?journal=3universobelohorizonte3&amp;page=article&amp;op=view&amp;path%5B%5D=7294</a:t>
          </a:r>
        </a:p>
      </dsp:txBody>
      <dsp:txXfrm>
        <a:off x="0" y="479096"/>
        <a:ext cx="8913542" cy="1071000"/>
      </dsp:txXfrm>
    </dsp:sp>
    <dsp:sp modelId="{30C84674-8782-4053-A0FE-3FA9D9E9CA80}">
      <dsp:nvSpPr>
        <dsp:cNvPr id="0" name=""/>
        <dsp:cNvSpPr/>
      </dsp:nvSpPr>
      <dsp:spPr>
        <a:xfrm>
          <a:off x="445677" y="331496"/>
          <a:ext cx="6239479" cy="2952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37" tIns="0" rIns="235837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Básica</a:t>
          </a:r>
          <a:endParaRPr lang="en-US" sz="1000" kern="1200"/>
        </a:p>
      </dsp:txBody>
      <dsp:txXfrm>
        <a:off x="460087" y="345906"/>
        <a:ext cx="6210659" cy="266380"/>
      </dsp:txXfrm>
    </dsp:sp>
    <dsp:sp modelId="{F19856E2-0B45-4814-8E2A-2FE76D02A899}">
      <dsp:nvSpPr>
        <dsp:cNvPr id="0" name=""/>
        <dsp:cNvSpPr/>
      </dsp:nvSpPr>
      <dsp:spPr>
        <a:xfrm>
          <a:off x="0" y="1751696"/>
          <a:ext cx="8913542" cy="2079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1790" tIns="208280" rIns="69179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/>
            <a:t>ARAÚJO, </a:t>
          </a:r>
          <a:r>
            <a:rPr lang="pt-BR" sz="1000" kern="1200" dirty="0" err="1"/>
            <a:t>Roberson</a:t>
          </a:r>
          <a:r>
            <a:rPr lang="pt-BR" sz="1000" kern="1200" dirty="0"/>
            <a:t> Cesar Alves de. </a:t>
          </a:r>
          <a:r>
            <a:rPr lang="pt-BR" sz="1000" kern="1200" dirty="0" err="1"/>
            <a:t>Urban</a:t>
          </a:r>
          <a:r>
            <a:rPr lang="pt-BR" sz="1000" kern="1200" dirty="0"/>
            <a:t> data </a:t>
          </a:r>
          <a:r>
            <a:rPr lang="pt-BR" sz="1000" kern="1200" dirty="0" err="1"/>
            <a:t>analytics</a:t>
          </a:r>
          <a:r>
            <a:rPr lang="pt-BR" sz="1000" kern="1200" dirty="0"/>
            <a:t>, </a:t>
          </a:r>
          <a:r>
            <a:rPr lang="pt-BR" sz="1000" kern="1200" dirty="0" err="1"/>
            <a:t>urban</a:t>
          </a:r>
          <a:r>
            <a:rPr lang="pt-BR" sz="1000" kern="1200" dirty="0"/>
            <a:t> big data e IOT. 1. ed. Curitiba: </a:t>
          </a:r>
          <a:r>
            <a:rPr lang="pt-BR" sz="1000" kern="1200" dirty="0" err="1"/>
            <a:t>Contentus</a:t>
          </a:r>
          <a:r>
            <a:rPr lang="pt-BR" sz="1000" kern="1200" dirty="0"/>
            <a:t>, 2020. PEARSON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BASSO, Douglas Eduardo. Big data. Curitiba: Contentus, 2020. PEARSON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BISHOP, Christopher. Pattern recognition and machine learning. Cambridge: Springer. 2007. Disponível em: https://www.microsoft.com/en-us/research/uploads/prod/2006/01/Bishop-Pattern-Recognition-and-Machine-Learning-2006.pdf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GOMES, Elisabeth ; BRAGA, Fabiane. Inteligência Competitiva Tempos Big Data. Rio de Janeiro: Alta Books. 2017. MINHA BIBLIOTECA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LACERDA, Paulo S; ARAÚJO, Mariana. Programação em Big Data com R. Porto Alegre: Grupo A, 2021. MINHA BIBLIOTECA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TAURION, Cezar. Big data. 1. ed. Rio de Janeiro: Brasport, 2013. PEARSON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UA1 - Arquiteturas de computadores - 44720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UA2 - Ferramentas utilizadas em ciência de dados e Big Data - 31614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/>
            <a:t>UA3 - Ciência de dados e Big Data - 19897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00" kern="1200" dirty="0"/>
            <a:t>UA4 - Papéis dos envolvidos em projetos de Big Data e ciência dos dados - 31616</a:t>
          </a:r>
        </a:p>
      </dsp:txBody>
      <dsp:txXfrm>
        <a:off x="0" y="1751696"/>
        <a:ext cx="8913542" cy="2079000"/>
      </dsp:txXfrm>
    </dsp:sp>
    <dsp:sp modelId="{651EAF6A-BD44-4106-B67A-BD27DF6A5F08}">
      <dsp:nvSpPr>
        <dsp:cNvPr id="0" name=""/>
        <dsp:cNvSpPr/>
      </dsp:nvSpPr>
      <dsp:spPr>
        <a:xfrm>
          <a:off x="445677" y="1604096"/>
          <a:ext cx="6239479" cy="2952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37" tIns="0" rIns="235837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Complementar </a:t>
          </a:r>
          <a:endParaRPr lang="en-US" sz="1000" kern="1200"/>
        </a:p>
      </dsp:txBody>
      <dsp:txXfrm>
        <a:off x="460087" y="1618506"/>
        <a:ext cx="6210659" cy="266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736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80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751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234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0849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B28B2-2FA1-BFDF-415B-4B103C28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71B74-B9FF-4AAD-3086-0F6DA551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060BF-EB1A-2BAD-2AA4-DE78177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BF5DE-D1E5-7276-4FE8-A79BF2C9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31427-2816-018B-64EC-036806C4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46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F78E-9E47-F9B8-4001-791D83E3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DE687E-5AC7-3825-3A6C-5B095537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64B0C-DFA9-4D16-F5CE-90EF9049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DA321-7894-7247-B308-8700301A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796340-281F-3068-3A10-A916D5C2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8C174-99EF-B2C2-8EFC-7DC095D1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5B4F9-1367-0BE2-9042-15391E3D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27308F-7728-B3F9-7BF4-C4C93C1D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12A0F-9AF6-DBA7-7EED-9D5D261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AB0AE-477F-D022-14B4-DEFEE0E3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1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B462-CC2A-A76D-B1F9-913B5D60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3A5D6-7721-B8EC-C543-CF6748A67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A9A134-9056-D362-06B6-E8C4280F2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161CC-7F4E-8021-4D08-620FD387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A5E81D-35E6-4C92-2B55-E8C896D5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00678-7551-4719-E9DA-2ECEF852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25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3A88-8F97-C627-9CED-EAAD2EF5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8C3D9-05C8-110E-616D-8B6C3712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920D7A-608F-EC27-FCF7-414D73F2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495B5E-5363-00AD-1EFB-4EA3DDEA7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636F17-5E10-D088-9BF0-6EB88557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80F150-9154-E223-15B5-E59E47B9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2E5ED0-475F-0763-BD30-95B8E5EE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4546FB-502C-22F9-B327-1D189A49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92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7955-8A81-B686-41AE-561034F8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5DBF9-D787-4D83-7285-780F0EF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A4A56-BA62-4B60-7DD0-CF2BEA4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7AC2EC-B565-9DA7-593F-FDB18C88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652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0A300F-CA15-6999-A8F9-B7C5F7D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88DC35-D780-7AC4-2A80-951E4B6E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CA1B49-EB7E-BCB9-5D80-E71B24AF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28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9B394-897D-D36F-7E49-9D866461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E95FB-4A98-5900-4655-747E68AE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94D6F6-78C9-7047-FCFB-D7011E30A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E17DE0-F213-66DF-9858-E960E8C9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C299F-8DBA-64E5-B9C1-974D8C0A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28369-78D1-E79B-F8E1-BD796B03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6CFCF-556E-7566-3BBD-51FEA2E2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D81DDB-0C22-83EA-79FF-702BBD66E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8DCB36-98DE-98EB-5D1B-9F04C4D7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F6C12D-BD86-0D3B-2423-39CC439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92752-B1E5-F616-A40E-F73BCAED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432AC3-A383-E9CA-F265-595E4121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99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2CB1-ECB1-5C29-286C-10834B6E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F142D-CEB7-59CE-1E22-F19F8A909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690F8E-512C-6F48-D404-BE372B29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F25FEC-9E15-62FD-55D6-4CCFD7C2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3F2B0-F9E7-55A4-BBE4-D305925D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23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D544C-4C31-62E6-1178-4F3CF3992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9FA89F-4DCE-3842-F26D-8BFD1F0E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72A93-A606-FD52-1589-1FA68E55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2C9CB-0C80-5B9B-63CF-6AEC3F5B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401D-876D-7FBA-9C41-575D7628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715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ulo_nc_subtitulo_fundo_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945C0A04-5D07-15B4-BDEA-D81C35D9AB5E}"/>
              </a:ext>
            </a:extLst>
          </p:cNvPr>
          <p:cNvCxnSpPr/>
          <p:nvPr/>
        </p:nvCxnSpPr>
        <p:spPr>
          <a:xfrm>
            <a:off x="224139" y="687893"/>
            <a:ext cx="3798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7646759C-129F-8E13-9526-F5863F0AAC6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64381" y="438150"/>
            <a:ext cx="7615238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Título de Núcleo conceitual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2EECE16-EFA0-70C3-D06A-EA37CFBC5E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4381" y="1091803"/>
            <a:ext cx="7615238" cy="642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59205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A4A902-59F4-5B94-0701-62A96292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B73F45-125F-8E94-3BF4-1ACAC6758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93E40-37F0-CACE-77E9-807E913F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CFBF3-08F6-3648-B739-5CE12B543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0FF596-F7BE-634E-42B3-EF7C144E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92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C9CFFF4-3552-E7DE-922C-18A8A9015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pt-BR" sz="3600" dirty="0">
                <a:solidFill>
                  <a:schemeClr val="bg1"/>
                </a:solidFill>
              </a:rPr>
              <a:t>Fundamentos de Big Data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20CD7920-B612-26F0-C2E0-0E4513C4C19B}"/>
              </a:ext>
            </a:extLst>
          </p:cNvPr>
          <p:cNvSpPr txBox="1">
            <a:spLocks/>
          </p:cNvSpPr>
          <p:nvPr/>
        </p:nvSpPr>
        <p:spPr>
          <a:xfrm>
            <a:off x="624321" y="2602294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</a:rPr>
              <a:t>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58C101-9E98-9711-BA90-26D781C26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231B5C-4085-C0C9-53B9-901154D73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611794-B387-BF22-844E-C5C82AA63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endParaRPr lang="pt-BR" sz="6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4E655F-8CEB-C7A0-BF5B-C23E8B211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Espaço Reservado para Conteúdo 2">
            <a:extLst>
              <a:ext uri="{FF2B5EF4-FFF2-40B4-BE49-F238E27FC236}">
                <a16:creationId xmlns:a16="http://schemas.microsoft.com/office/drawing/2014/main" id="{3A662192-EC6A-7D2B-9C0A-E37641A554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2253294"/>
              </p:ext>
            </p:extLst>
          </p:nvPr>
        </p:nvGraphicFramePr>
        <p:xfrm>
          <a:off x="3673855" y="929640"/>
          <a:ext cx="5110599" cy="40608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6812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842AB41-3658-4213-903F-31029AE750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graphicEl>
                                              <a:dgm id="{9842AB41-3658-4213-903F-31029AE750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C37A0D5-76AE-4B2D-A0B1-8852ED29F2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6">
                                            <p:graphicEl>
                                              <a:dgm id="{9C37A0D5-76AE-4B2D-A0B1-8852ED29F2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529B974-FCB7-42E9-9AEA-E76EB12D2B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6">
                                            <p:graphicEl>
                                              <a:dgm id="{A529B974-FCB7-42E9-9AEA-E76EB12D2B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F30BD10-308A-4BC0-AAB4-B1E4D4F8BD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6">
                                            <p:graphicEl>
                                              <a:dgm id="{AF30BD10-308A-4BC0-AAB4-B1E4D4F8BD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0D0CA29-8B93-4237-B21F-11C7AD99E6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6">
                                            <p:graphicEl>
                                              <a:dgm id="{A0D0CA29-8B93-4237-B21F-11C7AD99E6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C123C98-09E6-478E-A650-3AB6613005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6">
                                            <p:graphicEl>
                                              <a:dgm id="{FC123C98-09E6-478E-A650-3AB6613005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954AB8B-ABAD-465B-8FD5-A34AE5782C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6">
                                            <p:graphicEl>
                                              <a:dgm id="{9954AB8B-ABAD-465B-8FD5-A34AE5782C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D31B585-CE89-4395-B385-1DAB6CFEDF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6">
                                            <p:graphicEl>
                                              <a:dgm id="{AD31B585-CE89-4395-B385-1DAB6CFEDF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69CABFD-1D26-4780-99B9-96FE6E2C12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6">
                                            <p:graphicEl>
                                              <a:dgm id="{A69CABFD-1D26-4780-99B9-96FE6E2C12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5AC48B3-C7A2-43E9-B41A-485196667E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6">
                                            <p:graphicEl>
                                              <a:dgm id="{25AC48B3-C7A2-43E9-B41A-485196667E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162B0BB-D3DD-4F83-A08B-40C6B75E17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">
                                            <p:graphicEl>
                                              <a:dgm id="{D162B0BB-D3DD-4F83-A08B-40C6B75E17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EADFEC8-1280-4458-810D-C1A00D22AD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6">
                                            <p:graphicEl>
                                              <a:dgm id="{7EADFEC8-1280-4458-810D-C1A00D22AD0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A90FDA4-7A2C-4528-9D5E-84084B1A27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6">
                                            <p:graphicEl>
                                              <a:dgm id="{2A90FDA4-7A2C-4528-9D5E-84084B1A27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C846620-FB58-4BC8-8F51-6D57401A5E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6">
                                            <p:graphicEl>
                                              <a:dgm id="{3C846620-FB58-4BC8-8F51-6D57401A5E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7559A60-CF05-4638-B279-B4A0A8A72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6">
                                            <p:graphicEl>
                                              <a:dgm id="{97559A60-CF05-4638-B279-B4A0A8A72B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F9D5079-7C39-4B1E-866B-2C0CDC8875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6">
                                            <p:graphicEl>
                                              <a:dgm id="{FF9D5079-7C39-4B1E-866B-2C0CDC8875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165BEE0-CABC-40A7-9A2D-49697E7C4F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6">
                                            <p:graphicEl>
                                              <a:dgm id="{7165BEE0-CABC-40A7-9A2D-49697E7C4F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DCE21B7-6088-4AD1-A229-CF2D3FF85D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6">
                                            <p:graphicEl>
                                              <a:dgm id="{2DCE21B7-6088-4AD1-A229-CF2D3FF85D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28C9C49-C47F-4317-A328-7184749133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6">
                                            <p:graphicEl>
                                              <a:dgm id="{E28C9C49-C47F-4317-A328-7184749133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0034ECE-7A42-4D11-B467-5ED116E958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6">
                                            <p:graphicEl>
                                              <a:dgm id="{20034ECE-7A42-4D11-B467-5ED116E958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BB4698A-5C86-4EB1-AAB4-CAC28F88DE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9" dur="2000"/>
                                        <p:tgtEl>
                                          <p:spTgt spid="6">
                                            <p:graphicEl>
                                              <a:dgm id="{0BB4698A-5C86-4EB1-AAB4-CAC28F88DE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67C4B35-4AD2-4C7A-AA30-C4D2EEA488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4" dur="2000"/>
                                        <p:tgtEl>
                                          <p:spTgt spid="6">
                                            <p:graphicEl>
                                              <a:dgm id="{267C4B35-4AD2-4C7A-AA30-C4D2EEA488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529D30A-C67C-44E2-BC57-5A4957C629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6">
                                            <p:graphicEl>
                                              <a:dgm id="{4529D30A-C67C-44E2-BC57-5A4957C629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1DD1F3E-DB41-43F6-A6BC-D98DEB4CB4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0" dur="2000"/>
                                        <p:tgtEl>
                                          <p:spTgt spid="6">
                                            <p:graphicEl>
                                              <a:dgm id="{81DD1F3E-DB41-43F6-A6BC-D98DEB4CB4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72837-CB0C-6F56-F26E-2A053DA0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02292"/>
            <a:ext cx="4616991" cy="887195"/>
          </a:xfrm>
        </p:spPr>
        <p:txBody>
          <a:bodyPr anchor="b">
            <a:normAutofit/>
          </a:bodyPr>
          <a:lstStyle/>
          <a:p>
            <a:r>
              <a:rPr lang="pt-BR" sz="4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da aula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04852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726801-AA1F-7181-A680-DBA3E16E4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32" y="2121997"/>
            <a:ext cx="4912143" cy="2508344"/>
          </a:xfrm>
        </p:spPr>
        <p:txBody>
          <a:bodyPr anchor="t"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1500" b="0" i="0" dirty="0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Apresentar as principais tecnologias utilizadas no processamento de Big Data.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b="0" i="0" dirty="0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Demonstrar a importância de </a:t>
            </a:r>
            <a:r>
              <a:rPr lang="pt-BR" sz="1500" b="0" i="0" dirty="0" err="1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Hadoop</a:t>
            </a:r>
            <a:r>
              <a:rPr lang="pt-BR" sz="1500" b="0" i="0" dirty="0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, Spark e bancos de dados </a:t>
            </a:r>
            <a:r>
              <a:rPr lang="pt-BR" sz="1500" b="0" i="0" dirty="0" err="1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NoSQL</a:t>
            </a:r>
            <a:r>
              <a:rPr lang="pt-BR" sz="1500" b="0" i="0" dirty="0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b="0" i="0" dirty="0">
                <a:solidFill>
                  <a:schemeClr val="tx1">
                    <a:alpha val="80000"/>
                  </a:schemeClr>
                </a:solidFill>
                <a:effectLst/>
                <a:latin typeface="Söhne"/>
              </a:rPr>
              <a:t>Introduzir conceitos de computação distribuída e paralela e sua relevância na escalabilidade dos sistemas.</a:t>
            </a:r>
          </a:p>
        </p:txBody>
      </p:sp>
      <p:pic>
        <p:nvPicPr>
          <p:cNvPr id="7" name="Graphic 6" descr="Na mosca">
            <a:extLst>
              <a:ext uri="{FF2B5EF4-FFF2-40B4-BE49-F238E27FC236}">
                <a16:creationId xmlns:a16="http://schemas.microsoft.com/office/drawing/2014/main" id="{251E68E2-A835-4448-5B61-3A8E6448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9489" y="1485663"/>
            <a:ext cx="2661303" cy="2661303"/>
          </a:xfrm>
          <a:prstGeom prst="rect">
            <a:avLst/>
          </a:prstGeom>
        </p:spPr>
      </p:pic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424463"/>
            <a:ext cx="104279" cy="10427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1642446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m 5" descr="logo CEUB versão condensada">
            <a:extLst>
              <a:ext uri="{FF2B5EF4-FFF2-40B4-BE49-F238E27FC236}">
                <a16:creationId xmlns:a16="http://schemas.microsoft.com/office/drawing/2014/main" id="{4B60DB47-FC79-B2EA-488E-7D738303B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8" t="30232" r="26955" b="13954"/>
          <a:stretch/>
        </p:blipFill>
        <p:spPr bwMode="auto">
          <a:xfrm>
            <a:off x="163068" y="-5996"/>
            <a:ext cx="1055671" cy="6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57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Arquitetura do </a:t>
            </a:r>
            <a:r>
              <a:rPr lang="pt-BR" dirty="0" err="1"/>
              <a:t>Hadoop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072FE23-AA5C-957E-D126-7F1CCD9F8A5E}"/>
              </a:ext>
            </a:extLst>
          </p:cNvPr>
          <p:cNvSpPr txBox="1"/>
          <p:nvPr/>
        </p:nvSpPr>
        <p:spPr>
          <a:xfrm>
            <a:off x="933270" y="1352792"/>
            <a:ext cx="457092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50" b="1" dirty="0">
                <a:solidFill>
                  <a:schemeClr val="bg2">
                    <a:lumMod val="25000"/>
                  </a:schemeClr>
                </a:solidFill>
              </a:rPr>
              <a:t>5Vs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AA5716B-0E0F-BD99-6B70-EF6FD774E38A}"/>
              </a:ext>
            </a:extLst>
          </p:cNvPr>
          <p:cNvSpPr/>
          <p:nvPr/>
        </p:nvSpPr>
        <p:spPr>
          <a:xfrm>
            <a:off x="1016704" y="1903072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893D3F1-5821-D6CE-A791-72BB24F3495D}"/>
              </a:ext>
            </a:extLst>
          </p:cNvPr>
          <p:cNvSpPr txBox="1"/>
          <p:nvPr/>
        </p:nvSpPr>
        <p:spPr>
          <a:xfrm>
            <a:off x="1016702" y="2065450"/>
            <a:ext cx="1751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Volume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6CC9F38C-E34F-0520-652A-293FE4D2F020}"/>
              </a:ext>
            </a:extLst>
          </p:cNvPr>
          <p:cNvSpPr/>
          <p:nvPr/>
        </p:nvSpPr>
        <p:spPr>
          <a:xfrm>
            <a:off x="3355969" y="1903071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292CBBA-1442-CBEE-88E5-60FCA5DD9D3B}"/>
              </a:ext>
            </a:extLst>
          </p:cNvPr>
          <p:cNvSpPr txBox="1"/>
          <p:nvPr/>
        </p:nvSpPr>
        <p:spPr>
          <a:xfrm>
            <a:off x="3355967" y="2055530"/>
            <a:ext cx="1751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Variedade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C0406D0-F448-2040-A998-264D57C68705}"/>
              </a:ext>
            </a:extLst>
          </p:cNvPr>
          <p:cNvSpPr/>
          <p:nvPr/>
        </p:nvSpPr>
        <p:spPr>
          <a:xfrm>
            <a:off x="2097162" y="2834057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C76D388-006A-142B-15ED-184F37A1A85E}"/>
              </a:ext>
            </a:extLst>
          </p:cNvPr>
          <p:cNvSpPr txBox="1"/>
          <p:nvPr/>
        </p:nvSpPr>
        <p:spPr>
          <a:xfrm>
            <a:off x="2097161" y="2984893"/>
            <a:ext cx="1751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Veracidade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AAFA13A3-754F-D585-1D40-5D9A72DAA1C0}"/>
              </a:ext>
            </a:extLst>
          </p:cNvPr>
          <p:cNvSpPr/>
          <p:nvPr/>
        </p:nvSpPr>
        <p:spPr>
          <a:xfrm>
            <a:off x="5695232" y="1903071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826EAE5-8C87-E3E9-72F8-B7AEC810F7F0}"/>
              </a:ext>
            </a:extLst>
          </p:cNvPr>
          <p:cNvSpPr txBox="1"/>
          <p:nvPr/>
        </p:nvSpPr>
        <p:spPr>
          <a:xfrm>
            <a:off x="5695230" y="2053909"/>
            <a:ext cx="1751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Velocidade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B73C7836-6583-8984-3486-1A57F0730392}"/>
              </a:ext>
            </a:extLst>
          </p:cNvPr>
          <p:cNvSpPr/>
          <p:nvPr/>
        </p:nvSpPr>
        <p:spPr>
          <a:xfrm>
            <a:off x="4936107" y="2834056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7BE6262-21B5-B34C-BA27-EFC3C6F140D2}"/>
              </a:ext>
            </a:extLst>
          </p:cNvPr>
          <p:cNvSpPr txBox="1"/>
          <p:nvPr/>
        </p:nvSpPr>
        <p:spPr>
          <a:xfrm>
            <a:off x="4936106" y="2984893"/>
            <a:ext cx="1751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Valor</a:t>
            </a:r>
          </a:p>
          <a:p>
            <a:pPr algn="ctr"/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254879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192024"/>
            <a:ext cx="7879842" cy="761238"/>
          </a:xfrm>
        </p:spPr>
        <p:txBody>
          <a:bodyPr anchor="b">
            <a:normAutofit/>
          </a:bodyPr>
          <a:lstStyle/>
          <a:p>
            <a:r>
              <a:t>O que é Processamento de Big Data?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225876"/>
            <a:ext cx="7838694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153632"/>
            <a:ext cx="1405092" cy="82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2E2896-F362-F2C2-099B-C2419B5788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9419991"/>
              </p:ext>
            </p:extLst>
          </p:nvPr>
        </p:nvGraphicFramePr>
        <p:xfrm>
          <a:off x="628650" y="1444699"/>
          <a:ext cx="7886700" cy="3268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904217D-F5FC-44E8-8FA7-BEE6DE0440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2904217D-F5FC-44E8-8FA7-BEE6DE0440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2904217D-F5FC-44E8-8FA7-BEE6DE0440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EED6A31-9014-4D68-9378-6F7F6804AF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9EED6A31-9014-4D68-9378-6F7F6804AF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9EED6A31-9014-4D68-9378-6F7F6804AF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267CA2A-11E2-4EC0-81AB-BBF6808984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E267CA2A-11E2-4EC0-81AB-BBF6808984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E267CA2A-11E2-4EC0-81AB-BBF6808984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73FA473-9732-41E7-8AE9-6A11387A9E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573FA473-9732-41E7-8AE9-6A11387A9E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573FA473-9732-41E7-8AE9-6A11387A9E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91287E-0A3E-49AC-940E-63A6E2BE55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AB91287E-0A3E-49AC-940E-63A6E2BE55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AB91287E-0A3E-49AC-940E-63A6E2BE55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4EEBA37-7346-4427-BA89-CCD4E498C7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44EEBA37-7346-4427-BA89-CCD4E498C7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44EEBA37-7346-4427-BA89-CCD4E498C7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4DCC9F1-0CDC-4FE4-AE79-0DAB006210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14DCC9F1-0CDC-4FE4-AE79-0DAB006210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14DCC9F1-0CDC-4FE4-AE79-0DAB006210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C3DBA81-4B71-4255-91C5-BE07409D8D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CC3DBA81-4B71-4255-91C5-BE07409D8D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CC3DBA81-4B71-4255-91C5-BE07409D8D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D074A2-35AB-4F6D-93A9-C151E3213F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40D074A2-35AB-4F6D-93A9-C151E3213F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40D074A2-35AB-4F6D-93A9-C151E3213F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Introdução e contextualização</a:t>
            </a:r>
          </a:p>
          <a:p>
            <a:endParaRPr lang="pt-BR" dirty="0"/>
          </a:p>
        </p:txBody>
      </p:sp>
      <p:graphicFrame>
        <p:nvGraphicFramePr>
          <p:cNvPr id="2" name="Espaço Reservado para Conteúdo 2">
            <a:extLst>
              <a:ext uri="{FF2B5EF4-FFF2-40B4-BE49-F238E27FC236}">
                <a16:creationId xmlns:a16="http://schemas.microsoft.com/office/drawing/2014/main" id="{D8CCD6FE-8BA6-DC37-2A7A-51727D2AA744}"/>
              </a:ext>
            </a:extLst>
          </p:cNvPr>
          <p:cNvGraphicFramePr>
            <a:graphicFrameLocks/>
          </p:cNvGraphicFramePr>
          <p:nvPr/>
        </p:nvGraphicFramePr>
        <p:xfrm>
          <a:off x="483042" y="1584435"/>
          <a:ext cx="8195872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908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021435E-21FB-4C9D-8F7C-ECAD07D3E2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graphicEl>
                                              <a:dgm id="{2021435E-21FB-4C9D-8F7C-ECAD07D3E2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graphicEl>
                                              <a:dgm id="{2021435E-21FB-4C9D-8F7C-ECAD07D3E2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9DB91D9-1C7F-4100-A8C6-7C326E2422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graphicEl>
                                              <a:dgm id="{49DB91D9-1C7F-4100-A8C6-7C326E2422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graphicEl>
                                              <a:dgm id="{49DB91D9-1C7F-4100-A8C6-7C326E2422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9B1C962-F3F7-4BDB-AA7A-ED6F386D4C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graphicEl>
                                              <a:dgm id="{A9B1C962-F3F7-4BDB-AA7A-ED6F386D4C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graphicEl>
                                              <a:dgm id="{A9B1C962-F3F7-4BDB-AA7A-ED6F386D4C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5F96AC4-3573-4FAB-BF0D-98B90FD2A2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graphicEl>
                                              <a:dgm id="{C5F96AC4-3573-4FAB-BF0D-98B90FD2A2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graphicEl>
                                              <a:dgm id="{C5F96AC4-3573-4FAB-BF0D-98B90FD2A2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C4C6D33-EAA7-4F8B-AFAE-D6EFF12D7D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graphicEl>
                                              <a:dgm id="{AC4C6D33-EAA7-4F8B-AFAE-D6EFF12D7D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graphicEl>
                                              <a:dgm id="{AC4C6D33-EAA7-4F8B-AFAE-D6EFF12D7D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13A6D5C-B34E-40A2-8044-219161508B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graphicEl>
                                              <a:dgm id="{A13A6D5C-B34E-40A2-8044-219161508B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graphicEl>
                                              <a:dgm id="{A13A6D5C-B34E-40A2-8044-219161508B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6A4C78B-2A8D-43AA-8AFF-431CA2438F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graphicEl>
                                              <a:dgm id="{06A4C78B-2A8D-43AA-8AFF-431CA2438F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graphicEl>
                                              <a:dgm id="{06A4C78B-2A8D-43AA-8AFF-431CA2438F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5A4DB1F-1082-45E0-BC1A-EFF39382A2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graphicEl>
                                              <a:dgm id="{15A4DB1F-1082-45E0-BC1A-EFF39382A2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graphicEl>
                                              <a:dgm id="{15A4DB1F-1082-45E0-BC1A-EFF39382A2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8000472-93E1-4FD7-8F61-B114019927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graphicEl>
                                              <a:dgm id="{18000472-93E1-4FD7-8F61-B114019927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graphicEl>
                                              <a:dgm id="{18000472-93E1-4FD7-8F61-B114019927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506DF8C-125A-4CDF-9123-12B010ED04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graphicEl>
                                              <a:dgm id="{6506DF8C-125A-4CDF-9123-12B010ED04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graphicEl>
                                              <a:dgm id="{6506DF8C-125A-4CDF-9123-12B010ED04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72EC4F7-3754-4542-8346-D7ADC96CF5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>
                                            <p:graphicEl>
                                              <a:dgm id="{172EC4F7-3754-4542-8346-D7ADC96CF5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>
                                            <p:graphicEl>
                                              <a:dgm id="{172EC4F7-3754-4542-8346-D7ADC96CF5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25FF3A7-E94A-4182-89D9-E294E441FE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>
                                            <p:graphicEl>
                                              <a:dgm id="{725FF3A7-E94A-4182-89D9-E294E441FE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>
                                            <p:graphicEl>
                                              <a:dgm id="{725FF3A7-E94A-4182-89D9-E294E441FE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480617"/>
            <a:ext cx="2563994" cy="4187361"/>
          </a:xfrm>
        </p:spPr>
        <p:txBody>
          <a:bodyPr anchor="ctr">
            <a:normAutofit/>
          </a:bodyPr>
          <a:lstStyle/>
          <a:p>
            <a:r>
              <a:rPr lang="pt-BR" sz="3800"/>
              <a:t>Principais Tecnologias</a:t>
            </a:r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20588" y="2597039"/>
            <a:ext cx="4057650" cy="13716"/>
          </a:xfrm>
          <a:custGeom>
            <a:avLst/>
            <a:gdLst>
              <a:gd name="connsiteX0" fmla="*/ 0 w 4057650"/>
              <a:gd name="connsiteY0" fmla="*/ 0 h 13716"/>
              <a:gd name="connsiteX1" fmla="*/ 757428 w 4057650"/>
              <a:gd name="connsiteY1" fmla="*/ 0 h 13716"/>
              <a:gd name="connsiteX2" fmla="*/ 1474279 w 4057650"/>
              <a:gd name="connsiteY2" fmla="*/ 0 h 13716"/>
              <a:gd name="connsiteX3" fmla="*/ 2191131 w 4057650"/>
              <a:gd name="connsiteY3" fmla="*/ 0 h 13716"/>
              <a:gd name="connsiteX4" fmla="*/ 2745676 w 4057650"/>
              <a:gd name="connsiteY4" fmla="*/ 0 h 13716"/>
              <a:gd name="connsiteX5" fmla="*/ 3340798 w 4057650"/>
              <a:gd name="connsiteY5" fmla="*/ 0 h 13716"/>
              <a:gd name="connsiteX6" fmla="*/ 4057650 w 4057650"/>
              <a:gd name="connsiteY6" fmla="*/ 0 h 13716"/>
              <a:gd name="connsiteX7" fmla="*/ 4057650 w 4057650"/>
              <a:gd name="connsiteY7" fmla="*/ 13716 h 13716"/>
              <a:gd name="connsiteX8" fmla="*/ 3381375 w 4057650"/>
              <a:gd name="connsiteY8" fmla="*/ 13716 h 13716"/>
              <a:gd name="connsiteX9" fmla="*/ 2826830 w 4057650"/>
              <a:gd name="connsiteY9" fmla="*/ 13716 h 13716"/>
              <a:gd name="connsiteX10" fmla="*/ 2272284 w 4057650"/>
              <a:gd name="connsiteY10" fmla="*/ 13716 h 13716"/>
              <a:gd name="connsiteX11" fmla="*/ 1555432 w 4057650"/>
              <a:gd name="connsiteY11" fmla="*/ 13716 h 13716"/>
              <a:gd name="connsiteX12" fmla="*/ 960310 w 4057650"/>
              <a:gd name="connsiteY12" fmla="*/ 13716 h 13716"/>
              <a:gd name="connsiteX13" fmla="*/ 0 w 4057650"/>
              <a:gd name="connsiteY13" fmla="*/ 13716 h 13716"/>
              <a:gd name="connsiteX14" fmla="*/ 0 w 4057650"/>
              <a:gd name="connsiteY14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7650" h="13716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378" y="4708"/>
                  <a:pt x="4057987" y="7132"/>
                  <a:pt x="4057650" y="13716"/>
                </a:cubicBezTo>
                <a:cubicBezTo>
                  <a:pt x="3743404" y="35553"/>
                  <a:pt x="3625516" y="-19495"/>
                  <a:pt x="3381375" y="13716"/>
                </a:cubicBezTo>
                <a:cubicBezTo>
                  <a:pt x="3137235" y="46927"/>
                  <a:pt x="2946571" y="-4571"/>
                  <a:pt x="2826830" y="13716"/>
                </a:cubicBezTo>
                <a:cubicBezTo>
                  <a:pt x="2707090" y="32003"/>
                  <a:pt x="2402756" y="-3140"/>
                  <a:pt x="2272284" y="13716"/>
                </a:cubicBezTo>
                <a:cubicBezTo>
                  <a:pt x="2141812" y="30572"/>
                  <a:pt x="1895935" y="13627"/>
                  <a:pt x="1555432" y="13716"/>
                </a:cubicBezTo>
                <a:cubicBezTo>
                  <a:pt x="1214929" y="13805"/>
                  <a:pt x="1103072" y="9931"/>
                  <a:pt x="960310" y="13716"/>
                </a:cubicBezTo>
                <a:cubicBezTo>
                  <a:pt x="817548" y="17501"/>
                  <a:pt x="402272" y="-33931"/>
                  <a:pt x="0" y="13716"/>
                </a:cubicBezTo>
                <a:cubicBezTo>
                  <a:pt x="-460" y="10837"/>
                  <a:pt x="38" y="6680"/>
                  <a:pt x="0" y="0"/>
                </a:cubicBezTo>
                <a:close/>
              </a:path>
              <a:path w="4057650" h="13716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980" y="3019"/>
                  <a:pt x="4057134" y="10425"/>
                  <a:pt x="4057650" y="13716"/>
                </a:cubicBezTo>
                <a:cubicBezTo>
                  <a:pt x="3865148" y="-7885"/>
                  <a:pt x="3702543" y="44896"/>
                  <a:pt x="3381375" y="13716"/>
                </a:cubicBezTo>
                <a:cubicBezTo>
                  <a:pt x="3060208" y="-17464"/>
                  <a:pt x="2956571" y="-13250"/>
                  <a:pt x="2826830" y="13716"/>
                </a:cubicBezTo>
                <a:cubicBezTo>
                  <a:pt x="2697089" y="40682"/>
                  <a:pt x="2411031" y="38582"/>
                  <a:pt x="2150555" y="13716"/>
                </a:cubicBezTo>
                <a:cubicBezTo>
                  <a:pt x="1890080" y="-11150"/>
                  <a:pt x="1741827" y="-5187"/>
                  <a:pt x="1474280" y="13716"/>
                </a:cubicBezTo>
                <a:cubicBezTo>
                  <a:pt x="1206734" y="32619"/>
                  <a:pt x="998203" y="28763"/>
                  <a:pt x="838581" y="13716"/>
                </a:cubicBezTo>
                <a:cubicBezTo>
                  <a:pt x="678959" y="-1331"/>
                  <a:pt x="187101" y="-17784"/>
                  <a:pt x="0" y="13716"/>
                </a:cubicBezTo>
                <a:cubicBezTo>
                  <a:pt x="-114" y="7033"/>
                  <a:pt x="103" y="342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C003514E-3124-E45D-AEBC-F549D9DEE0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9132588"/>
              </p:ext>
            </p:extLst>
          </p:nvPr>
        </p:nvGraphicFramePr>
        <p:xfrm>
          <a:off x="3486013" y="480616"/>
          <a:ext cx="5175384" cy="4152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6399F84-1FA8-4786-AC4C-FCE0394C4C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dgm id="{A6399F84-1FA8-4786-AC4C-FCE0394C4C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42A390C-79ED-4CBA-A2D2-4C210FF00B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>
                                            <p:graphicEl>
                                              <a:dgm id="{642A390C-79ED-4CBA-A2D2-4C210FF00B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6659F12-5583-4317-8EE5-F255BAA242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>
                                            <p:graphicEl>
                                              <a:dgm id="{26659F12-5583-4317-8EE5-F255BAA242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E37CDF5-B901-45ED-8F0E-7DA7CC041D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>
                                            <p:graphicEl>
                                              <a:dgm id="{FE37CDF5-B901-45ED-8F0E-7DA7CC041D6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C2FCD7A-5B3C-43DE-BEC5-CCA7CDD3B5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>
                                            <p:graphicEl>
                                              <a:dgm id="{5C2FCD7A-5B3C-43DE-BEC5-CCA7CDD3B5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64540A1-B9A0-2D5F-3B9A-B1A7F925DC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O que é o Apache </a:t>
            </a:r>
            <a:r>
              <a:rPr lang="pt-BR" dirty="0" err="1"/>
              <a:t>Hadoop</a:t>
            </a:r>
            <a:r>
              <a:rPr lang="pt-BR" dirty="0"/>
              <a:t>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0288B6-B581-D81B-E32E-CDC7145DA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307" y="2119808"/>
            <a:ext cx="5631152" cy="145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245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A arquitetura </a:t>
            </a:r>
            <a:r>
              <a:rPr lang="pt-BR" dirty="0" err="1"/>
              <a:t>Hadoop</a:t>
            </a:r>
            <a:endParaRPr lang="pt-BR" dirty="0"/>
          </a:p>
          <a:p>
            <a:endParaRPr lang="pt-BR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DAE4BF1-3BE8-B299-6DCE-89B11921ECD9}"/>
              </a:ext>
            </a:extLst>
          </p:cNvPr>
          <p:cNvGrpSpPr/>
          <p:nvPr/>
        </p:nvGrpSpPr>
        <p:grpSpPr>
          <a:xfrm>
            <a:off x="410209" y="1287597"/>
            <a:ext cx="8111745" cy="1284154"/>
            <a:chOff x="357164" y="600783"/>
            <a:chExt cx="10815660" cy="1712205"/>
          </a:xfrm>
        </p:grpSpPr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FDD2D4EE-144E-4C90-D1BF-B9BF8CBA3EDF}"/>
                </a:ext>
              </a:extLst>
            </p:cNvPr>
            <p:cNvGrpSpPr/>
            <p:nvPr/>
          </p:nvGrpSpPr>
          <p:grpSpPr>
            <a:xfrm>
              <a:off x="357164" y="835955"/>
              <a:ext cx="454941" cy="1477033"/>
              <a:chOff x="357164" y="835955"/>
              <a:chExt cx="454941" cy="1477033"/>
            </a:xfrm>
          </p:grpSpPr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D5C9E304-ED29-986C-1770-BE93B8DCAD78}"/>
                  </a:ext>
                </a:extLst>
              </p:cNvPr>
              <p:cNvSpPr/>
              <p:nvPr/>
            </p:nvSpPr>
            <p:spPr>
              <a:xfrm>
                <a:off x="357164" y="835955"/>
                <a:ext cx="454941" cy="45494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  <p:cxnSp>
            <p:nvCxnSpPr>
              <p:cNvPr id="11" name="Conector reto 10">
                <a:extLst>
                  <a:ext uri="{FF2B5EF4-FFF2-40B4-BE49-F238E27FC236}">
                    <a16:creationId xmlns:a16="http://schemas.microsoft.com/office/drawing/2014/main" id="{AD8066F3-5E05-0049-4AE9-FEC7FC29BC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288" y="1290896"/>
                <a:ext cx="0" cy="10220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Seta: para a Direita 11">
                <a:extLst>
                  <a:ext uri="{FF2B5EF4-FFF2-40B4-BE49-F238E27FC236}">
                    <a16:creationId xmlns:a16="http://schemas.microsoft.com/office/drawing/2014/main" id="{46B29793-AB73-1A64-462E-13064306BEF1}"/>
                  </a:ext>
                </a:extLst>
              </p:cNvPr>
              <p:cNvSpPr/>
              <p:nvPr/>
            </p:nvSpPr>
            <p:spPr>
              <a:xfrm>
                <a:off x="496647" y="999616"/>
                <a:ext cx="175975" cy="127619"/>
              </a:xfrm>
              <a:prstGeom prst="rightArrow">
                <a:avLst>
                  <a:gd name="adj1" fmla="val 25531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</p:grp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ECF3DB81-2F09-9BC6-7846-3005074DFD2F}"/>
                </a:ext>
              </a:extLst>
            </p:cNvPr>
            <p:cNvSpPr/>
            <p:nvPr/>
          </p:nvSpPr>
          <p:spPr>
            <a:xfrm>
              <a:off x="1041399" y="600783"/>
              <a:ext cx="10131425" cy="1113717"/>
            </a:xfrm>
            <a:prstGeom prst="roundRect">
              <a:avLst>
                <a:gd name="adj" fmla="val 1553"/>
              </a:avLst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E6547BC9-7961-13EF-E0E3-91CEF0B8000A}"/>
                </a:ext>
              </a:extLst>
            </p:cNvPr>
            <p:cNvSpPr txBox="1"/>
            <p:nvPr/>
          </p:nvSpPr>
          <p:spPr>
            <a:xfrm>
              <a:off x="1232463" y="915059"/>
              <a:ext cx="6916176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500" b="1" dirty="0"/>
                <a:t>O </a:t>
              </a:r>
              <a:r>
                <a:rPr lang="pt-BR" sz="1500" b="1" dirty="0" err="1"/>
                <a:t>Hadoop</a:t>
              </a:r>
              <a:r>
                <a:rPr lang="pt-BR" sz="1500" b="1" dirty="0"/>
                <a:t> é uma tecnologia de framework de software livre.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41720766-8759-C6E2-488F-65043550FFF6}"/>
              </a:ext>
            </a:extLst>
          </p:cNvPr>
          <p:cNvGrpSpPr/>
          <p:nvPr/>
        </p:nvGrpSpPr>
        <p:grpSpPr>
          <a:xfrm>
            <a:off x="410209" y="2207863"/>
            <a:ext cx="8111745" cy="1284154"/>
            <a:chOff x="357164" y="600783"/>
            <a:chExt cx="10815660" cy="1712205"/>
          </a:xfrm>
        </p:grpSpPr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294AAFDC-2D7E-F128-2EB6-301CA0F625BC}"/>
                </a:ext>
              </a:extLst>
            </p:cNvPr>
            <p:cNvGrpSpPr/>
            <p:nvPr/>
          </p:nvGrpSpPr>
          <p:grpSpPr>
            <a:xfrm>
              <a:off x="357164" y="835955"/>
              <a:ext cx="454941" cy="1477033"/>
              <a:chOff x="357164" y="835955"/>
              <a:chExt cx="454941" cy="1477033"/>
            </a:xfrm>
          </p:grpSpPr>
          <p:sp>
            <p:nvSpPr>
              <p:cNvPr id="17" name="Elipse 16">
                <a:extLst>
                  <a:ext uri="{FF2B5EF4-FFF2-40B4-BE49-F238E27FC236}">
                    <a16:creationId xmlns:a16="http://schemas.microsoft.com/office/drawing/2014/main" id="{E94761DB-940A-5CCA-A8DA-FC80C7A13001}"/>
                  </a:ext>
                </a:extLst>
              </p:cNvPr>
              <p:cNvSpPr/>
              <p:nvPr/>
            </p:nvSpPr>
            <p:spPr>
              <a:xfrm>
                <a:off x="357164" y="835955"/>
                <a:ext cx="454941" cy="45494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  <p:cxnSp>
            <p:nvCxnSpPr>
              <p:cNvPr id="18" name="Conector reto 17">
                <a:extLst>
                  <a:ext uri="{FF2B5EF4-FFF2-40B4-BE49-F238E27FC236}">
                    <a16:creationId xmlns:a16="http://schemas.microsoft.com/office/drawing/2014/main" id="{4D30A96B-3840-2DFD-137A-8EF6D1DAF1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288" y="1290896"/>
                <a:ext cx="0" cy="10220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Seta: para a Direita 18">
                <a:extLst>
                  <a:ext uri="{FF2B5EF4-FFF2-40B4-BE49-F238E27FC236}">
                    <a16:creationId xmlns:a16="http://schemas.microsoft.com/office/drawing/2014/main" id="{57D8F18D-F364-CF42-5F1E-E43D464AC144}"/>
                  </a:ext>
                </a:extLst>
              </p:cNvPr>
              <p:cNvSpPr/>
              <p:nvPr/>
            </p:nvSpPr>
            <p:spPr>
              <a:xfrm>
                <a:off x="496647" y="999616"/>
                <a:ext cx="175975" cy="127619"/>
              </a:xfrm>
              <a:prstGeom prst="rightArrow">
                <a:avLst>
                  <a:gd name="adj1" fmla="val 25531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</p:grp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0DA11FC4-6D60-4E75-AD24-3F511EE093AD}"/>
                </a:ext>
              </a:extLst>
            </p:cNvPr>
            <p:cNvSpPr/>
            <p:nvPr/>
          </p:nvSpPr>
          <p:spPr>
            <a:xfrm>
              <a:off x="1041399" y="600783"/>
              <a:ext cx="10131425" cy="1113717"/>
            </a:xfrm>
            <a:prstGeom prst="roundRect">
              <a:avLst>
                <a:gd name="adj" fmla="val 1553"/>
              </a:avLst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B41B4E84-D984-18C1-1C47-1941035C8960}"/>
                </a:ext>
              </a:extLst>
            </p:cNvPr>
            <p:cNvSpPr txBox="1"/>
            <p:nvPr/>
          </p:nvSpPr>
          <p:spPr>
            <a:xfrm>
              <a:off x="1232463" y="915059"/>
              <a:ext cx="691617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500" b="1" dirty="0"/>
                <a:t>Desenvolvida pela Apache Foundation.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8D3D3392-E384-5B45-CA8C-484D2CDB4DC0}"/>
              </a:ext>
            </a:extLst>
          </p:cNvPr>
          <p:cNvGrpSpPr/>
          <p:nvPr/>
        </p:nvGrpSpPr>
        <p:grpSpPr>
          <a:xfrm>
            <a:off x="410209" y="3132740"/>
            <a:ext cx="8111745" cy="835288"/>
            <a:chOff x="357164" y="600783"/>
            <a:chExt cx="10815660" cy="1113717"/>
          </a:xfrm>
        </p:grpSpPr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15210A8F-55DD-EE8A-767A-9E7C542E6727}"/>
                </a:ext>
              </a:extLst>
            </p:cNvPr>
            <p:cNvGrpSpPr/>
            <p:nvPr/>
          </p:nvGrpSpPr>
          <p:grpSpPr>
            <a:xfrm>
              <a:off x="357164" y="835955"/>
              <a:ext cx="454941" cy="454941"/>
              <a:chOff x="357164" y="835955"/>
              <a:chExt cx="454941" cy="454941"/>
            </a:xfrm>
          </p:grpSpPr>
          <p:sp>
            <p:nvSpPr>
              <p:cNvPr id="24" name="Elipse 23">
                <a:extLst>
                  <a:ext uri="{FF2B5EF4-FFF2-40B4-BE49-F238E27FC236}">
                    <a16:creationId xmlns:a16="http://schemas.microsoft.com/office/drawing/2014/main" id="{C35A99DE-A2B6-0102-1E6E-C8BAA7E0B42B}"/>
                  </a:ext>
                </a:extLst>
              </p:cNvPr>
              <p:cNvSpPr/>
              <p:nvPr/>
            </p:nvSpPr>
            <p:spPr>
              <a:xfrm>
                <a:off x="357164" y="835955"/>
                <a:ext cx="454941" cy="45494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  <p:sp>
            <p:nvSpPr>
              <p:cNvPr id="25" name="Seta: para a Direita 24">
                <a:extLst>
                  <a:ext uri="{FF2B5EF4-FFF2-40B4-BE49-F238E27FC236}">
                    <a16:creationId xmlns:a16="http://schemas.microsoft.com/office/drawing/2014/main" id="{747959E8-707E-BF7F-DEC2-400044302054}"/>
                  </a:ext>
                </a:extLst>
              </p:cNvPr>
              <p:cNvSpPr/>
              <p:nvPr/>
            </p:nvSpPr>
            <p:spPr>
              <a:xfrm>
                <a:off x="496647" y="999616"/>
                <a:ext cx="175975" cy="127619"/>
              </a:xfrm>
              <a:prstGeom prst="rightArrow">
                <a:avLst>
                  <a:gd name="adj1" fmla="val 25531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</p:grp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25763F8-5B62-A58C-E9D2-481F8C3225CF}"/>
                </a:ext>
              </a:extLst>
            </p:cNvPr>
            <p:cNvSpPr/>
            <p:nvPr/>
          </p:nvSpPr>
          <p:spPr>
            <a:xfrm>
              <a:off x="1041399" y="600783"/>
              <a:ext cx="10131425" cy="1113717"/>
            </a:xfrm>
            <a:prstGeom prst="roundRect">
              <a:avLst>
                <a:gd name="adj" fmla="val 1553"/>
              </a:avLst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721D586-DE22-7C69-6DE0-AA198F9B6E52}"/>
                </a:ext>
              </a:extLst>
            </p:cNvPr>
            <p:cNvSpPr txBox="1"/>
            <p:nvPr/>
          </p:nvSpPr>
          <p:spPr>
            <a:xfrm>
              <a:off x="1232463" y="915059"/>
              <a:ext cx="6916176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500" b="1" dirty="0"/>
                <a:t>Aplicado no armazenamento e no processamento de dados de grandes volumes.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3196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0E3CF37E-3FC3-04A1-91AF-36515FC6D7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Uma Breve História do Apache </a:t>
            </a:r>
            <a:r>
              <a:rPr lang="pt-BR" dirty="0" err="1"/>
              <a:t>Hadoop</a:t>
            </a:r>
            <a:endParaRPr lang="pt-B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EDCD83A-3F2D-954E-658A-7A725007BC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85"/>
          <a:stretch/>
        </p:blipFill>
        <p:spPr bwMode="auto">
          <a:xfrm>
            <a:off x="1188451" y="1009290"/>
            <a:ext cx="7043306" cy="3379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0684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do Hadoop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58DF95-F189-DFAD-8D22-2F6CE9693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9897685"/>
              </p:ext>
            </p:extLst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99" y="411348"/>
            <a:ext cx="5098906" cy="1256717"/>
          </a:xfrm>
        </p:spPr>
        <p:txBody>
          <a:bodyPr anchor="b">
            <a:normAutofit/>
          </a:bodyPr>
          <a:lstStyle/>
          <a:p>
            <a:r>
              <a:rPr lang="pt-BR" sz="3000"/>
              <a:t>O que é Spark?</a:t>
            </a:r>
            <a:endParaRPr lang="pt-BR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AAF484-A660-7CDE-3E55-4889536485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426" r="32154"/>
          <a:stretch/>
        </p:blipFill>
        <p:spPr>
          <a:xfrm>
            <a:off x="20" y="10"/>
            <a:ext cx="3147352" cy="51434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80E597-DB18-419A-FA77-628DAFCFFB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084840"/>
              </p:ext>
            </p:extLst>
          </p:nvPr>
        </p:nvGraphicFramePr>
        <p:xfrm>
          <a:off x="3415300" y="1807372"/>
          <a:ext cx="5098904" cy="2778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2F426E-2296-0091-9BDB-ED5225BA6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E744E-1462-D090-5A7E-5FC8EDCD9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3299" y="367902"/>
            <a:ext cx="3968748" cy="1221582"/>
          </a:xfrm>
        </p:spPr>
        <p:txBody>
          <a:bodyPr anchor="b">
            <a:normAutofit/>
          </a:bodyPr>
          <a:lstStyle/>
          <a:p>
            <a:r>
              <a:rPr lang="pt-BR" sz="3000"/>
              <a:t>Bancos de Dados NoSQL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1A4427-E2DC-CCE4-B352-5B1DD892B5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62" r="19613"/>
          <a:stretch/>
        </p:blipFill>
        <p:spPr>
          <a:xfrm>
            <a:off x="1" y="1190"/>
            <a:ext cx="4571999" cy="5142310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79ED9F-15C7-BFE3-CCBB-E3FC60A0E0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223892"/>
              </p:ext>
            </p:extLst>
          </p:nvPr>
        </p:nvGraphicFramePr>
        <p:xfrm>
          <a:off x="4813300" y="1960959"/>
          <a:ext cx="3968747" cy="28146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96579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A arquitetura </a:t>
            </a:r>
            <a:r>
              <a:rPr lang="pt-BR" dirty="0" err="1"/>
              <a:t>Hadoop</a:t>
            </a:r>
            <a:endParaRPr lang="pt-BR" dirty="0"/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6A098C9-F2FD-9321-0DF1-A2509D27F676}"/>
              </a:ext>
            </a:extLst>
          </p:cNvPr>
          <p:cNvSpPr txBox="1"/>
          <p:nvPr/>
        </p:nvSpPr>
        <p:spPr>
          <a:xfrm>
            <a:off x="764381" y="1301033"/>
            <a:ext cx="457092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pt-BR" sz="1350" dirty="0" err="1">
                <a:solidFill>
                  <a:schemeClr val="bg2">
                    <a:lumMod val="25000"/>
                  </a:schemeClr>
                </a:solidFill>
              </a:rPr>
              <a:t>Hadoop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 possui outras distribuições, como: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07000CB-18CA-B580-152D-7A1B59995FB2}"/>
              </a:ext>
            </a:extLst>
          </p:cNvPr>
          <p:cNvSpPr txBox="1"/>
          <p:nvPr/>
        </p:nvSpPr>
        <p:spPr>
          <a:xfrm>
            <a:off x="842693" y="1726253"/>
            <a:ext cx="5588300" cy="224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Cloudera.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350" dirty="0" err="1">
                <a:solidFill>
                  <a:schemeClr val="bg2">
                    <a:lumMod val="25000"/>
                  </a:schemeClr>
                </a:solidFill>
              </a:rPr>
              <a:t>Hortonworks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350" dirty="0" err="1">
                <a:solidFill>
                  <a:schemeClr val="bg2">
                    <a:lumMod val="25000"/>
                  </a:schemeClr>
                </a:solidFill>
              </a:rPr>
              <a:t>MapR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IBM.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Microsoft Azure.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350" dirty="0" err="1">
                <a:solidFill>
                  <a:schemeClr val="bg2">
                    <a:lumMod val="25000"/>
                  </a:schemeClr>
                </a:solidFill>
              </a:rPr>
              <a:t>Amazon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 Web Services </a:t>
            </a:r>
            <a:r>
              <a:rPr lang="pt-BR" sz="1350" dirty="0" err="1">
                <a:solidFill>
                  <a:schemeClr val="bg2">
                    <a:lumMod val="25000"/>
                  </a:schemeClr>
                </a:solidFill>
              </a:rPr>
              <a:t>Elastic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350" dirty="0" err="1">
                <a:solidFill>
                  <a:schemeClr val="bg2">
                    <a:lumMod val="25000"/>
                  </a:schemeClr>
                </a:solidFill>
              </a:rPr>
              <a:t>MapReduce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pt-BR" sz="1350" dirty="0" err="1">
                <a:solidFill>
                  <a:schemeClr val="bg2">
                    <a:lumMod val="25000"/>
                  </a:schemeClr>
                </a:solidFill>
              </a:rPr>
              <a:t>Hadoop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pt-BR" sz="1350" dirty="0" err="1">
                <a:solidFill>
                  <a:schemeClr val="bg2">
                    <a:lumMod val="25000"/>
                  </a:schemeClr>
                </a:solidFill>
              </a:rPr>
              <a:t>Distribution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4425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A arquitetura </a:t>
            </a:r>
            <a:r>
              <a:rPr lang="pt-BR" dirty="0" err="1"/>
              <a:t>Hadoop</a:t>
            </a:r>
            <a:endParaRPr lang="pt-BR" dirty="0"/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6A098C9-F2FD-9321-0DF1-A2509D27F676}"/>
              </a:ext>
            </a:extLst>
          </p:cNvPr>
          <p:cNvSpPr txBox="1"/>
          <p:nvPr/>
        </p:nvSpPr>
        <p:spPr>
          <a:xfrm>
            <a:off x="764381" y="1301033"/>
            <a:ext cx="457092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Quatros componentes principais: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07000CB-18CA-B580-152D-7A1B59995FB2}"/>
              </a:ext>
            </a:extLst>
          </p:cNvPr>
          <p:cNvSpPr txBox="1"/>
          <p:nvPr/>
        </p:nvSpPr>
        <p:spPr>
          <a:xfrm>
            <a:off x="764381" y="2212204"/>
            <a:ext cx="4269132" cy="1308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350" dirty="0" err="1">
                <a:solidFill>
                  <a:schemeClr val="bg2">
                    <a:lumMod val="25000"/>
                  </a:schemeClr>
                </a:solidFill>
              </a:rPr>
              <a:t>MapReduce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 (modelo de programação paralela).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HDFS (sistema de arquivos distribuídos do </a:t>
            </a:r>
            <a:r>
              <a:rPr lang="pt-BR" sz="1350" dirty="0" err="1">
                <a:solidFill>
                  <a:schemeClr val="bg2">
                    <a:lumMod val="25000"/>
                  </a:schemeClr>
                </a:solidFill>
              </a:rPr>
              <a:t>Hadoop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).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2">
                    <a:lumMod val="25000"/>
                  </a:schemeClr>
                </a:solidFill>
              </a:rPr>
              <a:t>YARN (Yet Another Resource </a:t>
            </a:r>
            <a:r>
              <a:rPr lang="en-US" sz="1350" dirty="0" err="1">
                <a:solidFill>
                  <a:schemeClr val="bg2">
                    <a:lumMod val="25000"/>
                  </a:schemeClr>
                </a:solidFill>
              </a:rPr>
              <a:t>Negociator</a:t>
            </a:r>
            <a:r>
              <a:rPr lang="en-US" sz="1350" dirty="0">
                <a:solidFill>
                  <a:schemeClr val="bg2">
                    <a:lumMod val="25000"/>
                  </a:schemeClr>
                </a:solidFill>
              </a:rPr>
              <a:t>).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350" dirty="0">
                <a:solidFill>
                  <a:schemeClr val="bg2">
                    <a:lumMod val="25000"/>
                  </a:schemeClr>
                </a:solidFill>
                <a:latin typeface="var(--text-font-family-heading)"/>
              </a:rPr>
              <a:t>Utilitários comuns do </a:t>
            </a:r>
            <a:r>
              <a:rPr lang="pt-BR" sz="1350" dirty="0" err="1">
                <a:solidFill>
                  <a:schemeClr val="bg2">
                    <a:lumMod val="25000"/>
                  </a:schemeClr>
                </a:solidFill>
                <a:latin typeface="var(--text-font-family-heading)"/>
              </a:rPr>
              <a:t>Hadoop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  <a:latin typeface="var(--text-font-family-heading)"/>
              </a:rPr>
              <a:t> (</a:t>
            </a:r>
            <a:r>
              <a:rPr lang="pt-BR" sz="1350" dirty="0" err="1">
                <a:solidFill>
                  <a:schemeClr val="bg2">
                    <a:lumMod val="25000"/>
                  </a:schemeClr>
                </a:solidFill>
                <a:latin typeface="var(--text-font-family-heading)"/>
              </a:rPr>
              <a:t>Hadoop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  <a:latin typeface="var(--text-font-family-heading)"/>
              </a:rPr>
              <a:t> Common).</a:t>
            </a:r>
            <a:endParaRPr lang="en-US" sz="135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6F861EC-5B7A-C647-B1D6-E429037D442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5303" y="1797978"/>
            <a:ext cx="3094997" cy="204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740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A arquitetura </a:t>
            </a:r>
            <a:r>
              <a:rPr lang="pt-BR" dirty="0" err="1"/>
              <a:t>Hadoop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925059-FBBA-FE00-B0A7-1B915A9DD1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 err="1"/>
              <a:t>MapReduce</a:t>
            </a:r>
            <a:endParaRPr lang="pt-BR" dirty="0"/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6A098C9-F2FD-9321-0DF1-A2509D27F676}"/>
              </a:ext>
            </a:extLst>
          </p:cNvPr>
          <p:cNvSpPr txBox="1"/>
          <p:nvPr/>
        </p:nvSpPr>
        <p:spPr>
          <a:xfrm>
            <a:off x="774445" y="2263779"/>
            <a:ext cx="457092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Duas etapas distintas: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2C9A488-868F-E399-13E2-A445558D0B5B}"/>
              </a:ext>
            </a:extLst>
          </p:cNvPr>
          <p:cNvSpPr/>
          <p:nvPr/>
        </p:nvSpPr>
        <p:spPr>
          <a:xfrm>
            <a:off x="2403633" y="2879721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0EE896-A069-92BB-E497-0AF84816B3EC}"/>
              </a:ext>
            </a:extLst>
          </p:cNvPr>
          <p:cNvSpPr txBox="1"/>
          <p:nvPr/>
        </p:nvSpPr>
        <p:spPr>
          <a:xfrm>
            <a:off x="2403631" y="3042100"/>
            <a:ext cx="1751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Mapeamento dos dados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46B88E2-6EE6-764D-4F8E-0C1290B5698D}"/>
              </a:ext>
            </a:extLst>
          </p:cNvPr>
          <p:cNvSpPr/>
          <p:nvPr/>
        </p:nvSpPr>
        <p:spPr>
          <a:xfrm>
            <a:off x="4742898" y="2879720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F0BCCC3-4929-0B07-1715-17B83F66B86F}"/>
              </a:ext>
            </a:extLst>
          </p:cNvPr>
          <p:cNvSpPr txBox="1"/>
          <p:nvPr/>
        </p:nvSpPr>
        <p:spPr>
          <a:xfrm>
            <a:off x="4742896" y="3032179"/>
            <a:ext cx="1751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Redução dos dados</a:t>
            </a:r>
          </a:p>
        </p:txBody>
      </p:sp>
    </p:spTree>
    <p:extLst>
      <p:ext uri="{BB962C8B-B14F-4D97-AF65-F5344CB8AC3E}">
        <p14:creationId xmlns:p14="http://schemas.microsoft.com/office/powerpoint/2010/main" val="210823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A arquitetura </a:t>
            </a:r>
            <a:r>
              <a:rPr lang="pt-BR" dirty="0" err="1"/>
              <a:t>Hadoop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925059-FBBA-FE00-B0A7-1B915A9DD1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Fase de mapeamento</a:t>
            </a:r>
          </a:p>
          <a:p>
            <a:endParaRPr lang="pt-BR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1D5FD4CD-DD64-7713-D078-4C10D3CF39DF}"/>
              </a:ext>
            </a:extLst>
          </p:cNvPr>
          <p:cNvGrpSpPr/>
          <p:nvPr/>
        </p:nvGrpSpPr>
        <p:grpSpPr>
          <a:xfrm>
            <a:off x="267874" y="2082003"/>
            <a:ext cx="8111745" cy="1165804"/>
            <a:chOff x="357164" y="835955"/>
            <a:chExt cx="10815660" cy="1554405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492B85EF-63E2-DBD5-D5AD-F9241FEF52BF}"/>
                </a:ext>
              </a:extLst>
            </p:cNvPr>
            <p:cNvGrpSpPr/>
            <p:nvPr/>
          </p:nvGrpSpPr>
          <p:grpSpPr>
            <a:xfrm>
              <a:off x="357164" y="835955"/>
              <a:ext cx="454941" cy="1554405"/>
              <a:chOff x="357164" y="835955"/>
              <a:chExt cx="454941" cy="1554405"/>
            </a:xfrm>
          </p:grpSpPr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2EF591D4-A3F7-60D1-B0F3-4250741B966C}"/>
                  </a:ext>
                </a:extLst>
              </p:cNvPr>
              <p:cNvSpPr/>
              <p:nvPr/>
            </p:nvSpPr>
            <p:spPr>
              <a:xfrm>
                <a:off x="357164" y="835955"/>
                <a:ext cx="454941" cy="45494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  <p:cxnSp>
            <p:nvCxnSpPr>
              <p:cNvPr id="14" name="Conector reto 13">
                <a:extLst>
                  <a:ext uri="{FF2B5EF4-FFF2-40B4-BE49-F238E27FC236}">
                    <a16:creationId xmlns:a16="http://schemas.microsoft.com/office/drawing/2014/main" id="{2866BDD0-28E7-F761-FD66-3D2B936A4F80}"/>
                  </a:ext>
                </a:extLst>
              </p:cNvPr>
              <p:cNvCxnSpPr>
                <a:cxnSpLocks/>
                <a:endCxn id="27" idx="0"/>
              </p:cNvCxnSpPr>
              <p:nvPr/>
            </p:nvCxnSpPr>
            <p:spPr>
              <a:xfrm>
                <a:off x="587316" y="999616"/>
                <a:ext cx="0" cy="13907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Seta: para a Direita 14">
                <a:extLst>
                  <a:ext uri="{FF2B5EF4-FFF2-40B4-BE49-F238E27FC236}">
                    <a16:creationId xmlns:a16="http://schemas.microsoft.com/office/drawing/2014/main" id="{94F41B0D-4592-2108-C716-C3E220A84F5C}"/>
                  </a:ext>
                </a:extLst>
              </p:cNvPr>
              <p:cNvSpPr/>
              <p:nvPr/>
            </p:nvSpPr>
            <p:spPr>
              <a:xfrm>
                <a:off x="496647" y="999616"/>
                <a:ext cx="175975" cy="127619"/>
              </a:xfrm>
              <a:prstGeom prst="rightArrow">
                <a:avLst>
                  <a:gd name="adj1" fmla="val 25531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</p:grp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48DDD878-B507-46C0-46A3-E525DE9C6B87}"/>
                </a:ext>
              </a:extLst>
            </p:cNvPr>
            <p:cNvSpPr/>
            <p:nvPr/>
          </p:nvSpPr>
          <p:spPr>
            <a:xfrm>
              <a:off x="1041399" y="835955"/>
              <a:ext cx="10131425" cy="622079"/>
            </a:xfrm>
            <a:prstGeom prst="roundRect">
              <a:avLst>
                <a:gd name="adj" fmla="val 1553"/>
              </a:avLst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1F80C4DD-9315-87F6-B722-EBDA38D70A5F}"/>
                </a:ext>
              </a:extLst>
            </p:cNvPr>
            <p:cNvSpPr txBox="1"/>
            <p:nvPr/>
          </p:nvSpPr>
          <p:spPr>
            <a:xfrm>
              <a:off x="1232463" y="915059"/>
              <a:ext cx="691617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500" b="1" dirty="0"/>
                <a:t>Leitor de registros (</a:t>
              </a:r>
              <a:r>
                <a:rPr lang="pt-BR" sz="1500" b="1" i="1" dirty="0" err="1"/>
                <a:t>record</a:t>
              </a:r>
              <a:r>
                <a:rPr lang="pt-BR" sz="1500" b="1" i="1" dirty="0"/>
                <a:t> </a:t>
              </a:r>
              <a:r>
                <a:rPr lang="pt-BR" sz="1500" b="1" i="1" dirty="0" err="1"/>
                <a:t>reader</a:t>
              </a:r>
              <a:r>
                <a:rPr lang="pt-BR" sz="1500" b="1" dirty="0"/>
                <a:t>)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42267E78-51E1-3EC7-9673-0B0F33EAD66C}"/>
              </a:ext>
            </a:extLst>
          </p:cNvPr>
          <p:cNvGrpSpPr/>
          <p:nvPr/>
        </p:nvGrpSpPr>
        <p:grpSpPr>
          <a:xfrm>
            <a:off x="267874" y="2686139"/>
            <a:ext cx="8111745" cy="1242773"/>
            <a:chOff x="357164" y="835955"/>
            <a:chExt cx="10815660" cy="1657030"/>
          </a:xfrm>
        </p:grpSpPr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15C04120-63F5-6E5E-64CE-BB0B7307CED5}"/>
                </a:ext>
              </a:extLst>
            </p:cNvPr>
            <p:cNvGrpSpPr/>
            <p:nvPr/>
          </p:nvGrpSpPr>
          <p:grpSpPr>
            <a:xfrm>
              <a:off x="357164" y="835955"/>
              <a:ext cx="454941" cy="1657030"/>
              <a:chOff x="357164" y="835955"/>
              <a:chExt cx="454941" cy="1657030"/>
            </a:xfrm>
          </p:grpSpPr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id="{01591988-BA12-C223-4A91-00A74EF7E9F7}"/>
                  </a:ext>
                </a:extLst>
              </p:cNvPr>
              <p:cNvSpPr/>
              <p:nvPr/>
            </p:nvSpPr>
            <p:spPr>
              <a:xfrm>
                <a:off x="357164" y="835955"/>
                <a:ext cx="454941" cy="45494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  <p:cxnSp>
            <p:nvCxnSpPr>
              <p:cNvPr id="21" name="Conector reto 20">
                <a:extLst>
                  <a:ext uri="{FF2B5EF4-FFF2-40B4-BE49-F238E27FC236}">
                    <a16:creationId xmlns:a16="http://schemas.microsoft.com/office/drawing/2014/main" id="{52CE7006-112E-5F70-D4F4-2A906C4E63C9}"/>
                  </a:ext>
                </a:extLst>
              </p:cNvPr>
              <p:cNvCxnSpPr>
                <a:cxnSpLocks/>
                <a:stCxn id="27" idx="0"/>
                <a:endCxn id="34" idx="0"/>
              </p:cNvCxnSpPr>
              <p:nvPr/>
            </p:nvCxnSpPr>
            <p:spPr>
              <a:xfrm>
                <a:off x="587316" y="1584845"/>
                <a:ext cx="0" cy="90814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Seta: para a Direita 21">
                <a:extLst>
                  <a:ext uri="{FF2B5EF4-FFF2-40B4-BE49-F238E27FC236}">
                    <a16:creationId xmlns:a16="http://schemas.microsoft.com/office/drawing/2014/main" id="{185DF76B-55ED-14C6-0D9D-653165364D5A}"/>
                  </a:ext>
                </a:extLst>
              </p:cNvPr>
              <p:cNvSpPr/>
              <p:nvPr/>
            </p:nvSpPr>
            <p:spPr>
              <a:xfrm>
                <a:off x="496647" y="999616"/>
                <a:ext cx="175975" cy="127619"/>
              </a:xfrm>
              <a:prstGeom prst="rightArrow">
                <a:avLst>
                  <a:gd name="adj1" fmla="val 25531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</p:grp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94B739D6-0501-5A61-D66F-556731942FF1}"/>
                </a:ext>
              </a:extLst>
            </p:cNvPr>
            <p:cNvSpPr/>
            <p:nvPr/>
          </p:nvSpPr>
          <p:spPr>
            <a:xfrm>
              <a:off x="1041399" y="835955"/>
              <a:ext cx="10131425" cy="603319"/>
            </a:xfrm>
            <a:prstGeom prst="roundRect">
              <a:avLst>
                <a:gd name="adj" fmla="val 1553"/>
              </a:avLst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2C38605C-9647-A7B2-EB9E-77D3DB96E7D1}"/>
                </a:ext>
              </a:extLst>
            </p:cNvPr>
            <p:cNvSpPr txBox="1"/>
            <p:nvPr/>
          </p:nvSpPr>
          <p:spPr>
            <a:xfrm>
              <a:off x="1232463" y="915059"/>
              <a:ext cx="6916176" cy="430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500" b="1" dirty="0" err="1"/>
                <a:t>Mapeador</a:t>
              </a:r>
              <a:endParaRPr lang="pt-BR" sz="1500" b="1" dirty="0"/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A8ED13C-7EA8-09F9-B97F-BFB3B0A5BC71}"/>
              </a:ext>
            </a:extLst>
          </p:cNvPr>
          <p:cNvGrpSpPr/>
          <p:nvPr/>
        </p:nvGrpSpPr>
        <p:grpSpPr>
          <a:xfrm>
            <a:off x="269885" y="3247806"/>
            <a:ext cx="8111745" cy="467071"/>
            <a:chOff x="357164" y="835954"/>
            <a:chExt cx="10815660" cy="622761"/>
          </a:xfrm>
        </p:grpSpPr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00E485AA-9274-711F-FD1A-75E569768B90}"/>
                </a:ext>
              </a:extLst>
            </p:cNvPr>
            <p:cNvGrpSpPr/>
            <p:nvPr/>
          </p:nvGrpSpPr>
          <p:grpSpPr>
            <a:xfrm>
              <a:off x="357164" y="835955"/>
              <a:ext cx="454941" cy="454941"/>
              <a:chOff x="357164" y="835955"/>
              <a:chExt cx="454941" cy="454941"/>
            </a:xfrm>
          </p:grpSpPr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D6A8EAC5-A671-E880-D899-845350C7F36A}"/>
                  </a:ext>
                </a:extLst>
              </p:cNvPr>
              <p:cNvSpPr/>
              <p:nvPr/>
            </p:nvSpPr>
            <p:spPr>
              <a:xfrm>
                <a:off x="357164" y="835955"/>
                <a:ext cx="454941" cy="45494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  <p:sp>
            <p:nvSpPr>
              <p:cNvPr id="29" name="Seta: para a Direita 28">
                <a:extLst>
                  <a:ext uri="{FF2B5EF4-FFF2-40B4-BE49-F238E27FC236}">
                    <a16:creationId xmlns:a16="http://schemas.microsoft.com/office/drawing/2014/main" id="{0F4A1DC2-8252-82DB-D308-946734483A28}"/>
                  </a:ext>
                </a:extLst>
              </p:cNvPr>
              <p:cNvSpPr/>
              <p:nvPr/>
            </p:nvSpPr>
            <p:spPr>
              <a:xfrm>
                <a:off x="496647" y="999616"/>
                <a:ext cx="175975" cy="127619"/>
              </a:xfrm>
              <a:prstGeom prst="rightArrow">
                <a:avLst>
                  <a:gd name="adj1" fmla="val 25531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</p:grp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80E0995B-4ADE-A05B-9783-26CFCA77BB78}"/>
                </a:ext>
              </a:extLst>
            </p:cNvPr>
            <p:cNvSpPr/>
            <p:nvPr/>
          </p:nvSpPr>
          <p:spPr>
            <a:xfrm>
              <a:off x="1041399" y="835954"/>
              <a:ext cx="10131425" cy="622761"/>
            </a:xfrm>
            <a:prstGeom prst="roundRect">
              <a:avLst>
                <a:gd name="adj" fmla="val 1553"/>
              </a:avLst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414D875E-05A3-35E1-A47C-F07DEB4A502F}"/>
                </a:ext>
              </a:extLst>
            </p:cNvPr>
            <p:cNvSpPr txBox="1"/>
            <p:nvPr/>
          </p:nvSpPr>
          <p:spPr>
            <a:xfrm>
              <a:off x="1232463" y="915059"/>
              <a:ext cx="6916176" cy="430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500" b="1" dirty="0"/>
                <a:t>Combinador (</a:t>
              </a:r>
              <a:r>
                <a:rPr lang="pt-BR" sz="1500" b="1" i="1" dirty="0" err="1"/>
                <a:t>combiner</a:t>
              </a:r>
              <a:r>
                <a:rPr lang="pt-BR" sz="1500" b="1" dirty="0"/>
                <a:t>)</a:t>
              </a:r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1C871A7E-3A13-70F7-39C9-06C3BFABDD26}"/>
              </a:ext>
            </a:extLst>
          </p:cNvPr>
          <p:cNvGrpSpPr/>
          <p:nvPr/>
        </p:nvGrpSpPr>
        <p:grpSpPr>
          <a:xfrm>
            <a:off x="269885" y="3879630"/>
            <a:ext cx="8111745" cy="467072"/>
            <a:chOff x="357164" y="770246"/>
            <a:chExt cx="10815660" cy="622762"/>
          </a:xfrm>
        </p:grpSpPr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F701539A-D7BC-67A3-CAF7-61FBF580D0EB}"/>
                </a:ext>
              </a:extLst>
            </p:cNvPr>
            <p:cNvGrpSpPr/>
            <p:nvPr/>
          </p:nvGrpSpPr>
          <p:grpSpPr>
            <a:xfrm>
              <a:off x="357164" y="835955"/>
              <a:ext cx="454941" cy="454941"/>
              <a:chOff x="357164" y="835955"/>
              <a:chExt cx="454941" cy="454941"/>
            </a:xfrm>
          </p:grpSpPr>
          <p:sp>
            <p:nvSpPr>
              <p:cNvPr id="34" name="Elipse 33">
                <a:extLst>
                  <a:ext uri="{FF2B5EF4-FFF2-40B4-BE49-F238E27FC236}">
                    <a16:creationId xmlns:a16="http://schemas.microsoft.com/office/drawing/2014/main" id="{513755E6-92C6-A167-CEE3-A36D10038AEC}"/>
                  </a:ext>
                </a:extLst>
              </p:cNvPr>
              <p:cNvSpPr/>
              <p:nvPr/>
            </p:nvSpPr>
            <p:spPr>
              <a:xfrm>
                <a:off x="357164" y="835955"/>
                <a:ext cx="454941" cy="45494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  <p:sp>
            <p:nvSpPr>
              <p:cNvPr id="35" name="Seta: para a Direita 34">
                <a:extLst>
                  <a:ext uri="{FF2B5EF4-FFF2-40B4-BE49-F238E27FC236}">
                    <a16:creationId xmlns:a16="http://schemas.microsoft.com/office/drawing/2014/main" id="{FFD53846-FB9E-0956-0E12-FCC4DE1E92C1}"/>
                  </a:ext>
                </a:extLst>
              </p:cNvPr>
              <p:cNvSpPr/>
              <p:nvPr/>
            </p:nvSpPr>
            <p:spPr>
              <a:xfrm>
                <a:off x="496647" y="999616"/>
                <a:ext cx="175975" cy="127619"/>
              </a:xfrm>
              <a:prstGeom prst="rightArrow">
                <a:avLst>
                  <a:gd name="adj1" fmla="val 25531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</p:grpSp>
        <p:sp>
          <p:nvSpPr>
            <p:cNvPr id="32" name="Retângulo: Cantos Arredondados 31">
              <a:extLst>
                <a:ext uri="{FF2B5EF4-FFF2-40B4-BE49-F238E27FC236}">
                  <a16:creationId xmlns:a16="http://schemas.microsoft.com/office/drawing/2014/main" id="{B798FA55-56E5-EEAE-7F35-0B9A74EC7543}"/>
                </a:ext>
              </a:extLst>
            </p:cNvPr>
            <p:cNvSpPr/>
            <p:nvPr/>
          </p:nvSpPr>
          <p:spPr>
            <a:xfrm>
              <a:off x="1041399" y="770246"/>
              <a:ext cx="10131425" cy="622762"/>
            </a:xfrm>
            <a:prstGeom prst="roundRect">
              <a:avLst>
                <a:gd name="adj" fmla="val 1553"/>
              </a:avLst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F2ED7661-B5D1-11EF-FCC8-2190F1658445}"/>
                </a:ext>
              </a:extLst>
            </p:cNvPr>
            <p:cNvSpPr txBox="1"/>
            <p:nvPr/>
          </p:nvSpPr>
          <p:spPr>
            <a:xfrm>
              <a:off x="1232463" y="915059"/>
              <a:ext cx="6916176" cy="430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500" b="1" dirty="0"/>
                <a:t>Particionador</a:t>
              </a:r>
              <a:endParaRPr lang="pt-BR" sz="1500"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88464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A arquitetura </a:t>
            </a:r>
            <a:r>
              <a:rPr lang="pt-BR" dirty="0" err="1"/>
              <a:t>Hadoop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925059-FBBA-FE00-B0A7-1B915A9DD1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Fase de redução</a:t>
            </a:r>
          </a:p>
          <a:p>
            <a:endParaRPr lang="pt-BR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1D5FD4CD-DD64-7713-D078-4C10D3CF39DF}"/>
              </a:ext>
            </a:extLst>
          </p:cNvPr>
          <p:cNvGrpSpPr/>
          <p:nvPr/>
        </p:nvGrpSpPr>
        <p:grpSpPr>
          <a:xfrm>
            <a:off x="267874" y="1929673"/>
            <a:ext cx="8111745" cy="1284154"/>
            <a:chOff x="357164" y="600783"/>
            <a:chExt cx="10815660" cy="1712205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492B85EF-63E2-DBD5-D5AD-F9241FEF52BF}"/>
                </a:ext>
              </a:extLst>
            </p:cNvPr>
            <p:cNvGrpSpPr/>
            <p:nvPr/>
          </p:nvGrpSpPr>
          <p:grpSpPr>
            <a:xfrm>
              <a:off x="357164" y="835955"/>
              <a:ext cx="454941" cy="1477033"/>
              <a:chOff x="357164" y="835955"/>
              <a:chExt cx="454941" cy="1477033"/>
            </a:xfrm>
          </p:grpSpPr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2EF591D4-A3F7-60D1-B0F3-4250741B966C}"/>
                  </a:ext>
                </a:extLst>
              </p:cNvPr>
              <p:cNvSpPr/>
              <p:nvPr/>
            </p:nvSpPr>
            <p:spPr>
              <a:xfrm>
                <a:off x="357164" y="835955"/>
                <a:ext cx="454941" cy="45494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  <p:cxnSp>
            <p:nvCxnSpPr>
              <p:cNvPr id="14" name="Conector reto 13">
                <a:extLst>
                  <a:ext uri="{FF2B5EF4-FFF2-40B4-BE49-F238E27FC236}">
                    <a16:creationId xmlns:a16="http://schemas.microsoft.com/office/drawing/2014/main" id="{2866BDD0-28E7-F761-FD66-3D2B936A4F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288" y="1290896"/>
                <a:ext cx="0" cy="10220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Seta: para a Direita 14">
                <a:extLst>
                  <a:ext uri="{FF2B5EF4-FFF2-40B4-BE49-F238E27FC236}">
                    <a16:creationId xmlns:a16="http://schemas.microsoft.com/office/drawing/2014/main" id="{94F41B0D-4592-2108-C716-C3E220A84F5C}"/>
                  </a:ext>
                </a:extLst>
              </p:cNvPr>
              <p:cNvSpPr/>
              <p:nvPr/>
            </p:nvSpPr>
            <p:spPr>
              <a:xfrm>
                <a:off x="496647" y="999616"/>
                <a:ext cx="175975" cy="127619"/>
              </a:xfrm>
              <a:prstGeom prst="rightArrow">
                <a:avLst>
                  <a:gd name="adj1" fmla="val 25531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</p:grp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48DDD878-B507-46C0-46A3-E525DE9C6B87}"/>
                </a:ext>
              </a:extLst>
            </p:cNvPr>
            <p:cNvSpPr/>
            <p:nvPr/>
          </p:nvSpPr>
          <p:spPr>
            <a:xfrm>
              <a:off x="1041399" y="600783"/>
              <a:ext cx="10131425" cy="1113717"/>
            </a:xfrm>
            <a:prstGeom prst="roundRect">
              <a:avLst>
                <a:gd name="adj" fmla="val 1553"/>
              </a:avLst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1F80C4DD-9315-87F6-B722-EBDA38D70A5F}"/>
                </a:ext>
              </a:extLst>
            </p:cNvPr>
            <p:cNvSpPr txBox="1"/>
            <p:nvPr/>
          </p:nvSpPr>
          <p:spPr>
            <a:xfrm>
              <a:off x="1232463" y="915059"/>
              <a:ext cx="691617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500" b="1" dirty="0"/>
                <a:t>Embaralhamento e classificação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42267E78-51E1-3EC7-9673-0B0F33EAD66C}"/>
              </a:ext>
            </a:extLst>
          </p:cNvPr>
          <p:cNvGrpSpPr/>
          <p:nvPr/>
        </p:nvGrpSpPr>
        <p:grpSpPr>
          <a:xfrm>
            <a:off x="267874" y="2859786"/>
            <a:ext cx="8111745" cy="1284154"/>
            <a:chOff x="357164" y="600783"/>
            <a:chExt cx="10815660" cy="1712205"/>
          </a:xfrm>
        </p:grpSpPr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15C04120-63F5-6E5E-64CE-BB0B7307CED5}"/>
                </a:ext>
              </a:extLst>
            </p:cNvPr>
            <p:cNvGrpSpPr/>
            <p:nvPr/>
          </p:nvGrpSpPr>
          <p:grpSpPr>
            <a:xfrm>
              <a:off x="357164" y="835955"/>
              <a:ext cx="454941" cy="1477033"/>
              <a:chOff x="357164" y="835955"/>
              <a:chExt cx="454941" cy="1477033"/>
            </a:xfrm>
          </p:grpSpPr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id="{01591988-BA12-C223-4A91-00A74EF7E9F7}"/>
                  </a:ext>
                </a:extLst>
              </p:cNvPr>
              <p:cNvSpPr/>
              <p:nvPr/>
            </p:nvSpPr>
            <p:spPr>
              <a:xfrm>
                <a:off x="357164" y="835955"/>
                <a:ext cx="454941" cy="45494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  <p:cxnSp>
            <p:nvCxnSpPr>
              <p:cNvPr id="21" name="Conector reto 20">
                <a:extLst>
                  <a:ext uri="{FF2B5EF4-FFF2-40B4-BE49-F238E27FC236}">
                    <a16:creationId xmlns:a16="http://schemas.microsoft.com/office/drawing/2014/main" id="{52CE7006-112E-5F70-D4F4-2A906C4E63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288" y="1290896"/>
                <a:ext cx="0" cy="10220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Seta: para a Direita 21">
                <a:extLst>
                  <a:ext uri="{FF2B5EF4-FFF2-40B4-BE49-F238E27FC236}">
                    <a16:creationId xmlns:a16="http://schemas.microsoft.com/office/drawing/2014/main" id="{185DF76B-55ED-14C6-0D9D-653165364D5A}"/>
                  </a:ext>
                </a:extLst>
              </p:cNvPr>
              <p:cNvSpPr/>
              <p:nvPr/>
            </p:nvSpPr>
            <p:spPr>
              <a:xfrm>
                <a:off x="496647" y="999616"/>
                <a:ext cx="175975" cy="127619"/>
              </a:xfrm>
              <a:prstGeom prst="rightArrow">
                <a:avLst>
                  <a:gd name="adj1" fmla="val 25531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</p:grp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94B739D6-0501-5A61-D66F-556731942FF1}"/>
                </a:ext>
              </a:extLst>
            </p:cNvPr>
            <p:cNvSpPr/>
            <p:nvPr/>
          </p:nvSpPr>
          <p:spPr>
            <a:xfrm>
              <a:off x="1041399" y="600783"/>
              <a:ext cx="10131425" cy="1113717"/>
            </a:xfrm>
            <a:prstGeom prst="roundRect">
              <a:avLst>
                <a:gd name="adj" fmla="val 1553"/>
              </a:avLst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2C38605C-9647-A7B2-EB9E-77D3DB96E7D1}"/>
                </a:ext>
              </a:extLst>
            </p:cNvPr>
            <p:cNvSpPr txBox="1"/>
            <p:nvPr/>
          </p:nvSpPr>
          <p:spPr>
            <a:xfrm>
              <a:off x="1232463" y="915059"/>
              <a:ext cx="691617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500" b="1" dirty="0"/>
                <a:t>Redução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A8ED13C-7EA8-09F9-B97F-BFB3B0A5BC71}"/>
              </a:ext>
            </a:extLst>
          </p:cNvPr>
          <p:cNvGrpSpPr/>
          <p:nvPr/>
        </p:nvGrpSpPr>
        <p:grpSpPr>
          <a:xfrm>
            <a:off x="267874" y="3788153"/>
            <a:ext cx="8111745" cy="835288"/>
            <a:chOff x="357164" y="600783"/>
            <a:chExt cx="10815660" cy="1113717"/>
          </a:xfrm>
        </p:grpSpPr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00E485AA-9274-711F-FD1A-75E569768B90}"/>
                </a:ext>
              </a:extLst>
            </p:cNvPr>
            <p:cNvGrpSpPr/>
            <p:nvPr/>
          </p:nvGrpSpPr>
          <p:grpSpPr>
            <a:xfrm>
              <a:off x="357164" y="835955"/>
              <a:ext cx="454941" cy="454941"/>
              <a:chOff x="357164" y="835955"/>
              <a:chExt cx="454941" cy="454941"/>
            </a:xfrm>
          </p:grpSpPr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D6A8EAC5-A671-E880-D899-845350C7F36A}"/>
                  </a:ext>
                </a:extLst>
              </p:cNvPr>
              <p:cNvSpPr/>
              <p:nvPr/>
            </p:nvSpPr>
            <p:spPr>
              <a:xfrm>
                <a:off x="357164" y="835955"/>
                <a:ext cx="454941" cy="45494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  <p:sp>
            <p:nvSpPr>
              <p:cNvPr id="29" name="Seta: para a Direita 28">
                <a:extLst>
                  <a:ext uri="{FF2B5EF4-FFF2-40B4-BE49-F238E27FC236}">
                    <a16:creationId xmlns:a16="http://schemas.microsoft.com/office/drawing/2014/main" id="{0F4A1DC2-8252-82DB-D308-946734483A28}"/>
                  </a:ext>
                </a:extLst>
              </p:cNvPr>
              <p:cNvSpPr/>
              <p:nvPr/>
            </p:nvSpPr>
            <p:spPr>
              <a:xfrm>
                <a:off x="496647" y="999616"/>
                <a:ext cx="175975" cy="127619"/>
              </a:xfrm>
              <a:prstGeom prst="rightArrow">
                <a:avLst>
                  <a:gd name="adj1" fmla="val 25531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</p:grp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80E0995B-4ADE-A05B-9783-26CFCA77BB78}"/>
                </a:ext>
              </a:extLst>
            </p:cNvPr>
            <p:cNvSpPr/>
            <p:nvPr/>
          </p:nvSpPr>
          <p:spPr>
            <a:xfrm>
              <a:off x="1041399" y="600783"/>
              <a:ext cx="10131425" cy="1113717"/>
            </a:xfrm>
            <a:prstGeom prst="roundRect">
              <a:avLst>
                <a:gd name="adj" fmla="val 1553"/>
              </a:avLst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414D875E-05A3-35E1-A47C-F07DEB4A502F}"/>
                </a:ext>
              </a:extLst>
            </p:cNvPr>
            <p:cNvSpPr txBox="1"/>
            <p:nvPr/>
          </p:nvSpPr>
          <p:spPr>
            <a:xfrm>
              <a:off x="1232463" y="915059"/>
              <a:ext cx="691617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500" b="1" dirty="0"/>
                <a:t>Gravação da saída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9843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kern="1200">
                <a:latin typeface="+mj-lt"/>
                <a:ea typeface="+mj-ea"/>
                <a:cs typeface="+mj-cs"/>
              </a:rPr>
              <a:t>A arquitetura Hadoop</a:t>
            </a:r>
          </a:p>
          <a:p>
            <a:endParaRPr lang="pt-BR" kern="1200">
              <a:latin typeface="+mj-lt"/>
              <a:ea typeface="+mj-ea"/>
              <a:cs typeface="+mj-cs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925059-FBBA-FE00-B0A7-1B915A9DD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BR" kern="1200">
                <a:latin typeface="+mn-lt"/>
                <a:ea typeface="+mn-ea"/>
                <a:cs typeface="+mn-cs"/>
              </a:rPr>
              <a:t>HDFS (sistema de arquivos distribuídos Hadoop)</a:t>
            </a:r>
          </a:p>
          <a:p>
            <a:endParaRPr lang="pt-BR" kern="120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9" name="CaixaDeTexto 4">
            <a:extLst>
              <a:ext uri="{FF2B5EF4-FFF2-40B4-BE49-F238E27FC236}">
                <a16:creationId xmlns:a16="http://schemas.microsoft.com/office/drawing/2014/main" id="{47FDA3CD-F755-99B8-3802-A3B7F10CEC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5702919"/>
              </p:ext>
            </p:extLst>
          </p:nvPr>
        </p:nvGraphicFramePr>
        <p:xfrm>
          <a:off x="3887391" y="740569"/>
          <a:ext cx="4629150" cy="3655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194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97A95F1-F428-40BA-B037-E948289990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graphicEl>
                                              <a:dgm id="{A97A95F1-F428-40BA-B037-E948289990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graphicEl>
                                              <a:dgm id="{A97A95F1-F428-40BA-B037-E948289990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89CACCB-DEDE-4B67-BBB2-FBB20DD8BA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graphicEl>
                                              <a:dgm id="{589CACCB-DEDE-4B67-BBB2-FBB20DD8BA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graphicEl>
                                              <a:dgm id="{589CACCB-DEDE-4B67-BBB2-FBB20DD8BA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38C78B84-2C37-4D50-AC2E-AA0F87C220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graphicEl>
                                              <a:dgm id="{38C78B84-2C37-4D50-AC2E-AA0F87C220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graphicEl>
                                              <a:dgm id="{38C78B84-2C37-4D50-AC2E-AA0F87C220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3DBE507-338E-4F04-9897-C2B6B26754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graphicEl>
                                              <a:dgm id="{13DBE507-338E-4F04-9897-C2B6B26754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graphicEl>
                                              <a:dgm id="{13DBE507-338E-4F04-9897-C2B6B26754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B08454D-0101-4A31-93F9-4A8BC74067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graphicEl>
                                              <a:dgm id="{7B08454D-0101-4A31-93F9-4A8BC74067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graphicEl>
                                              <a:dgm id="{7B08454D-0101-4A31-93F9-4A8BC74067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333EEDD-6C68-48A4-8404-E3BBBF6796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>
                                            <p:graphicEl>
                                              <a:dgm id="{A333EEDD-6C68-48A4-8404-E3BBBF6796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>
                                            <p:graphicEl>
                                              <a:dgm id="{A333EEDD-6C68-48A4-8404-E3BBBF6796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0676C44-3F0E-448D-A938-22EE60840F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graphicEl>
                                              <a:dgm id="{80676C44-3F0E-448D-A938-22EE60840F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>
                                            <p:graphicEl>
                                              <a:dgm id="{80676C44-3F0E-448D-A938-22EE60840F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09C73D21-1A9D-4898-A06B-9F735B2019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>
                                            <p:graphicEl>
                                              <a:dgm id="{09C73D21-1A9D-4898-A06B-9F735B2019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>
                                            <p:graphicEl>
                                              <a:dgm id="{09C73D21-1A9D-4898-A06B-9F735B2019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8D9FD1E-784A-447D-9872-DB349E6F38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graphicEl>
                                              <a:dgm id="{18D9FD1E-784A-447D-9872-DB349E6F38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graphicEl>
                                              <a:dgm id="{18D9FD1E-784A-447D-9872-DB349E6F38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D033BC4-184F-423F-A949-141A530E44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>
                                            <p:graphicEl>
                                              <a:dgm id="{1D033BC4-184F-423F-A949-141A530E44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>
                                            <p:graphicEl>
                                              <a:dgm id="{1D033BC4-184F-423F-A949-141A530E44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8F78BA7-606D-48D4-9883-04864638F4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>
                                            <p:graphicEl>
                                              <a:dgm id="{28F78BA7-606D-48D4-9883-04864638F4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>
                                            <p:graphicEl>
                                              <a:dgm id="{28F78BA7-606D-48D4-9883-04864638F4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BBB11813-767C-4468-B9E3-2E4207928C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>
                                            <p:graphicEl>
                                              <a:dgm id="{BBB11813-767C-4468-B9E3-2E4207928C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>
                                            <p:graphicEl>
                                              <a:dgm id="{BBB11813-767C-4468-B9E3-2E4207928C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359B1B6-7110-4731-A890-02FEAE920F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>
                                            <p:graphicEl>
                                              <a:dgm id="{F359B1B6-7110-4731-A890-02FEAE920F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>
                                            <p:graphicEl>
                                              <a:dgm id="{F359B1B6-7110-4731-A890-02FEAE920F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C7D072D-45BD-4F54-A1B1-F18E130E48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>
                                            <p:graphicEl>
                                              <a:dgm id="{CC7D072D-45BD-4F54-A1B1-F18E130E48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">
                                            <p:graphicEl>
                                              <a:dgm id="{CC7D072D-45BD-4F54-A1B1-F18E130E48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3CB2D580-5356-4C8B-9DFA-DC12DD3A3C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">
                                            <p:graphicEl>
                                              <a:dgm id="{3CB2D580-5356-4C8B-9DFA-DC12DD3A3C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">
                                            <p:graphicEl>
                                              <a:dgm id="{3CB2D580-5356-4C8B-9DFA-DC12DD3A3C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797B9FA-A07D-49A1-A5CD-E4B94C2ACA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">
                                            <p:graphicEl>
                                              <a:dgm id="{7797B9FA-A07D-49A1-A5CD-E4B94C2ACA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">
                                            <p:graphicEl>
                                              <a:dgm id="{7797B9FA-A07D-49A1-A5CD-E4B94C2ACA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5B7C716-F043-4C42-A6A0-5EB81B93A0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9">
                                            <p:graphicEl>
                                              <a:dgm id="{F5B7C716-F043-4C42-A6A0-5EB81B93A0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">
                                            <p:graphicEl>
                                              <a:dgm id="{F5B7C716-F043-4C42-A6A0-5EB81B93A0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31EF0FEC-C85E-4EF0-B560-D86FA0A7DD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">
                                            <p:graphicEl>
                                              <a:dgm id="{31EF0FEC-C85E-4EF0-B560-D86FA0A7DD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">
                                            <p:graphicEl>
                                              <a:dgm id="{31EF0FEC-C85E-4EF0-B560-D86FA0A7DD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A arquitetura </a:t>
            </a:r>
            <a:r>
              <a:rPr lang="pt-BR" dirty="0" err="1"/>
              <a:t>Hadoop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925059-FBBA-FE00-B0A7-1B915A9DD1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4381" y="860601"/>
            <a:ext cx="7615238" cy="642938"/>
          </a:xfrm>
        </p:spPr>
        <p:txBody>
          <a:bodyPr/>
          <a:lstStyle/>
          <a:p>
            <a:r>
              <a:rPr lang="pt-BR" dirty="0"/>
              <a:t>HDFS (sistema de arquivos distribuídos </a:t>
            </a:r>
            <a:r>
              <a:rPr lang="pt-BR" dirty="0" err="1"/>
              <a:t>Hadoop</a:t>
            </a:r>
            <a:r>
              <a:rPr lang="pt-BR" dirty="0"/>
              <a:t>)</a:t>
            </a:r>
          </a:p>
          <a:p>
            <a:endParaRPr lang="pt-BR" dirty="0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30A976-5B91-6FAF-323C-71B90F96822B}"/>
              </a:ext>
            </a:extLst>
          </p:cNvPr>
          <p:cNvSpPr/>
          <p:nvPr/>
        </p:nvSpPr>
        <p:spPr>
          <a:xfrm>
            <a:off x="1016704" y="1903072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F2CA4D8-1152-5F0E-FB72-6EF6D67DD914}"/>
              </a:ext>
            </a:extLst>
          </p:cNvPr>
          <p:cNvSpPr txBox="1"/>
          <p:nvPr/>
        </p:nvSpPr>
        <p:spPr>
          <a:xfrm>
            <a:off x="1016702" y="2065450"/>
            <a:ext cx="1751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 err="1"/>
              <a:t>NameNode</a:t>
            </a:r>
            <a:endParaRPr lang="pt-BR" sz="1200" b="1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BC6CF07-AAF1-8FE3-6E51-2D25E7793652}"/>
              </a:ext>
            </a:extLst>
          </p:cNvPr>
          <p:cNvSpPr/>
          <p:nvPr/>
        </p:nvSpPr>
        <p:spPr>
          <a:xfrm>
            <a:off x="3355969" y="1903071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0431400-493C-59E4-AF63-CC761268B9CA}"/>
              </a:ext>
            </a:extLst>
          </p:cNvPr>
          <p:cNvSpPr txBox="1"/>
          <p:nvPr/>
        </p:nvSpPr>
        <p:spPr>
          <a:xfrm>
            <a:off x="3355967" y="2055530"/>
            <a:ext cx="1751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Metadados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45076F4-80AE-35CB-039E-3E0ED3CC0F78}"/>
              </a:ext>
            </a:extLst>
          </p:cNvPr>
          <p:cNvSpPr/>
          <p:nvPr/>
        </p:nvSpPr>
        <p:spPr>
          <a:xfrm>
            <a:off x="5695232" y="1903071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2AD5BF8-28F9-5152-3836-53EAD46ECDEB}"/>
              </a:ext>
            </a:extLst>
          </p:cNvPr>
          <p:cNvSpPr txBox="1"/>
          <p:nvPr/>
        </p:nvSpPr>
        <p:spPr>
          <a:xfrm>
            <a:off x="5695230" y="2053909"/>
            <a:ext cx="1751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 err="1"/>
              <a:t>DataNode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2699633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A arquitetura </a:t>
            </a:r>
            <a:r>
              <a:rPr lang="pt-BR" dirty="0" err="1"/>
              <a:t>Hadoop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925059-FBBA-FE00-B0A7-1B915A9DD1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4381" y="860601"/>
            <a:ext cx="7615238" cy="642938"/>
          </a:xfrm>
        </p:spPr>
        <p:txBody>
          <a:bodyPr/>
          <a:lstStyle/>
          <a:p>
            <a:r>
              <a:rPr lang="en-US" dirty="0"/>
              <a:t>YARN (Yet Another Resource </a:t>
            </a:r>
            <a:r>
              <a:rPr lang="en-US" dirty="0" err="1"/>
              <a:t>Negociator</a:t>
            </a:r>
            <a:r>
              <a:rPr lang="en-US" dirty="0"/>
              <a:t>)</a:t>
            </a:r>
          </a:p>
          <a:p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BC32E1C-778C-F4CD-1D0E-105BD5CD4346}"/>
              </a:ext>
            </a:extLst>
          </p:cNvPr>
          <p:cNvSpPr txBox="1"/>
          <p:nvPr/>
        </p:nvSpPr>
        <p:spPr>
          <a:xfrm>
            <a:off x="764381" y="1313616"/>
            <a:ext cx="782105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YARN é o componente estrutural sobre o qual funciona o </a:t>
            </a:r>
            <a:r>
              <a:rPr lang="pt-BR" sz="1350" dirty="0" err="1">
                <a:solidFill>
                  <a:schemeClr val="bg2">
                    <a:lumMod val="25000"/>
                  </a:schemeClr>
                </a:solidFill>
              </a:rPr>
              <a:t>MapReduce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. Ele realiza duas operações distintas: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1E7D63D-C4A8-DC97-00B4-936C9F51A706}"/>
              </a:ext>
            </a:extLst>
          </p:cNvPr>
          <p:cNvSpPr/>
          <p:nvPr/>
        </p:nvSpPr>
        <p:spPr>
          <a:xfrm>
            <a:off x="2491821" y="2161865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7BA25C6-1579-33FD-D114-E4FF85E2EAEE}"/>
              </a:ext>
            </a:extLst>
          </p:cNvPr>
          <p:cNvSpPr txBox="1"/>
          <p:nvPr/>
        </p:nvSpPr>
        <p:spPr>
          <a:xfrm>
            <a:off x="2491820" y="2302423"/>
            <a:ext cx="1751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/>
              <a:t>Agendamento de tarefas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6942879-3943-603D-1D13-313FD9E13363}"/>
              </a:ext>
            </a:extLst>
          </p:cNvPr>
          <p:cNvSpPr/>
          <p:nvPr/>
        </p:nvSpPr>
        <p:spPr>
          <a:xfrm>
            <a:off x="4521185" y="2161865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3137FE3-EAC4-67AD-61D1-EBCDD633E358}"/>
              </a:ext>
            </a:extLst>
          </p:cNvPr>
          <p:cNvSpPr txBox="1"/>
          <p:nvPr/>
        </p:nvSpPr>
        <p:spPr>
          <a:xfrm>
            <a:off x="4521184" y="2161865"/>
            <a:ext cx="1751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Gerenciamento de recursos - </a:t>
            </a:r>
            <a:r>
              <a:rPr lang="pt-BR" sz="1200" b="1" dirty="0" err="1"/>
              <a:t>ResourceManager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87682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kern="1200">
                <a:latin typeface="+mj-lt"/>
                <a:ea typeface="+mj-ea"/>
                <a:cs typeface="+mj-cs"/>
              </a:rPr>
              <a:t>A arquitetura Hadoop</a:t>
            </a:r>
          </a:p>
          <a:p>
            <a:endParaRPr lang="pt-BR" kern="1200">
              <a:latin typeface="+mj-lt"/>
              <a:ea typeface="+mj-ea"/>
              <a:cs typeface="+mj-cs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925059-FBBA-FE00-B0A7-1B915A9DD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BR" kern="1200">
                <a:latin typeface="+mn-lt"/>
                <a:ea typeface="+mn-ea"/>
                <a:cs typeface="+mn-cs"/>
              </a:rPr>
              <a:t>Utilitários comuns do Hadoop (Hadoop Common)</a:t>
            </a:r>
          </a:p>
          <a:p>
            <a:endParaRPr lang="pt-BR" kern="120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9" name="CaixaDeTexto 2">
            <a:extLst>
              <a:ext uri="{FF2B5EF4-FFF2-40B4-BE49-F238E27FC236}">
                <a16:creationId xmlns:a16="http://schemas.microsoft.com/office/drawing/2014/main" id="{44BF237A-3C06-DA02-7368-6B528C348E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2185930"/>
              </p:ext>
            </p:extLst>
          </p:nvPr>
        </p:nvGraphicFramePr>
        <p:xfrm>
          <a:off x="3887391" y="740569"/>
          <a:ext cx="4629150" cy="3655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033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68A9BCA-316A-4446-8343-0FB2E626E7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graphicEl>
                                              <a:dgm id="{A68A9BCA-316A-4446-8343-0FB2E626E7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6B4BCAD4-BC72-4A17-A537-AA26B887DB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>
                                            <p:graphicEl>
                                              <a:dgm id="{6B4BCAD4-BC72-4A17-A537-AA26B887DB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98A9133-7D8C-4798-AB96-5AF105B4E8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>
                                            <p:graphicEl>
                                              <a:dgm id="{298A9133-7D8C-4798-AB96-5AF105B4E8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A15CC20-7BBE-4775-8383-5D9914E87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>
                                            <p:graphicEl>
                                              <a:dgm id="{8A15CC20-7BBE-4775-8383-5D9914E87A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31E34B9-2213-44C4-B01E-E6C0FED70E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>
                                            <p:graphicEl>
                                              <a:dgm id="{831E34B9-2213-44C4-B01E-E6C0FED70E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BD733112-37FA-490A-B5AA-4D4C6101B5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>
                                            <p:graphicEl>
                                              <a:dgm id="{BD733112-37FA-490A-B5AA-4D4C6101B5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8C6EC88-84F2-4C8B-B8BC-782B97C9F7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">
                                            <p:graphicEl>
                                              <a:dgm id="{78C6EC88-84F2-4C8B-B8BC-782B97C9F7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80D95D5-16F2-4BCB-8E44-38FD5C2DE4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>
                                            <p:graphicEl>
                                              <a:dgm id="{A80D95D5-16F2-4BCB-8E44-38FD5C2DE4E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D45AF0AD-0881-44EC-B3BA-4DCAD8D9B7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">
                                            <p:graphicEl>
                                              <a:dgm id="{D45AF0AD-0881-44EC-B3BA-4DCAD8D9B7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8EEE49F-E70C-4AE5-B005-0E2FF006A7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">
                                            <p:graphicEl>
                                              <a:dgm id="{48EEE49F-E70C-4AE5-B005-0E2FF006A7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54EE0C7-7C53-4051-999E-1AB7928CDE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">
                                            <p:graphicEl>
                                              <a:dgm id="{E54EE0C7-7C53-4051-999E-1AB7928CDE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89EDCA1-7CDB-4960-B5BB-7CA14D24E3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">
                                            <p:graphicEl>
                                              <a:dgm id="{C89EDCA1-7CDB-4960-B5BB-7CA14D24E3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B035A345-B8BC-4E6F-A8AD-E2BF12865C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">
                                            <p:graphicEl>
                                              <a:dgm id="{B035A345-B8BC-4E6F-A8AD-E2BF12865C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66EC0396-E93A-41CC-9407-B38D65442C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9">
                                            <p:graphicEl>
                                              <a:dgm id="{66EC0396-E93A-41CC-9407-B38D65442C1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34024000-71A2-4713-BDF3-907FAC80B4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>
                                            <p:graphicEl>
                                              <a:dgm id="{34024000-71A2-4713-BDF3-907FAC80B45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Vantagens e desvantagens do </a:t>
            </a:r>
            <a:r>
              <a:rPr lang="pt-BR" dirty="0" err="1"/>
              <a:t>Hadoop</a:t>
            </a:r>
            <a:endParaRPr lang="pt-BR" dirty="0"/>
          </a:p>
          <a:p>
            <a:endParaRPr lang="pt-BR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BFB8DADF-88E4-31CB-B755-EBA44AF4F738}"/>
              </a:ext>
            </a:extLst>
          </p:cNvPr>
          <p:cNvGrpSpPr/>
          <p:nvPr/>
        </p:nvGrpSpPr>
        <p:grpSpPr>
          <a:xfrm>
            <a:off x="442559" y="1348021"/>
            <a:ext cx="8111745" cy="1284154"/>
            <a:chOff x="357164" y="600783"/>
            <a:chExt cx="10815660" cy="1712205"/>
          </a:xfrm>
        </p:grpSpPr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38C092D6-FDE5-7036-B1E6-52360673931E}"/>
                </a:ext>
              </a:extLst>
            </p:cNvPr>
            <p:cNvGrpSpPr/>
            <p:nvPr/>
          </p:nvGrpSpPr>
          <p:grpSpPr>
            <a:xfrm>
              <a:off x="357164" y="835955"/>
              <a:ext cx="454941" cy="1477033"/>
              <a:chOff x="357164" y="835955"/>
              <a:chExt cx="454941" cy="1477033"/>
            </a:xfrm>
          </p:grpSpPr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DE360DD2-AEEA-FAB1-E73B-D6E83FABE88E}"/>
                  </a:ext>
                </a:extLst>
              </p:cNvPr>
              <p:cNvSpPr/>
              <p:nvPr/>
            </p:nvSpPr>
            <p:spPr>
              <a:xfrm>
                <a:off x="357164" y="835955"/>
                <a:ext cx="454941" cy="45494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  <p:cxnSp>
            <p:nvCxnSpPr>
              <p:cNvPr id="11" name="Conector reto 10">
                <a:extLst>
                  <a:ext uri="{FF2B5EF4-FFF2-40B4-BE49-F238E27FC236}">
                    <a16:creationId xmlns:a16="http://schemas.microsoft.com/office/drawing/2014/main" id="{1446B915-3AF5-F6EF-FB63-432A16C799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288" y="1290896"/>
                <a:ext cx="0" cy="10220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Seta: para a Direita 11">
                <a:extLst>
                  <a:ext uri="{FF2B5EF4-FFF2-40B4-BE49-F238E27FC236}">
                    <a16:creationId xmlns:a16="http://schemas.microsoft.com/office/drawing/2014/main" id="{634FE7C3-C5DC-3CD9-CB79-0B55C8F23903}"/>
                  </a:ext>
                </a:extLst>
              </p:cNvPr>
              <p:cNvSpPr/>
              <p:nvPr/>
            </p:nvSpPr>
            <p:spPr>
              <a:xfrm>
                <a:off x="496647" y="999616"/>
                <a:ext cx="175975" cy="127619"/>
              </a:xfrm>
              <a:prstGeom prst="rightArrow">
                <a:avLst>
                  <a:gd name="adj1" fmla="val 25531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</p:grp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27AEF5B9-EA07-28D6-8275-F85F4FE97121}"/>
                </a:ext>
              </a:extLst>
            </p:cNvPr>
            <p:cNvSpPr/>
            <p:nvPr/>
          </p:nvSpPr>
          <p:spPr>
            <a:xfrm>
              <a:off x="1041399" y="600783"/>
              <a:ext cx="10131425" cy="1113717"/>
            </a:xfrm>
            <a:prstGeom prst="roundRect">
              <a:avLst>
                <a:gd name="adj" fmla="val 1553"/>
              </a:avLst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971718B5-7157-0E82-3AD1-2F30F998C27E}"/>
                </a:ext>
              </a:extLst>
            </p:cNvPr>
            <p:cNvSpPr txBox="1"/>
            <p:nvPr/>
          </p:nvSpPr>
          <p:spPr>
            <a:xfrm>
              <a:off x="1232463" y="915059"/>
              <a:ext cx="691617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500" b="1" dirty="0"/>
                <a:t>Necessidade de estudo para desenvolver projetos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9CDFD200-94F4-B7D2-1AF6-CBD42BAA5FD9}"/>
              </a:ext>
            </a:extLst>
          </p:cNvPr>
          <p:cNvGrpSpPr/>
          <p:nvPr/>
        </p:nvGrpSpPr>
        <p:grpSpPr>
          <a:xfrm>
            <a:off x="442559" y="2278134"/>
            <a:ext cx="8111745" cy="1284154"/>
            <a:chOff x="357164" y="600783"/>
            <a:chExt cx="10815660" cy="1712205"/>
          </a:xfrm>
        </p:grpSpPr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095B891C-A8B6-BD17-4C46-D169C8074385}"/>
                </a:ext>
              </a:extLst>
            </p:cNvPr>
            <p:cNvGrpSpPr/>
            <p:nvPr/>
          </p:nvGrpSpPr>
          <p:grpSpPr>
            <a:xfrm>
              <a:off x="357164" y="835955"/>
              <a:ext cx="454941" cy="1477033"/>
              <a:chOff x="357164" y="835955"/>
              <a:chExt cx="454941" cy="1477033"/>
            </a:xfrm>
          </p:grpSpPr>
          <p:sp>
            <p:nvSpPr>
              <p:cNvPr id="17" name="Elipse 16">
                <a:extLst>
                  <a:ext uri="{FF2B5EF4-FFF2-40B4-BE49-F238E27FC236}">
                    <a16:creationId xmlns:a16="http://schemas.microsoft.com/office/drawing/2014/main" id="{1EBEA0E8-3EDF-8628-526E-88E0E190BDD3}"/>
                  </a:ext>
                </a:extLst>
              </p:cNvPr>
              <p:cNvSpPr/>
              <p:nvPr/>
            </p:nvSpPr>
            <p:spPr>
              <a:xfrm>
                <a:off x="357164" y="835955"/>
                <a:ext cx="454941" cy="45494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  <p:cxnSp>
            <p:nvCxnSpPr>
              <p:cNvPr id="18" name="Conector reto 17">
                <a:extLst>
                  <a:ext uri="{FF2B5EF4-FFF2-40B4-BE49-F238E27FC236}">
                    <a16:creationId xmlns:a16="http://schemas.microsoft.com/office/drawing/2014/main" id="{6FBB52EB-4D9A-DE12-808C-599AFA9E09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288" y="1290896"/>
                <a:ext cx="0" cy="10220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Seta: para a Direita 18">
                <a:extLst>
                  <a:ext uri="{FF2B5EF4-FFF2-40B4-BE49-F238E27FC236}">
                    <a16:creationId xmlns:a16="http://schemas.microsoft.com/office/drawing/2014/main" id="{38E1B22A-1B12-2975-2D1A-C82E5E4FEE78}"/>
                  </a:ext>
                </a:extLst>
              </p:cNvPr>
              <p:cNvSpPr/>
              <p:nvPr/>
            </p:nvSpPr>
            <p:spPr>
              <a:xfrm>
                <a:off x="496647" y="999616"/>
                <a:ext cx="175975" cy="127619"/>
              </a:xfrm>
              <a:prstGeom prst="rightArrow">
                <a:avLst>
                  <a:gd name="adj1" fmla="val 25531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</p:grp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1CB196D0-0F7A-B09A-8B91-E2482A11C6BA}"/>
                </a:ext>
              </a:extLst>
            </p:cNvPr>
            <p:cNvSpPr/>
            <p:nvPr/>
          </p:nvSpPr>
          <p:spPr>
            <a:xfrm>
              <a:off x="1041399" y="600783"/>
              <a:ext cx="10131425" cy="1113717"/>
            </a:xfrm>
            <a:prstGeom prst="roundRect">
              <a:avLst>
                <a:gd name="adj" fmla="val 1553"/>
              </a:avLst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E2629EF8-6F05-8490-423E-9C7CBDE4A0FE}"/>
                </a:ext>
              </a:extLst>
            </p:cNvPr>
            <p:cNvSpPr txBox="1"/>
            <p:nvPr/>
          </p:nvSpPr>
          <p:spPr>
            <a:xfrm>
              <a:off x="1232463" y="915059"/>
              <a:ext cx="6916176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500" b="1" dirty="0"/>
                <a:t>Aplicações de Big Data fazem parte do nosso cotidiano</a:t>
              </a:r>
            </a:p>
            <a:p>
              <a:endParaRPr lang="pt-BR" sz="1500" b="1" dirty="0"/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282FD66A-3E7F-A045-E658-02683A0CC301}"/>
              </a:ext>
            </a:extLst>
          </p:cNvPr>
          <p:cNvGrpSpPr/>
          <p:nvPr/>
        </p:nvGrpSpPr>
        <p:grpSpPr>
          <a:xfrm>
            <a:off x="442559" y="3206501"/>
            <a:ext cx="8111745" cy="835288"/>
            <a:chOff x="357164" y="600783"/>
            <a:chExt cx="10815660" cy="1113717"/>
          </a:xfrm>
        </p:grpSpPr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71A8177D-4E89-9CCB-9DBE-B0C0D04A2FEA}"/>
                </a:ext>
              </a:extLst>
            </p:cNvPr>
            <p:cNvGrpSpPr/>
            <p:nvPr/>
          </p:nvGrpSpPr>
          <p:grpSpPr>
            <a:xfrm>
              <a:off x="357164" y="835955"/>
              <a:ext cx="454941" cy="454941"/>
              <a:chOff x="357164" y="835955"/>
              <a:chExt cx="454941" cy="454941"/>
            </a:xfrm>
          </p:grpSpPr>
          <p:sp>
            <p:nvSpPr>
              <p:cNvPr id="24" name="Elipse 23">
                <a:extLst>
                  <a:ext uri="{FF2B5EF4-FFF2-40B4-BE49-F238E27FC236}">
                    <a16:creationId xmlns:a16="http://schemas.microsoft.com/office/drawing/2014/main" id="{4A8DEE94-14A7-05E5-7EE8-A24938E035B9}"/>
                  </a:ext>
                </a:extLst>
              </p:cNvPr>
              <p:cNvSpPr/>
              <p:nvPr/>
            </p:nvSpPr>
            <p:spPr>
              <a:xfrm>
                <a:off x="357164" y="835955"/>
                <a:ext cx="454941" cy="45494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  <p:sp>
            <p:nvSpPr>
              <p:cNvPr id="25" name="Seta: para a Direita 24">
                <a:extLst>
                  <a:ext uri="{FF2B5EF4-FFF2-40B4-BE49-F238E27FC236}">
                    <a16:creationId xmlns:a16="http://schemas.microsoft.com/office/drawing/2014/main" id="{28E2985D-70BB-80D8-37E9-1A4FCFAEFC21}"/>
                  </a:ext>
                </a:extLst>
              </p:cNvPr>
              <p:cNvSpPr/>
              <p:nvPr/>
            </p:nvSpPr>
            <p:spPr>
              <a:xfrm>
                <a:off x="496647" y="999616"/>
                <a:ext cx="175975" cy="127619"/>
              </a:xfrm>
              <a:prstGeom prst="rightArrow">
                <a:avLst>
                  <a:gd name="adj1" fmla="val 25531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</p:grp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14788540-1C74-0382-08D1-CAFF91C2AEC2}"/>
                </a:ext>
              </a:extLst>
            </p:cNvPr>
            <p:cNvSpPr/>
            <p:nvPr/>
          </p:nvSpPr>
          <p:spPr>
            <a:xfrm>
              <a:off x="1041399" y="600783"/>
              <a:ext cx="10131425" cy="1113717"/>
            </a:xfrm>
            <a:prstGeom prst="roundRect">
              <a:avLst>
                <a:gd name="adj" fmla="val 1553"/>
              </a:avLst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ECE83725-E905-883B-E569-474F04ACE056}"/>
                </a:ext>
              </a:extLst>
            </p:cNvPr>
            <p:cNvSpPr txBox="1"/>
            <p:nvPr/>
          </p:nvSpPr>
          <p:spPr>
            <a:xfrm>
              <a:off x="1232463" y="915059"/>
              <a:ext cx="691617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500" b="1" dirty="0"/>
                <a:t>Investimento na compreensão das tecnologias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7346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Vantagens e desvantagens do </a:t>
            </a:r>
            <a:r>
              <a:rPr lang="pt-BR" dirty="0" err="1"/>
              <a:t>Hadoop</a:t>
            </a:r>
            <a:endParaRPr lang="pt-BR" dirty="0"/>
          </a:p>
          <a:p>
            <a:endParaRPr lang="pt-BR" dirty="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A9F859C-27E1-D080-8C6E-F6473632BA09}"/>
              </a:ext>
            </a:extLst>
          </p:cNvPr>
          <p:cNvSpPr/>
          <p:nvPr/>
        </p:nvSpPr>
        <p:spPr>
          <a:xfrm>
            <a:off x="1378071" y="1856836"/>
            <a:ext cx="2730260" cy="205899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FBEC912C-973F-109A-AAD7-B7072350F348}"/>
              </a:ext>
            </a:extLst>
          </p:cNvPr>
          <p:cNvSpPr txBox="1"/>
          <p:nvPr/>
        </p:nvSpPr>
        <p:spPr>
          <a:xfrm>
            <a:off x="2113001" y="2300960"/>
            <a:ext cx="164171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/>
              <a:t>Escalabilidade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/>
              <a:t>Redução de custos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/>
              <a:t>Flexibilidade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/>
              <a:t>Velocidade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/>
              <a:t>Tolerância a falhas</a:t>
            </a:r>
          </a:p>
        </p:txBody>
      </p:sp>
      <p:sp>
        <p:nvSpPr>
          <p:cNvPr id="38" name="Seta: para Cima 37">
            <a:extLst>
              <a:ext uri="{FF2B5EF4-FFF2-40B4-BE49-F238E27FC236}">
                <a16:creationId xmlns:a16="http://schemas.microsoft.com/office/drawing/2014/main" id="{008F308F-3AE4-8C0D-CBF3-1BF2ACAF1294}"/>
              </a:ext>
            </a:extLst>
          </p:cNvPr>
          <p:cNvSpPr/>
          <p:nvPr/>
        </p:nvSpPr>
        <p:spPr>
          <a:xfrm>
            <a:off x="1708031" y="2076810"/>
            <a:ext cx="407598" cy="448301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26D82075-F074-7C42-FBAF-6D6F7EAD3070}"/>
              </a:ext>
            </a:extLst>
          </p:cNvPr>
          <p:cNvSpPr/>
          <p:nvPr/>
        </p:nvSpPr>
        <p:spPr>
          <a:xfrm>
            <a:off x="4701397" y="1856836"/>
            <a:ext cx="2730260" cy="205899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2EA7DAA-0EF5-60B9-C0E5-4814BD231FB4}"/>
              </a:ext>
            </a:extLst>
          </p:cNvPr>
          <p:cNvSpPr txBox="1"/>
          <p:nvPr/>
        </p:nvSpPr>
        <p:spPr>
          <a:xfrm>
            <a:off x="5534653" y="2193835"/>
            <a:ext cx="22269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/>
              <a:t>Preocupações de segurança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/>
              <a:t>Vulnerabilidade intrínseca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/>
              <a:t>Não é adequado para dados pequenos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/>
              <a:t>Problemas de estabilidade</a:t>
            </a:r>
          </a:p>
        </p:txBody>
      </p:sp>
      <p:sp>
        <p:nvSpPr>
          <p:cNvPr id="41" name="Seta: para Cima 40">
            <a:extLst>
              <a:ext uri="{FF2B5EF4-FFF2-40B4-BE49-F238E27FC236}">
                <a16:creationId xmlns:a16="http://schemas.microsoft.com/office/drawing/2014/main" id="{52785D19-6469-F3B5-25B9-40FDBE9B5809}"/>
              </a:ext>
            </a:extLst>
          </p:cNvPr>
          <p:cNvSpPr/>
          <p:nvPr/>
        </p:nvSpPr>
        <p:spPr>
          <a:xfrm rot="10800000">
            <a:off x="5031357" y="2076810"/>
            <a:ext cx="407598" cy="448301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</p:spTree>
    <p:extLst>
      <p:ext uri="{BB962C8B-B14F-4D97-AF65-F5344CB8AC3E}">
        <p14:creationId xmlns:p14="http://schemas.microsoft.com/office/powerpoint/2010/main" val="300937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HDFS versus RDBMS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2C9B348-F2A3-953B-93DF-BEC2C1844BDE}"/>
              </a:ext>
            </a:extLst>
          </p:cNvPr>
          <p:cNvSpPr txBox="1"/>
          <p:nvPr/>
        </p:nvSpPr>
        <p:spPr>
          <a:xfrm>
            <a:off x="828194" y="1519238"/>
            <a:ext cx="6998718" cy="224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Aplicações de Big Data no cotidiano.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Grande volume e velocidade de dados de várias fontes.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Agrega valor à solução, com a identificação de padrões e a descoberta de conhecimento para dar suporte à tomada de decisão.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Sistema de gerenciamento de arquivos distribuídos.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HDFS.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350" dirty="0" err="1">
                <a:solidFill>
                  <a:schemeClr val="bg2">
                    <a:lumMod val="25000"/>
                  </a:schemeClr>
                </a:solidFill>
              </a:rPr>
              <a:t>MapReduce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23991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HDFS versus RDBMS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C22204-41C2-A04F-FBC2-BF4401838A2F}"/>
              </a:ext>
            </a:extLst>
          </p:cNvPr>
          <p:cNvSpPr txBox="1"/>
          <p:nvPr/>
        </p:nvSpPr>
        <p:spPr>
          <a:xfrm>
            <a:off x="764381" y="1081087"/>
            <a:ext cx="457092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Seguintes componentes do ecossistema do </a:t>
            </a:r>
            <a:r>
              <a:rPr lang="pt-BR" sz="1350" dirty="0" err="1">
                <a:solidFill>
                  <a:schemeClr val="bg2">
                    <a:lumMod val="25000"/>
                  </a:schemeClr>
                </a:solidFill>
              </a:rPr>
              <a:t>Hadoop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: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F676DDB-59EE-71EE-2F33-78C13EBCBF61}"/>
              </a:ext>
            </a:extLst>
          </p:cNvPr>
          <p:cNvSpPr/>
          <p:nvPr/>
        </p:nvSpPr>
        <p:spPr>
          <a:xfrm>
            <a:off x="1378071" y="2147977"/>
            <a:ext cx="2018581" cy="17678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3A95AC-C95B-DA9A-DB35-6E865B5F2999}"/>
              </a:ext>
            </a:extLst>
          </p:cNvPr>
          <p:cNvSpPr txBox="1"/>
          <p:nvPr/>
        </p:nvSpPr>
        <p:spPr>
          <a:xfrm>
            <a:off x="1555989" y="2443282"/>
            <a:ext cx="16627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/>
              <a:t>HDFS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/>
              <a:t>YARN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 err="1"/>
              <a:t>MapReduce</a:t>
            </a:r>
            <a:endParaRPr lang="pt-BR" sz="1200" b="1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/>
              <a:t>Spark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/>
              <a:t>PIG, HIVE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 err="1"/>
              <a:t>HBase</a:t>
            </a:r>
            <a:endParaRPr lang="pt-BR" sz="1200" b="1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D2CD265-DFAE-9543-6363-BE7C95EC6AB4}"/>
              </a:ext>
            </a:extLst>
          </p:cNvPr>
          <p:cNvSpPr/>
          <p:nvPr/>
        </p:nvSpPr>
        <p:spPr>
          <a:xfrm>
            <a:off x="3925020" y="2147977"/>
            <a:ext cx="2018581" cy="17678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A08AD81-1C83-94F9-71C8-63BF667FBA87}"/>
              </a:ext>
            </a:extLst>
          </p:cNvPr>
          <p:cNvSpPr txBox="1"/>
          <p:nvPr/>
        </p:nvSpPr>
        <p:spPr>
          <a:xfrm>
            <a:off x="4102938" y="2416201"/>
            <a:ext cx="16627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 err="1"/>
              <a:t>Mahout</a:t>
            </a:r>
            <a:r>
              <a:rPr lang="pt-BR" sz="1200" b="1" dirty="0"/>
              <a:t>, Spark </a:t>
            </a:r>
            <a:r>
              <a:rPr lang="pt-BR" sz="1200" b="1" dirty="0" err="1"/>
              <a:t>Mllib</a:t>
            </a:r>
            <a:endParaRPr lang="pt-BR" sz="1200" b="1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/>
              <a:t>Apache </a:t>
            </a:r>
            <a:r>
              <a:rPr lang="pt-BR" sz="1200" b="1" dirty="0" err="1"/>
              <a:t>Drill</a:t>
            </a:r>
            <a:endParaRPr lang="pt-BR" sz="1200" b="1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 err="1"/>
              <a:t>Zookeeper</a:t>
            </a:r>
            <a:endParaRPr lang="pt-BR" sz="1200" b="1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 err="1"/>
              <a:t>Oozie</a:t>
            </a:r>
            <a:endParaRPr lang="pt-BR" sz="1200" b="1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 err="1"/>
              <a:t>Flume</a:t>
            </a:r>
            <a:r>
              <a:rPr lang="pt-BR" sz="1200" b="1" dirty="0"/>
              <a:t>, </a:t>
            </a:r>
            <a:r>
              <a:rPr lang="pt-BR" sz="1200" b="1" dirty="0" err="1"/>
              <a:t>Sqoop</a:t>
            </a:r>
            <a:endParaRPr lang="pt-BR" sz="1200" b="1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 err="1"/>
              <a:t>Solr</a:t>
            </a:r>
            <a:r>
              <a:rPr lang="pt-BR" sz="1200" b="1" dirty="0"/>
              <a:t> &amp; </a:t>
            </a:r>
            <a:r>
              <a:rPr lang="pt-BR" sz="1200" b="1" dirty="0" err="1"/>
              <a:t>Lucene</a:t>
            </a:r>
            <a:endParaRPr lang="pt-BR" sz="1200" b="1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b="1" dirty="0" err="1"/>
              <a:t>Ambari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5641962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Diferenças entre o HDFS e o RDBMS</a:t>
            </a:r>
          </a:p>
          <a:p>
            <a:endParaRPr lang="pt-BR" dirty="0"/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5DDBB74-2A7A-E63E-CB64-62E40A6CF771}"/>
              </a:ext>
            </a:extLst>
          </p:cNvPr>
          <p:cNvGrpSpPr/>
          <p:nvPr/>
        </p:nvGrpSpPr>
        <p:grpSpPr>
          <a:xfrm>
            <a:off x="1650921" y="1312420"/>
            <a:ext cx="5842159" cy="2600582"/>
            <a:chOff x="2201227" y="1749894"/>
            <a:chExt cx="7789545" cy="3467442"/>
          </a:xfrm>
        </p:grpSpPr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F89E8561-1ABA-22BB-EC03-C303C01BCB13}"/>
                </a:ext>
              </a:extLst>
            </p:cNvPr>
            <p:cNvSpPr/>
            <p:nvPr/>
          </p:nvSpPr>
          <p:spPr>
            <a:xfrm>
              <a:off x="2201227" y="1749894"/>
              <a:ext cx="7789545" cy="3467442"/>
            </a:xfrm>
            <a:prstGeom prst="roundRect">
              <a:avLst>
                <a:gd name="adj" fmla="val 1935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561A1905-63E2-82F9-E172-3BAABDEEEB9C}"/>
                </a:ext>
              </a:extLst>
            </p:cNvPr>
            <p:cNvSpPr txBox="1"/>
            <p:nvPr/>
          </p:nvSpPr>
          <p:spPr>
            <a:xfrm>
              <a:off x="2382990" y="2076957"/>
              <a:ext cx="3121092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350" b="1" dirty="0"/>
                <a:t>HDFS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7FB916E8-9457-3DF9-B18C-348EDE93BCF5}"/>
                </a:ext>
              </a:extLst>
            </p:cNvPr>
            <p:cNvSpPr txBox="1"/>
            <p:nvPr/>
          </p:nvSpPr>
          <p:spPr>
            <a:xfrm>
              <a:off x="6433661" y="2773350"/>
              <a:ext cx="3121093" cy="2092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14313" indent="-214313">
                <a:buFont typeface="Arial" panose="020B0604020202020204" pitchFamily="34" charset="0"/>
                <a:buChar char="•"/>
              </a:pPr>
              <a:r>
                <a:rPr lang="pt-BR" sz="1200" dirty="0">
                  <a:solidFill>
                    <a:schemeClr val="bg2">
                      <a:lumMod val="25000"/>
                    </a:schemeClr>
                  </a:solidFill>
                </a:rPr>
                <a:t>Gigabytes até </a:t>
              </a:r>
              <a:r>
                <a:rPr lang="pt-BR" sz="1200" dirty="0" err="1">
                  <a:solidFill>
                    <a:schemeClr val="bg2">
                      <a:lumMod val="25000"/>
                    </a:schemeClr>
                  </a:solidFill>
                </a:rPr>
                <a:t>Terabytes</a:t>
              </a:r>
              <a:r>
                <a:rPr lang="pt-BR" sz="1200" dirty="0">
                  <a:solidFill>
                    <a:schemeClr val="bg2">
                      <a:lumMod val="25000"/>
                    </a:schemeClr>
                  </a:solidFill>
                </a:rPr>
                <a:t>.</a:t>
              </a:r>
            </a:p>
            <a:p>
              <a:pPr marL="214313" indent="-214313">
                <a:buFont typeface="Arial" panose="020B0604020202020204" pitchFamily="34" charset="0"/>
                <a:buChar char="•"/>
              </a:pPr>
              <a:r>
                <a:rPr lang="pt-BR" sz="1200" dirty="0">
                  <a:solidFill>
                    <a:schemeClr val="bg2">
                      <a:lumMod val="25000"/>
                    </a:schemeClr>
                  </a:solidFill>
                </a:rPr>
                <a:t>Leitura rápida e escrita lenta.</a:t>
              </a:r>
            </a:p>
            <a:p>
              <a:pPr marL="214313" indent="-214313">
                <a:buFont typeface="Arial" panose="020B0604020202020204" pitchFamily="34" charset="0"/>
                <a:buChar char="•"/>
              </a:pPr>
              <a:r>
                <a:rPr lang="pt-BR" sz="1200" dirty="0">
                  <a:solidFill>
                    <a:schemeClr val="bg2">
                      <a:lumMod val="25000"/>
                    </a:schemeClr>
                  </a:solidFill>
                </a:rPr>
                <a:t>Dados estruturados e semiestruturados.</a:t>
              </a:r>
            </a:p>
            <a:p>
              <a:pPr marL="214313" indent="-214313">
                <a:buFont typeface="Arial" panose="020B0604020202020204" pitchFamily="34" charset="0"/>
                <a:buChar char="•"/>
              </a:pPr>
              <a:r>
                <a:rPr lang="pt-BR" sz="1200" dirty="0">
                  <a:solidFill>
                    <a:schemeClr val="bg2">
                      <a:lumMod val="25000"/>
                    </a:schemeClr>
                  </a:solidFill>
                </a:rPr>
                <a:t>Mais rápido na recuperação das informações dos conjuntos de dados.</a:t>
              </a:r>
            </a:p>
            <a:p>
              <a:pPr marL="214313" indent="-214313">
                <a:buFont typeface="Arial" panose="020B0604020202020204" pitchFamily="34" charset="0"/>
                <a:buChar char="•"/>
              </a:pPr>
              <a:r>
                <a:rPr lang="pt-BR" sz="1200" dirty="0">
                  <a:solidFill>
                    <a:schemeClr val="bg2">
                      <a:lumMod val="25000"/>
                    </a:schemeClr>
                  </a:solidFill>
                </a:rPr>
                <a:t>Escalabilidade vertical.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8B57BD88-E8CE-E952-E844-4188EA825899}"/>
                </a:ext>
              </a:extLst>
            </p:cNvPr>
            <p:cNvSpPr txBox="1"/>
            <p:nvPr/>
          </p:nvSpPr>
          <p:spPr>
            <a:xfrm>
              <a:off x="6633275" y="2076957"/>
              <a:ext cx="3121092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350" b="1" dirty="0"/>
                <a:t>RDBMS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A76AED71-0AB4-3902-B28F-0382C33F800B}"/>
                </a:ext>
              </a:extLst>
            </p:cNvPr>
            <p:cNvSpPr txBox="1"/>
            <p:nvPr/>
          </p:nvSpPr>
          <p:spPr>
            <a:xfrm>
              <a:off x="6633273" y="2793459"/>
              <a:ext cx="31210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14313" indent="-214313">
                <a:buFont typeface="Arial" panose="020B0604020202020204" pitchFamily="34" charset="0"/>
                <a:buChar char="•"/>
              </a:pPr>
              <a:endParaRPr lang="pt-BR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18C94959-36AF-57C2-27EB-784E17831DEF}"/>
                </a:ext>
              </a:extLst>
            </p:cNvPr>
            <p:cNvGrpSpPr/>
            <p:nvPr/>
          </p:nvGrpSpPr>
          <p:grpSpPr>
            <a:xfrm>
              <a:off x="5882639" y="1951527"/>
              <a:ext cx="371475" cy="3122933"/>
              <a:chOff x="5882639" y="1951527"/>
              <a:chExt cx="371475" cy="3122933"/>
            </a:xfrm>
          </p:grpSpPr>
          <p:cxnSp>
            <p:nvCxnSpPr>
              <p:cNvPr id="26" name="Conector reto 25">
                <a:extLst>
                  <a:ext uri="{FF2B5EF4-FFF2-40B4-BE49-F238E27FC236}">
                    <a16:creationId xmlns:a16="http://schemas.microsoft.com/office/drawing/2014/main" id="{51626394-FD11-D1BE-23EB-92B437E514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8377" y="1951527"/>
                <a:ext cx="0" cy="3122933"/>
              </a:xfrm>
              <a:prstGeom prst="line">
                <a:avLst/>
              </a:prstGeom>
              <a:ln w="19050">
                <a:solidFill>
                  <a:schemeClr val="accent3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7E2B9154-E8C4-66F6-2B7D-CF932F073BC6}"/>
                  </a:ext>
                </a:extLst>
              </p:cNvPr>
              <p:cNvSpPr/>
              <p:nvPr/>
            </p:nvSpPr>
            <p:spPr>
              <a:xfrm>
                <a:off x="5882639" y="3327256"/>
                <a:ext cx="371475" cy="371475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  <p:sp>
            <p:nvSpPr>
              <p:cNvPr id="28" name="Sinal de Multiplicação 27">
                <a:extLst>
                  <a:ext uri="{FF2B5EF4-FFF2-40B4-BE49-F238E27FC236}">
                    <a16:creationId xmlns:a16="http://schemas.microsoft.com/office/drawing/2014/main" id="{B7507F35-A858-5BE6-3765-12B93A07C5E4}"/>
                  </a:ext>
                </a:extLst>
              </p:cNvPr>
              <p:cNvSpPr/>
              <p:nvPr/>
            </p:nvSpPr>
            <p:spPr>
              <a:xfrm>
                <a:off x="5954553" y="3399170"/>
                <a:ext cx="227646" cy="227646"/>
              </a:xfrm>
              <a:prstGeom prst="mathMultiply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1AFDE25-3027-184D-88E4-662B4AA7427E}"/>
              </a:ext>
            </a:extLst>
          </p:cNvPr>
          <p:cNvSpPr txBox="1"/>
          <p:nvPr/>
        </p:nvSpPr>
        <p:spPr>
          <a:xfrm>
            <a:off x="1797635" y="2000760"/>
            <a:ext cx="25398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dirty="0" err="1">
                <a:solidFill>
                  <a:schemeClr val="bg2">
                    <a:lumMod val="25000"/>
                  </a:schemeClr>
                </a:solidFill>
              </a:rPr>
              <a:t>Petabytes</a:t>
            </a:r>
            <a:r>
              <a:rPr lang="pt-BR" sz="12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2">
                    <a:lumMod val="25000"/>
                  </a:schemeClr>
                </a:solidFill>
              </a:rPr>
              <a:t>Leitura e escrita rápida.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2">
                    <a:lumMod val="25000"/>
                  </a:schemeClr>
                </a:solidFill>
              </a:rPr>
              <a:t>Dados estruturados, semiestruturados ou não estruturados.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2">
                    <a:lumMod val="25000"/>
                  </a:schemeClr>
                </a:solidFill>
              </a:rPr>
              <a:t>Rendimento alto para acessar lotes de grandes conjuntos de dados.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2">
                    <a:lumMod val="25000"/>
                  </a:schemeClr>
                </a:solidFill>
              </a:rPr>
              <a:t>Escalabilidade é horizontal.</a:t>
            </a:r>
          </a:p>
        </p:txBody>
      </p:sp>
    </p:spTree>
    <p:extLst>
      <p:ext uri="{BB962C8B-B14F-4D97-AF65-F5344CB8AC3E}">
        <p14:creationId xmlns:p14="http://schemas.microsoft.com/office/powerpoint/2010/main" val="4281468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Entendendo um Data Lake</a:t>
            </a:r>
          </a:p>
        </p:txBody>
      </p:sp>
      <p:graphicFrame>
        <p:nvGraphicFramePr>
          <p:cNvPr id="2" name="Espaço Reservado para Conteúdo 3">
            <a:extLst>
              <a:ext uri="{FF2B5EF4-FFF2-40B4-BE49-F238E27FC236}">
                <a16:creationId xmlns:a16="http://schemas.microsoft.com/office/drawing/2014/main" id="{96C18803-507E-AA0D-476C-C69AC21893C5}"/>
              </a:ext>
            </a:extLst>
          </p:cNvPr>
          <p:cNvGraphicFramePr>
            <a:graphicFrameLocks/>
          </p:cNvGraphicFramePr>
          <p:nvPr/>
        </p:nvGraphicFramePr>
        <p:xfrm>
          <a:off x="483042" y="1584435"/>
          <a:ext cx="8195872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334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98EED3C-1DFB-4696-A0A1-3F7DEC16C7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graphicEl>
                                              <a:dgm id="{F98EED3C-1DFB-4696-A0A1-3F7DEC16C7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graphicEl>
                                              <a:dgm id="{F98EED3C-1DFB-4696-A0A1-3F7DEC16C7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D8D03E2-E83B-4DC7-8AD3-4DF6399EED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graphicEl>
                                              <a:dgm id="{1D8D03E2-E83B-4DC7-8AD3-4DF6399EED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graphicEl>
                                              <a:dgm id="{1D8D03E2-E83B-4DC7-8AD3-4DF6399EED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91C8048-D93A-471B-A828-E2F683F066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graphicEl>
                                              <a:dgm id="{991C8048-D93A-471B-A828-E2F683F066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graphicEl>
                                              <a:dgm id="{991C8048-D93A-471B-A828-E2F683F066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377C720-62B8-4676-B6CA-6D38FA6DBB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graphicEl>
                                              <a:dgm id="{4377C720-62B8-4676-B6CA-6D38FA6DBB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graphicEl>
                                              <a:dgm id="{4377C720-62B8-4676-B6CA-6D38FA6DBB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A02607D-2876-46DE-ACC2-DA92A93CE9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graphicEl>
                                              <a:dgm id="{EA02607D-2876-46DE-ACC2-DA92A93CE9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graphicEl>
                                              <a:dgm id="{EA02607D-2876-46DE-ACC2-DA92A93CE9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8D187AC-2369-4476-ACD6-95DF92E58C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graphicEl>
                                              <a:dgm id="{F8D187AC-2369-4476-ACD6-95DF92E58C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graphicEl>
                                              <a:dgm id="{F8D187AC-2369-4476-ACD6-95DF92E58C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8BB8EDC-B434-4B57-A848-3EA2B20C96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graphicEl>
                                              <a:dgm id="{68BB8EDC-B434-4B57-A848-3EA2B20C96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graphicEl>
                                              <a:dgm id="{68BB8EDC-B434-4B57-A848-3EA2B20C96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0677F61-BFF1-4FC4-B03B-14564B2ED8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graphicEl>
                                              <a:dgm id="{20677F61-BFF1-4FC4-B03B-14564B2ED8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graphicEl>
                                              <a:dgm id="{20677F61-BFF1-4FC4-B03B-14564B2ED8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569E6B6-7738-43AD-9181-6BED23667D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graphicEl>
                                              <a:dgm id="{D569E6B6-7738-43AD-9181-6BED23667D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graphicEl>
                                              <a:dgm id="{D569E6B6-7738-43AD-9181-6BED23667D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A51209B-12BE-4A1D-9D09-981809325A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graphicEl>
                                              <a:dgm id="{CA51209B-12BE-4A1D-9D09-981809325A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graphicEl>
                                              <a:dgm id="{CA51209B-12BE-4A1D-9D09-981809325A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956EEDF-8A22-4FFA-A322-C7F2D55B89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>
                                            <p:graphicEl>
                                              <a:dgm id="{B956EEDF-8A22-4FFA-A322-C7F2D55B89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>
                                            <p:graphicEl>
                                              <a:dgm id="{B956EEDF-8A22-4FFA-A322-C7F2D55B89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FCEA9FE-A19F-43CB-8624-3F5CA6D61D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>
                                            <p:graphicEl>
                                              <a:dgm id="{3FCEA9FE-A19F-43CB-8624-3F5CA6D61D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>
                                            <p:graphicEl>
                                              <a:dgm id="{3FCEA9FE-A19F-43CB-8624-3F5CA6D61D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647EF97-6E00-410A-B1D9-1A0EE71780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>
                                            <p:graphicEl>
                                              <a:dgm id="{6647EF97-6E00-410A-B1D9-1A0EE71780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>
                                            <p:graphicEl>
                                              <a:dgm id="{6647EF97-6E00-410A-B1D9-1A0EE71780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7691396-8485-4516-BFDB-17581EA90F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graphicEl>
                                              <a:dgm id="{87691396-8485-4516-BFDB-17581EA90F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graphicEl>
                                              <a:dgm id="{87691396-8485-4516-BFDB-17581EA90F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E02B992-9BB6-4B94-AE7E-42A45BD03B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>
                                            <p:graphicEl>
                                              <a:dgm id="{DE02B992-9BB6-4B94-AE7E-42A45BD03B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>
                                            <p:graphicEl>
                                              <a:dgm id="{DE02B992-9BB6-4B94-AE7E-42A45BD03B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41637E8-77D4-4089-82C2-C26F6E4C33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">
                                            <p:graphicEl>
                                              <a:dgm id="{A41637E8-77D4-4089-82C2-C26F6E4C33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">
                                            <p:graphicEl>
                                              <a:dgm id="{A41637E8-77D4-4089-82C2-C26F6E4C33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EEAB1F5-4946-48E4-8E19-CE5565FAD2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">
                                            <p:graphicEl>
                                              <a:dgm id="{EEEAB1F5-4946-48E4-8E19-CE5565FAD2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">
                                            <p:graphicEl>
                                              <a:dgm id="{EEEAB1F5-4946-48E4-8E19-CE5565FAD2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6643E18-B8F1-428E-BB3F-C07BD94723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>
                                            <p:graphicEl>
                                              <a:dgm id="{C6643E18-B8F1-428E-BB3F-C07BD94723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>
                                            <p:graphicEl>
                                              <a:dgm id="{C6643E18-B8F1-428E-BB3F-C07BD94723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DCB60D2-3F77-4B7D-B6C6-1E09B56E56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>
                                            <p:graphicEl>
                                              <a:dgm id="{9DCB60D2-3F77-4B7D-B6C6-1E09B56E56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>
                                            <p:graphicEl>
                                              <a:dgm id="{9DCB60D2-3F77-4B7D-B6C6-1E09B56E56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7D54BC6-208A-49E1-9368-6D7B0B79B0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">
                                            <p:graphicEl>
                                              <a:dgm id="{87D54BC6-208A-49E1-9368-6D7B0B79B0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">
                                            <p:graphicEl>
                                              <a:dgm id="{87D54BC6-208A-49E1-9368-6D7B0B79B0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351309E-ABD9-478F-A7E1-FF8A5024FD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">
                                            <p:graphicEl>
                                              <a:dgm id="{9351309E-ABD9-478F-A7E1-FF8A5024FD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">
                                            <p:graphicEl>
                                              <a:dgm id="{9351309E-ABD9-478F-A7E1-FF8A5024FD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Entendendo um Data Lake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A5EAF34-D053-34DD-4727-5A877C3767C5}"/>
              </a:ext>
            </a:extLst>
          </p:cNvPr>
          <p:cNvSpPr txBox="1"/>
          <p:nvPr/>
        </p:nvSpPr>
        <p:spPr>
          <a:xfrm>
            <a:off x="764381" y="1189675"/>
            <a:ext cx="457092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Benefícios  do Data Lake: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0AAB716-AA41-FD38-FA2F-4B2E4D0B8840}"/>
              </a:ext>
            </a:extLst>
          </p:cNvPr>
          <p:cNvSpPr/>
          <p:nvPr/>
        </p:nvSpPr>
        <p:spPr>
          <a:xfrm>
            <a:off x="1016704" y="1903072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20037F-0219-F4DD-A19A-5F448955B4A0}"/>
              </a:ext>
            </a:extLst>
          </p:cNvPr>
          <p:cNvSpPr txBox="1"/>
          <p:nvPr/>
        </p:nvSpPr>
        <p:spPr>
          <a:xfrm>
            <a:off x="1016702" y="2065450"/>
            <a:ext cx="1751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Escalabilidade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279F54D-4329-5959-43FD-FE594327236A}"/>
              </a:ext>
            </a:extLst>
          </p:cNvPr>
          <p:cNvSpPr/>
          <p:nvPr/>
        </p:nvSpPr>
        <p:spPr>
          <a:xfrm>
            <a:off x="3355969" y="1903071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4D65ADE-26DF-781F-3255-45085167C6A6}"/>
              </a:ext>
            </a:extLst>
          </p:cNvPr>
          <p:cNvSpPr txBox="1"/>
          <p:nvPr/>
        </p:nvSpPr>
        <p:spPr>
          <a:xfrm>
            <a:off x="3355967" y="2055530"/>
            <a:ext cx="1751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Alta velocidade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788A677-84C2-B4B2-BDF7-968C29966123}"/>
              </a:ext>
            </a:extLst>
          </p:cNvPr>
          <p:cNvSpPr/>
          <p:nvPr/>
        </p:nvSpPr>
        <p:spPr>
          <a:xfrm>
            <a:off x="2097162" y="2834057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A446E79-21D6-03AF-0B93-0FD1E6160262}"/>
              </a:ext>
            </a:extLst>
          </p:cNvPr>
          <p:cNvSpPr txBox="1"/>
          <p:nvPr/>
        </p:nvSpPr>
        <p:spPr>
          <a:xfrm>
            <a:off x="2097163" y="2898301"/>
            <a:ext cx="1751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Acesso aos dados originais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0ADE1FB-4BD8-5B95-C9F9-D2E70CA90784}"/>
              </a:ext>
            </a:extLst>
          </p:cNvPr>
          <p:cNvSpPr/>
          <p:nvPr/>
        </p:nvSpPr>
        <p:spPr>
          <a:xfrm>
            <a:off x="5695232" y="1903071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C90274E-0EF4-9AA0-1D8B-3F76BA5AC15B}"/>
              </a:ext>
            </a:extLst>
          </p:cNvPr>
          <p:cNvSpPr txBox="1"/>
          <p:nvPr/>
        </p:nvSpPr>
        <p:spPr>
          <a:xfrm>
            <a:off x="5695230" y="2053909"/>
            <a:ext cx="1751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Estruturação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BB104C9-956E-984A-E8F6-D72AFE3C8732}"/>
              </a:ext>
            </a:extLst>
          </p:cNvPr>
          <p:cNvSpPr/>
          <p:nvPr/>
        </p:nvSpPr>
        <p:spPr>
          <a:xfrm>
            <a:off x="4936107" y="2834056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BFBCE9A-C14D-E9FF-8B1C-75CDC07EEB0C}"/>
              </a:ext>
            </a:extLst>
          </p:cNvPr>
          <p:cNvSpPr txBox="1"/>
          <p:nvPr/>
        </p:nvSpPr>
        <p:spPr>
          <a:xfrm>
            <a:off x="4936106" y="2984893"/>
            <a:ext cx="1751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Acessibilidade</a:t>
            </a:r>
          </a:p>
          <a:p>
            <a:pPr algn="ctr"/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791484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Aspectos essenciais do Data Lake</a:t>
            </a:r>
          </a:p>
          <a:p>
            <a:endParaRPr lang="pt-BR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4C15A51-8499-A6D3-BFD0-A84FE5BDF45C}"/>
              </a:ext>
            </a:extLst>
          </p:cNvPr>
          <p:cNvGrpSpPr/>
          <p:nvPr/>
        </p:nvGrpSpPr>
        <p:grpSpPr>
          <a:xfrm>
            <a:off x="267874" y="1162143"/>
            <a:ext cx="8111745" cy="1284154"/>
            <a:chOff x="357164" y="600783"/>
            <a:chExt cx="10815660" cy="1712205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61B88B4D-C5D9-E519-3F9C-D7DB70044B18}"/>
                </a:ext>
              </a:extLst>
            </p:cNvPr>
            <p:cNvGrpSpPr/>
            <p:nvPr/>
          </p:nvGrpSpPr>
          <p:grpSpPr>
            <a:xfrm>
              <a:off x="357164" y="835955"/>
              <a:ext cx="454941" cy="1477033"/>
              <a:chOff x="357164" y="835955"/>
              <a:chExt cx="454941" cy="1477033"/>
            </a:xfrm>
          </p:grpSpPr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D6DC563F-391A-0643-8F01-900DD2243E65}"/>
                  </a:ext>
                </a:extLst>
              </p:cNvPr>
              <p:cNvSpPr/>
              <p:nvPr/>
            </p:nvSpPr>
            <p:spPr>
              <a:xfrm>
                <a:off x="357164" y="835955"/>
                <a:ext cx="454941" cy="45494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  <p:cxnSp>
            <p:nvCxnSpPr>
              <p:cNvPr id="9" name="Conector reto 8">
                <a:extLst>
                  <a:ext uri="{FF2B5EF4-FFF2-40B4-BE49-F238E27FC236}">
                    <a16:creationId xmlns:a16="http://schemas.microsoft.com/office/drawing/2014/main" id="{686F6DF8-C532-C490-0DFD-69F27C231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288" y="1290896"/>
                <a:ext cx="0" cy="10220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Seta: para a Direita 9">
                <a:extLst>
                  <a:ext uri="{FF2B5EF4-FFF2-40B4-BE49-F238E27FC236}">
                    <a16:creationId xmlns:a16="http://schemas.microsoft.com/office/drawing/2014/main" id="{3FB35FD0-98CE-4740-4175-A44C4026A393}"/>
                  </a:ext>
                </a:extLst>
              </p:cNvPr>
              <p:cNvSpPr/>
              <p:nvPr/>
            </p:nvSpPr>
            <p:spPr>
              <a:xfrm>
                <a:off x="496647" y="999616"/>
                <a:ext cx="175975" cy="127619"/>
              </a:xfrm>
              <a:prstGeom prst="rightArrow">
                <a:avLst>
                  <a:gd name="adj1" fmla="val 25531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</p:grp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59067B22-926C-1709-5E20-497E4D113BCC}"/>
                </a:ext>
              </a:extLst>
            </p:cNvPr>
            <p:cNvSpPr/>
            <p:nvPr/>
          </p:nvSpPr>
          <p:spPr>
            <a:xfrm>
              <a:off x="1041399" y="600783"/>
              <a:ext cx="10131425" cy="1113717"/>
            </a:xfrm>
            <a:prstGeom prst="roundRect">
              <a:avLst>
                <a:gd name="adj" fmla="val 1553"/>
              </a:avLst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44609064-9A23-108E-27D7-887BEAB58302}"/>
                </a:ext>
              </a:extLst>
            </p:cNvPr>
            <p:cNvSpPr txBox="1"/>
            <p:nvPr/>
          </p:nvSpPr>
          <p:spPr>
            <a:xfrm>
              <a:off x="1232463" y="915059"/>
              <a:ext cx="691617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500" b="1" dirty="0"/>
                <a:t>Camada de governança e segurança de dados</a:t>
              </a: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F151EE75-E04D-27A0-F52B-CC7A26444264}"/>
              </a:ext>
            </a:extLst>
          </p:cNvPr>
          <p:cNvGrpSpPr/>
          <p:nvPr/>
        </p:nvGrpSpPr>
        <p:grpSpPr>
          <a:xfrm>
            <a:off x="267874" y="2090510"/>
            <a:ext cx="8111745" cy="1284154"/>
            <a:chOff x="357164" y="600783"/>
            <a:chExt cx="10815660" cy="1712205"/>
          </a:xfrm>
        </p:grpSpPr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DB8E3BDB-79D5-2C87-EAB9-FB023AF69D57}"/>
                </a:ext>
              </a:extLst>
            </p:cNvPr>
            <p:cNvGrpSpPr/>
            <p:nvPr/>
          </p:nvGrpSpPr>
          <p:grpSpPr>
            <a:xfrm>
              <a:off x="357164" y="835955"/>
              <a:ext cx="454941" cy="1477033"/>
              <a:chOff x="357164" y="835955"/>
              <a:chExt cx="454941" cy="1477033"/>
            </a:xfrm>
          </p:grpSpPr>
          <p:sp>
            <p:nvSpPr>
              <p:cNvPr id="15" name="Elipse 14">
                <a:extLst>
                  <a:ext uri="{FF2B5EF4-FFF2-40B4-BE49-F238E27FC236}">
                    <a16:creationId xmlns:a16="http://schemas.microsoft.com/office/drawing/2014/main" id="{C3201F22-35A5-FF78-D48B-8507354D5D62}"/>
                  </a:ext>
                </a:extLst>
              </p:cNvPr>
              <p:cNvSpPr/>
              <p:nvPr/>
            </p:nvSpPr>
            <p:spPr>
              <a:xfrm>
                <a:off x="357164" y="835955"/>
                <a:ext cx="454941" cy="45494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  <p:cxnSp>
            <p:nvCxnSpPr>
              <p:cNvPr id="16" name="Conector reto 15">
                <a:extLst>
                  <a:ext uri="{FF2B5EF4-FFF2-40B4-BE49-F238E27FC236}">
                    <a16:creationId xmlns:a16="http://schemas.microsoft.com/office/drawing/2014/main" id="{350DA938-1EA8-FCA9-130C-0FC39DFB34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288" y="1290896"/>
                <a:ext cx="0" cy="10220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Seta: para a Direita 16">
                <a:extLst>
                  <a:ext uri="{FF2B5EF4-FFF2-40B4-BE49-F238E27FC236}">
                    <a16:creationId xmlns:a16="http://schemas.microsoft.com/office/drawing/2014/main" id="{EDB3CE39-714D-493E-2F59-484FDA3E3308}"/>
                  </a:ext>
                </a:extLst>
              </p:cNvPr>
              <p:cNvSpPr/>
              <p:nvPr/>
            </p:nvSpPr>
            <p:spPr>
              <a:xfrm>
                <a:off x="496647" y="999616"/>
                <a:ext cx="175975" cy="127619"/>
              </a:xfrm>
              <a:prstGeom prst="rightArrow">
                <a:avLst>
                  <a:gd name="adj1" fmla="val 25531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</p:grp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B91221C1-8BF6-6762-8A61-5F55502F5A49}"/>
                </a:ext>
              </a:extLst>
            </p:cNvPr>
            <p:cNvSpPr/>
            <p:nvPr/>
          </p:nvSpPr>
          <p:spPr>
            <a:xfrm>
              <a:off x="1041399" y="600783"/>
              <a:ext cx="10131425" cy="1113717"/>
            </a:xfrm>
            <a:prstGeom prst="roundRect">
              <a:avLst>
                <a:gd name="adj" fmla="val 1553"/>
              </a:avLst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3D97DAC-4BF5-A469-77D2-7A5464A49D63}"/>
                </a:ext>
              </a:extLst>
            </p:cNvPr>
            <p:cNvSpPr txBox="1"/>
            <p:nvPr/>
          </p:nvSpPr>
          <p:spPr>
            <a:xfrm>
              <a:off x="1232463" y="915059"/>
              <a:ext cx="691617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500" b="1" dirty="0"/>
                <a:t>Camada de metadados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7FE61450-1BA8-1146-BE5C-1A9D33321891}"/>
              </a:ext>
            </a:extLst>
          </p:cNvPr>
          <p:cNvGrpSpPr/>
          <p:nvPr/>
        </p:nvGrpSpPr>
        <p:grpSpPr>
          <a:xfrm>
            <a:off x="267874" y="3033458"/>
            <a:ext cx="8111745" cy="835288"/>
            <a:chOff x="357164" y="600783"/>
            <a:chExt cx="10815660" cy="1113717"/>
          </a:xfrm>
        </p:grpSpPr>
        <p:grpSp>
          <p:nvGrpSpPr>
            <p:cNvPr id="19" name="Agrupar 18">
              <a:extLst>
                <a:ext uri="{FF2B5EF4-FFF2-40B4-BE49-F238E27FC236}">
                  <a16:creationId xmlns:a16="http://schemas.microsoft.com/office/drawing/2014/main" id="{DBD07161-BA48-A3B2-C227-22AED68CE224}"/>
                </a:ext>
              </a:extLst>
            </p:cNvPr>
            <p:cNvGrpSpPr/>
            <p:nvPr/>
          </p:nvGrpSpPr>
          <p:grpSpPr>
            <a:xfrm>
              <a:off x="357164" y="835955"/>
              <a:ext cx="454941" cy="454941"/>
              <a:chOff x="357164" y="835955"/>
              <a:chExt cx="454941" cy="454941"/>
            </a:xfrm>
          </p:grpSpPr>
          <p:sp>
            <p:nvSpPr>
              <p:cNvPr id="22" name="Elipse 21">
                <a:extLst>
                  <a:ext uri="{FF2B5EF4-FFF2-40B4-BE49-F238E27FC236}">
                    <a16:creationId xmlns:a16="http://schemas.microsoft.com/office/drawing/2014/main" id="{A7A0DD6C-9690-943F-22A1-855984937025}"/>
                  </a:ext>
                </a:extLst>
              </p:cNvPr>
              <p:cNvSpPr/>
              <p:nvPr/>
            </p:nvSpPr>
            <p:spPr>
              <a:xfrm>
                <a:off x="357164" y="835955"/>
                <a:ext cx="454941" cy="45494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  <p:sp>
            <p:nvSpPr>
              <p:cNvPr id="24" name="Seta: para a Direita 23">
                <a:extLst>
                  <a:ext uri="{FF2B5EF4-FFF2-40B4-BE49-F238E27FC236}">
                    <a16:creationId xmlns:a16="http://schemas.microsoft.com/office/drawing/2014/main" id="{E8811401-4573-755C-3883-D4F020B2C927}"/>
                  </a:ext>
                </a:extLst>
              </p:cNvPr>
              <p:cNvSpPr/>
              <p:nvPr/>
            </p:nvSpPr>
            <p:spPr>
              <a:xfrm>
                <a:off x="496647" y="999616"/>
                <a:ext cx="175975" cy="127619"/>
              </a:xfrm>
              <a:prstGeom prst="rightArrow">
                <a:avLst>
                  <a:gd name="adj1" fmla="val 25531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350"/>
              </a:p>
            </p:txBody>
          </p:sp>
        </p:grp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AFA10BDB-4AB9-932B-0F9F-220023822FCF}"/>
                </a:ext>
              </a:extLst>
            </p:cNvPr>
            <p:cNvSpPr/>
            <p:nvPr/>
          </p:nvSpPr>
          <p:spPr>
            <a:xfrm>
              <a:off x="1041399" y="600783"/>
              <a:ext cx="10131425" cy="1113717"/>
            </a:xfrm>
            <a:prstGeom prst="roundRect">
              <a:avLst>
                <a:gd name="adj" fmla="val 1553"/>
              </a:avLst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>
                <a:ln>
                  <a:solidFill>
                    <a:schemeClr val="accent3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8D93ADB4-3764-70B3-A4E3-637A3657074D}"/>
                </a:ext>
              </a:extLst>
            </p:cNvPr>
            <p:cNvSpPr txBox="1"/>
            <p:nvPr/>
          </p:nvSpPr>
          <p:spPr>
            <a:xfrm>
              <a:off x="1232463" y="915059"/>
              <a:ext cx="691617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500" b="1" dirty="0"/>
                <a:t>Camada de gerenciamento do ciclo de vida da informação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8486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Aspectos essenciais do Data Lake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21BD9D-9D21-75D2-D03C-7878498B7CB2}"/>
              </a:ext>
            </a:extLst>
          </p:cNvPr>
          <p:cNvSpPr txBox="1"/>
          <p:nvPr/>
        </p:nvSpPr>
        <p:spPr>
          <a:xfrm>
            <a:off x="764381" y="1415032"/>
            <a:ext cx="590599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As camadas realizam seu processamento nos dados em movimento.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A994029-5876-688E-9686-047F9D917775}"/>
              </a:ext>
            </a:extLst>
          </p:cNvPr>
          <p:cNvSpPr/>
          <p:nvPr/>
        </p:nvSpPr>
        <p:spPr>
          <a:xfrm>
            <a:off x="1074932" y="2504764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F09D990-619D-7F57-C795-EB7F56BAA4B2}"/>
              </a:ext>
            </a:extLst>
          </p:cNvPr>
          <p:cNvSpPr txBox="1"/>
          <p:nvPr/>
        </p:nvSpPr>
        <p:spPr>
          <a:xfrm>
            <a:off x="1074930" y="2667142"/>
            <a:ext cx="1751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Nível de admissão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2E397BB-71E7-823D-9226-37010A5BF1A4}"/>
              </a:ext>
            </a:extLst>
          </p:cNvPr>
          <p:cNvSpPr/>
          <p:nvPr/>
        </p:nvSpPr>
        <p:spPr>
          <a:xfrm>
            <a:off x="3414197" y="2504763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9F64CB8-F37B-46E1-EEB8-F54098E1E7E9}"/>
              </a:ext>
            </a:extLst>
          </p:cNvPr>
          <p:cNvSpPr txBox="1"/>
          <p:nvPr/>
        </p:nvSpPr>
        <p:spPr>
          <a:xfrm>
            <a:off x="3414195" y="2657222"/>
            <a:ext cx="1751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Nível de gerenciamento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BF9EFAD-C19E-B6C3-356C-5393BCB363E9}"/>
              </a:ext>
            </a:extLst>
          </p:cNvPr>
          <p:cNvSpPr/>
          <p:nvPr/>
        </p:nvSpPr>
        <p:spPr>
          <a:xfrm>
            <a:off x="5753460" y="2504763"/>
            <a:ext cx="1751623" cy="578673"/>
          </a:xfrm>
          <a:prstGeom prst="roundRect">
            <a:avLst>
              <a:gd name="adj" fmla="val 1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 sz="1350" dirty="0"/>
            </a:br>
            <a:endParaRPr lang="pt-BR" sz="135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BFD527F-97EC-3769-046A-F8E6EAD2F986}"/>
              </a:ext>
            </a:extLst>
          </p:cNvPr>
          <p:cNvSpPr txBox="1"/>
          <p:nvPr/>
        </p:nvSpPr>
        <p:spPr>
          <a:xfrm>
            <a:off x="5753458" y="2655601"/>
            <a:ext cx="1751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/>
              <a:t>Nível de consumo</a:t>
            </a:r>
          </a:p>
        </p:txBody>
      </p:sp>
    </p:spTree>
    <p:extLst>
      <p:ext uri="{BB962C8B-B14F-4D97-AF65-F5344CB8AC3E}">
        <p14:creationId xmlns:p14="http://schemas.microsoft.com/office/powerpoint/2010/main" val="8879768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E5FBC30-1344-AF7A-84DA-4F4804358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Exemplo de execução no </a:t>
            </a:r>
            <a:r>
              <a:rPr lang="pt-BR" dirty="0" err="1"/>
              <a:t>Hadoop</a:t>
            </a:r>
            <a:endParaRPr lang="pt-BR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C54EC9-F95D-B366-ADD7-6FDFD9935159}"/>
              </a:ext>
            </a:extLst>
          </p:cNvPr>
          <p:cNvSpPr txBox="1"/>
          <p:nvPr/>
        </p:nvSpPr>
        <p:spPr>
          <a:xfrm>
            <a:off x="946210" y="1184577"/>
            <a:ext cx="457092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50" dirty="0" err="1">
                <a:solidFill>
                  <a:schemeClr val="bg2">
                    <a:lumMod val="25000"/>
                  </a:schemeClr>
                </a:solidFill>
              </a:rPr>
              <a:t>Hadoop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 passo a passo: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01AA77E-86CA-2C4D-C083-5C16C8811261}"/>
              </a:ext>
            </a:extLst>
          </p:cNvPr>
          <p:cNvSpPr txBox="1"/>
          <p:nvPr/>
        </p:nvSpPr>
        <p:spPr>
          <a:xfrm>
            <a:off x="1023172" y="1868425"/>
            <a:ext cx="2968702" cy="374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Iniciar o </a:t>
            </a:r>
            <a:r>
              <a:rPr lang="pt-BR" sz="1350" dirty="0" err="1">
                <a:solidFill>
                  <a:schemeClr val="bg2">
                    <a:lumMod val="25000"/>
                  </a:schemeClr>
                </a:solidFill>
              </a:rPr>
              <a:t>Hadoop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D16298-1032-B897-8897-E3EEF37F0703}"/>
              </a:ext>
            </a:extLst>
          </p:cNvPr>
          <p:cNvSpPr txBox="1"/>
          <p:nvPr/>
        </p:nvSpPr>
        <p:spPr>
          <a:xfrm>
            <a:off x="575274" y="1911111"/>
            <a:ext cx="370936" cy="3231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5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74C67B-303C-D6A2-EB65-DB0B52532927}"/>
              </a:ext>
            </a:extLst>
          </p:cNvPr>
          <p:cNvSpPr txBox="1"/>
          <p:nvPr/>
        </p:nvSpPr>
        <p:spPr>
          <a:xfrm>
            <a:off x="4698026" y="2818804"/>
            <a:ext cx="3045664" cy="685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Verificar o conteúdo do arquivo de saída.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F7C5E4F-C7C8-862E-ECEE-A44A83FC29BC}"/>
              </a:ext>
            </a:extLst>
          </p:cNvPr>
          <p:cNvSpPr txBox="1"/>
          <p:nvPr/>
        </p:nvSpPr>
        <p:spPr>
          <a:xfrm>
            <a:off x="946210" y="2376748"/>
            <a:ext cx="224340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Criar um diretório no HDFS.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DF5509E-D369-581A-266B-89ADAB09D836}"/>
              </a:ext>
            </a:extLst>
          </p:cNvPr>
          <p:cNvSpPr txBox="1"/>
          <p:nvPr/>
        </p:nvSpPr>
        <p:spPr>
          <a:xfrm>
            <a:off x="575274" y="2388933"/>
            <a:ext cx="370936" cy="3231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5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2BF6E17-1978-32C7-785F-B2C70D0DA114}"/>
              </a:ext>
            </a:extLst>
          </p:cNvPr>
          <p:cNvSpPr txBox="1"/>
          <p:nvPr/>
        </p:nvSpPr>
        <p:spPr>
          <a:xfrm>
            <a:off x="946209" y="2890162"/>
            <a:ext cx="304566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Copiar um arquivo no diretório do HDFS.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27E1E9C-EA9D-6990-139C-3A4A31998394}"/>
              </a:ext>
            </a:extLst>
          </p:cNvPr>
          <p:cNvSpPr txBox="1"/>
          <p:nvPr/>
        </p:nvSpPr>
        <p:spPr>
          <a:xfrm>
            <a:off x="575274" y="2895801"/>
            <a:ext cx="370936" cy="3231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5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85661A3-44B0-72FF-83B6-3AD7098E8DE6}"/>
              </a:ext>
            </a:extLst>
          </p:cNvPr>
          <p:cNvSpPr txBox="1"/>
          <p:nvPr/>
        </p:nvSpPr>
        <p:spPr>
          <a:xfrm>
            <a:off x="1023172" y="3385165"/>
            <a:ext cx="281342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Verificar se o arquivo está no diretório do HDFS.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167443D-4656-BA92-4AF4-A0C8EFB38C27}"/>
              </a:ext>
            </a:extLst>
          </p:cNvPr>
          <p:cNvSpPr txBox="1"/>
          <p:nvPr/>
        </p:nvSpPr>
        <p:spPr>
          <a:xfrm>
            <a:off x="575274" y="3373624"/>
            <a:ext cx="370936" cy="3231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5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2BAE172-CA26-ED52-41C6-727C18EB6044}"/>
              </a:ext>
            </a:extLst>
          </p:cNvPr>
          <p:cNvSpPr txBox="1"/>
          <p:nvPr/>
        </p:nvSpPr>
        <p:spPr>
          <a:xfrm>
            <a:off x="4698026" y="1922652"/>
            <a:ext cx="3422802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Verificar o conteúdo do arquivo.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CAC4B76-0253-63D1-D607-92AEDAD1F6AF}"/>
              </a:ext>
            </a:extLst>
          </p:cNvPr>
          <p:cNvSpPr txBox="1"/>
          <p:nvPr/>
        </p:nvSpPr>
        <p:spPr>
          <a:xfrm>
            <a:off x="4245478" y="1911434"/>
            <a:ext cx="370936" cy="3231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5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F0F3B21-C241-75E7-AF0D-D51F39267B34}"/>
              </a:ext>
            </a:extLst>
          </p:cNvPr>
          <p:cNvSpPr txBox="1"/>
          <p:nvPr/>
        </p:nvSpPr>
        <p:spPr>
          <a:xfrm>
            <a:off x="4245477" y="2389257"/>
            <a:ext cx="370936" cy="3231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5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DE2F728-26FF-7439-6436-7D28F7D7652E}"/>
              </a:ext>
            </a:extLst>
          </p:cNvPr>
          <p:cNvSpPr txBox="1"/>
          <p:nvPr/>
        </p:nvSpPr>
        <p:spPr>
          <a:xfrm>
            <a:off x="4245477" y="2867079"/>
            <a:ext cx="370936" cy="3231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5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2E73084-B20A-EF3E-E99E-517E61CB2A11}"/>
              </a:ext>
            </a:extLst>
          </p:cNvPr>
          <p:cNvSpPr txBox="1"/>
          <p:nvPr/>
        </p:nvSpPr>
        <p:spPr>
          <a:xfrm>
            <a:off x="4698027" y="2385101"/>
            <a:ext cx="29104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Executar uma aplicação </a:t>
            </a:r>
            <a:r>
              <a:rPr lang="pt-BR" sz="1350" dirty="0" err="1">
                <a:solidFill>
                  <a:schemeClr val="bg2">
                    <a:lumMod val="25000"/>
                  </a:schemeClr>
                </a:solidFill>
              </a:rPr>
              <a:t>MapReduce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D7AD168-9618-7309-68E3-F10EB700C251}"/>
              </a:ext>
            </a:extLst>
          </p:cNvPr>
          <p:cNvSpPr txBox="1"/>
          <p:nvPr/>
        </p:nvSpPr>
        <p:spPr>
          <a:xfrm>
            <a:off x="4245477" y="3385166"/>
            <a:ext cx="370936" cy="3231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5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125296F-F6AA-2B30-2C37-D3E4AE4181D8}"/>
              </a:ext>
            </a:extLst>
          </p:cNvPr>
          <p:cNvSpPr txBox="1"/>
          <p:nvPr/>
        </p:nvSpPr>
        <p:spPr>
          <a:xfrm>
            <a:off x="4698027" y="3336595"/>
            <a:ext cx="2910472" cy="374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Sair do </a:t>
            </a:r>
            <a:r>
              <a:rPr lang="pt-BR" sz="1350" dirty="0" err="1">
                <a:solidFill>
                  <a:schemeClr val="bg2">
                    <a:lumMod val="25000"/>
                  </a:schemeClr>
                </a:solidFill>
              </a:rPr>
              <a:t>Hadoop</a:t>
            </a:r>
            <a:r>
              <a:rPr lang="pt-BR" sz="135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0870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Quizlet">
            <a:extLst>
              <a:ext uri="{FF2B5EF4-FFF2-40B4-BE49-F238E27FC236}">
                <a16:creationId xmlns:a16="http://schemas.microsoft.com/office/drawing/2014/main" id="{6F40EB1E-2BEF-EF30-1249-623318FC4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4"/>
          <a:stretch/>
        </p:blipFill>
        <p:spPr bwMode="auto">
          <a:xfrm>
            <a:off x="-2285" y="10"/>
            <a:ext cx="9143999" cy="514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55701"/>
            <a:ext cx="9143999" cy="237161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44162"/>
            <a:ext cx="7543800" cy="268108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3900" dirty="0">
                <a:solidFill>
                  <a:srgbClr val="FFFFFF"/>
                </a:solidFill>
              </a:rPr>
              <a:t>Check-out: </a:t>
            </a:r>
            <a:r>
              <a:rPr lang="en-US" sz="3900" dirty="0" err="1">
                <a:solidFill>
                  <a:srgbClr val="FFFFFF"/>
                </a:solidFill>
              </a:rPr>
              <a:t>Dinâmica</a:t>
            </a:r>
            <a:endParaRPr lang="en-US" sz="39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42566F-3566-95ED-59F2-CFEACF524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93A9FC-B6AE-B70E-EE19-EBB08685C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9B7489-FD71-FD69-784F-F9474520C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7FCE1E-14FE-9E4A-D311-B59FB2A42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A8A7EE-D1B6-C209-E5C7-0772E8E46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825B25-4F57-40E4-1BED-9DE9E2A06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Conclusão e Próximos Passos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196678-2F2B-4387-7982-7995527723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5210130"/>
              </p:ext>
            </p:extLst>
          </p:nvPr>
        </p:nvGraphicFramePr>
        <p:xfrm>
          <a:off x="419168" y="919945"/>
          <a:ext cx="8305663" cy="3144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41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A86796B-B4EB-4E59-97D9-5BA1F3C7D8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AA86796B-B4EB-4E59-97D9-5BA1F3C7D8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D3C9818-9889-48D9-916C-E16ECDD623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ED3C9818-9889-48D9-916C-E16ECDD623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4F54E30-7D4D-4362-8985-AF854753AF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84F54E30-7D4D-4362-8985-AF854753AF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EBFA4D-B714-CA78-D5DF-0B09AB3F840D}"/>
              </a:ext>
            </a:extLst>
          </p:cNvPr>
          <p:cNvSpPr/>
          <p:nvPr/>
        </p:nvSpPr>
        <p:spPr>
          <a:xfrm>
            <a:off x="1784196" y="2981325"/>
            <a:ext cx="6359680" cy="12618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pt-BR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“Big Data é como o petróleo: valioso, mas apenas se for refinado.”</a:t>
            </a:r>
          </a:p>
          <a:p>
            <a:pPr algn="r"/>
            <a:r>
              <a:rPr lang="pt-B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– Timothy Leonard, CTO da TMX </a:t>
            </a:r>
            <a:r>
              <a:rPr lang="pt-BR" sz="20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Group</a:t>
            </a:r>
            <a:r>
              <a:rPr lang="pt-B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</a:t>
            </a:r>
            <a:r>
              <a:rPr lang="pt-BR" sz="1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endParaRPr lang="pt-BR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5513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11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496099" y="3328654"/>
            <a:ext cx="19269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Título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aqui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860521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FD1CF6-E85E-D410-96D4-8AC5A7C6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9" y="33649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651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32" y="190194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903366" y="3328654"/>
            <a:ext cx="2519633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Dinâmica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Quebra-gelo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00B601-98D6-C9DD-116F-D92E93B039AC}"/>
              </a:ext>
            </a:extLst>
          </p:cNvPr>
          <p:cNvSpPr txBox="1"/>
          <p:nvPr/>
        </p:nvSpPr>
        <p:spPr>
          <a:xfrm>
            <a:off x="4739268" y="46215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https://www.menti.com/alk8si7cfkr6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8D82947-74EB-B352-5985-9C69CA02A9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941" y="-58732"/>
            <a:ext cx="2627365" cy="263048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EFF19E0-E9BB-CAF4-F5A3-8622DD9BF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83" y="2472861"/>
            <a:ext cx="2630482" cy="41783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9D44237-FAED-A38B-FEA4-5235C2A65E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7177" y="2506773"/>
            <a:ext cx="2600688" cy="34393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80C9F-7211-148C-E600-76A0C453D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Ementa do Curso</a:t>
            </a:r>
          </a:p>
        </p:txBody>
      </p:sp>
      <p:graphicFrame>
        <p:nvGraphicFramePr>
          <p:cNvPr id="9" name="Espaço Reservado para Conteúdo 2">
            <a:extLst>
              <a:ext uri="{FF2B5EF4-FFF2-40B4-BE49-F238E27FC236}">
                <a16:creationId xmlns:a16="http://schemas.microsoft.com/office/drawing/2014/main" id="{7D310A8C-4BF4-4BD4-D8C9-7F7501C6E6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7343324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1968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DD346-707A-07DF-7094-DF086AF70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Geral</a:t>
            </a:r>
            <a:endParaRPr lang="pt-BR" dirty="0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A432EA9D-A8CF-96AA-4433-2236649EB1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566161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FD238E-1BA6-020E-F17B-1BB9755AE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Procedimento Metodológico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47402B-807C-C7F3-F5E6-15872ED31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1413958"/>
            <a:ext cx="7293023" cy="1015135"/>
          </a:xfrm>
        </p:spPr>
        <p:txBody>
          <a:bodyPr anchor="ctr">
            <a:normAutofit/>
          </a:bodyPr>
          <a:lstStyle/>
          <a:p>
            <a:r>
              <a:rPr lang="pt-BR" sz="1500" dirty="0"/>
              <a:t>Metodologia centrada na multidisciplinaridade, aprendizado ativo e participativo.</a:t>
            </a:r>
          </a:p>
          <a:p>
            <a:r>
              <a:rPr lang="pt-BR" sz="1500" dirty="0"/>
              <a:t>Foco na participação do estudante para desenvolvimento intelectual e reflexão crítica.</a:t>
            </a:r>
          </a:p>
        </p:txBody>
      </p:sp>
      <p:graphicFrame>
        <p:nvGraphicFramePr>
          <p:cNvPr id="4" name="Rectangle 1">
            <a:extLst>
              <a:ext uri="{FF2B5EF4-FFF2-40B4-BE49-F238E27FC236}">
                <a16:creationId xmlns:a16="http://schemas.microsoft.com/office/drawing/2014/main" id="{CC4E06D3-C555-14B3-BFCE-DC6A9BDC47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8984156"/>
              </p:ext>
            </p:extLst>
          </p:nvPr>
        </p:nvGraphicFramePr>
        <p:xfrm>
          <a:off x="649154" y="2429093"/>
          <a:ext cx="7866196" cy="2283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066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15EE87-684E-436A-815E-36A9C7DA51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0A15EE87-684E-436A-815E-36A9C7DA51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5E793E-EB9D-41B7-BF58-B936F78484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FA5E793E-EB9D-41B7-BF58-B936F78484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3373A7F-5960-4995-9214-1F1D3F3D05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graphicEl>
                                              <a:dgm id="{13373A7F-5960-4995-9214-1F1D3F3D05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E57F31E-A84C-4837-A511-BF0632F893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CE57F31E-A84C-4837-A511-BF0632F893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C081EE3-CA6A-4725-B9CC-F91245E72A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BC081EE3-CA6A-4725-B9CC-F91245E72A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D500C0F-74F3-4870-8B2F-E7C00C9CE2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graphicEl>
                                              <a:dgm id="{1D500C0F-74F3-4870-8B2F-E7C00C9CE2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AF2E442-213F-4912-831A-95FAA6BC04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graphicEl>
                                              <a:dgm id="{4AF2E442-213F-4912-831A-95FAA6BC04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06337C6-41CA-4C92-BBC9-78C7D9E2E0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graphicEl>
                                              <a:dgm id="{F06337C6-41CA-4C92-BBC9-78C7D9E2E0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626DAB-E9ED-4C23-AFD9-D77B02FFEE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graphicEl>
                                              <a:dgm id="{C5626DAB-E9ED-4C23-AFD9-D77B02FFEE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D9E41C3-0D22-4364-BCD4-A0B89AB1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graphicEl>
                                              <a:dgm id="{6D9E41C3-0D22-4364-BCD4-A0B89AB1F9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1E7603-C478-4E99-B7EC-7F12668405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graphicEl>
                                              <a:dgm id="{A21E7603-C478-4E99-B7EC-7F12668405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6247584-5F01-44ED-B676-80328D78C7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graphicEl>
                                              <a:dgm id="{06247584-5F01-44ED-B676-80328D78C7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DD346-707A-07DF-7094-DF086AF70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Competências</a:t>
            </a:r>
            <a:endParaRPr lang="pt-BR" dirty="0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D39BA3F1-9C9A-66A0-C723-02EBF83CF0C6}"/>
              </a:ext>
            </a:extLst>
          </p:cNvPr>
          <p:cNvGraphicFramePr>
            <a:graphicFrameLocks/>
          </p:cNvGraphicFramePr>
          <p:nvPr/>
        </p:nvGraphicFramePr>
        <p:xfrm>
          <a:off x="230559" y="1250188"/>
          <a:ext cx="88256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7430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92CB376-9516-4DBE-890E-32AAB5F07D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A92CB376-9516-4DBE-890E-32AAB5F07D6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A92CB376-9516-4DBE-890E-32AAB5F07D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A92CB376-9516-4DBE-890E-32AAB5F07D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1ABE88A-D272-4A62-819A-DA30FD8D09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graphicEl>
                                              <a:dgm id="{11ABE88A-D272-4A62-819A-DA30FD8D09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graphicEl>
                                              <a:dgm id="{11ABE88A-D272-4A62-819A-DA30FD8D09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graphicEl>
                                              <a:dgm id="{11ABE88A-D272-4A62-819A-DA30FD8D09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7926F1D-28A0-434B-99CD-FEB966AC54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graphicEl>
                                              <a:dgm id="{F7926F1D-28A0-434B-99CD-FEB966AC54D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graphicEl>
                                              <a:dgm id="{F7926F1D-28A0-434B-99CD-FEB966AC54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graphicEl>
                                              <a:dgm id="{F7926F1D-28A0-434B-99CD-FEB966AC54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C8F59B-F38E-42DE-9611-05E05BEFC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graphicEl>
                                              <a:dgm id="{5BC8F59B-F38E-42DE-9611-05E05BEFC4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graphicEl>
                                              <a:dgm id="{5BC8F59B-F38E-42DE-9611-05E05BEFC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graphicEl>
                                              <a:dgm id="{5BC8F59B-F38E-42DE-9611-05E05BEFC4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3F71C07-2E41-4BB5-9A55-231E010834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graphicEl>
                                              <a:dgm id="{33F71C07-2E41-4BB5-9A55-231E010834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graphicEl>
                                              <a:dgm id="{33F71C07-2E41-4BB5-9A55-231E010834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graphicEl>
                                              <a:dgm id="{33F71C07-2E41-4BB5-9A55-231E010834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797B8B-A92F-4F59-9B8D-40CE300762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graphicEl>
                                              <a:dgm id="{F5797B8B-A92F-4F59-9B8D-40CE300762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graphicEl>
                                              <a:dgm id="{F5797B8B-A92F-4F59-9B8D-40CE300762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graphicEl>
                                              <a:dgm id="{F5797B8B-A92F-4F59-9B8D-40CE300762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55D31E3-0D9F-465A-A406-9059465B0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graphicEl>
                                              <a:dgm id="{455D31E3-0D9F-465A-A406-9059465B07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graphicEl>
                                              <a:dgm id="{455D31E3-0D9F-465A-A406-9059465B0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graphicEl>
                                              <a:dgm id="{455D31E3-0D9F-465A-A406-9059465B0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7CA3031-27F1-4205-98EF-6B4BD1F1A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graphicEl>
                                              <a:dgm id="{37CA3031-27F1-4205-98EF-6B4BD1F1A9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graphicEl>
                                              <a:dgm id="{37CA3031-27F1-4205-98EF-6B4BD1F1A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graphicEl>
                                              <a:dgm id="{37CA3031-27F1-4205-98EF-6B4BD1F1A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09A46B0-72FB-41AF-A234-12C4568A9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graphicEl>
                                              <a:dgm id="{709A46B0-72FB-41AF-A234-12C4568A9C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graphicEl>
                                              <a:dgm id="{709A46B0-72FB-41AF-A234-12C4568A9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graphicEl>
                                              <a:dgm id="{709A46B0-72FB-41AF-A234-12C4568A9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A29AA02-8E0C-4205-8D1D-85B332834D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graphicEl>
                                              <a:dgm id="{7A29AA02-8E0C-4205-8D1D-85B332834D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graphicEl>
                                              <a:dgm id="{7A29AA02-8E0C-4205-8D1D-85B332834D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graphicEl>
                                              <a:dgm id="{7A29AA02-8E0C-4205-8D1D-85B332834D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4BC86A8-2399-43C5-9C20-3E43C5E89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graphicEl>
                                              <a:dgm id="{54BC86A8-2399-43C5-9C20-3E43C5E89C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graphicEl>
                                              <a:dgm id="{54BC86A8-2399-43C5-9C20-3E43C5E89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graphicEl>
                                              <a:dgm id="{54BC86A8-2399-43C5-9C20-3E43C5E89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ABBC7C-4C8E-4816-B0BC-A336E11390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">
                                            <p:graphicEl>
                                              <a:dgm id="{E1ABBC7C-4C8E-4816-B0BC-A336E11390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>
                                            <p:graphicEl>
                                              <a:dgm id="{E1ABBC7C-4C8E-4816-B0BC-A336E11390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>
                                            <p:graphicEl>
                                              <a:dgm id="{E1ABBC7C-4C8E-4816-B0BC-A336E11390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BF8EF7-7E81-4F90-5668-6A67DABB1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000" kern="120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Habilidades</a:t>
            </a:r>
          </a:p>
        </p:txBody>
      </p:sp>
      <p:graphicFrame>
        <p:nvGraphicFramePr>
          <p:cNvPr id="6" name="CaixaDeTexto 3">
            <a:extLst>
              <a:ext uri="{FF2B5EF4-FFF2-40B4-BE49-F238E27FC236}">
                <a16:creationId xmlns:a16="http://schemas.microsoft.com/office/drawing/2014/main" id="{EE5647AC-07A5-BB48-3E56-9C4D19E0FA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4109998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375212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1A6DC-BB9B-2814-A393-E46B49C71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0"/>
            <a:ext cx="7886700" cy="994172"/>
          </a:xfrm>
        </p:spPr>
        <p:txBody>
          <a:bodyPr/>
          <a:lstStyle/>
          <a:p>
            <a:r>
              <a:rPr 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Conteúdo Programático</a:t>
            </a:r>
          </a:p>
        </p:txBody>
      </p:sp>
      <p:graphicFrame>
        <p:nvGraphicFramePr>
          <p:cNvPr id="4" name="Espaço Reservado para Conteúdo 2">
            <a:extLst>
              <a:ext uri="{FF2B5EF4-FFF2-40B4-BE49-F238E27FC236}">
                <a16:creationId xmlns:a16="http://schemas.microsoft.com/office/drawing/2014/main" id="{23B6C899-4C48-FC59-CC44-DE8AF97CA6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7571863"/>
              </p:ext>
            </p:extLst>
          </p:nvPr>
        </p:nvGraphicFramePr>
        <p:xfrm>
          <a:off x="70624" y="706245"/>
          <a:ext cx="9002751" cy="43777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827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387989C-4C75-415D-B608-3AA260E5CD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E387989C-4C75-415D-B608-3AA260E5CD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C536EA-F728-43BA-87D1-B96C648139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7BC536EA-F728-43BA-87D1-B96C6481393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D64395E-1C55-4A4D-BD68-CF0FA65F55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3D64395E-1C55-4A4D-BD68-CF0FA65F55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B5033-5F6E-44EC-AD95-6F8804F829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6CEB5033-5F6E-44EC-AD95-6F8804F829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DE67BC-DC71-49BD-9ED7-86F0A912AC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34DE67BC-DC71-49BD-9ED7-86F0A912AC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A25937D-D0DA-48FF-AD7C-E52EDEF659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dgm id="{CA25937D-D0DA-48FF-AD7C-E52EDEF659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005096-D0AA-046A-8671-608FD5D2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Recurso Didático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0F1DA24-C51C-520E-DE29-AF6F991B36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2688148"/>
              </p:ext>
            </p:extLst>
          </p:nvPr>
        </p:nvGraphicFramePr>
        <p:xfrm>
          <a:off x="3673856" y="111682"/>
          <a:ext cx="5372422" cy="4883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741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5FBE828-1D2D-44C4-B0A4-B232B57864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25FBE828-1D2D-44C4-B0A4-B232B57864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4B3E565-3701-4B93-9CD8-5E0D351295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graphicEl>
                                              <a:dgm id="{44B3E565-3701-4B93-9CD8-5E0D351295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D3CB6E1-37B6-457D-82BE-52CBBD116C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graphicEl>
                                              <a:dgm id="{3D3CB6E1-37B6-457D-82BE-52CBBD116C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90FDEFD-FBC6-42AC-ABC5-A04C626E1E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dgm id="{D90FDEFD-FBC6-42AC-ABC5-A04C626E1E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CCB4D1F-9FC5-43A9-8585-CA731D025B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graphicEl>
                                              <a:dgm id="{6CCB4D1F-9FC5-43A9-8585-CA731D025B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90A413C-CD31-4DBA-AF30-436BEA4F0B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graphicEl>
                                              <a:dgm id="{990A413C-CD31-4DBA-AF30-436BEA4F0B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3348C30-67E4-4AFB-82C6-50E12912AE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graphicEl>
                                              <a:dgm id="{E3348C30-67E4-4AFB-82C6-50E12912AE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0759C0C-341E-4405-81B7-774A86E838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graphicEl>
                                              <a:dgm id="{20759C0C-341E-4405-81B7-774A86E838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6D72721-BB15-4E63-ACE8-834A4D87CF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graphicEl>
                                              <a:dgm id="{66D72721-BB15-4E63-ACE8-834A4D87CF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4A42C8D-4547-46B3-BA86-C7E07E495E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graphicEl>
                                              <a:dgm id="{F4A42C8D-4547-46B3-BA86-C7E07E495E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6FB527D-3C50-4012-A84B-62C2412447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graphicEl>
                                              <a:dgm id="{C6FB527D-3C50-4012-A84B-62C2412447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9182CC9-795B-46A3-8B65-D3BEC1BFDA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6">
                                            <p:graphicEl>
                                              <a:dgm id="{29182CC9-795B-46A3-8B65-D3BEC1BFDA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427A985-A16E-4492-8BB7-53AD3BB6D4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graphicEl>
                                              <a:dgm id="{0427A985-A16E-4492-8BB7-53AD3BB6D43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0110F25-7C77-4D32-8397-348AC6CCA1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6">
                                            <p:graphicEl>
                                              <a:dgm id="{30110F25-7C77-4D32-8397-348AC6CCA1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E6F38B7-7287-470A-B57D-C644D68784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graphicEl>
                                              <a:dgm id="{3E6F38B7-7287-470A-B57D-C644D68784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4C6F6F3-4A31-433B-AC1D-0B8652EE3D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6">
                                            <p:graphicEl>
                                              <a:dgm id="{A4C6F6F3-4A31-433B-AC1D-0B8652EE3D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07DFD8B-DF01-4905-A6BB-87D4DF46F9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6">
                                            <p:graphicEl>
                                              <a:dgm id="{F07DFD8B-DF01-4905-A6BB-87D4DF46F9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3B2F73A-A459-4A3D-8384-EB16E36C22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6">
                                            <p:graphicEl>
                                              <a:dgm id="{23B2F73A-A459-4A3D-8384-EB16E36C22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0F8A4A5-74F3-49E8-9282-04206E2E5C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6">
                                            <p:graphicEl>
                                              <a:dgm id="{F0F8A4A5-74F3-49E8-9282-04206E2E5C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FFCAD5C-3D44-440C-ACAA-9347161A55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6">
                                            <p:graphicEl>
                                              <a:dgm id="{1FFCAD5C-3D44-440C-ACAA-9347161A55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4232418-C9BC-4FDB-8D2B-A1583F28BB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6">
                                            <p:graphicEl>
                                              <a:dgm id="{74232418-C9BC-4FDB-8D2B-A1583F28BBA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D3EB0C-1181-E4E4-92FC-A07F31AF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Avaliação</a:t>
            </a:r>
          </a:p>
        </p:txBody>
      </p:sp>
      <p:graphicFrame>
        <p:nvGraphicFramePr>
          <p:cNvPr id="11" name="Espaço Reservado para Conteúdo 5">
            <a:extLst>
              <a:ext uri="{FF2B5EF4-FFF2-40B4-BE49-F238E27FC236}">
                <a16:creationId xmlns:a16="http://schemas.microsoft.com/office/drawing/2014/main" id="{AF38CC1B-E7AE-4585-F8A2-B05A0E41C5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9983142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2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F3F96554-9D40-4C90-826F-7345399A88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graphicEl>
                                              <a:dgm id="{F3F96554-9D40-4C90-826F-7345399A88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3C23C661-2FAD-4AD9-BC54-B0469EA857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graphicEl>
                                              <a:dgm id="{3C23C661-2FAD-4AD9-BC54-B0469EA857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A4DA07B0-3941-40B1-8092-9567E76853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>
                                            <p:graphicEl>
                                              <a:dgm id="{A4DA07B0-3941-40B1-8092-9567E76853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9520941A-44C6-4468-A54E-6F3BF87B55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1">
                                            <p:graphicEl>
                                              <a:dgm id="{9520941A-44C6-4468-A54E-6F3BF87B55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F3AA50EB-93EC-41D3-92A5-3CDAD60577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1">
                                            <p:graphicEl>
                                              <a:dgm id="{F3AA50EB-93EC-41D3-92A5-3CDAD60577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BB05CB52-03EE-4A28-AF18-60F4EA7D78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>
                                            <p:graphicEl>
                                              <a:dgm id="{BB05CB52-03EE-4A28-AF18-60F4EA7D78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B754D3FA-91C7-4695-B81D-345EF437EF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1">
                                            <p:graphicEl>
                                              <a:dgm id="{B754D3FA-91C7-4695-B81D-345EF437EF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229B61A7-082F-4969-A0B2-62C02D20B0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1">
                                            <p:graphicEl>
                                              <a:dgm id="{229B61A7-082F-4969-A0B2-62C02D20B0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4F9122E9-50A0-4496-892C-9593020D3D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1">
                                            <p:graphicEl>
                                              <a:dgm id="{4F9122E9-50A0-4496-892C-9593020D3D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Sub>
          <a:bldDgm bld="one"/>
        </p:bldSub>
      </p:bldGraphic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D3EB0C-1181-E4E4-92FC-A07F31AF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Instrumentos de Avaliação</a:t>
            </a:r>
          </a:p>
        </p:txBody>
      </p:sp>
      <p:graphicFrame>
        <p:nvGraphicFramePr>
          <p:cNvPr id="22" name="Espaço Reservado para Conteúdo 2">
            <a:extLst>
              <a:ext uri="{FF2B5EF4-FFF2-40B4-BE49-F238E27FC236}">
                <a16:creationId xmlns:a16="http://schemas.microsoft.com/office/drawing/2014/main" id="{13766250-61E2-F99A-DBF5-1CEDE7A62B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794876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20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5DFFACDE-B77D-4ADB-85FA-198DD14BB2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2">
                                            <p:graphicEl>
                                              <a:dgm id="{5DFFACDE-B77D-4ADB-85FA-198DD14BB2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39A834DD-F52C-49B0-8161-4C7BEC69B2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2">
                                            <p:graphicEl>
                                              <a:dgm id="{39A834DD-F52C-49B0-8161-4C7BEC69B2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02E27D1C-166F-43EA-9A6C-1EE18E916A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2">
                                            <p:graphicEl>
                                              <a:dgm id="{02E27D1C-166F-43EA-9A6C-1EE18E916A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49FAE2A6-49D2-4426-802B-2325F85F7D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2">
                                            <p:graphicEl>
                                              <a:dgm id="{49FAE2A6-49D2-4426-802B-2325F85F7D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9091D9F8-6A9D-4B10-81A1-52E18C5C75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2">
                                            <p:graphicEl>
                                              <a:dgm id="{9091D9F8-6A9D-4B10-81A1-52E18C5C75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C8AB50F8-3385-4519-A709-933B23D6DF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2">
                                            <p:graphicEl>
                                              <a:dgm id="{C8AB50F8-3385-4519-A709-933B23D6DF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" grpId="0">
        <p:bldSub>
          <a:bldDgm bld="one"/>
        </p:bldSub>
      </p:bldGraphic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201A5D-19FF-2F52-1D83-203B8F4DB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Critérios para Aprovação na Disciplina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EAA88A5-3613-D77F-A84C-B5D9B06478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9619085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766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7FF8424-11CA-4937-8259-FA229161F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graphicEl>
                                              <a:dgm id="{77FF8424-11CA-4937-8259-FA229161F8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graphicEl>
                                              <a:dgm id="{77FF8424-11CA-4937-8259-FA229161F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graphicEl>
                                              <a:dgm id="{77FF8424-11CA-4937-8259-FA229161F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E45B588-F469-4499-8B7A-4DC5492CB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graphicEl>
                                              <a:dgm id="{BE45B588-F469-4499-8B7A-4DC5492CB7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graphicEl>
                                              <a:dgm id="{BE45B588-F469-4499-8B7A-4DC5492CB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graphicEl>
                                              <a:dgm id="{BE45B588-F469-4499-8B7A-4DC5492CB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197E136-D830-4EB5-BCD2-83DDC60145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graphicEl>
                                              <a:dgm id="{2197E136-D830-4EB5-BCD2-83DDC60145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graphicEl>
                                              <a:dgm id="{2197E136-D830-4EB5-BCD2-83DDC60145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graphicEl>
                                              <a:dgm id="{2197E136-D830-4EB5-BCD2-83DDC60145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0371F49-4261-4972-8CF2-7E5803D58C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graphicEl>
                                              <a:dgm id="{40371F49-4261-4972-8CF2-7E5803D58C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graphicEl>
                                              <a:dgm id="{40371F49-4261-4972-8CF2-7E5803D58C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graphicEl>
                                              <a:dgm id="{40371F49-4261-4972-8CF2-7E5803D58C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7E89E5C-CEEC-4F6C-8805-AE3AEF4910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graphicEl>
                                              <a:dgm id="{17E89E5C-CEEC-4F6C-8805-AE3AEF4910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graphicEl>
                                              <a:dgm id="{17E89E5C-CEEC-4F6C-8805-AE3AEF4910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graphicEl>
                                              <a:dgm id="{17E89E5C-CEEC-4F6C-8805-AE3AEF4910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E8D1255-20C3-4BFD-B906-42FEC3B7E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graphicEl>
                                              <a:dgm id="{2E8D1255-20C3-4BFD-B906-42FEC3B7E7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graphicEl>
                                              <a:dgm id="{2E8D1255-20C3-4BFD-B906-42FEC3B7E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graphicEl>
                                              <a:dgm id="{2E8D1255-20C3-4BFD-B906-42FEC3B7E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201A5D-19FF-2F52-1D83-203B8F4DB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Bibliografia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5CE8B91-85A8-7466-DCB4-E8EF914E9F97}"/>
              </a:ext>
            </a:extLst>
          </p:cNvPr>
          <p:cNvSpPr txBox="1">
            <a:spLocks/>
          </p:cNvSpPr>
          <p:nvPr/>
        </p:nvSpPr>
        <p:spPr>
          <a:xfrm>
            <a:off x="1028697" y="261648"/>
            <a:ext cx="7533018" cy="658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>
                <a:solidFill>
                  <a:srgbClr val="FFFFFF"/>
                </a:solidFill>
              </a:rPr>
              <a:t>Bibliografia</a:t>
            </a:r>
            <a:endParaRPr lang="pt-BR" sz="3000" dirty="0">
              <a:solidFill>
                <a:srgbClr val="FFFFFF"/>
              </a:solidFill>
            </a:endParaRPr>
          </a:p>
        </p:txBody>
      </p:sp>
      <p:graphicFrame>
        <p:nvGraphicFramePr>
          <p:cNvPr id="7" name="Espaço Reservado para Conteúdo 2">
            <a:extLst>
              <a:ext uri="{FF2B5EF4-FFF2-40B4-BE49-F238E27FC236}">
                <a16:creationId xmlns:a16="http://schemas.microsoft.com/office/drawing/2014/main" id="{A53432CF-0512-7361-075B-8844AFDEA3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118657"/>
              </p:ext>
            </p:extLst>
          </p:nvPr>
        </p:nvGraphicFramePr>
        <p:xfrm>
          <a:off x="104078" y="981307"/>
          <a:ext cx="8913542" cy="4162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023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0C84674-8782-4053-A0FE-3FA9D9E9CA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30C84674-8782-4053-A0FE-3FA9D9E9CA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2F3E913-60CE-4329-A56A-E080B85FFF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B2F3E913-60CE-4329-A56A-E080B85FFF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51EAF6A-BD44-4106-B67A-BD27DF6A5F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651EAF6A-BD44-4106-B67A-BD27DF6A5F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19856E2-0B45-4814-8E2A-2FE76D02A8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F19856E2-0B45-4814-8E2A-2FE76D02A8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Tema do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11782</TotalTime>
  <Words>2698</Words>
  <Application>Microsoft Office PowerPoint</Application>
  <PresentationFormat>Apresentação na tela (16:9)</PresentationFormat>
  <Paragraphs>335</Paragraphs>
  <Slides>51</Slides>
  <Notes>8</Notes>
  <HiddenSlides>16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51</vt:i4>
      </vt:variant>
    </vt:vector>
  </HeadingPairs>
  <TitlesOfParts>
    <vt:vector size="60" baseType="lpstr">
      <vt:lpstr>Arial</vt:lpstr>
      <vt:lpstr>var(--text-font-family-heading)</vt:lpstr>
      <vt:lpstr>Aptos Display</vt:lpstr>
      <vt:lpstr>Söhne</vt:lpstr>
      <vt:lpstr>Tahoma</vt:lpstr>
      <vt:lpstr>Calibri</vt:lpstr>
      <vt:lpstr>Aptos</vt:lpstr>
      <vt:lpstr>Wingdings</vt:lpstr>
      <vt:lpstr>Tema do Office</vt:lpstr>
      <vt:lpstr>Fundamentos de Big Data</vt:lpstr>
      <vt:lpstr>Agenda</vt:lpstr>
      <vt:lpstr>Objetivo da aula</vt:lpstr>
      <vt:lpstr>Apresentação do PowerPoint</vt:lpstr>
      <vt:lpstr>O que é Processamento de Big Data?</vt:lpstr>
      <vt:lpstr>Apresentação do PowerPoint</vt:lpstr>
      <vt:lpstr>Principais Tecnologias</vt:lpstr>
      <vt:lpstr>Apresentação do PowerPoint</vt:lpstr>
      <vt:lpstr>Apresentação do PowerPoint</vt:lpstr>
      <vt:lpstr>Apresentação do PowerPoint</vt:lpstr>
      <vt:lpstr>Arquitetura do Hadoop</vt:lpstr>
      <vt:lpstr>O que é Spark?</vt:lpstr>
      <vt:lpstr>Bancos de Dados NoSQL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 arquitetura Hadoop </vt:lpstr>
      <vt:lpstr>Apresentação do PowerPoint</vt:lpstr>
      <vt:lpstr>Apresentação do PowerPoint</vt:lpstr>
      <vt:lpstr>A arquitetura Hadoop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Check-out: Dinâmica</vt:lpstr>
      <vt:lpstr>Conclusão e Próximos Passos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Ementa do Curso</vt:lpstr>
      <vt:lpstr>Objetivo Geral</vt:lpstr>
      <vt:lpstr>Procedimento Metodológico</vt:lpstr>
      <vt:lpstr>Competências</vt:lpstr>
      <vt:lpstr>Habilidades</vt:lpstr>
      <vt:lpstr>Conteúdo Programático</vt:lpstr>
      <vt:lpstr>Recurso Didático</vt:lpstr>
      <vt:lpstr>Avaliação</vt:lpstr>
      <vt:lpstr>Instrumentos de Avaliação</vt:lpstr>
      <vt:lpstr>Critérios para Aprovação na Disciplina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Pedro Calistro Torres de Miranda</dc:creator>
  <cp:lastModifiedBy>José Pedro Calistro Torres de Miranda</cp:lastModifiedBy>
  <cp:revision>10</cp:revision>
  <dcterms:modified xsi:type="dcterms:W3CDTF">2025-02-21T12:08:21Z</dcterms:modified>
</cp:coreProperties>
</file>