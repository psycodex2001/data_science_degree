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950" r:id="rId3"/>
    <p:sldId id="319" r:id="rId4"/>
    <p:sldId id="258" r:id="rId5"/>
    <p:sldId id="952" r:id="rId6"/>
    <p:sldId id="953" r:id="rId7"/>
    <p:sldId id="946" r:id="rId8"/>
    <p:sldId id="261" r:id="rId9"/>
    <p:sldId id="262" r:id="rId10"/>
    <p:sldId id="954" r:id="rId11"/>
    <p:sldId id="955" r:id="rId12"/>
    <p:sldId id="956" r:id="rId13"/>
    <p:sldId id="265" r:id="rId14"/>
    <p:sldId id="266" r:id="rId15"/>
    <p:sldId id="298" r:id="rId16"/>
    <p:sldId id="302" r:id="rId17"/>
    <p:sldId id="300" r:id="rId18"/>
    <p:sldId id="299" r:id="rId19"/>
    <p:sldId id="259" r:id="rId20"/>
    <p:sldId id="257" r:id="rId2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Tahoma" panose="020B0604030504040204" pitchFamily="34" charset="0"/>
      <p:regular r:id="rId27"/>
      <p:bold r:id="rId2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image" Target="../media/image17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image" Target="../media/image17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520C62-82F6-4DE5-8523-82A9754273C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1034A87-4454-4A1D-9115-E92A98AE195B}">
      <dgm:prSet/>
      <dgm:spPr/>
      <dgm:t>
        <a:bodyPr/>
        <a:lstStyle/>
        <a:p>
          <a:r>
            <a:rPr lang="pt-BR"/>
            <a:t>Revisão da Aula Anterior</a:t>
          </a:r>
          <a:endParaRPr lang="en-US"/>
        </a:p>
      </dgm:t>
    </dgm:pt>
    <dgm:pt modelId="{924EEBAF-C19B-4AEA-9C4D-07E1E8F91448}" type="parTrans" cxnId="{62F8234D-9BB3-4E9B-8B61-799651630C52}">
      <dgm:prSet/>
      <dgm:spPr/>
      <dgm:t>
        <a:bodyPr/>
        <a:lstStyle/>
        <a:p>
          <a:endParaRPr lang="en-US"/>
        </a:p>
      </dgm:t>
    </dgm:pt>
    <dgm:pt modelId="{54527617-E0F1-44AA-ADF1-8ACBFE71BB80}" type="sibTrans" cxnId="{62F8234D-9BB3-4E9B-8B61-799651630C52}">
      <dgm:prSet/>
      <dgm:spPr/>
      <dgm:t>
        <a:bodyPr/>
        <a:lstStyle/>
        <a:p>
          <a:endParaRPr lang="en-US"/>
        </a:p>
      </dgm:t>
    </dgm:pt>
    <dgm:pt modelId="{5F857B77-9528-4E32-B1BE-028245E730F4}">
      <dgm:prSet/>
      <dgm:spPr/>
      <dgm:t>
        <a:bodyPr/>
        <a:lstStyle/>
        <a:p>
          <a:r>
            <a:rPr lang="pt-BR"/>
            <a:t>Aplicações Práticas de Big Data</a:t>
          </a:r>
          <a:endParaRPr lang="en-US"/>
        </a:p>
      </dgm:t>
    </dgm:pt>
    <dgm:pt modelId="{E94C9B3C-4902-4374-B9AC-5B86E70A9A1B}" type="parTrans" cxnId="{C7CADA91-C72B-4947-AF15-30A96FF73FDC}">
      <dgm:prSet/>
      <dgm:spPr/>
      <dgm:t>
        <a:bodyPr/>
        <a:lstStyle/>
        <a:p>
          <a:endParaRPr lang="en-US"/>
        </a:p>
      </dgm:t>
    </dgm:pt>
    <dgm:pt modelId="{D1C7F74B-9EF1-4609-BAB9-AF415205F0EC}" type="sibTrans" cxnId="{C7CADA91-C72B-4947-AF15-30A96FF73FDC}">
      <dgm:prSet/>
      <dgm:spPr/>
      <dgm:t>
        <a:bodyPr/>
        <a:lstStyle/>
        <a:p>
          <a:endParaRPr lang="en-US"/>
        </a:p>
      </dgm:t>
    </dgm:pt>
    <dgm:pt modelId="{123E72DB-D359-4515-B661-707F800D6F63}">
      <dgm:prSet/>
      <dgm:spPr/>
      <dgm:t>
        <a:bodyPr/>
        <a:lstStyle/>
        <a:p>
          <a:r>
            <a:rPr lang="pt-BR" dirty="0"/>
            <a:t>Critérios para Escolha da Tecnologia</a:t>
          </a:r>
          <a:endParaRPr lang="en-US" dirty="0"/>
        </a:p>
      </dgm:t>
    </dgm:pt>
    <dgm:pt modelId="{6AC1A525-6FAB-43E5-BDB9-6A825479EE28}" type="parTrans" cxnId="{F74A897B-FEE2-486F-957B-5CC0EB0B2FDB}">
      <dgm:prSet/>
      <dgm:spPr/>
      <dgm:t>
        <a:bodyPr/>
        <a:lstStyle/>
        <a:p>
          <a:endParaRPr lang="en-US"/>
        </a:p>
      </dgm:t>
    </dgm:pt>
    <dgm:pt modelId="{D813BA68-8060-4BAC-9C62-68D283A3593F}" type="sibTrans" cxnId="{F74A897B-FEE2-486F-957B-5CC0EB0B2FDB}">
      <dgm:prSet/>
      <dgm:spPr/>
      <dgm:t>
        <a:bodyPr/>
        <a:lstStyle/>
        <a:p>
          <a:endParaRPr lang="en-US"/>
        </a:p>
      </dgm:t>
    </dgm:pt>
    <dgm:pt modelId="{F398547B-FDC9-478D-B96E-36FC387B044F}">
      <dgm:prSet/>
      <dgm:spPr/>
      <dgm:t>
        <a:bodyPr/>
        <a:lstStyle/>
        <a:p>
          <a:r>
            <a:rPr lang="pt-BR"/>
            <a:t>Trabalho Final: Diretrizes e Expectativas</a:t>
          </a:r>
          <a:endParaRPr lang="en-US"/>
        </a:p>
      </dgm:t>
    </dgm:pt>
    <dgm:pt modelId="{FFD4CDCA-4F08-42BF-AE84-C8105316F28A}" type="parTrans" cxnId="{A859B134-F9AD-42FD-8970-73A8BD575848}">
      <dgm:prSet/>
      <dgm:spPr/>
      <dgm:t>
        <a:bodyPr/>
        <a:lstStyle/>
        <a:p>
          <a:endParaRPr lang="en-US"/>
        </a:p>
      </dgm:t>
    </dgm:pt>
    <dgm:pt modelId="{4CF6C7B0-3605-49EB-A754-1C0A3ADE682F}" type="sibTrans" cxnId="{A859B134-F9AD-42FD-8970-73A8BD575848}">
      <dgm:prSet/>
      <dgm:spPr/>
      <dgm:t>
        <a:bodyPr/>
        <a:lstStyle/>
        <a:p>
          <a:endParaRPr lang="en-US"/>
        </a:p>
      </dgm:t>
    </dgm:pt>
    <dgm:pt modelId="{45FC4E58-04B3-4735-AE7C-30EEF59AED9B}">
      <dgm:prSet/>
      <dgm:spPr/>
      <dgm:t>
        <a:bodyPr/>
        <a:lstStyle/>
        <a:p>
          <a:r>
            <a:rPr lang="pt-BR"/>
            <a:t>Pesquisa sobre Partes Interessadas</a:t>
          </a:r>
          <a:endParaRPr lang="en-US"/>
        </a:p>
      </dgm:t>
    </dgm:pt>
    <dgm:pt modelId="{4939FC09-6F43-459E-9F6F-29CB201FD5A8}" type="parTrans" cxnId="{529DC9A8-2964-4D91-A84C-A41C8504FE01}">
      <dgm:prSet/>
      <dgm:spPr/>
      <dgm:t>
        <a:bodyPr/>
        <a:lstStyle/>
        <a:p>
          <a:endParaRPr lang="en-US"/>
        </a:p>
      </dgm:t>
    </dgm:pt>
    <dgm:pt modelId="{F23CAFE3-E132-4981-B14E-7695515876E6}" type="sibTrans" cxnId="{529DC9A8-2964-4D91-A84C-A41C8504FE01}">
      <dgm:prSet/>
      <dgm:spPr/>
      <dgm:t>
        <a:bodyPr/>
        <a:lstStyle/>
        <a:p>
          <a:endParaRPr lang="en-US"/>
        </a:p>
      </dgm:t>
    </dgm:pt>
    <dgm:pt modelId="{BD5665BD-0B8E-4560-A89A-76DCD7D41896}">
      <dgm:prSet/>
      <dgm:spPr/>
      <dgm:t>
        <a:bodyPr/>
        <a:lstStyle/>
        <a:p>
          <a:r>
            <a:rPr lang="pt-BR"/>
            <a:t>Atividade Final: Escolha sua Tecnologia</a:t>
          </a:r>
          <a:endParaRPr lang="en-US"/>
        </a:p>
      </dgm:t>
    </dgm:pt>
    <dgm:pt modelId="{280D14F9-548C-4BA5-9560-BD22A081E71B}" type="parTrans" cxnId="{DAA64BAF-2B29-4AEE-91CC-DD3B454D8AD0}">
      <dgm:prSet/>
      <dgm:spPr/>
      <dgm:t>
        <a:bodyPr/>
        <a:lstStyle/>
        <a:p>
          <a:endParaRPr lang="en-US"/>
        </a:p>
      </dgm:t>
    </dgm:pt>
    <dgm:pt modelId="{A1681E41-5AE7-4781-B0CD-C1412B6D52C4}" type="sibTrans" cxnId="{DAA64BAF-2B29-4AEE-91CC-DD3B454D8AD0}">
      <dgm:prSet/>
      <dgm:spPr/>
      <dgm:t>
        <a:bodyPr/>
        <a:lstStyle/>
        <a:p>
          <a:endParaRPr lang="en-US"/>
        </a:p>
      </dgm:t>
    </dgm:pt>
    <dgm:pt modelId="{CA3AF6E2-0A63-47C3-81C7-DCFF35775FBF}" type="pres">
      <dgm:prSet presAssocID="{E7520C62-82F6-4DE5-8523-82A9754273CE}" presName="Name0" presStyleCnt="0">
        <dgm:presLayoutVars>
          <dgm:dir/>
          <dgm:resizeHandles val="exact"/>
        </dgm:presLayoutVars>
      </dgm:prSet>
      <dgm:spPr/>
    </dgm:pt>
    <dgm:pt modelId="{D1A88CBF-CEA9-46DE-B99A-24B7416204E3}" type="pres">
      <dgm:prSet presAssocID="{11034A87-4454-4A1D-9115-E92A98AE195B}" presName="node" presStyleLbl="node1" presStyleIdx="0" presStyleCnt="6">
        <dgm:presLayoutVars>
          <dgm:bulletEnabled val="1"/>
        </dgm:presLayoutVars>
      </dgm:prSet>
      <dgm:spPr/>
    </dgm:pt>
    <dgm:pt modelId="{5F5F39BA-D550-46EA-AB6E-36A84C8C8F8F}" type="pres">
      <dgm:prSet presAssocID="{54527617-E0F1-44AA-ADF1-8ACBFE71BB80}" presName="sibTrans" presStyleLbl="sibTrans1D1" presStyleIdx="0" presStyleCnt="5"/>
      <dgm:spPr/>
    </dgm:pt>
    <dgm:pt modelId="{380C9CA1-BE8C-4808-8590-BB96D5389B97}" type="pres">
      <dgm:prSet presAssocID="{54527617-E0F1-44AA-ADF1-8ACBFE71BB80}" presName="connectorText" presStyleLbl="sibTrans1D1" presStyleIdx="0" presStyleCnt="5"/>
      <dgm:spPr/>
    </dgm:pt>
    <dgm:pt modelId="{68EA492C-96E7-4EE2-ACC8-15B689BA0842}" type="pres">
      <dgm:prSet presAssocID="{5F857B77-9528-4E32-B1BE-028245E730F4}" presName="node" presStyleLbl="node1" presStyleIdx="1" presStyleCnt="6">
        <dgm:presLayoutVars>
          <dgm:bulletEnabled val="1"/>
        </dgm:presLayoutVars>
      </dgm:prSet>
      <dgm:spPr/>
    </dgm:pt>
    <dgm:pt modelId="{8BA3892F-FB30-45D7-B531-D7C63C18CDE8}" type="pres">
      <dgm:prSet presAssocID="{D1C7F74B-9EF1-4609-BAB9-AF415205F0EC}" presName="sibTrans" presStyleLbl="sibTrans1D1" presStyleIdx="1" presStyleCnt="5"/>
      <dgm:spPr/>
    </dgm:pt>
    <dgm:pt modelId="{F112A3E8-3AD7-4A03-91B2-52425DD46DF0}" type="pres">
      <dgm:prSet presAssocID="{D1C7F74B-9EF1-4609-BAB9-AF415205F0EC}" presName="connectorText" presStyleLbl="sibTrans1D1" presStyleIdx="1" presStyleCnt="5"/>
      <dgm:spPr/>
    </dgm:pt>
    <dgm:pt modelId="{748ABBF6-2DE4-4F7D-B4A6-D0F11CBAD8C2}" type="pres">
      <dgm:prSet presAssocID="{123E72DB-D359-4515-B661-707F800D6F63}" presName="node" presStyleLbl="node1" presStyleIdx="2" presStyleCnt="6">
        <dgm:presLayoutVars>
          <dgm:bulletEnabled val="1"/>
        </dgm:presLayoutVars>
      </dgm:prSet>
      <dgm:spPr/>
    </dgm:pt>
    <dgm:pt modelId="{3637B3CF-D2C4-470F-9327-2243E39D5222}" type="pres">
      <dgm:prSet presAssocID="{D813BA68-8060-4BAC-9C62-68D283A3593F}" presName="sibTrans" presStyleLbl="sibTrans1D1" presStyleIdx="2" presStyleCnt="5"/>
      <dgm:spPr/>
    </dgm:pt>
    <dgm:pt modelId="{23B77D35-AFD4-4720-89FC-7E67DC10F9BB}" type="pres">
      <dgm:prSet presAssocID="{D813BA68-8060-4BAC-9C62-68D283A3593F}" presName="connectorText" presStyleLbl="sibTrans1D1" presStyleIdx="2" presStyleCnt="5"/>
      <dgm:spPr/>
    </dgm:pt>
    <dgm:pt modelId="{DCABCB9A-188A-4843-BD45-9A359C1AAF69}" type="pres">
      <dgm:prSet presAssocID="{F398547B-FDC9-478D-B96E-36FC387B044F}" presName="node" presStyleLbl="node1" presStyleIdx="3" presStyleCnt="6">
        <dgm:presLayoutVars>
          <dgm:bulletEnabled val="1"/>
        </dgm:presLayoutVars>
      </dgm:prSet>
      <dgm:spPr/>
    </dgm:pt>
    <dgm:pt modelId="{EDFDD163-6649-4608-A6AA-D05341492113}" type="pres">
      <dgm:prSet presAssocID="{4CF6C7B0-3605-49EB-A754-1C0A3ADE682F}" presName="sibTrans" presStyleLbl="sibTrans1D1" presStyleIdx="3" presStyleCnt="5"/>
      <dgm:spPr/>
    </dgm:pt>
    <dgm:pt modelId="{3B9768C9-8B4A-46F8-9649-889CC43A4529}" type="pres">
      <dgm:prSet presAssocID="{4CF6C7B0-3605-49EB-A754-1C0A3ADE682F}" presName="connectorText" presStyleLbl="sibTrans1D1" presStyleIdx="3" presStyleCnt="5"/>
      <dgm:spPr/>
    </dgm:pt>
    <dgm:pt modelId="{B4048735-6B6D-4424-A4E6-0B7F59483E64}" type="pres">
      <dgm:prSet presAssocID="{45FC4E58-04B3-4735-AE7C-30EEF59AED9B}" presName="node" presStyleLbl="node1" presStyleIdx="4" presStyleCnt="6">
        <dgm:presLayoutVars>
          <dgm:bulletEnabled val="1"/>
        </dgm:presLayoutVars>
      </dgm:prSet>
      <dgm:spPr/>
    </dgm:pt>
    <dgm:pt modelId="{7E36ED21-FABE-4412-A4DF-5C1192339CB6}" type="pres">
      <dgm:prSet presAssocID="{F23CAFE3-E132-4981-B14E-7695515876E6}" presName="sibTrans" presStyleLbl="sibTrans1D1" presStyleIdx="4" presStyleCnt="5"/>
      <dgm:spPr/>
    </dgm:pt>
    <dgm:pt modelId="{B8517C72-C334-42EB-B009-0D8BAD0E111F}" type="pres">
      <dgm:prSet presAssocID="{F23CAFE3-E132-4981-B14E-7695515876E6}" presName="connectorText" presStyleLbl="sibTrans1D1" presStyleIdx="4" presStyleCnt="5"/>
      <dgm:spPr/>
    </dgm:pt>
    <dgm:pt modelId="{BDBE1371-FA14-48C2-A1CF-287900C04013}" type="pres">
      <dgm:prSet presAssocID="{BD5665BD-0B8E-4560-A89A-76DCD7D41896}" presName="node" presStyleLbl="node1" presStyleIdx="5" presStyleCnt="6">
        <dgm:presLayoutVars>
          <dgm:bulletEnabled val="1"/>
        </dgm:presLayoutVars>
      </dgm:prSet>
      <dgm:spPr/>
    </dgm:pt>
  </dgm:ptLst>
  <dgm:cxnLst>
    <dgm:cxn modelId="{7E4AA90E-4437-477F-B74A-DF0D59286D1F}" type="presOf" srcId="{D1C7F74B-9EF1-4609-BAB9-AF415205F0EC}" destId="{8BA3892F-FB30-45D7-B531-D7C63C18CDE8}" srcOrd="0" destOrd="0" presId="urn:microsoft.com/office/officeart/2016/7/layout/RepeatingBendingProcessNew"/>
    <dgm:cxn modelId="{03F4A923-96A4-49ED-BF35-2D6B0FDB74B0}" type="presOf" srcId="{D813BA68-8060-4BAC-9C62-68D283A3593F}" destId="{23B77D35-AFD4-4720-89FC-7E67DC10F9BB}" srcOrd="1" destOrd="0" presId="urn:microsoft.com/office/officeart/2016/7/layout/RepeatingBendingProcessNew"/>
    <dgm:cxn modelId="{76B0F924-AD0D-4384-8DF0-132F2470FAA6}" type="presOf" srcId="{4CF6C7B0-3605-49EB-A754-1C0A3ADE682F}" destId="{3B9768C9-8B4A-46F8-9649-889CC43A4529}" srcOrd="1" destOrd="0" presId="urn:microsoft.com/office/officeart/2016/7/layout/RepeatingBendingProcessNew"/>
    <dgm:cxn modelId="{8C9B962E-69D7-4425-87FA-E29D4EAB10D1}" type="presOf" srcId="{E7520C62-82F6-4DE5-8523-82A9754273CE}" destId="{CA3AF6E2-0A63-47C3-81C7-DCFF35775FBF}" srcOrd="0" destOrd="0" presId="urn:microsoft.com/office/officeart/2016/7/layout/RepeatingBendingProcessNew"/>
    <dgm:cxn modelId="{A859B134-F9AD-42FD-8970-73A8BD575848}" srcId="{E7520C62-82F6-4DE5-8523-82A9754273CE}" destId="{F398547B-FDC9-478D-B96E-36FC387B044F}" srcOrd="3" destOrd="0" parTransId="{FFD4CDCA-4F08-42BF-AE84-C8105316F28A}" sibTransId="{4CF6C7B0-3605-49EB-A754-1C0A3ADE682F}"/>
    <dgm:cxn modelId="{114C2660-D102-4B43-B07C-D7AD5619F9B0}" type="presOf" srcId="{54527617-E0F1-44AA-ADF1-8ACBFE71BB80}" destId="{380C9CA1-BE8C-4808-8590-BB96D5389B97}" srcOrd="1" destOrd="0" presId="urn:microsoft.com/office/officeart/2016/7/layout/RepeatingBendingProcessNew"/>
    <dgm:cxn modelId="{D0B47048-F4A8-4146-8FA0-65E8F3353386}" type="presOf" srcId="{5F857B77-9528-4E32-B1BE-028245E730F4}" destId="{68EA492C-96E7-4EE2-ACC8-15B689BA0842}" srcOrd="0" destOrd="0" presId="urn:microsoft.com/office/officeart/2016/7/layout/RepeatingBendingProcessNew"/>
    <dgm:cxn modelId="{62F8234D-9BB3-4E9B-8B61-799651630C52}" srcId="{E7520C62-82F6-4DE5-8523-82A9754273CE}" destId="{11034A87-4454-4A1D-9115-E92A98AE195B}" srcOrd="0" destOrd="0" parTransId="{924EEBAF-C19B-4AEA-9C4D-07E1E8F91448}" sibTransId="{54527617-E0F1-44AA-ADF1-8ACBFE71BB80}"/>
    <dgm:cxn modelId="{36495D4F-AA1D-4DB7-90B7-FEE73043ADD4}" type="presOf" srcId="{F398547B-FDC9-478D-B96E-36FC387B044F}" destId="{DCABCB9A-188A-4843-BD45-9A359C1AAF69}" srcOrd="0" destOrd="0" presId="urn:microsoft.com/office/officeart/2016/7/layout/RepeatingBendingProcessNew"/>
    <dgm:cxn modelId="{F74A897B-FEE2-486F-957B-5CC0EB0B2FDB}" srcId="{E7520C62-82F6-4DE5-8523-82A9754273CE}" destId="{123E72DB-D359-4515-B661-707F800D6F63}" srcOrd="2" destOrd="0" parTransId="{6AC1A525-6FAB-43E5-BDB9-6A825479EE28}" sibTransId="{D813BA68-8060-4BAC-9C62-68D283A3593F}"/>
    <dgm:cxn modelId="{279F5183-1415-41F5-9316-D7FDC17F5B63}" type="presOf" srcId="{54527617-E0F1-44AA-ADF1-8ACBFE71BB80}" destId="{5F5F39BA-D550-46EA-AB6E-36A84C8C8F8F}" srcOrd="0" destOrd="0" presId="urn:microsoft.com/office/officeart/2016/7/layout/RepeatingBendingProcessNew"/>
    <dgm:cxn modelId="{92CDCC84-BCE7-494E-BB56-060423DF1790}" type="presOf" srcId="{123E72DB-D359-4515-B661-707F800D6F63}" destId="{748ABBF6-2DE4-4F7D-B4A6-D0F11CBAD8C2}" srcOrd="0" destOrd="0" presId="urn:microsoft.com/office/officeart/2016/7/layout/RepeatingBendingProcessNew"/>
    <dgm:cxn modelId="{C7CADA91-C72B-4947-AF15-30A96FF73FDC}" srcId="{E7520C62-82F6-4DE5-8523-82A9754273CE}" destId="{5F857B77-9528-4E32-B1BE-028245E730F4}" srcOrd="1" destOrd="0" parTransId="{E94C9B3C-4902-4374-B9AC-5B86E70A9A1B}" sibTransId="{D1C7F74B-9EF1-4609-BAB9-AF415205F0EC}"/>
    <dgm:cxn modelId="{6D6CDE97-1BBF-4847-9923-71447F79D326}" type="presOf" srcId="{4CF6C7B0-3605-49EB-A754-1C0A3ADE682F}" destId="{EDFDD163-6649-4608-A6AA-D05341492113}" srcOrd="0" destOrd="0" presId="urn:microsoft.com/office/officeart/2016/7/layout/RepeatingBendingProcessNew"/>
    <dgm:cxn modelId="{529DC9A8-2964-4D91-A84C-A41C8504FE01}" srcId="{E7520C62-82F6-4DE5-8523-82A9754273CE}" destId="{45FC4E58-04B3-4735-AE7C-30EEF59AED9B}" srcOrd="4" destOrd="0" parTransId="{4939FC09-6F43-459E-9F6F-29CB201FD5A8}" sibTransId="{F23CAFE3-E132-4981-B14E-7695515876E6}"/>
    <dgm:cxn modelId="{DAA64BAF-2B29-4AEE-91CC-DD3B454D8AD0}" srcId="{E7520C62-82F6-4DE5-8523-82A9754273CE}" destId="{BD5665BD-0B8E-4560-A89A-76DCD7D41896}" srcOrd="5" destOrd="0" parTransId="{280D14F9-548C-4BA5-9560-BD22A081E71B}" sibTransId="{A1681E41-5AE7-4781-B0CD-C1412B6D52C4}"/>
    <dgm:cxn modelId="{21B264D1-878F-4764-B9ED-EBB4C4AF6C6B}" type="presOf" srcId="{11034A87-4454-4A1D-9115-E92A98AE195B}" destId="{D1A88CBF-CEA9-46DE-B99A-24B7416204E3}" srcOrd="0" destOrd="0" presId="urn:microsoft.com/office/officeart/2016/7/layout/RepeatingBendingProcessNew"/>
    <dgm:cxn modelId="{D2BBDED3-B2D0-4FF0-BA63-3DD00152449E}" type="presOf" srcId="{BD5665BD-0B8E-4560-A89A-76DCD7D41896}" destId="{BDBE1371-FA14-48C2-A1CF-287900C04013}" srcOrd="0" destOrd="0" presId="urn:microsoft.com/office/officeart/2016/7/layout/RepeatingBendingProcessNew"/>
    <dgm:cxn modelId="{7B28A5D8-CBB1-4046-A2D1-E257E0265FE8}" type="presOf" srcId="{D1C7F74B-9EF1-4609-BAB9-AF415205F0EC}" destId="{F112A3E8-3AD7-4A03-91B2-52425DD46DF0}" srcOrd="1" destOrd="0" presId="urn:microsoft.com/office/officeart/2016/7/layout/RepeatingBendingProcessNew"/>
    <dgm:cxn modelId="{17EAC5D8-7F1B-4893-A86B-F92AE556B1E4}" type="presOf" srcId="{45FC4E58-04B3-4735-AE7C-30EEF59AED9B}" destId="{B4048735-6B6D-4424-A4E6-0B7F59483E64}" srcOrd="0" destOrd="0" presId="urn:microsoft.com/office/officeart/2016/7/layout/RepeatingBendingProcessNew"/>
    <dgm:cxn modelId="{7B3DFAE8-F51B-403D-9EC9-A8BF9FBE840A}" type="presOf" srcId="{D813BA68-8060-4BAC-9C62-68D283A3593F}" destId="{3637B3CF-D2C4-470F-9327-2243E39D5222}" srcOrd="0" destOrd="0" presId="urn:microsoft.com/office/officeart/2016/7/layout/RepeatingBendingProcessNew"/>
    <dgm:cxn modelId="{B314D2EC-72AD-4D8D-9216-1A14F851DAF2}" type="presOf" srcId="{F23CAFE3-E132-4981-B14E-7695515876E6}" destId="{7E36ED21-FABE-4412-A4DF-5C1192339CB6}" srcOrd="0" destOrd="0" presId="urn:microsoft.com/office/officeart/2016/7/layout/RepeatingBendingProcessNew"/>
    <dgm:cxn modelId="{2E173DF2-ADA7-4DC6-BEE9-42B1F887A5EC}" type="presOf" srcId="{F23CAFE3-E132-4981-B14E-7695515876E6}" destId="{B8517C72-C334-42EB-B009-0D8BAD0E111F}" srcOrd="1" destOrd="0" presId="urn:microsoft.com/office/officeart/2016/7/layout/RepeatingBendingProcessNew"/>
    <dgm:cxn modelId="{6DF9E630-534E-43D6-8A1F-3CDDE3BF512D}" type="presParOf" srcId="{CA3AF6E2-0A63-47C3-81C7-DCFF35775FBF}" destId="{D1A88CBF-CEA9-46DE-B99A-24B7416204E3}" srcOrd="0" destOrd="0" presId="urn:microsoft.com/office/officeart/2016/7/layout/RepeatingBendingProcessNew"/>
    <dgm:cxn modelId="{4E7B53E0-BAA4-43E1-95D3-CBBD6792C944}" type="presParOf" srcId="{CA3AF6E2-0A63-47C3-81C7-DCFF35775FBF}" destId="{5F5F39BA-D550-46EA-AB6E-36A84C8C8F8F}" srcOrd="1" destOrd="0" presId="urn:microsoft.com/office/officeart/2016/7/layout/RepeatingBendingProcessNew"/>
    <dgm:cxn modelId="{A14D030B-2536-471A-969E-FAB2E8EB7FBB}" type="presParOf" srcId="{5F5F39BA-D550-46EA-AB6E-36A84C8C8F8F}" destId="{380C9CA1-BE8C-4808-8590-BB96D5389B97}" srcOrd="0" destOrd="0" presId="urn:microsoft.com/office/officeart/2016/7/layout/RepeatingBendingProcessNew"/>
    <dgm:cxn modelId="{A63D20C1-B921-4960-93BE-779D0FD834B1}" type="presParOf" srcId="{CA3AF6E2-0A63-47C3-81C7-DCFF35775FBF}" destId="{68EA492C-96E7-4EE2-ACC8-15B689BA0842}" srcOrd="2" destOrd="0" presId="urn:microsoft.com/office/officeart/2016/7/layout/RepeatingBendingProcessNew"/>
    <dgm:cxn modelId="{78A892A3-7A00-4764-918A-125362D24F07}" type="presParOf" srcId="{CA3AF6E2-0A63-47C3-81C7-DCFF35775FBF}" destId="{8BA3892F-FB30-45D7-B531-D7C63C18CDE8}" srcOrd="3" destOrd="0" presId="urn:microsoft.com/office/officeart/2016/7/layout/RepeatingBendingProcessNew"/>
    <dgm:cxn modelId="{F934F34B-FE0A-4E25-A555-AD53A4245927}" type="presParOf" srcId="{8BA3892F-FB30-45D7-B531-D7C63C18CDE8}" destId="{F112A3E8-3AD7-4A03-91B2-52425DD46DF0}" srcOrd="0" destOrd="0" presId="urn:microsoft.com/office/officeart/2016/7/layout/RepeatingBendingProcessNew"/>
    <dgm:cxn modelId="{E50F02DC-279E-44E2-9406-AA0CB73DC982}" type="presParOf" srcId="{CA3AF6E2-0A63-47C3-81C7-DCFF35775FBF}" destId="{748ABBF6-2DE4-4F7D-B4A6-D0F11CBAD8C2}" srcOrd="4" destOrd="0" presId="urn:microsoft.com/office/officeart/2016/7/layout/RepeatingBendingProcessNew"/>
    <dgm:cxn modelId="{AB8F520F-F114-4829-BC0E-C2E988174638}" type="presParOf" srcId="{CA3AF6E2-0A63-47C3-81C7-DCFF35775FBF}" destId="{3637B3CF-D2C4-470F-9327-2243E39D5222}" srcOrd="5" destOrd="0" presId="urn:microsoft.com/office/officeart/2016/7/layout/RepeatingBendingProcessNew"/>
    <dgm:cxn modelId="{31D9B6A8-3B45-4F79-9077-AD593A642270}" type="presParOf" srcId="{3637B3CF-D2C4-470F-9327-2243E39D5222}" destId="{23B77D35-AFD4-4720-89FC-7E67DC10F9BB}" srcOrd="0" destOrd="0" presId="urn:microsoft.com/office/officeart/2016/7/layout/RepeatingBendingProcessNew"/>
    <dgm:cxn modelId="{8024041C-B821-4357-AFA6-F4BA9D64D00C}" type="presParOf" srcId="{CA3AF6E2-0A63-47C3-81C7-DCFF35775FBF}" destId="{DCABCB9A-188A-4843-BD45-9A359C1AAF69}" srcOrd="6" destOrd="0" presId="urn:microsoft.com/office/officeart/2016/7/layout/RepeatingBendingProcessNew"/>
    <dgm:cxn modelId="{E8C883EB-1298-4608-956B-7F76115EF016}" type="presParOf" srcId="{CA3AF6E2-0A63-47C3-81C7-DCFF35775FBF}" destId="{EDFDD163-6649-4608-A6AA-D05341492113}" srcOrd="7" destOrd="0" presId="urn:microsoft.com/office/officeart/2016/7/layout/RepeatingBendingProcessNew"/>
    <dgm:cxn modelId="{424F419C-D331-4D30-96D4-2CEE25962600}" type="presParOf" srcId="{EDFDD163-6649-4608-A6AA-D05341492113}" destId="{3B9768C9-8B4A-46F8-9649-889CC43A4529}" srcOrd="0" destOrd="0" presId="urn:microsoft.com/office/officeart/2016/7/layout/RepeatingBendingProcessNew"/>
    <dgm:cxn modelId="{840585FD-BC72-4755-A415-4F407D48FD2B}" type="presParOf" srcId="{CA3AF6E2-0A63-47C3-81C7-DCFF35775FBF}" destId="{B4048735-6B6D-4424-A4E6-0B7F59483E64}" srcOrd="8" destOrd="0" presId="urn:microsoft.com/office/officeart/2016/7/layout/RepeatingBendingProcessNew"/>
    <dgm:cxn modelId="{3E8483A3-F13B-4106-98E1-1D5158C3EC05}" type="presParOf" srcId="{CA3AF6E2-0A63-47C3-81C7-DCFF35775FBF}" destId="{7E36ED21-FABE-4412-A4DF-5C1192339CB6}" srcOrd="9" destOrd="0" presId="urn:microsoft.com/office/officeart/2016/7/layout/RepeatingBendingProcessNew"/>
    <dgm:cxn modelId="{9DF8404F-2EAE-442B-BD55-8926D4758AC4}" type="presParOf" srcId="{7E36ED21-FABE-4412-A4DF-5C1192339CB6}" destId="{B8517C72-C334-42EB-B009-0D8BAD0E111F}" srcOrd="0" destOrd="0" presId="urn:microsoft.com/office/officeart/2016/7/layout/RepeatingBendingProcessNew"/>
    <dgm:cxn modelId="{4127576D-0090-4022-89FC-34E261AEFC16}" type="presParOf" srcId="{CA3AF6E2-0A63-47C3-81C7-DCFF35775FBF}" destId="{BDBE1371-FA14-48C2-A1CF-287900C04013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AA8EDB-55AB-42FA-B431-647E5D7158E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620A9AB-1A5C-439C-93CF-753653114AD8}">
      <dgm:prSet/>
      <dgm:spPr/>
      <dgm:t>
        <a:bodyPr/>
        <a:lstStyle/>
        <a:p>
          <a:r>
            <a:rPr lang="en-US" b="1" dirty="0" err="1"/>
            <a:t>Saúde</a:t>
          </a:r>
          <a:r>
            <a:rPr lang="en-US" dirty="0"/>
            <a:t>: </a:t>
          </a:r>
          <a:r>
            <a:rPr lang="en-US" dirty="0" err="1"/>
            <a:t>Processamento</a:t>
          </a:r>
          <a:r>
            <a:rPr lang="en-US" dirty="0"/>
            <a:t> de </a:t>
          </a:r>
          <a:r>
            <a:rPr lang="en-US" dirty="0" err="1"/>
            <a:t>exames</a:t>
          </a:r>
          <a:r>
            <a:rPr lang="en-US" dirty="0"/>
            <a:t> </a:t>
          </a:r>
          <a:r>
            <a:rPr lang="en-US" dirty="0" err="1"/>
            <a:t>médicos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</a:t>
          </a:r>
          <a:r>
            <a:rPr lang="en-US" dirty="0" err="1"/>
            <a:t>larga</a:t>
          </a:r>
          <a:r>
            <a:rPr lang="en-US" dirty="0"/>
            <a:t> </a:t>
          </a:r>
          <a:r>
            <a:rPr lang="en-US" dirty="0" err="1"/>
            <a:t>escala</a:t>
          </a:r>
          <a:r>
            <a:rPr lang="en-US" dirty="0"/>
            <a:t>.</a:t>
          </a:r>
        </a:p>
      </dgm:t>
    </dgm:pt>
    <dgm:pt modelId="{68607950-B7DA-455E-8AC8-80AC71395FA9}" type="parTrans" cxnId="{97065257-5183-4F40-8D98-5631061FD4D1}">
      <dgm:prSet/>
      <dgm:spPr/>
      <dgm:t>
        <a:bodyPr/>
        <a:lstStyle/>
        <a:p>
          <a:endParaRPr lang="en-US"/>
        </a:p>
      </dgm:t>
    </dgm:pt>
    <dgm:pt modelId="{AFAA1081-184E-4908-A05C-6D5C8F9BA418}" type="sibTrans" cxnId="{97065257-5183-4F40-8D98-5631061FD4D1}">
      <dgm:prSet/>
      <dgm:spPr/>
      <dgm:t>
        <a:bodyPr/>
        <a:lstStyle/>
        <a:p>
          <a:endParaRPr lang="en-US"/>
        </a:p>
      </dgm:t>
    </dgm:pt>
    <dgm:pt modelId="{4C150B24-5FAC-4133-82AE-0F41E9BB1A6D}">
      <dgm:prSet/>
      <dgm:spPr/>
      <dgm:t>
        <a:bodyPr/>
        <a:lstStyle/>
        <a:p>
          <a:r>
            <a:rPr lang="en-US" b="1" dirty="0"/>
            <a:t>E-commerce</a:t>
          </a:r>
          <a:r>
            <a:rPr lang="en-US" dirty="0"/>
            <a:t>: </a:t>
          </a:r>
          <a:r>
            <a:rPr lang="en-US" dirty="0" err="1"/>
            <a:t>Recomendação</a:t>
          </a:r>
          <a:r>
            <a:rPr lang="en-US" dirty="0"/>
            <a:t> de </a:t>
          </a:r>
          <a:r>
            <a:rPr lang="en-US" dirty="0" err="1"/>
            <a:t>produtos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tempo real.</a:t>
          </a:r>
        </a:p>
      </dgm:t>
    </dgm:pt>
    <dgm:pt modelId="{A64D7BA8-5864-4C88-8214-D5B5E6824AAA}" type="parTrans" cxnId="{3230C82A-2D46-4314-97B3-A2DDC5286CEE}">
      <dgm:prSet/>
      <dgm:spPr/>
      <dgm:t>
        <a:bodyPr/>
        <a:lstStyle/>
        <a:p>
          <a:endParaRPr lang="en-US"/>
        </a:p>
      </dgm:t>
    </dgm:pt>
    <dgm:pt modelId="{0E0D0BC2-447E-4784-8D71-84CF52B8CE34}" type="sibTrans" cxnId="{3230C82A-2D46-4314-97B3-A2DDC5286CEE}">
      <dgm:prSet/>
      <dgm:spPr/>
      <dgm:t>
        <a:bodyPr/>
        <a:lstStyle/>
        <a:p>
          <a:endParaRPr lang="en-US"/>
        </a:p>
      </dgm:t>
    </dgm:pt>
    <dgm:pt modelId="{23C328C2-260B-4E6E-B438-8A3C03CF0D84}">
      <dgm:prSet/>
      <dgm:spPr/>
      <dgm:t>
        <a:bodyPr/>
        <a:lstStyle/>
        <a:p>
          <a:r>
            <a:rPr lang="en-US" b="1" dirty="0" err="1"/>
            <a:t>Financeiro</a:t>
          </a:r>
          <a:r>
            <a:rPr lang="en-US" dirty="0"/>
            <a:t>: </a:t>
          </a:r>
          <a:r>
            <a:rPr lang="en-US" dirty="0" err="1"/>
            <a:t>Detecção</a:t>
          </a:r>
          <a:r>
            <a:rPr lang="en-US" dirty="0"/>
            <a:t> de </a:t>
          </a:r>
          <a:r>
            <a:rPr lang="en-US" dirty="0" err="1"/>
            <a:t>fraudes</a:t>
          </a:r>
          <a:r>
            <a:rPr lang="en-US" dirty="0"/>
            <a:t> </a:t>
          </a:r>
          <a:r>
            <a:rPr lang="en-US" dirty="0" err="1"/>
            <a:t>bancárias</a:t>
          </a:r>
          <a:r>
            <a:rPr lang="en-US" dirty="0"/>
            <a:t>.</a:t>
          </a:r>
        </a:p>
      </dgm:t>
    </dgm:pt>
    <dgm:pt modelId="{6EEABDFF-E358-4BAC-B213-9B992E8218F8}" type="parTrans" cxnId="{5956C7FF-1488-4EF7-B5A3-6DF067CB8F68}">
      <dgm:prSet/>
      <dgm:spPr/>
      <dgm:t>
        <a:bodyPr/>
        <a:lstStyle/>
        <a:p>
          <a:endParaRPr lang="en-US"/>
        </a:p>
      </dgm:t>
    </dgm:pt>
    <dgm:pt modelId="{29FFEAA3-9717-43EB-86A8-B6B4BBC5C576}" type="sibTrans" cxnId="{5956C7FF-1488-4EF7-B5A3-6DF067CB8F68}">
      <dgm:prSet/>
      <dgm:spPr/>
      <dgm:t>
        <a:bodyPr/>
        <a:lstStyle/>
        <a:p>
          <a:endParaRPr lang="en-US"/>
        </a:p>
      </dgm:t>
    </dgm:pt>
    <dgm:pt modelId="{F7C942D1-A829-4095-976E-F744C6D65E3D}">
      <dgm:prSet/>
      <dgm:spPr/>
      <dgm:t>
        <a:bodyPr/>
        <a:lstStyle/>
        <a:p>
          <a:r>
            <a:rPr lang="en-US" b="1" i="0" dirty="0" err="1"/>
            <a:t>Mobilidade</a:t>
          </a:r>
          <a:r>
            <a:rPr lang="en-US" b="1" i="0" dirty="0"/>
            <a:t> Urbana</a:t>
          </a:r>
          <a:r>
            <a:rPr lang="en-US" dirty="0"/>
            <a:t>: </a:t>
          </a:r>
          <a:r>
            <a:rPr lang="en-US" dirty="0" err="1"/>
            <a:t>Análise</a:t>
          </a:r>
          <a:r>
            <a:rPr lang="en-US" dirty="0"/>
            <a:t> de </a:t>
          </a:r>
          <a:r>
            <a:rPr lang="en-US" dirty="0" err="1"/>
            <a:t>tráfego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tempo real.</a:t>
          </a:r>
        </a:p>
      </dgm:t>
    </dgm:pt>
    <dgm:pt modelId="{C87EA3EC-1EBE-458B-9582-1B9F45891908}" type="parTrans" cxnId="{05E24B33-F6FE-4230-9D5B-B4E9AB5A2409}">
      <dgm:prSet/>
      <dgm:spPr/>
      <dgm:t>
        <a:bodyPr/>
        <a:lstStyle/>
        <a:p>
          <a:endParaRPr lang="en-US"/>
        </a:p>
      </dgm:t>
    </dgm:pt>
    <dgm:pt modelId="{8346C655-92C6-4910-B9C3-2EA970C24F45}" type="sibTrans" cxnId="{05E24B33-F6FE-4230-9D5B-B4E9AB5A2409}">
      <dgm:prSet/>
      <dgm:spPr/>
      <dgm:t>
        <a:bodyPr/>
        <a:lstStyle/>
        <a:p>
          <a:endParaRPr lang="en-US"/>
        </a:p>
      </dgm:t>
    </dgm:pt>
    <dgm:pt modelId="{79198D43-869D-40F3-AD39-87DFB0701AE5}" type="pres">
      <dgm:prSet presAssocID="{CEAA8EDB-55AB-42FA-B431-647E5D7158E9}" presName="root" presStyleCnt="0">
        <dgm:presLayoutVars>
          <dgm:dir/>
          <dgm:resizeHandles val="exact"/>
        </dgm:presLayoutVars>
      </dgm:prSet>
      <dgm:spPr/>
    </dgm:pt>
    <dgm:pt modelId="{FB39A010-EAE5-4A73-BF1A-DDB52EF712E3}" type="pres">
      <dgm:prSet presAssocID="{9620A9AB-1A5C-439C-93CF-753653114AD8}" presName="compNode" presStyleCnt="0"/>
      <dgm:spPr/>
    </dgm:pt>
    <dgm:pt modelId="{28942F6D-3CAD-40F0-B112-2297BCE42546}" type="pres">
      <dgm:prSet presAssocID="{9620A9AB-1A5C-439C-93CF-753653114AD8}" presName="bgRect" presStyleLbl="bgShp" presStyleIdx="0" presStyleCnt="4"/>
      <dgm:spPr/>
    </dgm:pt>
    <dgm:pt modelId="{83B40790-9B99-4A41-B770-8F5A20745E4D}" type="pres">
      <dgm:prSet presAssocID="{9620A9AB-1A5C-439C-93CF-753653114AD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etoscópio"/>
        </a:ext>
      </dgm:extLst>
    </dgm:pt>
    <dgm:pt modelId="{AECC152E-F707-4F54-A3E6-2050DD9973B8}" type="pres">
      <dgm:prSet presAssocID="{9620A9AB-1A5C-439C-93CF-753653114AD8}" presName="spaceRect" presStyleCnt="0"/>
      <dgm:spPr/>
    </dgm:pt>
    <dgm:pt modelId="{9EDA3B13-2A48-4909-9100-01ED7FA5E827}" type="pres">
      <dgm:prSet presAssocID="{9620A9AB-1A5C-439C-93CF-753653114AD8}" presName="parTx" presStyleLbl="revTx" presStyleIdx="0" presStyleCnt="4">
        <dgm:presLayoutVars>
          <dgm:chMax val="0"/>
          <dgm:chPref val="0"/>
        </dgm:presLayoutVars>
      </dgm:prSet>
      <dgm:spPr/>
    </dgm:pt>
    <dgm:pt modelId="{E29DC62A-1016-4029-8325-C769CDAD38EB}" type="pres">
      <dgm:prSet presAssocID="{AFAA1081-184E-4908-A05C-6D5C8F9BA418}" presName="sibTrans" presStyleCnt="0"/>
      <dgm:spPr/>
    </dgm:pt>
    <dgm:pt modelId="{0A268EB4-0169-48EF-86D2-D8725EA62A58}" type="pres">
      <dgm:prSet presAssocID="{4C150B24-5FAC-4133-82AE-0F41E9BB1A6D}" presName="compNode" presStyleCnt="0"/>
      <dgm:spPr/>
    </dgm:pt>
    <dgm:pt modelId="{7C220977-A703-4E29-B87A-65B456772D74}" type="pres">
      <dgm:prSet presAssocID="{4C150B24-5FAC-4133-82AE-0F41E9BB1A6D}" presName="bgRect" presStyleLbl="bgShp" presStyleIdx="1" presStyleCnt="4"/>
      <dgm:spPr/>
    </dgm:pt>
    <dgm:pt modelId="{C4B0830C-6117-40B1-81B0-E716898660CE}" type="pres">
      <dgm:prSet presAssocID="{4C150B24-5FAC-4133-82AE-0F41E9BB1A6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roa"/>
        </a:ext>
      </dgm:extLst>
    </dgm:pt>
    <dgm:pt modelId="{FA0BEFA4-9427-443F-8472-4F29EBF6F511}" type="pres">
      <dgm:prSet presAssocID="{4C150B24-5FAC-4133-82AE-0F41E9BB1A6D}" presName="spaceRect" presStyleCnt="0"/>
      <dgm:spPr/>
    </dgm:pt>
    <dgm:pt modelId="{CEA0C266-5236-457B-A9C8-E57DA6C8A032}" type="pres">
      <dgm:prSet presAssocID="{4C150B24-5FAC-4133-82AE-0F41E9BB1A6D}" presName="parTx" presStyleLbl="revTx" presStyleIdx="1" presStyleCnt="4">
        <dgm:presLayoutVars>
          <dgm:chMax val="0"/>
          <dgm:chPref val="0"/>
        </dgm:presLayoutVars>
      </dgm:prSet>
      <dgm:spPr/>
    </dgm:pt>
    <dgm:pt modelId="{CA6A95F5-1D2B-42AF-A8CB-F7E9BC4BF2A9}" type="pres">
      <dgm:prSet presAssocID="{0E0D0BC2-447E-4784-8D71-84CF52B8CE34}" presName="sibTrans" presStyleCnt="0"/>
      <dgm:spPr/>
    </dgm:pt>
    <dgm:pt modelId="{4873D8B0-1E03-4A27-AD6B-2AB6397FEC98}" type="pres">
      <dgm:prSet presAssocID="{23C328C2-260B-4E6E-B438-8A3C03CF0D84}" presName="compNode" presStyleCnt="0"/>
      <dgm:spPr/>
    </dgm:pt>
    <dgm:pt modelId="{C7237FE0-5251-43B7-8311-B61DB9484058}" type="pres">
      <dgm:prSet presAssocID="{23C328C2-260B-4E6E-B438-8A3C03CF0D84}" presName="bgRect" presStyleLbl="bgShp" presStyleIdx="2" presStyleCnt="4"/>
      <dgm:spPr/>
    </dgm:pt>
    <dgm:pt modelId="{0B2BC965-103A-4619-8FC7-9A5DF55F587C}" type="pres">
      <dgm:prSet presAssocID="{23C328C2-260B-4E6E-B438-8A3C03CF0D8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drão"/>
        </a:ext>
      </dgm:extLst>
    </dgm:pt>
    <dgm:pt modelId="{CA6195B5-FE2A-4580-8875-6ED214BBDEEA}" type="pres">
      <dgm:prSet presAssocID="{23C328C2-260B-4E6E-B438-8A3C03CF0D84}" presName="spaceRect" presStyleCnt="0"/>
      <dgm:spPr/>
    </dgm:pt>
    <dgm:pt modelId="{D31F0DC2-3FE6-4DE6-BA8E-62106B908FF5}" type="pres">
      <dgm:prSet presAssocID="{23C328C2-260B-4E6E-B438-8A3C03CF0D84}" presName="parTx" presStyleLbl="revTx" presStyleIdx="2" presStyleCnt="4">
        <dgm:presLayoutVars>
          <dgm:chMax val="0"/>
          <dgm:chPref val="0"/>
        </dgm:presLayoutVars>
      </dgm:prSet>
      <dgm:spPr/>
    </dgm:pt>
    <dgm:pt modelId="{1035F8AB-2A40-4975-97EC-C8B8202FEBAD}" type="pres">
      <dgm:prSet presAssocID="{29FFEAA3-9717-43EB-86A8-B6B4BBC5C576}" presName="sibTrans" presStyleCnt="0"/>
      <dgm:spPr/>
    </dgm:pt>
    <dgm:pt modelId="{C4AC28DF-7E49-46D6-933E-2A979DB2016D}" type="pres">
      <dgm:prSet presAssocID="{F7C942D1-A829-4095-976E-F744C6D65E3D}" presName="compNode" presStyleCnt="0"/>
      <dgm:spPr/>
    </dgm:pt>
    <dgm:pt modelId="{9746ABCF-7314-4BAF-BDFF-B153F64475D7}" type="pres">
      <dgm:prSet presAssocID="{F7C942D1-A829-4095-976E-F744C6D65E3D}" presName="bgRect" presStyleLbl="bgShp" presStyleIdx="3" presStyleCnt="4"/>
      <dgm:spPr/>
    </dgm:pt>
    <dgm:pt modelId="{A7F2DD81-5181-4579-901D-3C49D7399A94}" type="pres">
      <dgm:prSet presAssocID="{F7C942D1-A829-4095-976E-F744C6D65E3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ro"/>
        </a:ext>
      </dgm:extLst>
    </dgm:pt>
    <dgm:pt modelId="{DF6FD8DB-0C3E-42B6-A3FF-47F2451225FD}" type="pres">
      <dgm:prSet presAssocID="{F7C942D1-A829-4095-976E-F744C6D65E3D}" presName="spaceRect" presStyleCnt="0"/>
      <dgm:spPr/>
    </dgm:pt>
    <dgm:pt modelId="{499721B4-17B0-402D-8580-E7052A31BD02}" type="pres">
      <dgm:prSet presAssocID="{F7C942D1-A829-4095-976E-F744C6D65E3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230C82A-2D46-4314-97B3-A2DDC5286CEE}" srcId="{CEAA8EDB-55AB-42FA-B431-647E5D7158E9}" destId="{4C150B24-5FAC-4133-82AE-0F41E9BB1A6D}" srcOrd="1" destOrd="0" parTransId="{A64D7BA8-5864-4C88-8214-D5B5E6824AAA}" sibTransId="{0E0D0BC2-447E-4784-8D71-84CF52B8CE34}"/>
    <dgm:cxn modelId="{05E24B33-F6FE-4230-9D5B-B4E9AB5A2409}" srcId="{CEAA8EDB-55AB-42FA-B431-647E5D7158E9}" destId="{F7C942D1-A829-4095-976E-F744C6D65E3D}" srcOrd="3" destOrd="0" parTransId="{C87EA3EC-1EBE-458B-9582-1B9F45891908}" sibTransId="{8346C655-92C6-4910-B9C3-2EA970C24F45}"/>
    <dgm:cxn modelId="{7E82F834-60F5-43CA-96B6-BAAA3EE722D1}" type="presOf" srcId="{4C150B24-5FAC-4133-82AE-0F41E9BB1A6D}" destId="{CEA0C266-5236-457B-A9C8-E57DA6C8A032}" srcOrd="0" destOrd="0" presId="urn:microsoft.com/office/officeart/2018/2/layout/IconVerticalSolidList"/>
    <dgm:cxn modelId="{97065257-5183-4F40-8D98-5631061FD4D1}" srcId="{CEAA8EDB-55AB-42FA-B431-647E5D7158E9}" destId="{9620A9AB-1A5C-439C-93CF-753653114AD8}" srcOrd="0" destOrd="0" parTransId="{68607950-B7DA-455E-8AC8-80AC71395FA9}" sibTransId="{AFAA1081-184E-4908-A05C-6D5C8F9BA418}"/>
    <dgm:cxn modelId="{628B717D-86EF-43CB-9DE5-769987EFDC5F}" type="presOf" srcId="{9620A9AB-1A5C-439C-93CF-753653114AD8}" destId="{9EDA3B13-2A48-4909-9100-01ED7FA5E827}" srcOrd="0" destOrd="0" presId="urn:microsoft.com/office/officeart/2018/2/layout/IconVerticalSolidList"/>
    <dgm:cxn modelId="{AE499F87-3636-434E-B1D2-E7EA7CAFB0A5}" type="presOf" srcId="{CEAA8EDB-55AB-42FA-B431-647E5D7158E9}" destId="{79198D43-869D-40F3-AD39-87DFB0701AE5}" srcOrd="0" destOrd="0" presId="urn:microsoft.com/office/officeart/2018/2/layout/IconVerticalSolidList"/>
    <dgm:cxn modelId="{9D60D293-6FBE-4354-8087-42488086B54A}" type="presOf" srcId="{F7C942D1-A829-4095-976E-F744C6D65E3D}" destId="{499721B4-17B0-402D-8580-E7052A31BD02}" srcOrd="0" destOrd="0" presId="urn:microsoft.com/office/officeart/2018/2/layout/IconVerticalSolidList"/>
    <dgm:cxn modelId="{0C4C81A3-F1D4-4ADE-B111-98A5ECF4C526}" type="presOf" srcId="{23C328C2-260B-4E6E-B438-8A3C03CF0D84}" destId="{D31F0DC2-3FE6-4DE6-BA8E-62106B908FF5}" srcOrd="0" destOrd="0" presId="urn:microsoft.com/office/officeart/2018/2/layout/IconVerticalSolidList"/>
    <dgm:cxn modelId="{5956C7FF-1488-4EF7-B5A3-6DF067CB8F68}" srcId="{CEAA8EDB-55AB-42FA-B431-647E5D7158E9}" destId="{23C328C2-260B-4E6E-B438-8A3C03CF0D84}" srcOrd="2" destOrd="0" parTransId="{6EEABDFF-E358-4BAC-B213-9B992E8218F8}" sibTransId="{29FFEAA3-9717-43EB-86A8-B6B4BBC5C576}"/>
    <dgm:cxn modelId="{D1F1EE7E-6FFC-449F-B3E4-6086630BDCC8}" type="presParOf" srcId="{79198D43-869D-40F3-AD39-87DFB0701AE5}" destId="{FB39A010-EAE5-4A73-BF1A-DDB52EF712E3}" srcOrd="0" destOrd="0" presId="urn:microsoft.com/office/officeart/2018/2/layout/IconVerticalSolidList"/>
    <dgm:cxn modelId="{6FE2AFF8-CCAA-45BC-B616-8FDCD7D99495}" type="presParOf" srcId="{FB39A010-EAE5-4A73-BF1A-DDB52EF712E3}" destId="{28942F6D-3CAD-40F0-B112-2297BCE42546}" srcOrd="0" destOrd="0" presId="urn:microsoft.com/office/officeart/2018/2/layout/IconVerticalSolidList"/>
    <dgm:cxn modelId="{FF6B537C-4186-4944-AB2E-6784B662C4EE}" type="presParOf" srcId="{FB39A010-EAE5-4A73-BF1A-DDB52EF712E3}" destId="{83B40790-9B99-4A41-B770-8F5A20745E4D}" srcOrd="1" destOrd="0" presId="urn:microsoft.com/office/officeart/2018/2/layout/IconVerticalSolidList"/>
    <dgm:cxn modelId="{A60960D6-4C18-4766-9C44-4D5C3CB476FE}" type="presParOf" srcId="{FB39A010-EAE5-4A73-BF1A-DDB52EF712E3}" destId="{AECC152E-F707-4F54-A3E6-2050DD9973B8}" srcOrd="2" destOrd="0" presId="urn:microsoft.com/office/officeart/2018/2/layout/IconVerticalSolidList"/>
    <dgm:cxn modelId="{C3E2ED0C-42B9-4E30-9BFB-68F4CA8C8447}" type="presParOf" srcId="{FB39A010-EAE5-4A73-BF1A-DDB52EF712E3}" destId="{9EDA3B13-2A48-4909-9100-01ED7FA5E827}" srcOrd="3" destOrd="0" presId="urn:microsoft.com/office/officeart/2018/2/layout/IconVerticalSolidList"/>
    <dgm:cxn modelId="{E085D1C8-086C-473B-BE51-0ADCCD446174}" type="presParOf" srcId="{79198D43-869D-40F3-AD39-87DFB0701AE5}" destId="{E29DC62A-1016-4029-8325-C769CDAD38EB}" srcOrd="1" destOrd="0" presId="urn:microsoft.com/office/officeart/2018/2/layout/IconVerticalSolidList"/>
    <dgm:cxn modelId="{B5D1BEB8-F9DE-4989-BDB8-27F0AAE73A8C}" type="presParOf" srcId="{79198D43-869D-40F3-AD39-87DFB0701AE5}" destId="{0A268EB4-0169-48EF-86D2-D8725EA62A58}" srcOrd="2" destOrd="0" presId="urn:microsoft.com/office/officeart/2018/2/layout/IconVerticalSolidList"/>
    <dgm:cxn modelId="{5049A843-CDC3-41B9-B634-858A7A9F3443}" type="presParOf" srcId="{0A268EB4-0169-48EF-86D2-D8725EA62A58}" destId="{7C220977-A703-4E29-B87A-65B456772D74}" srcOrd="0" destOrd="0" presId="urn:microsoft.com/office/officeart/2018/2/layout/IconVerticalSolidList"/>
    <dgm:cxn modelId="{3E67F9C1-0AD0-4A9D-A6BA-131EC4FC72BB}" type="presParOf" srcId="{0A268EB4-0169-48EF-86D2-D8725EA62A58}" destId="{C4B0830C-6117-40B1-81B0-E716898660CE}" srcOrd="1" destOrd="0" presId="urn:microsoft.com/office/officeart/2018/2/layout/IconVerticalSolidList"/>
    <dgm:cxn modelId="{EC2E9448-0283-4928-AA7C-D9C623F0EE8D}" type="presParOf" srcId="{0A268EB4-0169-48EF-86D2-D8725EA62A58}" destId="{FA0BEFA4-9427-443F-8472-4F29EBF6F511}" srcOrd="2" destOrd="0" presId="urn:microsoft.com/office/officeart/2018/2/layout/IconVerticalSolidList"/>
    <dgm:cxn modelId="{7D4A64AC-1BE4-4145-BD74-C88BBACD389F}" type="presParOf" srcId="{0A268EB4-0169-48EF-86D2-D8725EA62A58}" destId="{CEA0C266-5236-457B-A9C8-E57DA6C8A032}" srcOrd="3" destOrd="0" presId="urn:microsoft.com/office/officeart/2018/2/layout/IconVerticalSolidList"/>
    <dgm:cxn modelId="{7D0E7187-C95E-4294-BC39-AE7CC2D2770C}" type="presParOf" srcId="{79198D43-869D-40F3-AD39-87DFB0701AE5}" destId="{CA6A95F5-1D2B-42AF-A8CB-F7E9BC4BF2A9}" srcOrd="3" destOrd="0" presId="urn:microsoft.com/office/officeart/2018/2/layout/IconVerticalSolidList"/>
    <dgm:cxn modelId="{547D0AA7-4111-4D2B-A58C-55554139251D}" type="presParOf" srcId="{79198D43-869D-40F3-AD39-87DFB0701AE5}" destId="{4873D8B0-1E03-4A27-AD6B-2AB6397FEC98}" srcOrd="4" destOrd="0" presId="urn:microsoft.com/office/officeart/2018/2/layout/IconVerticalSolidList"/>
    <dgm:cxn modelId="{FAFC459B-0B59-4273-AB44-D5C3B66BB816}" type="presParOf" srcId="{4873D8B0-1E03-4A27-AD6B-2AB6397FEC98}" destId="{C7237FE0-5251-43B7-8311-B61DB9484058}" srcOrd="0" destOrd="0" presId="urn:microsoft.com/office/officeart/2018/2/layout/IconVerticalSolidList"/>
    <dgm:cxn modelId="{BF3EA185-0472-49E6-ABCD-DCA5416859AF}" type="presParOf" srcId="{4873D8B0-1E03-4A27-AD6B-2AB6397FEC98}" destId="{0B2BC965-103A-4619-8FC7-9A5DF55F587C}" srcOrd="1" destOrd="0" presId="urn:microsoft.com/office/officeart/2018/2/layout/IconVerticalSolidList"/>
    <dgm:cxn modelId="{4F211B3B-89D9-42B2-B75C-3DB5C4B0D409}" type="presParOf" srcId="{4873D8B0-1E03-4A27-AD6B-2AB6397FEC98}" destId="{CA6195B5-FE2A-4580-8875-6ED214BBDEEA}" srcOrd="2" destOrd="0" presId="urn:microsoft.com/office/officeart/2018/2/layout/IconVerticalSolidList"/>
    <dgm:cxn modelId="{BFD1DB0A-B891-411A-8702-D1D6EF61B148}" type="presParOf" srcId="{4873D8B0-1E03-4A27-AD6B-2AB6397FEC98}" destId="{D31F0DC2-3FE6-4DE6-BA8E-62106B908FF5}" srcOrd="3" destOrd="0" presId="urn:microsoft.com/office/officeart/2018/2/layout/IconVerticalSolidList"/>
    <dgm:cxn modelId="{7C4D9A78-D8FE-46D1-BB18-D053221D43F4}" type="presParOf" srcId="{79198D43-869D-40F3-AD39-87DFB0701AE5}" destId="{1035F8AB-2A40-4975-97EC-C8B8202FEBAD}" srcOrd="5" destOrd="0" presId="urn:microsoft.com/office/officeart/2018/2/layout/IconVerticalSolidList"/>
    <dgm:cxn modelId="{5448BD66-0497-473F-A766-06A6A4E4BDE8}" type="presParOf" srcId="{79198D43-869D-40F3-AD39-87DFB0701AE5}" destId="{C4AC28DF-7E49-46D6-933E-2A979DB2016D}" srcOrd="6" destOrd="0" presId="urn:microsoft.com/office/officeart/2018/2/layout/IconVerticalSolidList"/>
    <dgm:cxn modelId="{9EA17EAD-0965-49D0-B570-F02433057A7C}" type="presParOf" srcId="{C4AC28DF-7E49-46D6-933E-2A979DB2016D}" destId="{9746ABCF-7314-4BAF-BDFF-B153F64475D7}" srcOrd="0" destOrd="0" presId="urn:microsoft.com/office/officeart/2018/2/layout/IconVerticalSolidList"/>
    <dgm:cxn modelId="{DE96B042-09D0-4728-87D9-6678D9764B78}" type="presParOf" srcId="{C4AC28DF-7E49-46D6-933E-2A979DB2016D}" destId="{A7F2DD81-5181-4579-901D-3C49D7399A94}" srcOrd="1" destOrd="0" presId="urn:microsoft.com/office/officeart/2018/2/layout/IconVerticalSolidList"/>
    <dgm:cxn modelId="{ED263383-F4F5-40DB-8F66-142395F55437}" type="presParOf" srcId="{C4AC28DF-7E49-46D6-933E-2A979DB2016D}" destId="{DF6FD8DB-0C3E-42B6-A3FF-47F2451225FD}" srcOrd="2" destOrd="0" presId="urn:microsoft.com/office/officeart/2018/2/layout/IconVerticalSolidList"/>
    <dgm:cxn modelId="{490AD6C0-648F-4387-B6DD-9BAB1DA341E2}" type="presParOf" srcId="{C4AC28DF-7E49-46D6-933E-2A979DB2016D}" destId="{499721B4-17B0-402D-8580-E7052A31BD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33FF76-BD50-4F6B-AA75-3DDF3F974B8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A291C52-4DA3-4E1B-A661-CF359E260BF3}">
      <dgm:prSet/>
      <dgm:spPr/>
      <dgm:t>
        <a:bodyPr/>
        <a:lstStyle/>
        <a:p>
          <a:r>
            <a:rPr lang="en-US" b="1" dirty="0"/>
            <a:t>Hadoop: </a:t>
          </a:r>
          <a:r>
            <a:rPr lang="en-US" dirty="0" err="1"/>
            <a:t>Melhor</a:t>
          </a:r>
          <a:r>
            <a:rPr lang="en-US" dirty="0"/>
            <a:t> para </a:t>
          </a:r>
          <a:r>
            <a:rPr lang="en-US" dirty="0" err="1"/>
            <a:t>grandes</a:t>
          </a:r>
          <a:r>
            <a:rPr lang="en-US" dirty="0"/>
            <a:t> volumes de dados </a:t>
          </a:r>
          <a:r>
            <a:rPr lang="en-US" dirty="0" err="1"/>
            <a:t>armazenados</a:t>
          </a:r>
          <a:r>
            <a:rPr lang="en-US" dirty="0"/>
            <a:t> e </a:t>
          </a:r>
          <a:r>
            <a:rPr lang="en-US" dirty="0" err="1"/>
            <a:t>processados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</a:t>
          </a:r>
          <a:r>
            <a:rPr lang="en-US" dirty="0" err="1"/>
            <a:t>lote</a:t>
          </a:r>
          <a:r>
            <a:rPr lang="en-US" dirty="0"/>
            <a:t>.</a:t>
          </a:r>
        </a:p>
      </dgm:t>
    </dgm:pt>
    <dgm:pt modelId="{0D60A342-98BC-41B8-B963-EB4F38093DD0}" type="parTrans" cxnId="{AB3A2EC7-19F8-47CC-9F0E-E4062E7D1C5C}">
      <dgm:prSet/>
      <dgm:spPr/>
      <dgm:t>
        <a:bodyPr/>
        <a:lstStyle/>
        <a:p>
          <a:endParaRPr lang="en-US"/>
        </a:p>
      </dgm:t>
    </dgm:pt>
    <dgm:pt modelId="{05E0D25E-1893-4827-A517-36C269B706F6}" type="sibTrans" cxnId="{AB3A2EC7-19F8-47CC-9F0E-E4062E7D1C5C}">
      <dgm:prSet/>
      <dgm:spPr/>
      <dgm:t>
        <a:bodyPr/>
        <a:lstStyle/>
        <a:p>
          <a:endParaRPr lang="en-US"/>
        </a:p>
      </dgm:t>
    </dgm:pt>
    <dgm:pt modelId="{3445EA6E-A118-4B0E-A2D8-3C681F0EDDD6}">
      <dgm:prSet/>
      <dgm:spPr/>
      <dgm:t>
        <a:bodyPr/>
        <a:lstStyle/>
        <a:p>
          <a:r>
            <a:rPr lang="en-US" b="1" dirty="0"/>
            <a:t>Spark</a:t>
          </a:r>
          <a:r>
            <a:rPr lang="en-US" dirty="0"/>
            <a:t>: </a:t>
          </a:r>
          <a:r>
            <a:rPr lang="en-US" dirty="0" err="1"/>
            <a:t>Melhor</a:t>
          </a:r>
          <a:r>
            <a:rPr lang="en-US" dirty="0"/>
            <a:t> para </a:t>
          </a:r>
          <a:r>
            <a:rPr lang="en-US" dirty="0" err="1"/>
            <a:t>processamento</a:t>
          </a:r>
          <a:r>
            <a:rPr lang="en-US" dirty="0"/>
            <a:t> </a:t>
          </a:r>
          <a:r>
            <a:rPr lang="en-US" dirty="0" err="1"/>
            <a:t>rápido</a:t>
          </a:r>
          <a:r>
            <a:rPr lang="en-US" dirty="0"/>
            <a:t> e </a:t>
          </a:r>
          <a:r>
            <a:rPr lang="en-US" dirty="0" err="1"/>
            <a:t>análise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tempo real.</a:t>
          </a:r>
        </a:p>
      </dgm:t>
    </dgm:pt>
    <dgm:pt modelId="{A5D4B572-7AA9-4363-AE15-6C6102961C46}" type="parTrans" cxnId="{A66F3616-46E9-40CF-8BD8-39586C0CE292}">
      <dgm:prSet/>
      <dgm:spPr/>
      <dgm:t>
        <a:bodyPr/>
        <a:lstStyle/>
        <a:p>
          <a:endParaRPr lang="en-US"/>
        </a:p>
      </dgm:t>
    </dgm:pt>
    <dgm:pt modelId="{6FCDBA63-507D-467B-8FA1-EED1829AE3E5}" type="sibTrans" cxnId="{A66F3616-46E9-40CF-8BD8-39586C0CE292}">
      <dgm:prSet/>
      <dgm:spPr/>
      <dgm:t>
        <a:bodyPr/>
        <a:lstStyle/>
        <a:p>
          <a:endParaRPr lang="en-US"/>
        </a:p>
      </dgm:t>
    </dgm:pt>
    <dgm:pt modelId="{E621BFC0-3CC2-432C-A964-08AD8D4A2DC4}">
      <dgm:prSet/>
      <dgm:spPr/>
      <dgm:t>
        <a:bodyPr/>
        <a:lstStyle/>
        <a:p>
          <a:r>
            <a:rPr lang="en-US" b="1" dirty="0"/>
            <a:t>NoSQL</a:t>
          </a:r>
          <a:r>
            <a:rPr lang="en-US" dirty="0"/>
            <a:t>: </a:t>
          </a:r>
          <a:r>
            <a:rPr lang="en-US" dirty="0" err="1"/>
            <a:t>Melhor</a:t>
          </a:r>
          <a:r>
            <a:rPr lang="en-US" dirty="0"/>
            <a:t> para </a:t>
          </a:r>
          <a:r>
            <a:rPr lang="en-US" dirty="0" err="1"/>
            <a:t>bancos</a:t>
          </a:r>
          <a:r>
            <a:rPr lang="en-US" dirty="0"/>
            <a:t> de dados </a:t>
          </a:r>
          <a:r>
            <a:rPr lang="en-US" dirty="0" err="1"/>
            <a:t>escaláveis</a:t>
          </a:r>
          <a:r>
            <a:rPr lang="en-US" dirty="0"/>
            <a:t> e </a:t>
          </a:r>
          <a:r>
            <a:rPr lang="en-US" dirty="0" err="1"/>
            <a:t>flexíveis</a:t>
          </a:r>
          <a:r>
            <a:rPr lang="en-US" dirty="0"/>
            <a:t>.</a:t>
          </a:r>
        </a:p>
      </dgm:t>
    </dgm:pt>
    <dgm:pt modelId="{FA9B5094-2FA3-4F9B-9F59-311A6D8AA035}" type="parTrans" cxnId="{AE1F13CD-B13D-45D9-9C8D-7E2A1C51906B}">
      <dgm:prSet/>
      <dgm:spPr/>
      <dgm:t>
        <a:bodyPr/>
        <a:lstStyle/>
        <a:p>
          <a:endParaRPr lang="en-US"/>
        </a:p>
      </dgm:t>
    </dgm:pt>
    <dgm:pt modelId="{EA7327C6-8F92-409A-AFB8-9DC282A418C9}" type="sibTrans" cxnId="{AE1F13CD-B13D-45D9-9C8D-7E2A1C51906B}">
      <dgm:prSet/>
      <dgm:spPr/>
      <dgm:t>
        <a:bodyPr/>
        <a:lstStyle/>
        <a:p>
          <a:endParaRPr lang="en-US"/>
        </a:p>
      </dgm:t>
    </dgm:pt>
    <dgm:pt modelId="{EB7789E0-96E1-4EF1-A391-C1AFF2C47867}" type="pres">
      <dgm:prSet presAssocID="{8B33FF76-BD50-4F6B-AA75-3DDF3F974B8F}" presName="root" presStyleCnt="0">
        <dgm:presLayoutVars>
          <dgm:dir/>
          <dgm:resizeHandles val="exact"/>
        </dgm:presLayoutVars>
      </dgm:prSet>
      <dgm:spPr/>
    </dgm:pt>
    <dgm:pt modelId="{BA1CC15E-8C08-4DB9-93E7-99E29A4CA364}" type="pres">
      <dgm:prSet presAssocID="{EA291C52-4DA3-4E1B-A661-CF359E260BF3}" presName="compNode" presStyleCnt="0"/>
      <dgm:spPr/>
    </dgm:pt>
    <dgm:pt modelId="{7634967C-5488-4A68-A631-8B9AB8070F9A}" type="pres">
      <dgm:prSet presAssocID="{EA291C52-4DA3-4E1B-A661-CF359E260BF3}" presName="iconRect" presStyleLbl="node1" presStyleIdx="0" presStyleCnt="3"/>
      <dgm:spPr>
        <a:blipFill dpi="0" rotWithShape="1">
          <a:blip xmlns:r="http://schemas.openxmlformats.org/officeDocument/2006/relationships" r:embed="rId1"/>
          <a:srcRect/>
          <a:stretch>
            <a:fillRect l="-9645" r="-276355"/>
          </a:stretch>
        </a:blipFill>
        <a:ln>
          <a:noFill/>
        </a:ln>
      </dgm:spPr>
    </dgm:pt>
    <dgm:pt modelId="{C8DAF3F7-F417-4403-AE66-F5BA8118947F}" type="pres">
      <dgm:prSet presAssocID="{EA291C52-4DA3-4E1B-A661-CF359E260BF3}" presName="spaceRect" presStyleCnt="0"/>
      <dgm:spPr/>
    </dgm:pt>
    <dgm:pt modelId="{3896E184-289C-430D-AE35-1A77CC80A858}" type="pres">
      <dgm:prSet presAssocID="{EA291C52-4DA3-4E1B-A661-CF359E260BF3}" presName="textRect" presStyleLbl="revTx" presStyleIdx="0" presStyleCnt="3">
        <dgm:presLayoutVars>
          <dgm:chMax val="1"/>
          <dgm:chPref val="1"/>
        </dgm:presLayoutVars>
      </dgm:prSet>
      <dgm:spPr/>
    </dgm:pt>
    <dgm:pt modelId="{045A8B85-4FFA-4008-A529-01C85A616908}" type="pres">
      <dgm:prSet presAssocID="{05E0D25E-1893-4827-A517-36C269B706F6}" presName="sibTrans" presStyleCnt="0"/>
      <dgm:spPr/>
    </dgm:pt>
    <dgm:pt modelId="{05DC1714-89D0-4155-B6F4-F38E9ADD2F10}" type="pres">
      <dgm:prSet presAssocID="{3445EA6E-A118-4B0E-A2D8-3C681F0EDDD6}" presName="compNode" presStyleCnt="0"/>
      <dgm:spPr/>
    </dgm:pt>
    <dgm:pt modelId="{8F4FFD05-E26B-42EF-8225-45A6FB3F0B7A}" type="pres">
      <dgm:prSet presAssocID="{3445EA6E-A118-4B0E-A2D8-3C681F0EDDD6}" presName="iconRect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mante"/>
        </a:ext>
      </dgm:extLst>
    </dgm:pt>
    <dgm:pt modelId="{4435F278-9116-4CC7-8DC3-B8BC1E4A56E1}" type="pres">
      <dgm:prSet presAssocID="{3445EA6E-A118-4B0E-A2D8-3C681F0EDDD6}" presName="spaceRect" presStyleCnt="0"/>
      <dgm:spPr/>
    </dgm:pt>
    <dgm:pt modelId="{74D9023E-94F8-4DB3-94F4-1D3E1FF8419B}" type="pres">
      <dgm:prSet presAssocID="{3445EA6E-A118-4B0E-A2D8-3C681F0EDDD6}" presName="textRect" presStyleLbl="revTx" presStyleIdx="1" presStyleCnt="3">
        <dgm:presLayoutVars>
          <dgm:chMax val="1"/>
          <dgm:chPref val="1"/>
        </dgm:presLayoutVars>
      </dgm:prSet>
      <dgm:spPr/>
    </dgm:pt>
    <dgm:pt modelId="{2D3D5483-2754-4047-A878-54A4EE525057}" type="pres">
      <dgm:prSet presAssocID="{6FCDBA63-507D-467B-8FA1-EED1829AE3E5}" presName="sibTrans" presStyleCnt="0"/>
      <dgm:spPr/>
    </dgm:pt>
    <dgm:pt modelId="{A7A044A3-7DCA-4D8B-A32F-EE5206B03BF5}" type="pres">
      <dgm:prSet presAssocID="{E621BFC0-3CC2-432C-A964-08AD8D4A2DC4}" presName="compNode" presStyleCnt="0"/>
      <dgm:spPr/>
    </dgm:pt>
    <dgm:pt modelId="{D5770BC0-F929-4C6A-AAE1-E94028477E61}" type="pres">
      <dgm:prSet presAssocID="{E621BFC0-3CC2-432C-A964-08AD8D4A2DC4}" presName="iconRect" presStyleLbl="nod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344E6348-79B2-4BB0-AD4C-6D79A6913C9F}" type="pres">
      <dgm:prSet presAssocID="{E621BFC0-3CC2-432C-A964-08AD8D4A2DC4}" presName="spaceRect" presStyleCnt="0"/>
      <dgm:spPr/>
    </dgm:pt>
    <dgm:pt modelId="{BB6354A0-B972-4DA1-AB45-6EC4376D7EF8}" type="pres">
      <dgm:prSet presAssocID="{E621BFC0-3CC2-432C-A964-08AD8D4A2DC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66F3616-46E9-40CF-8BD8-39586C0CE292}" srcId="{8B33FF76-BD50-4F6B-AA75-3DDF3F974B8F}" destId="{3445EA6E-A118-4B0E-A2D8-3C681F0EDDD6}" srcOrd="1" destOrd="0" parTransId="{A5D4B572-7AA9-4363-AE15-6C6102961C46}" sibTransId="{6FCDBA63-507D-467B-8FA1-EED1829AE3E5}"/>
    <dgm:cxn modelId="{4ACBDC1E-92F9-4513-A3E8-A980B13D8E74}" type="presOf" srcId="{3445EA6E-A118-4B0E-A2D8-3C681F0EDDD6}" destId="{74D9023E-94F8-4DB3-94F4-1D3E1FF8419B}" srcOrd="0" destOrd="0" presId="urn:microsoft.com/office/officeart/2018/2/layout/IconLabelList"/>
    <dgm:cxn modelId="{B448939A-F389-4BE1-AC90-9823FEA5A056}" type="presOf" srcId="{E621BFC0-3CC2-432C-A964-08AD8D4A2DC4}" destId="{BB6354A0-B972-4DA1-AB45-6EC4376D7EF8}" srcOrd="0" destOrd="0" presId="urn:microsoft.com/office/officeart/2018/2/layout/IconLabelList"/>
    <dgm:cxn modelId="{937A75B1-F708-48FE-AF21-3FA9E08D0F3E}" type="presOf" srcId="{EA291C52-4DA3-4E1B-A661-CF359E260BF3}" destId="{3896E184-289C-430D-AE35-1A77CC80A858}" srcOrd="0" destOrd="0" presId="urn:microsoft.com/office/officeart/2018/2/layout/IconLabelList"/>
    <dgm:cxn modelId="{BBD216B4-D333-4583-8039-61FD146A9CB4}" type="presOf" srcId="{8B33FF76-BD50-4F6B-AA75-3DDF3F974B8F}" destId="{EB7789E0-96E1-4EF1-A391-C1AFF2C47867}" srcOrd="0" destOrd="0" presId="urn:microsoft.com/office/officeart/2018/2/layout/IconLabelList"/>
    <dgm:cxn modelId="{AB3A2EC7-19F8-47CC-9F0E-E4062E7D1C5C}" srcId="{8B33FF76-BD50-4F6B-AA75-3DDF3F974B8F}" destId="{EA291C52-4DA3-4E1B-A661-CF359E260BF3}" srcOrd="0" destOrd="0" parTransId="{0D60A342-98BC-41B8-B963-EB4F38093DD0}" sibTransId="{05E0D25E-1893-4827-A517-36C269B706F6}"/>
    <dgm:cxn modelId="{AE1F13CD-B13D-45D9-9C8D-7E2A1C51906B}" srcId="{8B33FF76-BD50-4F6B-AA75-3DDF3F974B8F}" destId="{E621BFC0-3CC2-432C-A964-08AD8D4A2DC4}" srcOrd="2" destOrd="0" parTransId="{FA9B5094-2FA3-4F9B-9F59-311A6D8AA035}" sibTransId="{EA7327C6-8F92-409A-AFB8-9DC282A418C9}"/>
    <dgm:cxn modelId="{A96C8D6E-99D6-423D-9898-EF0082022E17}" type="presParOf" srcId="{EB7789E0-96E1-4EF1-A391-C1AFF2C47867}" destId="{BA1CC15E-8C08-4DB9-93E7-99E29A4CA364}" srcOrd="0" destOrd="0" presId="urn:microsoft.com/office/officeart/2018/2/layout/IconLabelList"/>
    <dgm:cxn modelId="{DFFC859E-A84A-45C8-8356-C7CA286418A4}" type="presParOf" srcId="{BA1CC15E-8C08-4DB9-93E7-99E29A4CA364}" destId="{7634967C-5488-4A68-A631-8B9AB8070F9A}" srcOrd="0" destOrd="0" presId="urn:microsoft.com/office/officeart/2018/2/layout/IconLabelList"/>
    <dgm:cxn modelId="{5BDE2AE9-695A-4644-9A26-173C8A6BC2B1}" type="presParOf" srcId="{BA1CC15E-8C08-4DB9-93E7-99E29A4CA364}" destId="{C8DAF3F7-F417-4403-AE66-F5BA8118947F}" srcOrd="1" destOrd="0" presId="urn:microsoft.com/office/officeart/2018/2/layout/IconLabelList"/>
    <dgm:cxn modelId="{B0305856-E736-4843-A00B-09F0765DBE15}" type="presParOf" srcId="{BA1CC15E-8C08-4DB9-93E7-99E29A4CA364}" destId="{3896E184-289C-430D-AE35-1A77CC80A858}" srcOrd="2" destOrd="0" presId="urn:microsoft.com/office/officeart/2018/2/layout/IconLabelList"/>
    <dgm:cxn modelId="{D501D7D7-4019-4045-B5D0-26AC9D4CF80F}" type="presParOf" srcId="{EB7789E0-96E1-4EF1-A391-C1AFF2C47867}" destId="{045A8B85-4FFA-4008-A529-01C85A616908}" srcOrd="1" destOrd="0" presId="urn:microsoft.com/office/officeart/2018/2/layout/IconLabelList"/>
    <dgm:cxn modelId="{3B84F4E4-D042-4BB1-97BC-3C7C29CA7C5B}" type="presParOf" srcId="{EB7789E0-96E1-4EF1-A391-C1AFF2C47867}" destId="{05DC1714-89D0-4155-B6F4-F38E9ADD2F10}" srcOrd="2" destOrd="0" presId="urn:microsoft.com/office/officeart/2018/2/layout/IconLabelList"/>
    <dgm:cxn modelId="{82996607-8293-473D-B81D-7E0042C4B290}" type="presParOf" srcId="{05DC1714-89D0-4155-B6F4-F38E9ADD2F10}" destId="{8F4FFD05-E26B-42EF-8225-45A6FB3F0B7A}" srcOrd="0" destOrd="0" presId="urn:microsoft.com/office/officeart/2018/2/layout/IconLabelList"/>
    <dgm:cxn modelId="{997873BF-3AF4-4B0C-9BF0-8AAB7B9B6814}" type="presParOf" srcId="{05DC1714-89D0-4155-B6F4-F38E9ADD2F10}" destId="{4435F278-9116-4CC7-8DC3-B8BC1E4A56E1}" srcOrd="1" destOrd="0" presId="urn:microsoft.com/office/officeart/2018/2/layout/IconLabelList"/>
    <dgm:cxn modelId="{4591E612-7C36-4556-BE34-C378A7146D4E}" type="presParOf" srcId="{05DC1714-89D0-4155-B6F4-F38E9ADD2F10}" destId="{74D9023E-94F8-4DB3-94F4-1D3E1FF8419B}" srcOrd="2" destOrd="0" presId="urn:microsoft.com/office/officeart/2018/2/layout/IconLabelList"/>
    <dgm:cxn modelId="{A8315D4A-3A69-416D-B8DD-27930BC699E1}" type="presParOf" srcId="{EB7789E0-96E1-4EF1-A391-C1AFF2C47867}" destId="{2D3D5483-2754-4047-A878-54A4EE525057}" srcOrd="3" destOrd="0" presId="urn:microsoft.com/office/officeart/2018/2/layout/IconLabelList"/>
    <dgm:cxn modelId="{4D16DD34-477A-4DFD-A4F1-76015E45515B}" type="presParOf" srcId="{EB7789E0-96E1-4EF1-A391-C1AFF2C47867}" destId="{A7A044A3-7DCA-4D8B-A32F-EE5206B03BF5}" srcOrd="4" destOrd="0" presId="urn:microsoft.com/office/officeart/2018/2/layout/IconLabelList"/>
    <dgm:cxn modelId="{BA9F5468-F900-44D3-84CA-408F8750E4AA}" type="presParOf" srcId="{A7A044A3-7DCA-4D8B-A32F-EE5206B03BF5}" destId="{D5770BC0-F929-4C6A-AAE1-E94028477E61}" srcOrd="0" destOrd="0" presId="urn:microsoft.com/office/officeart/2018/2/layout/IconLabelList"/>
    <dgm:cxn modelId="{F94D54EE-3EFE-405A-9513-BD1C627EE056}" type="presParOf" srcId="{A7A044A3-7DCA-4D8B-A32F-EE5206B03BF5}" destId="{344E6348-79B2-4BB0-AD4C-6D79A6913C9F}" srcOrd="1" destOrd="0" presId="urn:microsoft.com/office/officeart/2018/2/layout/IconLabelList"/>
    <dgm:cxn modelId="{FC467AAC-D888-436D-80D2-16124BE848DF}" type="presParOf" srcId="{A7A044A3-7DCA-4D8B-A32F-EE5206B03BF5}" destId="{BB6354A0-B972-4DA1-AB45-6EC4376D7EF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FC7FC4C-C06E-445F-8679-3E04B790B0F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9874853-B621-4DDC-B042-4273DC83C01E}">
      <dgm:prSet/>
      <dgm:spPr/>
      <dgm:t>
        <a:bodyPr/>
        <a:lstStyle/>
        <a:p>
          <a:r>
            <a:rPr lang="en-US" dirty="0"/>
            <a:t>Tipo de dado (</a:t>
          </a:r>
          <a:r>
            <a:rPr lang="en-US" dirty="0" err="1"/>
            <a:t>estruturado</a:t>
          </a:r>
          <a:r>
            <a:rPr lang="en-US" dirty="0"/>
            <a:t>, </a:t>
          </a:r>
          <a:r>
            <a:rPr lang="en-US" dirty="0" err="1"/>
            <a:t>semiestruturado</a:t>
          </a:r>
          <a:r>
            <a:rPr lang="en-US" dirty="0"/>
            <a:t>, </a:t>
          </a:r>
          <a:r>
            <a:rPr lang="en-US" dirty="0" err="1"/>
            <a:t>não</a:t>
          </a:r>
          <a:r>
            <a:rPr lang="en-US" dirty="0"/>
            <a:t> </a:t>
          </a:r>
          <a:r>
            <a:rPr lang="en-US" dirty="0" err="1"/>
            <a:t>estruturado</a:t>
          </a:r>
          <a:r>
            <a:rPr lang="en-US" dirty="0"/>
            <a:t>).</a:t>
          </a:r>
        </a:p>
      </dgm:t>
    </dgm:pt>
    <dgm:pt modelId="{A31B0ADF-FBF5-4E73-9CD5-4BF4D768C891}" type="parTrans" cxnId="{19096EA9-2E8C-4DE8-AA67-92AF55987D5E}">
      <dgm:prSet/>
      <dgm:spPr/>
      <dgm:t>
        <a:bodyPr/>
        <a:lstStyle/>
        <a:p>
          <a:endParaRPr lang="en-US"/>
        </a:p>
      </dgm:t>
    </dgm:pt>
    <dgm:pt modelId="{0F8C6D1C-B8C4-4F15-83B6-E34FE2BCFD3F}" type="sibTrans" cxnId="{19096EA9-2E8C-4DE8-AA67-92AF55987D5E}">
      <dgm:prSet/>
      <dgm:spPr/>
      <dgm:t>
        <a:bodyPr/>
        <a:lstStyle/>
        <a:p>
          <a:endParaRPr lang="en-US"/>
        </a:p>
      </dgm:t>
    </dgm:pt>
    <dgm:pt modelId="{DF1085A7-46BC-4B7F-89F0-CE3E75BB8FE7}">
      <dgm:prSet/>
      <dgm:spPr/>
      <dgm:t>
        <a:bodyPr/>
        <a:lstStyle/>
        <a:p>
          <a:r>
            <a:rPr lang="en-US" dirty="0"/>
            <a:t>Tempo de </a:t>
          </a:r>
          <a:r>
            <a:rPr lang="en-US" dirty="0" err="1"/>
            <a:t>resposta</a:t>
          </a:r>
          <a:r>
            <a:rPr lang="en-US" dirty="0"/>
            <a:t> </a:t>
          </a:r>
          <a:r>
            <a:rPr lang="en-US" dirty="0" err="1"/>
            <a:t>necessário</a:t>
          </a:r>
          <a:r>
            <a:rPr lang="en-US" dirty="0"/>
            <a:t>.</a:t>
          </a:r>
        </a:p>
      </dgm:t>
    </dgm:pt>
    <dgm:pt modelId="{35BFCCD2-6FFD-4573-9DB2-18A513ED53B6}" type="parTrans" cxnId="{18ED7137-8410-4846-8764-27E246AEA3E2}">
      <dgm:prSet/>
      <dgm:spPr/>
      <dgm:t>
        <a:bodyPr/>
        <a:lstStyle/>
        <a:p>
          <a:endParaRPr lang="en-US"/>
        </a:p>
      </dgm:t>
    </dgm:pt>
    <dgm:pt modelId="{E3EEDC58-FB2F-404B-89E9-1D4F157F0C79}" type="sibTrans" cxnId="{18ED7137-8410-4846-8764-27E246AEA3E2}">
      <dgm:prSet/>
      <dgm:spPr/>
      <dgm:t>
        <a:bodyPr/>
        <a:lstStyle/>
        <a:p>
          <a:endParaRPr lang="en-US"/>
        </a:p>
      </dgm:t>
    </dgm:pt>
    <dgm:pt modelId="{3BCA8220-F974-49B4-A8AE-376687148776}">
      <dgm:prSet/>
      <dgm:spPr/>
      <dgm:t>
        <a:bodyPr/>
        <a:lstStyle/>
        <a:p>
          <a:r>
            <a:rPr lang="en-US" dirty="0" err="1"/>
            <a:t>Custo</a:t>
          </a:r>
          <a:r>
            <a:rPr lang="en-US" dirty="0"/>
            <a:t> e </a:t>
          </a:r>
          <a:r>
            <a:rPr lang="en-US" dirty="0" err="1"/>
            <a:t>escalabilidade</a:t>
          </a:r>
          <a:r>
            <a:rPr lang="en-US" dirty="0"/>
            <a:t>.</a:t>
          </a:r>
        </a:p>
      </dgm:t>
    </dgm:pt>
    <dgm:pt modelId="{435458D6-9184-4193-8F35-0B690FBF559B}" type="parTrans" cxnId="{6F21EE42-35DE-4EF9-9A9D-DAA6150C0F40}">
      <dgm:prSet/>
      <dgm:spPr/>
      <dgm:t>
        <a:bodyPr/>
        <a:lstStyle/>
        <a:p>
          <a:endParaRPr lang="en-US"/>
        </a:p>
      </dgm:t>
    </dgm:pt>
    <dgm:pt modelId="{3FF4FD21-64CE-4DD1-A336-D4027910B87E}" type="sibTrans" cxnId="{6F21EE42-35DE-4EF9-9A9D-DAA6150C0F40}">
      <dgm:prSet/>
      <dgm:spPr/>
      <dgm:t>
        <a:bodyPr/>
        <a:lstStyle/>
        <a:p>
          <a:endParaRPr lang="en-US"/>
        </a:p>
      </dgm:t>
    </dgm:pt>
    <dgm:pt modelId="{4D23CB1E-5DD3-4DCB-BCC6-CCD14B5A8A2D}" type="pres">
      <dgm:prSet presAssocID="{FFC7FC4C-C06E-445F-8679-3E04B790B0F4}" presName="root" presStyleCnt="0">
        <dgm:presLayoutVars>
          <dgm:dir/>
          <dgm:resizeHandles val="exact"/>
        </dgm:presLayoutVars>
      </dgm:prSet>
      <dgm:spPr/>
    </dgm:pt>
    <dgm:pt modelId="{D02DD9E9-E483-4CCB-99E1-D0B5B1C31A5E}" type="pres">
      <dgm:prSet presAssocID="{39874853-B621-4DDC-B042-4273DC83C01E}" presName="compNode" presStyleCnt="0"/>
      <dgm:spPr/>
    </dgm:pt>
    <dgm:pt modelId="{3D1546B9-14E4-4F41-8BAB-79F90579A47D}" type="pres">
      <dgm:prSet presAssocID="{39874853-B621-4DDC-B042-4273DC83C01E}" presName="bgRect" presStyleLbl="bgShp" presStyleIdx="0" presStyleCnt="3"/>
      <dgm:spPr/>
    </dgm:pt>
    <dgm:pt modelId="{013206FC-E415-4A6B-BD27-62E386BFE2F8}" type="pres">
      <dgm:prSet presAssocID="{39874853-B621-4DDC-B042-4273DC83C01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quia"/>
        </a:ext>
      </dgm:extLst>
    </dgm:pt>
    <dgm:pt modelId="{0FCCB7C0-501B-4372-A49B-3EA37F0CCEAF}" type="pres">
      <dgm:prSet presAssocID="{39874853-B621-4DDC-B042-4273DC83C01E}" presName="spaceRect" presStyleCnt="0"/>
      <dgm:spPr/>
    </dgm:pt>
    <dgm:pt modelId="{0F70570A-0BD3-4C12-86E1-28FA25294C00}" type="pres">
      <dgm:prSet presAssocID="{39874853-B621-4DDC-B042-4273DC83C01E}" presName="parTx" presStyleLbl="revTx" presStyleIdx="0" presStyleCnt="3">
        <dgm:presLayoutVars>
          <dgm:chMax val="0"/>
          <dgm:chPref val="0"/>
        </dgm:presLayoutVars>
      </dgm:prSet>
      <dgm:spPr/>
    </dgm:pt>
    <dgm:pt modelId="{A59114A7-63B2-452A-88EE-FABEB12F3FC2}" type="pres">
      <dgm:prSet presAssocID="{0F8C6D1C-B8C4-4F15-83B6-E34FE2BCFD3F}" presName="sibTrans" presStyleCnt="0"/>
      <dgm:spPr/>
    </dgm:pt>
    <dgm:pt modelId="{9009A382-C7CE-4749-B5E1-08BE1CDDF4D3}" type="pres">
      <dgm:prSet presAssocID="{DF1085A7-46BC-4B7F-89F0-CE3E75BB8FE7}" presName="compNode" presStyleCnt="0"/>
      <dgm:spPr/>
    </dgm:pt>
    <dgm:pt modelId="{4BBA7F43-CAAD-49FE-8EF1-7FAEFE393546}" type="pres">
      <dgm:prSet presAssocID="{DF1085A7-46BC-4B7F-89F0-CE3E75BB8FE7}" presName="bgRect" presStyleLbl="bgShp" presStyleIdx="1" presStyleCnt="3"/>
      <dgm:spPr/>
    </dgm:pt>
    <dgm:pt modelId="{737B9CA4-8073-40A9-9C5F-69CDB91EDC1C}" type="pres">
      <dgm:prSet presAssocID="{DF1085A7-46BC-4B7F-89F0-CE3E75BB8FE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lâmpago"/>
        </a:ext>
      </dgm:extLst>
    </dgm:pt>
    <dgm:pt modelId="{A84785E0-03C1-439A-A49E-A09D75490C14}" type="pres">
      <dgm:prSet presAssocID="{DF1085A7-46BC-4B7F-89F0-CE3E75BB8FE7}" presName="spaceRect" presStyleCnt="0"/>
      <dgm:spPr/>
    </dgm:pt>
    <dgm:pt modelId="{45A77110-0320-4ECD-9180-1AF280F2F42B}" type="pres">
      <dgm:prSet presAssocID="{DF1085A7-46BC-4B7F-89F0-CE3E75BB8FE7}" presName="parTx" presStyleLbl="revTx" presStyleIdx="1" presStyleCnt="3">
        <dgm:presLayoutVars>
          <dgm:chMax val="0"/>
          <dgm:chPref val="0"/>
        </dgm:presLayoutVars>
      </dgm:prSet>
      <dgm:spPr/>
    </dgm:pt>
    <dgm:pt modelId="{589516F8-1813-4DE2-B3DF-7F3303E312FD}" type="pres">
      <dgm:prSet presAssocID="{E3EEDC58-FB2F-404B-89E9-1D4F157F0C79}" presName="sibTrans" presStyleCnt="0"/>
      <dgm:spPr/>
    </dgm:pt>
    <dgm:pt modelId="{EB561E5C-5E9A-4032-9DF5-A2BA56995B5E}" type="pres">
      <dgm:prSet presAssocID="{3BCA8220-F974-49B4-A8AE-376687148776}" presName="compNode" presStyleCnt="0"/>
      <dgm:spPr/>
    </dgm:pt>
    <dgm:pt modelId="{8206A4A8-830E-42E7-BA94-D7DF26AE0BE9}" type="pres">
      <dgm:prSet presAssocID="{3BCA8220-F974-49B4-A8AE-376687148776}" presName="bgRect" presStyleLbl="bgShp" presStyleIdx="2" presStyleCnt="3"/>
      <dgm:spPr/>
    </dgm:pt>
    <dgm:pt modelId="{948BEAC4-C908-4512-8BF3-B6AE93840869}" type="pres">
      <dgm:prSet presAssocID="{3BCA8220-F974-49B4-A8AE-37668714877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6182B575-98B1-486E-B4C6-17B9FA52318E}" type="pres">
      <dgm:prSet presAssocID="{3BCA8220-F974-49B4-A8AE-376687148776}" presName="spaceRect" presStyleCnt="0"/>
      <dgm:spPr/>
    </dgm:pt>
    <dgm:pt modelId="{FB23586B-6B00-4C72-BBB4-02BD22659F35}" type="pres">
      <dgm:prSet presAssocID="{3BCA8220-F974-49B4-A8AE-37668714877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8EDD632-5E52-42AA-8CDC-98A94EE59F35}" type="presOf" srcId="{DF1085A7-46BC-4B7F-89F0-CE3E75BB8FE7}" destId="{45A77110-0320-4ECD-9180-1AF280F2F42B}" srcOrd="0" destOrd="0" presId="urn:microsoft.com/office/officeart/2018/2/layout/IconVerticalSolidList"/>
    <dgm:cxn modelId="{18ED7137-8410-4846-8764-27E246AEA3E2}" srcId="{FFC7FC4C-C06E-445F-8679-3E04B790B0F4}" destId="{DF1085A7-46BC-4B7F-89F0-CE3E75BB8FE7}" srcOrd="1" destOrd="0" parTransId="{35BFCCD2-6FFD-4573-9DB2-18A513ED53B6}" sibTransId="{E3EEDC58-FB2F-404B-89E9-1D4F157F0C79}"/>
    <dgm:cxn modelId="{6F21EE42-35DE-4EF9-9A9D-DAA6150C0F40}" srcId="{FFC7FC4C-C06E-445F-8679-3E04B790B0F4}" destId="{3BCA8220-F974-49B4-A8AE-376687148776}" srcOrd="2" destOrd="0" parTransId="{435458D6-9184-4193-8F35-0B690FBF559B}" sibTransId="{3FF4FD21-64CE-4DD1-A336-D4027910B87E}"/>
    <dgm:cxn modelId="{2D06F052-D459-4D0A-8BB4-60498F1DF3D9}" type="presOf" srcId="{3BCA8220-F974-49B4-A8AE-376687148776}" destId="{FB23586B-6B00-4C72-BBB4-02BD22659F35}" srcOrd="0" destOrd="0" presId="urn:microsoft.com/office/officeart/2018/2/layout/IconVerticalSolidList"/>
    <dgm:cxn modelId="{19096EA9-2E8C-4DE8-AA67-92AF55987D5E}" srcId="{FFC7FC4C-C06E-445F-8679-3E04B790B0F4}" destId="{39874853-B621-4DDC-B042-4273DC83C01E}" srcOrd="0" destOrd="0" parTransId="{A31B0ADF-FBF5-4E73-9CD5-4BF4D768C891}" sibTransId="{0F8C6D1C-B8C4-4F15-83B6-E34FE2BCFD3F}"/>
    <dgm:cxn modelId="{79E951AE-9DB5-4106-8F6E-96A87585875C}" type="presOf" srcId="{39874853-B621-4DDC-B042-4273DC83C01E}" destId="{0F70570A-0BD3-4C12-86E1-28FA25294C00}" srcOrd="0" destOrd="0" presId="urn:microsoft.com/office/officeart/2018/2/layout/IconVerticalSolidList"/>
    <dgm:cxn modelId="{10CAABE1-62A8-4C9E-8E98-21819B5B2059}" type="presOf" srcId="{FFC7FC4C-C06E-445F-8679-3E04B790B0F4}" destId="{4D23CB1E-5DD3-4DCB-BCC6-CCD14B5A8A2D}" srcOrd="0" destOrd="0" presId="urn:microsoft.com/office/officeart/2018/2/layout/IconVerticalSolidList"/>
    <dgm:cxn modelId="{57085D3E-774F-4B8B-BE19-159AF1EF8575}" type="presParOf" srcId="{4D23CB1E-5DD3-4DCB-BCC6-CCD14B5A8A2D}" destId="{D02DD9E9-E483-4CCB-99E1-D0B5B1C31A5E}" srcOrd="0" destOrd="0" presId="urn:microsoft.com/office/officeart/2018/2/layout/IconVerticalSolidList"/>
    <dgm:cxn modelId="{0DC83BA5-AFE2-46AD-ABBC-F303A048F8FA}" type="presParOf" srcId="{D02DD9E9-E483-4CCB-99E1-D0B5B1C31A5E}" destId="{3D1546B9-14E4-4F41-8BAB-79F90579A47D}" srcOrd="0" destOrd="0" presId="urn:microsoft.com/office/officeart/2018/2/layout/IconVerticalSolidList"/>
    <dgm:cxn modelId="{56D7BC27-43BF-4B46-B519-1F9500B688FB}" type="presParOf" srcId="{D02DD9E9-E483-4CCB-99E1-D0B5B1C31A5E}" destId="{013206FC-E415-4A6B-BD27-62E386BFE2F8}" srcOrd="1" destOrd="0" presId="urn:microsoft.com/office/officeart/2018/2/layout/IconVerticalSolidList"/>
    <dgm:cxn modelId="{71716B76-AE7C-419F-8BB5-19B3B67C24E4}" type="presParOf" srcId="{D02DD9E9-E483-4CCB-99E1-D0B5B1C31A5E}" destId="{0FCCB7C0-501B-4372-A49B-3EA37F0CCEAF}" srcOrd="2" destOrd="0" presId="urn:microsoft.com/office/officeart/2018/2/layout/IconVerticalSolidList"/>
    <dgm:cxn modelId="{D81DC17C-DDE3-4B3B-9534-430B313A609B}" type="presParOf" srcId="{D02DD9E9-E483-4CCB-99E1-D0B5B1C31A5E}" destId="{0F70570A-0BD3-4C12-86E1-28FA25294C00}" srcOrd="3" destOrd="0" presId="urn:microsoft.com/office/officeart/2018/2/layout/IconVerticalSolidList"/>
    <dgm:cxn modelId="{5CFB62CB-D6F1-4240-844C-AEBE126B9786}" type="presParOf" srcId="{4D23CB1E-5DD3-4DCB-BCC6-CCD14B5A8A2D}" destId="{A59114A7-63B2-452A-88EE-FABEB12F3FC2}" srcOrd="1" destOrd="0" presId="urn:microsoft.com/office/officeart/2018/2/layout/IconVerticalSolidList"/>
    <dgm:cxn modelId="{87EA21F2-C7C2-4AD6-AC1E-E46EF47CD8DD}" type="presParOf" srcId="{4D23CB1E-5DD3-4DCB-BCC6-CCD14B5A8A2D}" destId="{9009A382-C7CE-4749-B5E1-08BE1CDDF4D3}" srcOrd="2" destOrd="0" presId="urn:microsoft.com/office/officeart/2018/2/layout/IconVerticalSolidList"/>
    <dgm:cxn modelId="{C5DBA7A8-A7A6-4826-82B1-88A21AE27A10}" type="presParOf" srcId="{9009A382-C7CE-4749-B5E1-08BE1CDDF4D3}" destId="{4BBA7F43-CAAD-49FE-8EF1-7FAEFE393546}" srcOrd="0" destOrd="0" presId="urn:microsoft.com/office/officeart/2018/2/layout/IconVerticalSolidList"/>
    <dgm:cxn modelId="{3CFCD5EC-1F0E-40D0-9CF1-DB0F73586EC5}" type="presParOf" srcId="{9009A382-C7CE-4749-B5E1-08BE1CDDF4D3}" destId="{737B9CA4-8073-40A9-9C5F-69CDB91EDC1C}" srcOrd="1" destOrd="0" presId="urn:microsoft.com/office/officeart/2018/2/layout/IconVerticalSolidList"/>
    <dgm:cxn modelId="{FA8F2B48-4917-4D24-8C58-22132155A36B}" type="presParOf" srcId="{9009A382-C7CE-4749-B5E1-08BE1CDDF4D3}" destId="{A84785E0-03C1-439A-A49E-A09D75490C14}" srcOrd="2" destOrd="0" presId="urn:microsoft.com/office/officeart/2018/2/layout/IconVerticalSolidList"/>
    <dgm:cxn modelId="{787F3EE8-4056-4393-AF38-8CC1A5E9C4A9}" type="presParOf" srcId="{9009A382-C7CE-4749-B5E1-08BE1CDDF4D3}" destId="{45A77110-0320-4ECD-9180-1AF280F2F42B}" srcOrd="3" destOrd="0" presId="urn:microsoft.com/office/officeart/2018/2/layout/IconVerticalSolidList"/>
    <dgm:cxn modelId="{9AEE464C-8E97-4757-AB7D-6734940D8A67}" type="presParOf" srcId="{4D23CB1E-5DD3-4DCB-BCC6-CCD14B5A8A2D}" destId="{589516F8-1813-4DE2-B3DF-7F3303E312FD}" srcOrd="3" destOrd="0" presId="urn:microsoft.com/office/officeart/2018/2/layout/IconVerticalSolidList"/>
    <dgm:cxn modelId="{039BE802-7CB9-4573-89CC-93B41731D553}" type="presParOf" srcId="{4D23CB1E-5DD3-4DCB-BCC6-CCD14B5A8A2D}" destId="{EB561E5C-5E9A-4032-9DF5-A2BA56995B5E}" srcOrd="4" destOrd="0" presId="urn:microsoft.com/office/officeart/2018/2/layout/IconVerticalSolidList"/>
    <dgm:cxn modelId="{BFBA6ED3-87EA-4285-B434-16EA414275BA}" type="presParOf" srcId="{EB561E5C-5E9A-4032-9DF5-A2BA56995B5E}" destId="{8206A4A8-830E-42E7-BA94-D7DF26AE0BE9}" srcOrd="0" destOrd="0" presId="urn:microsoft.com/office/officeart/2018/2/layout/IconVerticalSolidList"/>
    <dgm:cxn modelId="{623D271C-EEC9-4D87-92B5-7D4E9C5158D1}" type="presParOf" srcId="{EB561E5C-5E9A-4032-9DF5-A2BA56995B5E}" destId="{948BEAC4-C908-4512-8BF3-B6AE93840869}" srcOrd="1" destOrd="0" presId="urn:microsoft.com/office/officeart/2018/2/layout/IconVerticalSolidList"/>
    <dgm:cxn modelId="{23746F8C-984A-4C4D-98C7-F25474E41A7C}" type="presParOf" srcId="{EB561E5C-5E9A-4032-9DF5-A2BA56995B5E}" destId="{6182B575-98B1-486E-B4C6-17B9FA52318E}" srcOrd="2" destOrd="0" presId="urn:microsoft.com/office/officeart/2018/2/layout/IconVerticalSolidList"/>
    <dgm:cxn modelId="{1AB2B27F-1A69-41D0-BE2D-DF7B83432F50}" type="presParOf" srcId="{EB561E5C-5E9A-4032-9DF5-A2BA56995B5E}" destId="{FB23586B-6B00-4C72-BBB4-02BD22659F3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8597B2F-E611-462A-A0AE-E83DACC35F35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8603438-CFE8-47AA-A74E-878E3B3B5368}">
      <dgm:prSet/>
      <dgm:spPr/>
      <dgm:t>
        <a:bodyPr/>
        <a:lstStyle/>
        <a:p>
          <a:r>
            <a:rPr lang="en-US" dirty="0" err="1"/>
            <a:t>Os</a:t>
          </a:r>
          <a:r>
            <a:rPr lang="en-US" dirty="0"/>
            <a:t> </a:t>
          </a:r>
          <a:r>
            <a:rPr lang="en-US" dirty="0" err="1"/>
            <a:t>alunos</a:t>
          </a:r>
          <a:r>
            <a:rPr lang="en-US" dirty="0"/>
            <a:t>, </a:t>
          </a:r>
          <a:r>
            <a:rPr lang="en-US" dirty="0" err="1"/>
            <a:t>divididos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</a:t>
          </a:r>
          <a:r>
            <a:rPr lang="en-US" dirty="0" err="1"/>
            <a:t>grupos</a:t>
          </a:r>
          <a:r>
            <a:rPr lang="en-US" dirty="0"/>
            <a:t>, </a:t>
          </a:r>
          <a:r>
            <a:rPr lang="en-US" dirty="0" err="1"/>
            <a:t>devem</a:t>
          </a:r>
          <a:r>
            <a:rPr lang="en-US" dirty="0"/>
            <a:t> </a:t>
          </a:r>
          <a:r>
            <a:rPr lang="en-US" dirty="0" err="1"/>
            <a:t>selecionar</a:t>
          </a:r>
          <a:r>
            <a:rPr lang="en-US" dirty="0"/>
            <a:t> </a:t>
          </a:r>
          <a:r>
            <a:rPr lang="en-US" b="1" dirty="0"/>
            <a:t>qual </a:t>
          </a:r>
          <a:r>
            <a:rPr lang="en-US" b="1" dirty="0" err="1"/>
            <a:t>tecnologia</a:t>
          </a:r>
          <a:r>
            <a:rPr lang="en-US" b="1" dirty="0"/>
            <a:t> (Hadoop, Spark </a:t>
          </a:r>
          <a:r>
            <a:rPr lang="en-US" b="1" dirty="0" err="1"/>
            <a:t>ou</a:t>
          </a:r>
          <a:r>
            <a:rPr lang="en-US" b="1" dirty="0"/>
            <a:t> NoSQL) </a:t>
          </a:r>
          <a:r>
            <a:rPr lang="en-US" dirty="0"/>
            <a:t>é </a:t>
          </a:r>
          <a:r>
            <a:rPr lang="en-US" dirty="0" err="1"/>
            <a:t>mais</a:t>
          </a:r>
          <a:r>
            <a:rPr lang="en-US" dirty="0"/>
            <a:t> </a:t>
          </a:r>
          <a:r>
            <a:rPr lang="en-US" dirty="0" err="1"/>
            <a:t>adequada</a:t>
          </a:r>
          <a:r>
            <a:rPr lang="en-US" dirty="0"/>
            <a:t> para um </a:t>
          </a:r>
          <a:r>
            <a:rPr lang="en-US" dirty="0" err="1"/>
            <a:t>problema</a:t>
          </a:r>
          <a:r>
            <a:rPr lang="en-US" dirty="0"/>
            <a:t> </a:t>
          </a:r>
          <a:r>
            <a:rPr lang="en-US" dirty="0" err="1"/>
            <a:t>específico</a:t>
          </a:r>
          <a:r>
            <a:rPr lang="en-US" dirty="0"/>
            <a:t> e </a:t>
          </a:r>
          <a:r>
            <a:rPr lang="en-US" dirty="0" err="1"/>
            <a:t>justificar</a:t>
          </a:r>
          <a:r>
            <a:rPr lang="en-US" dirty="0"/>
            <a:t> </a:t>
          </a:r>
          <a:r>
            <a:rPr lang="en-US" dirty="0" err="1"/>
            <a:t>sua</a:t>
          </a:r>
          <a:r>
            <a:rPr lang="en-US" dirty="0"/>
            <a:t> </a:t>
          </a:r>
          <a:r>
            <a:rPr lang="en-US" dirty="0" err="1"/>
            <a:t>escolha</a:t>
          </a:r>
          <a:r>
            <a:rPr lang="en-US" dirty="0"/>
            <a:t>.</a:t>
          </a:r>
        </a:p>
      </dgm:t>
    </dgm:pt>
    <dgm:pt modelId="{1D6CD859-1CFD-46D0-A1DA-79FBC0A532C5}" type="parTrans" cxnId="{B2C57AF6-B6E7-44B0-AD13-034096A7B374}">
      <dgm:prSet/>
      <dgm:spPr/>
      <dgm:t>
        <a:bodyPr/>
        <a:lstStyle/>
        <a:p>
          <a:endParaRPr lang="en-US"/>
        </a:p>
      </dgm:t>
    </dgm:pt>
    <dgm:pt modelId="{0D430123-F17B-472D-8B32-1FFAAA25EE4F}" type="sibTrans" cxnId="{B2C57AF6-B6E7-44B0-AD13-034096A7B374}">
      <dgm:prSet/>
      <dgm:spPr/>
      <dgm:t>
        <a:bodyPr/>
        <a:lstStyle/>
        <a:p>
          <a:endParaRPr lang="en-US"/>
        </a:p>
      </dgm:t>
    </dgm:pt>
    <dgm:pt modelId="{C9857E2E-4EC7-45A2-A7A3-83F71333573B}">
      <dgm:prSet/>
      <dgm:spPr/>
      <dgm:t>
        <a:bodyPr/>
        <a:lstStyle/>
        <a:p>
          <a:r>
            <a:rPr lang="en-US" dirty="0" err="1"/>
            <a:t>Critérios</a:t>
          </a:r>
          <a:r>
            <a:rPr lang="en-US" dirty="0"/>
            <a:t> de </a:t>
          </a:r>
          <a:r>
            <a:rPr lang="en-US" dirty="0" err="1"/>
            <a:t>avaliação</a:t>
          </a:r>
          <a:r>
            <a:rPr lang="en-US" dirty="0"/>
            <a:t>:</a:t>
          </a:r>
        </a:p>
      </dgm:t>
    </dgm:pt>
    <dgm:pt modelId="{1642B009-107F-42F1-A287-B8640D6F4660}" type="parTrans" cxnId="{802A05CF-1670-47D5-8D72-615ED2F86447}">
      <dgm:prSet/>
      <dgm:spPr/>
      <dgm:t>
        <a:bodyPr/>
        <a:lstStyle/>
        <a:p>
          <a:endParaRPr lang="en-US"/>
        </a:p>
      </dgm:t>
    </dgm:pt>
    <dgm:pt modelId="{3CDB5A30-D7F2-4263-BA3A-A8ACF6F8E97B}" type="sibTrans" cxnId="{802A05CF-1670-47D5-8D72-615ED2F86447}">
      <dgm:prSet/>
      <dgm:spPr/>
      <dgm:t>
        <a:bodyPr/>
        <a:lstStyle/>
        <a:p>
          <a:endParaRPr lang="en-US"/>
        </a:p>
      </dgm:t>
    </dgm:pt>
    <dgm:pt modelId="{40649AF4-39DB-4F3C-9145-B30CAF829930}">
      <dgm:prSet/>
      <dgm:spPr/>
      <dgm:t>
        <a:bodyPr/>
        <a:lstStyle/>
        <a:p>
          <a:r>
            <a:rPr lang="en-US" dirty="0" err="1"/>
            <a:t>Aplicação</a:t>
          </a:r>
          <a:r>
            <a:rPr lang="en-US" dirty="0"/>
            <a:t> </a:t>
          </a:r>
          <a:r>
            <a:rPr lang="en-US" dirty="0" err="1"/>
            <a:t>correta</a:t>
          </a:r>
          <a:r>
            <a:rPr lang="en-US" dirty="0"/>
            <a:t> da </a:t>
          </a:r>
          <a:r>
            <a:rPr lang="en-US" dirty="0" err="1"/>
            <a:t>tecnologia</a:t>
          </a:r>
          <a:r>
            <a:rPr lang="en-US" dirty="0"/>
            <a:t>.</a:t>
          </a:r>
        </a:p>
      </dgm:t>
    </dgm:pt>
    <dgm:pt modelId="{1E9794FA-9656-4833-B4F5-04C024BFC268}" type="parTrans" cxnId="{2BA3778F-84CC-4018-A602-ED0267B060B3}">
      <dgm:prSet/>
      <dgm:spPr/>
      <dgm:t>
        <a:bodyPr/>
        <a:lstStyle/>
        <a:p>
          <a:endParaRPr lang="en-US"/>
        </a:p>
      </dgm:t>
    </dgm:pt>
    <dgm:pt modelId="{17FDFF4A-6CE6-4B5E-A27D-A9B55AD13D4A}" type="sibTrans" cxnId="{2BA3778F-84CC-4018-A602-ED0267B060B3}">
      <dgm:prSet/>
      <dgm:spPr/>
      <dgm:t>
        <a:bodyPr/>
        <a:lstStyle/>
        <a:p>
          <a:endParaRPr lang="en-US"/>
        </a:p>
      </dgm:t>
    </dgm:pt>
    <dgm:pt modelId="{FFE6498B-D4CA-402F-8D84-33A2B9E87D5B}">
      <dgm:prSet/>
      <dgm:spPr/>
      <dgm:t>
        <a:bodyPr/>
        <a:lstStyle/>
        <a:p>
          <a:r>
            <a:rPr lang="en-US" dirty="0" err="1"/>
            <a:t>Justificativa</a:t>
          </a:r>
          <a:r>
            <a:rPr lang="en-US" dirty="0"/>
            <a:t> </a:t>
          </a:r>
          <a:r>
            <a:rPr lang="en-US" dirty="0" err="1"/>
            <a:t>baseada</a:t>
          </a:r>
          <a:r>
            <a:rPr lang="en-US" dirty="0"/>
            <a:t> </a:t>
          </a:r>
          <a:r>
            <a:rPr lang="en-US" dirty="0" err="1"/>
            <a:t>nos</a:t>
          </a:r>
          <a:r>
            <a:rPr lang="en-US" dirty="0"/>
            <a:t> </a:t>
          </a:r>
          <a:r>
            <a:rPr lang="en-US" dirty="0" err="1"/>
            <a:t>conceitos</a:t>
          </a:r>
          <a:r>
            <a:rPr lang="en-US" dirty="0"/>
            <a:t> </a:t>
          </a:r>
          <a:r>
            <a:rPr lang="en-US" dirty="0" err="1"/>
            <a:t>aprendidos</a:t>
          </a:r>
          <a:r>
            <a:rPr lang="en-US" dirty="0"/>
            <a:t>.</a:t>
          </a:r>
        </a:p>
      </dgm:t>
    </dgm:pt>
    <dgm:pt modelId="{69D52DB8-E205-467F-9615-4260598CD21B}" type="parTrans" cxnId="{05881560-AD76-4798-AE15-001B43B2790D}">
      <dgm:prSet/>
      <dgm:spPr/>
      <dgm:t>
        <a:bodyPr/>
        <a:lstStyle/>
        <a:p>
          <a:endParaRPr lang="en-US"/>
        </a:p>
      </dgm:t>
    </dgm:pt>
    <dgm:pt modelId="{570C1C42-675B-4F86-8595-88952AAB4E8F}" type="sibTrans" cxnId="{05881560-AD76-4798-AE15-001B43B2790D}">
      <dgm:prSet/>
      <dgm:spPr/>
      <dgm:t>
        <a:bodyPr/>
        <a:lstStyle/>
        <a:p>
          <a:endParaRPr lang="en-US"/>
        </a:p>
      </dgm:t>
    </dgm:pt>
    <dgm:pt modelId="{76050955-C289-47CE-A8F3-A9D81C763E62}" type="pres">
      <dgm:prSet presAssocID="{68597B2F-E611-462A-A0AE-E83DACC35F35}" presName="outerComposite" presStyleCnt="0">
        <dgm:presLayoutVars>
          <dgm:chMax val="5"/>
          <dgm:dir/>
          <dgm:resizeHandles val="exact"/>
        </dgm:presLayoutVars>
      </dgm:prSet>
      <dgm:spPr/>
    </dgm:pt>
    <dgm:pt modelId="{22495A1D-9081-418F-B62A-9018AF8C47A2}" type="pres">
      <dgm:prSet presAssocID="{68597B2F-E611-462A-A0AE-E83DACC35F35}" presName="dummyMaxCanvas" presStyleCnt="0">
        <dgm:presLayoutVars/>
      </dgm:prSet>
      <dgm:spPr/>
    </dgm:pt>
    <dgm:pt modelId="{1A18E6B4-5F71-42DF-BAC0-60BFF539D9A9}" type="pres">
      <dgm:prSet presAssocID="{68597B2F-E611-462A-A0AE-E83DACC35F35}" presName="TwoNodes_1" presStyleLbl="node1" presStyleIdx="0" presStyleCnt="2">
        <dgm:presLayoutVars>
          <dgm:bulletEnabled val="1"/>
        </dgm:presLayoutVars>
      </dgm:prSet>
      <dgm:spPr/>
    </dgm:pt>
    <dgm:pt modelId="{BBD09DCD-FAE9-400F-AE9E-C8A38EB1B4EE}" type="pres">
      <dgm:prSet presAssocID="{68597B2F-E611-462A-A0AE-E83DACC35F35}" presName="TwoNodes_2" presStyleLbl="node1" presStyleIdx="1" presStyleCnt="2">
        <dgm:presLayoutVars>
          <dgm:bulletEnabled val="1"/>
        </dgm:presLayoutVars>
      </dgm:prSet>
      <dgm:spPr/>
    </dgm:pt>
    <dgm:pt modelId="{3C675234-E5AF-43A4-BC3A-3FB12475E6F9}" type="pres">
      <dgm:prSet presAssocID="{68597B2F-E611-462A-A0AE-E83DACC35F35}" presName="TwoConn_1-2" presStyleLbl="fgAccFollowNode1" presStyleIdx="0" presStyleCnt="1">
        <dgm:presLayoutVars>
          <dgm:bulletEnabled val="1"/>
        </dgm:presLayoutVars>
      </dgm:prSet>
      <dgm:spPr/>
    </dgm:pt>
    <dgm:pt modelId="{7B63D391-181A-4667-8F79-EC9049F83261}" type="pres">
      <dgm:prSet presAssocID="{68597B2F-E611-462A-A0AE-E83DACC35F35}" presName="TwoNodes_1_text" presStyleLbl="node1" presStyleIdx="1" presStyleCnt="2">
        <dgm:presLayoutVars>
          <dgm:bulletEnabled val="1"/>
        </dgm:presLayoutVars>
      </dgm:prSet>
      <dgm:spPr/>
    </dgm:pt>
    <dgm:pt modelId="{0FDCF96D-1DA9-4491-9B73-89EDCFAFDA53}" type="pres">
      <dgm:prSet presAssocID="{68597B2F-E611-462A-A0AE-E83DACC35F35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C8FC8C01-7346-401F-8DCD-04FDEA94D408}" type="presOf" srcId="{C9857E2E-4EC7-45A2-A7A3-83F71333573B}" destId="{0FDCF96D-1DA9-4491-9B73-89EDCFAFDA53}" srcOrd="1" destOrd="0" presId="urn:microsoft.com/office/officeart/2005/8/layout/vProcess5"/>
    <dgm:cxn modelId="{9D47A83F-3A65-4DC2-B14D-537EE62FA224}" type="presOf" srcId="{40649AF4-39DB-4F3C-9145-B30CAF829930}" destId="{BBD09DCD-FAE9-400F-AE9E-C8A38EB1B4EE}" srcOrd="0" destOrd="1" presId="urn:microsoft.com/office/officeart/2005/8/layout/vProcess5"/>
    <dgm:cxn modelId="{05881560-AD76-4798-AE15-001B43B2790D}" srcId="{C9857E2E-4EC7-45A2-A7A3-83F71333573B}" destId="{FFE6498B-D4CA-402F-8D84-33A2B9E87D5B}" srcOrd="1" destOrd="0" parTransId="{69D52DB8-E205-467F-9615-4260598CD21B}" sibTransId="{570C1C42-675B-4F86-8595-88952AAB4E8F}"/>
    <dgm:cxn modelId="{C64C4663-2441-4C1B-8142-AC629358D500}" type="presOf" srcId="{68597B2F-E611-462A-A0AE-E83DACC35F35}" destId="{76050955-C289-47CE-A8F3-A9D81C763E62}" srcOrd="0" destOrd="0" presId="urn:microsoft.com/office/officeart/2005/8/layout/vProcess5"/>
    <dgm:cxn modelId="{AA942348-6B0D-45DB-81B3-18432FFE3488}" type="presOf" srcId="{68603438-CFE8-47AA-A74E-878E3B3B5368}" destId="{7B63D391-181A-4667-8F79-EC9049F83261}" srcOrd="1" destOrd="0" presId="urn:microsoft.com/office/officeart/2005/8/layout/vProcess5"/>
    <dgm:cxn modelId="{A6C0F16A-8BF2-4425-BE0F-463003AD045A}" type="presOf" srcId="{C9857E2E-4EC7-45A2-A7A3-83F71333573B}" destId="{BBD09DCD-FAE9-400F-AE9E-C8A38EB1B4EE}" srcOrd="0" destOrd="0" presId="urn:microsoft.com/office/officeart/2005/8/layout/vProcess5"/>
    <dgm:cxn modelId="{E0B3FD4E-E138-4EC4-9CD5-165294D153B3}" type="presOf" srcId="{FFE6498B-D4CA-402F-8D84-33A2B9E87D5B}" destId="{0FDCF96D-1DA9-4491-9B73-89EDCFAFDA53}" srcOrd="1" destOrd="2" presId="urn:microsoft.com/office/officeart/2005/8/layout/vProcess5"/>
    <dgm:cxn modelId="{2BA3778F-84CC-4018-A602-ED0267B060B3}" srcId="{C9857E2E-4EC7-45A2-A7A3-83F71333573B}" destId="{40649AF4-39DB-4F3C-9145-B30CAF829930}" srcOrd="0" destOrd="0" parTransId="{1E9794FA-9656-4833-B4F5-04C024BFC268}" sibTransId="{17FDFF4A-6CE6-4B5E-A27D-A9B55AD13D4A}"/>
    <dgm:cxn modelId="{6B17C493-BC77-4E72-B648-D19E9550FC64}" type="presOf" srcId="{68603438-CFE8-47AA-A74E-878E3B3B5368}" destId="{1A18E6B4-5F71-42DF-BAC0-60BFF539D9A9}" srcOrd="0" destOrd="0" presId="urn:microsoft.com/office/officeart/2005/8/layout/vProcess5"/>
    <dgm:cxn modelId="{1CDEF5C8-7987-441C-BC19-D9C4729253BF}" type="presOf" srcId="{40649AF4-39DB-4F3C-9145-B30CAF829930}" destId="{0FDCF96D-1DA9-4491-9B73-89EDCFAFDA53}" srcOrd="1" destOrd="1" presId="urn:microsoft.com/office/officeart/2005/8/layout/vProcess5"/>
    <dgm:cxn modelId="{802A05CF-1670-47D5-8D72-615ED2F86447}" srcId="{68597B2F-E611-462A-A0AE-E83DACC35F35}" destId="{C9857E2E-4EC7-45A2-A7A3-83F71333573B}" srcOrd="1" destOrd="0" parTransId="{1642B009-107F-42F1-A287-B8640D6F4660}" sibTransId="{3CDB5A30-D7F2-4263-BA3A-A8ACF6F8E97B}"/>
    <dgm:cxn modelId="{729406DD-6593-4278-851C-62F40F135B86}" type="presOf" srcId="{FFE6498B-D4CA-402F-8D84-33A2B9E87D5B}" destId="{BBD09DCD-FAE9-400F-AE9E-C8A38EB1B4EE}" srcOrd="0" destOrd="2" presId="urn:microsoft.com/office/officeart/2005/8/layout/vProcess5"/>
    <dgm:cxn modelId="{5C1E3AE8-AA5E-4E6F-8D74-B9EEB9E57C8F}" type="presOf" srcId="{0D430123-F17B-472D-8B32-1FFAAA25EE4F}" destId="{3C675234-E5AF-43A4-BC3A-3FB12475E6F9}" srcOrd="0" destOrd="0" presId="urn:microsoft.com/office/officeart/2005/8/layout/vProcess5"/>
    <dgm:cxn modelId="{B2C57AF6-B6E7-44B0-AD13-034096A7B374}" srcId="{68597B2F-E611-462A-A0AE-E83DACC35F35}" destId="{68603438-CFE8-47AA-A74E-878E3B3B5368}" srcOrd="0" destOrd="0" parTransId="{1D6CD859-1CFD-46D0-A1DA-79FBC0A532C5}" sibTransId="{0D430123-F17B-472D-8B32-1FFAAA25EE4F}"/>
    <dgm:cxn modelId="{58CC9578-F765-4139-B7B7-422669BFAE55}" type="presParOf" srcId="{76050955-C289-47CE-A8F3-A9D81C763E62}" destId="{22495A1D-9081-418F-B62A-9018AF8C47A2}" srcOrd="0" destOrd="0" presId="urn:microsoft.com/office/officeart/2005/8/layout/vProcess5"/>
    <dgm:cxn modelId="{E2E9C288-AC22-400E-8E04-2EE18FD5624A}" type="presParOf" srcId="{76050955-C289-47CE-A8F3-A9D81C763E62}" destId="{1A18E6B4-5F71-42DF-BAC0-60BFF539D9A9}" srcOrd="1" destOrd="0" presId="urn:microsoft.com/office/officeart/2005/8/layout/vProcess5"/>
    <dgm:cxn modelId="{0129EF9D-641E-49E7-B34E-71340368BAFA}" type="presParOf" srcId="{76050955-C289-47CE-A8F3-A9D81C763E62}" destId="{BBD09DCD-FAE9-400F-AE9E-C8A38EB1B4EE}" srcOrd="2" destOrd="0" presId="urn:microsoft.com/office/officeart/2005/8/layout/vProcess5"/>
    <dgm:cxn modelId="{2950B5BC-7CFE-4E7B-9EE9-C815403E5EC9}" type="presParOf" srcId="{76050955-C289-47CE-A8F3-A9D81C763E62}" destId="{3C675234-E5AF-43A4-BC3A-3FB12475E6F9}" srcOrd="3" destOrd="0" presId="urn:microsoft.com/office/officeart/2005/8/layout/vProcess5"/>
    <dgm:cxn modelId="{3A129E03-D12A-4984-AEA5-04E83986865D}" type="presParOf" srcId="{76050955-C289-47CE-A8F3-A9D81C763E62}" destId="{7B63D391-181A-4667-8F79-EC9049F83261}" srcOrd="4" destOrd="0" presId="urn:microsoft.com/office/officeart/2005/8/layout/vProcess5"/>
    <dgm:cxn modelId="{281DB710-7E41-4838-88A7-93BFCE977241}" type="presParOf" srcId="{76050955-C289-47CE-A8F3-A9D81C763E62}" destId="{0FDCF96D-1DA9-4491-9B73-89EDCFAFDA53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6048A87-6988-4E28-AB4E-F18D949294C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89F98A2-5EBC-4059-8111-1AA15347834B}">
      <dgm:prSet/>
      <dgm:spPr/>
      <dgm:t>
        <a:bodyPr/>
        <a:lstStyle/>
        <a:p>
          <a:pPr>
            <a:defRPr cap="all"/>
          </a:pPr>
          <a:r>
            <a:rPr lang="en-US" dirty="0"/>
            <a:t>Big Data é um campo </a:t>
          </a:r>
          <a:r>
            <a:rPr lang="en-US" dirty="0" err="1"/>
            <a:t>multidisciplinar</a:t>
          </a:r>
          <a:r>
            <a:rPr lang="en-US" dirty="0"/>
            <a:t> e </a:t>
          </a:r>
          <a:r>
            <a:rPr lang="en-US" dirty="0" err="1"/>
            <a:t>exige</a:t>
          </a:r>
          <a:r>
            <a:rPr lang="en-US" dirty="0"/>
            <a:t> o </a:t>
          </a:r>
          <a:r>
            <a:rPr lang="en-US" dirty="0" err="1"/>
            <a:t>uso</a:t>
          </a:r>
          <a:r>
            <a:rPr lang="en-US" dirty="0"/>
            <a:t> de </a:t>
          </a:r>
          <a:r>
            <a:rPr lang="en-US" dirty="0" err="1"/>
            <a:t>tecnologias</a:t>
          </a:r>
          <a:r>
            <a:rPr lang="en-US" dirty="0"/>
            <a:t> </a:t>
          </a:r>
          <a:r>
            <a:rPr lang="en-US" dirty="0" err="1"/>
            <a:t>adequadas</a:t>
          </a:r>
          <a:r>
            <a:rPr lang="en-US" dirty="0"/>
            <a:t>.</a:t>
          </a:r>
        </a:p>
      </dgm:t>
    </dgm:pt>
    <dgm:pt modelId="{14DF3A65-54B6-4EFD-8747-4915D6E24E01}" type="parTrans" cxnId="{9551E879-91DD-44BC-B2CA-424EAB0D1CEB}">
      <dgm:prSet/>
      <dgm:spPr/>
      <dgm:t>
        <a:bodyPr/>
        <a:lstStyle/>
        <a:p>
          <a:endParaRPr lang="en-US"/>
        </a:p>
      </dgm:t>
    </dgm:pt>
    <dgm:pt modelId="{07373BC2-81D9-4219-BB88-0E0B8FA2C650}" type="sibTrans" cxnId="{9551E879-91DD-44BC-B2CA-424EAB0D1CEB}">
      <dgm:prSet/>
      <dgm:spPr/>
      <dgm:t>
        <a:bodyPr/>
        <a:lstStyle/>
        <a:p>
          <a:endParaRPr lang="en-US"/>
        </a:p>
      </dgm:t>
    </dgm:pt>
    <dgm:pt modelId="{50CA152A-38F9-4AF9-9E4A-416DB484B91E}">
      <dgm:prSet/>
      <dgm:spPr/>
      <dgm:t>
        <a:bodyPr/>
        <a:lstStyle/>
        <a:p>
          <a:pPr>
            <a:defRPr cap="all"/>
          </a:pPr>
          <a:r>
            <a:rPr lang="en-US" dirty="0"/>
            <a:t>A </a:t>
          </a:r>
          <a:r>
            <a:rPr lang="en-US" dirty="0" err="1"/>
            <a:t>escolha</a:t>
          </a:r>
          <a:r>
            <a:rPr lang="en-US" dirty="0"/>
            <a:t> </a:t>
          </a:r>
          <a:r>
            <a:rPr lang="en-US" dirty="0" err="1"/>
            <a:t>correta</a:t>
          </a:r>
          <a:r>
            <a:rPr lang="en-US" dirty="0"/>
            <a:t> de </a:t>
          </a:r>
          <a:r>
            <a:rPr lang="en-US" dirty="0" err="1"/>
            <a:t>tecnologia</a:t>
          </a:r>
          <a:r>
            <a:rPr lang="en-US" dirty="0"/>
            <a:t> </a:t>
          </a:r>
          <a:r>
            <a:rPr lang="en-US" dirty="0" err="1"/>
            <a:t>depende</a:t>
          </a:r>
          <a:r>
            <a:rPr lang="en-US" dirty="0"/>
            <a:t> do </a:t>
          </a:r>
          <a:r>
            <a:rPr lang="en-US" dirty="0" err="1"/>
            <a:t>contexto</a:t>
          </a:r>
          <a:r>
            <a:rPr lang="en-US" dirty="0"/>
            <a:t> do </a:t>
          </a:r>
          <a:r>
            <a:rPr lang="en-US" dirty="0" err="1"/>
            <a:t>projeto</a:t>
          </a:r>
          <a:r>
            <a:rPr lang="en-US" dirty="0"/>
            <a:t>.</a:t>
          </a:r>
        </a:p>
      </dgm:t>
    </dgm:pt>
    <dgm:pt modelId="{7763C1F4-B0FE-4D2B-947C-405B9CB86128}" type="parTrans" cxnId="{22006B6A-2ECF-44AF-936C-EDE391EA5A29}">
      <dgm:prSet/>
      <dgm:spPr/>
      <dgm:t>
        <a:bodyPr/>
        <a:lstStyle/>
        <a:p>
          <a:endParaRPr lang="en-US"/>
        </a:p>
      </dgm:t>
    </dgm:pt>
    <dgm:pt modelId="{7BA1C921-DDDF-4776-ADCB-8476829223F8}" type="sibTrans" cxnId="{22006B6A-2ECF-44AF-936C-EDE391EA5A29}">
      <dgm:prSet/>
      <dgm:spPr/>
      <dgm:t>
        <a:bodyPr/>
        <a:lstStyle/>
        <a:p>
          <a:endParaRPr lang="en-US"/>
        </a:p>
      </dgm:t>
    </dgm:pt>
    <dgm:pt modelId="{A7CAB43C-1F7B-4018-BF60-D1ED37FE6BD0}">
      <dgm:prSet/>
      <dgm:spPr/>
      <dgm:t>
        <a:bodyPr/>
        <a:lstStyle/>
        <a:p>
          <a:pPr>
            <a:defRPr cap="all"/>
          </a:pPr>
          <a:r>
            <a:rPr lang="en-US" dirty="0" err="1"/>
            <a:t>Próxima</a:t>
          </a:r>
          <a:r>
            <a:rPr lang="en-US" dirty="0"/>
            <a:t> </a:t>
          </a:r>
          <a:r>
            <a:rPr lang="en-US" dirty="0" err="1"/>
            <a:t>etapa</a:t>
          </a:r>
          <a:r>
            <a:rPr lang="en-US" dirty="0"/>
            <a:t>: </a:t>
          </a:r>
          <a:r>
            <a:rPr lang="en-US" dirty="0" err="1"/>
            <a:t>Desenvolver</a:t>
          </a:r>
          <a:r>
            <a:rPr lang="en-US" dirty="0"/>
            <a:t> a </a:t>
          </a:r>
          <a:r>
            <a:rPr lang="en-US" dirty="0" err="1"/>
            <a:t>pesquisa</a:t>
          </a:r>
          <a:r>
            <a:rPr lang="en-US" dirty="0"/>
            <a:t> </a:t>
          </a:r>
          <a:r>
            <a:rPr lang="en-US" dirty="0" err="1"/>
            <a:t>sobre</a:t>
          </a:r>
          <a:r>
            <a:rPr lang="en-US" dirty="0"/>
            <a:t> </a:t>
          </a:r>
          <a:r>
            <a:rPr lang="en-US" dirty="0" err="1"/>
            <a:t>partes</a:t>
          </a:r>
          <a:r>
            <a:rPr lang="en-US" dirty="0"/>
            <a:t> </a:t>
          </a:r>
          <a:r>
            <a:rPr lang="en-US" dirty="0" err="1"/>
            <a:t>interessadas</a:t>
          </a:r>
          <a:r>
            <a:rPr lang="en-US" dirty="0"/>
            <a:t>.</a:t>
          </a:r>
        </a:p>
      </dgm:t>
    </dgm:pt>
    <dgm:pt modelId="{BF6BAC07-A554-4293-A221-797B04C903AC}" type="parTrans" cxnId="{223971A5-3185-48D3-B6D3-4BC072EE4E5D}">
      <dgm:prSet/>
      <dgm:spPr/>
      <dgm:t>
        <a:bodyPr/>
        <a:lstStyle/>
        <a:p>
          <a:endParaRPr lang="en-US"/>
        </a:p>
      </dgm:t>
    </dgm:pt>
    <dgm:pt modelId="{A1732119-B39F-487E-A209-C18F2C94B1D1}" type="sibTrans" cxnId="{223971A5-3185-48D3-B6D3-4BC072EE4E5D}">
      <dgm:prSet/>
      <dgm:spPr/>
      <dgm:t>
        <a:bodyPr/>
        <a:lstStyle/>
        <a:p>
          <a:endParaRPr lang="en-US"/>
        </a:p>
      </dgm:t>
    </dgm:pt>
    <dgm:pt modelId="{2CD51930-BB56-4C22-AC20-4C3A93E0D277}">
      <dgm:prSet/>
      <dgm:spPr/>
      <dgm:t>
        <a:bodyPr/>
        <a:lstStyle/>
        <a:p>
          <a:pPr>
            <a:defRPr cap="all"/>
          </a:pPr>
          <a:r>
            <a:rPr lang="en-US" dirty="0" err="1"/>
            <a:t>Entrega</a:t>
          </a:r>
          <a:r>
            <a:rPr lang="en-US" dirty="0"/>
            <a:t> da </a:t>
          </a:r>
          <a:r>
            <a:rPr lang="en-US" dirty="0" err="1"/>
            <a:t>pesquisa</a:t>
          </a:r>
          <a:r>
            <a:rPr lang="en-US" dirty="0"/>
            <a:t> </a:t>
          </a:r>
          <a:r>
            <a:rPr lang="en-US" dirty="0" err="1"/>
            <a:t>sobre</a:t>
          </a:r>
          <a:r>
            <a:rPr lang="en-US" dirty="0"/>
            <a:t> </a:t>
          </a:r>
          <a:r>
            <a:rPr lang="en-US" dirty="0" err="1"/>
            <a:t>partes</a:t>
          </a:r>
          <a:r>
            <a:rPr lang="en-US" dirty="0"/>
            <a:t> </a:t>
          </a:r>
          <a:r>
            <a:rPr lang="en-US" dirty="0" err="1"/>
            <a:t>interessadas</a:t>
          </a:r>
          <a:r>
            <a:rPr lang="en-US" dirty="0"/>
            <a:t> no </a:t>
          </a:r>
          <a:r>
            <a:rPr lang="en-US" dirty="0" err="1"/>
            <a:t>projeto</a:t>
          </a:r>
          <a:r>
            <a:rPr lang="en-US" dirty="0"/>
            <a:t>.</a:t>
          </a:r>
        </a:p>
      </dgm:t>
    </dgm:pt>
    <dgm:pt modelId="{BD907F72-125E-4946-B7B1-01C27B13CC65}" type="parTrans" cxnId="{40E908B1-6FE2-4DF4-AC4E-98B555B65647}">
      <dgm:prSet/>
      <dgm:spPr/>
      <dgm:t>
        <a:bodyPr/>
        <a:lstStyle/>
        <a:p>
          <a:endParaRPr lang="en-US"/>
        </a:p>
      </dgm:t>
    </dgm:pt>
    <dgm:pt modelId="{7B54C91B-2E83-4947-B523-F32277F7BBE8}" type="sibTrans" cxnId="{40E908B1-6FE2-4DF4-AC4E-98B555B65647}">
      <dgm:prSet/>
      <dgm:spPr/>
      <dgm:t>
        <a:bodyPr/>
        <a:lstStyle/>
        <a:p>
          <a:endParaRPr lang="en-US"/>
        </a:p>
      </dgm:t>
    </dgm:pt>
    <dgm:pt modelId="{DBE94EFA-1252-4E29-A8A8-C0B95C65AFEA}" type="pres">
      <dgm:prSet presAssocID="{D6048A87-6988-4E28-AB4E-F18D949294CD}" presName="root" presStyleCnt="0">
        <dgm:presLayoutVars>
          <dgm:dir/>
          <dgm:resizeHandles val="exact"/>
        </dgm:presLayoutVars>
      </dgm:prSet>
      <dgm:spPr/>
    </dgm:pt>
    <dgm:pt modelId="{BF7EECAC-85A2-45EE-80B4-90126371AC38}" type="pres">
      <dgm:prSet presAssocID="{589F98A2-5EBC-4059-8111-1AA15347834B}" presName="compNode" presStyleCnt="0"/>
      <dgm:spPr/>
    </dgm:pt>
    <dgm:pt modelId="{1CEB4442-EFC7-4192-8499-5BD6307B955D}" type="pres">
      <dgm:prSet presAssocID="{589F98A2-5EBC-4059-8111-1AA15347834B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5F3B997-CBDD-4547-95C8-F859689A2582}" type="pres">
      <dgm:prSet presAssocID="{589F98A2-5EBC-4059-8111-1AA15347834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4552436C-2F9A-45B6-9B6E-90B3686A8AFE}" type="pres">
      <dgm:prSet presAssocID="{589F98A2-5EBC-4059-8111-1AA15347834B}" presName="spaceRect" presStyleCnt="0"/>
      <dgm:spPr/>
    </dgm:pt>
    <dgm:pt modelId="{9DA74080-D661-43C6-973B-9B3E01F29150}" type="pres">
      <dgm:prSet presAssocID="{589F98A2-5EBC-4059-8111-1AA15347834B}" presName="textRect" presStyleLbl="revTx" presStyleIdx="0" presStyleCnt="4">
        <dgm:presLayoutVars>
          <dgm:chMax val="1"/>
          <dgm:chPref val="1"/>
        </dgm:presLayoutVars>
      </dgm:prSet>
      <dgm:spPr/>
    </dgm:pt>
    <dgm:pt modelId="{66D499CE-2E48-4A95-AB1E-5A64F9F999C8}" type="pres">
      <dgm:prSet presAssocID="{07373BC2-81D9-4219-BB88-0E0B8FA2C650}" presName="sibTrans" presStyleCnt="0"/>
      <dgm:spPr/>
    </dgm:pt>
    <dgm:pt modelId="{6ED7CA79-40B1-4EA4-B190-993A441DCA7A}" type="pres">
      <dgm:prSet presAssocID="{50CA152A-38F9-4AF9-9E4A-416DB484B91E}" presName="compNode" presStyleCnt="0"/>
      <dgm:spPr/>
    </dgm:pt>
    <dgm:pt modelId="{E8AFF913-A6CC-4AF6-8053-2923D2F59DD9}" type="pres">
      <dgm:prSet presAssocID="{50CA152A-38F9-4AF9-9E4A-416DB484B91E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7D3F6C0-F924-4AE9-B4AE-78FC9E86EEE1}" type="pres">
      <dgm:prSet presAssocID="{50CA152A-38F9-4AF9-9E4A-416DB484B91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quia"/>
        </a:ext>
      </dgm:extLst>
    </dgm:pt>
    <dgm:pt modelId="{0AE8AAE8-D4AE-4CC8-921B-B70EEFDFCD10}" type="pres">
      <dgm:prSet presAssocID="{50CA152A-38F9-4AF9-9E4A-416DB484B91E}" presName="spaceRect" presStyleCnt="0"/>
      <dgm:spPr/>
    </dgm:pt>
    <dgm:pt modelId="{670F6C35-5A25-4EAE-BD6F-4CB2A43AA7B4}" type="pres">
      <dgm:prSet presAssocID="{50CA152A-38F9-4AF9-9E4A-416DB484B91E}" presName="textRect" presStyleLbl="revTx" presStyleIdx="1" presStyleCnt="4">
        <dgm:presLayoutVars>
          <dgm:chMax val="1"/>
          <dgm:chPref val="1"/>
        </dgm:presLayoutVars>
      </dgm:prSet>
      <dgm:spPr/>
    </dgm:pt>
    <dgm:pt modelId="{D13F67E2-F42E-4A2D-BCC8-AA295492DBB5}" type="pres">
      <dgm:prSet presAssocID="{7BA1C921-DDDF-4776-ADCB-8476829223F8}" presName="sibTrans" presStyleCnt="0"/>
      <dgm:spPr/>
    </dgm:pt>
    <dgm:pt modelId="{E1E50764-4868-43A0-9E7D-F1AF27D7FD14}" type="pres">
      <dgm:prSet presAssocID="{A7CAB43C-1F7B-4018-BF60-D1ED37FE6BD0}" presName="compNode" presStyleCnt="0"/>
      <dgm:spPr/>
    </dgm:pt>
    <dgm:pt modelId="{6636C401-2B81-4B1E-8CED-C742D3795CF4}" type="pres">
      <dgm:prSet presAssocID="{A7CAB43C-1F7B-4018-BF60-D1ED37FE6BD0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10902B3-0417-44A4-83C1-EF0B263BC6D6}" type="pres">
      <dgm:prSet presAssocID="{A7CAB43C-1F7B-4018-BF60-D1ED37FE6BD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592468B-4743-4298-A864-F6B92EFB6540}" type="pres">
      <dgm:prSet presAssocID="{A7CAB43C-1F7B-4018-BF60-D1ED37FE6BD0}" presName="spaceRect" presStyleCnt="0"/>
      <dgm:spPr/>
    </dgm:pt>
    <dgm:pt modelId="{0536BB42-5E7B-49AC-8FCE-4301DB7A4DD3}" type="pres">
      <dgm:prSet presAssocID="{A7CAB43C-1F7B-4018-BF60-D1ED37FE6BD0}" presName="textRect" presStyleLbl="revTx" presStyleIdx="2" presStyleCnt="4">
        <dgm:presLayoutVars>
          <dgm:chMax val="1"/>
          <dgm:chPref val="1"/>
        </dgm:presLayoutVars>
      </dgm:prSet>
      <dgm:spPr/>
    </dgm:pt>
    <dgm:pt modelId="{7952207B-899D-47EC-879E-8FA1E1954B7E}" type="pres">
      <dgm:prSet presAssocID="{A1732119-B39F-487E-A209-C18F2C94B1D1}" presName="sibTrans" presStyleCnt="0"/>
      <dgm:spPr/>
    </dgm:pt>
    <dgm:pt modelId="{D6705517-5C65-48A2-A0A8-819637EF73B5}" type="pres">
      <dgm:prSet presAssocID="{2CD51930-BB56-4C22-AC20-4C3A93E0D277}" presName="compNode" presStyleCnt="0"/>
      <dgm:spPr/>
    </dgm:pt>
    <dgm:pt modelId="{05DD2085-ED2D-4D4E-A057-BB17980C183F}" type="pres">
      <dgm:prSet presAssocID="{2CD51930-BB56-4C22-AC20-4C3A93E0D277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1CE34E6-5D55-4BCF-95D6-436316EB45AE}" type="pres">
      <dgm:prSet presAssocID="{2CD51930-BB56-4C22-AC20-4C3A93E0D2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561D55E0-9D1D-4F88-A58A-182FF119E93F}" type="pres">
      <dgm:prSet presAssocID="{2CD51930-BB56-4C22-AC20-4C3A93E0D277}" presName="spaceRect" presStyleCnt="0"/>
      <dgm:spPr/>
    </dgm:pt>
    <dgm:pt modelId="{A9BB7202-1B22-4734-8548-CBAB9E70F88B}" type="pres">
      <dgm:prSet presAssocID="{2CD51930-BB56-4C22-AC20-4C3A93E0D27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DDCB60C-9AAF-4CCE-AD89-EC04B9A35ADA}" type="presOf" srcId="{A7CAB43C-1F7B-4018-BF60-D1ED37FE6BD0}" destId="{0536BB42-5E7B-49AC-8FCE-4301DB7A4DD3}" srcOrd="0" destOrd="0" presId="urn:microsoft.com/office/officeart/2018/5/layout/IconLeafLabelList"/>
    <dgm:cxn modelId="{88EA6417-2A1A-48BC-BCCF-2CEB85902000}" type="presOf" srcId="{D6048A87-6988-4E28-AB4E-F18D949294CD}" destId="{DBE94EFA-1252-4E29-A8A8-C0B95C65AFEA}" srcOrd="0" destOrd="0" presId="urn:microsoft.com/office/officeart/2018/5/layout/IconLeafLabelList"/>
    <dgm:cxn modelId="{1BFC8236-43E4-433D-8568-F6617F16ED13}" type="presOf" srcId="{589F98A2-5EBC-4059-8111-1AA15347834B}" destId="{9DA74080-D661-43C6-973B-9B3E01F29150}" srcOrd="0" destOrd="0" presId="urn:microsoft.com/office/officeart/2018/5/layout/IconLeafLabelList"/>
    <dgm:cxn modelId="{5EF20246-AA72-46AA-9873-6BACEF6CD22F}" type="presOf" srcId="{2CD51930-BB56-4C22-AC20-4C3A93E0D277}" destId="{A9BB7202-1B22-4734-8548-CBAB9E70F88B}" srcOrd="0" destOrd="0" presId="urn:microsoft.com/office/officeart/2018/5/layout/IconLeafLabelList"/>
    <dgm:cxn modelId="{22006B6A-2ECF-44AF-936C-EDE391EA5A29}" srcId="{D6048A87-6988-4E28-AB4E-F18D949294CD}" destId="{50CA152A-38F9-4AF9-9E4A-416DB484B91E}" srcOrd="1" destOrd="0" parTransId="{7763C1F4-B0FE-4D2B-947C-405B9CB86128}" sibTransId="{7BA1C921-DDDF-4776-ADCB-8476829223F8}"/>
    <dgm:cxn modelId="{5064CB78-11B9-4AF8-98AE-669DDBC76DBD}" type="presOf" srcId="{50CA152A-38F9-4AF9-9E4A-416DB484B91E}" destId="{670F6C35-5A25-4EAE-BD6F-4CB2A43AA7B4}" srcOrd="0" destOrd="0" presId="urn:microsoft.com/office/officeart/2018/5/layout/IconLeafLabelList"/>
    <dgm:cxn modelId="{9551E879-91DD-44BC-B2CA-424EAB0D1CEB}" srcId="{D6048A87-6988-4E28-AB4E-F18D949294CD}" destId="{589F98A2-5EBC-4059-8111-1AA15347834B}" srcOrd="0" destOrd="0" parTransId="{14DF3A65-54B6-4EFD-8747-4915D6E24E01}" sibTransId="{07373BC2-81D9-4219-BB88-0E0B8FA2C650}"/>
    <dgm:cxn modelId="{223971A5-3185-48D3-B6D3-4BC072EE4E5D}" srcId="{D6048A87-6988-4E28-AB4E-F18D949294CD}" destId="{A7CAB43C-1F7B-4018-BF60-D1ED37FE6BD0}" srcOrd="2" destOrd="0" parTransId="{BF6BAC07-A554-4293-A221-797B04C903AC}" sibTransId="{A1732119-B39F-487E-A209-C18F2C94B1D1}"/>
    <dgm:cxn modelId="{40E908B1-6FE2-4DF4-AC4E-98B555B65647}" srcId="{D6048A87-6988-4E28-AB4E-F18D949294CD}" destId="{2CD51930-BB56-4C22-AC20-4C3A93E0D277}" srcOrd="3" destOrd="0" parTransId="{BD907F72-125E-4946-B7B1-01C27B13CC65}" sibTransId="{7B54C91B-2E83-4947-B523-F32277F7BBE8}"/>
    <dgm:cxn modelId="{7725090E-CB58-47F4-A89C-03B477C449CC}" type="presParOf" srcId="{DBE94EFA-1252-4E29-A8A8-C0B95C65AFEA}" destId="{BF7EECAC-85A2-45EE-80B4-90126371AC38}" srcOrd="0" destOrd="0" presId="urn:microsoft.com/office/officeart/2018/5/layout/IconLeafLabelList"/>
    <dgm:cxn modelId="{1B5FBCC9-8984-4541-9DD4-A77864075A92}" type="presParOf" srcId="{BF7EECAC-85A2-45EE-80B4-90126371AC38}" destId="{1CEB4442-EFC7-4192-8499-5BD6307B955D}" srcOrd="0" destOrd="0" presId="urn:microsoft.com/office/officeart/2018/5/layout/IconLeafLabelList"/>
    <dgm:cxn modelId="{D5EBC426-0B67-4C16-B77D-BBFCF4A341B4}" type="presParOf" srcId="{BF7EECAC-85A2-45EE-80B4-90126371AC38}" destId="{05F3B997-CBDD-4547-95C8-F859689A2582}" srcOrd="1" destOrd="0" presId="urn:microsoft.com/office/officeart/2018/5/layout/IconLeafLabelList"/>
    <dgm:cxn modelId="{B7151D96-8CDE-4FCB-B562-879832759911}" type="presParOf" srcId="{BF7EECAC-85A2-45EE-80B4-90126371AC38}" destId="{4552436C-2F9A-45B6-9B6E-90B3686A8AFE}" srcOrd="2" destOrd="0" presId="urn:microsoft.com/office/officeart/2018/5/layout/IconLeafLabelList"/>
    <dgm:cxn modelId="{EEAFCDC5-A87D-4674-806E-213BA116B5C6}" type="presParOf" srcId="{BF7EECAC-85A2-45EE-80B4-90126371AC38}" destId="{9DA74080-D661-43C6-973B-9B3E01F29150}" srcOrd="3" destOrd="0" presId="urn:microsoft.com/office/officeart/2018/5/layout/IconLeafLabelList"/>
    <dgm:cxn modelId="{BD0661E8-00A6-4C41-AE9E-4453F784BF17}" type="presParOf" srcId="{DBE94EFA-1252-4E29-A8A8-C0B95C65AFEA}" destId="{66D499CE-2E48-4A95-AB1E-5A64F9F999C8}" srcOrd="1" destOrd="0" presId="urn:microsoft.com/office/officeart/2018/5/layout/IconLeafLabelList"/>
    <dgm:cxn modelId="{AD3AD1DC-1846-476E-8712-C8BED268B656}" type="presParOf" srcId="{DBE94EFA-1252-4E29-A8A8-C0B95C65AFEA}" destId="{6ED7CA79-40B1-4EA4-B190-993A441DCA7A}" srcOrd="2" destOrd="0" presId="urn:microsoft.com/office/officeart/2018/5/layout/IconLeafLabelList"/>
    <dgm:cxn modelId="{664BCA27-CF57-483A-9C40-20BC5C6C6A4E}" type="presParOf" srcId="{6ED7CA79-40B1-4EA4-B190-993A441DCA7A}" destId="{E8AFF913-A6CC-4AF6-8053-2923D2F59DD9}" srcOrd="0" destOrd="0" presId="urn:microsoft.com/office/officeart/2018/5/layout/IconLeafLabelList"/>
    <dgm:cxn modelId="{C7EC5BCB-86FF-4E86-BF91-E4C580C0B9D8}" type="presParOf" srcId="{6ED7CA79-40B1-4EA4-B190-993A441DCA7A}" destId="{D7D3F6C0-F924-4AE9-B4AE-78FC9E86EEE1}" srcOrd="1" destOrd="0" presId="urn:microsoft.com/office/officeart/2018/5/layout/IconLeafLabelList"/>
    <dgm:cxn modelId="{02B3348D-CF13-451C-901D-F6E3DF986B4F}" type="presParOf" srcId="{6ED7CA79-40B1-4EA4-B190-993A441DCA7A}" destId="{0AE8AAE8-D4AE-4CC8-921B-B70EEFDFCD10}" srcOrd="2" destOrd="0" presId="urn:microsoft.com/office/officeart/2018/5/layout/IconLeafLabelList"/>
    <dgm:cxn modelId="{3CA47D1E-CBCB-41CC-AB2C-46F01714F1D0}" type="presParOf" srcId="{6ED7CA79-40B1-4EA4-B190-993A441DCA7A}" destId="{670F6C35-5A25-4EAE-BD6F-4CB2A43AA7B4}" srcOrd="3" destOrd="0" presId="urn:microsoft.com/office/officeart/2018/5/layout/IconLeafLabelList"/>
    <dgm:cxn modelId="{799C26A8-DE45-464D-BA75-3682908EE04B}" type="presParOf" srcId="{DBE94EFA-1252-4E29-A8A8-C0B95C65AFEA}" destId="{D13F67E2-F42E-4A2D-BCC8-AA295492DBB5}" srcOrd="3" destOrd="0" presId="urn:microsoft.com/office/officeart/2018/5/layout/IconLeafLabelList"/>
    <dgm:cxn modelId="{71C29A05-B1DE-4CE9-8BF4-F30161C862F5}" type="presParOf" srcId="{DBE94EFA-1252-4E29-A8A8-C0B95C65AFEA}" destId="{E1E50764-4868-43A0-9E7D-F1AF27D7FD14}" srcOrd="4" destOrd="0" presId="urn:microsoft.com/office/officeart/2018/5/layout/IconLeafLabelList"/>
    <dgm:cxn modelId="{B9D63103-4AF6-4669-893F-7036C5493300}" type="presParOf" srcId="{E1E50764-4868-43A0-9E7D-F1AF27D7FD14}" destId="{6636C401-2B81-4B1E-8CED-C742D3795CF4}" srcOrd="0" destOrd="0" presId="urn:microsoft.com/office/officeart/2018/5/layout/IconLeafLabelList"/>
    <dgm:cxn modelId="{40DCB359-F173-439E-800A-567FF7742A5A}" type="presParOf" srcId="{E1E50764-4868-43A0-9E7D-F1AF27D7FD14}" destId="{610902B3-0417-44A4-83C1-EF0B263BC6D6}" srcOrd="1" destOrd="0" presId="urn:microsoft.com/office/officeart/2018/5/layout/IconLeafLabelList"/>
    <dgm:cxn modelId="{9DAEE08B-3CE9-44D5-A792-E87FFE8C3B15}" type="presParOf" srcId="{E1E50764-4868-43A0-9E7D-F1AF27D7FD14}" destId="{3592468B-4743-4298-A864-F6B92EFB6540}" srcOrd="2" destOrd="0" presId="urn:microsoft.com/office/officeart/2018/5/layout/IconLeafLabelList"/>
    <dgm:cxn modelId="{8E5A6D58-54AD-4044-95B8-C9E4C019B4F4}" type="presParOf" srcId="{E1E50764-4868-43A0-9E7D-F1AF27D7FD14}" destId="{0536BB42-5E7B-49AC-8FCE-4301DB7A4DD3}" srcOrd="3" destOrd="0" presId="urn:microsoft.com/office/officeart/2018/5/layout/IconLeafLabelList"/>
    <dgm:cxn modelId="{FB1CAE0E-2638-4EA2-A766-A582A4FC6C86}" type="presParOf" srcId="{DBE94EFA-1252-4E29-A8A8-C0B95C65AFEA}" destId="{7952207B-899D-47EC-879E-8FA1E1954B7E}" srcOrd="5" destOrd="0" presId="urn:microsoft.com/office/officeart/2018/5/layout/IconLeafLabelList"/>
    <dgm:cxn modelId="{053AC4E3-88E1-4FE8-BF57-9338280D69A4}" type="presParOf" srcId="{DBE94EFA-1252-4E29-A8A8-C0B95C65AFEA}" destId="{D6705517-5C65-48A2-A0A8-819637EF73B5}" srcOrd="6" destOrd="0" presId="urn:microsoft.com/office/officeart/2018/5/layout/IconLeafLabelList"/>
    <dgm:cxn modelId="{C47BE9BD-4CC3-4767-82FF-89F1E104AF48}" type="presParOf" srcId="{D6705517-5C65-48A2-A0A8-819637EF73B5}" destId="{05DD2085-ED2D-4D4E-A057-BB17980C183F}" srcOrd="0" destOrd="0" presId="urn:microsoft.com/office/officeart/2018/5/layout/IconLeafLabelList"/>
    <dgm:cxn modelId="{8E1A3D6C-D9E2-4758-9B1C-6AF016516409}" type="presParOf" srcId="{D6705517-5C65-48A2-A0A8-819637EF73B5}" destId="{D1CE34E6-5D55-4BCF-95D6-436316EB45AE}" srcOrd="1" destOrd="0" presId="urn:microsoft.com/office/officeart/2018/5/layout/IconLeafLabelList"/>
    <dgm:cxn modelId="{2BAC33A7-A520-4B0C-BCFB-34FCA7C5D9EC}" type="presParOf" srcId="{D6705517-5C65-48A2-A0A8-819637EF73B5}" destId="{561D55E0-9D1D-4F88-A58A-182FF119E93F}" srcOrd="2" destOrd="0" presId="urn:microsoft.com/office/officeart/2018/5/layout/IconLeafLabelList"/>
    <dgm:cxn modelId="{F7282495-5900-44E8-A1F3-2862B6ADDEAE}" type="presParOf" srcId="{D6705517-5C65-48A2-A0A8-819637EF73B5}" destId="{A9BB7202-1B22-4734-8548-CBAB9E70F88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F39BA-D550-46EA-AB6E-36A84C8C8F8F}">
      <dsp:nvSpPr>
        <dsp:cNvPr id="0" name=""/>
        <dsp:cNvSpPr/>
      </dsp:nvSpPr>
      <dsp:spPr>
        <a:xfrm>
          <a:off x="2345382" y="496253"/>
          <a:ext cx="38300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300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26542" y="539905"/>
        <a:ext cx="20680" cy="4136"/>
      </dsp:txXfrm>
    </dsp:sp>
    <dsp:sp modelId="{D1A88CBF-CEA9-46DE-B99A-24B7416204E3}">
      <dsp:nvSpPr>
        <dsp:cNvPr id="0" name=""/>
        <dsp:cNvSpPr/>
      </dsp:nvSpPr>
      <dsp:spPr>
        <a:xfrm>
          <a:off x="548919" y="2494"/>
          <a:ext cx="1798263" cy="10789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116" tIns="92494" rIns="88116" bIns="9249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Revisão da Aula Anterior</a:t>
          </a:r>
          <a:endParaRPr lang="en-US" sz="2100" kern="1200"/>
        </a:p>
      </dsp:txBody>
      <dsp:txXfrm>
        <a:off x="548919" y="2494"/>
        <a:ext cx="1798263" cy="1078957"/>
      </dsp:txXfrm>
    </dsp:sp>
    <dsp:sp modelId="{8BA3892F-FB30-45D7-B531-D7C63C18CDE8}">
      <dsp:nvSpPr>
        <dsp:cNvPr id="0" name=""/>
        <dsp:cNvSpPr/>
      </dsp:nvSpPr>
      <dsp:spPr>
        <a:xfrm>
          <a:off x="1448050" y="1079652"/>
          <a:ext cx="2211863" cy="383000"/>
        </a:xfrm>
        <a:custGeom>
          <a:avLst/>
          <a:gdLst/>
          <a:ahLst/>
          <a:cxnLst/>
          <a:rect l="0" t="0" r="0" b="0"/>
          <a:pathLst>
            <a:path>
              <a:moveTo>
                <a:pt x="2211863" y="0"/>
              </a:moveTo>
              <a:lnTo>
                <a:pt x="2211863" y="208600"/>
              </a:lnTo>
              <a:lnTo>
                <a:pt x="0" y="208600"/>
              </a:lnTo>
              <a:lnTo>
                <a:pt x="0" y="38300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97727" y="1269084"/>
        <a:ext cx="112510" cy="4136"/>
      </dsp:txXfrm>
    </dsp:sp>
    <dsp:sp modelId="{68EA492C-96E7-4EE2-ACC8-15B689BA0842}">
      <dsp:nvSpPr>
        <dsp:cNvPr id="0" name=""/>
        <dsp:cNvSpPr/>
      </dsp:nvSpPr>
      <dsp:spPr>
        <a:xfrm>
          <a:off x="2760782" y="2494"/>
          <a:ext cx="1798263" cy="10789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116" tIns="92494" rIns="88116" bIns="9249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Aplicações Práticas de Big Data</a:t>
          </a:r>
          <a:endParaRPr lang="en-US" sz="2100" kern="1200"/>
        </a:p>
      </dsp:txBody>
      <dsp:txXfrm>
        <a:off x="2760782" y="2494"/>
        <a:ext cx="1798263" cy="1078957"/>
      </dsp:txXfrm>
    </dsp:sp>
    <dsp:sp modelId="{3637B3CF-D2C4-470F-9327-2243E39D5222}">
      <dsp:nvSpPr>
        <dsp:cNvPr id="0" name=""/>
        <dsp:cNvSpPr/>
      </dsp:nvSpPr>
      <dsp:spPr>
        <a:xfrm>
          <a:off x="2345382" y="1988812"/>
          <a:ext cx="38300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300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26542" y="2032463"/>
        <a:ext cx="20680" cy="4136"/>
      </dsp:txXfrm>
    </dsp:sp>
    <dsp:sp modelId="{748ABBF6-2DE4-4F7D-B4A6-D0F11CBAD8C2}">
      <dsp:nvSpPr>
        <dsp:cNvPr id="0" name=""/>
        <dsp:cNvSpPr/>
      </dsp:nvSpPr>
      <dsp:spPr>
        <a:xfrm>
          <a:off x="548919" y="1495053"/>
          <a:ext cx="1798263" cy="10789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116" tIns="92494" rIns="88116" bIns="9249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Critérios para Escolha da Tecnologia</a:t>
          </a:r>
          <a:endParaRPr lang="en-US" sz="2100" kern="1200" dirty="0"/>
        </a:p>
      </dsp:txBody>
      <dsp:txXfrm>
        <a:off x="548919" y="1495053"/>
        <a:ext cx="1798263" cy="1078957"/>
      </dsp:txXfrm>
    </dsp:sp>
    <dsp:sp modelId="{EDFDD163-6649-4608-A6AA-D05341492113}">
      <dsp:nvSpPr>
        <dsp:cNvPr id="0" name=""/>
        <dsp:cNvSpPr/>
      </dsp:nvSpPr>
      <dsp:spPr>
        <a:xfrm>
          <a:off x="1448050" y="2572210"/>
          <a:ext cx="2211863" cy="383000"/>
        </a:xfrm>
        <a:custGeom>
          <a:avLst/>
          <a:gdLst/>
          <a:ahLst/>
          <a:cxnLst/>
          <a:rect l="0" t="0" r="0" b="0"/>
          <a:pathLst>
            <a:path>
              <a:moveTo>
                <a:pt x="2211863" y="0"/>
              </a:moveTo>
              <a:lnTo>
                <a:pt x="2211863" y="208600"/>
              </a:lnTo>
              <a:lnTo>
                <a:pt x="0" y="208600"/>
              </a:lnTo>
              <a:lnTo>
                <a:pt x="0" y="38300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97727" y="2761643"/>
        <a:ext cx="112510" cy="4136"/>
      </dsp:txXfrm>
    </dsp:sp>
    <dsp:sp modelId="{DCABCB9A-188A-4843-BD45-9A359C1AAF69}">
      <dsp:nvSpPr>
        <dsp:cNvPr id="0" name=""/>
        <dsp:cNvSpPr/>
      </dsp:nvSpPr>
      <dsp:spPr>
        <a:xfrm>
          <a:off x="2760782" y="1495053"/>
          <a:ext cx="1798263" cy="10789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116" tIns="92494" rIns="88116" bIns="9249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Trabalho Final: Diretrizes e Expectativas</a:t>
          </a:r>
          <a:endParaRPr lang="en-US" sz="2100" kern="1200"/>
        </a:p>
      </dsp:txBody>
      <dsp:txXfrm>
        <a:off x="2760782" y="1495053"/>
        <a:ext cx="1798263" cy="1078957"/>
      </dsp:txXfrm>
    </dsp:sp>
    <dsp:sp modelId="{7E36ED21-FABE-4412-A4DF-5C1192339CB6}">
      <dsp:nvSpPr>
        <dsp:cNvPr id="0" name=""/>
        <dsp:cNvSpPr/>
      </dsp:nvSpPr>
      <dsp:spPr>
        <a:xfrm>
          <a:off x="2345382" y="3481370"/>
          <a:ext cx="38300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300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26542" y="3525022"/>
        <a:ext cx="20680" cy="4136"/>
      </dsp:txXfrm>
    </dsp:sp>
    <dsp:sp modelId="{B4048735-6B6D-4424-A4E6-0B7F59483E64}">
      <dsp:nvSpPr>
        <dsp:cNvPr id="0" name=""/>
        <dsp:cNvSpPr/>
      </dsp:nvSpPr>
      <dsp:spPr>
        <a:xfrm>
          <a:off x="548919" y="2987611"/>
          <a:ext cx="1798263" cy="10789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116" tIns="92494" rIns="88116" bIns="9249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Pesquisa sobre Partes Interessadas</a:t>
          </a:r>
          <a:endParaRPr lang="en-US" sz="2100" kern="1200"/>
        </a:p>
      </dsp:txBody>
      <dsp:txXfrm>
        <a:off x="548919" y="2987611"/>
        <a:ext cx="1798263" cy="1078957"/>
      </dsp:txXfrm>
    </dsp:sp>
    <dsp:sp modelId="{BDBE1371-FA14-48C2-A1CF-287900C04013}">
      <dsp:nvSpPr>
        <dsp:cNvPr id="0" name=""/>
        <dsp:cNvSpPr/>
      </dsp:nvSpPr>
      <dsp:spPr>
        <a:xfrm>
          <a:off x="2760782" y="2987611"/>
          <a:ext cx="1798263" cy="10789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116" tIns="92494" rIns="88116" bIns="9249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Atividade Final: Escolha sua Tecnologia</a:t>
          </a:r>
          <a:endParaRPr lang="en-US" sz="2100" kern="1200"/>
        </a:p>
      </dsp:txBody>
      <dsp:txXfrm>
        <a:off x="2760782" y="2987611"/>
        <a:ext cx="1798263" cy="1078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942F6D-3CAD-40F0-B112-2297BCE42546}">
      <dsp:nvSpPr>
        <dsp:cNvPr id="0" name=""/>
        <dsp:cNvSpPr/>
      </dsp:nvSpPr>
      <dsp:spPr>
        <a:xfrm>
          <a:off x="0" y="1716"/>
          <a:ext cx="4773168" cy="8698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B40790-9B99-4A41-B770-8F5A20745E4D}">
      <dsp:nvSpPr>
        <dsp:cNvPr id="0" name=""/>
        <dsp:cNvSpPr/>
      </dsp:nvSpPr>
      <dsp:spPr>
        <a:xfrm>
          <a:off x="263139" y="197439"/>
          <a:ext cx="478435" cy="4784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DA3B13-2A48-4909-9100-01ED7FA5E827}">
      <dsp:nvSpPr>
        <dsp:cNvPr id="0" name=""/>
        <dsp:cNvSpPr/>
      </dsp:nvSpPr>
      <dsp:spPr>
        <a:xfrm>
          <a:off x="1004714" y="1716"/>
          <a:ext cx="3768453" cy="869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063" tIns="92063" rIns="92063" bIns="9206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 err="1"/>
            <a:t>Saúde</a:t>
          </a:r>
          <a:r>
            <a:rPr lang="en-US" sz="2100" kern="1200" dirty="0"/>
            <a:t>: </a:t>
          </a:r>
          <a:r>
            <a:rPr lang="en-US" sz="2100" kern="1200" dirty="0" err="1"/>
            <a:t>Processamento</a:t>
          </a:r>
          <a:r>
            <a:rPr lang="en-US" sz="2100" kern="1200" dirty="0"/>
            <a:t> de </a:t>
          </a:r>
          <a:r>
            <a:rPr lang="en-US" sz="2100" kern="1200" dirty="0" err="1"/>
            <a:t>exames</a:t>
          </a:r>
          <a:r>
            <a:rPr lang="en-US" sz="2100" kern="1200" dirty="0"/>
            <a:t> </a:t>
          </a:r>
          <a:r>
            <a:rPr lang="en-US" sz="2100" kern="1200" dirty="0" err="1"/>
            <a:t>médicos</a:t>
          </a:r>
          <a:r>
            <a:rPr lang="en-US" sz="2100" kern="1200" dirty="0"/>
            <a:t> </a:t>
          </a:r>
          <a:r>
            <a:rPr lang="en-US" sz="2100" kern="1200" dirty="0" err="1"/>
            <a:t>em</a:t>
          </a:r>
          <a:r>
            <a:rPr lang="en-US" sz="2100" kern="1200" dirty="0"/>
            <a:t> </a:t>
          </a:r>
          <a:r>
            <a:rPr lang="en-US" sz="2100" kern="1200" dirty="0" err="1"/>
            <a:t>larga</a:t>
          </a:r>
          <a:r>
            <a:rPr lang="en-US" sz="2100" kern="1200" dirty="0"/>
            <a:t> </a:t>
          </a:r>
          <a:r>
            <a:rPr lang="en-US" sz="2100" kern="1200" dirty="0" err="1"/>
            <a:t>escala</a:t>
          </a:r>
          <a:r>
            <a:rPr lang="en-US" sz="2100" kern="1200" dirty="0"/>
            <a:t>.</a:t>
          </a:r>
        </a:p>
      </dsp:txBody>
      <dsp:txXfrm>
        <a:off x="1004714" y="1716"/>
        <a:ext cx="3768453" cy="869882"/>
      </dsp:txXfrm>
    </dsp:sp>
    <dsp:sp modelId="{7C220977-A703-4E29-B87A-65B456772D74}">
      <dsp:nvSpPr>
        <dsp:cNvPr id="0" name=""/>
        <dsp:cNvSpPr/>
      </dsp:nvSpPr>
      <dsp:spPr>
        <a:xfrm>
          <a:off x="0" y="1089069"/>
          <a:ext cx="4773168" cy="8698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B0830C-6117-40B1-81B0-E716898660CE}">
      <dsp:nvSpPr>
        <dsp:cNvPr id="0" name=""/>
        <dsp:cNvSpPr/>
      </dsp:nvSpPr>
      <dsp:spPr>
        <a:xfrm>
          <a:off x="263139" y="1284792"/>
          <a:ext cx="478435" cy="4784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0C266-5236-457B-A9C8-E57DA6C8A032}">
      <dsp:nvSpPr>
        <dsp:cNvPr id="0" name=""/>
        <dsp:cNvSpPr/>
      </dsp:nvSpPr>
      <dsp:spPr>
        <a:xfrm>
          <a:off x="1004714" y="1089069"/>
          <a:ext cx="3768453" cy="869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063" tIns="92063" rIns="92063" bIns="9206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E-commerce</a:t>
          </a:r>
          <a:r>
            <a:rPr lang="en-US" sz="2100" kern="1200" dirty="0"/>
            <a:t>: </a:t>
          </a:r>
          <a:r>
            <a:rPr lang="en-US" sz="2100" kern="1200" dirty="0" err="1"/>
            <a:t>Recomendação</a:t>
          </a:r>
          <a:r>
            <a:rPr lang="en-US" sz="2100" kern="1200" dirty="0"/>
            <a:t> de </a:t>
          </a:r>
          <a:r>
            <a:rPr lang="en-US" sz="2100" kern="1200" dirty="0" err="1"/>
            <a:t>produtos</a:t>
          </a:r>
          <a:r>
            <a:rPr lang="en-US" sz="2100" kern="1200" dirty="0"/>
            <a:t> </a:t>
          </a:r>
          <a:r>
            <a:rPr lang="en-US" sz="2100" kern="1200" dirty="0" err="1"/>
            <a:t>em</a:t>
          </a:r>
          <a:r>
            <a:rPr lang="en-US" sz="2100" kern="1200" dirty="0"/>
            <a:t> tempo real.</a:t>
          </a:r>
        </a:p>
      </dsp:txBody>
      <dsp:txXfrm>
        <a:off x="1004714" y="1089069"/>
        <a:ext cx="3768453" cy="869882"/>
      </dsp:txXfrm>
    </dsp:sp>
    <dsp:sp modelId="{C7237FE0-5251-43B7-8311-B61DB9484058}">
      <dsp:nvSpPr>
        <dsp:cNvPr id="0" name=""/>
        <dsp:cNvSpPr/>
      </dsp:nvSpPr>
      <dsp:spPr>
        <a:xfrm>
          <a:off x="0" y="2176422"/>
          <a:ext cx="4773168" cy="8698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2BC965-103A-4619-8FC7-9A5DF55F587C}">
      <dsp:nvSpPr>
        <dsp:cNvPr id="0" name=""/>
        <dsp:cNvSpPr/>
      </dsp:nvSpPr>
      <dsp:spPr>
        <a:xfrm>
          <a:off x="263139" y="2372145"/>
          <a:ext cx="478435" cy="4784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F0DC2-3FE6-4DE6-BA8E-62106B908FF5}">
      <dsp:nvSpPr>
        <dsp:cNvPr id="0" name=""/>
        <dsp:cNvSpPr/>
      </dsp:nvSpPr>
      <dsp:spPr>
        <a:xfrm>
          <a:off x="1004714" y="2176422"/>
          <a:ext cx="3768453" cy="869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063" tIns="92063" rIns="92063" bIns="9206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 err="1"/>
            <a:t>Financeiro</a:t>
          </a:r>
          <a:r>
            <a:rPr lang="en-US" sz="2100" kern="1200" dirty="0"/>
            <a:t>: </a:t>
          </a:r>
          <a:r>
            <a:rPr lang="en-US" sz="2100" kern="1200" dirty="0" err="1"/>
            <a:t>Detecção</a:t>
          </a:r>
          <a:r>
            <a:rPr lang="en-US" sz="2100" kern="1200" dirty="0"/>
            <a:t> de </a:t>
          </a:r>
          <a:r>
            <a:rPr lang="en-US" sz="2100" kern="1200" dirty="0" err="1"/>
            <a:t>fraudes</a:t>
          </a:r>
          <a:r>
            <a:rPr lang="en-US" sz="2100" kern="1200" dirty="0"/>
            <a:t> </a:t>
          </a:r>
          <a:r>
            <a:rPr lang="en-US" sz="2100" kern="1200" dirty="0" err="1"/>
            <a:t>bancárias</a:t>
          </a:r>
          <a:r>
            <a:rPr lang="en-US" sz="2100" kern="1200" dirty="0"/>
            <a:t>.</a:t>
          </a:r>
        </a:p>
      </dsp:txBody>
      <dsp:txXfrm>
        <a:off x="1004714" y="2176422"/>
        <a:ext cx="3768453" cy="869882"/>
      </dsp:txXfrm>
    </dsp:sp>
    <dsp:sp modelId="{9746ABCF-7314-4BAF-BDFF-B153F64475D7}">
      <dsp:nvSpPr>
        <dsp:cNvPr id="0" name=""/>
        <dsp:cNvSpPr/>
      </dsp:nvSpPr>
      <dsp:spPr>
        <a:xfrm>
          <a:off x="0" y="3263775"/>
          <a:ext cx="4773168" cy="8698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F2DD81-5181-4579-901D-3C49D7399A94}">
      <dsp:nvSpPr>
        <dsp:cNvPr id="0" name=""/>
        <dsp:cNvSpPr/>
      </dsp:nvSpPr>
      <dsp:spPr>
        <a:xfrm>
          <a:off x="263139" y="3459498"/>
          <a:ext cx="478435" cy="4784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9721B4-17B0-402D-8580-E7052A31BD02}">
      <dsp:nvSpPr>
        <dsp:cNvPr id="0" name=""/>
        <dsp:cNvSpPr/>
      </dsp:nvSpPr>
      <dsp:spPr>
        <a:xfrm>
          <a:off x="1004714" y="3263775"/>
          <a:ext cx="3768453" cy="869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063" tIns="92063" rIns="92063" bIns="9206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dirty="0" err="1"/>
            <a:t>Mobilidade</a:t>
          </a:r>
          <a:r>
            <a:rPr lang="en-US" sz="2100" b="1" i="0" kern="1200" dirty="0"/>
            <a:t> Urbana</a:t>
          </a:r>
          <a:r>
            <a:rPr lang="en-US" sz="2100" kern="1200" dirty="0"/>
            <a:t>: </a:t>
          </a:r>
          <a:r>
            <a:rPr lang="en-US" sz="2100" kern="1200" dirty="0" err="1"/>
            <a:t>Análise</a:t>
          </a:r>
          <a:r>
            <a:rPr lang="en-US" sz="2100" kern="1200" dirty="0"/>
            <a:t> de </a:t>
          </a:r>
          <a:r>
            <a:rPr lang="en-US" sz="2100" kern="1200" dirty="0" err="1"/>
            <a:t>tráfego</a:t>
          </a:r>
          <a:r>
            <a:rPr lang="en-US" sz="2100" kern="1200" dirty="0"/>
            <a:t> </a:t>
          </a:r>
          <a:r>
            <a:rPr lang="en-US" sz="2100" kern="1200" dirty="0" err="1"/>
            <a:t>em</a:t>
          </a:r>
          <a:r>
            <a:rPr lang="en-US" sz="2100" kern="1200" dirty="0"/>
            <a:t> tempo real.</a:t>
          </a:r>
        </a:p>
      </dsp:txBody>
      <dsp:txXfrm>
        <a:off x="1004714" y="3263775"/>
        <a:ext cx="3768453" cy="8698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34967C-5488-4A68-A631-8B9AB8070F9A}">
      <dsp:nvSpPr>
        <dsp:cNvPr id="0" name=""/>
        <dsp:cNvSpPr/>
      </dsp:nvSpPr>
      <dsp:spPr>
        <a:xfrm>
          <a:off x="738477" y="513562"/>
          <a:ext cx="1079825" cy="1079825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l="-9645" r="-276355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6E184-289C-430D-AE35-1A77CC80A858}">
      <dsp:nvSpPr>
        <dsp:cNvPr id="0" name=""/>
        <dsp:cNvSpPr/>
      </dsp:nvSpPr>
      <dsp:spPr>
        <a:xfrm>
          <a:off x="78583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Hadoop: </a:t>
          </a:r>
          <a:r>
            <a:rPr lang="en-US" sz="1400" kern="1200" dirty="0" err="1"/>
            <a:t>Melhor</a:t>
          </a:r>
          <a:r>
            <a:rPr lang="en-US" sz="1400" kern="1200" dirty="0"/>
            <a:t> para </a:t>
          </a:r>
          <a:r>
            <a:rPr lang="en-US" sz="1400" kern="1200" dirty="0" err="1"/>
            <a:t>grandes</a:t>
          </a:r>
          <a:r>
            <a:rPr lang="en-US" sz="1400" kern="1200" dirty="0"/>
            <a:t> volumes de dados </a:t>
          </a:r>
          <a:r>
            <a:rPr lang="en-US" sz="1400" kern="1200" dirty="0" err="1"/>
            <a:t>armazenados</a:t>
          </a:r>
          <a:r>
            <a:rPr lang="en-US" sz="1400" kern="1200" dirty="0"/>
            <a:t> e </a:t>
          </a:r>
          <a:r>
            <a:rPr lang="en-US" sz="1400" kern="1200" dirty="0" err="1"/>
            <a:t>processados</a:t>
          </a:r>
          <a:r>
            <a:rPr lang="en-US" sz="1400" kern="1200" dirty="0"/>
            <a:t> </a:t>
          </a:r>
          <a:r>
            <a:rPr lang="en-US" sz="1400" kern="1200" dirty="0" err="1"/>
            <a:t>em</a:t>
          </a:r>
          <a:r>
            <a:rPr lang="en-US" sz="1400" kern="1200" dirty="0"/>
            <a:t> </a:t>
          </a:r>
          <a:r>
            <a:rPr lang="en-US" sz="1400" kern="1200" dirty="0" err="1"/>
            <a:t>lote</a:t>
          </a:r>
          <a:r>
            <a:rPr lang="en-US" sz="1400" kern="1200" dirty="0"/>
            <a:t>.</a:t>
          </a:r>
        </a:p>
      </dsp:txBody>
      <dsp:txXfrm>
        <a:off x="78583" y="1911041"/>
        <a:ext cx="2399612" cy="720000"/>
      </dsp:txXfrm>
    </dsp:sp>
    <dsp:sp modelId="{8F4FFD05-E26B-42EF-8225-45A6FB3F0B7A}">
      <dsp:nvSpPr>
        <dsp:cNvPr id="0" name=""/>
        <dsp:cNvSpPr/>
      </dsp:nvSpPr>
      <dsp:spPr>
        <a:xfrm>
          <a:off x="3558022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D9023E-94F8-4DB3-94F4-1D3E1FF8419B}">
      <dsp:nvSpPr>
        <dsp:cNvPr id="0" name=""/>
        <dsp:cNvSpPr/>
      </dsp:nvSpPr>
      <dsp:spPr>
        <a:xfrm>
          <a:off x="2898129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Spark</a:t>
          </a:r>
          <a:r>
            <a:rPr lang="en-US" sz="1400" kern="1200" dirty="0"/>
            <a:t>: </a:t>
          </a:r>
          <a:r>
            <a:rPr lang="en-US" sz="1400" kern="1200" dirty="0" err="1"/>
            <a:t>Melhor</a:t>
          </a:r>
          <a:r>
            <a:rPr lang="en-US" sz="1400" kern="1200" dirty="0"/>
            <a:t> para </a:t>
          </a:r>
          <a:r>
            <a:rPr lang="en-US" sz="1400" kern="1200" dirty="0" err="1"/>
            <a:t>processamento</a:t>
          </a:r>
          <a:r>
            <a:rPr lang="en-US" sz="1400" kern="1200" dirty="0"/>
            <a:t> </a:t>
          </a:r>
          <a:r>
            <a:rPr lang="en-US" sz="1400" kern="1200" dirty="0" err="1"/>
            <a:t>rápido</a:t>
          </a:r>
          <a:r>
            <a:rPr lang="en-US" sz="1400" kern="1200" dirty="0"/>
            <a:t> e </a:t>
          </a:r>
          <a:r>
            <a:rPr lang="en-US" sz="1400" kern="1200" dirty="0" err="1"/>
            <a:t>análise</a:t>
          </a:r>
          <a:r>
            <a:rPr lang="en-US" sz="1400" kern="1200" dirty="0"/>
            <a:t> </a:t>
          </a:r>
          <a:r>
            <a:rPr lang="en-US" sz="1400" kern="1200" dirty="0" err="1"/>
            <a:t>em</a:t>
          </a:r>
          <a:r>
            <a:rPr lang="en-US" sz="1400" kern="1200" dirty="0"/>
            <a:t> tempo real.</a:t>
          </a:r>
        </a:p>
      </dsp:txBody>
      <dsp:txXfrm>
        <a:off x="2898129" y="1911041"/>
        <a:ext cx="2399612" cy="720000"/>
      </dsp:txXfrm>
    </dsp:sp>
    <dsp:sp modelId="{D5770BC0-F929-4C6A-AAE1-E94028477E61}">
      <dsp:nvSpPr>
        <dsp:cNvPr id="0" name=""/>
        <dsp:cNvSpPr/>
      </dsp:nvSpPr>
      <dsp:spPr>
        <a:xfrm>
          <a:off x="6377567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354A0-B972-4DA1-AB45-6EC4376D7EF8}">
      <dsp:nvSpPr>
        <dsp:cNvPr id="0" name=""/>
        <dsp:cNvSpPr/>
      </dsp:nvSpPr>
      <dsp:spPr>
        <a:xfrm>
          <a:off x="5717674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NoSQL</a:t>
          </a:r>
          <a:r>
            <a:rPr lang="en-US" sz="1400" kern="1200" dirty="0"/>
            <a:t>: </a:t>
          </a:r>
          <a:r>
            <a:rPr lang="en-US" sz="1400" kern="1200" dirty="0" err="1"/>
            <a:t>Melhor</a:t>
          </a:r>
          <a:r>
            <a:rPr lang="en-US" sz="1400" kern="1200" dirty="0"/>
            <a:t> para </a:t>
          </a:r>
          <a:r>
            <a:rPr lang="en-US" sz="1400" kern="1200" dirty="0" err="1"/>
            <a:t>bancos</a:t>
          </a:r>
          <a:r>
            <a:rPr lang="en-US" sz="1400" kern="1200" dirty="0"/>
            <a:t> de dados </a:t>
          </a:r>
          <a:r>
            <a:rPr lang="en-US" sz="1400" kern="1200" dirty="0" err="1"/>
            <a:t>escaláveis</a:t>
          </a:r>
          <a:r>
            <a:rPr lang="en-US" sz="1400" kern="1200" dirty="0"/>
            <a:t> e </a:t>
          </a:r>
          <a:r>
            <a:rPr lang="en-US" sz="1400" kern="1200" dirty="0" err="1"/>
            <a:t>flexíveis</a:t>
          </a:r>
          <a:r>
            <a:rPr lang="en-US" sz="1400" kern="1200" dirty="0"/>
            <a:t>.</a:t>
          </a:r>
        </a:p>
      </dsp:txBody>
      <dsp:txXfrm>
        <a:off x="5717674" y="1911041"/>
        <a:ext cx="239961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1546B9-14E4-4F41-8BAB-79F90579A47D}">
      <dsp:nvSpPr>
        <dsp:cNvPr id="0" name=""/>
        <dsp:cNvSpPr/>
      </dsp:nvSpPr>
      <dsp:spPr>
        <a:xfrm>
          <a:off x="0" y="503"/>
          <a:ext cx="4697730" cy="11792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206FC-E415-4A6B-BD27-62E386BFE2F8}">
      <dsp:nvSpPr>
        <dsp:cNvPr id="0" name=""/>
        <dsp:cNvSpPr/>
      </dsp:nvSpPr>
      <dsp:spPr>
        <a:xfrm>
          <a:off x="356734" y="265843"/>
          <a:ext cx="648608" cy="6486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70570A-0BD3-4C12-86E1-28FA25294C00}">
      <dsp:nvSpPr>
        <dsp:cNvPr id="0" name=""/>
        <dsp:cNvSpPr/>
      </dsp:nvSpPr>
      <dsp:spPr>
        <a:xfrm>
          <a:off x="1362077" y="503"/>
          <a:ext cx="3335652" cy="1179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808" tIns="124808" rIns="124808" bIns="12480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Tipo de dado (</a:t>
          </a:r>
          <a:r>
            <a:rPr lang="en-US" sz="2100" kern="1200" dirty="0" err="1"/>
            <a:t>estruturado</a:t>
          </a:r>
          <a:r>
            <a:rPr lang="en-US" sz="2100" kern="1200" dirty="0"/>
            <a:t>, </a:t>
          </a:r>
          <a:r>
            <a:rPr lang="en-US" sz="2100" kern="1200" dirty="0" err="1"/>
            <a:t>semiestruturado</a:t>
          </a:r>
          <a:r>
            <a:rPr lang="en-US" sz="2100" kern="1200" dirty="0"/>
            <a:t>, </a:t>
          </a:r>
          <a:r>
            <a:rPr lang="en-US" sz="2100" kern="1200" dirty="0" err="1"/>
            <a:t>não</a:t>
          </a:r>
          <a:r>
            <a:rPr lang="en-US" sz="2100" kern="1200" dirty="0"/>
            <a:t> </a:t>
          </a:r>
          <a:r>
            <a:rPr lang="en-US" sz="2100" kern="1200" dirty="0" err="1"/>
            <a:t>estruturado</a:t>
          </a:r>
          <a:r>
            <a:rPr lang="en-US" sz="2100" kern="1200" dirty="0"/>
            <a:t>).</a:t>
          </a:r>
        </a:p>
      </dsp:txBody>
      <dsp:txXfrm>
        <a:off x="1362077" y="503"/>
        <a:ext cx="3335652" cy="1179288"/>
      </dsp:txXfrm>
    </dsp:sp>
    <dsp:sp modelId="{4BBA7F43-CAAD-49FE-8EF1-7FAEFE393546}">
      <dsp:nvSpPr>
        <dsp:cNvPr id="0" name=""/>
        <dsp:cNvSpPr/>
      </dsp:nvSpPr>
      <dsp:spPr>
        <a:xfrm>
          <a:off x="0" y="1474613"/>
          <a:ext cx="4697730" cy="11792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7B9CA4-8073-40A9-9C5F-69CDB91EDC1C}">
      <dsp:nvSpPr>
        <dsp:cNvPr id="0" name=""/>
        <dsp:cNvSpPr/>
      </dsp:nvSpPr>
      <dsp:spPr>
        <a:xfrm>
          <a:off x="356734" y="1739953"/>
          <a:ext cx="648608" cy="6486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A77110-0320-4ECD-9180-1AF280F2F42B}">
      <dsp:nvSpPr>
        <dsp:cNvPr id="0" name=""/>
        <dsp:cNvSpPr/>
      </dsp:nvSpPr>
      <dsp:spPr>
        <a:xfrm>
          <a:off x="1362077" y="1474613"/>
          <a:ext cx="3335652" cy="1179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808" tIns="124808" rIns="124808" bIns="12480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Tempo de </a:t>
          </a:r>
          <a:r>
            <a:rPr lang="en-US" sz="2100" kern="1200" dirty="0" err="1"/>
            <a:t>resposta</a:t>
          </a:r>
          <a:r>
            <a:rPr lang="en-US" sz="2100" kern="1200" dirty="0"/>
            <a:t> </a:t>
          </a:r>
          <a:r>
            <a:rPr lang="en-US" sz="2100" kern="1200" dirty="0" err="1"/>
            <a:t>necessário</a:t>
          </a:r>
          <a:r>
            <a:rPr lang="en-US" sz="2100" kern="1200" dirty="0"/>
            <a:t>.</a:t>
          </a:r>
        </a:p>
      </dsp:txBody>
      <dsp:txXfrm>
        <a:off x="1362077" y="1474613"/>
        <a:ext cx="3335652" cy="1179288"/>
      </dsp:txXfrm>
    </dsp:sp>
    <dsp:sp modelId="{8206A4A8-830E-42E7-BA94-D7DF26AE0BE9}">
      <dsp:nvSpPr>
        <dsp:cNvPr id="0" name=""/>
        <dsp:cNvSpPr/>
      </dsp:nvSpPr>
      <dsp:spPr>
        <a:xfrm>
          <a:off x="0" y="2948724"/>
          <a:ext cx="4697730" cy="11792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8BEAC4-C908-4512-8BF3-B6AE93840869}">
      <dsp:nvSpPr>
        <dsp:cNvPr id="0" name=""/>
        <dsp:cNvSpPr/>
      </dsp:nvSpPr>
      <dsp:spPr>
        <a:xfrm>
          <a:off x="356734" y="3214063"/>
          <a:ext cx="648608" cy="6486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23586B-6B00-4C72-BBB4-02BD22659F35}">
      <dsp:nvSpPr>
        <dsp:cNvPr id="0" name=""/>
        <dsp:cNvSpPr/>
      </dsp:nvSpPr>
      <dsp:spPr>
        <a:xfrm>
          <a:off x="1362077" y="2948724"/>
          <a:ext cx="3335652" cy="1179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808" tIns="124808" rIns="124808" bIns="12480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Custo</a:t>
          </a:r>
          <a:r>
            <a:rPr lang="en-US" sz="2100" kern="1200" dirty="0"/>
            <a:t> e </a:t>
          </a:r>
          <a:r>
            <a:rPr lang="en-US" sz="2100" kern="1200" dirty="0" err="1"/>
            <a:t>escalabilidade</a:t>
          </a:r>
          <a:r>
            <a:rPr lang="en-US" sz="2100" kern="1200" dirty="0"/>
            <a:t>.</a:t>
          </a:r>
        </a:p>
      </dsp:txBody>
      <dsp:txXfrm>
        <a:off x="1362077" y="2948724"/>
        <a:ext cx="3335652" cy="11792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18E6B4-5F71-42DF-BAC0-60BFF539D9A9}">
      <dsp:nvSpPr>
        <dsp:cNvPr id="0" name=""/>
        <dsp:cNvSpPr/>
      </dsp:nvSpPr>
      <dsp:spPr>
        <a:xfrm>
          <a:off x="0" y="0"/>
          <a:ext cx="6703695" cy="146857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Os</a:t>
          </a:r>
          <a:r>
            <a:rPr lang="en-US" sz="2100" kern="1200" dirty="0"/>
            <a:t> </a:t>
          </a:r>
          <a:r>
            <a:rPr lang="en-US" sz="2100" kern="1200" dirty="0" err="1"/>
            <a:t>alunos</a:t>
          </a:r>
          <a:r>
            <a:rPr lang="en-US" sz="2100" kern="1200" dirty="0"/>
            <a:t>, </a:t>
          </a:r>
          <a:r>
            <a:rPr lang="en-US" sz="2100" kern="1200" dirty="0" err="1"/>
            <a:t>divididos</a:t>
          </a:r>
          <a:r>
            <a:rPr lang="en-US" sz="2100" kern="1200" dirty="0"/>
            <a:t> </a:t>
          </a:r>
          <a:r>
            <a:rPr lang="en-US" sz="2100" kern="1200" dirty="0" err="1"/>
            <a:t>em</a:t>
          </a:r>
          <a:r>
            <a:rPr lang="en-US" sz="2100" kern="1200" dirty="0"/>
            <a:t> </a:t>
          </a:r>
          <a:r>
            <a:rPr lang="en-US" sz="2100" kern="1200" dirty="0" err="1"/>
            <a:t>grupos</a:t>
          </a:r>
          <a:r>
            <a:rPr lang="en-US" sz="2100" kern="1200" dirty="0"/>
            <a:t>, </a:t>
          </a:r>
          <a:r>
            <a:rPr lang="en-US" sz="2100" kern="1200" dirty="0" err="1"/>
            <a:t>devem</a:t>
          </a:r>
          <a:r>
            <a:rPr lang="en-US" sz="2100" kern="1200" dirty="0"/>
            <a:t> </a:t>
          </a:r>
          <a:r>
            <a:rPr lang="en-US" sz="2100" kern="1200" dirty="0" err="1"/>
            <a:t>selecionar</a:t>
          </a:r>
          <a:r>
            <a:rPr lang="en-US" sz="2100" kern="1200" dirty="0"/>
            <a:t> </a:t>
          </a:r>
          <a:r>
            <a:rPr lang="en-US" sz="2100" b="1" kern="1200" dirty="0"/>
            <a:t>qual </a:t>
          </a:r>
          <a:r>
            <a:rPr lang="en-US" sz="2100" b="1" kern="1200" dirty="0" err="1"/>
            <a:t>tecnologia</a:t>
          </a:r>
          <a:r>
            <a:rPr lang="en-US" sz="2100" b="1" kern="1200" dirty="0"/>
            <a:t> (Hadoop, Spark </a:t>
          </a:r>
          <a:r>
            <a:rPr lang="en-US" sz="2100" b="1" kern="1200" dirty="0" err="1"/>
            <a:t>ou</a:t>
          </a:r>
          <a:r>
            <a:rPr lang="en-US" sz="2100" b="1" kern="1200" dirty="0"/>
            <a:t> NoSQL) </a:t>
          </a:r>
          <a:r>
            <a:rPr lang="en-US" sz="2100" kern="1200" dirty="0"/>
            <a:t>é </a:t>
          </a:r>
          <a:r>
            <a:rPr lang="en-US" sz="2100" kern="1200" dirty="0" err="1"/>
            <a:t>mais</a:t>
          </a:r>
          <a:r>
            <a:rPr lang="en-US" sz="2100" kern="1200" dirty="0"/>
            <a:t> </a:t>
          </a:r>
          <a:r>
            <a:rPr lang="en-US" sz="2100" kern="1200" dirty="0" err="1"/>
            <a:t>adequada</a:t>
          </a:r>
          <a:r>
            <a:rPr lang="en-US" sz="2100" kern="1200" dirty="0"/>
            <a:t> para um </a:t>
          </a:r>
          <a:r>
            <a:rPr lang="en-US" sz="2100" kern="1200" dirty="0" err="1"/>
            <a:t>problema</a:t>
          </a:r>
          <a:r>
            <a:rPr lang="en-US" sz="2100" kern="1200" dirty="0"/>
            <a:t> </a:t>
          </a:r>
          <a:r>
            <a:rPr lang="en-US" sz="2100" kern="1200" dirty="0" err="1"/>
            <a:t>específico</a:t>
          </a:r>
          <a:r>
            <a:rPr lang="en-US" sz="2100" kern="1200" dirty="0"/>
            <a:t> e </a:t>
          </a:r>
          <a:r>
            <a:rPr lang="en-US" sz="2100" kern="1200" dirty="0" err="1"/>
            <a:t>justificar</a:t>
          </a:r>
          <a:r>
            <a:rPr lang="en-US" sz="2100" kern="1200" dirty="0"/>
            <a:t> </a:t>
          </a:r>
          <a:r>
            <a:rPr lang="en-US" sz="2100" kern="1200" dirty="0" err="1"/>
            <a:t>sua</a:t>
          </a:r>
          <a:r>
            <a:rPr lang="en-US" sz="2100" kern="1200" dirty="0"/>
            <a:t> </a:t>
          </a:r>
          <a:r>
            <a:rPr lang="en-US" sz="2100" kern="1200" dirty="0" err="1"/>
            <a:t>escolha</a:t>
          </a:r>
          <a:r>
            <a:rPr lang="en-US" sz="2100" kern="1200" dirty="0"/>
            <a:t>.</a:t>
          </a:r>
        </a:p>
      </dsp:txBody>
      <dsp:txXfrm>
        <a:off x="43013" y="43013"/>
        <a:ext cx="5185806" cy="1382550"/>
      </dsp:txXfrm>
    </dsp:sp>
    <dsp:sp modelId="{BBD09DCD-FAE9-400F-AE9E-C8A38EB1B4EE}">
      <dsp:nvSpPr>
        <dsp:cNvPr id="0" name=""/>
        <dsp:cNvSpPr/>
      </dsp:nvSpPr>
      <dsp:spPr>
        <a:xfrm>
          <a:off x="1183004" y="1794927"/>
          <a:ext cx="6703695" cy="1468576"/>
        </a:xfrm>
        <a:prstGeom prst="roundRect">
          <a:avLst>
            <a:gd name="adj" fmla="val 10000"/>
          </a:avLst>
        </a:prstGeom>
        <a:solidFill>
          <a:schemeClr val="accent5">
            <a:hueOff val="921761"/>
            <a:satOff val="-17996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Critérios</a:t>
          </a:r>
          <a:r>
            <a:rPr lang="en-US" sz="2100" kern="1200" dirty="0"/>
            <a:t> de </a:t>
          </a:r>
          <a:r>
            <a:rPr lang="en-US" sz="2100" kern="1200" dirty="0" err="1"/>
            <a:t>avaliação</a:t>
          </a:r>
          <a:r>
            <a:rPr lang="en-US" sz="2100" kern="1200" dirty="0"/>
            <a:t>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Aplicação</a:t>
          </a:r>
          <a:r>
            <a:rPr lang="en-US" sz="1600" kern="1200" dirty="0"/>
            <a:t> </a:t>
          </a:r>
          <a:r>
            <a:rPr lang="en-US" sz="1600" kern="1200" dirty="0" err="1"/>
            <a:t>correta</a:t>
          </a:r>
          <a:r>
            <a:rPr lang="en-US" sz="1600" kern="1200" dirty="0"/>
            <a:t> da </a:t>
          </a:r>
          <a:r>
            <a:rPr lang="en-US" sz="1600" kern="1200" dirty="0" err="1"/>
            <a:t>tecnologia</a:t>
          </a:r>
          <a:r>
            <a:rPr lang="en-US" sz="1600" kern="1200" dirty="0"/>
            <a:t>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Justificativa</a:t>
          </a:r>
          <a:r>
            <a:rPr lang="en-US" sz="1600" kern="1200" dirty="0"/>
            <a:t> </a:t>
          </a:r>
          <a:r>
            <a:rPr lang="en-US" sz="1600" kern="1200" dirty="0" err="1"/>
            <a:t>baseada</a:t>
          </a:r>
          <a:r>
            <a:rPr lang="en-US" sz="1600" kern="1200" dirty="0"/>
            <a:t> </a:t>
          </a:r>
          <a:r>
            <a:rPr lang="en-US" sz="1600" kern="1200" dirty="0" err="1"/>
            <a:t>nos</a:t>
          </a:r>
          <a:r>
            <a:rPr lang="en-US" sz="1600" kern="1200" dirty="0"/>
            <a:t> </a:t>
          </a:r>
          <a:r>
            <a:rPr lang="en-US" sz="1600" kern="1200" dirty="0" err="1"/>
            <a:t>conceitos</a:t>
          </a:r>
          <a:r>
            <a:rPr lang="en-US" sz="1600" kern="1200" dirty="0"/>
            <a:t> </a:t>
          </a:r>
          <a:r>
            <a:rPr lang="en-US" sz="1600" kern="1200" dirty="0" err="1"/>
            <a:t>aprendidos</a:t>
          </a:r>
          <a:r>
            <a:rPr lang="en-US" sz="1600" kern="1200" dirty="0"/>
            <a:t>.</a:t>
          </a:r>
        </a:p>
      </dsp:txBody>
      <dsp:txXfrm>
        <a:off x="1226017" y="1837940"/>
        <a:ext cx="4480089" cy="1382550"/>
      </dsp:txXfrm>
    </dsp:sp>
    <dsp:sp modelId="{3C675234-E5AF-43A4-BC3A-3FB12475E6F9}">
      <dsp:nvSpPr>
        <dsp:cNvPr id="0" name=""/>
        <dsp:cNvSpPr/>
      </dsp:nvSpPr>
      <dsp:spPr>
        <a:xfrm>
          <a:off x="5749120" y="1154464"/>
          <a:ext cx="954574" cy="954574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963899" y="1154464"/>
        <a:ext cx="525016" cy="7183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B4442-EFC7-4192-8499-5BD6307B955D}">
      <dsp:nvSpPr>
        <dsp:cNvPr id="0" name=""/>
        <dsp:cNvSpPr/>
      </dsp:nvSpPr>
      <dsp:spPr>
        <a:xfrm>
          <a:off x="376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F3B997-CBDD-4547-95C8-F859689A2582}">
      <dsp:nvSpPr>
        <dsp:cNvPr id="0" name=""/>
        <dsp:cNvSpPr/>
      </dsp:nvSpPr>
      <dsp:spPr>
        <a:xfrm>
          <a:off x="610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A74080-D661-43C6-973B-9B3E01F29150}">
      <dsp:nvSpPr>
        <dsp:cNvPr id="0" name=""/>
        <dsp:cNvSpPr/>
      </dsp:nvSpPr>
      <dsp:spPr>
        <a:xfrm>
          <a:off x="25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Big Data é um campo </a:t>
          </a:r>
          <a:r>
            <a:rPr lang="en-US" sz="1200" kern="1200" dirty="0" err="1"/>
            <a:t>multidisciplinar</a:t>
          </a:r>
          <a:r>
            <a:rPr lang="en-US" sz="1200" kern="1200" dirty="0"/>
            <a:t> e </a:t>
          </a:r>
          <a:r>
            <a:rPr lang="en-US" sz="1200" kern="1200" dirty="0" err="1"/>
            <a:t>exige</a:t>
          </a:r>
          <a:r>
            <a:rPr lang="en-US" sz="1200" kern="1200" dirty="0"/>
            <a:t> o </a:t>
          </a:r>
          <a:r>
            <a:rPr lang="en-US" sz="1200" kern="1200" dirty="0" err="1"/>
            <a:t>uso</a:t>
          </a:r>
          <a:r>
            <a:rPr lang="en-US" sz="1200" kern="1200" dirty="0"/>
            <a:t> de </a:t>
          </a:r>
          <a:r>
            <a:rPr lang="en-US" sz="1200" kern="1200" dirty="0" err="1"/>
            <a:t>tecnologias</a:t>
          </a:r>
          <a:r>
            <a:rPr lang="en-US" sz="1200" kern="1200" dirty="0"/>
            <a:t> </a:t>
          </a:r>
          <a:r>
            <a:rPr lang="en-US" sz="1200" kern="1200" dirty="0" err="1"/>
            <a:t>adequadas</a:t>
          </a:r>
          <a:r>
            <a:rPr lang="en-US" sz="1200" kern="1200" dirty="0"/>
            <a:t>.</a:t>
          </a:r>
        </a:p>
      </dsp:txBody>
      <dsp:txXfrm>
        <a:off x="25435" y="1932302"/>
        <a:ext cx="1800000" cy="720000"/>
      </dsp:txXfrm>
    </dsp:sp>
    <dsp:sp modelId="{E8AFF913-A6CC-4AF6-8053-2923D2F59DD9}">
      <dsp:nvSpPr>
        <dsp:cNvPr id="0" name=""/>
        <dsp:cNvSpPr/>
      </dsp:nvSpPr>
      <dsp:spPr>
        <a:xfrm>
          <a:off x="2491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D3F6C0-F924-4AE9-B4AE-78FC9E86EEE1}">
      <dsp:nvSpPr>
        <dsp:cNvPr id="0" name=""/>
        <dsp:cNvSpPr/>
      </dsp:nvSpPr>
      <dsp:spPr>
        <a:xfrm>
          <a:off x="2725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0F6C35-5A25-4EAE-BD6F-4CB2A43AA7B4}">
      <dsp:nvSpPr>
        <dsp:cNvPr id="0" name=""/>
        <dsp:cNvSpPr/>
      </dsp:nvSpPr>
      <dsp:spPr>
        <a:xfrm>
          <a:off x="2140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A </a:t>
          </a:r>
          <a:r>
            <a:rPr lang="en-US" sz="1200" kern="1200" dirty="0" err="1"/>
            <a:t>escolha</a:t>
          </a:r>
          <a:r>
            <a:rPr lang="en-US" sz="1200" kern="1200" dirty="0"/>
            <a:t> </a:t>
          </a:r>
          <a:r>
            <a:rPr lang="en-US" sz="1200" kern="1200" dirty="0" err="1"/>
            <a:t>correta</a:t>
          </a:r>
          <a:r>
            <a:rPr lang="en-US" sz="1200" kern="1200" dirty="0"/>
            <a:t> de </a:t>
          </a:r>
          <a:r>
            <a:rPr lang="en-US" sz="1200" kern="1200" dirty="0" err="1"/>
            <a:t>tecnologia</a:t>
          </a:r>
          <a:r>
            <a:rPr lang="en-US" sz="1200" kern="1200" dirty="0"/>
            <a:t> </a:t>
          </a:r>
          <a:r>
            <a:rPr lang="en-US" sz="1200" kern="1200" dirty="0" err="1"/>
            <a:t>depende</a:t>
          </a:r>
          <a:r>
            <a:rPr lang="en-US" sz="1200" kern="1200" dirty="0"/>
            <a:t> do </a:t>
          </a:r>
          <a:r>
            <a:rPr lang="en-US" sz="1200" kern="1200" dirty="0" err="1"/>
            <a:t>contexto</a:t>
          </a:r>
          <a:r>
            <a:rPr lang="en-US" sz="1200" kern="1200" dirty="0"/>
            <a:t> do </a:t>
          </a:r>
          <a:r>
            <a:rPr lang="en-US" sz="1200" kern="1200" dirty="0" err="1"/>
            <a:t>projeto</a:t>
          </a:r>
          <a:r>
            <a:rPr lang="en-US" sz="1200" kern="1200" dirty="0"/>
            <a:t>.</a:t>
          </a:r>
        </a:p>
      </dsp:txBody>
      <dsp:txXfrm>
        <a:off x="2140435" y="1932302"/>
        <a:ext cx="1800000" cy="720000"/>
      </dsp:txXfrm>
    </dsp:sp>
    <dsp:sp modelId="{6636C401-2B81-4B1E-8CED-C742D3795CF4}">
      <dsp:nvSpPr>
        <dsp:cNvPr id="0" name=""/>
        <dsp:cNvSpPr/>
      </dsp:nvSpPr>
      <dsp:spPr>
        <a:xfrm>
          <a:off x="4606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0902B3-0417-44A4-83C1-EF0B263BC6D6}">
      <dsp:nvSpPr>
        <dsp:cNvPr id="0" name=""/>
        <dsp:cNvSpPr/>
      </dsp:nvSpPr>
      <dsp:spPr>
        <a:xfrm>
          <a:off x="4840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36BB42-5E7B-49AC-8FCE-4301DB7A4DD3}">
      <dsp:nvSpPr>
        <dsp:cNvPr id="0" name=""/>
        <dsp:cNvSpPr/>
      </dsp:nvSpPr>
      <dsp:spPr>
        <a:xfrm>
          <a:off x="4255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 err="1"/>
            <a:t>Próxima</a:t>
          </a:r>
          <a:r>
            <a:rPr lang="en-US" sz="1200" kern="1200" dirty="0"/>
            <a:t> </a:t>
          </a:r>
          <a:r>
            <a:rPr lang="en-US" sz="1200" kern="1200" dirty="0" err="1"/>
            <a:t>etapa</a:t>
          </a:r>
          <a:r>
            <a:rPr lang="en-US" sz="1200" kern="1200" dirty="0"/>
            <a:t>: </a:t>
          </a:r>
          <a:r>
            <a:rPr lang="en-US" sz="1200" kern="1200" dirty="0" err="1"/>
            <a:t>Desenvolver</a:t>
          </a:r>
          <a:r>
            <a:rPr lang="en-US" sz="1200" kern="1200" dirty="0"/>
            <a:t> a </a:t>
          </a:r>
          <a:r>
            <a:rPr lang="en-US" sz="1200" kern="1200" dirty="0" err="1"/>
            <a:t>pesquisa</a:t>
          </a:r>
          <a:r>
            <a:rPr lang="en-US" sz="1200" kern="1200" dirty="0"/>
            <a:t> </a:t>
          </a:r>
          <a:r>
            <a:rPr lang="en-US" sz="1200" kern="1200" dirty="0" err="1"/>
            <a:t>sobre</a:t>
          </a:r>
          <a:r>
            <a:rPr lang="en-US" sz="1200" kern="1200" dirty="0"/>
            <a:t> </a:t>
          </a:r>
          <a:r>
            <a:rPr lang="en-US" sz="1200" kern="1200" dirty="0" err="1"/>
            <a:t>partes</a:t>
          </a:r>
          <a:r>
            <a:rPr lang="en-US" sz="1200" kern="1200" dirty="0"/>
            <a:t> </a:t>
          </a:r>
          <a:r>
            <a:rPr lang="en-US" sz="1200" kern="1200" dirty="0" err="1"/>
            <a:t>interessadas</a:t>
          </a:r>
          <a:r>
            <a:rPr lang="en-US" sz="1200" kern="1200" dirty="0"/>
            <a:t>.</a:t>
          </a:r>
        </a:p>
      </dsp:txBody>
      <dsp:txXfrm>
        <a:off x="4255435" y="1932302"/>
        <a:ext cx="1800000" cy="720000"/>
      </dsp:txXfrm>
    </dsp:sp>
    <dsp:sp modelId="{05DD2085-ED2D-4D4E-A057-BB17980C183F}">
      <dsp:nvSpPr>
        <dsp:cNvPr id="0" name=""/>
        <dsp:cNvSpPr/>
      </dsp:nvSpPr>
      <dsp:spPr>
        <a:xfrm>
          <a:off x="6721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CE34E6-5D55-4BCF-95D6-436316EB45AE}">
      <dsp:nvSpPr>
        <dsp:cNvPr id="0" name=""/>
        <dsp:cNvSpPr/>
      </dsp:nvSpPr>
      <dsp:spPr>
        <a:xfrm>
          <a:off x="6955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BB7202-1B22-4734-8548-CBAB9E70F88B}">
      <dsp:nvSpPr>
        <dsp:cNvPr id="0" name=""/>
        <dsp:cNvSpPr/>
      </dsp:nvSpPr>
      <dsp:spPr>
        <a:xfrm>
          <a:off x="6370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 err="1"/>
            <a:t>Entrega</a:t>
          </a:r>
          <a:r>
            <a:rPr lang="en-US" sz="1200" kern="1200" dirty="0"/>
            <a:t> da </a:t>
          </a:r>
          <a:r>
            <a:rPr lang="en-US" sz="1200" kern="1200" dirty="0" err="1"/>
            <a:t>pesquisa</a:t>
          </a:r>
          <a:r>
            <a:rPr lang="en-US" sz="1200" kern="1200" dirty="0"/>
            <a:t> </a:t>
          </a:r>
          <a:r>
            <a:rPr lang="en-US" sz="1200" kern="1200" dirty="0" err="1"/>
            <a:t>sobre</a:t>
          </a:r>
          <a:r>
            <a:rPr lang="en-US" sz="1200" kern="1200" dirty="0"/>
            <a:t> </a:t>
          </a:r>
          <a:r>
            <a:rPr lang="en-US" sz="1200" kern="1200" dirty="0" err="1"/>
            <a:t>partes</a:t>
          </a:r>
          <a:r>
            <a:rPr lang="en-US" sz="1200" kern="1200" dirty="0"/>
            <a:t> </a:t>
          </a:r>
          <a:r>
            <a:rPr lang="en-US" sz="1200" kern="1200" dirty="0" err="1"/>
            <a:t>interessadas</a:t>
          </a:r>
          <a:r>
            <a:rPr lang="en-US" sz="1200" kern="1200" dirty="0"/>
            <a:t> no </a:t>
          </a:r>
          <a:r>
            <a:rPr lang="en-US" sz="1200" kern="1200" dirty="0" err="1"/>
            <a:t>projeto</a:t>
          </a:r>
          <a:r>
            <a:rPr lang="en-US" sz="1200" kern="1200" dirty="0"/>
            <a:t>.</a:t>
          </a:r>
        </a:p>
      </dsp:txBody>
      <dsp:txXfrm>
        <a:off x="6370435" y="19323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736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80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751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234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B28B2-2FA1-BFDF-415B-4B103C288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D71B74-B9FF-4AAD-3086-0F6DA5518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A060BF-EB1A-2BAD-2AA4-DE781776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BF5DE-D1E5-7276-4FE8-A79BF2C9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31427-2816-018B-64EC-036806C4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46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F78E-9E47-F9B8-4001-791D83E3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DE687E-5AC7-3825-3A6C-5B0955374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64B0C-DFA9-4D16-F5CE-90EF9049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DA321-7894-7247-B308-8700301A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796340-281F-3068-3A10-A916D5C2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4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8C174-99EF-B2C2-8EFC-7DC095D1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5B4F9-1367-0BE2-9042-15391E3D6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27308F-7728-B3F9-7BF4-C4C93C1D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12A0F-9AF6-DBA7-7EED-9D5D2613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AB0AE-477F-D022-14B4-DEFEE0E3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14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B462-CC2A-A76D-B1F9-913B5D60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3A5D6-7721-B8EC-C543-CF6748A67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A9A134-9056-D362-06B6-E8C4280F2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161CC-7F4E-8021-4D08-620FD387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A5E81D-35E6-4C92-2B55-E8C896D5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00678-7551-4719-E9DA-2ECEF852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25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B3A88-8F97-C627-9CED-EAAD2EF5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58C3D9-05C8-110E-616D-8B6C3712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920D7A-608F-EC27-FCF7-414D73F2B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495B5E-5363-00AD-1EFB-4EA3DDEA7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636F17-5E10-D088-9BF0-6EB885579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80F150-9154-E223-15B5-E59E47B9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2E5ED0-475F-0763-BD30-95B8E5EE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4546FB-502C-22F9-B327-1D189A49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92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67955-8A81-B686-41AE-561034F8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5DBF9-D787-4D83-7285-780F0EF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A4A56-BA62-4B60-7DD0-CF2BEA4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7AC2EC-B565-9DA7-593F-FDB18C88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652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0A300F-CA15-6999-A8F9-B7C5F7D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88DC35-D780-7AC4-2A80-951E4B6E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CA1B49-EB7E-BCB9-5D80-E71B24AF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28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9B394-897D-D36F-7E49-9D866461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FE95FB-4A98-5900-4655-747E68AE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94D6F6-78C9-7047-FCFB-D7011E30A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E17DE0-F213-66DF-9858-E960E8C9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6C299F-8DBA-64E5-B9C1-974D8C0A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28369-78D1-E79B-F8E1-BD796B03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7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6CFCF-556E-7566-3BBD-51FEA2E2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D81DDB-0C22-83EA-79FF-702BBD66E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8DCB36-98DE-98EB-5D1B-9F04C4D77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F6C12D-BD86-0D3B-2423-39CC4395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92752-B1E5-F616-A40E-F73BCAED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432AC3-A383-E9CA-F265-595E4121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99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2CB1-ECB1-5C29-286C-10834B6E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6F142D-CEB7-59CE-1E22-F19F8A909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690F8E-512C-6F48-D404-BE372B29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F25FEC-9E15-62FD-55D6-4CCFD7C2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3F2B0-F9E7-55A4-BBE4-D305925D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23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D544C-4C31-62E6-1178-4F3CF3992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9FA89F-4DCE-3842-F26D-8BFD1F0EF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A72A93-A606-FD52-1589-1FA68E55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2C9CB-0C80-5B9B-63CF-6AEC3F5B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4401D-876D-7FBA-9C41-575D7628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715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ulo_nc_subtitulo_fundo_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945C0A04-5D07-15B4-BDEA-D81C35D9AB5E}"/>
              </a:ext>
            </a:extLst>
          </p:cNvPr>
          <p:cNvCxnSpPr/>
          <p:nvPr/>
        </p:nvCxnSpPr>
        <p:spPr>
          <a:xfrm>
            <a:off x="224139" y="687893"/>
            <a:ext cx="3798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7646759C-129F-8E13-9526-F5863F0AAC6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64381" y="438150"/>
            <a:ext cx="7615238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Título de Núcleo conceitual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2EECE16-EFA0-70C3-D06A-EA37CFBC5E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4381" y="1091803"/>
            <a:ext cx="7615238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59205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A4A902-59F4-5B94-0701-62A96292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B73F45-125F-8E94-3BF4-1ACAC6758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93E40-37F0-CACE-77E9-807E913F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CCFBF3-08F6-3648-B739-5CE12B543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0FF596-F7BE-634E-42B3-EF7C144E0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92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C9CFFF4-3552-E7DE-922C-18A8A9015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pt-BR" sz="3600" dirty="0">
                <a:solidFill>
                  <a:schemeClr val="bg1"/>
                </a:solidFill>
              </a:rPr>
              <a:t>Fundamentos de Big Data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7BCF01B-AAAD-C1E6-4356-8C88EF2E1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</a:rPr>
              <a:t>José Pedro Calistro Torres de Miranda</a:t>
            </a:r>
          </a:p>
        </p:txBody>
      </p:sp>
      <p:sp>
        <p:nvSpPr>
          <p:cNvPr id="6" name="Subtítulo 3">
            <a:extLst>
              <a:ext uri="{FF2B5EF4-FFF2-40B4-BE49-F238E27FC236}">
                <a16:creationId xmlns:a16="http://schemas.microsoft.com/office/drawing/2014/main" id="{20CD7920-B612-26F0-C2E0-0E4513C4C19B}"/>
              </a:ext>
            </a:extLst>
          </p:cNvPr>
          <p:cNvSpPr txBox="1">
            <a:spLocks/>
          </p:cNvSpPr>
          <p:nvPr/>
        </p:nvSpPr>
        <p:spPr>
          <a:xfrm>
            <a:off x="624321" y="2602294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600" dirty="0">
                <a:solidFill>
                  <a:schemeClr val="bg1"/>
                </a:solidFill>
              </a:rPr>
              <a:t>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58C101-9E98-9711-BA90-26D781C26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231B5C-4085-C0C9-53B9-901154D73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611794-B387-BF22-844E-C5C82AA63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endParaRPr lang="pt-BR" sz="6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4E655F-8CEB-C7A0-BF5B-C23E8B211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Espaço Reservado para Conteúdo 2">
            <a:extLst>
              <a:ext uri="{FF2B5EF4-FFF2-40B4-BE49-F238E27FC236}">
                <a16:creationId xmlns:a16="http://schemas.microsoft.com/office/drawing/2014/main" id="{A9F4A6E3-91F7-4903-A07F-65DE062BAD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1249272"/>
              </p:ext>
            </p:extLst>
          </p:nvPr>
        </p:nvGraphicFramePr>
        <p:xfrm>
          <a:off x="3777767" y="921380"/>
          <a:ext cx="5107965" cy="4069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6812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D1A88CBF-CEA9-46DE-B99A-24B7416204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graphicEl>
                                              <a:dgm id="{D1A88CBF-CEA9-46DE-B99A-24B7416204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graphicEl>
                                              <a:dgm id="{D1A88CBF-CEA9-46DE-B99A-24B7416204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5F5F39BA-D550-46EA-AB6E-36A84C8C8F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graphicEl>
                                              <a:dgm id="{5F5F39BA-D550-46EA-AB6E-36A84C8C8F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graphicEl>
                                              <a:dgm id="{5F5F39BA-D550-46EA-AB6E-36A84C8C8F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68EA492C-96E7-4EE2-ACC8-15B689BA08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>
                                            <p:graphicEl>
                                              <a:dgm id="{68EA492C-96E7-4EE2-ACC8-15B689BA08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>
                                            <p:graphicEl>
                                              <a:dgm id="{68EA492C-96E7-4EE2-ACC8-15B689BA08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8BA3892F-FB30-45D7-B531-D7C63C18CD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>
                                            <p:graphicEl>
                                              <a:dgm id="{8BA3892F-FB30-45D7-B531-D7C63C18CD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graphicEl>
                                              <a:dgm id="{8BA3892F-FB30-45D7-B531-D7C63C18CD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748ABBF6-2DE4-4F7D-B4A6-D0F11CBAD8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graphicEl>
                                              <a:dgm id="{748ABBF6-2DE4-4F7D-B4A6-D0F11CBAD8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>
                                            <p:graphicEl>
                                              <a:dgm id="{748ABBF6-2DE4-4F7D-B4A6-D0F11CBAD8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3637B3CF-D2C4-470F-9327-2243E39D52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>
                                            <p:graphicEl>
                                              <a:dgm id="{3637B3CF-D2C4-470F-9327-2243E39D52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>
                                            <p:graphicEl>
                                              <a:dgm id="{3637B3CF-D2C4-470F-9327-2243E39D52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DCABCB9A-188A-4843-BD45-9A359C1AAF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>
                                            <p:graphicEl>
                                              <a:dgm id="{DCABCB9A-188A-4843-BD45-9A359C1AAF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>
                                            <p:graphicEl>
                                              <a:dgm id="{DCABCB9A-188A-4843-BD45-9A359C1AAF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EDFDD163-6649-4608-A6AA-D053414921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graphicEl>
                                              <a:dgm id="{EDFDD163-6649-4608-A6AA-D053414921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graphicEl>
                                              <a:dgm id="{EDFDD163-6649-4608-A6AA-D053414921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B4048735-6B6D-4424-A4E6-0B7F59483E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>
                                            <p:graphicEl>
                                              <a:dgm id="{B4048735-6B6D-4424-A4E6-0B7F59483E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>
                                            <p:graphicEl>
                                              <a:dgm id="{B4048735-6B6D-4424-A4E6-0B7F59483E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7E36ED21-FABE-4412-A4DF-5C1192339C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>
                                            <p:graphicEl>
                                              <a:dgm id="{7E36ED21-FABE-4412-A4DF-5C1192339C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>
                                            <p:graphicEl>
                                              <a:dgm id="{7E36ED21-FABE-4412-A4DF-5C1192339C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BDBE1371-FA14-48C2-A1CF-287900C040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>
                                            <p:graphicEl>
                                              <a:dgm id="{BDBE1371-FA14-48C2-A1CF-287900C040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>
                                            <p:graphicEl>
                                              <a:dgm id="{BDBE1371-FA14-48C2-A1CF-287900C040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72837-CB0C-6F56-F26E-2A053DA0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02292"/>
            <a:ext cx="4616991" cy="887195"/>
          </a:xfrm>
        </p:spPr>
        <p:txBody>
          <a:bodyPr anchor="b">
            <a:normAutofit/>
          </a:bodyPr>
          <a:lstStyle/>
          <a:p>
            <a:r>
              <a:rPr lang="pt-BR" sz="4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da aula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04852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726801-AA1F-7181-A680-DBA3E16E4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32" y="2121997"/>
            <a:ext cx="4912143" cy="2508344"/>
          </a:xfrm>
        </p:spPr>
        <p:txBody>
          <a:bodyPr anchor="t"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Revisar conceitos da aula anterior.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Explorar aplicações práticas de </a:t>
            </a:r>
            <a:r>
              <a:rPr lang="pt-BR" sz="1500" dirty="0" err="1">
                <a:solidFill>
                  <a:srgbClr val="000000"/>
                </a:solidFill>
                <a:latin typeface="Calibri" panose="020F0502020204030204" pitchFamily="34" charset="0"/>
              </a:rPr>
              <a:t>Hadoop</a:t>
            </a: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pt-BR" sz="1500" dirty="0" err="1">
                <a:solidFill>
                  <a:srgbClr val="000000"/>
                </a:solidFill>
                <a:latin typeface="Calibri" panose="020F0502020204030204" pitchFamily="34" charset="0"/>
              </a:rPr>
              <a:t>Spark</a:t>
            </a: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 e </a:t>
            </a:r>
            <a:r>
              <a:rPr lang="pt-BR" sz="1500" dirty="0" err="1">
                <a:solidFill>
                  <a:srgbClr val="000000"/>
                </a:solidFill>
                <a:latin typeface="Calibri" panose="020F0502020204030204" pitchFamily="34" charset="0"/>
              </a:rPr>
              <a:t>NoSQL</a:t>
            </a: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Auxiliar na escolha da melhor tecnologia para cada projeto.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Apresentar a proposta do trabalho final e sua estrutura.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Introduzir a pesquisa sobre partes interessadas.</a:t>
            </a:r>
          </a:p>
        </p:txBody>
      </p:sp>
      <p:pic>
        <p:nvPicPr>
          <p:cNvPr id="7" name="Graphic 6" descr="Na mosca">
            <a:extLst>
              <a:ext uri="{FF2B5EF4-FFF2-40B4-BE49-F238E27FC236}">
                <a16:creationId xmlns:a16="http://schemas.microsoft.com/office/drawing/2014/main" id="{251E68E2-A835-4448-5B61-3A8E6448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9489" y="1485663"/>
            <a:ext cx="2661303" cy="2661303"/>
          </a:xfrm>
          <a:prstGeom prst="rect">
            <a:avLst/>
          </a:prstGeom>
        </p:spPr>
      </p:pic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424463"/>
            <a:ext cx="104279" cy="10427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1642446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Imagem 5" descr="logo CEUB versão condensada">
            <a:extLst>
              <a:ext uri="{FF2B5EF4-FFF2-40B4-BE49-F238E27FC236}">
                <a16:creationId xmlns:a16="http://schemas.microsoft.com/office/drawing/2014/main" id="{4B60DB47-FC79-B2EA-488E-7D738303B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8" t="30232" r="26955" b="13954"/>
          <a:stretch/>
        </p:blipFill>
        <p:spPr bwMode="auto">
          <a:xfrm>
            <a:off x="163068" y="-5996"/>
            <a:ext cx="1055671" cy="61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57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6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36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1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charRg st="91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51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charRg st="151" end="2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08" end="2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charRg st="208" end="2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602216"/>
            <a:ext cx="3733482" cy="1090538"/>
          </a:xfrm>
        </p:spPr>
        <p:txBody>
          <a:bodyPr>
            <a:normAutofit/>
          </a:bodyPr>
          <a:lstStyle/>
          <a:p>
            <a:r>
              <a:rPr lang="pt-BR" sz="2700">
                <a:solidFill>
                  <a:schemeClr val="tx2"/>
                </a:solidFill>
              </a:rPr>
              <a:t>Revisão: O que Vimos na Aula Anterior?</a:t>
            </a:r>
          </a:p>
        </p:txBody>
      </p:sp>
      <p:pic>
        <p:nvPicPr>
          <p:cNvPr id="7" name="Graphic 6" descr="Syncing Cloud">
            <a:extLst>
              <a:ext uri="{FF2B5EF4-FFF2-40B4-BE49-F238E27FC236}">
                <a16:creationId xmlns:a16="http://schemas.microsoft.com/office/drawing/2014/main" id="{9DB7ACA1-1A2F-538C-FB25-96AFFF8A3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212" y="1345384"/>
            <a:ext cx="2715016" cy="271501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1816261"/>
            <a:ext cx="3733184" cy="2729467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pt-BR" sz="1400" dirty="0">
                <a:solidFill>
                  <a:schemeClr val="tx2"/>
                </a:solidFill>
              </a:rPr>
              <a:t>Arquiteturas e tecnologias para Big Data.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1400" dirty="0">
                <a:solidFill>
                  <a:schemeClr val="tx2"/>
                </a:solidFill>
              </a:rPr>
              <a:t>Principais características de </a:t>
            </a:r>
            <a:r>
              <a:rPr lang="pt-BR" sz="1400" dirty="0" err="1">
                <a:solidFill>
                  <a:schemeClr val="tx2"/>
                </a:solidFill>
              </a:rPr>
              <a:t>Hadoop</a:t>
            </a:r>
            <a:r>
              <a:rPr lang="pt-BR" sz="1400" dirty="0">
                <a:solidFill>
                  <a:schemeClr val="tx2"/>
                </a:solidFill>
              </a:rPr>
              <a:t>, </a:t>
            </a:r>
            <a:r>
              <a:rPr lang="pt-BR" sz="1400" dirty="0" err="1">
                <a:solidFill>
                  <a:schemeClr val="tx2"/>
                </a:solidFill>
              </a:rPr>
              <a:t>Spark</a:t>
            </a:r>
            <a:r>
              <a:rPr lang="pt-BR" sz="1400" dirty="0">
                <a:solidFill>
                  <a:schemeClr val="tx2"/>
                </a:solidFill>
              </a:rPr>
              <a:t> e </a:t>
            </a:r>
            <a:r>
              <a:rPr lang="pt-BR" sz="1400" dirty="0" err="1">
                <a:solidFill>
                  <a:schemeClr val="tx2"/>
                </a:solidFill>
              </a:rPr>
              <a:t>NoSQL</a:t>
            </a:r>
            <a:r>
              <a:rPr lang="pt-BR" sz="1400" dirty="0">
                <a:solidFill>
                  <a:schemeClr val="tx2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1400" dirty="0">
                <a:solidFill>
                  <a:schemeClr val="tx2"/>
                </a:solidFill>
              </a:rPr>
              <a:t>Como essas tecnologias resolvem desafios de dados massivos.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39747"/>
            <a:ext cx="4446455" cy="5103753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Quebra-Gelo</a:t>
            </a:r>
            <a:r>
              <a:rPr dirty="0"/>
              <a:t>: </a:t>
            </a:r>
            <a:r>
              <a:rPr lang="pt-BR" dirty="0"/>
              <a:t>“Mapa da Tecnologia”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337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🎯 </a:t>
            </a:r>
            <a:r>
              <a:rPr lang="pt-BR" b="1" dirty="0"/>
              <a:t>Objetivo:</a:t>
            </a:r>
            <a:r>
              <a:rPr lang="pt-BR" dirty="0"/>
              <a:t> Fazer os alunos refletirem sobre onde tecnologias de Big Data estão sendo utilizadas no seu dia a dia.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📌 </a:t>
            </a:r>
            <a:r>
              <a:rPr lang="pt-BR" b="1" dirty="0"/>
              <a:t>Como funciona?</a:t>
            </a:r>
            <a:endParaRPr lang="pt-BR" dirty="0"/>
          </a:p>
          <a:p>
            <a:pPr>
              <a:buFont typeface="+mj-lt"/>
              <a:buAutoNum type="arabicPeriod"/>
            </a:pPr>
            <a:r>
              <a:rPr lang="pt-BR" b="1" dirty="0"/>
              <a:t>Cada aluno recebe 2 </a:t>
            </a:r>
            <a:r>
              <a:rPr lang="pt-BR" b="1" dirty="0" err="1"/>
              <a:t>post-its</a:t>
            </a:r>
            <a:r>
              <a:rPr lang="pt-BR" b="1" dirty="0"/>
              <a:t> virtuais ou pode anotar no caderno.</a:t>
            </a:r>
            <a:endParaRPr lang="pt-BR" dirty="0"/>
          </a:p>
          <a:p>
            <a:pPr>
              <a:buFont typeface="+mj-lt"/>
              <a:buAutoNum type="arabicPeriod"/>
            </a:pPr>
            <a:r>
              <a:rPr lang="pt-BR" dirty="0"/>
              <a:t>Eles devem </a:t>
            </a:r>
            <a:r>
              <a:rPr lang="pt-BR" b="1" dirty="0"/>
              <a:t>listar duas situações do dia a dia onde percebem (ou suspeitam) que existe o uso de Big Data.</a:t>
            </a:r>
            <a:endParaRPr lang="pt-BR" dirty="0"/>
          </a:p>
          <a:p>
            <a:pPr>
              <a:buFont typeface="+mj-lt"/>
              <a:buAutoNum type="arabicPeriod"/>
            </a:pPr>
            <a:r>
              <a:rPr lang="pt-BR" dirty="0"/>
              <a:t>Após 3 minutos, cada aluno </a:t>
            </a:r>
            <a:r>
              <a:rPr lang="pt-BR" b="1" dirty="0"/>
              <a:t>compartilha um dos exemplos.</a:t>
            </a:r>
            <a:endParaRPr lang="pt-BR" dirty="0"/>
          </a:p>
          <a:p>
            <a:pPr>
              <a:buFont typeface="+mj-lt"/>
              <a:buAutoNum type="arabicPeriod"/>
            </a:pPr>
            <a:r>
              <a:rPr lang="pt-BR" dirty="0"/>
              <a:t>O professor </a:t>
            </a:r>
            <a:r>
              <a:rPr lang="pt-BR" b="1" dirty="0"/>
              <a:t>organiza os exemplos em categorias</a:t>
            </a:r>
            <a:r>
              <a:rPr lang="pt-BR" dirty="0"/>
              <a:t>: entretenimento, saúde, mobilidade, redes sociais, etc.</a:t>
            </a:r>
          </a:p>
          <a:p>
            <a:pPr>
              <a:buFont typeface="+mj-lt"/>
              <a:buAutoNum type="arabicPeriod"/>
            </a:pPr>
            <a:r>
              <a:rPr lang="pt-BR" dirty="0"/>
              <a:t>Breve discussão sobre como esses dados são processados e quais tecnologias podem estar envolvidas.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51435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51435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870966"/>
            <a:ext cx="2702052" cy="3394710"/>
          </a:xfrm>
        </p:spPr>
        <p:txBody>
          <a:bodyPr>
            <a:normAutofit/>
          </a:bodyPr>
          <a:lstStyle/>
          <a:p>
            <a:r>
              <a:rPr lang="pt-BR" sz="3000"/>
              <a:t>Aplicações Práticas de Big 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11146"/>
            <a:ext cx="96012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A84166-5F5C-7B2F-5546-9670234329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8345719"/>
              </p:ext>
            </p:extLst>
          </p:nvPr>
        </p:nvGraphicFramePr>
        <p:xfrm>
          <a:off x="3977640" y="507492"/>
          <a:ext cx="4773168" cy="41353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8942F6D-3CAD-40F0-B112-2297BCE425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28942F6D-3CAD-40F0-B112-2297BCE425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28942F6D-3CAD-40F0-B112-2297BCE425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3B40790-9B99-4A41-B770-8F5A20745E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83B40790-9B99-4A41-B770-8F5A20745E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83B40790-9B99-4A41-B770-8F5A20745E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EDA3B13-2A48-4909-9100-01ED7FA5E8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9EDA3B13-2A48-4909-9100-01ED7FA5E8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9EDA3B13-2A48-4909-9100-01ED7FA5E8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C220977-A703-4E29-B87A-65B456772D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7C220977-A703-4E29-B87A-65B456772D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7C220977-A703-4E29-B87A-65B456772D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4B0830C-6117-40B1-81B0-E716898660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C4B0830C-6117-40B1-81B0-E716898660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C4B0830C-6117-40B1-81B0-E716898660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EA0C266-5236-457B-A9C8-E57DA6C8A0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CEA0C266-5236-457B-A9C8-E57DA6C8A0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CEA0C266-5236-457B-A9C8-E57DA6C8A0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7237FE0-5251-43B7-8311-B61DB94840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C7237FE0-5251-43B7-8311-B61DB94840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C7237FE0-5251-43B7-8311-B61DB94840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B2BC965-103A-4619-8FC7-9A5DF55F5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0B2BC965-103A-4619-8FC7-9A5DF55F5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0B2BC965-103A-4619-8FC7-9A5DF55F5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31F0DC2-3FE6-4DE6-BA8E-62106B908F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D31F0DC2-3FE6-4DE6-BA8E-62106B908F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D31F0DC2-3FE6-4DE6-BA8E-62106B908F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7F2DD81-5181-4579-901D-3C49D7399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A7F2DD81-5181-4579-901D-3C49D7399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A7F2DD81-5181-4579-901D-3C49D7399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746ABCF-7314-4BAF-BDFF-B153F64475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9746ABCF-7314-4BAF-BDFF-B153F64475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9746ABCF-7314-4BAF-BDFF-B153F64475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99721B4-17B0-402D-8580-E7052A31BD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499721B4-17B0-402D-8580-E7052A31BD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499721B4-17B0-402D-8580-E7052A31BD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64540A1-B9A0-2D5F-3B9A-B1A7F925DC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O que é o Apache </a:t>
            </a:r>
            <a:r>
              <a:rPr lang="pt-BR" dirty="0" err="1"/>
              <a:t>Hadoop</a:t>
            </a:r>
            <a:r>
              <a:rPr lang="pt-BR" dirty="0"/>
              <a:t> é um banco de dados?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0288B6-B581-D81B-E32E-CDC7145DA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307" y="2119808"/>
            <a:ext cx="5631152" cy="145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245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Escolhendo a Melhor Tecnologia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5DC58E-C48B-3367-9F57-15F82E5C10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3707132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634967C-5488-4A68-A631-8B9AB8070F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7634967C-5488-4A68-A631-8B9AB8070F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896E184-289C-430D-AE35-1A77CC80A8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>
                                            <p:graphicEl>
                                              <a:dgm id="{3896E184-289C-430D-AE35-1A77CC80A8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4FFD05-E26B-42EF-8225-45A6FB3F0B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graphicEl>
                                              <a:dgm id="{8F4FFD05-E26B-42EF-8225-45A6FB3F0B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4D9023E-94F8-4DB3-94F4-1D3E1FF841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>
                                            <p:graphicEl>
                                              <a:dgm id="{74D9023E-94F8-4DB3-94F4-1D3E1FF841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5770BC0-F929-4C6A-AAE1-E94028477E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5">
                                            <p:graphicEl>
                                              <a:dgm id="{D5770BC0-F929-4C6A-AAE1-E94028477E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B6354A0-B972-4DA1-AB45-6EC4376D7E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5">
                                            <p:graphicEl>
                                              <a:dgm id="{BB6354A0-B972-4DA1-AB45-6EC4376D7E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17891"/>
            <a:ext cx="2530602" cy="4175919"/>
          </a:xfrm>
        </p:spPr>
        <p:txBody>
          <a:bodyPr>
            <a:normAutofit/>
          </a:bodyPr>
          <a:lstStyle/>
          <a:p>
            <a:r>
              <a:rPr lang="pt-BR" sz="3900"/>
              <a:t>Critérios para Escolha de Tecnologia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7FC22B-6E4C-0D9C-C9BB-6BAB9833FC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6203380"/>
              </p:ext>
            </p:extLst>
          </p:nvPr>
        </p:nvGraphicFramePr>
        <p:xfrm>
          <a:off x="3819906" y="465294"/>
          <a:ext cx="4697730" cy="4128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D1546B9-14E4-4F41-8BAB-79F90579A4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3D1546B9-14E4-4F41-8BAB-79F90579A4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3206FC-E415-4A6B-BD27-62E386BFE2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013206FC-E415-4A6B-BD27-62E386BFE2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F70570A-0BD3-4C12-86E1-28FA25294C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graphicEl>
                                              <a:dgm id="{0F70570A-0BD3-4C12-86E1-28FA25294C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BBA7F43-CAAD-49FE-8EF1-7FAEFE3935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4BBA7F43-CAAD-49FE-8EF1-7FAEFE3935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37B9CA4-8073-40A9-9C5F-69CDB91EDC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graphicEl>
                                              <a:dgm id="{737B9CA4-8073-40A9-9C5F-69CDB91EDC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5A77110-0320-4ECD-9180-1AF280F2F4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graphicEl>
                                              <a:dgm id="{45A77110-0320-4ECD-9180-1AF280F2F4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206A4A8-830E-42E7-BA94-D7DF26AE0B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graphicEl>
                                              <a:dgm id="{8206A4A8-830E-42E7-BA94-D7DF26AE0B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48BEAC4-C908-4512-8BF3-B6AE938408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948BEAC4-C908-4512-8BF3-B6AE938408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B23586B-6B00-4C72-BBB4-02BD22659F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graphicEl>
                                              <a:dgm id="{FB23586B-6B00-4C72-BBB4-02BD22659F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Apresentação do Trabalho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**1. </a:t>
            </a:r>
            <a:r>
              <a:rPr dirty="0" err="1"/>
              <a:t>Escolha</a:t>
            </a:r>
            <a:r>
              <a:rPr dirty="0"/>
              <a:t> do </a:t>
            </a:r>
            <a:r>
              <a:rPr dirty="0" err="1"/>
              <a:t>Tema</a:t>
            </a:r>
            <a:r>
              <a:rPr dirty="0"/>
              <a:t>**</a:t>
            </a:r>
          </a:p>
          <a:p>
            <a:r>
              <a:rPr dirty="0"/>
              <a:t>- **2. </a:t>
            </a:r>
            <a:r>
              <a:rPr dirty="0" err="1"/>
              <a:t>Definição</a:t>
            </a:r>
            <a:r>
              <a:rPr dirty="0"/>
              <a:t> das </a:t>
            </a:r>
            <a:r>
              <a:rPr dirty="0" err="1"/>
              <a:t>Partes</a:t>
            </a:r>
            <a:r>
              <a:rPr dirty="0"/>
              <a:t> </a:t>
            </a:r>
            <a:r>
              <a:rPr dirty="0" err="1"/>
              <a:t>Interessadas</a:t>
            </a:r>
            <a:r>
              <a:rPr dirty="0"/>
              <a:t>**</a:t>
            </a:r>
          </a:p>
          <a:p>
            <a:r>
              <a:rPr dirty="0"/>
              <a:t>- **3. </a:t>
            </a:r>
            <a:r>
              <a:rPr dirty="0" err="1"/>
              <a:t>Escolha</a:t>
            </a:r>
            <a:r>
              <a:rPr dirty="0"/>
              <a:t> das </a:t>
            </a:r>
            <a:r>
              <a:rPr dirty="0" err="1"/>
              <a:t>Tecnologias</a:t>
            </a:r>
            <a:r>
              <a:rPr dirty="0"/>
              <a:t>**</a:t>
            </a:r>
          </a:p>
          <a:p>
            <a:r>
              <a:rPr dirty="0"/>
              <a:t>- **4. Coleta e </a:t>
            </a:r>
            <a:r>
              <a:rPr dirty="0" err="1"/>
              <a:t>Processamento</a:t>
            </a:r>
            <a:r>
              <a:rPr dirty="0"/>
              <a:t> dos Dados**</a:t>
            </a:r>
          </a:p>
          <a:p>
            <a:r>
              <a:rPr dirty="0"/>
              <a:t>- **5. </a:t>
            </a:r>
            <a:r>
              <a:rPr dirty="0" err="1"/>
              <a:t>Análise</a:t>
            </a:r>
            <a:r>
              <a:rPr dirty="0"/>
              <a:t> dos </a:t>
            </a:r>
            <a:r>
              <a:rPr dirty="0" err="1"/>
              <a:t>Resultados</a:t>
            </a:r>
            <a:r>
              <a:rPr dirty="0"/>
              <a:t>**</a:t>
            </a:r>
          </a:p>
          <a:p>
            <a:r>
              <a:rPr dirty="0"/>
              <a:t>- **6. </a:t>
            </a:r>
            <a:r>
              <a:rPr dirty="0" err="1"/>
              <a:t>Conclusão</a:t>
            </a:r>
            <a:r>
              <a:rPr dirty="0"/>
              <a:t> e </a:t>
            </a:r>
            <a:r>
              <a:rPr dirty="0" err="1"/>
              <a:t>Reflexão</a:t>
            </a:r>
            <a:r>
              <a:rPr dirty="0"/>
              <a:t>**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602216"/>
            <a:ext cx="3733482" cy="1090538"/>
          </a:xfrm>
        </p:spPr>
        <p:txBody>
          <a:bodyPr>
            <a:normAutofit/>
          </a:bodyPr>
          <a:lstStyle/>
          <a:p>
            <a:r>
              <a:rPr lang="pt-BR" sz="2700">
                <a:solidFill>
                  <a:schemeClr val="tx2"/>
                </a:solidFill>
              </a:rPr>
              <a:t>Pesquisa sobre Partes Interessadas</a:t>
            </a:r>
          </a:p>
        </p:txBody>
      </p:sp>
      <p:pic>
        <p:nvPicPr>
          <p:cNvPr id="7" name="Graphic 6" descr="Board Room">
            <a:extLst>
              <a:ext uri="{FF2B5EF4-FFF2-40B4-BE49-F238E27FC236}">
                <a16:creationId xmlns:a16="http://schemas.microsoft.com/office/drawing/2014/main" id="{A9DD1EF0-8E41-FE62-6B10-9D9744AE0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212" y="1345384"/>
            <a:ext cx="2715016" cy="271501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1816261"/>
            <a:ext cx="3733184" cy="2729467"/>
          </a:xfrm>
        </p:spPr>
        <p:txBody>
          <a:bodyPr anchor="ctr">
            <a:normAutofit/>
          </a:bodyPr>
          <a:lstStyle/>
          <a:p>
            <a:r>
              <a:rPr lang="pt-BR" sz="1400" dirty="0">
                <a:solidFill>
                  <a:schemeClr val="tx2"/>
                </a:solidFill>
              </a:rPr>
              <a:t>Quem são os stakeholders em um projeto de Big Data?</a:t>
            </a:r>
          </a:p>
          <a:p>
            <a:r>
              <a:rPr lang="pt-BR" sz="1400" dirty="0">
                <a:solidFill>
                  <a:schemeClr val="tx2"/>
                </a:solidFill>
              </a:rPr>
              <a:t>Como identificar as partes interessadas?</a:t>
            </a:r>
          </a:p>
          <a:p>
            <a:pPr lvl="1"/>
            <a:r>
              <a:rPr lang="pt-BR" sz="1100" dirty="0">
                <a:solidFill>
                  <a:schemeClr val="tx2"/>
                </a:solidFill>
              </a:rPr>
              <a:t>Exemplos:</a:t>
            </a:r>
          </a:p>
          <a:p>
            <a:pPr lvl="2"/>
            <a:r>
              <a:rPr lang="pt-BR" sz="800" dirty="0">
                <a:solidFill>
                  <a:schemeClr val="tx2"/>
                </a:solidFill>
              </a:rPr>
              <a:t> Empresas de tecnologia.</a:t>
            </a:r>
          </a:p>
          <a:p>
            <a:pPr lvl="2"/>
            <a:r>
              <a:rPr lang="pt-BR" sz="800" dirty="0">
                <a:solidFill>
                  <a:schemeClr val="tx2"/>
                </a:solidFill>
              </a:rPr>
              <a:t> Clientes finais.</a:t>
            </a:r>
          </a:p>
          <a:p>
            <a:pPr lvl="2"/>
            <a:r>
              <a:rPr lang="pt-BR" sz="800" dirty="0">
                <a:solidFill>
                  <a:schemeClr val="tx2"/>
                </a:solidFill>
              </a:rPr>
              <a:t> Órgãos reguladores.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39747"/>
            <a:ext cx="4446455" cy="5103753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34928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392FB-0D02-4A98-8B3D-69F2FDD4B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Atividade Individual: Pesquisa sobre Partes Interessadas e Base de Dados para o Trabalho Final de Big Data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3762BB-CAC4-40D4-8C60-FF5378E43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📅 </a:t>
            </a:r>
            <a:r>
              <a:rPr lang="pt-BR" b="1" dirty="0"/>
              <a:t>Entrega:</a:t>
            </a:r>
            <a:r>
              <a:rPr lang="pt-BR" dirty="0"/>
              <a:t> </a:t>
            </a:r>
            <a:r>
              <a:rPr lang="pt-BR" b="1" dirty="0"/>
              <a:t>Até 11/03/2025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278500-68EC-4FB8-BFD8-B7BF4EAEA0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b="1" dirty="0"/>
              <a:t>🎯 Objetivo:</a:t>
            </a:r>
            <a:endParaRPr lang="pt-BR" dirty="0"/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Pesquisar um possível tema para o trabalho final.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Analisar partes interessadas e base de dados potencialmente utilizável.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Relacionar o tema com os </a:t>
            </a:r>
            <a:r>
              <a:rPr lang="pt-BR" b="1" dirty="0"/>
              <a:t>5Vs do Big Data</a:t>
            </a:r>
            <a:r>
              <a:rPr lang="pt-BR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Exercício preparatório para a formação dos grupos e definição do escopo do projeto.</a:t>
            </a:r>
          </a:p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CDB6F37-039F-44E8-9A3C-B4E245DD5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📍 </a:t>
            </a:r>
            <a:r>
              <a:rPr lang="pt-BR" b="1" dirty="0"/>
              <a:t>Plataforma:</a:t>
            </a:r>
            <a:r>
              <a:rPr lang="pt-BR" dirty="0"/>
              <a:t> Sala Online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0DE5DAC-0F60-40FC-9326-5F82580E8C5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b="1" dirty="0"/>
              <a:t>📌 Instruções: </a:t>
            </a:r>
            <a:r>
              <a:rPr lang="pt-BR" dirty="0"/>
              <a:t>Cada aluno deve responder os seguintes tópicos:</a:t>
            </a:r>
          </a:p>
          <a:p>
            <a:pPr marL="0" indent="0">
              <a:buNone/>
            </a:pPr>
            <a:r>
              <a:rPr lang="pt-BR" dirty="0"/>
              <a:t>1️⃣ </a:t>
            </a:r>
            <a:r>
              <a:rPr lang="pt-BR" b="1" dirty="0"/>
              <a:t>Título do Projeto (Provisório):</a:t>
            </a:r>
            <a:r>
              <a:rPr lang="pt-BR" dirty="0"/>
              <a:t> Nome que representa a ideia do tema.</a:t>
            </a:r>
          </a:p>
          <a:p>
            <a:pPr marL="0" indent="0">
              <a:buNone/>
            </a:pPr>
            <a:r>
              <a:rPr lang="pt-BR" dirty="0"/>
              <a:t>2️⃣ </a:t>
            </a:r>
            <a:r>
              <a:rPr lang="pt-BR" b="1" dirty="0"/>
              <a:t>Descrição do Tema:</a:t>
            </a:r>
            <a:r>
              <a:rPr lang="pt-BR" dirty="0"/>
              <a:t> Breve explicação do problema ou oportunidade.</a:t>
            </a:r>
          </a:p>
          <a:p>
            <a:pPr marL="0" indent="0">
              <a:buNone/>
            </a:pPr>
            <a:r>
              <a:rPr lang="pt-BR" dirty="0"/>
              <a:t>3️⃣ </a:t>
            </a:r>
            <a:r>
              <a:rPr lang="pt-BR" b="1" dirty="0"/>
              <a:t>Análise dos 5Vs do Big Data: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4️⃣ </a:t>
            </a:r>
            <a:r>
              <a:rPr lang="pt-BR" b="1" dirty="0"/>
              <a:t>Partes Interessadas:</a:t>
            </a:r>
            <a:r>
              <a:rPr lang="pt-BR" dirty="0"/>
              <a:t> Pelo menos </a:t>
            </a:r>
            <a:r>
              <a:rPr lang="pt-BR" b="1" dirty="0"/>
              <a:t>3 stakeholders</a:t>
            </a:r>
            <a:r>
              <a:rPr lang="pt-BR" dirty="0"/>
              <a:t> impactados pelo projeto.</a:t>
            </a:r>
          </a:p>
          <a:p>
            <a:pPr marL="0" indent="0">
              <a:buNone/>
            </a:pPr>
            <a:r>
              <a:rPr lang="pt-BR" dirty="0"/>
              <a:t>5️⃣ </a:t>
            </a:r>
            <a:r>
              <a:rPr lang="pt-BR" b="1" dirty="0"/>
              <a:t>Base de Dados:</a:t>
            </a:r>
            <a:r>
              <a:rPr lang="pt-BR" dirty="0"/>
              <a:t> Identificação de uma possível fonte de dados (</a:t>
            </a:r>
            <a:r>
              <a:rPr lang="pt-BR" dirty="0" err="1"/>
              <a:t>dataset</a:t>
            </a:r>
            <a:r>
              <a:rPr lang="pt-BR" dirty="0"/>
              <a:t> público, APIs, etc.).</a:t>
            </a:r>
          </a:p>
          <a:p>
            <a:pPr marL="0" indent="0">
              <a:buNone/>
            </a:pPr>
            <a:r>
              <a:rPr lang="pt-BR" dirty="0"/>
              <a:t>6️⃣ </a:t>
            </a:r>
            <a:r>
              <a:rPr lang="pt-BR" b="1" dirty="0"/>
              <a:t>Tecnologia Indicada:</a:t>
            </a:r>
            <a:r>
              <a:rPr lang="pt-BR" dirty="0"/>
              <a:t> Qual tecnologia melhor se encaixa e por quê? (</a:t>
            </a:r>
            <a:r>
              <a:rPr lang="pt-BR" dirty="0" err="1"/>
              <a:t>Hadoop</a:t>
            </a:r>
            <a:r>
              <a:rPr lang="pt-BR" dirty="0"/>
              <a:t>, </a:t>
            </a:r>
            <a:r>
              <a:rPr lang="pt-BR" dirty="0" err="1"/>
              <a:t>Spark</a:t>
            </a:r>
            <a:r>
              <a:rPr lang="pt-BR" dirty="0"/>
              <a:t>, </a:t>
            </a:r>
            <a:r>
              <a:rPr lang="pt-BR" dirty="0" err="1"/>
              <a:t>NoSQL</a:t>
            </a:r>
            <a:r>
              <a:rPr lang="pt-BR" dirty="0"/>
              <a:t>, etc.).</a:t>
            </a:r>
          </a:p>
          <a:p>
            <a:pPr marL="0" indent="0">
              <a:buNone/>
            </a:pPr>
            <a:r>
              <a:rPr lang="pt-BR" dirty="0"/>
              <a:t>7️⃣ </a:t>
            </a:r>
            <a:r>
              <a:rPr lang="pt-BR" b="1" dirty="0"/>
              <a:t>Conclusão:</a:t>
            </a:r>
            <a:r>
              <a:rPr lang="pt-BR" dirty="0"/>
              <a:t> Como o projeto pode gerar impacto na sociedade ou no setor escolhido?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0838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B102520-1A66-C1C5-DCAC-D0C17C8D73E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706" b="10067"/>
          <a:stretch/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3"/>
          </a:xfrm>
        </p:spPr>
        <p:txBody>
          <a:bodyPr>
            <a:normAutofit/>
          </a:bodyPr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Atividade Final: Escolha Sua Tecnologia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F21EDE-F2EC-E7AC-1345-775DBD6628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0138901"/>
              </p:ext>
            </p:extLst>
          </p:nvPr>
        </p:nvGraphicFramePr>
        <p:xfrm>
          <a:off x="628650" y="1369218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Conclusão e Próximos Passos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0C76BE-7B01-1C4E-5DA0-272CBDBFD0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432114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EBFA4D-B714-CA78-D5DF-0B09AB3F840D}"/>
              </a:ext>
            </a:extLst>
          </p:cNvPr>
          <p:cNvSpPr/>
          <p:nvPr/>
        </p:nvSpPr>
        <p:spPr>
          <a:xfrm>
            <a:off x="1784196" y="2981325"/>
            <a:ext cx="6359680" cy="12618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pt-BR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“Big Data é como o petróleo: valioso, mas apenas se for refinado.”</a:t>
            </a:r>
          </a:p>
          <a:p>
            <a:pPr algn="r"/>
            <a:r>
              <a:rPr lang="pt-BR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– Timothy Leonard, CTO da TMX </a:t>
            </a:r>
            <a:r>
              <a:rPr lang="pt-BR" sz="20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Group</a:t>
            </a:r>
            <a:r>
              <a:rPr lang="pt-BR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</a:t>
            </a:r>
            <a:r>
              <a:rPr lang="pt-BR" sz="1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endParaRPr lang="pt-BR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5513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11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496099" y="3328654"/>
            <a:ext cx="19269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Título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aqui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86052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FD1CF6-E85E-D410-96D4-8AC5A7C62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9" y="336499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65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032" y="190194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903366" y="3328654"/>
            <a:ext cx="2519633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Dinâmica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Quebra-gelo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00B601-98D6-C9DD-116F-D92E93B039AC}"/>
              </a:ext>
            </a:extLst>
          </p:cNvPr>
          <p:cNvSpPr txBox="1"/>
          <p:nvPr/>
        </p:nvSpPr>
        <p:spPr>
          <a:xfrm>
            <a:off x="4739268" y="46215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https://www.menti.com/alk8si7cfkr6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8D82947-74EB-B352-5985-9C69CA02A9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941" y="-58732"/>
            <a:ext cx="2627365" cy="263048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EFF19E0-E9BB-CAF4-F5A3-8622DD9BF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83" y="2472861"/>
            <a:ext cx="2630482" cy="41783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9D44237-FAED-A38B-FEA4-5235C2A65E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7177" y="2506773"/>
            <a:ext cx="2600688" cy="3439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11840</TotalTime>
  <Words>772</Words>
  <Application>Microsoft Office PowerPoint</Application>
  <PresentationFormat>Apresentação na tela (16:9)</PresentationFormat>
  <Paragraphs>90</Paragraphs>
  <Slides>20</Slides>
  <Notes>7</Notes>
  <HiddenSlides>5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7" baseType="lpstr">
      <vt:lpstr>Calibri</vt:lpstr>
      <vt:lpstr>Aptos Display</vt:lpstr>
      <vt:lpstr>Aptos</vt:lpstr>
      <vt:lpstr>Tahoma</vt:lpstr>
      <vt:lpstr>Arial</vt:lpstr>
      <vt:lpstr>Wingdings</vt:lpstr>
      <vt:lpstr>Tema do Office</vt:lpstr>
      <vt:lpstr>Fundamentos de Big Data</vt:lpstr>
      <vt:lpstr>Agenda</vt:lpstr>
      <vt:lpstr>Objetivo da aula</vt:lpstr>
      <vt:lpstr>Revisão: O que Vimos na Aula Anterior?</vt:lpstr>
      <vt:lpstr>Quebra-Gelo: “Mapa da Tecnologia”</vt:lpstr>
      <vt:lpstr>Aplicações Práticas de Big Data</vt:lpstr>
      <vt:lpstr>Apresentação do PowerPoint</vt:lpstr>
      <vt:lpstr>Escolhendo a Melhor Tecnologia</vt:lpstr>
      <vt:lpstr>Critérios para Escolha de Tecnologia</vt:lpstr>
      <vt:lpstr>Apresentação do Trabalho Final</vt:lpstr>
      <vt:lpstr>Pesquisa sobre Partes Interessadas</vt:lpstr>
      <vt:lpstr>Atividade Individual: Pesquisa sobre Partes Interessadas e Base de Dados para o Trabalho Final de Big Data</vt:lpstr>
      <vt:lpstr>Atividade Final: Escolha Sua Tecnologia</vt:lpstr>
      <vt:lpstr>Conclusão e Próximos Passos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Pedro Calistro Torres de Miranda</dc:creator>
  <cp:lastModifiedBy>José Pedro Calistro Torres de Miranda</cp:lastModifiedBy>
  <cp:revision>12</cp:revision>
  <dcterms:modified xsi:type="dcterms:W3CDTF">2025-02-27T23:32:06Z</dcterms:modified>
</cp:coreProperties>
</file>