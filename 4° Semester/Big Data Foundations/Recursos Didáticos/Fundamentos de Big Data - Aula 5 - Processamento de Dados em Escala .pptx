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34"/>
  </p:notesMasterIdLst>
  <p:sldIdLst>
    <p:sldId id="256" r:id="rId2"/>
    <p:sldId id="950" r:id="rId3"/>
    <p:sldId id="319" r:id="rId4"/>
    <p:sldId id="958" r:id="rId5"/>
    <p:sldId id="959" r:id="rId6"/>
    <p:sldId id="260" r:id="rId7"/>
    <p:sldId id="978" r:id="rId8"/>
    <p:sldId id="980" r:id="rId9"/>
    <p:sldId id="979" r:id="rId10"/>
    <p:sldId id="982" r:id="rId11"/>
    <p:sldId id="960" r:id="rId12"/>
    <p:sldId id="963" r:id="rId13"/>
    <p:sldId id="964" r:id="rId14"/>
    <p:sldId id="965" r:id="rId15"/>
    <p:sldId id="966" r:id="rId16"/>
    <p:sldId id="967" r:id="rId17"/>
    <p:sldId id="970" r:id="rId18"/>
    <p:sldId id="969" r:id="rId19"/>
    <p:sldId id="971" r:id="rId20"/>
    <p:sldId id="972" r:id="rId21"/>
    <p:sldId id="973" r:id="rId22"/>
    <p:sldId id="974" r:id="rId23"/>
    <p:sldId id="976" r:id="rId24"/>
    <p:sldId id="264" r:id="rId25"/>
    <p:sldId id="956" r:id="rId26"/>
    <p:sldId id="263" r:id="rId27"/>
    <p:sldId id="298" r:id="rId28"/>
    <p:sldId id="302" r:id="rId29"/>
    <p:sldId id="300" r:id="rId30"/>
    <p:sldId id="299" r:id="rId31"/>
    <p:sldId id="259" r:id="rId32"/>
    <p:sldId id="257" r:id="rId33"/>
  </p:sldIdLst>
  <p:sldSz cx="9144000" cy="5143500" type="screen16x9"/>
  <p:notesSz cx="6858000" cy="9144000"/>
  <p:embeddedFontLst>
    <p:embeddedFont>
      <p:font typeface="Tahoma" panose="020B0604030504040204" pitchFamily="34" charset="0"/>
      <p:regular r:id="rId35"/>
      <p:bold r:id="rId36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2E62"/>
    <a:srgbClr val="9227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21DF0B-C0AD-4B0D-8F9E-CD013A7D80D3}" v="505" dt="2025-03-07T03:40:22.592"/>
  </p1510:revLst>
</p1510:revInfo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Estilo com Tema 1 - Ênfase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Estilo com Tema 1 - Ênfase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é Pedro Calistro Torres de Miranda" userId="82558bf5-0a7c-4071-b398-5925c96dbeb2" providerId="ADAL" clId="{1B21DF0B-C0AD-4B0D-8F9E-CD013A7D80D3}"/>
    <pc:docChg chg="undo custSel addSld delSld modSld sldOrd">
      <pc:chgData name="José Pedro Calistro Torres de Miranda" userId="82558bf5-0a7c-4071-b398-5925c96dbeb2" providerId="ADAL" clId="{1B21DF0B-C0AD-4B0D-8F9E-CD013A7D80D3}" dt="2025-03-07T11:07:27.995" v="1181" actId="47"/>
      <pc:docMkLst>
        <pc:docMk/>
      </pc:docMkLst>
      <pc:sldChg chg="addSp delSp modSp del mod ord delAnim">
        <pc:chgData name="José Pedro Calistro Torres de Miranda" userId="82558bf5-0a7c-4071-b398-5925c96dbeb2" providerId="ADAL" clId="{1B21DF0B-C0AD-4B0D-8F9E-CD013A7D80D3}" dt="2025-03-07T02:40:13.693" v="39" actId="47"/>
        <pc:sldMkLst>
          <pc:docMk/>
          <pc:sldMk cId="0" sldId="258"/>
        </pc:sldMkLst>
        <pc:spChg chg="del">
          <ac:chgData name="José Pedro Calistro Torres de Miranda" userId="82558bf5-0a7c-4071-b398-5925c96dbeb2" providerId="ADAL" clId="{1B21DF0B-C0AD-4B0D-8F9E-CD013A7D80D3}" dt="2025-03-07T02:38:48.108" v="22" actId="478"/>
          <ac:spMkLst>
            <pc:docMk/>
            <pc:sldMk cId="0" sldId="258"/>
            <ac:spMk id="3" creationId="{00000000-0000-0000-0000-000000000000}"/>
          </ac:spMkLst>
        </pc:spChg>
        <pc:spChg chg="add del mod">
          <ac:chgData name="José Pedro Calistro Torres de Miranda" userId="82558bf5-0a7c-4071-b398-5925c96dbeb2" providerId="ADAL" clId="{1B21DF0B-C0AD-4B0D-8F9E-CD013A7D80D3}" dt="2025-03-07T02:38:54.441" v="23" actId="478"/>
          <ac:spMkLst>
            <pc:docMk/>
            <pc:sldMk cId="0" sldId="258"/>
            <ac:spMk id="5" creationId="{F0B25E4D-2608-2441-3CDC-FF5DEB8AF95C}"/>
          </ac:spMkLst>
        </pc:spChg>
      </pc:sldChg>
      <pc:sldChg chg="addSp delSp modSp add mod setBg modAnim">
        <pc:chgData name="José Pedro Calistro Torres de Miranda" userId="82558bf5-0a7c-4071-b398-5925c96dbeb2" providerId="ADAL" clId="{1B21DF0B-C0AD-4B0D-8F9E-CD013A7D80D3}" dt="2025-03-07T02:40:49.226" v="49"/>
        <pc:sldMkLst>
          <pc:docMk/>
          <pc:sldMk cId="0" sldId="260"/>
        </pc:sldMkLst>
        <pc:spChg chg="mod">
          <ac:chgData name="José Pedro Calistro Torres de Miranda" userId="82558bf5-0a7c-4071-b398-5925c96dbeb2" providerId="ADAL" clId="{1B21DF0B-C0AD-4B0D-8F9E-CD013A7D80D3}" dt="2025-03-07T02:37:01.565" v="17" actId="26606"/>
          <ac:spMkLst>
            <pc:docMk/>
            <pc:sldMk cId="0" sldId="260"/>
            <ac:spMk id="2" creationId="{00000000-0000-0000-0000-000000000000}"/>
          </ac:spMkLst>
        </pc:spChg>
        <pc:spChg chg="del">
          <ac:chgData name="José Pedro Calistro Torres de Miranda" userId="82558bf5-0a7c-4071-b398-5925c96dbeb2" providerId="ADAL" clId="{1B21DF0B-C0AD-4B0D-8F9E-CD013A7D80D3}" dt="2025-03-07T02:37:01.565" v="17" actId="26606"/>
          <ac:spMkLst>
            <pc:docMk/>
            <pc:sldMk cId="0" sldId="260"/>
            <ac:spMk id="3" creationId="{00000000-0000-0000-0000-000000000000}"/>
          </ac:spMkLst>
        </pc:spChg>
        <pc:spChg chg="add">
          <ac:chgData name="José Pedro Calistro Torres de Miranda" userId="82558bf5-0a7c-4071-b398-5925c96dbeb2" providerId="ADAL" clId="{1B21DF0B-C0AD-4B0D-8F9E-CD013A7D80D3}" dt="2025-03-07T02:37:01.565" v="17" actId="26606"/>
          <ac:spMkLst>
            <pc:docMk/>
            <pc:sldMk cId="0" sldId="260"/>
            <ac:spMk id="9" creationId="{BACC6370-2D7E-4714-9D71-7542949D7D5D}"/>
          </ac:spMkLst>
        </pc:spChg>
        <pc:spChg chg="add">
          <ac:chgData name="José Pedro Calistro Torres de Miranda" userId="82558bf5-0a7c-4071-b398-5925c96dbeb2" providerId="ADAL" clId="{1B21DF0B-C0AD-4B0D-8F9E-CD013A7D80D3}" dt="2025-03-07T02:37:01.565" v="17" actId="26606"/>
          <ac:spMkLst>
            <pc:docMk/>
            <pc:sldMk cId="0" sldId="260"/>
            <ac:spMk id="11" creationId="{F68B3F68-107C-434F-AA38-110D5EA91B85}"/>
          </ac:spMkLst>
        </pc:spChg>
        <pc:spChg chg="add">
          <ac:chgData name="José Pedro Calistro Torres de Miranda" userId="82558bf5-0a7c-4071-b398-5925c96dbeb2" providerId="ADAL" clId="{1B21DF0B-C0AD-4B0D-8F9E-CD013A7D80D3}" dt="2025-03-07T02:37:01.565" v="17" actId="26606"/>
          <ac:spMkLst>
            <pc:docMk/>
            <pc:sldMk cId="0" sldId="260"/>
            <ac:spMk id="13" creationId="{AAD0DBB9-1A4B-4391-81D4-CB19F9AB918A}"/>
          </ac:spMkLst>
        </pc:spChg>
        <pc:spChg chg="add">
          <ac:chgData name="José Pedro Calistro Torres de Miranda" userId="82558bf5-0a7c-4071-b398-5925c96dbeb2" providerId="ADAL" clId="{1B21DF0B-C0AD-4B0D-8F9E-CD013A7D80D3}" dt="2025-03-07T02:37:01.565" v="17" actId="26606"/>
          <ac:spMkLst>
            <pc:docMk/>
            <pc:sldMk cId="0" sldId="260"/>
            <ac:spMk id="15" creationId="{063BBA22-50EA-4C4D-BE05-F1CE4E63AA56}"/>
          </ac:spMkLst>
        </pc:spChg>
        <pc:graphicFrameChg chg="add mod">
          <ac:chgData name="José Pedro Calistro Torres de Miranda" userId="82558bf5-0a7c-4071-b398-5925c96dbeb2" providerId="ADAL" clId="{1B21DF0B-C0AD-4B0D-8F9E-CD013A7D80D3}" dt="2025-03-07T02:40:40.040" v="47" actId="20577"/>
          <ac:graphicFrameMkLst>
            <pc:docMk/>
            <pc:sldMk cId="0" sldId="260"/>
            <ac:graphicFrameMk id="5" creationId="{BAD6C824-23A4-E0D2-FD29-A18E53F35537}"/>
          </ac:graphicFrameMkLst>
        </pc:graphicFrameChg>
      </pc:sldChg>
      <pc:sldChg chg="del">
        <pc:chgData name="José Pedro Calistro Torres de Miranda" userId="82558bf5-0a7c-4071-b398-5925c96dbeb2" providerId="ADAL" clId="{1B21DF0B-C0AD-4B0D-8F9E-CD013A7D80D3}" dt="2025-03-07T03:06:07.674" v="319" actId="47"/>
        <pc:sldMkLst>
          <pc:docMk/>
          <pc:sldMk cId="0" sldId="261"/>
        </pc:sldMkLst>
      </pc:sldChg>
      <pc:sldChg chg="del">
        <pc:chgData name="José Pedro Calistro Torres de Miranda" userId="82558bf5-0a7c-4071-b398-5925c96dbeb2" providerId="ADAL" clId="{1B21DF0B-C0AD-4B0D-8F9E-CD013A7D80D3}" dt="2025-03-07T03:06:08.128" v="320" actId="47"/>
        <pc:sldMkLst>
          <pc:docMk/>
          <pc:sldMk cId="0" sldId="262"/>
        </pc:sldMkLst>
      </pc:sldChg>
      <pc:sldChg chg="addSp delSp modSp add mod ord setBg modAnim">
        <pc:chgData name="José Pedro Calistro Torres de Miranda" userId="82558bf5-0a7c-4071-b398-5925c96dbeb2" providerId="ADAL" clId="{1B21DF0B-C0AD-4B0D-8F9E-CD013A7D80D3}" dt="2025-03-07T03:11:54.596" v="612"/>
        <pc:sldMkLst>
          <pc:docMk/>
          <pc:sldMk cId="0" sldId="263"/>
        </pc:sldMkLst>
        <pc:spChg chg="mod">
          <ac:chgData name="José Pedro Calistro Torres de Miranda" userId="82558bf5-0a7c-4071-b398-5925c96dbeb2" providerId="ADAL" clId="{1B21DF0B-C0AD-4B0D-8F9E-CD013A7D80D3}" dt="2025-03-07T02:38:01.311" v="18" actId="26606"/>
          <ac:spMkLst>
            <pc:docMk/>
            <pc:sldMk cId="0" sldId="263"/>
            <ac:spMk id="2" creationId="{00000000-0000-0000-0000-000000000000}"/>
          </ac:spMkLst>
        </pc:spChg>
        <pc:spChg chg="del">
          <ac:chgData name="José Pedro Calistro Torres de Miranda" userId="82558bf5-0a7c-4071-b398-5925c96dbeb2" providerId="ADAL" clId="{1B21DF0B-C0AD-4B0D-8F9E-CD013A7D80D3}" dt="2025-03-07T02:38:01.311" v="18" actId="26606"/>
          <ac:spMkLst>
            <pc:docMk/>
            <pc:sldMk cId="0" sldId="263"/>
            <ac:spMk id="3" creationId="{00000000-0000-0000-0000-000000000000}"/>
          </ac:spMkLst>
        </pc:spChg>
        <pc:spChg chg="add">
          <ac:chgData name="José Pedro Calistro Torres de Miranda" userId="82558bf5-0a7c-4071-b398-5925c96dbeb2" providerId="ADAL" clId="{1B21DF0B-C0AD-4B0D-8F9E-CD013A7D80D3}" dt="2025-03-07T02:38:01.311" v="18" actId="26606"/>
          <ac:spMkLst>
            <pc:docMk/>
            <pc:sldMk cId="0" sldId="263"/>
            <ac:spMk id="9" creationId="{BACC6370-2D7E-4714-9D71-7542949D7D5D}"/>
          </ac:spMkLst>
        </pc:spChg>
        <pc:spChg chg="add">
          <ac:chgData name="José Pedro Calistro Torres de Miranda" userId="82558bf5-0a7c-4071-b398-5925c96dbeb2" providerId="ADAL" clId="{1B21DF0B-C0AD-4B0D-8F9E-CD013A7D80D3}" dt="2025-03-07T02:38:01.311" v="18" actId="26606"/>
          <ac:spMkLst>
            <pc:docMk/>
            <pc:sldMk cId="0" sldId="263"/>
            <ac:spMk id="11" creationId="{F68B3F68-107C-434F-AA38-110D5EA91B85}"/>
          </ac:spMkLst>
        </pc:spChg>
        <pc:spChg chg="add">
          <ac:chgData name="José Pedro Calistro Torres de Miranda" userId="82558bf5-0a7c-4071-b398-5925c96dbeb2" providerId="ADAL" clId="{1B21DF0B-C0AD-4B0D-8F9E-CD013A7D80D3}" dt="2025-03-07T02:38:01.311" v="18" actId="26606"/>
          <ac:spMkLst>
            <pc:docMk/>
            <pc:sldMk cId="0" sldId="263"/>
            <ac:spMk id="13" creationId="{AAD0DBB9-1A4B-4391-81D4-CB19F9AB918A}"/>
          </ac:spMkLst>
        </pc:spChg>
        <pc:spChg chg="add">
          <ac:chgData name="José Pedro Calistro Torres de Miranda" userId="82558bf5-0a7c-4071-b398-5925c96dbeb2" providerId="ADAL" clId="{1B21DF0B-C0AD-4B0D-8F9E-CD013A7D80D3}" dt="2025-03-07T02:38:01.311" v="18" actId="26606"/>
          <ac:spMkLst>
            <pc:docMk/>
            <pc:sldMk cId="0" sldId="263"/>
            <ac:spMk id="15" creationId="{063BBA22-50EA-4C4D-BE05-F1CE4E63AA56}"/>
          </ac:spMkLst>
        </pc:spChg>
        <pc:graphicFrameChg chg="add mod">
          <ac:chgData name="José Pedro Calistro Torres de Miranda" userId="82558bf5-0a7c-4071-b398-5925c96dbeb2" providerId="ADAL" clId="{1B21DF0B-C0AD-4B0D-8F9E-CD013A7D80D3}" dt="2025-03-07T03:04:57.159" v="305" actId="20577"/>
          <ac:graphicFrameMkLst>
            <pc:docMk/>
            <pc:sldMk cId="0" sldId="263"/>
            <ac:graphicFrameMk id="5" creationId="{DFB98456-62F7-4A3E-5F1E-1AB2DF42A33B}"/>
          </ac:graphicFrameMkLst>
        </pc:graphicFrameChg>
      </pc:sldChg>
      <pc:sldChg chg="addSp delSp modSp add mod setBg modAnim">
        <pc:chgData name="José Pedro Calistro Torres de Miranda" userId="82558bf5-0a7c-4071-b398-5925c96dbeb2" providerId="ADAL" clId="{1B21DF0B-C0AD-4B0D-8F9E-CD013A7D80D3}" dt="2025-03-07T03:05:24.255" v="314"/>
        <pc:sldMkLst>
          <pc:docMk/>
          <pc:sldMk cId="0" sldId="264"/>
        </pc:sldMkLst>
        <pc:spChg chg="mod">
          <ac:chgData name="José Pedro Calistro Torres de Miranda" userId="82558bf5-0a7c-4071-b398-5925c96dbeb2" providerId="ADAL" clId="{1B21DF0B-C0AD-4B0D-8F9E-CD013A7D80D3}" dt="2025-03-07T02:38:10.754" v="19" actId="26606"/>
          <ac:spMkLst>
            <pc:docMk/>
            <pc:sldMk cId="0" sldId="264"/>
            <ac:spMk id="2" creationId="{00000000-0000-0000-0000-000000000000}"/>
          </ac:spMkLst>
        </pc:spChg>
        <pc:spChg chg="del">
          <ac:chgData name="José Pedro Calistro Torres de Miranda" userId="82558bf5-0a7c-4071-b398-5925c96dbeb2" providerId="ADAL" clId="{1B21DF0B-C0AD-4B0D-8F9E-CD013A7D80D3}" dt="2025-03-07T02:38:10.754" v="19" actId="26606"/>
          <ac:spMkLst>
            <pc:docMk/>
            <pc:sldMk cId="0" sldId="264"/>
            <ac:spMk id="3" creationId="{00000000-0000-0000-0000-000000000000}"/>
          </ac:spMkLst>
        </pc:spChg>
        <pc:spChg chg="add">
          <ac:chgData name="José Pedro Calistro Torres de Miranda" userId="82558bf5-0a7c-4071-b398-5925c96dbeb2" providerId="ADAL" clId="{1B21DF0B-C0AD-4B0D-8F9E-CD013A7D80D3}" dt="2025-03-07T02:38:10.754" v="19" actId="26606"/>
          <ac:spMkLst>
            <pc:docMk/>
            <pc:sldMk cId="0" sldId="264"/>
            <ac:spMk id="9" creationId="{BACC6370-2D7E-4714-9D71-7542949D7D5D}"/>
          </ac:spMkLst>
        </pc:spChg>
        <pc:spChg chg="add">
          <ac:chgData name="José Pedro Calistro Torres de Miranda" userId="82558bf5-0a7c-4071-b398-5925c96dbeb2" providerId="ADAL" clId="{1B21DF0B-C0AD-4B0D-8F9E-CD013A7D80D3}" dt="2025-03-07T02:38:10.754" v="19" actId="26606"/>
          <ac:spMkLst>
            <pc:docMk/>
            <pc:sldMk cId="0" sldId="264"/>
            <ac:spMk id="11" creationId="{F68B3F68-107C-434F-AA38-110D5EA91B85}"/>
          </ac:spMkLst>
        </pc:spChg>
        <pc:spChg chg="add">
          <ac:chgData name="José Pedro Calistro Torres de Miranda" userId="82558bf5-0a7c-4071-b398-5925c96dbeb2" providerId="ADAL" clId="{1B21DF0B-C0AD-4B0D-8F9E-CD013A7D80D3}" dt="2025-03-07T02:38:10.754" v="19" actId="26606"/>
          <ac:spMkLst>
            <pc:docMk/>
            <pc:sldMk cId="0" sldId="264"/>
            <ac:spMk id="13" creationId="{AAD0DBB9-1A4B-4391-81D4-CB19F9AB918A}"/>
          </ac:spMkLst>
        </pc:spChg>
        <pc:spChg chg="add">
          <ac:chgData name="José Pedro Calistro Torres de Miranda" userId="82558bf5-0a7c-4071-b398-5925c96dbeb2" providerId="ADAL" clId="{1B21DF0B-C0AD-4B0D-8F9E-CD013A7D80D3}" dt="2025-03-07T02:38:10.754" v="19" actId="26606"/>
          <ac:spMkLst>
            <pc:docMk/>
            <pc:sldMk cId="0" sldId="264"/>
            <ac:spMk id="15" creationId="{063BBA22-50EA-4C4D-BE05-F1CE4E63AA56}"/>
          </ac:spMkLst>
        </pc:spChg>
        <pc:graphicFrameChg chg="add mod">
          <ac:chgData name="José Pedro Calistro Torres de Miranda" userId="82558bf5-0a7c-4071-b398-5925c96dbeb2" providerId="ADAL" clId="{1B21DF0B-C0AD-4B0D-8F9E-CD013A7D80D3}" dt="2025-03-07T03:05:17.525" v="312" actId="20577"/>
          <ac:graphicFrameMkLst>
            <pc:docMk/>
            <pc:sldMk cId="0" sldId="264"/>
            <ac:graphicFrameMk id="5" creationId="{73905E12-6852-0275-D235-A143CFAA32F0}"/>
          </ac:graphicFrameMkLst>
        </pc:graphicFrameChg>
      </pc:sldChg>
      <pc:sldChg chg="del">
        <pc:chgData name="José Pedro Calistro Torres de Miranda" userId="82558bf5-0a7c-4071-b398-5925c96dbeb2" providerId="ADAL" clId="{1B21DF0B-C0AD-4B0D-8F9E-CD013A7D80D3}" dt="2025-03-07T03:06:18.070" v="323" actId="47"/>
        <pc:sldMkLst>
          <pc:docMk/>
          <pc:sldMk cId="0" sldId="265"/>
        </pc:sldMkLst>
      </pc:sldChg>
      <pc:sldChg chg="del">
        <pc:chgData name="José Pedro Calistro Torres de Miranda" userId="82558bf5-0a7c-4071-b398-5925c96dbeb2" providerId="ADAL" clId="{1B21DF0B-C0AD-4B0D-8F9E-CD013A7D80D3}" dt="2025-03-07T03:06:20.417" v="324" actId="47"/>
        <pc:sldMkLst>
          <pc:docMk/>
          <pc:sldMk cId="0" sldId="266"/>
        </pc:sldMkLst>
      </pc:sldChg>
      <pc:sldChg chg="modSp mod">
        <pc:chgData name="José Pedro Calistro Torres de Miranda" userId="82558bf5-0a7c-4071-b398-5925c96dbeb2" providerId="ADAL" clId="{1B21DF0B-C0AD-4B0D-8F9E-CD013A7D80D3}" dt="2025-03-07T03:07:14.873" v="363" actId="1076"/>
        <pc:sldMkLst>
          <pc:docMk/>
          <pc:sldMk cId="895513024" sldId="298"/>
        </pc:sldMkLst>
        <pc:spChg chg="mod">
          <ac:chgData name="José Pedro Calistro Torres de Miranda" userId="82558bf5-0a7c-4071-b398-5925c96dbeb2" providerId="ADAL" clId="{1B21DF0B-C0AD-4B0D-8F9E-CD013A7D80D3}" dt="2025-03-07T03:07:14.873" v="363" actId="1076"/>
          <ac:spMkLst>
            <pc:docMk/>
            <pc:sldMk cId="895513024" sldId="298"/>
            <ac:spMk id="2" creationId="{1BEBFA4D-B714-CA78-D5DF-0B09AB3F840D}"/>
          </ac:spMkLst>
        </pc:spChg>
      </pc:sldChg>
      <pc:sldChg chg="modSp modAnim">
        <pc:chgData name="José Pedro Calistro Torres de Miranda" userId="82558bf5-0a7c-4071-b398-5925c96dbeb2" providerId="ADAL" clId="{1B21DF0B-C0AD-4B0D-8F9E-CD013A7D80D3}" dt="2025-03-07T02:34:39.884" v="11" actId="6549"/>
        <pc:sldMkLst>
          <pc:docMk/>
          <pc:sldMk cId="3917579560" sldId="319"/>
        </pc:sldMkLst>
        <pc:spChg chg="mod">
          <ac:chgData name="José Pedro Calistro Torres de Miranda" userId="82558bf5-0a7c-4071-b398-5925c96dbeb2" providerId="ADAL" clId="{1B21DF0B-C0AD-4B0D-8F9E-CD013A7D80D3}" dt="2025-03-07T02:34:39.884" v="11" actId="6549"/>
          <ac:spMkLst>
            <pc:docMk/>
            <pc:sldMk cId="3917579560" sldId="319"/>
            <ac:spMk id="3" creationId="{D8726801-AA1F-7181-A680-DBA3E16E4C55}"/>
          </ac:spMkLst>
        </pc:spChg>
      </pc:sldChg>
      <pc:sldChg chg="del">
        <pc:chgData name="José Pedro Calistro Torres de Miranda" userId="82558bf5-0a7c-4071-b398-5925c96dbeb2" providerId="ADAL" clId="{1B21DF0B-C0AD-4B0D-8F9E-CD013A7D80D3}" dt="2025-03-07T03:06:07.192" v="318" actId="47"/>
        <pc:sldMkLst>
          <pc:docMk/>
          <pc:sldMk cId="1088245711" sldId="946"/>
        </pc:sldMkLst>
      </pc:sldChg>
      <pc:sldChg chg="addSp delSp modSp mod delAnim modAnim">
        <pc:chgData name="José Pedro Calistro Torres de Miranda" userId="82558bf5-0a7c-4071-b398-5925c96dbeb2" providerId="ADAL" clId="{1B21DF0B-C0AD-4B0D-8F9E-CD013A7D80D3}" dt="2025-03-07T03:13:25.766" v="624"/>
        <pc:sldMkLst>
          <pc:docMk/>
          <pc:sldMk cId="1768128975" sldId="950"/>
        </pc:sldMkLst>
        <pc:spChg chg="add del mod">
          <ac:chgData name="José Pedro Calistro Torres de Miranda" userId="82558bf5-0a7c-4071-b398-5925c96dbeb2" providerId="ADAL" clId="{1B21DF0B-C0AD-4B0D-8F9E-CD013A7D80D3}" dt="2025-03-07T03:12:53.308" v="617" actId="478"/>
          <ac:spMkLst>
            <pc:docMk/>
            <pc:sldMk cId="1768128975" sldId="950"/>
            <ac:spMk id="4" creationId="{DBBD58ED-3EDE-6590-BBCB-71CCCB2D8958}"/>
          </ac:spMkLst>
        </pc:spChg>
        <pc:graphicFrameChg chg="add mod">
          <ac:chgData name="José Pedro Calistro Torres de Miranda" userId="82558bf5-0a7c-4071-b398-5925c96dbeb2" providerId="ADAL" clId="{1B21DF0B-C0AD-4B0D-8F9E-CD013A7D80D3}" dt="2025-03-07T03:13:18.199" v="622" actId="12100"/>
          <ac:graphicFrameMkLst>
            <pc:docMk/>
            <pc:sldMk cId="1768128975" sldId="950"/>
            <ac:graphicFrameMk id="5" creationId="{C70079A2-0FEA-7CE8-FF78-C676F222EFDB}"/>
          </ac:graphicFrameMkLst>
        </pc:graphicFrameChg>
        <pc:graphicFrameChg chg="del">
          <ac:chgData name="José Pedro Calistro Torres de Miranda" userId="82558bf5-0a7c-4071-b398-5925c96dbeb2" providerId="ADAL" clId="{1B21DF0B-C0AD-4B0D-8F9E-CD013A7D80D3}" dt="2025-03-07T03:12:50.803" v="616" actId="478"/>
          <ac:graphicFrameMkLst>
            <pc:docMk/>
            <pc:sldMk cId="1768128975" sldId="950"/>
            <ac:graphicFrameMk id="12" creationId="{A9F4A6E3-91F7-4903-A07F-65DE062BAD41}"/>
          </ac:graphicFrameMkLst>
        </pc:graphicFrameChg>
      </pc:sldChg>
      <pc:sldChg chg="del">
        <pc:chgData name="José Pedro Calistro Torres de Miranda" userId="82558bf5-0a7c-4071-b398-5925c96dbeb2" providerId="ADAL" clId="{1B21DF0B-C0AD-4B0D-8F9E-CD013A7D80D3}" dt="2025-03-07T03:06:04.346" v="316" actId="47"/>
        <pc:sldMkLst>
          <pc:docMk/>
          <pc:sldMk cId="0" sldId="952"/>
        </pc:sldMkLst>
      </pc:sldChg>
      <pc:sldChg chg="del">
        <pc:chgData name="José Pedro Calistro Torres de Miranda" userId="82558bf5-0a7c-4071-b398-5925c96dbeb2" providerId="ADAL" clId="{1B21DF0B-C0AD-4B0D-8F9E-CD013A7D80D3}" dt="2025-03-07T03:06:06.377" v="317" actId="47"/>
        <pc:sldMkLst>
          <pc:docMk/>
          <pc:sldMk cId="0" sldId="953"/>
        </pc:sldMkLst>
      </pc:sldChg>
      <pc:sldChg chg="del">
        <pc:chgData name="José Pedro Calistro Torres de Miranda" userId="82558bf5-0a7c-4071-b398-5925c96dbeb2" providerId="ADAL" clId="{1B21DF0B-C0AD-4B0D-8F9E-CD013A7D80D3}" dt="2025-03-07T03:06:08.650" v="321" actId="47"/>
        <pc:sldMkLst>
          <pc:docMk/>
          <pc:sldMk cId="0" sldId="954"/>
        </pc:sldMkLst>
      </pc:sldChg>
      <pc:sldChg chg="del">
        <pc:chgData name="José Pedro Calistro Torres de Miranda" userId="82558bf5-0a7c-4071-b398-5925c96dbeb2" providerId="ADAL" clId="{1B21DF0B-C0AD-4B0D-8F9E-CD013A7D80D3}" dt="2025-03-07T03:06:09.056" v="322" actId="47"/>
        <pc:sldMkLst>
          <pc:docMk/>
          <pc:sldMk cId="1934928206" sldId="955"/>
        </pc:sldMkLst>
      </pc:sldChg>
      <pc:sldChg chg="setBg">
        <pc:chgData name="José Pedro Calistro Torres de Miranda" userId="82558bf5-0a7c-4071-b398-5925c96dbeb2" providerId="ADAL" clId="{1B21DF0B-C0AD-4B0D-8F9E-CD013A7D80D3}" dt="2025-03-07T03:07:31.163" v="366"/>
        <pc:sldMkLst>
          <pc:docMk/>
          <pc:sldMk cId="2600838393" sldId="956"/>
        </pc:sldMkLst>
      </pc:sldChg>
      <pc:sldChg chg="add del">
        <pc:chgData name="José Pedro Calistro Torres de Miranda" userId="82558bf5-0a7c-4071-b398-5925c96dbeb2" providerId="ADAL" clId="{1B21DF0B-C0AD-4B0D-8F9E-CD013A7D80D3}" dt="2025-03-07T02:34:44.085" v="12" actId="47"/>
        <pc:sldMkLst>
          <pc:docMk/>
          <pc:sldMk cId="0" sldId="957"/>
        </pc:sldMkLst>
      </pc:sldChg>
      <pc:sldChg chg="addSp delSp modSp add mod setBg modAnim setClrOvrMap">
        <pc:chgData name="José Pedro Calistro Torres de Miranda" userId="82558bf5-0a7c-4071-b398-5925c96dbeb2" providerId="ADAL" clId="{1B21DF0B-C0AD-4B0D-8F9E-CD013A7D80D3}" dt="2025-03-07T02:40:22.624" v="41"/>
        <pc:sldMkLst>
          <pc:docMk/>
          <pc:sldMk cId="0" sldId="958"/>
        </pc:sldMkLst>
        <pc:spChg chg="add del mod">
          <ac:chgData name="José Pedro Calistro Torres de Miranda" userId="82558bf5-0a7c-4071-b398-5925c96dbeb2" providerId="ADAL" clId="{1B21DF0B-C0AD-4B0D-8F9E-CD013A7D80D3}" dt="2025-03-07T02:39:57.222" v="38" actId="26606"/>
          <ac:spMkLst>
            <pc:docMk/>
            <pc:sldMk cId="0" sldId="958"/>
            <ac:spMk id="2" creationId="{00000000-0000-0000-0000-000000000000}"/>
          </ac:spMkLst>
        </pc:spChg>
        <pc:spChg chg="del mod">
          <ac:chgData name="José Pedro Calistro Torres de Miranda" userId="82558bf5-0a7c-4071-b398-5925c96dbeb2" providerId="ADAL" clId="{1B21DF0B-C0AD-4B0D-8F9E-CD013A7D80D3}" dt="2025-03-07T02:39:22.685" v="28" actId="478"/>
          <ac:spMkLst>
            <pc:docMk/>
            <pc:sldMk cId="0" sldId="958"/>
            <ac:spMk id="3" creationId="{00000000-0000-0000-0000-000000000000}"/>
          </ac:spMkLst>
        </pc:spChg>
        <pc:spChg chg="add mod">
          <ac:chgData name="José Pedro Calistro Torres de Miranda" userId="82558bf5-0a7c-4071-b398-5925c96dbeb2" providerId="ADAL" clId="{1B21DF0B-C0AD-4B0D-8F9E-CD013A7D80D3}" dt="2025-03-07T02:39:46.854" v="36" actId="21"/>
          <ac:spMkLst>
            <pc:docMk/>
            <pc:sldMk cId="0" sldId="958"/>
            <ac:spMk id="5" creationId="{F405E97C-BAA0-D6D2-E575-0D688D3EB2A1}"/>
          </ac:spMkLst>
        </pc:spChg>
        <pc:spChg chg="add del mod">
          <ac:chgData name="José Pedro Calistro Torres de Miranda" userId="82558bf5-0a7c-4071-b398-5925c96dbeb2" providerId="ADAL" clId="{1B21DF0B-C0AD-4B0D-8F9E-CD013A7D80D3}" dt="2025-03-07T02:39:40.592" v="34" actId="478"/>
          <ac:spMkLst>
            <pc:docMk/>
            <pc:sldMk cId="0" sldId="958"/>
            <ac:spMk id="8" creationId="{5AB40BDA-5A48-C228-0D25-A4E4FCC44D76}"/>
          </ac:spMkLst>
        </pc:spChg>
        <pc:spChg chg="add del">
          <ac:chgData name="José Pedro Calistro Torres de Miranda" userId="82558bf5-0a7c-4071-b398-5925c96dbeb2" providerId="ADAL" clId="{1B21DF0B-C0AD-4B0D-8F9E-CD013A7D80D3}" dt="2025-03-07T02:39:57.222" v="38" actId="26606"/>
          <ac:spMkLst>
            <pc:docMk/>
            <pc:sldMk cId="0" sldId="958"/>
            <ac:spMk id="10" creationId="{9228552E-C8B1-4A80-8448-0787CE0FC704}"/>
          </ac:spMkLst>
        </pc:spChg>
        <pc:spChg chg="add">
          <ac:chgData name="José Pedro Calistro Torres de Miranda" userId="82558bf5-0a7c-4071-b398-5925c96dbeb2" providerId="ADAL" clId="{1B21DF0B-C0AD-4B0D-8F9E-CD013A7D80D3}" dt="2025-03-07T02:39:57.222" v="38" actId="26606"/>
          <ac:spMkLst>
            <pc:docMk/>
            <pc:sldMk cId="0" sldId="958"/>
            <ac:spMk id="15" creationId="{2659FDB4-FCBE-4A89-B46D-43D4FA54464D}"/>
          </ac:spMkLst>
        </pc:spChg>
        <pc:graphicFrameChg chg="add mod ord modGraphic">
          <ac:chgData name="José Pedro Calistro Torres de Miranda" userId="82558bf5-0a7c-4071-b398-5925c96dbeb2" providerId="ADAL" clId="{1B21DF0B-C0AD-4B0D-8F9E-CD013A7D80D3}" dt="2025-03-07T02:39:57.222" v="38" actId="26606"/>
          <ac:graphicFrameMkLst>
            <pc:docMk/>
            <pc:sldMk cId="0" sldId="958"/>
            <ac:graphicFrameMk id="4" creationId="{C82F8EF5-2D6E-46F5-C42F-9B54719A5E36}"/>
          </ac:graphicFrameMkLst>
        </pc:graphicFrameChg>
        <pc:picChg chg="add del mod">
          <ac:chgData name="José Pedro Calistro Torres de Miranda" userId="82558bf5-0a7c-4071-b398-5925c96dbeb2" providerId="ADAL" clId="{1B21DF0B-C0AD-4B0D-8F9E-CD013A7D80D3}" dt="2025-03-07T02:39:44.549" v="35" actId="478"/>
          <ac:picMkLst>
            <pc:docMk/>
            <pc:sldMk cId="0" sldId="958"/>
            <ac:picMk id="6" creationId="{1915239B-032C-9EA9-43B5-EACB49CD5B5E}"/>
          </ac:picMkLst>
        </pc:picChg>
        <pc:cxnChg chg="add">
          <ac:chgData name="José Pedro Calistro Torres de Miranda" userId="82558bf5-0a7c-4071-b398-5925c96dbeb2" providerId="ADAL" clId="{1B21DF0B-C0AD-4B0D-8F9E-CD013A7D80D3}" dt="2025-03-07T02:39:57.222" v="38" actId="26606"/>
          <ac:cxnSpMkLst>
            <pc:docMk/>
            <pc:sldMk cId="0" sldId="958"/>
            <ac:cxnSpMk id="17" creationId="{C8F51B3F-8331-4E4A-AE96-D47B1006EEAD}"/>
          </ac:cxnSpMkLst>
        </pc:cxnChg>
      </pc:sldChg>
      <pc:sldChg chg="addSp delSp modSp add mod setBg modAnim">
        <pc:chgData name="José Pedro Calistro Torres de Miranda" userId="82558bf5-0a7c-4071-b398-5925c96dbeb2" providerId="ADAL" clId="{1B21DF0B-C0AD-4B0D-8F9E-CD013A7D80D3}" dt="2025-03-07T03:10:04.303" v="589" actId="20577"/>
        <pc:sldMkLst>
          <pc:docMk/>
          <pc:sldMk cId="0" sldId="959"/>
        </pc:sldMkLst>
        <pc:spChg chg="mod">
          <ac:chgData name="José Pedro Calistro Torres de Miranda" userId="82558bf5-0a7c-4071-b398-5925c96dbeb2" providerId="ADAL" clId="{1B21DF0B-C0AD-4B0D-8F9E-CD013A7D80D3}" dt="2025-03-07T03:10:04.303" v="589" actId="20577"/>
          <ac:spMkLst>
            <pc:docMk/>
            <pc:sldMk cId="0" sldId="959"/>
            <ac:spMk id="2" creationId="{00000000-0000-0000-0000-000000000000}"/>
          </ac:spMkLst>
        </pc:spChg>
        <pc:spChg chg="del">
          <ac:chgData name="José Pedro Calistro Torres de Miranda" userId="82558bf5-0a7c-4071-b398-5925c96dbeb2" providerId="ADAL" clId="{1B21DF0B-C0AD-4B0D-8F9E-CD013A7D80D3}" dt="2025-03-07T02:36:17.465" v="15" actId="26606"/>
          <ac:spMkLst>
            <pc:docMk/>
            <pc:sldMk cId="0" sldId="959"/>
            <ac:spMk id="3" creationId="{00000000-0000-0000-0000-000000000000}"/>
          </ac:spMkLst>
        </pc:spChg>
        <pc:spChg chg="add">
          <ac:chgData name="José Pedro Calistro Torres de Miranda" userId="82558bf5-0a7c-4071-b398-5925c96dbeb2" providerId="ADAL" clId="{1B21DF0B-C0AD-4B0D-8F9E-CD013A7D80D3}" dt="2025-03-07T02:36:17.465" v="15" actId="26606"/>
          <ac:spMkLst>
            <pc:docMk/>
            <pc:sldMk cId="0" sldId="959"/>
            <ac:spMk id="9" creationId="{BACC6370-2D7E-4714-9D71-7542949D7D5D}"/>
          </ac:spMkLst>
        </pc:spChg>
        <pc:spChg chg="add">
          <ac:chgData name="José Pedro Calistro Torres de Miranda" userId="82558bf5-0a7c-4071-b398-5925c96dbeb2" providerId="ADAL" clId="{1B21DF0B-C0AD-4B0D-8F9E-CD013A7D80D3}" dt="2025-03-07T02:36:17.465" v="15" actId="26606"/>
          <ac:spMkLst>
            <pc:docMk/>
            <pc:sldMk cId="0" sldId="959"/>
            <ac:spMk id="11" creationId="{F68B3F68-107C-434F-AA38-110D5EA91B85}"/>
          </ac:spMkLst>
        </pc:spChg>
        <pc:spChg chg="add">
          <ac:chgData name="José Pedro Calistro Torres de Miranda" userId="82558bf5-0a7c-4071-b398-5925c96dbeb2" providerId="ADAL" clId="{1B21DF0B-C0AD-4B0D-8F9E-CD013A7D80D3}" dt="2025-03-07T02:36:17.465" v="15" actId="26606"/>
          <ac:spMkLst>
            <pc:docMk/>
            <pc:sldMk cId="0" sldId="959"/>
            <ac:spMk id="13" creationId="{AAD0DBB9-1A4B-4391-81D4-CB19F9AB918A}"/>
          </ac:spMkLst>
        </pc:spChg>
        <pc:spChg chg="add">
          <ac:chgData name="José Pedro Calistro Torres de Miranda" userId="82558bf5-0a7c-4071-b398-5925c96dbeb2" providerId="ADAL" clId="{1B21DF0B-C0AD-4B0D-8F9E-CD013A7D80D3}" dt="2025-03-07T02:36:17.465" v="15" actId="26606"/>
          <ac:spMkLst>
            <pc:docMk/>
            <pc:sldMk cId="0" sldId="959"/>
            <ac:spMk id="15" creationId="{063BBA22-50EA-4C4D-BE05-F1CE4E63AA56}"/>
          </ac:spMkLst>
        </pc:spChg>
        <pc:graphicFrameChg chg="add">
          <ac:chgData name="José Pedro Calistro Torres de Miranda" userId="82558bf5-0a7c-4071-b398-5925c96dbeb2" providerId="ADAL" clId="{1B21DF0B-C0AD-4B0D-8F9E-CD013A7D80D3}" dt="2025-03-07T02:36:17.465" v="15" actId="26606"/>
          <ac:graphicFrameMkLst>
            <pc:docMk/>
            <pc:sldMk cId="0" sldId="959"/>
            <ac:graphicFrameMk id="5" creationId="{5C8B725A-B5A8-0993-A4A1-79ACB4C955B3}"/>
          </ac:graphicFrameMkLst>
        </pc:graphicFrameChg>
      </pc:sldChg>
      <pc:sldChg chg="addSp delSp modSp add mod setBg">
        <pc:chgData name="José Pedro Calistro Torres de Miranda" userId="82558bf5-0a7c-4071-b398-5925c96dbeb2" providerId="ADAL" clId="{1B21DF0B-C0AD-4B0D-8F9E-CD013A7D80D3}" dt="2025-03-07T02:41:10.570" v="50" actId="26606"/>
        <pc:sldMkLst>
          <pc:docMk/>
          <pc:sldMk cId="0" sldId="960"/>
        </pc:sldMkLst>
        <pc:spChg chg="mod">
          <ac:chgData name="José Pedro Calistro Torres de Miranda" userId="82558bf5-0a7c-4071-b398-5925c96dbeb2" providerId="ADAL" clId="{1B21DF0B-C0AD-4B0D-8F9E-CD013A7D80D3}" dt="2025-03-07T02:41:10.570" v="50" actId="26606"/>
          <ac:spMkLst>
            <pc:docMk/>
            <pc:sldMk cId="0" sldId="960"/>
            <ac:spMk id="2" creationId="{00000000-0000-0000-0000-000000000000}"/>
          </ac:spMkLst>
        </pc:spChg>
        <pc:spChg chg="del">
          <ac:chgData name="José Pedro Calistro Torres de Miranda" userId="82558bf5-0a7c-4071-b398-5925c96dbeb2" providerId="ADAL" clId="{1B21DF0B-C0AD-4B0D-8F9E-CD013A7D80D3}" dt="2025-03-07T02:41:10.570" v="50" actId="26606"/>
          <ac:spMkLst>
            <pc:docMk/>
            <pc:sldMk cId="0" sldId="960"/>
            <ac:spMk id="3" creationId="{00000000-0000-0000-0000-000000000000}"/>
          </ac:spMkLst>
        </pc:spChg>
        <pc:spChg chg="add">
          <ac:chgData name="José Pedro Calistro Torres de Miranda" userId="82558bf5-0a7c-4071-b398-5925c96dbeb2" providerId="ADAL" clId="{1B21DF0B-C0AD-4B0D-8F9E-CD013A7D80D3}" dt="2025-03-07T02:41:10.570" v="50" actId="26606"/>
          <ac:spMkLst>
            <pc:docMk/>
            <pc:sldMk cId="0" sldId="960"/>
            <ac:spMk id="9" creationId="{BACC6370-2D7E-4714-9D71-7542949D7D5D}"/>
          </ac:spMkLst>
        </pc:spChg>
        <pc:spChg chg="add">
          <ac:chgData name="José Pedro Calistro Torres de Miranda" userId="82558bf5-0a7c-4071-b398-5925c96dbeb2" providerId="ADAL" clId="{1B21DF0B-C0AD-4B0D-8F9E-CD013A7D80D3}" dt="2025-03-07T02:41:10.570" v="50" actId="26606"/>
          <ac:spMkLst>
            <pc:docMk/>
            <pc:sldMk cId="0" sldId="960"/>
            <ac:spMk id="11" creationId="{F68B3F68-107C-434F-AA38-110D5EA91B85}"/>
          </ac:spMkLst>
        </pc:spChg>
        <pc:spChg chg="add">
          <ac:chgData name="José Pedro Calistro Torres de Miranda" userId="82558bf5-0a7c-4071-b398-5925c96dbeb2" providerId="ADAL" clId="{1B21DF0B-C0AD-4B0D-8F9E-CD013A7D80D3}" dt="2025-03-07T02:41:10.570" v="50" actId="26606"/>
          <ac:spMkLst>
            <pc:docMk/>
            <pc:sldMk cId="0" sldId="960"/>
            <ac:spMk id="13" creationId="{AAD0DBB9-1A4B-4391-81D4-CB19F9AB918A}"/>
          </ac:spMkLst>
        </pc:spChg>
        <pc:spChg chg="add">
          <ac:chgData name="José Pedro Calistro Torres de Miranda" userId="82558bf5-0a7c-4071-b398-5925c96dbeb2" providerId="ADAL" clId="{1B21DF0B-C0AD-4B0D-8F9E-CD013A7D80D3}" dt="2025-03-07T02:41:10.570" v="50" actId="26606"/>
          <ac:spMkLst>
            <pc:docMk/>
            <pc:sldMk cId="0" sldId="960"/>
            <ac:spMk id="15" creationId="{063BBA22-50EA-4C4D-BE05-F1CE4E63AA56}"/>
          </ac:spMkLst>
        </pc:spChg>
        <pc:graphicFrameChg chg="add">
          <ac:chgData name="José Pedro Calistro Torres de Miranda" userId="82558bf5-0a7c-4071-b398-5925c96dbeb2" providerId="ADAL" clId="{1B21DF0B-C0AD-4B0D-8F9E-CD013A7D80D3}" dt="2025-03-07T02:41:10.570" v="50" actId="26606"/>
          <ac:graphicFrameMkLst>
            <pc:docMk/>
            <pc:sldMk cId="0" sldId="960"/>
            <ac:graphicFrameMk id="5" creationId="{1096E746-D277-9082-11EE-AAD417202D9F}"/>
          </ac:graphicFrameMkLst>
        </pc:graphicFrameChg>
      </pc:sldChg>
      <pc:sldChg chg="add del">
        <pc:chgData name="José Pedro Calistro Torres de Miranda" userId="82558bf5-0a7c-4071-b398-5925c96dbeb2" providerId="ADAL" clId="{1B21DF0B-C0AD-4B0D-8F9E-CD013A7D80D3}" dt="2025-03-07T03:04:40.101" v="298" actId="47"/>
        <pc:sldMkLst>
          <pc:docMk/>
          <pc:sldMk cId="0" sldId="961"/>
        </pc:sldMkLst>
      </pc:sldChg>
      <pc:sldChg chg="add del">
        <pc:chgData name="José Pedro Calistro Torres de Miranda" userId="82558bf5-0a7c-4071-b398-5925c96dbeb2" providerId="ADAL" clId="{1B21DF0B-C0AD-4B0D-8F9E-CD013A7D80D3}" dt="2025-03-07T03:05:58.919" v="315" actId="47"/>
        <pc:sldMkLst>
          <pc:docMk/>
          <pc:sldMk cId="0" sldId="962"/>
        </pc:sldMkLst>
      </pc:sldChg>
      <pc:sldChg chg="addSp delSp modSp new mod setBg modAnim">
        <pc:chgData name="José Pedro Calistro Torres de Miranda" userId="82558bf5-0a7c-4071-b398-5925c96dbeb2" providerId="ADAL" clId="{1B21DF0B-C0AD-4B0D-8F9E-CD013A7D80D3}" dt="2025-03-07T02:58:08.667" v="240"/>
        <pc:sldMkLst>
          <pc:docMk/>
          <pc:sldMk cId="1800994235" sldId="963"/>
        </pc:sldMkLst>
        <pc:spChg chg="mod">
          <ac:chgData name="José Pedro Calistro Torres de Miranda" userId="82558bf5-0a7c-4071-b398-5925c96dbeb2" providerId="ADAL" clId="{1B21DF0B-C0AD-4B0D-8F9E-CD013A7D80D3}" dt="2025-03-07T02:43:33.658" v="62" actId="26606"/>
          <ac:spMkLst>
            <pc:docMk/>
            <pc:sldMk cId="1800994235" sldId="963"/>
            <ac:spMk id="2" creationId="{5AEB7038-1A2E-D800-90C9-642B24C5049B}"/>
          </ac:spMkLst>
        </pc:spChg>
        <pc:spChg chg="add del mod">
          <ac:chgData name="José Pedro Calistro Torres de Miranda" userId="82558bf5-0a7c-4071-b398-5925c96dbeb2" providerId="ADAL" clId="{1B21DF0B-C0AD-4B0D-8F9E-CD013A7D80D3}" dt="2025-03-07T02:43:33.658" v="62" actId="26606"/>
          <ac:spMkLst>
            <pc:docMk/>
            <pc:sldMk cId="1800994235" sldId="963"/>
            <ac:spMk id="3" creationId="{34506870-8ECD-202D-DA17-801070955EFB}"/>
          </ac:spMkLst>
        </pc:spChg>
        <pc:spChg chg="add del">
          <ac:chgData name="José Pedro Calistro Torres de Miranda" userId="82558bf5-0a7c-4071-b398-5925c96dbeb2" providerId="ADAL" clId="{1B21DF0B-C0AD-4B0D-8F9E-CD013A7D80D3}" dt="2025-03-07T02:43:19.883" v="57" actId="26606"/>
          <ac:spMkLst>
            <pc:docMk/>
            <pc:sldMk cId="1800994235" sldId="963"/>
            <ac:spMk id="9" creationId="{BACC6370-2D7E-4714-9D71-7542949D7D5D}"/>
          </ac:spMkLst>
        </pc:spChg>
        <pc:spChg chg="add del">
          <ac:chgData name="José Pedro Calistro Torres de Miranda" userId="82558bf5-0a7c-4071-b398-5925c96dbeb2" providerId="ADAL" clId="{1B21DF0B-C0AD-4B0D-8F9E-CD013A7D80D3}" dt="2025-03-07T02:43:32.738" v="59" actId="26606"/>
          <ac:spMkLst>
            <pc:docMk/>
            <pc:sldMk cId="1800994235" sldId="963"/>
            <ac:spMk id="10" creationId="{245A9F99-D9B1-4094-A2E2-B90AC1DB7B9C}"/>
          </ac:spMkLst>
        </pc:spChg>
        <pc:spChg chg="add del">
          <ac:chgData name="José Pedro Calistro Torres de Miranda" userId="82558bf5-0a7c-4071-b398-5925c96dbeb2" providerId="ADAL" clId="{1B21DF0B-C0AD-4B0D-8F9E-CD013A7D80D3}" dt="2025-03-07T02:43:19.883" v="57" actId="26606"/>
          <ac:spMkLst>
            <pc:docMk/>
            <pc:sldMk cId="1800994235" sldId="963"/>
            <ac:spMk id="11" creationId="{F68B3F68-107C-434F-AA38-110D5EA91B85}"/>
          </ac:spMkLst>
        </pc:spChg>
        <pc:spChg chg="add del">
          <ac:chgData name="José Pedro Calistro Torres de Miranda" userId="82558bf5-0a7c-4071-b398-5925c96dbeb2" providerId="ADAL" clId="{1B21DF0B-C0AD-4B0D-8F9E-CD013A7D80D3}" dt="2025-03-07T02:43:32.738" v="59" actId="26606"/>
          <ac:spMkLst>
            <pc:docMk/>
            <pc:sldMk cId="1800994235" sldId="963"/>
            <ac:spMk id="12" creationId="{B7FAF607-473A-4A43-A23D-BBFF5C4117BB}"/>
          </ac:spMkLst>
        </pc:spChg>
        <pc:spChg chg="add del">
          <ac:chgData name="José Pedro Calistro Torres de Miranda" userId="82558bf5-0a7c-4071-b398-5925c96dbeb2" providerId="ADAL" clId="{1B21DF0B-C0AD-4B0D-8F9E-CD013A7D80D3}" dt="2025-03-07T02:43:19.883" v="57" actId="26606"/>
          <ac:spMkLst>
            <pc:docMk/>
            <pc:sldMk cId="1800994235" sldId="963"/>
            <ac:spMk id="13" creationId="{AAD0DBB9-1A4B-4391-81D4-CB19F9AB918A}"/>
          </ac:spMkLst>
        </pc:spChg>
        <pc:spChg chg="add del">
          <ac:chgData name="José Pedro Calistro Torres de Miranda" userId="82558bf5-0a7c-4071-b398-5925c96dbeb2" providerId="ADAL" clId="{1B21DF0B-C0AD-4B0D-8F9E-CD013A7D80D3}" dt="2025-03-07T02:43:19.883" v="57" actId="26606"/>
          <ac:spMkLst>
            <pc:docMk/>
            <pc:sldMk cId="1800994235" sldId="963"/>
            <ac:spMk id="15" creationId="{063BBA22-50EA-4C4D-BE05-F1CE4E63AA56}"/>
          </ac:spMkLst>
        </pc:spChg>
        <pc:spChg chg="add del">
          <ac:chgData name="José Pedro Calistro Torres de Miranda" userId="82558bf5-0a7c-4071-b398-5925c96dbeb2" providerId="ADAL" clId="{1B21DF0B-C0AD-4B0D-8F9E-CD013A7D80D3}" dt="2025-03-07T02:43:32.738" v="59" actId="26606"/>
          <ac:spMkLst>
            <pc:docMk/>
            <pc:sldMk cId="1800994235" sldId="963"/>
            <ac:spMk id="18" creationId="{34506870-8ECD-202D-DA17-801070955EFB}"/>
          </ac:spMkLst>
        </pc:spChg>
        <pc:spChg chg="add del">
          <ac:chgData name="José Pedro Calistro Torres de Miranda" userId="82558bf5-0a7c-4071-b398-5925c96dbeb2" providerId="ADAL" clId="{1B21DF0B-C0AD-4B0D-8F9E-CD013A7D80D3}" dt="2025-03-07T02:43:33.645" v="61" actId="26606"/>
          <ac:spMkLst>
            <pc:docMk/>
            <pc:sldMk cId="1800994235" sldId="963"/>
            <ac:spMk id="21" creationId="{245A9F99-D9B1-4094-A2E2-B90AC1DB7B9C}"/>
          </ac:spMkLst>
        </pc:spChg>
        <pc:spChg chg="add del">
          <ac:chgData name="José Pedro Calistro Torres de Miranda" userId="82558bf5-0a7c-4071-b398-5925c96dbeb2" providerId="ADAL" clId="{1B21DF0B-C0AD-4B0D-8F9E-CD013A7D80D3}" dt="2025-03-07T02:43:33.645" v="61" actId="26606"/>
          <ac:spMkLst>
            <pc:docMk/>
            <pc:sldMk cId="1800994235" sldId="963"/>
            <ac:spMk id="22" creationId="{B7FAF607-473A-4A43-A23D-BBFF5C4117BB}"/>
          </ac:spMkLst>
        </pc:spChg>
        <pc:spChg chg="add del">
          <ac:chgData name="José Pedro Calistro Torres de Miranda" userId="82558bf5-0a7c-4071-b398-5925c96dbeb2" providerId="ADAL" clId="{1B21DF0B-C0AD-4B0D-8F9E-CD013A7D80D3}" dt="2025-03-07T02:43:33.645" v="61" actId="26606"/>
          <ac:spMkLst>
            <pc:docMk/>
            <pc:sldMk cId="1800994235" sldId="963"/>
            <ac:spMk id="24" creationId="{34506870-8ECD-202D-DA17-801070955EFB}"/>
          </ac:spMkLst>
        </pc:spChg>
        <pc:spChg chg="add">
          <ac:chgData name="José Pedro Calistro Torres de Miranda" userId="82558bf5-0a7c-4071-b398-5925c96dbeb2" providerId="ADAL" clId="{1B21DF0B-C0AD-4B0D-8F9E-CD013A7D80D3}" dt="2025-03-07T02:43:33.658" v="62" actId="26606"/>
          <ac:spMkLst>
            <pc:docMk/>
            <pc:sldMk cId="1800994235" sldId="963"/>
            <ac:spMk id="30" creationId="{245A9F99-D9B1-4094-A2E2-B90AC1DB7B9C}"/>
          </ac:spMkLst>
        </pc:spChg>
        <pc:spChg chg="add">
          <ac:chgData name="José Pedro Calistro Torres de Miranda" userId="82558bf5-0a7c-4071-b398-5925c96dbeb2" providerId="ADAL" clId="{1B21DF0B-C0AD-4B0D-8F9E-CD013A7D80D3}" dt="2025-03-07T02:43:33.658" v="62" actId="26606"/>
          <ac:spMkLst>
            <pc:docMk/>
            <pc:sldMk cId="1800994235" sldId="963"/>
            <ac:spMk id="31" creationId="{B7FAF607-473A-4A43-A23D-BBFF5C4117BB}"/>
          </ac:spMkLst>
        </pc:spChg>
        <pc:spChg chg="add mod">
          <ac:chgData name="José Pedro Calistro Torres de Miranda" userId="82558bf5-0a7c-4071-b398-5925c96dbeb2" providerId="ADAL" clId="{1B21DF0B-C0AD-4B0D-8F9E-CD013A7D80D3}" dt="2025-03-07T02:58:05.709" v="239" actId="5793"/>
          <ac:spMkLst>
            <pc:docMk/>
            <pc:sldMk cId="1800994235" sldId="963"/>
            <ac:spMk id="33" creationId="{34506870-8ECD-202D-DA17-801070955EFB}"/>
          </ac:spMkLst>
        </pc:spChg>
        <pc:grpChg chg="add del">
          <ac:chgData name="José Pedro Calistro Torres de Miranda" userId="82558bf5-0a7c-4071-b398-5925c96dbeb2" providerId="ADAL" clId="{1B21DF0B-C0AD-4B0D-8F9E-CD013A7D80D3}" dt="2025-03-07T02:43:32.738" v="59" actId="26606"/>
          <ac:grpSpMkLst>
            <pc:docMk/>
            <pc:sldMk cId="1800994235" sldId="963"/>
            <ac:grpSpMk id="14" creationId="{C5F6476F-D303-44D3-B30F-1BA348F0F64A}"/>
          </ac:grpSpMkLst>
        </pc:grpChg>
        <pc:grpChg chg="add del">
          <ac:chgData name="José Pedro Calistro Torres de Miranda" userId="82558bf5-0a7c-4071-b398-5925c96dbeb2" providerId="ADAL" clId="{1B21DF0B-C0AD-4B0D-8F9E-CD013A7D80D3}" dt="2025-03-07T02:43:33.645" v="61" actId="26606"/>
          <ac:grpSpMkLst>
            <pc:docMk/>
            <pc:sldMk cId="1800994235" sldId="963"/>
            <ac:grpSpMk id="25" creationId="{C5F6476F-D303-44D3-B30F-1BA348F0F64A}"/>
          </ac:grpSpMkLst>
        </pc:grpChg>
        <pc:grpChg chg="add">
          <ac:chgData name="José Pedro Calistro Torres de Miranda" userId="82558bf5-0a7c-4071-b398-5925c96dbeb2" providerId="ADAL" clId="{1B21DF0B-C0AD-4B0D-8F9E-CD013A7D80D3}" dt="2025-03-07T02:43:33.658" v="62" actId="26606"/>
          <ac:grpSpMkLst>
            <pc:docMk/>
            <pc:sldMk cId="1800994235" sldId="963"/>
            <ac:grpSpMk id="34" creationId="{C5F6476F-D303-44D3-B30F-1BA348F0F64A}"/>
          </ac:grpSpMkLst>
        </pc:grpChg>
        <pc:graphicFrameChg chg="add del">
          <ac:chgData name="José Pedro Calistro Torres de Miranda" userId="82558bf5-0a7c-4071-b398-5925c96dbeb2" providerId="ADAL" clId="{1B21DF0B-C0AD-4B0D-8F9E-CD013A7D80D3}" dt="2025-03-07T02:43:19.883" v="57" actId="26606"/>
          <ac:graphicFrameMkLst>
            <pc:docMk/>
            <pc:sldMk cId="1800994235" sldId="963"/>
            <ac:graphicFrameMk id="5" creationId="{3F2502B6-1B0C-283F-7E04-6EFB622ABCD6}"/>
          </ac:graphicFrameMkLst>
        </pc:graphicFrameChg>
        <pc:picChg chg="add del">
          <ac:chgData name="José Pedro Calistro Torres de Miranda" userId="82558bf5-0a7c-4071-b398-5925c96dbeb2" providerId="ADAL" clId="{1B21DF0B-C0AD-4B0D-8F9E-CD013A7D80D3}" dt="2025-03-07T02:43:32.738" v="59" actId="26606"/>
          <ac:picMkLst>
            <pc:docMk/>
            <pc:sldMk cId="1800994235" sldId="963"/>
            <ac:picMk id="7" creationId="{FC4537BB-5B22-4078-8264-D9DEB0B3DC69}"/>
          </ac:picMkLst>
        </pc:picChg>
        <pc:picChg chg="add del">
          <ac:chgData name="José Pedro Calistro Torres de Miranda" userId="82558bf5-0a7c-4071-b398-5925c96dbeb2" providerId="ADAL" clId="{1B21DF0B-C0AD-4B0D-8F9E-CD013A7D80D3}" dt="2025-03-07T02:43:33.645" v="61" actId="26606"/>
          <ac:picMkLst>
            <pc:docMk/>
            <pc:sldMk cId="1800994235" sldId="963"/>
            <ac:picMk id="23" creationId="{EBD48568-C2D4-0138-15E6-0CA0327A2A8D}"/>
          </ac:picMkLst>
        </pc:picChg>
        <pc:picChg chg="add">
          <ac:chgData name="José Pedro Calistro Torres de Miranda" userId="82558bf5-0a7c-4071-b398-5925c96dbeb2" providerId="ADAL" clId="{1B21DF0B-C0AD-4B0D-8F9E-CD013A7D80D3}" dt="2025-03-07T02:43:33.658" v="62" actId="26606"/>
          <ac:picMkLst>
            <pc:docMk/>
            <pc:sldMk cId="1800994235" sldId="963"/>
            <ac:picMk id="32" creationId="{FC4537BB-5B22-4078-8264-D9DEB0B3DC69}"/>
          </ac:picMkLst>
        </pc:picChg>
      </pc:sldChg>
      <pc:sldChg chg="addSp delSp modSp add mod modTransition modAnim">
        <pc:chgData name="José Pedro Calistro Torres de Miranda" userId="82558bf5-0a7c-4071-b398-5925c96dbeb2" providerId="ADAL" clId="{1B21DF0B-C0AD-4B0D-8F9E-CD013A7D80D3}" dt="2025-03-07T02:57:58.327" v="236" actId="27636"/>
        <pc:sldMkLst>
          <pc:docMk/>
          <pc:sldMk cId="511752313" sldId="964"/>
        </pc:sldMkLst>
        <pc:spChg chg="mod">
          <ac:chgData name="José Pedro Calistro Torres de Miranda" userId="82558bf5-0a7c-4071-b398-5925c96dbeb2" providerId="ADAL" clId="{1B21DF0B-C0AD-4B0D-8F9E-CD013A7D80D3}" dt="2025-03-07T02:43:47.544" v="64" actId="26606"/>
          <ac:spMkLst>
            <pc:docMk/>
            <pc:sldMk cId="511752313" sldId="964"/>
            <ac:spMk id="2" creationId="{F11B254A-B03A-33EC-5DB1-53FC4F7EC5B8}"/>
          </ac:spMkLst>
        </pc:spChg>
        <pc:spChg chg="del">
          <ac:chgData name="José Pedro Calistro Torres de Miranda" userId="82558bf5-0a7c-4071-b398-5925c96dbeb2" providerId="ADAL" clId="{1B21DF0B-C0AD-4B0D-8F9E-CD013A7D80D3}" dt="2025-03-07T02:43:47.544" v="64" actId="26606"/>
          <ac:spMkLst>
            <pc:docMk/>
            <pc:sldMk cId="511752313" sldId="964"/>
            <ac:spMk id="30" creationId="{CC726138-44DB-285B-F8FF-D5626C0C4931}"/>
          </ac:spMkLst>
        </pc:spChg>
        <pc:spChg chg="del">
          <ac:chgData name="José Pedro Calistro Torres de Miranda" userId="82558bf5-0a7c-4071-b398-5925c96dbeb2" providerId="ADAL" clId="{1B21DF0B-C0AD-4B0D-8F9E-CD013A7D80D3}" dt="2025-03-07T02:43:47.544" v="64" actId="26606"/>
          <ac:spMkLst>
            <pc:docMk/>
            <pc:sldMk cId="511752313" sldId="964"/>
            <ac:spMk id="31" creationId="{225821C7-9A83-69EF-79BF-265BF6A10CC1}"/>
          </ac:spMkLst>
        </pc:spChg>
        <pc:spChg chg="mod">
          <ac:chgData name="José Pedro Calistro Torres de Miranda" userId="82558bf5-0a7c-4071-b398-5925c96dbeb2" providerId="ADAL" clId="{1B21DF0B-C0AD-4B0D-8F9E-CD013A7D80D3}" dt="2025-03-07T02:57:58.327" v="236" actId="27636"/>
          <ac:spMkLst>
            <pc:docMk/>
            <pc:sldMk cId="511752313" sldId="964"/>
            <ac:spMk id="33" creationId="{F39FCD23-58BB-74BA-378D-190E2FF8678B}"/>
          </ac:spMkLst>
        </pc:spChg>
        <pc:spChg chg="add">
          <ac:chgData name="José Pedro Calistro Torres de Miranda" userId="82558bf5-0a7c-4071-b398-5925c96dbeb2" providerId="ADAL" clId="{1B21DF0B-C0AD-4B0D-8F9E-CD013A7D80D3}" dt="2025-03-07T02:43:47.544" v="64" actId="26606"/>
          <ac:spMkLst>
            <pc:docMk/>
            <pc:sldMk cId="511752313" sldId="964"/>
            <ac:spMk id="40" creationId="{B6FACB3C-9069-4791-BC5C-0DB7CD19B853}"/>
          </ac:spMkLst>
        </pc:spChg>
        <pc:spChg chg="add">
          <ac:chgData name="José Pedro Calistro Torres de Miranda" userId="82558bf5-0a7c-4071-b398-5925c96dbeb2" providerId="ADAL" clId="{1B21DF0B-C0AD-4B0D-8F9E-CD013A7D80D3}" dt="2025-03-07T02:43:47.544" v="64" actId="26606"/>
          <ac:spMkLst>
            <pc:docMk/>
            <pc:sldMk cId="511752313" sldId="964"/>
            <ac:spMk id="42" creationId="{71F2038E-D777-4B76-81DD-DD13EE91B9DD}"/>
          </ac:spMkLst>
        </pc:spChg>
        <pc:grpChg chg="del">
          <ac:chgData name="José Pedro Calistro Torres de Miranda" userId="82558bf5-0a7c-4071-b398-5925c96dbeb2" providerId="ADAL" clId="{1B21DF0B-C0AD-4B0D-8F9E-CD013A7D80D3}" dt="2025-03-07T02:43:47.544" v="64" actId="26606"/>
          <ac:grpSpMkLst>
            <pc:docMk/>
            <pc:sldMk cId="511752313" sldId="964"/>
            <ac:grpSpMk id="34" creationId="{0EA5B5D4-319E-077D-8913-A4B42250ED04}"/>
          </ac:grpSpMkLst>
        </pc:grpChg>
        <pc:grpChg chg="add">
          <ac:chgData name="José Pedro Calistro Torres de Miranda" userId="82558bf5-0a7c-4071-b398-5925c96dbeb2" providerId="ADAL" clId="{1B21DF0B-C0AD-4B0D-8F9E-CD013A7D80D3}" dt="2025-03-07T02:43:47.544" v="64" actId="26606"/>
          <ac:grpSpMkLst>
            <pc:docMk/>
            <pc:sldMk cId="511752313" sldId="964"/>
            <ac:grpSpMk id="44" creationId="{DD354807-230F-4402-B1B9-F733A8F1F190}"/>
          </ac:grpSpMkLst>
        </pc:grpChg>
        <pc:picChg chg="mod ord">
          <ac:chgData name="José Pedro Calistro Torres de Miranda" userId="82558bf5-0a7c-4071-b398-5925c96dbeb2" providerId="ADAL" clId="{1B21DF0B-C0AD-4B0D-8F9E-CD013A7D80D3}" dt="2025-03-07T02:43:47.544" v="64" actId="26606"/>
          <ac:picMkLst>
            <pc:docMk/>
            <pc:sldMk cId="511752313" sldId="964"/>
            <ac:picMk id="32" creationId="{3CE32F75-8037-80EB-F3CD-4EDE62901CDA}"/>
          </ac:picMkLst>
        </pc:picChg>
      </pc:sldChg>
      <pc:sldChg chg="addSp delSp modSp add mod modTransition modAnim">
        <pc:chgData name="José Pedro Calistro Torres de Miranda" userId="82558bf5-0a7c-4071-b398-5925c96dbeb2" providerId="ADAL" clId="{1B21DF0B-C0AD-4B0D-8F9E-CD013A7D80D3}" dt="2025-03-07T02:57:33.519" v="219" actId="27636"/>
        <pc:sldMkLst>
          <pc:docMk/>
          <pc:sldMk cId="3093576957" sldId="965"/>
        </pc:sldMkLst>
        <pc:spChg chg="mod">
          <ac:chgData name="José Pedro Calistro Torres de Miranda" userId="82558bf5-0a7c-4071-b398-5925c96dbeb2" providerId="ADAL" clId="{1B21DF0B-C0AD-4B0D-8F9E-CD013A7D80D3}" dt="2025-03-07T02:46:25.433" v="83" actId="26606"/>
          <ac:spMkLst>
            <pc:docMk/>
            <pc:sldMk cId="3093576957" sldId="965"/>
            <ac:spMk id="2" creationId="{66949B53-B6D6-2FEF-8BC2-F29F5BE4F183}"/>
          </ac:spMkLst>
        </pc:spChg>
        <pc:spChg chg="mod ord">
          <ac:chgData name="José Pedro Calistro Torres de Miranda" userId="82558bf5-0a7c-4071-b398-5925c96dbeb2" providerId="ADAL" clId="{1B21DF0B-C0AD-4B0D-8F9E-CD013A7D80D3}" dt="2025-03-07T02:57:33.519" v="219" actId="27636"/>
          <ac:spMkLst>
            <pc:docMk/>
            <pc:sldMk cId="3093576957" sldId="965"/>
            <ac:spMk id="33" creationId="{AEF4E8D8-B342-C9C9-AC3A-27516669E71B}"/>
          </ac:spMkLst>
        </pc:spChg>
        <pc:spChg chg="del">
          <ac:chgData name="José Pedro Calistro Torres de Miranda" userId="82558bf5-0a7c-4071-b398-5925c96dbeb2" providerId="ADAL" clId="{1B21DF0B-C0AD-4B0D-8F9E-CD013A7D80D3}" dt="2025-03-07T02:44:34.519" v="67" actId="26606"/>
          <ac:spMkLst>
            <pc:docMk/>
            <pc:sldMk cId="3093576957" sldId="965"/>
            <ac:spMk id="40" creationId="{F594132F-974A-3031-2893-812180EC046A}"/>
          </ac:spMkLst>
        </pc:spChg>
        <pc:spChg chg="del">
          <ac:chgData name="José Pedro Calistro Torres de Miranda" userId="82558bf5-0a7c-4071-b398-5925c96dbeb2" providerId="ADAL" clId="{1B21DF0B-C0AD-4B0D-8F9E-CD013A7D80D3}" dt="2025-03-07T02:44:34.519" v="67" actId="26606"/>
          <ac:spMkLst>
            <pc:docMk/>
            <pc:sldMk cId="3093576957" sldId="965"/>
            <ac:spMk id="42" creationId="{E3B91165-EA69-E591-E500-C618E7B34BF4}"/>
          </ac:spMkLst>
        </pc:spChg>
        <pc:spChg chg="add del">
          <ac:chgData name="José Pedro Calistro Torres de Miranda" userId="82558bf5-0a7c-4071-b398-5925c96dbeb2" providerId="ADAL" clId="{1B21DF0B-C0AD-4B0D-8F9E-CD013A7D80D3}" dt="2025-03-07T02:46:25.433" v="83" actId="26606"/>
          <ac:spMkLst>
            <pc:docMk/>
            <pc:sldMk cId="3093576957" sldId="965"/>
            <ac:spMk id="53" creationId="{3346177D-ADC4-4968-B747-5CFCD390B5B9}"/>
          </ac:spMkLst>
        </pc:spChg>
        <pc:spChg chg="add del">
          <ac:chgData name="José Pedro Calistro Torres de Miranda" userId="82558bf5-0a7c-4071-b398-5925c96dbeb2" providerId="ADAL" clId="{1B21DF0B-C0AD-4B0D-8F9E-CD013A7D80D3}" dt="2025-03-07T02:46:25.433" v="83" actId="26606"/>
          <ac:spMkLst>
            <pc:docMk/>
            <pc:sldMk cId="3093576957" sldId="965"/>
            <ac:spMk id="55" creationId="{0844A943-BF79-4FEA-ABB1-3BD54D236606}"/>
          </ac:spMkLst>
        </pc:spChg>
        <pc:spChg chg="add del">
          <ac:chgData name="José Pedro Calistro Torres de Miranda" userId="82558bf5-0a7c-4071-b398-5925c96dbeb2" providerId="ADAL" clId="{1B21DF0B-C0AD-4B0D-8F9E-CD013A7D80D3}" dt="2025-03-07T02:46:25.433" v="83" actId="26606"/>
          <ac:spMkLst>
            <pc:docMk/>
            <pc:sldMk cId="3093576957" sldId="965"/>
            <ac:spMk id="57" creationId="{6437CC72-F4A8-4DC3-AFAB-D22C482C8100}"/>
          </ac:spMkLst>
        </pc:spChg>
        <pc:spChg chg="add">
          <ac:chgData name="José Pedro Calistro Torres de Miranda" userId="82558bf5-0a7c-4071-b398-5925c96dbeb2" providerId="ADAL" clId="{1B21DF0B-C0AD-4B0D-8F9E-CD013A7D80D3}" dt="2025-03-07T02:46:25.433" v="83" actId="26606"/>
          <ac:spMkLst>
            <pc:docMk/>
            <pc:sldMk cId="3093576957" sldId="965"/>
            <ac:spMk id="62" creationId="{A440A548-C0D4-4418-940E-EDC2F1D9A599}"/>
          </ac:spMkLst>
        </pc:spChg>
        <pc:spChg chg="add">
          <ac:chgData name="José Pedro Calistro Torres de Miranda" userId="82558bf5-0a7c-4071-b398-5925c96dbeb2" providerId="ADAL" clId="{1B21DF0B-C0AD-4B0D-8F9E-CD013A7D80D3}" dt="2025-03-07T02:46:25.433" v="83" actId="26606"/>
          <ac:spMkLst>
            <pc:docMk/>
            <pc:sldMk cId="3093576957" sldId="965"/>
            <ac:spMk id="64" creationId="{E708B267-8CD2-4684-A57B-9F1070769203}"/>
          </ac:spMkLst>
        </pc:spChg>
        <pc:grpChg chg="del">
          <ac:chgData name="José Pedro Calistro Torres de Miranda" userId="82558bf5-0a7c-4071-b398-5925c96dbeb2" providerId="ADAL" clId="{1B21DF0B-C0AD-4B0D-8F9E-CD013A7D80D3}" dt="2025-03-07T02:44:34.519" v="67" actId="26606"/>
          <ac:grpSpMkLst>
            <pc:docMk/>
            <pc:sldMk cId="3093576957" sldId="965"/>
            <ac:grpSpMk id="44" creationId="{68D65DF5-4F33-0E1E-93E4-0C25C87DC51B}"/>
          </ac:grpSpMkLst>
        </pc:grpChg>
        <pc:grpChg chg="add">
          <ac:chgData name="José Pedro Calistro Torres de Miranda" userId="82558bf5-0a7c-4071-b398-5925c96dbeb2" providerId="ADAL" clId="{1B21DF0B-C0AD-4B0D-8F9E-CD013A7D80D3}" dt="2025-03-07T02:46:25.433" v="83" actId="26606"/>
          <ac:grpSpMkLst>
            <pc:docMk/>
            <pc:sldMk cId="3093576957" sldId="965"/>
            <ac:grpSpMk id="66" creationId="{41E5AB36-9328-47E9-95AD-E38AC1C0E18D}"/>
          </ac:grpSpMkLst>
        </pc:grpChg>
        <pc:picChg chg="mod">
          <ac:chgData name="José Pedro Calistro Torres de Miranda" userId="82558bf5-0a7c-4071-b398-5925c96dbeb2" providerId="ADAL" clId="{1B21DF0B-C0AD-4B0D-8F9E-CD013A7D80D3}" dt="2025-03-07T02:46:25.433" v="83" actId="26606"/>
          <ac:picMkLst>
            <pc:docMk/>
            <pc:sldMk cId="3093576957" sldId="965"/>
            <ac:picMk id="32" creationId="{B36FEF71-8B3A-AD4E-D3B3-E02BFD70C441}"/>
          </ac:picMkLst>
        </pc:picChg>
      </pc:sldChg>
      <pc:sldChg chg="addSp delSp modSp add mod modAnim">
        <pc:chgData name="José Pedro Calistro Torres de Miranda" userId="82558bf5-0a7c-4071-b398-5925c96dbeb2" providerId="ADAL" clId="{1B21DF0B-C0AD-4B0D-8F9E-CD013A7D80D3}" dt="2025-03-07T02:57:09.501" v="202" actId="20577"/>
        <pc:sldMkLst>
          <pc:docMk/>
          <pc:sldMk cId="1121557280" sldId="966"/>
        </pc:sldMkLst>
        <pc:spChg chg="mod">
          <ac:chgData name="José Pedro Calistro Torres de Miranda" userId="82558bf5-0a7c-4071-b398-5925c96dbeb2" providerId="ADAL" clId="{1B21DF0B-C0AD-4B0D-8F9E-CD013A7D80D3}" dt="2025-03-07T02:46:20.623" v="82" actId="26606"/>
          <ac:spMkLst>
            <pc:docMk/>
            <pc:sldMk cId="1121557280" sldId="966"/>
            <ac:spMk id="2" creationId="{88F44F09-C100-3BB1-01D0-5C86F6C2E33E}"/>
          </ac:spMkLst>
        </pc:spChg>
        <pc:spChg chg="mod">
          <ac:chgData name="José Pedro Calistro Torres de Miranda" userId="82558bf5-0a7c-4071-b398-5925c96dbeb2" providerId="ADAL" clId="{1B21DF0B-C0AD-4B0D-8F9E-CD013A7D80D3}" dt="2025-03-07T02:57:09.501" v="202" actId="20577"/>
          <ac:spMkLst>
            <pc:docMk/>
            <pc:sldMk cId="1121557280" sldId="966"/>
            <ac:spMk id="33" creationId="{04F632F9-6BF0-BFB0-22AF-D769C8952D67}"/>
          </ac:spMkLst>
        </pc:spChg>
        <pc:spChg chg="add del">
          <ac:chgData name="José Pedro Calistro Torres de Miranda" userId="82558bf5-0a7c-4071-b398-5925c96dbeb2" providerId="ADAL" clId="{1B21DF0B-C0AD-4B0D-8F9E-CD013A7D80D3}" dt="2025-03-07T02:46:20.623" v="82" actId="26606"/>
          <ac:spMkLst>
            <pc:docMk/>
            <pc:sldMk cId="1121557280" sldId="966"/>
            <ac:spMk id="53" creationId="{246F73CA-9B83-F552-DA9D-30CD4A66AD16}"/>
          </ac:spMkLst>
        </pc:spChg>
        <pc:spChg chg="add del">
          <ac:chgData name="José Pedro Calistro Torres de Miranda" userId="82558bf5-0a7c-4071-b398-5925c96dbeb2" providerId="ADAL" clId="{1B21DF0B-C0AD-4B0D-8F9E-CD013A7D80D3}" dt="2025-03-07T02:46:20.623" v="82" actId="26606"/>
          <ac:spMkLst>
            <pc:docMk/>
            <pc:sldMk cId="1121557280" sldId="966"/>
            <ac:spMk id="55" creationId="{767C677B-3748-34B0-C6C7-D07A9FB29198}"/>
          </ac:spMkLst>
        </pc:spChg>
        <pc:spChg chg="add del">
          <ac:chgData name="José Pedro Calistro Torres de Miranda" userId="82558bf5-0a7c-4071-b398-5925c96dbeb2" providerId="ADAL" clId="{1B21DF0B-C0AD-4B0D-8F9E-CD013A7D80D3}" dt="2025-03-07T02:46:20.623" v="82" actId="26606"/>
          <ac:spMkLst>
            <pc:docMk/>
            <pc:sldMk cId="1121557280" sldId="966"/>
            <ac:spMk id="57" creationId="{0038824C-7DB5-0D78-464A-B2FA89378742}"/>
          </ac:spMkLst>
        </pc:spChg>
        <pc:spChg chg="add del">
          <ac:chgData name="José Pedro Calistro Torres de Miranda" userId="82558bf5-0a7c-4071-b398-5925c96dbeb2" providerId="ADAL" clId="{1B21DF0B-C0AD-4B0D-8F9E-CD013A7D80D3}" dt="2025-03-07T02:46:20.612" v="81" actId="26606"/>
          <ac:spMkLst>
            <pc:docMk/>
            <pc:sldMk cId="1121557280" sldId="966"/>
            <ac:spMk id="62" creationId="{8D1AA55E-40D5-461B-A5A8-4AE8AAB71B08}"/>
          </ac:spMkLst>
        </pc:spChg>
        <pc:spChg chg="add del">
          <ac:chgData name="José Pedro Calistro Torres de Miranda" userId="82558bf5-0a7c-4071-b398-5925c96dbeb2" providerId="ADAL" clId="{1B21DF0B-C0AD-4B0D-8F9E-CD013A7D80D3}" dt="2025-03-07T02:46:20.612" v="81" actId="26606"/>
          <ac:spMkLst>
            <pc:docMk/>
            <pc:sldMk cId="1121557280" sldId="966"/>
            <ac:spMk id="66" creationId="{6CB927A4-E432-4310-9CD5-E89FF5063179}"/>
          </ac:spMkLst>
        </pc:spChg>
        <pc:spChg chg="add del">
          <ac:chgData name="José Pedro Calistro Torres de Miranda" userId="82558bf5-0a7c-4071-b398-5925c96dbeb2" providerId="ADAL" clId="{1B21DF0B-C0AD-4B0D-8F9E-CD013A7D80D3}" dt="2025-03-07T02:46:20.612" v="81" actId="26606"/>
          <ac:spMkLst>
            <pc:docMk/>
            <pc:sldMk cId="1121557280" sldId="966"/>
            <ac:spMk id="68" creationId="{E3020543-B24B-4EC4-8FFC-8DD88EEA91A8}"/>
          </ac:spMkLst>
        </pc:spChg>
        <pc:spChg chg="add">
          <ac:chgData name="José Pedro Calistro Torres de Miranda" userId="82558bf5-0a7c-4071-b398-5925c96dbeb2" providerId="ADAL" clId="{1B21DF0B-C0AD-4B0D-8F9E-CD013A7D80D3}" dt="2025-03-07T02:46:20.623" v="82" actId="26606"/>
          <ac:spMkLst>
            <pc:docMk/>
            <pc:sldMk cId="1121557280" sldId="966"/>
            <ac:spMk id="71" creationId="{B6FACB3C-9069-4791-BC5C-0DB7CD19B853}"/>
          </ac:spMkLst>
        </pc:spChg>
        <pc:spChg chg="add">
          <ac:chgData name="José Pedro Calistro Torres de Miranda" userId="82558bf5-0a7c-4071-b398-5925c96dbeb2" providerId="ADAL" clId="{1B21DF0B-C0AD-4B0D-8F9E-CD013A7D80D3}" dt="2025-03-07T02:46:20.623" v="82" actId="26606"/>
          <ac:spMkLst>
            <pc:docMk/>
            <pc:sldMk cId="1121557280" sldId="966"/>
            <ac:spMk id="72" creationId="{71F2038E-D777-4B76-81DD-DD13EE91B9DD}"/>
          </ac:spMkLst>
        </pc:spChg>
        <pc:grpChg chg="add">
          <ac:chgData name="José Pedro Calistro Torres de Miranda" userId="82558bf5-0a7c-4071-b398-5925c96dbeb2" providerId="ADAL" clId="{1B21DF0B-C0AD-4B0D-8F9E-CD013A7D80D3}" dt="2025-03-07T02:46:20.623" v="82" actId="26606"/>
          <ac:grpSpMkLst>
            <pc:docMk/>
            <pc:sldMk cId="1121557280" sldId="966"/>
            <ac:grpSpMk id="73" creationId="{DD354807-230F-4402-B1B9-F733A8F1F190}"/>
          </ac:grpSpMkLst>
        </pc:grpChg>
        <pc:picChg chg="mod ord">
          <ac:chgData name="José Pedro Calistro Torres de Miranda" userId="82558bf5-0a7c-4071-b398-5925c96dbeb2" providerId="ADAL" clId="{1B21DF0B-C0AD-4B0D-8F9E-CD013A7D80D3}" dt="2025-03-07T02:46:20.623" v="82" actId="26606"/>
          <ac:picMkLst>
            <pc:docMk/>
            <pc:sldMk cId="1121557280" sldId="966"/>
            <ac:picMk id="32" creationId="{149922D7-EFBB-EA8F-9CDF-613CCFACF981}"/>
          </ac:picMkLst>
        </pc:picChg>
        <pc:cxnChg chg="add del">
          <ac:chgData name="José Pedro Calistro Torres de Miranda" userId="82558bf5-0a7c-4071-b398-5925c96dbeb2" providerId="ADAL" clId="{1B21DF0B-C0AD-4B0D-8F9E-CD013A7D80D3}" dt="2025-03-07T02:46:20.612" v="81" actId="26606"/>
          <ac:cxnSpMkLst>
            <pc:docMk/>
            <pc:sldMk cId="1121557280" sldId="966"/>
            <ac:cxnSpMk id="64" creationId="{7EB498BD-8089-4626-91EA-4978EBEF535E}"/>
          </ac:cxnSpMkLst>
        </pc:cxnChg>
      </pc:sldChg>
      <pc:sldChg chg="addSp delSp modSp add mod modAnim">
        <pc:chgData name="José Pedro Calistro Torres de Miranda" userId="82558bf5-0a7c-4071-b398-5925c96dbeb2" providerId="ADAL" clId="{1B21DF0B-C0AD-4B0D-8F9E-CD013A7D80D3}" dt="2025-03-07T02:51:52.676" v="132"/>
        <pc:sldMkLst>
          <pc:docMk/>
          <pc:sldMk cId="2295870110" sldId="967"/>
        </pc:sldMkLst>
        <pc:spChg chg="mod">
          <ac:chgData name="José Pedro Calistro Torres de Miranda" userId="82558bf5-0a7c-4071-b398-5925c96dbeb2" providerId="ADAL" clId="{1B21DF0B-C0AD-4B0D-8F9E-CD013A7D80D3}" dt="2025-03-07T02:47:32.429" v="99" actId="26606"/>
          <ac:spMkLst>
            <pc:docMk/>
            <pc:sldMk cId="2295870110" sldId="967"/>
            <ac:spMk id="2" creationId="{C495D4E4-0C40-29FF-54A3-92C2A6C86117}"/>
          </ac:spMkLst>
        </pc:spChg>
        <pc:spChg chg="add del mod">
          <ac:chgData name="José Pedro Calistro Torres de Miranda" userId="82558bf5-0a7c-4071-b398-5925c96dbeb2" providerId="ADAL" clId="{1B21DF0B-C0AD-4B0D-8F9E-CD013A7D80D3}" dt="2025-03-07T02:47:42.721" v="101" actId="478"/>
          <ac:spMkLst>
            <pc:docMk/>
            <pc:sldMk cId="2295870110" sldId="967"/>
            <ac:spMk id="4" creationId="{9E9F8DBE-26FE-0CB3-5192-CBA916A9C627}"/>
          </ac:spMkLst>
        </pc:spChg>
        <pc:spChg chg="add mod">
          <ac:chgData name="José Pedro Calistro Torres de Miranda" userId="82558bf5-0a7c-4071-b398-5925c96dbeb2" providerId="ADAL" clId="{1B21DF0B-C0AD-4B0D-8F9E-CD013A7D80D3}" dt="2025-03-07T02:47:49.439" v="102"/>
          <ac:spMkLst>
            <pc:docMk/>
            <pc:sldMk cId="2295870110" sldId="967"/>
            <ac:spMk id="6" creationId="{B63F96E0-9C43-4D13-8BD0-1308FE0F80AC}"/>
          </ac:spMkLst>
        </pc:spChg>
        <pc:spChg chg="del mod">
          <ac:chgData name="José Pedro Calistro Torres de Miranda" userId="82558bf5-0a7c-4071-b398-5925c96dbeb2" providerId="ADAL" clId="{1B21DF0B-C0AD-4B0D-8F9E-CD013A7D80D3}" dt="2025-03-07T02:47:36.298" v="100" actId="478"/>
          <ac:spMkLst>
            <pc:docMk/>
            <pc:sldMk cId="2295870110" sldId="967"/>
            <ac:spMk id="33" creationId="{3F747E93-8B19-0817-B6B2-E6500AB36071}"/>
          </ac:spMkLst>
        </pc:spChg>
        <pc:spChg chg="add del">
          <ac:chgData name="José Pedro Calistro Torres de Miranda" userId="82558bf5-0a7c-4071-b398-5925c96dbeb2" providerId="ADAL" clId="{1B21DF0B-C0AD-4B0D-8F9E-CD013A7D80D3}" dt="2025-03-07T02:47:32.429" v="99" actId="26606"/>
          <ac:spMkLst>
            <pc:docMk/>
            <pc:sldMk cId="2295870110" sldId="967"/>
            <ac:spMk id="71" creationId="{8962E0EF-12DD-CEBE-9377-CEB3B30597E8}"/>
          </ac:spMkLst>
        </pc:spChg>
        <pc:spChg chg="add del">
          <ac:chgData name="José Pedro Calistro Torres de Miranda" userId="82558bf5-0a7c-4071-b398-5925c96dbeb2" providerId="ADAL" clId="{1B21DF0B-C0AD-4B0D-8F9E-CD013A7D80D3}" dt="2025-03-07T02:47:32.429" v="99" actId="26606"/>
          <ac:spMkLst>
            <pc:docMk/>
            <pc:sldMk cId="2295870110" sldId="967"/>
            <ac:spMk id="72" creationId="{816BF0DE-6A01-83A0-6482-41201CC118EE}"/>
          </ac:spMkLst>
        </pc:spChg>
        <pc:spChg chg="add del">
          <ac:chgData name="José Pedro Calistro Torres de Miranda" userId="82558bf5-0a7c-4071-b398-5925c96dbeb2" providerId="ADAL" clId="{1B21DF0B-C0AD-4B0D-8F9E-CD013A7D80D3}" dt="2025-03-07T02:47:25.831" v="98" actId="26606"/>
          <ac:spMkLst>
            <pc:docMk/>
            <pc:sldMk cId="2295870110" sldId="967"/>
            <ac:spMk id="76" creationId="{1B15ED52-F352-441B-82BF-E0EA34836D08}"/>
          </ac:spMkLst>
        </pc:spChg>
        <pc:spChg chg="add del">
          <ac:chgData name="José Pedro Calistro Torres de Miranda" userId="82558bf5-0a7c-4071-b398-5925c96dbeb2" providerId="ADAL" clId="{1B21DF0B-C0AD-4B0D-8F9E-CD013A7D80D3}" dt="2025-03-07T02:47:25.831" v="98" actId="26606"/>
          <ac:spMkLst>
            <pc:docMk/>
            <pc:sldMk cId="2295870110" sldId="967"/>
            <ac:spMk id="77" creationId="{61707E60-CEC9-4661-AA82-69242EB4BDC3}"/>
          </ac:spMkLst>
        </pc:spChg>
        <pc:spChg chg="add del">
          <ac:chgData name="José Pedro Calistro Torres de Miranda" userId="82558bf5-0a7c-4071-b398-5925c96dbeb2" providerId="ADAL" clId="{1B21DF0B-C0AD-4B0D-8F9E-CD013A7D80D3}" dt="2025-03-07T02:47:25.831" v="98" actId="26606"/>
          <ac:spMkLst>
            <pc:docMk/>
            <pc:sldMk cId="2295870110" sldId="967"/>
            <ac:spMk id="78" creationId="{8F035CD8-AE30-4146-96F2-036B0CE5E4F3}"/>
          </ac:spMkLst>
        </pc:spChg>
        <pc:spChg chg="add del">
          <ac:chgData name="José Pedro Calistro Torres de Miranda" userId="82558bf5-0a7c-4071-b398-5925c96dbeb2" providerId="ADAL" clId="{1B21DF0B-C0AD-4B0D-8F9E-CD013A7D80D3}" dt="2025-03-07T02:47:23.138" v="96" actId="26606"/>
          <ac:spMkLst>
            <pc:docMk/>
            <pc:sldMk cId="2295870110" sldId="967"/>
            <ac:spMk id="79" creationId="{8D1AA55E-40D5-461B-A5A8-4AE8AAB71B08}"/>
          </ac:spMkLst>
        </pc:spChg>
        <pc:spChg chg="add">
          <ac:chgData name="José Pedro Calistro Torres de Miranda" userId="82558bf5-0a7c-4071-b398-5925c96dbeb2" providerId="ADAL" clId="{1B21DF0B-C0AD-4B0D-8F9E-CD013A7D80D3}" dt="2025-03-07T02:47:32.429" v="99" actId="26606"/>
          <ac:spMkLst>
            <pc:docMk/>
            <pc:sldMk cId="2295870110" sldId="967"/>
            <ac:spMk id="80" creationId="{1E020063-2385-44AC-BD67-258E1F0B9FCE}"/>
          </ac:spMkLst>
        </pc:spChg>
        <pc:spChg chg="add">
          <ac:chgData name="José Pedro Calistro Torres de Miranda" userId="82558bf5-0a7c-4071-b398-5925c96dbeb2" providerId="ADAL" clId="{1B21DF0B-C0AD-4B0D-8F9E-CD013A7D80D3}" dt="2025-03-07T02:47:32.429" v="99" actId="26606"/>
          <ac:spMkLst>
            <pc:docMk/>
            <pc:sldMk cId="2295870110" sldId="967"/>
            <ac:spMk id="82" creationId="{7E014A0B-5338-4077-AFE9-A90D04D4492B}"/>
          </ac:spMkLst>
        </pc:spChg>
        <pc:spChg chg="add del">
          <ac:chgData name="José Pedro Calistro Torres de Miranda" userId="82558bf5-0a7c-4071-b398-5925c96dbeb2" providerId="ADAL" clId="{1B21DF0B-C0AD-4B0D-8F9E-CD013A7D80D3}" dt="2025-03-07T02:47:23.138" v="96" actId="26606"/>
          <ac:spMkLst>
            <pc:docMk/>
            <pc:sldMk cId="2295870110" sldId="967"/>
            <ac:spMk id="83" creationId="{6CB927A4-E432-4310-9CD5-E89FF5063179}"/>
          </ac:spMkLst>
        </pc:spChg>
        <pc:spChg chg="add del">
          <ac:chgData name="José Pedro Calistro Torres de Miranda" userId="82558bf5-0a7c-4071-b398-5925c96dbeb2" providerId="ADAL" clId="{1B21DF0B-C0AD-4B0D-8F9E-CD013A7D80D3}" dt="2025-03-07T02:47:23.138" v="96" actId="26606"/>
          <ac:spMkLst>
            <pc:docMk/>
            <pc:sldMk cId="2295870110" sldId="967"/>
            <ac:spMk id="85" creationId="{E3020543-B24B-4EC4-8FFC-8DD88EEA91A8}"/>
          </ac:spMkLst>
        </pc:spChg>
        <pc:grpChg chg="add del">
          <ac:chgData name="José Pedro Calistro Torres de Miranda" userId="82558bf5-0a7c-4071-b398-5925c96dbeb2" providerId="ADAL" clId="{1B21DF0B-C0AD-4B0D-8F9E-CD013A7D80D3}" dt="2025-03-07T02:47:32.429" v="99" actId="26606"/>
          <ac:grpSpMkLst>
            <pc:docMk/>
            <pc:sldMk cId="2295870110" sldId="967"/>
            <ac:grpSpMk id="73" creationId="{DC17989C-D346-4330-7EFC-BC503BC0AD65}"/>
          </ac:grpSpMkLst>
        </pc:grpChg>
        <pc:grpChg chg="add">
          <ac:chgData name="José Pedro Calistro Torres de Miranda" userId="82558bf5-0a7c-4071-b398-5925c96dbeb2" providerId="ADAL" clId="{1B21DF0B-C0AD-4B0D-8F9E-CD013A7D80D3}" dt="2025-03-07T02:47:32.429" v="99" actId="26606"/>
          <ac:grpSpMkLst>
            <pc:docMk/>
            <pc:sldMk cId="2295870110" sldId="967"/>
            <ac:grpSpMk id="88" creationId="{78127680-150F-4A90-9950-F66392578116}"/>
          </ac:grpSpMkLst>
        </pc:grpChg>
        <pc:grpChg chg="add">
          <ac:chgData name="José Pedro Calistro Torres de Miranda" userId="82558bf5-0a7c-4071-b398-5925c96dbeb2" providerId="ADAL" clId="{1B21DF0B-C0AD-4B0D-8F9E-CD013A7D80D3}" dt="2025-03-07T02:47:32.429" v="99" actId="26606"/>
          <ac:grpSpMkLst>
            <pc:docMk/>
            <pc:sldMk cId="2295870110" sldId="967"/>
            <ac:grpSpMk id="89" creationId="{466920E5-8640-4C24-A775-8647637094A7}"/>
          </ac:grpSpMkLst>
        </pc:grpChg>
        <pc:graphicFrameChg chg="add mod">
          <ac:chgData name="José Pedro Calistro Torres de Miranda" userId="82558bf5-0a7c-4071-b398-5925c96dbeb2" providerId="ADAL" clId="{1B21DF0B-C0AD-4B0D-8F9E-CD013A7D80D3}" dt="2025-03-07T02:48:33.426" v="109" actId="1076"/>
          <ac:graphicFrameMkLst>
            <pc:docMk/>
            <pc:sldMk cId="2295870110" sldId="967"/>
            <ac:graphicFrameMk id="5" creationId="{3942DC85-E5DF-55FD-A6A7-913ADA8601AB}"/>
          </ac:graphicFrameMkLst>
        </pc:graphicFrameChg>
        <pc:picChg chg="add del mod">
          <ac:chgData name="José Pedro Calistro Torres de Miranda" userId="82558bf5-0a7c-4071-b398-5925c96dbeb2" providerId="ADAL" clId="{1B21DF0B-C0AD-4B0D-8F9E-CD013A7D80D3}" dt="2025-03-07T02:48:21.753" v="107" actId="1076"/>
          <ac:picMkLst>
            <pc:docMk/>
            <pc:sldMk cId="2295870110" sldId="967"/>
            <ac:picMk id="32" creationId="{1D90DBDC-CBB6-B680-A30C-76E3C5BA7C54}"/>
          </ac:picMkLst>
        </pc:picChg>
        <pc:cxnChg chg="add del">
          <ac:chgData name="José Pedro Calistro Torres de Miranda" userId="82558bf5-0a7c-4071-b398-5925c96dbeb2" providerId="ADAL" clId="{1B21DF0B-C0AD-4B0D-8F9E-CD013A7D80D3}" dt="2025-03-07T02:47:23.138" v="96" actId="26606"/>
          <ac:cxnSpMkLst>
            <pc:docMk/>
            <pc:sldMk cId="2295870110" sldId="967"/>
            <ac:cxnSpMk id="81" creationId="{7EB498BD-8089-4626-91EA-4978EBEF535E}"/>
          </ac:cxnSpMkLst>
        </pc:cxnChg>
      </pc:sldChg>
      <pc:sldChg chg="addSp delSp modSp new del mod ord">
        <pc:chgData name="José Pedro Calistro Torres de Miranda" userId="82558bf5-0a7c-4071-b398-5925c96dbeb2" providerId="ADAL" clId="{1B21DF0B-C0AD-4B0D-8F9E-CD013A7D80D3}" dt="2025-03-07T02:56:03.989" v="179" actId="47"/>
        <pc:sldMkLst>
          <pc:docMk/>
          <pc:sldMk cId="3865486622" sldId="968"/>
        </pc:sldMkLst>
        <pc:spChg chg="mod">
          <ac:chgData name="José Pedro Calistro Torres de Miranda" userId="82558bf5-0a7c-4071-b398-5925c96dbeb2" providerId="ADAL" clId="{1B21DF0B-C0AD-4B0D-8F9E-CD013A7D80D3}" dt="2025-03-07T02:52:14.698" v="138"/>
          <ac:spMkLst>
            <pc:docMk/>
            <pc:sldMk cId="3865486622" sldId="968"/>
            <ac:spMk id="3" creationId="{68B55669-7A2D-6E08-894F-91B9630447ED}"/>
          </ac:spMkLst>
        </pc:spChg>
        <pc:spChg chg="add del">
          <ac:chgData name="José Pedro Calistro Torres de Miranda" userId="82558bf5-0a7c-4071-b398-5925c96dbeb2" providerId="ADAL" clId="{1B21DF0B-C0AD-4B0D-8F9E-CD013A7D80D3}" dt="2025-03-07T02:52:16.947" v="140" actId="22"/>
          <ac:spMkLst>
            <pc:docMk/>
            <pc:sldMk cId="3865486622" sldId="968"/>
            <ac:spMk id="5" creationId="{033B4A9F-5316-BED3-B458-AEA0C2D92FB3}"/>
          </ac:spMkLst>
        </pc:spChg>
      </pc:sldChg>
      <pc:sldChg chg="addSp modSp new mod setBg modAnim">
        <pc:chgData name="José Pedro Calistro Torres de Miranda" userId="82558bf5-0a7c-4071-b398-5925c96dbeb2" providerId="ADAL" clId="{1B21DF0B-C0AD-4B0D-8F9E-CD013A7D80D3}" dt="2025-03-07T02:53:56.540" v="147"/>
        <pc:sldMkLst>
          <pc:docMk/>
          <pc:sldMk cId="3919641644" sldId="969"/>
        </pc:sldMkLst>
        <pc:spChg chg="mod">
          <ac:chgData name="José Pedro Calistro Torres de Miranda" userId="82558bf5-0a7c-4071-b398-5925c96dbeb2" providerId="ADAL" clId="{1B21DF0B-C0AD-4B0D-8F9E-CD013A7D80D3}" dt="2025-03-07T02:52:56.128" v="141" actId="26606"/>
          <ac:spMkLst>
            <pc:docMk/>
            <pc:sldMk cId="3919641644" sldId="969"/>
            <ac:spMk id="2" creationId="{2C35CEC2-FF16-D2BC-6AD8-0E9925043002}"/>
          </ac:spMkLst>
        </pc:spChg>
        <pc:spChg chg="mod">
          <ac:chgData name="José Pedro Calistro Torres de Miranda" userId="82558bf5-0a7c-4071-b398-5925c96dbeb2" providerId="ADAL" clId="{1B21DF0B-C0AD-4B0D-8F9E-CD013A7D80D3}" dt="2025-03-07T02:53:37.733" v="144" actId="20577"/>
          <ac:spMkLst>
            <pc:docMk/>
            <pc:sldMk cId="3919641644" sldId="969"/>
            <ac:spMk id="3" creationId="{8DD0FA0D-CD9A-C567-A550-AA4133157BFA}"/>
          </ac:spMkLst>
        </pc:spChg>
        <pc:spChg chg="add">
          <ac:chgData name="José Pedro Calistro Torres de Miranda" userId="82558bf5-0a7c-4071-b398-5925c96dbeb2" providerId="ADAL" clId="{1B21DF0B-C0AD-4B0D-8F9E-CD013A7D80D3}" dt="2025-03-07T02:52:56.128" v="141" actId="26606"/>
          <ac:spMkLst>
            <pc:docMk/>
            <pc:sldMk cId="3919641644" sldId="969"/>
            <ac:spMk id="10" creationId="{245A9F99-D9B1-4094-A2E2-B90AC1DB7B9C}"/>
          </ac:spMkLst>
        </pc:spChg>
        <pc:spChg chg="add">
          <ac:chgData name="José Pedro Calistro Torres de Miranda" userId="82558bf5-0a7c-4071-b398-5925c96dbeb2" providerId="ADAL" clId="{1B21DF0B-C0AD-4B0D-8F9E-CD013A7D80D3}" dt="2025-03-07T02:52:56.128" v="141" actId="26606"/>
          <ac:spMkLst>
            <pc:docMk/>
            <pc:sldMk cId="3919641644" sldId="969"/>
            <ac:spMk id="12" creationId="{B7FAF607-473A-4A43-A23D-BBFF5C4117BB}"/>
          </ac:spMkLst>
        </pc:spChg>
        <pc:grpChg chg="add">
          <ac:chgData name="José Pedro Calistro Torres de Miranda" userId="82558bf5-0a7c-4071-b398-5925c96dbeb2" providerId="ADAL" clId="{1B21DF0B-C0AD-4B0D-8F9E-CD013A7D80D3}" dt="2025-03-07T02:52:56.128" v="141" actId="26606"/>
          <ac:grpSpMkLst>
            <pc:docMk/>
            <pc:sldMk cId="3919641644" sldId="969"/>
            <ac:grpSpMk id="14" creationId="{C5F6476F-D303-44D3-B30F-1BA348F0F64A}"/>
          </ac:grpSpMkLst>
        </pc:grpChg>
        <pc:picChg chg="add mod">
          <ac:chgData name="José Pedro Calistro Torres de Miranda" userId="82558bf5-0a7c-4071-b398-5925c96dbeb2" providerId="ADAL" clId="{1B21DF0B-C0AD-4B0D-8F9E-CD013A7D80D3}" dt="2025-03-07T02:53:13.586" v="142" actId="14826"/>
          <ac:picMkLst>
            <pc:docMk/>
            <pc:sldMk cId="3919641644" sldId="969"/>
            <ac:picMk id="7" creationId="{CB17369D-8E3B-CBBC-FFED-E19E7632D804}"/>
          </ac:picMkLst>
        </pc:picChg>
      </pc:sldChg>
      <pc:sldChg chg="addSp delSp modSp add mod modAnim">
        <pc:chgData name="José Pedro Calistro Torres de Miranda" userId="82558bf5-0a7c-4071-b398-5925c96dbeb2" providerId="ADAL" clId="{1B21DF0B-C0AD-4B0D-8F9E-CD013A7D80D3}" dt="2025-03-07T03:04:31.230" v="297" actId="5793"/>
        <pc:sldMkLst>
          <pc:docMk/>
          <pc:sldMk cId="3306331533" sldId="970"/>
        </pc:sldMkLst>
        <pc:spChg chg="mod">
          <ac:chgData name="José Pedro Calistro Torres de Miranda" userId="82558bf5-0a7c-4071-b398-5925c96dbeb2" providerId="ADAL" clId="{1B21DF0B-C0AD-4B0D-8F9E-CD013A7D80D3}" dt="2025-03-07T02:50:31.983" v="120" actId="26606"/>
          <ac:spMkLst>
            <pc:docMk/>
            <pc:sldMk cId="3306331533" sldId="970"/>
            <ac:spMk id="2" creationId="{8BF56B8E-CC82-2F6C-886B-D1A313421CAF}"/>
          </ac:spMkLst>
        </pc:spChg>
        <pc:spChg chg="add del">
          <ac:chgData name="José Pedro Calistro Torres de Miranda" userId="82558bf5-0a7c-4071-b398-5925c96dbeb2" providerId="ADAL" clId="{1B21DF0B-C0AD-4B0D-8F9E-CD013A7D80D3}" dt="2025-03-07T02:50:00.149" v="116" actId="22"/>
          <ac:spMkLst>
            <pc:docMk/>
            <pc:sldMk cId="3306331533" sldId="970"/>
            <ac:spMk id="4" creationId="{C0FD93A3-EE0B-4FB3-CC9E-002647F2AD73}"/>
          </ac:spMkLst>
        </pc:spChg>
        <pc:spChg chg="del">
          <ac:chgData name="José Pedro Calistro Torres de Miranda" userId="82558bf5-0a7c-4071-b398-5925c96dbeb2" providerId="ADAL" clId="{1B21DF0B-C0AD-4B0D-8F9E-CD013A7D80D3}" dt="2025-03-07T02:49:52.357" v="114" actId="478"/>
          <ac:spMkLst>
            <pc:docMk/>
            <pc:sldMk cId="3306331533" sldId="970"/>
            <ac:spMk id="6" creationId="{4F64923F-398C-3A96-BCFE-5EDA943AB73C}"/>
          </ac:spMkLst>
        </pc:spChg>
        <pc:spChg chg="add mod">
          <ac:chgData name="José Pedro Calistro Torres de Miranda" userId="82558bf5-0a7c-4071-b398-5925c96dbeb2" providerId="ADAL" clId="{1B21DF0B-C0AD-4B0D-8F9E-CD013A7D80D3}" dt="2025-03-07T03:04:31.230" v="297" actId="5793"/>
          <ac:spMkLst>
            <pc:docMk/>
            <pc:sldMk cId="3306331533" sldId="970"/>
            <ac:spMk id="7" creationId="{299820F0-B2D9-6DF1-2664-B39D47E11611}"/>
          </ac:spMkLst>
        </pc:spChg>
        <pc:spChg chg="del">
          <ac:chgData name="José Pedro Calistro Torres de Miranda" userId="82558bf5-0a7c-4071-b398-5925c96dbeb2" providerId="ADAL" clId="{1B21DF0B-C0AD-4B0D-8F9E-CD013A7D80D3}" dt="2025-03-07T02:50:31.983" v="120" actId="26606"/>
          <ac:spMkLst>
            <pc:docMk/>
            <pc:sldMk cId="3306331533" sldId="970"/>
            <ac:spMk id="80" creationId="{FE5498EB-7BA0-B37E-849C-7B8D57496D52}"/>
          </ac:spMkLst>
        </pc:spChg>
        <pc:spChg chg="del">
          <ac:chgData name="José Pedro Calistro Torres de Miranda" userId="82558bf5-0a7c-4071-b398-5925c96dbeb2" providerId="ADAL" clId="{1B21DF0B-C0AD-4B0D-8F9E-CD013A7D80D3}" dt="2025-03-07T02:50:31.983" v="120" actId="26606"/>
          <ac:spMkLst>
            <pc:docMk/>
            <pc:sldMk cId="3306331533" sldId="970"/>
            <ac:spMk id="82" creationId="{FF38FBAA-5309-356A-1BDB-A3404E9F885A}"/>
          </ac:spMkLst>
        </pc:spChg>
        <pc:spChg chg="add">
          <ac:chgData name="José Pedro Calistro Torres de Miranda" userId="82558bf5-0a7c-4071-b398-5925c96dbeb2" providerId="ADAL" clId="{1B21DF0B-C0AD-4B0D-8F9E-CD013A7D80D3}" dt="2025-03-07T02:50:31.983" v="120" actId="26606"/>
          <ac:spMkLst>
            <pc:docMk/>
            <pc:sldMk cId="3306331533" sldId="970"/>
            <ac:spMk id="99" creationId="{17BDD930-0E65-490A-9CE5-554C357C4428}"/>
          </ac:spMkLst>
        </pc:spChg>
        <pc:spChg chg="add">
          <ac:chgData name="José Pedro Calistro Torres de Miranda" userId="82558bf5-0a7c-4071-b398-5925c96dbeb2" providerId="ADAL" clId="{1B21DF0B-C0AD-4B0D-8F9E-CD013A7D80D3}" dt="2025-03-07T02:50:31.983" v="120" actId="26606"/>
          <ac:spMkLst>
            <pc:docMk/>
            <pc:sldMk cId="3306331533" sldId="970"/>
            <ac:spMk id="101" creationId="{3A912C67-99A1-4956-8F68-1846C21771E8}"/>
          </ac:spMkLst>
        </pc:spChg>
        <pc:grpChg chg="del">
          <ac:chgData name="José Pedro Calistro Torres de Miranda" userId="82558bf5-0a7c-4071-b398-5925c96dbeb2" providerId="ADAL" clId="{1B21DF0B-C0AD-4B0D-8F9E-CD013A7D80D3}" dt="2025-03-07T02:50:31.983" v="120" actId="26606"/>
          <ac:grpSpMkLst>
            <pc:docMk/>
            <pc:sldMk cId="3306331533" sldId="970"/>
            <ac:grpSpMk id="88" creationId="{99CAFDA9-A1C0-E76A-38DE-794AA9996D5D}"/>
          </ac:grpSpMkLst>
        </pc:grpChg>
        <pc:grpChg chg="del">
          <ac:chgData name="José Pedro Calistro Torres de Miranda" userId="82558bf5-0a7c-4071-b398-5925c96dbeb2" providerId="ADAL" clId="{1B21DF0B-C0AD-4B0D-8F9E-CD013A7D80D3}" dt="2025-03-07T02:50:31.983" v="120" actId="26606"/>
          <ac:grpSpMkLst>
            <pc:docMk/>
            <pc:sldMk cId="3306331533" sldId="970"/>
            <ac:grpSpMk id="89" creationId="{82339E90-A9F2-2487-3426-5F6A5D0C9A9C}"/>
          </ac:grpSpMkLst>
        </pc:grpChg>
        <pc:grpChg chg="add">
          <ac:chgData name="José Pedro Calistro Torres de Miranda" userId="82558bf5-0a7c-4071-b398-5925c96dbeb2" providerId="ADAL" clId="{1B21DF0B-C0AD-4B0D-8F9E-CD013A7D80D3}" dt="2025-03-07T02:50:31.983" v="120" actId="26606"/>
          <ac:grpSpMkLst>
            <pc:docMk/>
            <pc:sldMk cId="3306331533" sldId="970"/>
            <ac:grpSpMk id="109" creationId="{DD81D498-EAA8-40F3-8230-AE4DEDA3830D}"/>
          </ac:grpSpMkLst>
        </pc:grpChg>
        <pc:graphicFrameChg chg="del">
          <ac:chgData name="José Pedro Calistro Torres de Miranda" userId="82558bf5-0a7c-4071-b398-5925c96dbeb2" providerId="ADAL" clId="{1B21DF0B-C0AD-4B0D-8F9E-CD013A7D80D3}" dt="2025-03-07T02:49:49.131" v="113" actId="478"/>
          <ac:graphicFrameMkLst>
            <pc:docMk/>
            <pc:sldMk cId="3306331533" sldId="970"/>
            <ac:graphicFrameMk id="5" creationId="{448E8ACD-9107-7757-AB05-7B3933A7AC7C}"/>
          </ac:graphicFrameMkLst>
        </pc:graphicFrameChg>
        <pc:picChg chg="mod ord">
          <ac:chgData name="José Pedro Calistro Torres de Miranda" userId="82558bf5-0a7c-4071-b398-5925c96dbeb2" providerId="ADAL" clId="{1B21DF0B-C0AD-4B0D-8F9E-CD013A7D80D3}" dt="2025-03-07T02:50:31.983" v="120" actId="26606"/>
          <ac:picMkLst>
            <pc:docMk/>
            <pc:sldMk cId="3306331533" sldId="970"/>
            <ac:picMk id="32" creationId="{CC137BBE-2730-F56C-300E-7CBE928D1E14}"/>
          </ac:picMkLst>
        </pc:picChg>
      </pc:sldChg>
      <pc:sldChg chg="addSp delSp modSp add mod modTransition modAnim">
        <pc:chgData name="José Pedro Calistro Torres de Miranda" userId="82558bf5-0a7c-4071-b398-5925c96dbeb2" providerId="ADAL" clId="{1B21DF0B-C0AD-4B0D-8F9E-CD013A7D80D3}" dt="2025-03-07T02:55:34.471" v="173" actId="20577"/>
        <pc:sldMkLst>
          <pc:docMk/>
          <pc:sldMk cId="554142607" sldId="971"/>
        </pc:sldMkLst>
        <pc:spChg chg="mod">
          <ac:chgData name="José Pedro Calistro Torres de Miranda" userId="82558bf5-0a7c-4071-b398-5925c96dbeb2" providerId="ADAL" clId="{1B21DF0B-C0AD-4B0D-8F9E-CD013A7D80D3}" dt="2025-03-07T02:54:27.075" v="150" actId="26606"/>
          <ac:spMkLst>
            <pc:docMk/>
            <pc:sldMk cId="554142607" sldId="971"/>
            <ac:spMk id="2" creationId="{6982D6AC-B922-2C4B-85C6-6D3079A0F759}"/>
          </ac:spMkLst>
        </pc:spChg>
        <pc:spChg chg="mod">
          <ac:chgData name="José Pedro Calistro Torres de Miranda" userId="82558bf5-0a7c-4071-b398-5925c96dbeb2" providerId="ADAL" clId="{1B21DF0B-C0AD-4B0D-8F9E-CD013A7D80D3}" dt="2025-03-07T02:55:34.471" v="173" actId="20577"/>
          <ac:spMkLst>
            <pc:docMk/>
            <pc:sldMk cId="554142607" sldId="971"/>
            <ac:spMk id="3" creationId="{C1365923-7774-7FB4-755A-B137B0870B26}"/>
          </ac:spMkLst>
        </pc:spChg>
        <pc:spChg chg="del">
          <ac:chgData name="José Pedro Calistro Torres de Miranda" userId="82558bf5-0a7c-4071-b398-5925c96dbeb2" providerId="ADAL" clId="{1B21DF0B-C0AD-4B0D-8F9E-CD013A7D80D3}" dt="2025-03-07T02:54:27.075" v="150" actId="26606"/>
          <ac:spMkLst>
            <pc:docMk/>
            <pc:sldMk cId="554142607" sldId="971"/>
            <ac:spMk id="10" creationId="{8EDBA852-88EB-16DF-B4FB-2FF149CA7BCE}"/>
          </ac:spMkLst>
        </pc:spChg>
        <pc:spChg chg="del">
          <ac:chgData name="José Pedro Calistro Torres de Miranda" userId="82558bf5-0a7c-4071-b398-5925c96dbeb2" providerId="ADAL" clId="{1B21DF0B-C0AD-4B0D-8F9E-CD013A7D80D3}" dt="2025-03-07T02:54:27.075" v="150" actId="26606"/>
          <ac:spMkLst>
            <pc:docMk/>
            <pc:sldMk cId="554142607" sldId="971"/>
            <ac:spMk id="12" creationId="{649BD511-8648-2DBB-DBB6-8B562502E5A0}"/>
          </ac:spMkLst>
        </pc:spChg>
        <pc:spChg chg="add">
          <ac:chgData name="José Pedro Calistro Torres de Miranda" userId="82558bf5-0a7c-4071-b398-5925c96dbeb2" providerId="ADAL" clId="{1B21DF0B-C0AD-4B0D-8F9E-CD013A7D80D3}" dt="2025-03-07T02:54:27.075" v="150" actId="26606"/>
          <ac:spMkLst>
            <pc:docMk/>
            <pc:sldMk cId="554142607" sldId="971"/>
            <ac:spMk id="22" creationId="{B6FACB3C-9069-4791-BC5C-0DB7CD19B853}"/>
          </ac:spMkLst>
        </pc:spChg>
        <pc:spChg chg="add">
          <ac:chgData name="José Pedro Calistro Torres de Miranda" userId="82558bf5-0a7c-4071-b398-5925c96dbeb2" providerId="ADAL" clId="{1B21DF0B-C0AD-4B0D-8F9E-CD013A7D80D3}" dt="2025-03-07T02:54:27.075" v="150" actId="26606"/>
          <ac:spMkLst>
            <pc:docMk/>
            <pc:sldMk cId="554142607" sldId="971"/>
            <ac:spMk id="24" creationId="{71F2038E-D777-4B76-81DD-DD13EE91B9DD}"/>
          </ac:spMkLst>
        </pc:spChg>
        <pc:grpChg chg="del">
          <ac:chgData name="José Pedro Calistro Torres de Miranda" userId="82558bf5-0a7c-4071-b398-5925c96dbeb2" providerId="ADAL" clId="{1B21DF0B-C0AD-4B0D-8F9E-CD013A7D80D3}" dt="2025-03-07T02:54:27.075" v="150" actId="26606"/>
          <ac:grpSpMkLst>
            <pc:docMk/>
            <pc:sldMk cId="554142607" sldId="971"/>
            <ac:grpSpMk id="14" creationId="{7E8E5CE4-4E57-4D49-FAFB-05ACD6CA6F59}"/>
          </ac:grpSpMkLst>
        </pc:grpChg>
        <pc:grpChg chg="add">
          <ac:chgData name="José Pedro Calistro Torres de Miranda" userId="82558bf5-0a7c-4071-b398-5925c96dbeb2" providerId="ADAL" clId="{1B21DF0B-C0AD-4B0D-8F9E-CD013A7D80D3}" dt="2025-03-07T02:54:27.075" v="150" actId="26606"/>
          <ac:grpSpMkLst>
            <pc:docMk/>
            <pc:sldMk cId="554142607" sldId="971"/>
            <ac:grpSpMk id="26" creationId="{DD354807-230F-4402-B1B9-F733A8F1F190}"/>
          </ac:grpSpMkLst>
        </pc:grpChg>
        <pc:picChg chg="mod ord">
          <ac:chgData name="José Pedro Calistro Torres de Miranda" userId="82558bf5-0a7c-4071-b398-5925c96dbeb2" providerId="ADAL" clId="{1B21DF0B-C0AD-4B0D-8F9E-CD013A7D80D3}" dt="2025-03-07T02:54:27.075" v="150" actId="26606"/>
          <ac:picMkLst>
            <pc:docMk/>
            <pc:sldMk cId="554142607" sldId="971"/>
            <ac:picMk id="7" creationId="{869014BF-6B9B-E883-4CB1-BC01B806AAE0}"/>
          </ac:picMkLst>
        </pc:picChg>
      </pc:sldChg>
      <pc:sldChg chg="modSp add ord modAnim">
        <pc:chgData name="José Pedro Calistro Torres de Miranda" userId="82558bf5-0a7c-4071-b398-5925c96dbeb2" providerId="ADAL" clId="{1B21DF0B-C0AD-4B0D-8F9E-CD013A7D80D3}" dt="2025-03-07T02:56:44.527" v="192" actId="20577"/>
        <pc:sldMkLst>
          <pc:docMk/>
          <pc:sldMk cId="1482513529" sldId="972"/>
        </pc:sldMkLst>
        <pc:spChg chg="mod">
          <ac:chgData name="José Pedro Calistro Torres de Miranda" userId="82558bf5-0a7c-4071-b398-5925c96dbeb2" providerId="ADAL" clId="{1B21DF0B-C0AD-4B0D-8F9E-CD013A7D80D3}" dt="2025-03-07T02:56:44.527" v="192" actId="20577"/>
          <ac:spMkLst>
            <pc:docMk/>
            <pc:sldMk cId="1482513529" sldId="972"/>
            <ac:spMk id="3" creationId="{8F8DAB9D-3AF1-8320-E346-FA0887B3B624}"/>
          </ac:spMkLst>
        </pc:spChg>
      </pc:sldChg>
      <pc:sldChg chg="modSp add mod ord modAnim">
        <pc:chgData name="José Pedro Calistro Torres de Miranda" userId="82558bf5-0a7c-4071-b398-5925c96dbeb2" providerId="ADAL" clId="{1B21DF0B-C0AD-4B0D-8F9E-CD013A7D80D3}" dt="2025-03-07T02:59:33.903" v="268" actId="6549"/>
        <pc:sldMkLst>
          <pc:docMk/>
          <pc:sldMk cId="1029867115" sldId="973"/>
        </pc:sldMkLst>
        <pc:spChg chg="mod">
          <ac:chgData name="José Pedro Calistro Torres de Miranda" userId="82558bf5-0a7c-4071-b398-5925c96dbeb2" providerId="ADAL" clId="{1B21DF0B-C0AD-4B0D-8F9E-CD013A7D80D3}" dt="2025-03-07T02:59:33.903" v="268" actId="6549"/>
          <ac:spMkLst>
            <pc:docMk/>
            <pc:sldMk cId="1029867115" sldId="973"/>
            <ac:spMk id="3" creationId="{B71B06E7-BCB9-06E2-A059-1B1523281215}"/>
          </ac:spMkLst>
        </pc:spChg>
      </pc:sldChg>
      <pc:sldChg chg="addSp delSp modSp add mod delAnim modAnim">
        <pc:chgData name="José Pedro Calistro Torres de Miranda" userId="82558bf5-0a7c-4071-b398-5925c96dbeb2" providerId="ADAL" clId="{1B21DF0B-C0AD-4B0D-8F9E-CD013A7D80D3}" dt="2025-03-07T03:03:05.174" v="284"/>
        <pc:sldMkLst>
          <pc:docMk/>
          <pc:sldMk cId="721352540" sldId="974"/>
        </pc:sldMkLst>
        <pc:spChg chg="mod">
          <ac:chgData name="José Pedro Calistro Torres de Miranda" userId="82558bf5-0a7c-4071-b398-5925c96dbeb2" providerId="ADAL" clId="{1B21DF0B-C0AD-4B0D-8F9E-CD013A7D80D3}" dt="2025-03-07T03:01:43.162" v="270" actId="26606"/>
          <ac:spMkLst>
            <pc:docMk/>
            <pc:sldMk cId="721352540" sldId="974"/>
            <ac:spMk id="2" creationId="{960F643A-8E38-75D1-1994-AD9CDA7AA462}"/>
          </ac:spMkLst>
        </pc:spChg>
        <pc:spChg chg="del mod">
          <ac:chgData name="José Pedro Calistro Torres de Miranda" userId="82558bf5-0a7c-4071-b398-5925c96dbeb2" providerId="ADAL" clId="{1B21DF0B-C0AD-4B0D-8F9E-CD013A7D80D3}" dt="2025-03-07T03:01:57.513" v="275" actId="478"/>
          <ac:spMkLst>
            <pc:docMk/>
            <pc:sldMk cId="721352540" sldId="974"/>
            <ac:spMk id="3" creationId="{7B0647C7-0C6D-D335-944B-461054742676}"/>
          </ac:spMkLst>
        </pc:spChg>
        <pc:spChg chg="add mod">
          <ac:chgData name="José Pedro Calistro Torres de Miranda" userId="82558bf5-0a7c-4071-b398-5925c96dbeb2" providerId="ADAL" clId="{1B21DF0B-C0AD-4B0D-8F9E-CD013A7D80D3}" dt="2025-03-07T03:02:02.888" v="277" actId="1076"/>
          <ac:spMkLst>
            <pc:docMk/>
            <pc:sldMk cId="721352540" sldId="974"/>
            <ac:spMk id="4" creationId="{99C41518-6780-E876-1EC6-1BACE146B69E}"/>
          </ac:spMkLst>
        </pc:spChg>
        <pc:spChg chg="add del mod">
          <ac:chgData name="José Pedro Calistro Torres de Miranda" userId="82558bf5-0a7c-4071-b398-5925c96dbeb2" providerId="ADAL" clId="{1B21DF0B-C0AD-4B0D-8F9E-CD013A7D80D3}" dt="2025-03-07T03:02:00.130" v="276" actId="478"/>
          <ac:spMkLst>
            <pc:docMk/>
            <pc:sldMk cId="721352540" sldId="974"/>
            <ac:spMk id="6" creationId="{12310771-4F0F-6548-BB50-520BC1BA0062}"/>
          </ac:spMkLst>
        </pc:spChg>
        <pc:spChg chg="del">
          <ac:chgData name="José Pedro Calistro Torres de Miranda" userId="82558bf5-0a7c-4071-b398-5925c96dbeb2" providerId="ADAL" clId="{1B21DF0B-C0AD-4B0D-8F9E-CD013A7D80D3}" dt="2025-03-07T03:01:43.162" v="270" actId="26606"/>
          <ac:spMkLst>
            <pc:docMk/>
            <pc:sldMk cId="721352540" sldId="974"/>
            <ac:spMk id="22" creationId="{FD101FB3-361E-2507-DBD7-64AF68874FA2}"/>
          </ac:spMkLst>
        </pc:spChg>
        <pc:spChg chg="del">
          <ac:chgData name="José Pedro Calistro Torres de Miranda" userId="82558bf5-0a7c-4071-b398-5925c96dbeb2" providerId="ADAL" clId="{1B21DF0B-C0AD-4B0D-8F9E-CD013A7D80D3}" dt="2025-03-07T03:01:43.162" v="270" actId="26606"/>
          <ac:spMkLst>
            <pc:docMk/>
            <pc:sldMk cId="721352540" sldId="974"/>
            <ac:spMk id="24" creationId="{B30171D2-5401-0E18-6810-5F03B3DDF55A}"/>
          </ac:spMkLst>
        </pc:spChg>
        <pc:spChg chg="add">
          <ac:chgData name="José Pedro Calistro Torres de Miranda" userId="82558bf5-0a7c-4071-b398-5925c96dbeb2" providerId="ADAL" clId="{1B21DF0B-C0AD-4B0D-8F9E-CD013A7D80D3}" dt="2025-03-07T03:01:43.162" v="270" actId="26606"/>
          <ac:spMkLst>
            <pc:docMk/>
            <pc:sldMk cId="721352540" sldId="974"/>
            <ac:spMk id="35" creationId="{1E020063-2385-44AC-BD67-258E1F0B9FCE}"/>
          </ac:spMkLst>
        </pc:spChg>
        <pc:spChg chg="add">
          <ac:chgData name="José Pedro Calistro Torres de Miranda" userId="82558bf5-0a7c-4071-b398-5925c96dbeb2" providerId="ADAL" clId="{1B21DF0B-C0AD-4B0D-8F9E-CD013A7D80D3}" dt="2025-03-07T03:01:43.162" v="270" actId="26606"/>
          <ac:spMkLst>
            <pc:docMk/>
            <pc:sldMk cId="721352540" sldId="974"/>
            <ac:spMk id="37" creationId="{7E014A0B-5338-4077-AFE9-A90D04D4492B}"/>
          </ac:spMkLst>
        </pc:spChg>
        <pc:grpChg chg="del">
          <ac:chgData name="José Pedro Calistro Torres de Miranda" userId="82558bf5-0a7c-4071-b398-5925c96dbeb2" providerId="ADAL" clId="{1B21DF0B-C0AD-4B0D-8F9E-CD013A7D80D3}" dt="2025-03-07T03:01:43.162" v="270" actId="26606"/>
          <ac:grpSpMkLst>
            <pc:docMk/>
            <pc:sldMk cId="721352540" sldId="974"/>
            <ac:grpSpMk id="26" creationId="{7CC2AA18-23BB-D978-DFD0-19EAB9E0EA71}"/>
          </ac:grpSpMkLst>
        </pc:grpChg>
        <pc:grpChg chg="add">
          <ac:chgData name="José Pedro Calistro Torres de Miranda" userId="82558bf5-0a7c-4071-b398-5925c96dbeb2" providerId="ADAL" clId="{1B21DF0B-C0AD-4B0D-8F9E-CD013A7D80D3}" dt="2025-03-07T03:01:43.162" v="270" actId="26606"/>
          <ac:grpSpMkLst>
            <pc:docMk/>
            <pc:sldMk cId="721352540" sldId="974"/>
            <ac:grpSpMk id="39" creationId="{78127680-150F-4A90-9950-F66392578116}"/>
          </ac:grpSpMkLst>
        </pc:grpChg>
        <pc:grpChg chg="add">
          <ac:chgData name="José Pedro Calistro Torres de Miranda" userId="82558bf5-0a7c-4071-b398-5925c96dbeb2" providerId="ADAL" clId="{1B21DF0B-C0AD-4B0D-8F9E-CD013A7D80D3}" dt="2025-03-07T03:01:43.162" v="270" actId="26606"/>
          <ac:grpSpMkLst>
            <pc:docMk/>
            <pc:sldMk cId="721352540" sldId="974"/>
            <ac:grpSpMk id="45" creationId="{466920E5-8640-4C24-A775-8647637094A7}"/>
          </ac:grpSpMkLst>
        </pc:grpChg>
        <pc:graphicFrameChg chg="add mod">
          <ac:chgData name="José Pedro Calistro Torres de Miranda" userId="82558bf5-0a7c-4071-b398-5925c96dbeb2" providerId="ADAL" clId="{1B21DF0B-C0AD-4B0D-8F9E-CD013A7D80D3}" dt="2025-03-07T03:02:40.456" v="279"/>
          <ac:graphicFrameMkLst>
            <pc:docMk/>
            <pc:sldMk cId="721352540" sldId="974"/>
            <ac:graphicFrameMk id="8" creationId="{3D775C35-7B6D-5088-0853-3484382B7212}"/>
          </ac:graphicFrameMkLst>
        </pc:graphicFrameChg>
        <pc:picChg chg="mod">
          <ac:chgData name="José Pedro Calistro Torres de Miranda" userId="82558bf5-0a7c-4071-b398-5925c96dbeb2" providerId="ADAL" clId="{1B21DF0B-C0AD-4B0D-8F9E-CD013A7D80D3}" dt="2025-03-07T03:01:49.283" v="273" actId="1076"/>
          <ac:picMkLst>
            <pc:docMk/>
            <pc:sldMk cId="721352540" sldId="974"/>
            <ac:picMk id="7" creationId="{F76877A9-64DB-EF89-E1EE-B49107574C4E}"/>
          </ac:picMkLst>
        </pc:picChg>
      </pc:sldChg>
      <pc:sldChg chg="add del">
        <pc:chgData name="José Pedro Calistro Torres de Miranda" userId="82558bf5-0a7c-4071-b398-5925c96dbeb2" providerId="ADAL" clId="{1B21DF0B-C0AD-4B0D-8F9E-CD013A7D80D3}" dt="2025-03-07T03:03:58.586" v="290" actId="47"/>
        <pc:sldMkLst>
          <pc:docMk/>
          <pc:sldMk cId="1098565518" sldId="975"/>
        </pc:sldMkLst>
      </pc:sldChg>
      <pc:sldChg chg="modSp add mod ord modAnim">
        <pc:chgData name="José Pedro Calistro Torres de Miranda" userId="82558bf5-0a7c-4071-b398-5925c96dbeb2" providerId="ADAL" clId="{1B21DF0B-C0AD-4B0D-8F9E-CD013A7D80D3}" dt="2025-03-07T03:04:18.196" v="295"/>
        <pc:sldMkLst>
          <pc:docMk/>
          <pc:sldMk cId="2789228140" sldId="976"/>
        </pc:sldMkLst>
        <pc:spChg chg="mod">
          <ac:chgData name="José Pedro Calistro Torres de Miranda" userId="82558bf5-0a7c-4071-b398-5925c96dbeb2" providerId="ADAL" clId="{1B21DF0B-C0AD-4B0D-8F9E-CD013A7D80D3}" dt="2025-03-07T03:04:14.172" v="294" actId="5793"/>
          <ac:spMkLst>
            <pc:docMk/>
            <pc:sldMk cId="2789228140" sldId="976"/>
            <ac:spMk id="7" creationId="{A294B9FD-66BB-BBF4-F03D-657D6C8794FB}"/>
          </ac:spMkLst>
        </pc:spChg>
        <pc:picChg chg="mod">
          <ac:chgData name="José Pedro Calistro Torres de Miranda" userId="82558bf5-0a7c-4071-b398-5925c96dbeb2" providerId="ADAL" clId="{1B21DF0B-C0AD-4B0D-8F9E-CD013A7D80D3}" dt="2025-03-07T03:03:53.304" v="289" actId="14826"/>
          <ac:picMkLst>
            <pc:docMk/>
            <pc:sldMk cId="2789228140" sldId="976"/>
            <ac:picMk id="32" creationId="{508416C9-7879-D655-9656-24B747BD0913}"/>
          </ac:picMkLst>
        </pc:picChg>
      </pc:sldChg>
      <pc:sldChg chg="addSp delSp modSp new del mod setBg">
        <pc:chgData name="José Pedro Calistro Torres de Miranda" userId="82558bf5-0a7c-4071-b398-5925c96dbeb2" providerId="ADAL" clId="{1B21DF0B-C0AD-4B0D-8F9E-CD013A7D80D3}" dt="2025-03-07T11:07:27.995" v="1181" actId="47"/>
        <pc:sldMkLst>
          <pc:docMk/>
          <pc:sldMk cId="3762252007" sldId="977"/>
        </pc:sldMkLst>
        <pc:spChg chg="mod">
          <ac:chgData name="José Pedro Calistro Torres de Miranda" userId="82558bf5-0a7c-4071-b398-5925c96dbeb2" providerId="ADAL" clId="{1B21DF0B-C0AD-4B0D-8F9E-CD013A7D80D3}" dt="2025-03-07T03:12:42.200" v="615" actId="26606"/>
          <ac:spMkLst>
            <pc:docMk/>
            <pc:sldMk cId="3762252007" sldId="977"/>
            <ac:spMk id="2" creationId="{6AE71339-64AB-F676-B736-896DBADE6C83}"/>
          </ac:spMkLst>
        </pc:spChg>
        <pc:spChg chg="del mod">
          <ac:chgData name="José Pedro Calistro Torres de Miranda" userId="82558bf5-0a7c-4071-b398-5925c96dbeb2" providerId="ADAL" clId="{1B21DF0B-C0AD-4B0D-8F9E-CD013A7D80D3}" dt="2025-03-07T03:12:42.200" v="615" actId="26606"/>
          <ac:spMkLst>
            <pc:docMk/>
            <pc:sldMk cId="3762252007" sldId="977"/>
            <ac:spMk id="3" creationId="{967A313A-7D4D-9222-5907-D2730CAC8446}"/>
          </ac:spMkLst>
        </pc:spChg>
        <pc:spChg chg="add">
          <ac:chgData name="José Pedro Calistro Torres de Miranda" userId="82558bf5-0a7c-4071-b398-5925c96dbeb2" providerId="ADAL" clId="{1B21DF0B-C0AD-4B0D-8F9E-CD013A7D80D3}" dt="2025-03-07T03:12:42.200" v="615" actId="26606"/>
          <ac:spMkLst>
            <pc:docMk/>
            <pc:sldMk cId="3762252007" sldId="977"/>
            <ac:spMk id="9" creationId="{BACC6370-2D7E-4714-9D71-7542949D7D5D}"/>
          </ac:spMkLst>
        </pc:spChg>
        <pc:spChg chg="add">
          <ac:chgData name="José Pedro Calistro Torres de Miranda" userId="82558bf5-0a7c-4071-b398-5925c96dbeb2" providerId="ADAL" clId="{1B21DF0B-C0AD-4B0D-8F9E-CD013A7D80D3}" dt="2025-03-07T03:12:42.200" v="615" actId="26606"/>
          <ac:spMkLst>
            <pc:docMk/>
            <pc:sldMk cId="3762252007" sldId="977"/>
            <ac:spMk id="11" creationId="{F68B3F68-107C-434F-AA38-110D5EA91B85}"/>
          </ac:spMkLst>
        </pc:spChg>
        <pc:spChg chg="add">
          <ac:chgData name="José Pedro Calistro Torres de Miranda" userId="82558bf5-0a7c-4071-b398-5925c96dbeb2" providerId="ADAL" clId="{1B21DF0B-C0AD-4B0D-8F9E-CD013A7D80D3}" dt="2025-03-07T03:12:42.200" v="615" actId="26606"/>
          <ac:spMkLst>
            <pc:docMk/>
            <pc:sldMk cId="3762252007" sldId="977"/>
            <ac:spMk id="13" creationId="{AAD0DBB9-1A4B-4391-81D4-CB19F9AB918A}"/>
          </ac:spMkLst>
        </pc:spChg>
        <pc:spChg chg="add">
          <ac:chgData name="José Pedro Calistro Torres de Miranda" userId="82558bf5-0a7c-4071-b398-5925c96dbeb2" providerId="ADAL" clId="{1B21DF0B-C0AD-4B0D-8F9E-CD013A7D80D3}" dt="2025-03-07T03:12:42.200" v="615" actId="26606"/>
          <ac:spMkLst>
            <pc:docMk/>
            <pc:sldMk cId="3762252007" sldId="977"/>
            <ac:spMk id="15" creationId="{063BBA22-50EA-4C4D-BE05-F1CE4E63AA56}"/>
          </ac:spMkLst>
        </pc:spChg>
        <pc:graphicFrameChg chg="add">
          <ac:chgData name="José Pedro Calistro Torres de Miranda" userId="82558bf5-0a7c-4071-b398-5925c96dbeb2" providerId="ADAL" clId="{1B21DF0B-C0AD-4B0D-8F9E-CD013A7D80D3}" dt="2025-03-07T03:12:42.200" v="615" actId="26606"/>
          <ac:graphicFrameMkLst>
            <pc:docMk/>
            <pc:sldMk cId="3762252007" sldId="977"/>
            <ac:graphicFrameMk id="5" creationId="{3EE7F8AC-4308-29E1-149A-B2DF2448ABC6}"/>
          </ac:graphicFrameMkLst>
        </pc:graphicFrameChg>
      </pc:sldChg>
      <pc:sldChg chg="addSp modSp new mod setBg modAnim">
        <pc:chgData name="José Pedro Calistro Torres de Miranda" userId="82558bf5-0a7c-4071-b398-5925c96dbeb2" providerId="ADAL" clId="{1B21DF0B-C0AD-4B0D-8F9E-CD013A7D80D3}" dt="2025-03-07T03:32:09.572" v="918" actId="27636"/>
        <pc:sldMkLst>
          <pc:docMk/>
          <pc:sldMk cId="1807472328" sldId="978"/>
        </pc:sldMkLst>
        <pc:spChg chg="mod">
          <ac:chgData name="José Pedro Calistro Torres de Miranda" userId="82558bf5-0a7c-4071-b398-5925c96dbeb2" providerId="ADAL" clId="{1B21DF0B-C0AD-4B0D-8F9E-CD013A7D80D3}" dt="2025-03-07T03:19:54.137" v="655" actId="26606"/>
          <ac:spMkLst>
            <pc:docMk/>
            <pc:sldMk cId="1807472328" sldId="978"/>
            <ac:spMk id="2" creationId="{4898F721-C162-9D4D-A9DC-CADD0BB4E7BF}"/>
          </ac:spMkLst>
        </pc:spChg>
        <pc:spChg chg="mod">
          <ac:chgData name="José Pedro Calistro Torres de Miranda" userId="82558bf5-0a7c-4071-b398-5925c96dbeb2" providerId="ADAL" clId="{1B21DF0B-C0AD-4B0D-8F9E-CD013A7D80D3}" dt="2025-03-07T03:32:09.572" v="918" actId="27636"/>
          <ac:spMkLst>
            <pc:docMk/>
            <pc:sldMk cId="1807472328" sldId="978"/>
            <ac:spMk id="3" creationId="{10254895-E9DD-89E8-5ADC-B15C5CC69E21}"/>
          </ac:spMkLst>
        </pc:spChg>
        <pc:spChg chg="add">
          <ac:chgData name="José Pedro Calistro Torres de Miranda" userId="82558bf5-0a7c-4071-b398-5925c96dbeb2" providerId="ADAL" clId="{1B21DF0B-C0AD-4B0D-8F9E-CD013A7D80D3}" dt="2025-03-07T03:19:54.137" v="655" actId="26606"/>
          <ac:spMkLst>
            <pc:docMk/>
            <pc:sldMk cId="1807472328" sldId="978"/>
            <ac:spMk id="10" creationId="{EDDBB197-D710-4A4F-A9CA-FD2177498BE8}"/>
          </ac:spMkLst>
        </pc:spChg>
        <pc:spChg chg="add">
          <ac:chgData name="José Pedro Calistro Torres de Miranda" userId="82558bf5-0a7c-4071-b398-5925c96dbeb2" providerId="ADAL" clId="{1B21DF0B-C0AD-4B0D-8F9E-CD013A7D80D3}" dt="2025-03-07T03:19:54.137" v="655" actId="26606"/>
          <ac:spMkLst>
            <pc:docMk/>
            <pc:sldMk cId="1807472328" sldId="978"/>
            <ac:spMk id="12" creationId="{975D1CFA-2CDB-4B64-BD9F-85744E8DA12F}"/>
          </ac:spMkLst>
        </pc:spChg>
        <pc:grpChg chg="add">
          <ac:chgData name="José Pedro Calistro Torres de Miranda" userId="82558bf5-0a7c-4071-b398-5925c96dbeb2" providerId="ADAL" clId="{1B21DF0B-C0AD-4B0D-8F9E-CD013A7D80D3}" dt="2025-03-07T03:19:54.137" v="655" actId="26606"/>
          <ac:grpSpMkLst>
            <pc:docMk/>
            <pc:sldMk cId="1807472328" sldId="978"/>
            <ac:grpSpMk id="14" creationId="{25EE5136-01F1-466C-962D-BA9B4C6757AA}"/>
          </ac:grpSpMkLst>
        </pc:grpChg>
        <pc:picChg chg="add">
          <ac:chgData name="José Pedro Calistro Torres de Miranda" userId="82558bf5-0a7c-4071-b398-5925c96dbeb2" providerId="ADAL" clId="{1B21DF0B-C0AD-4B0D-8F9E-CD013A7D80D3}" dt="2025-03-07T03:19:54.137" v="655" actId="26606"/>
          <ac:picMkLst>
            <pc:docMk/>
            <pc:sldMk cId="1807472328" sldId="978"/>
            <ac:picMk id="7" creationId="{314000D8-C30C-ECF8-9E0E-5DA956563715}"/>
          </ac:picMkLst>
        </pc:picChg>
      </pc:sldChg>
      <pc:sldChg chg="addSp modSp new mod setBg modAnim">
        <pc:chgData name="José Pedro Calistro Torres de Miranda" userId="82558bf5-0a7c-4071-b398-5925c96dbeb2" providerId="ADAL" clId="{1B21DF0B-C0AD-4B0D-8F9E-CD013A7D80D3}" dt="2025-03-07T03:33:08.209" v="940" actId="14100"/>
        <pc:sldMkLst>
          <pc:docMk/>
          <pc:sldMk cId="3411902508" sldId="979"/>
        </pc:sldMkLst>
        <pc:spChg chg="mod">
          <ac:chgData name="José Pedro Calistro Torres de Miranda" userId="82558bf5-0a7c-4071-b398-5925c96dbeb2" providerId="ADAL" clId="{1B21DF0B-C0AD-4B0D-8F9E-CD013A7D80D3}" dt="2025-03-07T03:28:23.249" v="831" actId="1076"/>
          <ac:spMkLst>
            <pc:docMk/>
            <pc:sldMk cId="3411902508" sldId="979"/>
            <ac:spMk id="2" creationId="{A81AAF9E-EA76-A634-7DDD-03E87E999DC6}"/>
          </ac:spMkLst>
        </pc:spChg>
        <pc:spChg chg="mod">
          <ac:chgData name="José Pedro Calistro Torres de Miranda" userId="82558bf5-0a7c-4071-b398-5925c96dbeb2" providerId="ADAL" clId="{1B21DF0B-C0AD-4B0D-8F9E-CD013A7D80D3}" dt="2025-03-07T03:33:08.209" v="940" actId="14100"/>
          <ac:spMkLst>
            <pc:docMk/>
            <pc:sldMk cId="3411902508" sldId="979"/>
            <ac:spMk id="3" creationId="{58188A36-4A61-0420-1634-BF975ED28871}"/>
          </ac:spMkLst>
        </pc:spChg>
        <pc:spChg chg="add">
          <ac:chgData name="José Pedro Calistro Torres de Miranda" userId="82558bf5-0a7c-4071-b398-5925c96dbeb2" providerId="ADAL" clId="{1B21DF0B-C0AD-4B0D-8F9E-CD013A7D80D3}" dt="2025-03-07T03:27:01.249" v="788" actId="26606"/>
          <ac:spMkLst>
            <pc:docMk/>
            <pc:sldMk cId="3411902508" sldId="979"/>
            <ac:spMk id="10" creationId="{1E020063-2385-44AC-BD67-258E1F0B9FCE}"/>
          </ac:spMkLst>
        </pc:spChg>
        <pc:spChg chg="add">
          <ac:chgData name="José Pedro Calistro Torres de Miranda" userId="82558bf5-0a7c-4071-b398-5925c96dbeb2" providerId="ADAL" clId="{1B21DF0B-C0AD-4B0D-8F9E-CD013A7D80D3}" dt="2025-03-07T03:27:01.249" v="788" actId="26606"/>
          <ac:spMkLst>
            <pc:docMk/>
            <pc:sldMk cId="3411902508" sldId="979"/>
            <ac:spMk id="12" creationId="{7E014A0B-5338-4077-AFE9-A90D04D4492B}"/>
          </ac:spMkLst>
        </pc:spChg>
        <pc:grpChg chg="add">
          <ac:chgData name="José Pedro Calistro Torres de Miranda" userId="82558bf5-0a7c-4071-b398-5925c96dbeb2" providerId="ADAL" clId="{1B21DF0B-C0AD-4B0D-8F9E-CD013A7D80D3}" dt="2025-03-07T03:27:01.249" v="788" actId="26606"/>
          <ac:grpSpMkLst>
            <pc:docMk/>
            <pc:sldMk cId="3411902508" sldId="979"/>
            <ac:grpSpMk id="14" creationId="{78127680-150F-4A90-9950-F66392578116}"/>
          </ac:grpSpMkLst>
        </pc:grpChg>
        <pc:grpChg chg="add">
          <ac:chgData name="José Pedro Calistro Torres de Miranda" userId="82558bf5-0a7c-4071-b398-5925c96dbeb2" providerId="ADAL" clId="{1B21DF0B-C0AD-4B0D-8F9E-CD013A7D80D3}" dt="2025-03-07T03:27:01.249" v="788" actId="26606"/>
          <ac:grpSpMkLst>
            <pc:docMk/>
            <pc:sldMk cId="3411902508" sldId="979"/>
            <ac:grpSpMk id="20" creationId="{466920E5-8640-4C24-A775-8647637094A7}"/>
          </ac:grpSpMkLst>
        </pc:grpChg>
        <pc:picChg chg="add">
          <ac:chgData name="José Pedro Calistro Torres de Miranda" userId="82558bf5-0a7c-4071-b398-5925c96dbeb2" providerId="ADAL" clId="{1B21DF0B-C0AD-4B0D-8F9E-CD013A7D80D3}" dt="2025-03-07T03:27:01.249" v="788" actId="26606"/>
          <ac:picMkLst>
            <pc:docMk/>
            <pc:sldMk cId="3411902508" sldId="979"/>
            <ac:picMk id="7" creationId="{729A460A-F05C-93B3-ABEA-C9AB264A7C0C}"/>
          </ac:picMkLst>
        </pc:picChg>
      </pc:sldChg>
      <pc:sldChg chg="addSp delSp modSp add mod modTransition modAnim">
        <pc:chgData name="José Pedro Calistro Torres de Miranda" userId="82558bf5-0a7c-4071-b398-5925c96dbeb2" providerId="ADAL" clId="{1B21DF0B-C0AD-4B0D-8F9E-CD013A7D80D3}" dt="2025-03-07T03:32:36.978" v="930" actId="403"/>
        <pc:sldMkLst>
          <pc:docMk/>
          <pc:sldMk cId="322294470" sldId="980"/>
        </pc:sldMkLst>
        <pc:spChg chg="mod">
          <ac:chgData name="José Pedro Calistro Torres de Miranda" userId="82558bf5-0a7c-4071-b398-5925c96dbeb2" providerId="ADAL" clId="{1B21DF0B-C0AD-4B0D-8F9E-CD013A7D80D3}" dt="2025-03-07T03:21:50.201" v="698" actId="26606"/>
          <ac:spMkLst>
            <pc:docMk/>
            <pc:sldMk cId="322294470" sldId="980"/>
            <ac:spMk id="2" creationId="{D0669C27-00CA-CE5A-ED0D-60A767D28392}"/>
          </ac:spMkLst>
        </pc:spChg>
        <pc:spChg chg="mod">
          <ac:chgData name="José Pedro Calistro Torres de Miranda" userId="82558bf5-0a7c-4071-b398-5925c96dbeb2" providerId="ADAL" clId="{1B21DF0B-C0AD-4B0D-8F9E-CD013A7D80D3}" dt="2025-03-07T03:32:32.944" v="924" actId="14100"/>
          <ac:spMkLst>
            <pc:docMk/>
            <pc:sldMk cId="322294470" sldId="980"/>
            <ac:spMk id="3" creationId="{EB0547C6-4197-7B50-4429-1B36DB162160}"/>
          </ac:spMkLst>
        </pc:spChg>
        <pc:spChg chg="add del">
          <ac:chgData name="José Pedro Calistro Torres de Miranda" userId="82558bf5-0a7c-4071-b398-5925c96dbeb2" providerId="ADAL" clId="{1B21DF0B-C0AD-4B0D-8F9E-CD013A7D80D3}" dt="2025-03-07T03:22:19.263" v="703" actId="22"/>
          <ac:spMkLst>
            <pc:docMk/>
            <pc:sldMk cId="322294470" sldId="980"/>
            <ac:spMk id="5" creationId="{3F717BF2-FB9B-639F-6272-1A0AA016D5E6}"/>
          </ac:spMkLst>
        </pc:spChg>
        <pc:spChg chg="add del">
          <ac:chgData name="José Pedro Calistro Torres de Miranda" userId="82558bf5-0a7c-4071-b398-5925c96dbeb2" providerId="ADAL" clId="{1B21DF0B-C0AD-4B0D-8F9E-CD013A7D80D3}" dt="2025-03-07T03:23:40.716" v="738" actId="478"/>
          <ac:spMkLst>
            <pc:docMk/>
            <pc:sldMk cId="322294470" sldId="980"/>
            <ac:spMk id="8" creationId="{6D5F1CA6-8BFC-8A08-F3A2-D66289ED304F}"/>
          </ac:spMkLst>
        </pc:spChg>
        <pc:spChg chg="add mod">
          <ac:chgData name="José Pedro Calistro Torres de Miranda" userId="82558bf5-0a7c-4071-b398-5925c96dbeb2" providerId="ADAL" clId="{1B21DF0B-C0AD-4B0D-8F9E-CD013A7D80D3}" dt="2025-03-07T03:32:36.978" v="930" actId="403"/>
          <ac:spMkLst>
            <pc:docMk/>
            <pc:sldMk cId="322294470" sldId="980"/>
            <ac:spMk id="9" creationId="{6DAF2314-9109-01F3-9F7E-A24E9A41C905}"/>
          </ac:spMkLst>
        </pc:spChg>
        <pc:spChg chg="del">
          <ac:chgData name="José Pedro Calistro Torres de Miranda" userId="82558bf5-0a7c-4071-b398-5925c96dbeb2" providerId="ADAL" clId="{1B21DF0B-C0AD-4B0D-8F9E-CD013A7D80D3}" dt="2025-03-07T03:21:50.201" v="698" actId="26606"/>
          <ac:spMkLst>
            <pc:docMk/>
            <pc:sldMk cId="322294470" sldId="980"/>
            <ac:spMk id="10" creationId="{7DAD4B3C-AD8A-9E4F-877B-788B852304D5}"/>
          </ac:spMkLst>
        </pc:spChg>
        <pc:spChg chg="del">
          <ac:chgData name="José Pedro Calistro Torres de Miranda" userId="82558bf5-0a7c-4071-b398-5925c96dbeb2" providerId="ADAL" clId="{1B21DF0B-C0AD-4B0D-8F9E-CD013A7D80D3}" dt="2025-03-07T03:21:50.201" v="698" actId="26606"/>
          <ac:spMkLst>
            <pc:docMk/>
            <pc:sldMk cId="322294470" sldId="980"/>
            <ac:spMk id="12" creationId="{CAAD1455-8445-D60C-3305-1E9F46D08EB6}"/>
          </ac:spMkLst>
        </pc:spChg>
        <pc:spChg chg="add">
          <ac:chgData name="José Pedro Calistro Torres de Miranda" userId="82558bf5-0a7c-4071-b398-5925c96dbeb2" providerId="ADAL" clId="{1B21DF0B-C0AD-4B0D-8F9E-CD013A7D80D3}" dt="2025-03-07T03:21:50.201" v="698" actId="26606"/>
          <ac:spMkLst>
            <pc:docMk/>
            <pc:sldMk cId="322294470" sldId="980"/>
            <ac:spMk id="23" creationId="{1E020063-2385-44AC-BD67-258E1F0B9FCE}"/>
          </ac:spMkLst>
        </pc:spChg>
        <pc:spChg chg="add">
          <ac:chgData name="José Pedro Calistro Torres de Miranda" userId="82558bf5-0a7c-4071-b398-5925c96dbeb2" providerId="ADAL" clId="{1B21DF0B-C0AD-4B0D-8F9E-CD013A7D80D3}" dt="2025-03-07T03:21:50.201" v="698" actId="26606"/>
          <ac:spMkLst>
            <pc:docMk/>
            <pc:sldMk cId="322294470" sldId="980"/>
            <ac:spMk id="25" creationId="{7E014A0B-5338-4077-AFE9-A90D04D4492B}"/>
          </ac:spMkLst>
        </pc:spChg>
        <pc:spChg chg="add mod">
          <ac:chgData name="José Pedro Calistro Torres de Miranda" userId="82558bf5-0a7c-4071-b398-5925c96dbeb2" providerId="ADAL" clId="{1B21DF0B-C0AD-4B0D-8F9E-CD013A7D80D3}" dt="2025-03-07T03:24:59.104" v="769" actId="1076"/>
          <ac:spMkLst>
            <pc:docMk/>
            <pc:sldMk cId="322294470" sldId="980"/>
            <ac:spMk id="38" creationId="{9A821E3B-7247-00C7-B7FE-50D31087FB34}"/>
          </ac:spMkLst>
        </pc:spChg>
        <pc:spChg chg="add del mod">
          <ac:chgData name="José Pedro Calistro Torres de Miranda" userId="82558bf5-0a7c-4071-b398-5925c96dbeb2" providerId="ADAL" clId="{1B21DF0B-C0AD-4B0D-8F9E-CD013A7D80D3}" dt="2025-03-07T03:25:27.137" v="773" actId="478"/>
          <ac:spMkLst>
            <pc:docMk/>
            <pc:sldMk cId="322294470" sldId="980"/>
            <ac:spMk id="39" creationId="{3108F9F6-87BC-372E-D213-9E2824FD02B7}"/>
          </ac:spMkLst>
        </pc:spChg>
        <pc:spChg chg="add del mod">
          <ac:chgData name="José Pedro Calistro Torres de Miranda" userId="82558bf5-0a7c-4071-b398-5925c96dbeb2" providerId="ADAL" clId="{1B21DF0B-C0AD-4B0D-8F9E-CD013A7D80D3}" dt="2025-03-07T03:25:25.674" v="772" actId="478"/>
          <ac:spMkLst>
            <pc:docMk/>
            <pc:sldMk cId="322294470" sldId="980"/>
            <ac:spMk id="40" creationId="{4BE52538-E944-EF8C-CF2C-783C30E1BAE9}"/>
          </ac:spMkLst>
        </pc:spChg>
        <pc:grpChg chg="del">
          <ac:chgData name="José Pedro Calistro Torres de Miranda" userId="82558bf5-0a7c-4071-b398-5925c96dbeb2" providerId="ADAL" clId="{1B21DF0B-C0AD-4B0D-8F9E-CD013A7D80D3}" dt="2025-03-07T03:21:50.201" v="698" actId="26606"/>
          <ac:grpSpMkLst>
            <pc:docMk/>
            <pc:sldMk cId="322294470" sldId="980"/>
            <ac:grpSpMk id="14" creationId="{95DAD0B7-1D6F-ECC9-61A7-EE459C28B453}"/>
          </ac:grpSpMkLst>
        </pc:grpChg>
        <pc:grpChg chg="add">
          <ac:chgData name="José Pedro Calistro Torres de Miranda" userId="82558bf5-0a7c-4071-b398-5925c96dbeb2" providerId="ADAL" clId="{1B21DF0B-C0AD-4B0D-8F9E-CD013A7D80D3}" dt="2025-03-07T03:21:50.201" v="698" actId="26606"/>
          <ac:grpSpMkLst>
            <pc:docMk/>
            <pc:sldMk cId="322294470" sldId="980"/>
            <ac:grpSpMk id="27" creationId="{78127680-150F-4A90-9950-F66392578116}"/>
          </ac:grpSpMkLst>
        </pc:grpChg>
        <pc:grpChg chg="add">
          <ac:chgData name="José Pedro Calistro Torres de Miranda" userId="82558bf5-0a7c-4071-b398-5925c96dbeb2" providerId="ADAL" clId="{1B21DF0B-C0AD-4B0D-8F9E-CD013A7D80D3}" dt="2025-03-07T03:21:50.201" v="698" actId="26606"/>
          <ac:grpSpMkLst>
            <pc:docMk/>
            <pc:sldMk cId="322294470" sldId="980"/>
            <ac:grpSpMk id="33" creationId="{466920E5-8640-4C24-A775-8647637094A7}"/>
          </ac:grpSpMkLst>
        </pc:grpChg>
        <pc:graphicFrameChg chg="add mod">
          <ac:chgData name="José Pedro Calistro Torres de Miranda" userId="82558bf5-0a7c-4071-b398-5925c96dbeb2" providerId="ADAL" clId="{1B21DF0B-C0AD-4B0D-8F9E-CD013A7D80D3}" dt="2025-03-07T03:24:39.871" v="764"/>
          <ac:graphicFrameMkLst>
            <pc:docMk/>
            <pc:sldMk cId="322294470" sldId="980"/>
            <ac:graphicFrameMk id="11" creationId="{93780E11-7DCF-6773-4372-FDE47EEF2413}"/>
          </ac:graphicFrameMkLst>
        </pc:graphicFrameChg>
        <pc:graphicFrameChg chg="add mod">
          <ac:chgData name="José Pedro Calistro Torres de Miranda" userId="82558bf5-0a7c-4071-b398-5925c96dbeb2" providerId="ADAL" clId="{1B21DF0B-C0AD-4B0D-8F9E-CD013A7D80D3}" dt="2025-03-07T03:24:39.871" v="764"/>
          <ac:graphicFrameMkLst>
            <pc:docMk/>
            <pc:sldMk cId="322294470" sldId="980"/>
            <ac:graphicFrameMk id="13" creationId="{2459FF51-EDEF-D6E0-2078-FB9D905D4A4A}"/>
          </ac:graphicFrameMkLst>
        </pc:graphicFrameChg>
        <pc:graphicFrameChg chg="add mod">
          <ac:chgData name="José Pedro Calistro Torres de Miranda" userId="82558bf5-0a7c-4071-b398-5925c96dbeb2" providerId="ADAL" clId="{1B21DF0B-C0AD-4B0D-8F9E-CD013A7D80D3}" dt="2025-03-07T03:24:39.871" v="764"/>
          <ac:graphicFrameMkLst>
            <pc:docMk/>
            <pc:sldMk cId="322294470" sldId="980"/>
            <ac:graphicFrameMk id="19" creationId="{135A48A9-FD5A-44CE-3A09-252638E12C61}"/>
          </ac:graphicFrameMkLst>
        </pc:graphicFrameChg>
        <pc:graphicFrameChg chg="add mod modGraphic">
          <ac:chgData name="José Pedro Calistro Torres de Miranda" userId="82558bf5-0a7c-4071-b398-5925c96dbeb2" providerId="ADAL" clId="{1B21DF0B-C0AD-4B0D-8F9E-CD013A7D80D3}" dt="2025-03-07T03:24:42.906" v="766" actId="14100"/>
          <ac:graphicFrameMkLst>
            <pc:docMk/>
            <pc:sldMk cId="322294470" sldId="980"/>
            <ac:graphicFrameMk id="20" creationId="{E00C22BB-E256-652C-9B90-92642136046D}"/>
          </ac:graphicFrameMkLst>
        </pc:graphicFrameChg>
        <pc:graphicFrameChg chg="add mod">
          <ac:chgData name="José Pedro Calistro Torres de Miranda" userId="82558bf5-0a7c-4071-b398-5925c96dbeb2" providerId="ADAL" clId="{1B21DF0B-C0AD-4B0D-8F9E-CD013A7D80D3}" dt="2025-03-07T03:24:44.914" v="767"/>
          <ac:graphicFrameMkLst>
            <pc:docMk/>
            <pc:sldMk cId="322294470" sldId="980"/>
            <ac:graphicFrameMk id="21" creationId="{611D4EB8-78D9-D975-4107-F32B74135349}"/>
          </ac:graphicFrameMkLst>
        </pc:graphicFrameChg>
        <pc:graphicFrameChg chg="add mod">
          <ac:chgData name="José Pedro Calistro Torres de Miranda" userId="82558bf5-0a7c-4071-b398-5925c96dbeb2" providerId="ADAL" clId="{1B21DF0B-C0AD-4B0D-8F9E-CD013A7D80D3}" dt="2025-03-07T03:24:44.914" v="767"/>
          <ac:graphicFrameMkLst>
            <pc:docMk/>
            <pc:sldMk cId="322294470" sldId="980"/>
            <ac:graphicFrameMk id="22" creationId="{90C91EA6-8C62-54C3-7482-83C2CDAA1A86}"/>
          </ac:graphicFrameMkLst>
        </pc:graphicFrameChg>
        <pc:graphicFrameChg chg="add mod">
          <ac:chgData name="José Pedro Calistro Torres de Miranda" userId="82558bf5-0a7c-4071-b398-5925c96dbeb2" providerId="ADAL" clId="{1B21DF0B-C0AD-4B0D-8F9E-CD013A7D80D3}" dt="2025-03-07T03:24:44.914" v="767"/>
          <ac:graphicFrameMkLst>
            <pc:docMk/>
            <pc:sldMk cId="322294470" sldId="980"/>
            <ac:graphicFrameMk id="24" creationId="{EB342802-F664-6032-262A-F5625B4D47D2}"/>
          </ac:graphicFrameMkLst>
        </pc:graphicFrameChg>
        <pc:graphicFrameChg chg="add mod">
          <ac:chgData name="José Pedro Calistro Torres de Miranda" userId="82558bf5-0a7c-4071-b398-5925c96dbeb2" providerId="ADAL" clId="{1B21DF0B-C0AD-4B0D-8F9E-CD013A7D80D3}" dt="2025-03-07T03:24:44.914" v="767"/>
          <ac:graphicFrameMkLst>
            <pc:docMk/>
            <pc:sldMk cId="322294470" sldId="980"/>
            <ac:graphicFrameMk id="26" creationId="{B21D4469-1147-4192-62AD-F10BE753BCDB}"/>
          </ac:graphicFrameMkLst>
        </pc:graphicFrameChg>
        <pc:graphicFrameChg chg="add del mod modGraphic">
          <ac:chgData name="José Pedro Calistro Torres de Miranda" userId="82558bf5-0a7c-4071-b398-5925c96dbeb2" providerId="ADAL" clId="{1B21DF0B-C0AD-4B0D-8F9E-CD013A7D80D3}" dt="2025-03-07T03:25:51.505" v="776" actId="14100"/>
          <ac:graphicFrameMkLst>
            <pc:docMk/>
            <pc:sldMk cId="322294470" sldId="980"/>
            <ac:graphicFrameMk id="32" creationId="{44EC0189-05D6-3657-B775-E74F9FA51FED}"/>
          </ac:graphicFrameMkLst>
        </pc:graphicFrameChg>
        <pc:picChg chg="mod">
          <ac:chgData name="José Pedro Calistro Torres de Miranda" userId="82558bf5-0a7c-4071-b398-5925c96dbeb2" providerId="ADAL" clId="{1B21DF0B-C0AD-4B0D-8F9E-CD013A7D80D3}" dt="2025-03-07T03:21:50.201" v="698" actId="26606"/>
          <ac:picMkLst>
            <pc:docMk/>
            <pc:sldMk cId="322294470" sldId="980"/>
            <ac:picMk id="7" creationId="{158A42C8-5A50-55DC-CB43-6E3C3597D5DF}"/>
          </ac:picMkLst>
        </pc:picChg>
      </pc:sldChg>
      <pc:sldChg chg="add del">
        <pc:chgData name="José Pedro Calistro Torres de Miranda" userId="82558bf5-0a7c-4071-b398-5925c96dbeb2" providerId="ADAL" clId="{1B21DF0B-C0AD-4B0D-8F9E-CD013A7D80D3}" dt="2025-03-07T03:40:47.994" v="1180" actId="47"/>
        <pc:sldMkLst>
          <pc:docMk/>
          <pc:sldMk cId="3456052783" sldId="981"/>
        </pc:sldMkLst>
      </pc:sldChg>
      <pc:sldChg chg="addSp delSp modSp add mod delAnim modAnim">
        <pc:chgData name="José Pedro Calistro Torres de Miranda" userId="82558bf5-0a7c-4071-b398-5925c96dbeb2" providerId="ADAL" clId="{1B21DF0B-C0AD-4B0D-8F9E-CD013A7D80D3}" dt="2025-03-07T03:40:22.591" v="1178"/>
        <pc:sldMkLst>
          <pc:docMk/>
          <pc:sldMk cId="3659672575" sldId="982"/>
        </pc:sldMkLst>
        <pc:spChg chg="mod">
          <ac:chgData name="José Pedro Calistro Torres de Miranda" userId="82558bf5-0a7c-4071-b398-5925c96dbeb2" providerId="ADAL" clId="{1B21DF0B-C0AD-4B0D-8F9E-CD013A7D80D3}" dt="2025-03-07T03:30:39.013" v="881" actId="26606"/>
          <ac:spMkLst>
            <pc:docMk/>
            <pc:sldMk cId="3659672575" sldId="982"/>
            <ac:spMk id="2" creationId="{616FD15F-B2B9-0C69-84CC-BF868EAF6046}"/>
          </ac:spMkLst>
        </pc:spChg>
        <pc:spChg chg="del mod">
          <ac:chgData name="José Pedro Calistro Torres de Miranda" userId="82558bf5-0a7c-4071-b398-5925c96dbeb2" providerId="ADAL" clId="{1B21DF0B-C0AD-4B0D-8F9E-CD013A7D80D3}" dt="2025-03-07T03:30:53.630" v="882" actId="478"/>
          <ac:spMkLst>
            <pc:docMk/>
            <pc:sldMk cId="3659672575" sldId="982"/>
            <ac:spMk id="3" creationId="{EFC60956-85D1-342C-5C10-66F561F308E0}"/>
          </ac:spMkLst>
        </pc:spChg>
        <pc:spChg chg="add mod">
          <ac:chgData name="José Pedro Calistro Torres de Miranda" userId="82558bf5-0a7c-4071-b398-5925c96dbeb2" providerId="ADAL" clId="{1B21DF0B-C0AD-4B0D-8F9E-CD013A7D80D3}" dt="2025-03-07T03:38:47.217" v="1159" actId="20577"/>
          <ac:spMkLst>
            <pc:docMk/>
            <pc:sldMk cId="3659672575" sldId="982"/>
            <ac:spMk id="5" creationId="{88A7D105-7462-AA6C-2910-CD4931E77FDE}"/>
          </ac:spMkLst>
        </pc:spChg>
        <pc:spChg chg="add del mod">
          <ac:chgData name="José Pedro Calistro Torres de Miranda" userId="82558bf5-0a7c-4071-b398-5925c96dbeb2" providerId="ADAL" clId="{1B21DF0B-C0AD-4B0D-8F9E-CD013A7D80D3}" dt="2025-03-07T03:31:03.519" v="884" actId="26606"/>
          <ac:spMkLst>
            <pc:docMk/>
            <pc:sldMk cId="3659672575" sldId="982"/>
            <ac:spMk id="6" creationId="{D6E6B575-40DC-8D26-0C34-7D3D8E17ED1B}"/>
          </ac:spMkLst>
        </pc:spChg>
        <pc:spChg chg="add mod">
          <ac:chgData name="José Pedro Calistro Torres de Miranda" userId="82558bf5-0a7c-4071-b398-5925c96dbeb2" providerId="ADAL" clId="{1B21DF0B-C0AD-4B0D-8F9E-CD013A7D80D3}" dt="2025-03-07T03:36:35.306" v="1029" actId="27636"/>
          <ac:spMkLst>
            <pc:docMk/>
            <pc:sldMk cId="3659672575" sldId="982"/>
            <ac:spMk id="8" creationId="{9DFE653F-E95E-540C-8169-60FE2812D993}"/>
          </ac:spMkLst>
        </pc:spChg>
        <pc:spChg chg="del">
          <ac:chgData name="José Pedro Calistro Torres de Miranda" userId="82558bf5-0a7c-4071-b398-5925c96dbeb2" providerId="ADAL" clId="{1B21DF0B-C0AD-4B0D-8F9E-CD013A7D80D3}" dt="2025-03-07T03:30:39.013" v="881" actId="26606"/>
          <ac:spMkLst>
            <pc:docMk/>
            <pc:sldMk cId="3659672575" sldId="982"/>
            <ac:spMk id="10" creationId="{963D1713-82CD-DA9B-ADBF-A07686E4FDB6}"/>
          </ac:spMkLst>
        </pc:spChg>
        <pc:spChg chg="del">
          <ac:chgData name="José Pedro Calistro Torres de Miranda" userId="82558bf5-0a7c-4071-b398-5925c96dbeb2" providerId="ADAL" clId="{1B21DF0B-C0AD-4B0D-8F9E-CD013A7D80D3}" dt="2025-03-07T03:30:39.013" v="881" actId="26606"/>
          <ac:spMkLst>
            <pc:docMk/>
            <pc:sldMk cId="3659672575" sldId="982"/>
            <ac:spMk id="12" creationId="{726E9D0A-5912-0FDF-FE73-1C4767600DC9}"/>
          </ac:spMkLst>
        </pc:spChg>
        <pc:spChg chg="add del">
          <ac:chgData name="José Pedro Calistro Torres de Miranda" userId="82558bf5-0a7c-4071-b398-5925c96dbeb2" providerId="ADAL" clId="{1B21DF0B-C0AD-4B0D-8F9E-CD013A7D80D3}" dt="2025-03-07T03:31:03.519" v="884" actId="26606"/>
          <ac:spMkLst>
            <pc:docMk/>
            <pc:sldMk cId="3659672575" sldId="982"/>
            <ac:spMk id="29" creationId="{17BDD930-0E65-490A-9CE5-554C357C4428}"/>
          </ac:spMkLst>
        </pc:spChg>
        <pc:spChg chg="add del">
          <ac:chgData name="José Pedro Calistro Torres de Miranda" userId="82558bf5-0a7c-4071-b398-5925c96dbeb2" providerId="ADAL" clId="{1B21DF0B-C0AD-4B0D-8F9E-CD013A7D80D3}" dt="2025-03-07T03:31:03.519" v="884" actId="26606"/>
          <ac:spMkLst>
            <pc:docMk/>
            <pc:sldMk cId="3659672575" sldId="982"/>
            <ac:spMk id="31" creationId="{3A912C67-99A1-4956-8F68-1846C21771E8}"/>
          </ac:spMkLst>
        </pc:spChg>
        <pc:spChg chg="add">
          <ac:chgData name="José Pedro Calistro Torres de Miranda" userId="82558bf5-0a7c-4071-b398-5925c96dbeb2" providerId="ADAL" clId="{1B21DF0B-C0AD-4B0D-8F9E-CD013A7D80D3}" dt="2025-03-07T03:31:03.519" v="884" actId="26606"/>
          <ac:spMkLst>
            <pc:docMk/>
            <pc:sldMk cId="3659672575" sldId="982"/>
            <ac:spMk id="48" creationId="{17BDD930-0E65-490A-9CE5-554C357C4428}"/>
          </ac:spMkLst>
        </pc:spChg>
        <pc:spChg chg="add">
          <ac:chgData name="José Pedro Calistro Torres de Miranda" userId="82558bf5-0a7c-4071-b398-5925c96dbeb2" providerId="ADAL" clId="{1B21DF0B-C0AD-4B0D-8F9E-CD013A7D80D3}" dt="2025-03-07T03:31:03.519" v="884" actId="26606"/>
          <ac:spMkLst>
            <pc:docMk/>
            <pc:sldMk cId="3659672575" sldId="982"/>
            <ac:spMk id="50" creationId="{3A912C67-99A1-4956-8F68-1846C21771E8}"/>
          </ac:spMkLst>
        </pc:spChg>
        <pc:grpChg chg="del">
          <ac:chgData name="José Pedro Calistro Torres de Miranda" userId="82558bf5-0a7c-4071-b398-5925c96dbeb2" providerId="ADAL" clId="{1B21DF0B-C0AD-4B0D-8F9E-CD013A7D80D3}" dt="2025-03-07T03:30:39.013" v="881" actId="26606"/>
          <ac:grpSpMkLst>
            <pc:docMk/>
            <pc:sldMk cId="3659672575" sldId="982"/>
            <ac:grpSpMk id="14" creationId="{746F44C7-94A7-1FBB-1925-0D575134181C}"/>
          </ac:grpSpMkLst>
        </pc:grpChg>
        <pc:grpChg chg="del">
          <ac:chgData name="José Pedro Calistro Torres de Miranda" userId="82558bf5-0a7c-4071-b398-5925c96dbeb2" providerId="ADAL" clId="{1B21DF0B-C0AD-4B0D-8F9E-CD013A7D80D3}" dt="2025-03-07T03:30:39.013" v="881" actId="26606"/>
          <ac:grpSpMkLst>
            <pc:docMk/>
            <pc:sldMk cId="3659672575" sldId="982"/>
            <ac:grpSpMk id="20" creationId="{66A6DA3E-F0DE-9583-B513-5ACFD3D30E6C}"/>
          </ac:grpSpMkLst>
        </pc:grpChg>
        <pc:grpChg chg="add del">
          <ac:chgData name="José Pedro Calistro Torres de Miranda" userId="82558bf5-0a7c-4071-b398-5925c96dbeb2" providerId="ADAL" clId="{1B21DF0B-C0AD-4B0D-8F9E-CD013A7D80D3}" dt="2025-03-07T03:31:03.519" v="884" actId="26606"/>
          <ac:grpSpMkLst>
            <pc:docMk/>
            <pc:sldMk cId="3659672575" sldId="982"/>
            <ac:grpSpMk id="33" creationId="{569E5994-073E-4708-B3E6-43BFED0CEB4C}"/>
          </ac:grpSpMkLst>
        </pc:grpChg>
        <pc:grpChg chg="add">
          <ac:chgData name="José Pedro Calistro Torres de Miranda" userId="82558bf5-0a7c-4071-b398-5925c96dbeb2" providerId="ADAL" clId="{1B21DF0B-C0AD-4B0D-8F9E-CD013A7D80D3}" dt="2025-03-07T03:31:03.519" v="884" actId="26606"/>
          <ac:grpSpMkLst>
            <pc:docMk/>
            <pc:sldMk cId="3659672575" sldId="982"/>
            <ac:grpSpMk id="52" creationId="{569E5994-073E-4708-B3E6-43BFED0CEB4C}"/>
          </ac:grpSpMkLst>
        </pc:grpChg>
        <pc:grpChg chg="add">
          <ac:chgData name="José Pedro Calistro Torres de Miranda" userId="82558bf5-0a7c-4071-b398-5925c96dbeb2" providerId="ADAL" clId="{1B21DF0B-C0AD-4B0D-8F9E-CD013A7D80D3}" dt="2025-03-07T03:31:03.519" v="884" actId="26606"/>
          <ac:grpSpMkLst>
            <pc:docMk/>
            <pc:sldMk cId="3659672575" sldId="982"/>
            <ac:grpSpMk id="58" creationId="{DD81D498-EAA8-40F3-8230-AE4DEDA3830D}"/>
          </ac:grpSpMkLst>
        </pc:grpChg>
        <pc:graphicFrameChg chg="add mod">
          <ac:chgData name="José Pedro Calistro Torres de Miranda" userId="82558bf5-0a7c-4071-b398-5925c96dbeb2" providerId="ADAL" clId="{1B21DF0B-C0AD-4B0D-8F9E-CD013A7D80D3}" dt="2025-03-07T03:37:12.400" v="1115"/>
          <ac:graphicFrameMkLst>
            <pc:docMk/>
            <pc:sldMk cId="3659672575" sldId="982"/>
            <ac:graphicFrameMk id="9" creationId="{250F0E76-C18E-AC69-1BFF-7AB894103ED1}"/>
          </ac:graphicFrameMkLst>
        </pc:graphicFrameChg>
        <pc:graphicFrameChg chg="add mod modGraphic">
          <ac:chgData name="José Pedro Calistro Torres de Miranda" userId="82558bf5-0a7c-4071-b398-5925c96dbeb2" providerId="ADAL" clId="{1B21DF0B-C0AD-4B0D-8F9E-CD013A7D80D3}" dt="2025-03-07T03:39:52.753" v="1175" actId="1076"/>
          <ac:graphicFrameMkLst>
            <pc:docMk/>
            <pc:sldMk cId="3659672575" sldId="982"/>
            <ac:graphicFrameMk id="11" creationId="{9FB710A8-5E6E-5C75-61DD-D6F8FB40B183}"/>
          </ac:graphicFrameMkLst>
        </pc:graphicFrameChg>
        <pc:picChg chg="mod ord">
          <ac:chgData name="José Pedro Calistro Torres de Miranda" userId="82558bf5-0a7c-4071-b398-5925c96dbeb2" providerId="ADAL" clId="{1B21DF0B-C0AD-4B0D-8F9E-CD013A7D80D3}" dt="2025-03-07T03:37:24.817" v="1129" actId="1076"/>
          <ac:picMkLst>
            <pc:docMk/>
            <pc:sldMk cId="3659672575" sldId="982"/>
            <ac:picMk id="7" creationId="{55C8ACF1-6666-1D9A-5B85-8AF3C791E32D}"/>
          </ac:picMkLst>
        </pc:picChg>
      </pc:sldChg>
      <pc:sldChg chg="modSp new del mod">
        <pc:chgData name="José Pedro Calistro Torres de Miranda" userId="82558bf5-0a7c-4071-b398-5925c96dbeb2" providerId="ADAL" clId="{1B21DF0B-C0AD-4B0D-8F9E-CD013A7D80D3}" dt="2025-03-07T03:40:42.903" v="1179" actId="47"/>
        <pc:sldMkLst>
          <pc:docMk/>
          <pc:sldMk cId="1623363218" sldId="983"/>
        </pc:sldMkLst>
        <pc:spChg chg="mod">
          <ac:chgData name="José Pedro Calistro Torres de Miranda" userId="82558bf5-0a7c-4071-b398-5925c96dbeb2" providerId="ADAL" clId="{1B21DF0B-C0AD-4B0D-8F9E-CD013A7D80D3}" dt="2025-03-07T03:29:52.824" v="880"/>
          <ac:spMkLst>
            <pc:docMk/>
            <pc:sldMk cId="1623363218" sldId="983"/>
            <ac:spMk id="2" creationId="{108F3E2C-1210-76DE-33FC-E3844595FE32}"/>
          </ac:spMkLst>
        </pc:spChg>
        <pc:spChg chg="mod">
          <ac:chgData name="José Pedro Calistro Torres de Miranda" userId="82558bf5-0a7c-4071-b398-5925c96dbeb2" providerId="ADAL" clId="{1B21DF0B-C0AD-4B0D-8F9E-CD013A7D80D3}" dt="2025-03-07T03:29:41.438" v="879" actId="27636"/>
          <ac:spMkLst>
            <pc:docMk/>
            <pc:sldMk cId="1623363218" sldId="983"/>
            <ac:spMk id="3" creationId="{408B967A-F9E4-4B44-2361-F38C12E90056}"/>
          </ac:spMkLst>
        </pc:spChg>
      </pc:sldChg>
      <pc:sldChg chg="addSp delSp modSp new del">
        <pc:chgData name="José Pedro Calistro Torres de Miranda" userId="82558bf5-0a7c-4071-b398-5925c96dbeb2" providerId="ADAL" clId="{1B21DF0B-C0AD-4B0D-8F9E-CD013A7D80D3}" dt="2025-03-07T03:28:47.314" v="836" actId="680"/>
        <pc:sldMkLst>
          <pc:docMk/>
          <pc:sldMk cId="3710387538" sldId="983"/>
        </pc:sldMkLst>
        <pc:spChg chg="add del">
          <ac:chgData name="José Pedro Calistro Torres de Miranda" userId="82558bf5-0a7c-4071-b398-5925c96dbeb2" providerId="ADAL" clId="{1B21DF0B-C0AD-4B0D-8F9E-CD013A7D80D3}" dt="2025-03-07T03:28:46.590" v="835"/>
          <ac:spMkLst>
            <pc:docMk/>
            <pc:sldMk cId="3710387538" sldId="983"/>
            <ac:spMk id="3" creationId="{AADD9CE7-25B2-36B9-F9F0-13D098A70BCD}"/>
          </ac:spMkLst>
        </pc:spChg>
        <pc:spChg chg="add">
          <ac:chgData name="José Pedro Calistro Torres de Miranda" userId="82558bf5-0a7c-4071-b398-5925c96dbeb2" providerId="ADAL" clId="{1B21DF0B-C0AD-4B0D-8F9E-CD013A7D80D3}" dt="2025-03-07T03:28:43.103" v="834"/>
          <ac:spMkLst>
            <pc:docMk/>
            <pc:sldMk cId="3710387538" sldId="983"/>
            <ac:spMk id="5" creationId="{2A18CE98-933B-B6D5-2FA6-8203284A734F}"/>
          </ac:spMkLst>
        </pc:spChg>
        <pc:graphicFrameChg chg="add mod">
          <ac:chgData name="José Pedro Calistro Torres de Miranda" userId="82558bf5-0a7c-4071-b398-5925c96dbeb2" providerId="ADAL" clId="{1B21DF0B-C0AD-4B0D-8F9E-CD013A7D80D3}" dt="2025-03-07T03:28:46.590" v="835"/>
          <ac:graphicFrameMkLst>
            <pc:docMk/>
            <pc:sldMk cId="3710387538" sldId="983"/>
            <ac:graphicFrameMk id="4" creationId="{93C44F07-4855-3297-9355-5E5B8A5CFBA8}"/>
          </ac:graphicFrameMkLst>
        </pc:graphicFrameChg>
      </pc:sldChg>
      <pc:sldMasterChg chg="delSldLayout">
        <pc:chgData name="José Pedro Calistro Torres de Miranda" userId="82558bf5-0a7c-4071-b398-5925c96dbeb2" providerId="ADAL" clId="{1B21DF0B-C0AD-4B0D-8F9E-CD013A7D80D3}" dt="2025-03-07T03:06:07.192" v="318" actId="47"/>
        <pc:sldMasterMkLst>
          <pc:docMk/>
          <pc:sldMasterMk cId="3324927891" sldId="2147483660"/>
        </pc:sldMasterMkLst>
        <pc:sldLayoutChg chg="del">
          <pc:chgData name="José Pedro Calistro Torres de Miranda" userId="82558bf5-0a7c-4071-b398-5925c96dbeb2" providerId="ADAL" clId="{1B21DF0B-C0AD-4B0D-8F9E-CD013A7D80D3}" dt="2025-03-07T03:06:07.192" v="318" actId="47"/>
          <pc:sldLayoutMkLst>
            <pc:docMk/>
            <pc:sldMasterMk cId="3324927891" sldId="2147483660"/>
            <pc:sldLayoutMk cId="3959205589" sldId="2147483672"/>
          </pc:sldLayoutMkLst>
        </pc:sldLayoutChg>
      </pc:sldMaster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4.svg"/><Relationship Id="rId16" Type="http://schemas.openxmlformats.org/officeDocument/2006/relationships/image" Target="../media/image18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Relationship Id="rId14" Type="http://schemas.openxmlformats.org/officeDocument/2006/relationships/image" Target="../media/image16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svg"/><Relationship Id="rId1" Type="http://schemas.openxmlformats.org/officeDocument/2006/relationships/image" Target="../media/image30.png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3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svg"/><Relationship Id="rId1" Type="http://schemas.openxmlformats.org/officeDocument/2006/relationships/image" Target="../media/image36.png"/><Relationship Id="rId4" Type="http://schemas.openxmlformats.org/officeDocument/2006/relationships/image" Target="../media/image39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48.svg"/><Relationship Id="rId1" Type="http://schemas.openxmlformats.org/officeDocument/2006/relationships/image" Target="../media/image13.png"/><Relationship Id="rId6" Type="http://schemas.openxmlformats.org/officeDocument/2006/relationships/image" Target="../media/image51.svg"/><Relationship Id="rId5" Type="http://schemas.openxmlformats.org/officeDocument/2006/relationships/image" Target="../media/image50.png"/><Relationship Id="rId4" Type="http://schemas.openxmlformats.org/officeDocument/2006/relationships/image" Target="../media/image49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svg"/><Relationship Id="rId1" Type="http://schemas.openxmlformats.org/officeDocument/2006/relationships/image" Target="../media/image53.png"/><Relationship Id="rId6" Type="http://schemas.openxmlformats.org/officeDocument/2006/relationships/image" Target="../media/image58.svg"/><Relationship Id="rId5" Type="http://schemas.openxmlformats.org/officeDocument/2006/relationships/image" Target="../media/image57.png"/><Relationship Id="rId4" Type="http://schemas.openxmlformats.org/officeDocument/2006/relationships/image" Target="../media/image56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4.svg"/><Relationship Id="rId16" Type="http://schemas.openxmlformats.org/officeDocument/2006/relationships/image" Target="../media/image18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Relationship Id="rId14" Type="http://schemas.openxmlformats.org/officeDocument/2006/relationships/image" Target="../media/image16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svg"/><Relationship Id="rId1" Type="http://schemas.openxmlformats.org/officeDocument/2006/relationships/image" Target="../media/image30.png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3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svg"/><Relationship Id="rId1" Type="http://schemas.openxmlformats.org/officeDocument/2006/relationships/image" Target="../media/image36.png"/><Relationship Id="rId4" Type="http://schemas.openxmlformats.org/officeDocument/2006/relationships/image" Target="../media/image39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48.svg"/><Relationship Id="rId1" Type="http://schemas.openxmlformats.org/officeDocument/2006/relationships/image" Target="../media/image13.png"/><Relationship Id="rId6" Type="http://schemas.openxmlformats.org/officeDocument/2006/relationships/image" Target="../media/image51.svg"/><Relationship Id="rId5" Type="http://schemas.openxmlformats.org/officeDocument/2006/relationships/image" Target="../media/image50.png"/><Relationship Id="rId4" Type="http://schemas.openxmlformats.org/officeDocument/2006/relationships/image" Target="../media/image49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svg"/><Relationship Id="rId1" Type="http://schemas.openxmlformats.org/officeDocument/2006/relationships/image" Target="../media/image53.png"/><Relationship Id="rId6" Type="http://schemas.openxmlformats.org/officeDocument/2006/relationships/image" Target="../media/image58.svg"/><Relationship Id="rId5" Type="http://schemas.openxmlformats.org/officeDocument/2006/relationships/image" Target="../media/image57.png"/><Relationship Id="rId4" Type="http://schemas.openxmlformats.org/officeDocument/2006/relationships/image" Target="../media/image5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F5BE975-CFB7-4587-8051-0D7539D6D9A4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5EED331-BDE1-4CB6-BC7A-3C673AC999A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pt-BR"/>
            <a:t>Revisão</a:t>
          </a:r>
          <a:endParaRPr lang="en-US"/>
        </a:p>
      </dgm:t>
    </dgm:pt>
    <dgm:pt modelId="{35BED5AA-5654-482F-8FB5-7DD6D4964390}" type="parTrans" cxnId="{EEB8C784-5728-4C54-9AFC-5C5EB49383A0}">
      <dgm:prSet/>
      <dgm:spPr/>
      <dgm:t>
        <a:bodyPr/>
        <a:lstStyle/>
        <a:p>
          <a:endParaRPr lang="en-US"/>
        </a:p>
      </dgm:t>
    </dgm:pt>
    <dgm:pt modelId="{AFFE009C-494B-46E5-A767-F34DD1B1BC34}" type="sibTrans" cxnId="{EEB8C784-5728-4C54-9AFC-5C5EB49383A0}">
      <dgm:prSet/>
      <dgm:spPr/>
      <dgm:t>
        <a:bodyPr/>
        <a:lstStyle/>
        <a:p>
          <a:endParaRPr lang="en-US"/>
        </a:p>
      </dgm:t>
    </dgm:pt>
    <dgm:pt modelId="{64157441-4A09-4B3C-B4A6-649873EF6825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pt-BR"/>
            <a:t>Check-in: “Atividades Individual” =&gt; Tema e Tecnologia Big Data</a:t>
          </a:r>
          <a:endParaRPr lang="en-US"/>
        </a:p>
      </dgm:t>
    </dgm:pt>
    <dgm:pt modelId="{C1930D14-3AA4-495A-BEAD-6B35A6811761}" type="parTrans" cxnId="{EAE7B0FA-9343-4606-AC80-420090A774C6}">
      <dgm:prSet/>
      <dgm:spPr/>
      <dgm:t>
        <a:bodyPr/>
        <a:lstStyle/>
        <a:p>
          <a:endParaRPr lang="en-US"/>
        </a:p>
      </dgm:t>
    </dgm:pt>
    <dgm:pt modelId="{E618CEB3-3006-4A61-A9E6-D5EA383E6929}" type="sibTrans" cxnId="{EAE7B0FA-9343-4606-AC80-420090A774C6}">
      <dgm:prSet/>
      <dgm:spPr/>
      <dgm:t>
        <a:bodyPr/>
        <a:lstStyle/>
        <a:p>
          <a:endParaRPr lang="en-US"/>
        </a:p>
      </dgm:t>
    </dgm:pt>
    <dgm:pt modelId="{0AE7DD89-A2B4-44D8-8232-37283425E807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pt-BR"/>
            <a:t>Introdução ao Processamento de Dados</a:t>
          </a:r>
          <a:endParaRPr lang="en-US"/>
        </a:p>
      </dgm:t>
    </dgm:pt>
    <dgm:pt modelId="{0A47423B-1790-402F-B7B2-C470EA093CB4}" type="parTrans" cxnId="{CEAE9FDA-0E58-4078-A199-6F48297FB727}">
      <dgm:prSet/>
      <dgm:spPr/>
      <dgm:t>
        <a:bodyPr/>
        <a:lstStyle/>
        <a:p>
          <a:endParaRPr lang="en-US"/>
        </a:p>
      </dgm:t>
    </dgm:pt>
    <dgm:pt modelId="{2C3F34FD-B95E-450C-B04E-9C4C56EF83BE}" type="sibTrans" cxnId="{CEAE9FDA-0E58-4078-A199-6F48297FB727}">
      <dgm:prSet/>
      <dgm:spPr/>
      <dgm:t>
        <a:bodyPr/>
        <a:lstStyle/>
        <a:p>
          <a:endParaRPr lang="en-US"/>
        </a:p>
      </dgm:t>
    </dgm:pt>
    <dgm:pt modelId="{F0D1394A-5184-4DEB-AD00-079CC368988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Batch Processing vs. Stream Processing</a:t>
          </a:r>
        </a:p>
      </dgm:t>
    </dgm:pt>
    <dgm:pt modelId="{D112A05C-2677-4832-B632-C22F637F89A8}" type="parTrans" cxnId="{0A496599-426D-4CAA-950B-4176DF55FAE5}">
      <dgm:prSet/>
      <dgm:spPr/>
      <dgm:t>
        <a:bodyPr/>
        <a:lstStyle/>
        <a:p>
          <a:endParaRPr lang="en-US"/>
        </a:p>
      </dgm:t>
    </dgm:pt>
    <dgm:pt modelId="{00707FCC-AE9A-4799-A663-43F9F0000CEF}" type="sibTrans" cxnId="{0A496599-426D-4CAA-950B-4176DF55FAE5}">
      <dgm:prSet/>
      <dgm:spPr/>
      <dgm:t>
        <a:bodyPr/>
        <a:lstStyle/>
        <a:p>
          <a:endParaRPr lang="en-US"/>
        </a:p>
      </dgm:t>
    </dgm:pt>
    <dgm:pt modelId="{10D55662-8590-45BB-A498-B3D98D2F2436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Batch Processing</a:t>
          </a:r>
        </a:p>
      </dgm:t>
    </dgm:pt>
    <dgm:pt modelId="{5566E25C-2C57-41E6-B8F2-6D95A10C87AE}" type="parTrans" cxnId="{721983B2-7663-47EE-91C4-C10B6955AA33}">
      <dgm:prSet/>
      <dgm:spPr/>
      <dgm:t>
        <a:bodyPr/>
        <a:lstStyle/>
        <a:p>
          <a:endParaRPr lang="en-US"/>
        </a:p>
      </dgm:t>
    </dgm:pt>
    <dgm:pt modelId="{5ED1507E-27B0-457F-B4A6-91DF3F76E177}" type="sibTrans" cxnId="{721983B2-7663-47EE-91C4-C10B6955AA33}">
      <dgm:prSet/>
      <dgm:spPr/>
      <dgm:t>
        <a:bodyPr/>
        <a:lstStyle/>
        <a:p>
          <a:endParaRPr lang="en-US"/>
        </a:p>
      </dgm:t>
    </dgm:pt>
    <dgm:pt modelId="{A5B03AB9-ACDD-4CF3-AF87-BEFB55F6D9EA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Stream Processing</a:t>
          </a:r>
        </a:p>
      </dgm:t>
    </dgm:pt>
    <dgm:pt modelId="{F4D53984-713A-41E5-BC62-EB907331D9F4}" type="parTrans" cxnId="{CC16DBDC-7D31-46E2-9125-700DF7DFBE07}">
      <dgm:prSet/>
      <dgm:spPr/>
      <dgm:t>
        <a:bodyPr/>
        <a:lstStyle/>
        <a:p>
          <a:endParaRPr lang="en-US"/>
        </a:p>
      </dgm:t>
    </dgm:pt>
    <dgm:pt modelId="{E033B9CE-10E7-4271-AFDE-E84EF214F4D6}" type="sibTrans" cxnId="{CC16DBDC-7D31-46E2-9125-700DF7DFBE07}">
      <dgm:prSet/>
      <dgm:spPr/>
      <dgm:t>
        <a:bodyPr/>
        <a:lstStyle/>
        <a:p>
          <a:endParaRPr lang="en-US"/>
        </a:p>
      </dgm:t>
    </dgm:pt>
    <dgm:pt modelId="{6955AF4E-6EB2-48CA-A6C9-2192E73C540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Construção do Trabalho Final</a:t>
          </a:r>
        </a:p>
      </dgm:t>
    </dgm:pt>
    <dgm:pt modelId="{2F4FA670-1620-4193-8666-F2C97097FCCD}" type="parTrans" cxnId="{ADC94961-FF62-4527-9F7A-33638342B7EF}">
      <dgm:prSet/>
      <dgm:spPr/>
      <dgm:t>
        <a:bodyPr/>
        <a:lstStyle/>
        <a:p>
          <a:endParaRPr lang="en-US"/>
        </a:p>
      </dgm:t>
    </dgm:pt>
    <dgm:pt modelId="{503BF242-1B60-4799-A837-634CCEE2D360}" type="sibTrans" cxnId="{ADC94961-FF62-4527-9F7A-33638342B7EF}">
      <dgm:prSet/>
      <dgm:spPr/>
      <dgm:t>
        <a:bodyPr/>
        <a:lstStyle/>
        <a:p>
          <a:endParaRPr lang="en-US"/>
        </a:p>
      </dgm:t>
    </dgm:pt>
    <dgm:pt modelId="{0F30D10D-18D0-45B2-9221-36FA7A98313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Mini Estudo de Caso</a:t>
          </a:r>
        </a:p>
      </dgm:t>
    </dgm:pt>
    <dgm:pt modelId="{CF4B8C47-36D4-4593-A27E-ADA20D445B3A}" type="parTrans" cxnId="{7DA692AE-BD09-422B-BB02-2ADFD8ABDD82}">
      <dgm:prSet/>
      <dgm:spPr/>
      <dgm:t>
        <a:bodyPr/>
        <a:lstStyle/>
        <a:p>
          <a:endParaRPr lang="en-US"/>
        </a:p>
      </dgm:t>
    </dgm:pt>
    <dgm:pt modelId="{C5E1C93A-BAD8-43F8-B356-60B01845C933}" type="sibTrans" cxnId="{7DA692AE-BD09-422B-BB02-2ADFD8ABDD82}">
      <dgm:prSet/>
      <dgm:spPr/>
      <dgm:t>
        <a:bodyPr/>
        <a:lstStyle/>
        <a:p>
          <a:endParaRPr lang="en-US"/>
        </a:p>
      </dgm:t>
    </dgm:pt>
    <dgm:pt modelId="{25E23D34-92F5-40BD-8BAE-7FCBF4DBEA1F}" type="pres">
      <dgm:prSet presAssocID="{8F5BE975-CFB7-4587-8051-0D7539D6D9A4}" presName="root" presStyleCnt="0">
        <dgm:presLayoutVars>
          <dgm:dir/>
          <dgm:resizeHandles val="exact"/>
        </dgm:presLayoutVars>
      </dgm:prSet>
      <dgm:spPr/>
    </dgm:pt>
    <dgm:pt modelId="{E098E3A5-2846-405D-8974-1BF2CD62B043}" type="pres">
      <dgm:prSet presAssocID="{05EED331-BDE1-4CB6-BC7A-3C673AC999A4}" presName="compNode" presStyleCnt="0"/>
      <dgm:spPr/>
    </dgm:pt>
    <dgm:pt modelId="{59CAB0C8-1A3A-43B2-B1A0-933453A7910A}" type="pres">
      <dgm:prSet presAssocID="{05EED331-BDE1-4CB6-BC7A-3C673AC999A4}" presName="iconBgRect" presStyleLbl="bgShp" presStyleIdx="0" presStyleCnt="8"/>
      <dgm:spPr/>
    </dgm:pt>
    <dgm:pt modelId="{73FE9094-AC33-4E7E-A195-DF188F05A829}" type="pres">
      <dgm:prSet presAssocID="{05EED331-BDE1-4CB6-BC7A-3C673AC999A4}" presName="iconRect" presStyleLbl="node1" presStyleIdx="0" presStyleCnt="8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ápis"/>
        </a:ext>
      </dgm:extLst>
    </dgm:pt>
    <dgm:pt modelId="{EBA60607-4E5D-4C73-97F0-DD6084F27B83}" type="pres">
      <dgm:prSet presAssocID="{05EED331-BDE1-4CB6-BC7A-3C673AC999A4}" presName="spaceRect" presStyleCnt="0"/>
      <dgm:spPr/>
    </dgm:pt>
    <dgm:pt modelId="{005CEB7B-5A71-491C-A818-DACB9CE71CBD}" type="pres">
      <dgm:prSet presAssocID="{05EED331-BDE1-4CB6-BC7A-3C673AC999A4}" presName="textRect" presStyleLbl="revTx" presStyleIdx="0" presStyleCnt="8">
        <dgm:presLayoutVars>
          <dgm:chMax val="1"/>
          <dgm:chPref val="1"/>
        </dgm:presLayoutVars>
      </dgm:prSet>
      <dgm:spPr/>
    </dgm:pt>
    <dgm:pt modelId="{21374833-4E0E-4DC3-A8AE-9C72EFCD25DC}" type="pres">
      <dgm:prSet presAssocID="{AFFE009C-494B-46E5-A767-F34DD1B1BC34}" presName="sibTrans" presStyleCnt="0"/>
      <dgm:spPr/>
    </dgm:pt>
    <dgm:pt modelId="{981EB682-AF2B-4F56-AC70-E696D0ED72B7}" type="pres">
      <dgm:prSet presAssocID="{64157441-4A09-4B3C-B4A6-649873EF6825}" presName="compNode" presStyleCnt="0"/>
      <dgm:spPr/>
    </dgm:pt>
    <dgm:pt modelId="{522B273C-6A49-4ED3-9810-F1E7A12E99E0}" type="pres">
      <dgm:prSet presAssocID="{64157441-4A09-4B3C-B4A6-649873EF6825}" presName="iconBgRect" presStyleLbl="bgShp" presStyleIdx="1" presStyleCnt="8"/>
      <dgm:spPr/>
    </dgm:pt>
    <dgm:pt modelId="{B7DD598F-6534-441A-B8F2-99ED3C78197B}" type="pres">
      <dgm:prSet presAssocID="{64157441-4A09-4B3C-B4A6-649873EF6825}" presName="iconRect" presStyleLbl="node1" presStyleIdx="1" presStyleCnt="8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ragon Dance"/>
        </a:ext>
      </dgm:extLst>
    </dgm:pt>
    <dgm:pt modelId="{5F05AE69-EB83-485D-A9C0-49543C1180B5}" type="pres">
      <dgm:prSet presAssocID="{64157441-4A09-4B3C-B4A6-649873EF6825}" presName="spaceRect" presStyleCnt="0"/>
      <dgm:spPr/>
    </dgm:pt>
    <dgm:pt modelId="{11A85021-66A4-4C4B-9FFB-3D44D85C43EB}" type="pres">
      <dgm:prSet presAssocID="{64157441-4A09-4B3C-B4A6-649873EF6825}" presName="textRect" presStyleLbl="revTx" presStyleIdx="1" presStyleCnt="8">
        <dgm:presLayoutVars>
          <dgm:chMax val="1"/>
          <dgm:chPref val="1"/>
        </dgm:presLayoutVars>
      </dgm:prSet>
      <dgm:spPr/>
    </dgm:pt>
    <dgm:pt modelId="{82CCD132-B507-4D0B-B487-38517F366906}" type="pres">
      <dgm:prSet presAssocID="{E618CEB3-3006-4A61-A9E6-D5EA383E6929}" presName="sibTrans" presStyleCnt="0"/>
      <dgm:spPr/>
    </dgm:pt>
    <dgm:pt modelId="{BA5B9580-149D-451B-BD2D-2EBF36F08A2A}" type="pres">
      <dgm:prSet presAssocID="{0AE7DD89-A2B4-44D8-8232-37283425E807}" presName="compNode" presStyleCnt="0"/>
      <dgm:spPr/>
    </dgm:pt>
    <dgm:pt modelId="{C852115A-9961-4237-A70E-C835E32287AE}" type="pres">
      <dgm:prSet presAssocID="{0AE7DD89-A2B4-44D8-8232-37283425E807}" presName="iconBgRect" presStyleLbl="bgShp" presStyleIdx="2" presStyleCnt="8"/>
      <dgm:spPr/>
    </dgm:pt>
    <dgm:pt modelId="{28E77481-E82C-4660-A4D5-C4E9501F9878}" type="pres">
      <dgm:prSet presAssocID="{0AE7DD89-A2B4-44D8-8232-37283425E807}" presName="iconRect" presStyleLbl="node1" presStyleIdx="2" presStyleCnt="8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63E75765-2571-4EB6-87AF-D76E1FBB7E4D}" type="pres">
      <dgm:prSet presAssocID="{0AE7DD89-A2B4-44D8-8232-37283425E807}" presName="spaceRect" presStyleCnt="0"/>
      <dgm:spPr/>
    </dgm:pt>
    <dgm:pt modelId="{BA3CDD22-DA96-4E5D-AECE-8ED9D3533186}" type="pres">
      <dgm:prSet presAssocID="{0AE7DD89-A2B4-44D8-8232-37283425E807}" presName="textRect" presStyleLbl="revTx" presStyleIdx="2" presStyleCnt="8">
        <dgm:presLayoutVars>
          <dgm:chMax val="1"/>
          <dgm:chPref val="1"/>
        </dgm:presLayoutVars>
      </dgm:prSet>
      <dgm:spPr/>
    </dgm:pt>
    <dgm:pt modelId="{A746AB4C-9D89-43C8-B604-04110BDF3EEF}" type="pres">
      <dgm:prSet presAssocID="{2C3F34FD-B95E-450C-B04E-9C4C56EF83BE}" presName="sibTrans" presStyleCnt="0"/>
      <dgm:spPr/>
    </dgm:pt>
    <dgm:pt modelId="{E7F94AF2-996D-4277-B037-56D4D6BA9EFF}" type="pres">
      <dgm:prSet presAssocID="{F0D1394A-5184-4DEB-AD00-079CC3689883}" presName="compNode" presStyleCnt="0"/>
      <dgm:spPr/>
    </dgm:pt>
    <dgm:pt modelId="{99465E1E-94C6-4127-8B8A-06E8CB7C7A59}" type="pres">
      <dgm:prSet presAssocID="{F0D1394A-5184-4DEB-AD00-079CC3689883}" presName="iconBgRect" presStyleLbl="bgShp" presStyleIdx="3" presStyleCnt="8"/>
      <dgm:spPr/>
    </dgm:pt>
    <dgm:pt modelId="{10BA6B05-EE07-427F-9473-E38B359FD130}" type="pres">
      <dgm:prSet presAssocID="{F0D1394A-5184-4DEB-AD00-079CC3689883}" presName="iconRect" presStyleLbl="node1" presStyleIdx="3" presStyleCnt="8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ngrenagens"/>
        </a:ext>
      </dgm:extLst>
    </dgm:pt>
    <dgm:pt modelId="{CEABA38E-D985-4B00-B4D8-EA864394CB74}" type="pres">
      <dgm:prSet presAssocID="{F0D1394A-5184-4DEB-AD00-079CC3689883}" presName="spaceRect" presStyleCnt="0"/>
      <dgm:spPr/>
    </dgm:pt>
    <dgm:pt modelId="{291B5DD1-1236-43F7-AB9E-EF6E2BE5D6E1}" type="pres">
      <dgm:prSet presAssocID="{F0D1394A-5184-4DEB-AD00-079CC3689883}" presName="textRect" presStyleLbl="revTx" presStyleIdx="3" presStyleCnt="8">
        <dgm:presLayoutVars>
          <dgm:chMax val="1"/>
          <dgm:chPref val="1"/>
        </dgm:presLayoutVars>
      </dgm:prSet>
      <dgm:spPr/>
    </dgm:pt>
    <dgm:pt modelId="{91DD5FC1-E615-4F83-BCB7-9DC6793F9FD9}" type="pres">
      <dgm:prSet presAssocID="{00707FCC-AE9A-4799-A663-43F9F0000CEF}" presName="sibTrans" presStyleCnt="0"/>
      <dgm:spPr/>
    </dgm:pt>
    <dgm:pt modelId="{FEE8E6CA-AF70-4ED9-8A6E-73D61A1E48BB}" type="pres">
      <dgm:prSet presAssocID="{10D55662-8590-45BB-A498-B3D98D2F2436}" presName="compNode" presStyleCnt="0"/>
      <dgm:spPr/>
    </dgm:pt>
    <dgm:pt modelId="{2258E63C-68A5-4468-8709-99CB535AC9F6}" type="pres">
      <dgm:prSet presAssocID="{10D55662-8590-45BB-A498-B3D98D2F2436}" presName="iconBgRect" presStyleLbl="bgShp" presStyleIdx="4" presStyleCnt="8"/>
      <dgm:spPr/>
    </dgm:pt>
    <dgm:pt modelId="{F1361C7B-ABB4-4B41-8818-A7DE93DCA3B3}" type="pres">
      <dgm:prSet presAssocID="{10D55662-8590-45BB-A498-B3D98D2F2436}" presName="iconRect" presStyleLbl="node1" presStyleIdx="4" presStyleCnt="8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ixa"/>
        </a:ext>
      </dgm:extLst>
    </dgm:pt>
    <dgm:pt modelId="{CADFDCA4-5A1C-4B0F-AD23-C1598E82D4CE}" type="pres">
      <dgm:prSet presAssocID="{10D55662-8590-45BB-A498-B3D98D2F2436}" presName="spaceRect" presStyleCnt="0"/>
      <dgm:spPr/>
    </dgm:pt>
    <dgm:pt modelId="{BA9199D3-F6AB-466B-B268-16602F1C3047}" type="pres">
      <dgm:prSet presAssocID="{10D55662-8590-45BB-A498-B3D98D2F2436}" presName="textRect" presStyleLbl="revTx" presStyleIdx="4" presStyleCnt="8">
        <dgm:presLayoutVars>
          <dgm:chMax val="1"/>
          <dgm:chPref val="1"/>
        </dgm:presLayoutVars>
      </dgm:prSet>
      <dgm:spPr/>
    </dgm:pt>
    <dgm:pt modelId="{A1A79565-61F4-4E2F-9A42-B98FE3412CCD}" type="pres">
      <dgm:prSet presAssocID="{5ED1507E-27B0-457F-B4A6-91DF3F76E177}" presName="sibTrans" presStyleCnt="0"/>
      <dgm:spPr/>
    </dgm:pt>
    <dgm:pt modelId="{F4F93D24-53C9-4549-AD4E-17A88ACAF153}" type="pres">
      <dgm:prSet presAssocID="{A5B03AB9-ACDD-4CF3-AF87-BEFB55F6D9EA}" presName="compNode" presStyleCnt="0"/>
      <dgm:spPr/>
    </dgm:pt>
    <dgm:pt modelId="{738CD8FE-FE55-46D9-9138-098F19372BA3}" type="pres">
      <dgm:prSet presAssocID="{A5B03AB9-ACDD-4CF3-AF87-BEFB55F6D9EA}" presName="iconBgRect" presStyleLbl="bgShp" presStyleIdx="5" presStyleCnt="8"/>
      <dgm:spPr/>
    </dgm:pt>
    <dgm:pt modelId="{8D23055D-4A27-4D15-9976-994CB7D33651}" type="pres">
      <dgm:prSet presAssocID="{A5B03AB9-ACDD-4CF3-AF87-BEFB55F6D9EA}" presName="iconRect" presStyleLbl="node1" presStyleIdx="5" presStyleCnt="8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nco de dados"/>
        </a:ext>
      </dgm:extLst>
    </dgm:pt>
    <dgm:pt modelId="{BE4FF43E-E675-4EB7-94CF-758619A610FC}" type="pres">
      <dgm:prSet presAssocID="{A5B03AB9-ACDD-4CF3-AF87-BEFB55F6D9EA}" presName="spaceRect" presStyleCnt="0"/>
      <dgm:spPr/>
    </dgm:pt>
    <dgm:pt modelId="{F1B03AEF-1BFA-4FCF-AA39-4124F9F63C3A}" type="pres">
      <dgm:prSet presAssocID="{A5B03AB9-ACDD-4CF3-AF87-BEFB55F6D9EA}" presName="textRect" presStyleLbl="revTx" presStyleIdx="5" presStyleCnt="8">
        <dgm:presLayoutVars>
          <dgm:chMax val="1"/>
          <dgm:chPref val="1"/>
        </dgm:presLayoutVars>
      </dgm:prSet>
      <dgm:spPr/>
    </dgm:pt>
    <dgm:pt modelId="{FDCF3AB0-8B4B-49F7-8DFE-B78CC615DECA}" type="pres">
      <dgm:prSet presAssocID="{E033B9CE-10E7-4271-AFDE-E84EF214F4D6}" presName="sibTrans" presStyleCnt="0"/>
      <dgm:spPr/>
    </dgm:pt>
    <dgm:pt modelId="{78780E91-F255-47C4-848D-C9F8E60CA505}" type="pres">
      <dgm:prSet presAssocID="{6955AF4E-6EB2-48CA-A6C9-2192E73C5403}" presName="compNode" presStyleCnt="0"/>
      <dgm:spPr/>
    </dgm:pt>
    <dgm:pt modelId="{F860723C-5682-4F6E-B47C-6538CD5387F3}" type="pres">
      <dgm:prSet presAssocID="{6955AF4E-6EB2-48CA-A6C9-2192E73C5403}" presName="iconBgRect" presStyleLbl="bgShp" presStyleIdx="6" presStyleCnt="8"/>
      <dgm:spPr/>
    </dgm:pt>
    <dgm:pt modelId="{F348C128-1E9C-4370-A411-AFA453B76B06}" type="pres">
      <dgm:prSet presAssocID="{6955AF4E-6EB2-48CA-A6C9-2192E73C5403}" presName="iconRect" presStyleLbl="node1" presStyleIdx="6" presStyleCnt="8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idade"/>
        </a:ext>
      </dgm:extLst>
    </dgm:pt>
    <dgm:pt modelId="{45C7ECD1-A980-4C5D-8515-98771359E8D7}" type="pres">
      <dgm:prSet presAssocID="{6955AF4E-6EB2-48CA-A6C9-2192E73C5403}" presName="spaceRect" presStyleCnt="0"/>
      <dgm:spPr/>
    </dgm:pt>
    <dgm:pt modelId="{1E734D2D-5FB5-43EA-BA59-35B68C2CB1EB}" type="pres">
      <dgm:prSet presAssocID="{6955AF4E-6EB2-48CA-A6C9-2192E73C5403}" presName="textRect" presStyleLbl="revTx" presStyleIdx="6" presStyleCnt="8">
        <dgm:presLayoutVars>
          <dgm:chMax val="1"/>
          <dgm:chPref val="1"/>
        </dgm:presLayoutVars>
      </dgm:prSet>
      <dgm:spPr/>
    </dgm:pt>
    <dgm:pt modelId="{CD510DA6-F630-49E2-B91C-44BE17BAE992}" type="pres">
      <dgm:prSet presAssocID="{503BF242-1B60-4799-A837-634CCEE2D360}" presName="sibTrans" presStyleCnt="0"/>
      <dgm:spPr/>
    </dgm:pt>
    <dgm:pt modelId="{73B5F4F5-0B1B-43C8-8471-7BBA3549F7B8}" type="pres">
      <dgm:prSet presAssocID="{0F30D10D-18D0-45B2-9221-36FA7A983133}" presName="compNode" presStyleCnt="0"/>
      <dgm:spPr/>
    </dgm:pt>
    <dgm:pt modelId="{375CA960-E6DE-4C36-BC7C-596A4E74F17B}" type="pres">
      <dgm:prSet presAssocID="{0F30D10D-18D0-45B2-9221-36FA7A983133}" presName="iconBgRect" presStyleLbl="bgShp" presStyleIdx="7" presStyleCnt="8"/>
      <dgm:spPr/>
    </dgm:pt>
    <dgm:pt modelId="{8F74BF94-D54B-4BA0-9D9B-EEF960923087}" type="pres">
      <dgm:prSet presAssocID="{0F30D10D-18D0-45B2-9221-36FA7A983133}" presName="iconRect" presStyleLbl="node1" presStyleIdx="7" presStyleCnt="8"/>
      <dgm:spPr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9BAEA10C-E546-420A-854F-33EEFAE931DB}" type="pres">
      <dgm:prSet presAssocID="{0F30D10D-18D0-45B2-9221-36FA7A983133}" presName="spaceRect" presStyleCnt="0"/>
      <dgm:spPr/>
    </dgm:pt>
    <dgm:pt modelId="{2B736A84-7747-4EA0-AC43-3444C8FCCE65}" type="pres">
      <dgm:prSet presAssocID="{0F30D10D-18D0-45B2-9221-36FA7A983133}" presName="textRect" presStyleLbl="revTx" presStyleIdx="7" presStyleCnt="8">
        <dgm:presLayoutVars>
          <dgm:chMax val="1"/>
          <dgm:chPref val="1"/>
        </dgm:presLayoutVars>
      </dgm:prSet>
      <dgm:spPr/>
    </dgm:pt>
  </dgm:ptLst>
  <dgm:cxnLst>
    <dgm:cxn modelId="{ADC94961-FF62-4527-9F7A-33638342B7EF}" srcId="{8F5BE975-CFB7-4587-8051-0D7539D6D9A4}" destId="{6955AF4E-6EB2-48CA-A6C9-2192E73C5403}" srcOrd="6" destOrd="0" parTransId="{2F4FA670-1620-4193-8666-F2C97097FCCD}" sibTransId="{503BF242-1B60-4799-A837-634CCEE2D360}"/>
    <dgm:cxn modelId="{88533245-DA59-418E-9B98-D6454B473F11}" type="presOf" srcId="{F0D1394A-5184-4DEB-AD00-079CC3689883}" destId="{291B5DD1-1236-43F7-AB9E-EF6E2BE5D6E1}" srcOrd="0" destOrd="0" presId="urn:microsoft.com/office/officeart/2018/5/layout/IconCircleLabelList"/>
    <dgm:cxn modelId="{B84B7580-826C-4184-9655-53DC8514C994}" type="presOf" srcId="{A5B03AB9-ACDD-4CF3-AF87-BEFB55F6D9EA}" destId="{F1B03AEF-1BFA-4FCF-AA39-4124F9F63C3A}" srcOrd="0" destOrd="0" presId="urn:microsoft.com/office/officeart/2018/5/layout/IconCircleLabelList"/>
    <dgm:cxn modelId="{EEB8C784-5728-4C54-9AFC-5C5EB49383A0}" srcId="{8F5BE975-CFB7-4587-8051-0D7539D6D9A4}" destId="{05EED331-BDE1-4CB6-BC7A-3C673AC999A4}" srcOrd="0" destOrd="0" parTransId="{35BED5AA-5654-482F-8FB5-7DD6D4964390}" sibTransId="{AFFE009C-494B-46E5-A767-F34DD1B1BC34}"/>
    <dgm:cxn modelId="{0A496599-426D-4CAA-950B-4176DF55FAE5}" srcId="{8F5BE975-CFB7-4587-8051-0D7539D6D9A4}" destId="{F0D1394A-5184-4DEB-AD00-079CC3689883}" srcOrd="3" destOrd="0" parTransId="{D112A05C-2677-4832-B632-C22F637F89A8}" sibTransId="{00707FCC-AE9A-4799-A663-43F9F0000CEF}"/>
    <dgm:cxn modelId="{14E3A7A7-5BD2-4D79-80B6-838BAA6934F8}" type="presOf" srcId="{05EED331-BDE1-4CB6-BC7A-3C673AC999A4}" destId="{005CEB7B-5A71-491C-A818-DACB9CE71CBD}" srcOrd="0" destOrd="0" presId="urn:microsoft.com/office/officeart/2018/5/layout/IconCircleLabelList"/>
    <dgm:cxn modelId="{A2F6DDA9-D2AC-499C-8638-90565F4FF855}" type="presOf" srcId="{64157441-4A09-4B3C-B4A6-649873EF6825}" destId="{11A85021-66A4-4C4B-9FFB-3D44D85C43EB}" srcOrd="0" destOrd="0" presId="urn:microsoft.com/office/officeart/2018/5/layout/IconCircleLabelList"/>
    <dgm:cxn modelId="{7DA692AE-BD09-422B-BB02-2ADFD8ABDD82}" srcId="{8F5BE975-CFB7-4587-8051-0D7539D6D9A4}" destId="{0F30D10D-18D0-45B2-9221-36FA7A983133}" srcOrd="7" destOrd="0" parTransId="{CF4B8C47-36D4-4593-A27E-ADA20D445B3A}" sibTransId="{C5E1C93A-BAD8-43F8-B356-60B01845C933}"/>
    <dgm:cxn modelId="{721983B2-7663-47EE-91C4-C10B6955AA33}" srcId="{8F5BE975-CFB7-4587-8051-0D7539D6D9A4}" destId="{10D55662-8590-45BB-A498-B3D98D2F2436}" srcOrd="4" destOrd="0" parTransId="{5566E25C-2C57-41E6-B8F2-6D95A10C87AE}" sibTransId="{5ED1507E-27B0-457F-B4A6-91DF3F76E177}"/>
    <dgm:cxn modelId="{2535C7BC-FFAF-41A7-984B-343D5DBB0EEF}" type="presOf" srcId="{6955AF4E-6EB2-48CA-A6C9-2192E73C5403}" destId="{1E734D2D-5FB5-43EA-BA59-35B68C2CB1EB}" srcOrd="0" destOrd="0" presId="urn:microsoft.com/office/officeart/2018/5/layout/IconCircleLabelList"/>
    <dgm:cxn modelId="{C50B94CF-5FF3-4D0D-B36D-A6A5FF50F2A3}" type="presOf" srcId="{8F5BE975-CFB7-4587-8051-0D7539D6D9A4}" destId="{25E23D34-92F5-40BD-8BAE-7FCBF4DBEA1F}" srcOrd="0" destOrd="0" presId="urn:microsoft.com/office/officeart/2018/5/layout/IconCircleLabelList"/>
    <dgm:cxn modelId="{CEAE9FDA-0E58-4078-A199-6F48297FB727}" srcId="{8F5BE975-CFB7-4587-8051-0D7539D6D9A4}" destId="{0AE7DD89-A2B4-44D8-8232-37283425E807}" srcOrd="2" destOrd="0" parTransId="{0A47423B-1790-402F-B7B2-C470EA093CB4}" sibTransId="{2C3F34FD-B95E-450C-B04E-9C4C56EF83BE}"/>
    <dgm:cxn modelId="{CC16DBDC-7D31-46E2-9125-700DF7DFBE07}" srcId="{8F5BE975-CFB7-4587-8051-0D7539D6D9A4}" destId="{A5B03AB9-ACDD-4CF3-AF87-BEFB55F6D9EA}" srcOrd="5" destOrd="0" parTransId="{F4D53984-713A-41E5-BC62-EB907331D9F4}" sibTransId="{E033B9CE-10E7-4271-AFDE-E84EF214F4D6}"/>
    <dgm:cxn modelId="{FD3CCBDF-7F18-4B9A-B87B-105B98469751}" type="presOf" srcId="{0F30D10D-18D0-45B2-9221-36FA7A983133}" destId="{2B736A84-7747-4EA0-AC43-3444C8FCCE65}" srcOrd="0" destOrd="0" presId="urn:microsoft.com/office/officeart/2018/5/layout/IconCircleLabelList"/>
    <dgm:cxn modelId="{03DFA0ED-D211-43DB-B49A-9EF05D506C41}" type="presOf" srcId="{10D55662-8590-45BB-A498-B3D98D2F2436}" destId="{BA9199D3-F6AB-466B-B268-16602F1C3047}" srcOrd="0" destOrd="0" presId="urn:microsoft.com/office/officeart/2018/5/layout/IconCircleLabelList"/>
    <dgm:cxn modelId="{A4B761F1-F529-44EE-89E2-59F1DD2A08C4}" type="presOf" srcId="{0AE7DD89-A2B4-44D8-8232-37283425E807}" destId="{BA3CDD22-DA96-4E5D-AECE-8ED9D3533186}" srcOrd="0" destOrd="0" presId="urn:microsoft.com/office/officeart/2018/5/layout/IconCircleLabelList"/>
    <dgm:cxn modelId="{EAE7B0FA-9343-4606-AC80-420090A774C6}" srcId="{8F5BE975-CFB7-4587-8051-0D7539D6D9A4}" destId="{64157441-4A09-4B3C-B4A6-649873EF6825}" srcOrd="1" destOrd="0" parTransId="{C1930D14-3AA4-495A-BEAD-6B35A6811761}" sibTransId="{E618CEB3-3006-4A61-A9E6-D5EA383E6929}"/>
    <dgm:cxn modelId="{1532574B-692A-41D1-840F-CC8CA12BCF3F}" type="presParOf" srcId="{25E23D34-92F5-40BD-8BAE-7FCBF4DBEA1F}" destId="{E098E3A5-2846-405D-8974-1BF2CD62B043}" srcOrd="0" destOrd="0" presId="urn:microsoft.com/office/officeart/2018/5/layout/IconCircleLabelList"/>
    <dgm:cxn modelId="{F4A8FD88-0436-4EA9-BF1D-4EB32FE717A0}" type="presParOf" srcId="{E098E3A5-2846-405D-8974-1BF2CD62B043}" destId="{59CAB0C8-1A3A-43B2-B1A0-933453A7910A}" srcOrd="0" destOrd="0" presId="urn:microsoft.com/office/officeart/2018/5/layout/IconCircleLabelList"/>
    <dgm:cxn modelId="{EC75B8EB-FA85-4902-97D5-8D779D7AEBAB}" type="presParOf" srcId="{E098E3A5-2846-405D-8974-1BF2CD62B043}" destId="{73FE9094-AC33-4E7E-A195-DF188F05A829}" srcOrd="1" destOrd="0" presId="urn:microsoft.com/office/officeart/2018/5/layout/IconCircleLabelList"/>
    <dgm:cxn modelId="{5F3653CE-1219-4F3E-B86B-1E0B77E1C4E7}" type="presParOf" srcId="{E098E3A5-2846-405D-8974-1BF2CD62B043}" destId="{EBA60607-4E5D-4C73-97F0-DD6084F27B83}" srcOrd="2" destOrd="0" presId="urn:microsoft.com/office/officeart/2018/5/layout/IconCircleLabelList"/>
    <dgm:cxn modelId="{09DDC0EB-6758-4D7C-8EA7-09AB276B0C67}" type="presParOf" srcId="{E098E3A5-2846-405D-8974-1BF2CD62B043}" destId="{005CEB7B-5A71-491C-A818-DACB9CE71CBD}" srcOrd="3" destOrd="0" presId="urn:microsoft.com/office/officeart/2018/5/layout/IconCircleLabelList"/>
    <dgm:cxn modelId="{19C4D20A-95F8-4D95-8525-179B10CBEB69}" type="presParOf" srcId="{25E23D34-92F5-40BD-8BAE-7FCBF4DBEA1F}" destId="{21374833-4E0E-4DC3-A8AE-9C72EFCD25DC}" srcOrd="1" destOrd="0" presId="urn:microsoft.com/office/officeart/2018/5/layout/IconCircleLabelList"/>
    <dgm:cxn modelId="{375D8B31-197F-469E-8779-41BC526B1768}" type="presParOf" srcId="{25E23D34-92F5-40BD-8BAE-7FCBF4DBEA1F}" destId="{981EB682-AF2B-4F56-AC70-E696D0ED72B7}" srcOrd="2" destOrd="0" presId="urn:microsoft.com/office/officeart/2018/5/layout/IconCircleLabelList"/>
    <dgm:cxn modelId="{08BB2ED0-396F-487E-8A84-104A511C3AEB}" type="presParOf" srcId="{981EB682-AF2B-4F56-AC70-E696D0ED72B7}" destId="{522B273C-6A49-4ED3-9810-F1E7A12E99E0}" srcOrd="0" destOrd="0" presId="urn:microsoft.com/office/officeart/2018/5/layout/IconCircleLabelList"/>
    <dgm:cxn modelId="{4534B7F0-28E9-4B98-BED8-2E2F4A07A36B}" type="presParOf" srcId="{981EB682-AF2B-4F56-AC70-E696D0ED72B7}" destId="{B7DD598F-6534-441A-B8F2-99ED3C78197B}" srcOrd="1" destOrd="0" presId="urn:microsoft.com/office/officeart/2018/5/layout/IconCircleLabelList"/>
    <dgm:cxn modelId="{C4862183-9474-4DED-A532-61CC1BDF13F2}" type="presParOf" srcId="{981EB682-AF2B-4F56-AC70-E696D0ED72B7}" destId="{5F05AE69-EB83-485D-A9C0-49543C1180B5}" srcOrd="2" destOrd="0" presId="urn:microsoft.com/office/officeart/2018/5/layout/IconCircleLabelList"/>
    <dgm:cxn modelId="{ECD6E11D-89B2-4D40-912D-ADEC7640FACA}" type="presParOf" srcId="{981EB682-AF2B-4F56-AC70-E696D0ED72B7}" destId="{11A85021-66A4-4C4B-9FFB-3D44D85C43EB}" srcOrd="3" destOrd="0" presId="urn:microsoft.com/office/officeart/2018/5/layout/IconCircleLabelList"/>
    <dgm:cxn modelId="{96BFC05A-7A16-4FCA-B836-E9390B873AE6}" type="presParOf" srcId="{25E23D34-92F5-40BD-8BAE-7FCBF4DBEA1F}" destId="{82CCD132-B507-4D0B-B487-38517F366906}" srcOrd="3" destOrd="0" presId="urn:microsoft.com/office/officeart/2018/5/layout/IconCircleLabelList"/>
    <dgm:cxn modelId="{877A9D72-9D2F-4B5D-A15B-A36EBC97974F}" type="presParOf" srcId="{25E23D34-92F5-40BD-8BAE-7FCBF4DBEA1F}" destId="{BA5B9580-149D-451B-BD2D-2EBF36F08A2A}" srcOrd="4" destOrd="0" presId="urn:microsoft.com/office/officeart/2018/5/layout/IconCircleLabelList"/>
    <dgm:cxn modelId="{1B3B228D-5E8F-4F71-B88E-31DA50435905}" type="presParOf" srcId="{BA5B9580-149D-451B-BD2D-2EBF36F08A2A}" destId="{C852115A-9961-4237-A70E-C835E32287AE}" srcOrd="0" destOrd="0" presId="urn:microsoft.com/office/officeart/2018/5/layout/IconCircleLabelList"/>
    <dgm:cxn modelId="{077D0D22-9472-4C0D-8ACF-48562E36E0E0}" type="presParOf" srcId="{BA5B9580-149D-451B-BD2D-2EBF36F08A2A}" destId="{28E77481-E82C-4660-A4D5-C4E9501F9878}" srcOrd="1" destOrd="0" presId="urn:microsoft.com/office/officeart/2018/5/layout/IconCircleLabelList"/>
    <dgm:cxn modelId="{05C8BBCE-6F13-428D-BDE9-147B0EC5DC1C}" type="presParOf" srcId="{BA5B9580-149D-451B-BD2D-2EBF36F08A2A}" destId="{63E75765-2571-4EB6-87AF-D76E1FBB7E4D}" srcOrd="2" destOrd="0" presId="urn:microsoft.com/office/officeart/2018/5/layout/IconCircleLabelList"/>
    <dgm:cxn modelId="{F61D8682-66BB-44E0-995B-F43EB68116B2}" type="presParOf" srcId="{BA5B9580-149D-451B-BD2D-2EBF36F08A2A}" destId="{BA3CDD22-DA96-4E5D-AECE-8ED9D3533186}" srcOrd="3" destOrd="0" presId="urn:microsoft.com/office/officeart/2018/5/layout/IconCircleLabelList"/>
    <dgm:cxn modelId="{D384B4D9-8165-4EF8-A73E-DB3BDAD19A5B}" type="presParOf" srcId="{25E23D34-92F5-40BD-8BAE-7FCBF4DBEA1F}" destId="{A746AB4C-9D89-43C8-B604-04110BDF3EEF}" srcOrd="5" destOrd="0" presId="urn:microsoft.com/office/officeart/2018/5/layout/IconCircleLabelList"/>
    <dgm:cxn modelId="{80B5F0F1-A0F8-4D22-84B6-33061CCE2F52}" type="presParOf" srcId="{25E23D34-92F5-40BD-8BAE-7FCBF4DBEA1F}" destId="{E7F94AF2-996D-4277-B037-56D4D6BA9EFF}" srcOrd="6" destOrd="0" presId="urn:microsoft.com/office/officeart/2018/5/layout/IconCircleLabelList"/>
    <dgm:cxn modelId="{7F500475-DD4A-4AC3-A042-4BE68281727F}" type="presParOf" srcId="{E7F94AF2-996D-4277-B037-56D4D6BA9EFF}" destId="{99465E1E-94C6-4127-8B8A-06E8CB7C7A59}" srcOrd="0" destOrd="0" presId="urn:microsoft.com/office/officeart/2018/5/layout/IconCircleLabelList"/>
    <dgm:cxn modelId="{3C39EA36-20AE-4EF2-8589-086FAC80D4CE}" type="presParOf" srcId="{E7F94AF2-996D-4277-B037-56D4D6BA9EFF}" destId="{10BA6B05-EE07-427F-9473-E38B359FD130}" srcOrd="1" destOrd="0" presId="urn:microsoft.com/office/officeart/2018/5/layout/IconCircleLabelList"/>
    <dgm:cxn modelId="{9822E40F-0674-4EC6-89EC-B560A4A2B934}" type="presParOf" srcId="{E7F94AF2-996D-4277-B037-56D4D6BA9EFF}" destId="{CEABA38E-D985-4B00-B4D8-EA864394CB74}" srcOrd="2" destOrd="0" presId="urn:microsoft.com/office/officeart/2018/5/layout/IconCircleLabelList"/>
    <dgm:cxn modelId="{1F6D05D7-F541-480D-BFBC-53EC3039D632}" type="presParOf" srcId="{E7F94AF2-996D-4277-B037-56D4D6BA9EFF}" destId="{291B5DD1-1236-43F7-AB9E-EF6E2BE5D6E1}" srcOrd="3" destOrd="0" presId="urn:microsoft.com/office/officeart/2018/5/layout/IconCircleLabelList"/>
    <dgm:cxn modelId="{B40434F5-F669-43DF-A3C6-B8422D779F47}" type="presParOf" srcId="{25E23D34-92F5-40BD-8BAE-7FCBF4DBEA1F}" destId="{91DD5FC1-E615-4F83-BCB7-9DC6793F9FD9}" srcOrd="7" destOrd="0" presId="urn:microsoft.com/office/officeart/2018/5/layout/IconCircleLabelList"/>
    <dgm:cxn modelId="{3613916A-C739-47F0-80F8-2E37E03523F5}" type="presParOf" srcId="{25E23D34-92F5-40BD-8BAE-7FCBF4DBEA1F}" destId="{FEE8E6CA-AF70-4ED9-8A6E-73D61A1E48BB}" srcOrd="8" destOrd="0" presId="urn:microsoft.com/office/officeart/2018/5/layout/IconCircleLabelList"/>
    <dgm:cxn modelId="{7ED6CBD9-2E9F-4B4C-8173-7C1A7838D2ED}" type="presParOf" srcId="{FEE8E6CA-AF70-4ED9-8A6E-73D61A1E48BB}" destId="{2258E63C-68A5-4468-8709-99CB535AC9F6}" srcOrd="0" destOrd="0" presId="urn:microsoft.com/office/officeart/2018/5/layout/IconCircleLabelList"/>
    <dgm:cxn modelId="{9F6233BF-E178-41E4-B13E-D09F8C7C9E8D}" type="presParOf" srcId="{FEE8E6CA-AF70-4ED9-8A6E-73D61A1E48BB}" destId="{F1361C7B-ABB4-4B41-8818-A7DE93DCA3B3}" srcOrd="1" destOrd="0" presId="urn:microsoft.com/office/officeart/2018/5/layout/IconCircleLabelList"/>
    <dgm:cxn modelId="{900F0E82-D544-4EA4-A6CC-0C26783FECF1}" type="presParOf" srcId="{FEE8E6CA-AF70-4ED9-8A6E-73D61A1E48BB}" destId="{CADFDCA4-5A1C-4B0F-AD23-C1598E82D4CE}" srcOrd="2" destOrd="0" presId="urn:microsoft.com/office/officeart/2018/5/layout/IconCircleLabelList"/>
    <dgm:cxn modelId="{D813B4EA-E672-4CCC-8FE3-31F9B6085412}" type="presParOf" srcId="{FEE8E6CA-AF70-4ED9-8A6E-73D61A1E48BB}" destId="{BA9199D3-F6AB-466B-B268-16602F1C3047}" srcOrd="3" destOrd="0" presId="urn:microsoft.com/office/officeart/2018/5/layout/IconCircleLabelList"/>
    <dgm:cxn modelId="{666A86BB-DF54-478C-A06F-00DE45EF6CA9}" type="presParOf" srcId="{25E23D34-92F5-40BD-8BAE-7FCBF4DBEA1F}" destId="{A1A79565-61F4-4E2F-9A42-B98FE3412CCD}" srcOrd="9" destOrd="0" presId="urn:microsoft.com/office/officeart/2018/5/layout/IconCircleLabelList"/>
    <dgm:cxn modelId="{15E106D9-D821-4811-B3B2-54D69093B8E7}" type="presParOf" srcId="{25E23D34-92F5-40BD-8BAE-7FCBF4DBEA1F}" destId="{F4F93D24-53C9-4549-AD4E-17A88ACAF153}" srcOrd="10" destOrd="0" presId="urn:microsoft.com/office/officeart/2018/5/layout/IconCircleLabelList"/>
    <dgm:cxn modelId="{BF479026-37F4-406E-BF28-6CB760D55B2B}" type="presParOf" srcId="{F4F93D24-53C9-4549-AD4E-17A88ACAF153}" destId="{738CD8FE-FE55-46D9-9138-098F19372BA3}" srcOrd="0" destOrd="0" presId="urn:microsoft.com/office/officeart/2018/5/layout/IconCircleLabelList"/>
    <dgm:cxn modelId="{7067B594-2E8C-4709-885D-0B74D1498EC9}" type="presParOf" srcId="{F4F93D24-53C9-4549-AD4E-17A88ACAF153}" destId="{8D23055D-4A27-4D15-9976-994CB7D33651}" srcOrd="1" destOrd="0" presId="urn:microsoft.com/office/officeart/2018/5/layout/IconCircleLabelList"/>
    <dgm:cxn modelId="{DC746BBE-9A0D-43B6-A309-43F7FE009E11}" type="presParOf" srcId="{F4F93D24-53C9-4549-AD4E-17A88ACAF153}" destId="{BE4FF43E-E675-4EB7-94CF-758619A610FC}" srcOrd="2" destOrd="0" presId="urn:microsoft.com/office/officeart/2018/5/layout/IconCircleLabelList"/>
    <dgm:cxn modelId="{6ACE403E-AF05-4311-8E87-6B4C6D7EAF2A}" type="presParOf" srcId="{F4F93D24-53C9-4549-AD4E-17A88ACAF153}" destId="{F1B03AEF-1BFA-4FCF-AA39-4124F9F63C3A}" srcOrd="3" destOrd="0" presId="urn:microsoft.com/office/officeart/2018/5/layout/IconCircleLabelList"/>
    <dgm:cxn modelId="{B7BFC528-F48A-4C26-A114-49FEBD584E11}" type="presParOf" srcId="{25E23D34-92F5-40BD-8BAE-7FCBF4DBEA1F}" destId="{FDCF3AB0-8B4B-49F7-8DFE-B78CC615DECA}" srcOrd="11" destOrd="0" presId="urn:microsoft.com/office/officeart/2018/5/layout/IconCircleLabelList"/>
    <dgm:cxn modelId="{4B2F3787-F331-4CA2-BD82-FB58D03C2042}" type="presParOf" srcId="{25E23D34-92F5-40BD-8BAE-7FCBF4DBEA1F}" destId="{78780E91-F255-47C4-848D-C9F8E60CA505}" srcOrd="12" destOrd="0" presId="urn:microsoft.com/office/officeart/2018/5/layout/IconCircleLabelList"/>
    <dgm:cxn modelId="{1E7A8CCF-A318-4E2F-925F-E4F2A86AE076}" type="presParOf" srcId="{78780E91-F255-47C4-848D-C9F8E60CA505}" destId="{F860723C-5682-4F6E-B47C-6538CD5387F3}" srcOrd="0" destOrd="0" presId="urn:microsoft.com/office/officeart/2018/5/layout/IconCircleLabelList"/>
    <dgm:cxn modelId="{B297907C-DE77-472C-8DD2-218BAE3C5E9A}" type="presParOf" srcId="{78780E91-F255-47C4-848D-C9F8E60CA505}" destId="{F348C128-1E9C-4370-A411-AFA453B76B06}" srcOrd="1" destOrd="0" presId="urn:microsoft.com/office/officeart/2018/5/layout/IconCircleLabelList"/>
    <dgm:cxn modelId="{8B357A65-DF26-4985-92B6-FDCB3ED85F64}" type="presParOf" srcId="{78780E91-F255-47C4-848D-C9F8E60CA505}" destId="{45C7ECD1-A980-4C5D-8515-98771359E8D7}" srcOrd="2" destOrd="0" presId="urn:microsoft.com/office/officeart/2018/5/layout/IconCircleLabelList"/>
    <dgm:cxn modelId="{846633F1-3B2C-4B74-8003-033395C2900A}" type="presParOf" srcId="{78780E91-F255-47C4-848D-C9F8E60CA505}" destId="{1E734D2D-5FB5-43EA-BA59-35B68C2CB1EB}" srcOrd="3" destOrd="0" presId="urn:microsoft.com/office/officeart/2018/5/layout/IconCircleLabelList"/>
    <dgm:cxn modelId="{C5118123-618F-4E8A-B2F8-F6A3C67F586E}" type="presParOf" srcId="{25E23D34-92F5-40BD-8BAE-7FCBF4DBEA1F}" destId="{CD510DA6-F630-49E2-B91C-44BE17BAE992}" srcOrd="13" destOrd="0" presId="urn:microsoft.com/office/officeart/2018/5/layout/IconCircleLabelList"/>
    <dgm:cxn modelId="{A1B1E52F-5F8B-42FC-8A45-09F7E7AF4E75}" type="presParOf" srcId="{25E23D34-92F5-40BD-8BAE-7FCBF4DBEA1F}" destId="{73B5F4F5-0B1B-43C8-8471-7BBA3549F7B8}" srcOrd="14" destOrd="0" presId="urn:microsoft.com/office/officeart/2018/5/layout/IconCircleLabelList"/>
    <dgm:cxn modelId="{577A93EF-317D-4631-A2FA-8203A4246A55}" type="presParOf" srcId="{73B5F4F5-0B1B-43C8-8471-7BBA3549F7B8}" destId="{375CA960-E6DE-4C36-BC7C-596A4E74F17B}" srcOrd="0" destOrd="0" presId="urn:microsoft.com/office/officeart/2018/5/layout/IconCircleLabelList"/>
    <dgm:cxn modelId="{DED644FD-9E35-4A73-B61A-E9E58A841F7C}" type="presParOf" srcId="{73B5F4F5-0B1B-43C8-8471-7BBA3549F7B8}" destId="{8F74BF94-D54B-4BA0-9D9B-EEF960923087}" srcOrd="1" destOrd="0" presId="urn:microsoft.com/office/officeart/2018/5/layout/IconCircleLabelList"/>
    <dgm:cxn modelId="{46002D80-27E1-4FA6-824E-49D69DDB1C2E}" type="presParOf" srcId="{73B5F4F5-0B1B-43C8-8471-7BBA3549F7B8}" destId="{9BAEA10C-E546-420A-854F-33EEFAE931DB}" srcOrd="2" destOrd="0" presId="urn:microsoft.com/office/officeart/2018/5/layout/IconCircleLabelList"/>
    <dgm:cxn modelId="{FF12C90F-AA21-4CC9-96F7-AB80E42B513E}" type="presParOf" srcId="{73B5F4F5-0B1B-43C8-8471-7BBA3549F7B8}" destId="{2B736A84-7747-4EA0-AC43-3444C8FCCE65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6048A87-6988-4E28-AB4E-F18D949294C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89F98A2-5EBC-4059-8111-1AA15347834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Big Data é um campo multidisciplinar e exige o uso de tecnologias adequadas.</a:t>
          </a:r>
        </a:p>
      </dgm:t>
    </dgm:pt>
    <dgm:pt modelId="{14DF3A65-54B6-4EFD-8747-4915D6E24E01}" type="parTrans" cxnId="{9551E879-91DD-44BC-B2CA-424EAB0D1CEB}">
      <dgm:prSet/>
      <dgm:spPr/>
      <dgm:t>
        <a:bodyPr/>
        <a:lstStyle/>
        <a:p>
          <a:endParaRPr lang="en-US"/>
        </a:p>
      </dgm:t>
    </dgm:pt>
    <dgm:pt modelId="{07373BC2-81D9-4219-BB88-0E0B8FA2C650}" type="sibTrans" cxnId="{9551E879-91DD-44BC-B2CA-424EAB0D1CEB}">
      <dgm:prSet/>
      <dgm:spPr/>
      <dgm:t>
        <a:bodyPr/>
        <a:lstStyle/>
        <a:p>
          <a:endParaRPr lang="en-US"/>
        </a:p>
      </dgm:t>
    </dgm:pt>
    <dgm:pt modelId="{50CA152A-38F9-4AF9-9E4A-416DB484B91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 escolha correta de tecnologia depende do contexto do projeto.</a:t>
          </a:r>
        </a:p>
      </dgm:t>
    </dgm:pt>
    <dgm:pt modelId="{7763C1F4-B0FE-4D2B-947C-405B9CB86128}" type="parTrans" cxnId="{22006B6A-2ECF-44AF-936C-EDE391EA5A29}">
      <dgm:prSet/>
      <dgm:spPr/>
      <dgm:t>
        <a:bodyPr/>
        <a:lstStyle/>
        <a:p>
          <a:endParaRPr lang="en-US"/>
        </a:p>
      </dgm:t>
    </dgm:pt>
    <dgm:pt modelId="{7BA1C921-DDDF-4776-ADCB-8476829223F8}" type="sibTrans" cxnId="{22006B6A-2ECF-44AF-936C-EDE391EA5A29}">
      <dgm:prSet/>
      <dgm:spPr/>
      <dgm:t>
        <a:bodyPr/>
        <a:lstStyle/>
        <a:p>
          <a:endParaRPr lang="en-US"/>
        </a:p>
      </dgm:t>
    </dgm:pt>
    <dgm:pt modelId="{A7CAB43C-1F7B-4018-BF60-D1ED37FE6BD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Próxima etapa: Desenvolver a pesquisa sobre partes interessadas.</a:t>
          </a:r>
        </a:p>
      </dgm:t>
    </dgm:pt>
    <dgm:pt modelId="{BF6BAC07-A554-4293-A221-797B04C903AC}" type="parTrans" cxnId="{223971A5-3185-48D3-B6D3-4BC072EE4E5D}">
      <dgm:prSet/>
      <dgm:spPr/>
      <dgm:t>
        <a:bodyPr/>
        <a:lstStyle/>
        <a:p>
          <a:endParaRPr lang="en-US"/>
        </a:p>
      </dgm:t>
    </dgm:pt>
    <dgm:pt modelId="{A1732119-B39F-487E-A209-C18F2C94B1D1}" type="sibTrans" cxnId="{223971A5-3185-48D3-B6D3-4BC072EE4E5D}">
      <dgm:prSet/>
      <dgm:spPr/>
      <dgm:t>
        <a:bodyPr/>
        <a:lstStyle/>
        <a:p>
          <a:endParaRPr lang="en-US"/>
        </a:p>
      </dgm:t>
    </dgm:pt>
    <dgm:pt modelId="{2CD51930-BB56-4C22-AC20-4C3A93E0D27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Entrega da pesquisa sobre partes interessadas no projeto.</a:t>
          </a:r>
        </a:p>
      </dgm:t>
    </dgm:pt>
    <dgm:pt modelId="{BD907F72-125E-4946-B7B1-01C27B13CC65}" type="parTrans" cxnId="{40E908B1-6FE2-4DF4-AC4E-98B555B65647}">
      <dgm:prSet/>
      <dgm:spPr/>
      <dgm:t>
        <a:bodyPr/>
        <a:lstStyle/>
        <a:p>
          <a:endParaRPr lang="en-US"/>
        </a:p>
      </dgm:t>
    </dgm:pt>
    <dgm:pt modelId="{7B54C91B-2E83-4947-B523-F32277F7BBE8}" type="sibTrans" cxnId="{40E908B1-6FE2-4DF4-AC4E-98B555B65647}">
      <dgm:prSet/>
      <dgm:spPr/>
      <dgm:t>
        <a:bodyPr/>
        <a:lstStyle/>
        <a:p>
          <a:endParaRPr lang="en-US"/>
        </a:p>
      </dgm:t>
    </dgm:pt>
    <dgm:pt modelId="{3D6EB879-BB6D-457E-AAA0-AF7C25D7F009}" type="pres">
      <dgm:prSet presAssocID="{D6048A87-6988-4E28-AB4E-F18D949294CD}" presName="root" presStyleCnt="0">
        <dgm:presLayoutVars>
          <dgm:dir/>
          <dgm:resizeHandles val="exact"/>
        </dgm:presLayoutVars>
      </dgm:prSet>
      <dgm:spPr/>
    </dgm:pt>
    <dgm:pt modelId="{1633B4DF-E279-4E75-8862-69AC6539093A}" type="pres">
      <dgm:prSet presAssocID="{589F98A2-5EBC-4059-8111-1AA15347834B}" presName="compNode" presStyleCnt="0"/>
      <dgm:spPr/>
    </dgm:pt>
    <dgm:pt modelId="{3245EB02-E19C-4254-BFC6-C912A0A5672D}" type="pres">
      <dgm:prSet presAssocID="{589F98A2-5EBC-4059-8111-1AA15347834B}" presName="bgRect" presStyleLbl="bgShp" presStyleIdx="0" presStyleCnt="4"/>
      <dgm:spPr/>
    </dgm:pt>
    <dgm:pt modelId="{0A773BFC-DEA2-4342-936E-1BE1D9B35F2D}" type="pres">
      <dgm:prSet presAssocID="{589F98A2-5EBC-4059-8111-1AA15347834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ador"/>
        </a:ext>
      </dgm:extLst>
    </dgm:pt>
    <dgm:pt modelId="{E16B7B73-F691-4291-8151-EAAF5AB27CA6}" type="pres">
      <dgm:prSet presAssocID="{589F98A2-5EBC-4059-8111-1AA15347834B}" presName="spaceRect" presStyleCnt="0"/>
      <dgm:spPr/>
    </dgm:pt>
    <dgm:pt modelId="{C4F203A7-8BCC-4978-98C7-7BDFE69ECDE0}" type="pres">
      <dgm:prSet presAssocID="{589F98A2-5EBC-4059-8111-1AA15347834B}" presName="parTx" presStyleLbl="revTx" presStyleIdx="0" presStyleCnt="4">
        <dgm:presLayoutVars>
          <dgm:chMax val="0"/>
          <dgm:chPref val="0"/>
        </dgm:presLayoutVars>
      </dgm:prSet>
      <dgm:spPr/>
    </dgm:pt>
    <dgm:pt modelId="{9E433690-DBC9-4D75-8142-270D172A0E3D}" type="pres">
      <dgm:prSet presAssocID="{07373BC2-81D9-4219-BB88-0E0B8FA2C650}" presName="sibTrans" presStyleCnt="0"/>
      <dgm:spPr/>
    </dgm:pt>
    <dgm:pt modelId="{878F256C-BAA2-4F4B-8923-FF1D923E5481}" type="pres">
      <dgm:prSet presAssocID="{50CA152A-38F9-4AF9-9E4A-416DB484B91E}" presName="compNode" presStyleCnt="0"/>
      <dgm:spPr/>
    </dgm:pt>
    <dgm:pt modelId="{3CD6232A-1332-459F-AAE5-DA65A50B832A}" type="pres">
      <dgm:prSet presAssocID="{50CA152A-38F9-4AF9-9E4A-416DB484B91E}" presName="bgRect" presStyleLbl="bgShp" presStyleIdx="1" presStyleCnt="4"/>
      <dgm:spPr/>
    </dgm:pt>
    <dgm:pt modelId="{1FD64615-B3EA-4394-84A8-8D14BE5F69F0}" type="pres">
      <dgm:prSet presAssocID="{50CA152A-38F9-4AF9-9E4A-416DB484B91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quia"/>
        </a:ext>
      </dgm:extLst>
    </dgm:pt>
    <dgm:pt modelId="{8A847C03-5C59-46A0-8FF9-CE9A1048CCE8}" type="pres">
      <dgm:prSet presAssocID="{50CA152A-38F9-4AF9-9E4A-416DB484B91E}" presName="spaceRect" presStyleCnt="0"/>
      <dgm:spPr/>
    </dgm:pt>
    <dgm:pt modelId="{DB985094-C0E3-40C4-8E6C-88AD73C48880}" type="pres">
      <dgm:prSet presAssocID="{50CA152A-38F9-4AF9-9E4A-416DB484B91E}" presName="parTx" presStyleLbl="revTx" presStyleIdx="1" presStyleCnt="4">
        <dgm:presLayoutVars>
          <dgm:chMax val="0"/>
          <dgm:chPref val="0"/>
        </dgm:presLayoutVars>
      </dgm:prSet>
      <dgm:spPr/>
    </dgm:pt>
    <dgm:pt modelId="{1A79547B-7C12-4459-9E88-3B3189C03B77}" type="pres">
      <dgm:prSet presAssocID="{7BA1C921-DDDF-4776-ADCB-8476829223F8}" presName="sibTrans" presStyleCnt="0"/>
      <dgm:spPr/>
    </dgm:pt>
    <dgm:pt modelId="{9667E129-F91B-4922-BAF1-52D58EEC734D}" type="pres">
      <dgm:prSet presAssocID="{A7CAB43C-1F7B-4018-BF60-D1ED37FE6BD0}" presName="compNode" presStyleCnt="0"/>
      <dgm:spPr/>
    </dgm:pt>
    <dgm:pt modelId="{681E026D-1D57-405B-AC80-96657B3F80B1}" type="pres">
      <dgm:prSet presAssocID="{A7CAB43C-1F7B-4018-BF60-D1ED37FE6BD0}" presName="bgRect" presStyleLbl="bgShp" presStyleIdx="2" presStyleCnt="4"/>
      <dgm:spPr/>
    </dgm:pt>
    <dgm:pt modelId="{9FE67ED4-78A0-4F63-B7E9-4961BC8C08C1}" type="pres">
      <dgm:prSet presAssocID="{A7CAB43C-1F7B-4018-BF60-D1ED37FE6BD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416B3D05-08D3-4CE1-B816-7B4DF024697F}" type="pres">
      <dgm:prSet presAssocID="{A7CAB43C-1F7B-4018-BF60-D1ED37FE6BD0}" presName="spaceRect" presStyleCnt="0"/>
      <dgm:spPr/>
    </dgm:pt>
    <dgm:pt modelId="{FEBC9657-BCEF-4B28-ABE3-E724D51762A8}" type="pres">
      <dgm:prSet presAssocID="{A7CAB43C-1F7B-4018-BF60-D1ED37FE6BD0}" presName="parTx" presStyleLbl="revTx" presStyleIdx="2" presStyleCnt="4">
        <dgm:presLayoutVars>
          <dgm:chMax val="0"/>
          <dgm:chPref val="0"/>
        </dgm:presLayoutVars>
      </dgm:prSet>
      <dgm:spPr/>
    </dgm:pt>
    <dgm:pt modelId="{22A45C79-FFA7-42AD-9F42-0F691AB7F7D6}" type="pres">
      <dgm:prSet presAssocID="{A1732119-B39F-487E-A209-C18F2C94B1D1}" presName="sibTrans" presStyleCnt="0"/>
      <dgm:spPr/>
    </dgm:pt>
    <dgm:pt modelId="{2552F4DC-9192-452F-9884-5B6C80233AF5}" type="pres">
      <dgm:prSet presAssocID="{2CD51930-BB56-4C22-AC20-4C3A93E0D277}" presName="compNode" presStyleCnt="0"/>
      <dgm:spPr/>
    </dgm:pt>
    <dgm:pt modelId="{AA311A07-D160-4726-90E4-68EB185CA3E3}" type="pres">
      <dgm:prSet presAssocID="{2CD51930-BB56-4C22-AC20-4C3A93E0D277}" presName="bgRect" presStyleLbl="bgShp" presStyleIdx="3" presStyleCnt="4"/>
      <dgm:spPr/>
    </dgm:pt>
    <dgm:pt modelId="{AF9EB737-9519-43CA-9480-7B7D44DF704F}" type="pres">
      <dgm:prSet presAssocID="{2CD51930-BB56-4C22-AC20-4C3A93E0D27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grenagens"/>
        </a:ext>
      </dgm:extLst>
    </dgm:pt>
    <dgm:pt modelId="{2CB19D58-D5E5-49CC-912A-69BD847F6BE8}" type="pres">
      <dgm:prSet presAssocID="{2CD51930-BB56-4C22-AC20-4C3A93E0D277}" presName="spaceRect" presStyleCnt="0"/>
      <dgm:spPr/>
    </dgm:pt>
    <dgm:pt modelId="{53850920-9FF8-4F1C-9444-79CE8F089431}" type="pres">
      <dgm:prSet presAssocID="{2CD51930-BB56-4C22-AC20-4C3A93E0D277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22006B6A-2ECF-44AF-936C-EDE391EA5A29}" srcId="{D6048A87-6988-4E28-AB4E-F18D949294CD}" destId="{50CA152A-38F9-4AF9-9E4A-416DB484B91E}" srcOrd="1" destOrd="0" parTransId="{7763C1F4-B0FE-4D2B-947C-405B9CB86128}" sibTransId="{7BA1C921-DDDF-4776-ADCB-8476829223F8}"/>
    <dgm:cxn modelId="{9551E879-91DD-44BC-B2CA-424EAB0D1CEB}" srcId="{D6048A87-6988-4E28-AB4E-F18D949294CD}" destId="{589F98A2-5EBC-4059-8111-1AA15347834B}" srcOrd="0" destOrd="0" parTransId="{14DF3A65-54B6-4EFD-8747-4915D6E24E01}" sibTransId="{07373BC2-81D9-4219-BB88-0E0B8FA2C650}"/>
    <dgm:cxn modelId="{CBCA667A-1991-4557-9808-6970FF2BD481}" type="presOf" srcId="{A7CAB43C-1F7B-4018-BF60-D1ED37FE6BD0}" destId="{FEBC9657-BCEF-4B28-ABE3-E724D51762A8}" srcOrd="0" destOrd="0" presId="urn:microsoft.com/office/officeart/2018/2/layout/IconVerticalSolidList"/>
    <dgm:cxn modelId="{040A517F-9F1F-4072-8958-8965C075BAA0}" type="presOf" srcId="{50CA152A-38F9-4AF9-9E4A-416DB484B91E}" destId="{DB985094-C0E3-40C4-8E6C-88AD73C48880}" srcOrd="0" destOrd="0" presId="urn:microsoft.com/office/officeart/2018/2/layout/IconVerticalSolidList"/>
    <dgm:cxn modelId="{223971A5-3185-48D3-B6D3-4BC072EE4E5D}" srcId="{D6048A87-6988-4E28-AB4E-F18D949294CD}" destId="{A7CAB43C-1F7B-4018-BF60-D1ED37FE6BD0}" srcOrd="2" destOrd="0" parTransId="{BF6BAC07-A554-4293-A221-797B04C903AC}" sibTransId="{A1732119-B39F-487E-A209-C18F2C94B1D1}"/>
    <dgm:cxn modelId="{40E908B1-6FE2-4DF4-AC4E-98B555B65647}" srcId="{D6048A87-6988-4E28-AB4E-F18D949294CD}" destId="{2CD51930-BB56-4C22-AC20-4C3A93E0D277}" srcOrd="3" destOrd="0" parTransId="{BD907F72-125E-4946-B7B1-01C27B13CC65}" sibTransId="{7B54C91B-2E83-4947-B523-F32277F7BBE8}"/>
    <dgm:cxn modelId="{47A7D5D0-A8CA-4BFB-8A33-DD189906F426}" type="presOf" srcId="{589F98A2-5EBC-4059-8111-1AA15347834B}" destId="{C4F203A7-8BCC-4978-98C7-7BDFE69ECDE0}" srcOrd="0" destOrd="0" presId="urn:microsoft.com/office/officeart/2018/2/layout/IconVerticalSolidList"/>
    <dgm:cxn modelId="{E09AD9D0-0823-4CB1-9D6E-4C50B267C462}" type="presOf" srcId="{2CD51930-BB56-4C22-AC20-4C3A93E0D277}" destId="{53850920-9FF8-4F1C-9444-79CE8F089431}" srcOrd="0" destOrd="0" presId="urn:microsoft.com/office/officeart/2018/2/layout/IconVerticalSolidList"/>
    <dgm:cxn modelId="{62E5D3F6-7A9F-4DD0-A0B0-E35D8DFB7A01}" type="presOf" srcId="{D6048A87-6988-4E28-AB4E-F18D949294CD}" destId="{3D6EB879-BB6D-457E-AAA0-AF7C25D7F009}" srcOrd="0" destOrd="0" presId="urn:microsoft.com/office/officeart/2018/2/layout/IconVerticalSolidList"/>
    <dgm:cxn modelId="{08F5E165-4DEF-42C5-B022-E5A3A38C46F4}" type="presParOf" srcId="{3D6EB879-BB6D-457E-AAA0-AF7C25D7F009}" destId="{1633B4DF-E279-4E75-8862-69AC6539093A}" srcOrd="0" destOrd="0" presId="urn:microsoft.com/office/officeart/2018/2/layout/IconVerticalSolidList"/>
    <dgm:cxn modelId="{45A2C6FC-BD98-4302-9DD7-9F52D66ABB5C}" type="presParOf" srcId="{1633B4DF-E279-4E75-8862-69AC6539093A}" destId="{3245EB02-E19C-4254-BFC6-C912A0A5672D}" srcOrd="0" destOrd="0" presId="urn:microsoft.com/office/officeart/2018/2/layout/IconVerticalSolidList"/>
    <dgm:cxn modelId="{9252B881-B4B0-462A-BC0C-1F949615BAAA}" type="presParOf" srcId="{1633B4DF-E279-4E75-8862-69AC6539093A}" destId="{0A773BFC-DEA2-4342-936E-1BE1D9B35F2D}" srcOrd="1" destOrd="0" presId="urn:microsoft.com/office/officeart/2018/2/layout/IconVerticalSolidList"/>
    <dgm:cxn modelId="{67F2D423-74DC-4316-B7F5-F16988F181AF}" type="presParOf" srcId="{1633B4DF-E279-4E75-8862-69AC6539093A}" destId="{E16B7B73-F691-4291-8151-EAAF5AB27CA6}" srcOrd="2" destOrd="0" presId="urn:microsoft.com/office/officeart/2018/2/layout/IconVerticalSolidList"/>
    <dgm:cxn modelId="{0963D551-0204-42C1-8E4F-B5ABA34DD614}" type="presParOf" srcId="{1633B4DF-E279-4E75-8862-69AC6539093A}" destId="{C4F203A7-8BCC-4978-98C7-7BDFE69ECDE0}" srcOrd="3" destOrd="0" presId="urn:microsoft.com/office/officeart/2018/2/layout/IconVerticalSolidList"/>
    <dgm:cxn modelId="{70BA2F76-744C-43D5-A771-18C11AFD3F54}" type="presParOf" srcId="{3D6EB879-BB6D-457E-AAA0-AF7C25D7F009}" destId="{9E433690-DBC9-4D75-8142-270D172A0E3D}" srcOrd="1" destOrd="0" presId="urn:microsoft.com/office/officeart/2018/2/layout/IconVerticalSolidList"/>
    <dgm:cxn modelId="{E69070C0-6C63-4650-A99B-D2E4E01FD9D5}" type="presParOf" srcId="{3D6EB879-BB6D-457E-AAA0-AF7C25D7F009}" destId="{878F256C-BAA2-4F4B-8923-FF1D923E5481}" srcOrd="2" destOrd="0" presId="urn:microsoft.com/office/officeart/2018/2/layout/IconVerticalSolidList"/>
    <dgm:cxn modelId="{4A0A08F7-9742-44CD-B9AA-DCB20B2C3D50}" type="presParOf" srcId="{878F256C-BAA2-4F4B-8923-FF1D923E5481}" destId="{3CD6232A-1332-459F-AAE5-DA65A50B832A}" srcOrd="0" destOrd="0" presId="urn:microsoft.com/office/officeart/2018/2/layout/IconVerticalSolidList"/>
    <dgm:cxn modelId="{26EC112F-28C6-46E6-9204-CD009E065A0B}" type="presParOf" srcId="{878F256C-BAA2-4F4B-8923-FF1D923E5481}" destId="{1FD64615-B3EA-4394-84A8-8D14BE5F69F0}" srcOrd="1" destOrd="0" presId="urn:microsoft.com/office/officeart/2018/2/layout/IconVerticalSolidList"/>
    <dgm:cxn modelId="{6C381CD9-976C-4382-A3E6-33C6A9791CEF}" type="presParOf" srcId="{878F256C-BAA2-4F4B-8923-FF1D923E5481}" destId="{8A847C03-5C59-46A0-8FF9-CE9A1048CCE8}" srcOrd="2" destOrd="0" presId="urn:microsoft.com/office/officeart/2018/2/layout/IconVerticalSolidList"/>
    <dgm:cxn modelId="{2174B10D-E3BF-42A5-878E-00F265C32887}" type="presParOf" srcId="{878F256C-BAA2-4F4B-8923-FF1D923E5481}" destId="{DB985094-C0E3-40C4-8E6C-88AD73C48880}" srcOrd="3" destOrd="0" presId="urn:microsoft.com/office/officeart/2018/2/layout/IconVerticalSolidList"/>
    <dgm:cxn modelId="{AA7E7CC9-0DDC-48F3-9077-4D92417097F8}" type="presParOf" srcId="{3D6EB879-BB6D-457E-AAA0-AF7C25D7F009}" destId="{1A79547B-7C12-4459-9E88-3B3189C03B77}" srcOrd="3" destOrd="0" presId="urn:microsoft.com/office/officeart/2018/2/layout/IconVerticalSolidList"/>
    <dgm:cxn modelId="{41DB8A54-E5D8-4DE5-AD72-916CC08435EF}" type="presParOf" srcId="{3D6EB879-BB6D-457E-AAA0-AF7C25D7F009}" destId="{9667E129-F91B-4922-BAF1-52D58EEC734D}" srcOrd="4" destOrd="0" presId="urn:microsoft.com/office/officeart/2018/2/layout/IconVerticalSolidList"/>
    <dgm:cxn modelId="{E8AEF510-C078-4AC6-A8C8-BA438DE76E01}" type="presParOf" srcId="{9667E129-F91B-4922-BAF1-52D58EEC734D}" destId="{681E026D-1D57-405B-AC80-96657B3F80B1}" srcOrd="0" destOrd="0" presId="urn:microsoft.com/office/officeart/2018/2/layout/IconVerticalSolidList"/>
    <dgm:cxn modelId="{FB05B60F-9ACD-4DCA-A1BB-49A7D7698A66}" type="presParOf" srcId="{9667E129-F91B-4922-BAF1-52D58EEC734D}" destId="{9FE67ED4-78A0-4F63-B7E9-4961BC8C08C1}" srcOrd="1" destOrd="0" presId="urn:microsoft.com/office/officeart/2018/2/layout/IconVerticalSolidList"/>
    <dgm:cxn modelId="{DD870788-3C3F-48C2-A81A-9D87DEA3F6FF}" type="presParOf" srcId="{9667E129-F91B-4922-BAF1-52D58EEC734D}" destId="{416B3D05-08D3-4CE1-B816-7B4DF024697F}" srcOrd="2" destOrd="0" presId="urn:microsoft.com/office/officeart/2018/2/layout/IconVerticalSolidList"/>
    <dgm:cxn modelId="{B3125A75-D709-4A62-890C-58DD1670F577}" type="presParOf" srcId="{9667E129-F91B-4922-BAF1-52D58EEC734D}" destId="{FEBC9657-BCEF-4B28-ABE3-E724D51762A8}" srcOrd="3" destOrd="0" presId="urn:microsoft.com/office/officeart/2018/2/layout/IconVerticalSolidList"/>
    <dgm:cxn modelId="{6AC4E8B2-31DA-486E-AE8C-DE5B85D89131}" type="presParOf" srcId="{3D6EB879-BB6D-457E-AAA0-AF7C25D7F009}" destId="{22A45C79-FFA7-42AD-9F42-0F691AB7F7D6}" srcOrd="5" destOrd="0" presId="urn:microsoft.com/office/officeart/2018/2/layout/IconVerticalSolidList"/>
    <dgm:cxn modelId="{555BBB94-6E1A-409B-8B09-A4583828589E}" type="presParOf" srcId="{3D6EB879-BB6D-457E-AAA0-AF7C25D7F009}" destId="{2552F4DC-9192-452F-9884-5B6C80233AF5}" srcOrd="6" destOrd="0" presId="urn:microsoft.com/office/officeart/2018/2/layout/IconVerticalSolidList"/>
    <dgm:cxn modelId="{1D9065FC-6133-4BE9-9E02-EE94FC87B813}" type="presParOf" srcId="{2552F4DC-9192-452F-9884-5B6C80233AF5}" destId="{AA311A07-D160-4726-90E4-68EB185CA3E3}" srcOrd="0" destOrd="0" presId="urn:microsoft.com/office/officeart/2018/2/layout/IconVerticalSolidList"/>
    <dgm:cxn modelId="{64F74C1E-B943-4BBE-9635-89F4D094006E}" type="presParOf" srcId="{2552F4DC-9192-452F-9884-5B6C80233AF5}" destId="{AF9EB737-9519-43CA-9480-7B7D44DF704F}" srcOrd="1" destOrd="0" presId="urn:microsoft.com/office/officeart/2018/2/layout/IconVerticalSolidList"/>
    <dgm:cxn modelId="{281A313C-074A-43E9-9A11-317EF2330241}" type="presParOf" srcId="{2552F4DC-9192-452F-9884-5B6C80233AF5}" destId="{2CB19D58-D5E5-49CC-912A-69BD847F6BE8}" srcOrd="2" destOrd="0" presId="urn:microsoft.com/office/officeart/2018/2/layout/IconVerticalSolidList"/>
    <dgm:cxn modelId="{AC5E4F75-28D4-4A8E-B1CF-BDF617EEAA2F}" type="presParOf" srcId="{2552F4DC-9192-452F-9884-5B6C80233AF5}" destId="{53850920-9FF8-4F1C-9444-79CE8F08943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245116A-7C13-4D19-B899-267723799D72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D5A36D6D-0CE3-4258-95EE-63E2DB0BD0FE}">
      <dgm:prSet/>
      <dgm:spPr/>
      <dgm:t>
        <a:bodyPr/>
        <a:lstStyle/>
        <a:p>
          <a:pPr>
            <a:defRPr cap="all"/>
          </a:pPr>
          <a:r>
            <a:rPr lang="en-US"/>
            <a:t>- Apresentação da escolha de tecnologia (Hadoop, Spark ou NoSQL)</a:t>
          </a:r>
        </a:p>
      </dgm:t>
    </dgm:pt>
    <dgm:pt modelId="{7FB00103-F00E-4079-9987-ED9EB1F38B9B}" type="parTrans" cxnId="{4686E2D3-AB50-4CD0-A001-459123AE138A}">
      <dgm:prSet/>
      <dgm:spPr/>
      <dgm:t>
        <a:bodyPr/>
        <a:lstStyle/>
        <a:p>
          <a:endParaRPr lang="en-US"/>
        </a:p>
      </dgm:t>
    </dgm:pt>
    <dgm:pt modelId="{82B240E6-4BB9-4393-B07A-7D51AF49B425}" type="sibTrans" cxnId="{4686E2D3-AB50-4CD0-A001-459123AE138A}">
      <dgm:prSet/>
      <dgm:spPr/>
      <dgm:t>
        <a:bodyPr/>
        <a:lstStyle/>
        <a:p>
          <a:endParaRPr lang="en-US"/>
        </a:p>
      </dgm:t>
    </dgm:pt>
    <dgm:pt modelId="{AFC55097-3305-478A-9453-32EB8BE8ED9A}">
      <dgm:prSet/>
      <dgm:spPr/>
      <dgm:t>
        <a:bodyPr/>
        <a:lstStyle/>
        <a:p>
          <a:pPr>
            <a:defRPr cap="all"/>
          </a:pPr>
          <a:r>
            <a:rPr lang="en-US"/>
            <a:t>- Justificativa da escolha</a:t>
          </a:r>
        </a:p>
      </dgm:t>
    </dgm:pt>
    <dgm:pt modelId="{CE2C54E1-D06E-4415-9F46-60177461BC0E}" type="parTrans" cxnId="{9FE8C2E5-73B8-4AC1-AB96-709907E504C7}">
      <dgm:prSet/>
      <dgm:spPr/>
      <dgm:t>
        <a:bodyPr/>
        <a:lstStyle/>
        <a:p>
          <a:endParaRPr lang="en-US"/>
        </a:p>
      </dgm:t>
    </dgm:pt>
    <dgm:pt modelId="{BF47A3B0-8D78-48C5-99FF-6F047D8B7398}" type="sibTrans" cxnId="{9FE8C2E5-73B8-4AC1-AB96-709907E504C7}">
      <dgm:prSet/>
      <dgm:spPr/>
      <dgm:t>
        <a:bodyPr/>
        <a:lstStyle/>
        <a:p>
          <a:endParaRPr lang="en-US"/>
        </a:p>
      </dgm:t>
    </dgm:pt>
    <dgm:pt modelId="{19E98F1D-5104-4EB9-969B-997C482BF1B9}">
      <dgm:prSet/>
      <dgm:spPr/>
      <dgm:t>
        <a:bodyPr/>
        <a:lstStyle/>
        <a:p>
          <a:pPr>
            <a:defRPr cap="all"/>
          </a:pPr>
          <a:r>
            <a:rPr lang="en-US"/>
            <a:t>- Discussão coletiva sobre desafios e motivações</a:t>
          </a:r>
        </a:p>
      </dgm:t>
    </dgm:pt>
    <dgm:pt modelId="{15B90749-3766-45D1-8202-D4C0227B2B58}" type="parTrans" cxnId="{99C59D03-F8A3-4A40-9414-411617FE8FC5}">
      <dgm:prSet/>
      <dgm:spPr/>
      <dgm:t>
        <a:bodyPr/>
        <a:lstStyle/>
        <a:p>
          <a:endParaRPr lang="en-US"/>
        </a:p>
      </dgm:t>
    </dgm:pt>
    <dgm:pt modelId="{B5C63142-03FD-4697-B10A-57228232EEBB}" type="sibTrans" cxnId="{99C59D03-F8A3-4A40-9414-411617FE8FC5}">
      <dgm:prSet/>
      <dgm:spPr/>
      <dgm:t>
        <a:bodyPr/>
        <a:lstStyle/>
        <a:p>
          <a:endParaRPr lang="en-US"/>
        </a:p>
      </dgm:t>
    </dgm:pt>
    <dgm:pt modelId="{9E731371-37B2-48F9-824C-4EB4671F5E68}" type="pres">
      <dgm:prSet presAssocID="{E245116A-7C13-4D19-B899-267723799D72}" presName="root" presStyleCnt="0">
        <dgm:presLayoutVars>
          <dgm:dir/>
          <dgm:resizeHandles val="exact"/>
        </dgm:presLayoutVars>
      </dgm:prSet>
      <dgm:spPr/>
    </dgm:pt>
    <dgm:pt modelId="{7C63E51F-F558-4EDE-AC78-6E11AF39C1A1}" type="pres">
      <dgm:prSet presAssocID="{D5A36D6D-0CE3-4258-95EE-63E2DB0BD0FE}" presName="compNode" presStyleCnt="0"/>
      <dgm:spPr/>
    </dgm:pt>
    <dgm:pt modelId="{A03404ED-5A99-4400-A74F-0DAAB9BC5C20}" type="pres">
      <dgm:prSet presAssocID="{D5A36D6D-0CE3-4258-95EE-63E2DB0BD0FE}" presName="iconBgRect" presStyleLbl="bgShp" presStyleIdx="0" presStyleCnt="3"/>
      <dgm:spPr/>
    </dgm:pt>
    <dgm:pt modelId="{93FE3C08-BD6C-4708-B98A-D4CC45B3DC2C}" type="pres">
      <dgm:prSet presAssocID="{D5A36D6D-0CE3-4258-95EE-63E2DB0BD0F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gos de artifício"/>
        </a:ext>
      </dgm:extLst>
    </dgm:pt>
    <dgm:pt modelId="{50A51DD4-1689-4FF6-AE09-CF9CC7473CF1}" type="pres">
      <dgm:prSet presAssocID="{D5A36D6D-0CE3-4258-95EE-63E2DB0BD0FE}" presName="spaceRect" presStyleCnt="0"/>
      <dgm:spPr/>
    </dgm:pt>
    <dgm:pt modelId="{E75318C1-7DFF-4CA7-BD26-5A3136FC2424}" type="pres">
      <dgm:prSet presAssocID="{D5A36D6D-0CE3-4258-95EE-63E2DB0BD0FE}" presName="textRect" presStyleLbl="revTx" presStyleIdx="0" presStyleCnt="3">
        <dgm:presLayoutVars>
          <dgm:chMax val="1"/>
          <dgm:chPref val="1"/>
        </dgm:presLayoutVars>
      </dgm:prSet>
      <dgm:spPr/>
    </dgm:pt>
    <dgm:pt modelId="{ADE9B714-93E4-45FA-AC01-AF0CC943EA21}" type="pres">
      <dgm:prSet presAssocID="{82B240E6-4BB9-4393-B07A-7D51AF49B425}" presName="sibTrans" presStyleCnt="0"/>
      <dgm:spPr/>
    </dgm:pt>
    <dgm:pt modelId="{ACA6C8A6-98AF-432D-8EF7-E26DB55E3615}" type="pres">
      <dgm:prSet presAssocID="{AFC55097-3305-478A-9453-32EB8BE8ED9A}" presName="compNode" presStyleCnt="0"/>
      <dgm:spPr/>
    </dgm:pt>
    <dgm:pt modelId="{3F9BD10A-4F93-4805-B50D-2AA623DC1A2B}" type="pres">
      <dgm:prSet presAssocID="{AFC55097-3305-478A-9453-32EB8BE8ED9A}" presName="iconBgRect" presStyleLbl="bgShp" presStyleIdx="1" presStyleCnt="3"/>
      <dgm:spPr/>
    </dgm:pt>
    <dgm:pt modelId="{484B1B22-5E52-494F-A2D0-52C22714C807}" type="pres">
      <dgm:prSet presAssocID="{AFC55097-3305-478A-9453-32EB8BE8ED9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C886E664-E89D-4F9D-9E19-9D710DEB669F}" type="pres">
      <dgm:prSet presAssocID="{AFC55097-3305-478A-9453-32EB8BE8ED9A}" presName="spaceRect" presStyleCnt="0"/>
      <dgm:spPr/>
    </dgm:pt>
    <dgm:pt modelId="{53A57C35-1DFB-442E-9F1D-D6F72729A3EA}" type="pres">
      <dgm:prSet presAssocID="{AFC55097-3305-478A-9453-32EB8BE8ED9A}" presName="textRect" presStyleLbl="revTx" presStyleIdx="1" presStyleCnt="3">
        <dgm:presLayoutVars>
          <dgm:chMax val="1"/>
          <dgm:chPref val="1"/>
        </dgm:presLayoutVars>
      </dgm:prSet>
      <dgm:spPr/>
    </dgm:pt>
    <dgm:pt modelId="{42D1045D-1C53-48D0-BF3E-80DCC7E349B7}" type="pres">
      <dgm:prSet presAssocID="{BF47A3B0-8D78-48C5-99FF-6F047D8B7398}" presName="sibTrans" presStyleCnt="0"/>
      <dgm:spPr/>
    </dgm:pt>
    <dgm:pt modelId="{3C464C3F-06AF-4634-AF4F-BE9DD8B5CA77}" type="pres">
      <dgm:prSet presAssocID="{19E98F1D-5104-4EB9-969B-997C482BF1B9}" presName="compNode" presStyleCnt="0"/>
      <dgm:spPr/>
    </dgm:pt>
    <dgm:pt modelId="{28D9E1F5-682F-465A-BE68-2F527BA77FD9}" type="pres">
      <dgm:prSet presAssocID="{19E98F1D-5104-4EB9-969B-997C482BF1B9}" presName="iconBgRect" presStyleLbl="bgShp" presStyleIdx="2" presStyleCnt="3"/>
      <dgm:spPr/>
    </dgm:pt>
    <dgm:pt modelId="{8CAC46B4-DDFC-4C3E-9C1B-4FABEF7901F0}" type="pres">
      <dgm:prSet presAssocID="{19E98F1D-5104-4EB9-969B-997C482BF1B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 Brainstorm"/>
        </a:ext>
      </dgm:extLst>
    </dgm:pt>
    <dgm:pt modelId="{53D4A9C3-0CC5-43CA-BEBE-071122300606}" type="pres">
      <dgm:prSet presAssocID="{19E98F1D-5104-4EB9-969B-997C482BF1B9}" presName="spaceRect" presStyleCnt="0"/>
      <dgm:spPr/>
    </dgm:pt>
    <dgm:pt modelId="{1A949F4D-D518-496A-AB1D-47BAD17C7836}" type="pres">
      <dgm:prSet presAssocID="{19E98F1D-5104-4EB9-969B-997C482BF1B9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99C59D03-F8A3-4A40-9414-411617FE8FC5}" srcId="{E245116A-7C13-4D19-B899-267723799D72}" destId="{19E98F1D-5104-4EB9-969B-997C482BF1B9}" srcOrd="2" destOrd="0" parTransId="{15B90749-3766-45D1-8202-D4C0227B2B58}" sibTransId="{B5C63142-03FD-4697-B10A-57228232EEBB}"/>
    <dgm:cxn modelId="{4135441C-AF21-4343-A005-63361A9B6BB9}" type="presOf" srcId="{E245116A-7C13-4D19-B899-267723799D72}" destId="{9E731371-37B2-48F9-824C-4EB4671F5E68}" srcOrd="0" destOrd="0" presId="urn:microsoft.com/office/officeart/2018/5/layout/IconCircleLabelList"/>
    <dgm:cxn modelId="{9CE65565-463E-4223-AA9E-2993B8D8DE39}" type="presOf" srcId="{19E98F1D-5104-4EB9-969B-997C482BF1B9}" destId="{1A949F4D-D518-496A-AB1D-47BAD17C7836}" srcOrd="0" destOrd="0" presId="urn:microsoft.com/office/officeart/2018/5/layout/IconCircleLabelList"/>
    <dgm:cxn modelId="{989B6488-199F-4B93-ACAB-12C9F6A2397E}" type="presOf" srcId="{AFC55097-3305-478A-9453-32EB8BE8ED9A}" destId="{53A57C35-1DFB-442E-9F1D-D6F72729A3EA}" srcOrd="0" destOrd="0" presId="urn:microsoft.com/office/officeart/2018/5/layout/IconCircleLabelList"/>
    <dgm:cxn modelId="{55D1D790-7E31-4409-B309-F40C2B7A404A}" type="presOf" srcId="{D5A36D6D-0CE3-4258-95EE-63E2DB0BD0FE}" destId="{E75318C1-7DFF-4CA7-BD26-5A3136FC2424}" srcOrd="0" destOrd="0" presId="urn:microsoft.com/office/officeart/2018/5/layout/IconCircleLabelList"/>
    <dgm:cxn modelId="{4686E2D3-AB50-4CD0-A001-459123AE138A}" srcId="{E245116A-7C13-4D19-B899-267723799D72}" destId="{D5A36D6D-0CE3-4258-95EE-63E2DB0BD0FE}" srcOrd="0" destOrd="0" parTransId="{7FB00103-F00E-4079-9987-ED9EB1F38B9B}" sibTransId="{82B240E6-4BB9-4393-B07A-7D51AF49B425}"/>
    <dgm:cxn modelId="{9FE8C2E5-73B8-4AC1-AB96-709907E504C7}" srcId="{E245116A-7C13-4D19-B899-267723799D72}" destId="{AFC55097-3305-478A-9453-32EB8BE8ED9A}" srcOrd="1" destOrd="0" parTransId="{CE2C54E1-D06E-4415-9F46-60177461BC0E}" sibTransId="{BF47A3B0-8D78-48C5-99FF-6F047D8B7398}"/>
    <dgm:cxn modelId="{EC24FFC4-4C75-412B-A33D-DA1EC0AAB012}" type="presParOf" srcId="{9E731371-37B2-48F9-824C-4EB4671F5E68}" destId="{7C63E51F-F558-4EDE-AC78-6E11AF39C1A1}" srcOrd="0" destOrd="0" presId="urn:microsoft.com/office/officeart/2018/5/layout/IconCircleLabelList"/>
    <dgm:cxn modelId="{FB43DA7B-38BB-498B-9F1D-BA0CBD91E70F}" type="presParOf" srcId="{7C63E51F-F558-4EDE-AC78-6E11AF39C1A1}" destId="{A03404ED-5A99-4400-A74F-0DAAB9BC5C20}" srcOrd="0" destOrd="0" presId="urn:microsoft.com/office/officeart/2018/5/layout/IconCircleLabelList"/>
    <dgm:cxn modelId="{A34F358C-A7BE-45AF-BA8E-5998FE9E95C2}" type="presParOf" srcId="{7C63E51F-F558-4EDE-AC78-6E11AF39C1A1}" destId="{93FE3C08-BD6C-4708-B98A-D4CC45B3DC2C}" srcOrd="1" destOrd="0" presId="urn:microsoft.com/office/officeart/2018/5/layout/IconCircleLabelList"/>
    <dgm:cxn modelId="{B78107E2-9C3C-460E-A9FB-2A6AE9964DED}" type="presParOf" srcId="{7C63E51F-F558-4EDE-AC78-6E11AF39C1A1}" destId="{50A51DD4-1689-4FF6-AE09-CF9CC7473CF1}" srcOrd="2" destOrd="0" presId="urn:microsoft.com/office/officeart/2018/5/layout/IconCircleLabelList"/>
    <dgm:cxn modelId="{1E708EB2-2FA2-47B4-929A-1FF7B77DEFF3}" type="presParOf" srcId="{7C63E51F-F558-4EDE-AC78-6E11AF39C1A1}" destId="{E75318C1-7DFF-4CA7-BD26-5A3136FC2424}" srcOrd="3" destOrd="0" presId="urn:microsoft.com/office/officeart/2018/5/layout/IconCircleLabelList"/>
    <dgm:cxn modelId="{A32EBD45-29D8-4AEA-9DA1-607F000D4111}" type="presParOf" srcId="{9E731371-37B2-48F9-824C-4EB4671F5E68}" destId="{ADE9B714-93E4-45FA-AC01-AF0CC943EA21}" srcOrd="1" destOrd="0" presId="urn:microsoft.com/office/officeart/2018/5/layout/IconCircleLabelList"/>
    <dgm:cxn modelId="{1521DB51-7AC7-4CBD-9F99-F50E73FA2493}" type="presParOf" srcId="{9E731371-37B2-48F9-824C-4EB4671F5E68}" destId="{ACA6C8A6-98AF-432D-8EF7-E26DB55E3615}" srcOrd="2" destOrd="0" presId="urn:microsoft.com/office/officeart/2018/5/layout/IconCircleLabelList"/>
    <dgm:cxn modelId="{5280E846-1C17-4551-B2ED-17ABDF54A89F}" type="presParOf" srcId="{ACA6C8A6-98AF-432D-8EF7-E26DB55E3615}" destId="{3F9BD10A-4F93-4805-B50D-2AA623DC1A2B}" srcOrd="0" destOrd="0" presId="urn:microsoft.com/office/officeart/2018/5/layout/IconCircleLabelList"/>
    <dgm:cxn modelId="{3DB9436B-2085-4557-AA43-492F913FEFA5}" type="presParOf" srcId="{ACA6C8A6-98AF-432D-8EF7-E26DB55E3615}" destId="{484B1B22-5E52-494F-A2D0-52C22714C807}" srcOrd="1" destOrd="0" presId="urn:microsoft.com/office/officeart/2018/5/layout/IconCircleLabelList"/>
    <dgm:cxn modelId="{25A82608-8562-4F9C-849E-8B16DD848A74}" type="presParOf" srcId="{ACA6C8A6-98AF-432D-8EF7-E26DB55E3615}" destId="{C886E664-E89D-4F9D-9E19-9D710DEB669F}" srcOrd="2" destOrd="0" presId="urn:microsoft.com/office/officeart/2018/5/layout/IconCircleLabelList"/>
    <dgm:cxn modelId="{1ADDECF5-9D23-4BB7-9AD8-20F95209B207}" type="presParOf" srcId="{ACA6C8A6-98AF-432D-8EF7-E26DB55E3615}" destId="{53A57C35-1DFB-442E-9F1D-D6F72729A3EA}" srcOrd="3" destOrd="0" presId="urn:microsoft.com/office/officeart/2018/5/layout/IconCircleLabelList"/>
    <dgm:cxn modelId="{CDBAEE13-1216-4111-A868-36FDD57BA583}" type="presParOf" srcId="{9E731371-37B2-48F9-824C-4EB4671F5E68}" destId="{42D1045D-1C53-48D0-BF3E-80DCC7E349B7}" srcOrd="3" destOrd="0" presId="urn:microsoft.com/office/officeart/2018/5/layout/IconCircleLabelList"/>
    <dgm:cxn modelId="{68D28BCC-E636-4773-93BA-360A7715E128}" type="presParOf" srcId="{9E731371-37B2-48F9-824C-4EB4671F5E68}" destId="{3C464C3F-06AF-4634-AF4F-BE9DD8B5CA77}" srcOrd="4" destOrd="0" presId="urn:microsoft.com/office/officeart/2018/5/layout/IconCircleLabelList"/>
    <dgm:cxn modelId="{7572DEC9-126E-4EB4-8ACB-77A136DD77B3}" type="presParOf" srcId="{3C464C3F-06AF-4634-AF4F-BE9DD8B5CA77}" destId="{28D9E1F5-682F-465A-BE68-2F527BA77FD9}" srcOrd="0" destOrd="0" presId="urn:microsoft.com/office/officeart/2018/5/layout/IconCircleLabelList"/>
    <dgm:cxn modelId="{59A46718-0BB7-45A3-A8F9-79930ECD54DF}" type="presParOf" srcId="{3C464C3F-06AF-4634-AF4F-BE9DD8B5CA77}" destId="{8CAC46B4-DDFC-4C3E-9C1B-4FABEF7901F0}" srcOrd="1" destOrd="0" presId="urn:microsoft.com/office/officeart/2018/5/layout/IconCircleLabelList"/>
    <dgm:cxn modelId="{861307E5-9B67-4EBD-9D3B-ED7BFDAB9285}" type="presParOf" srcId="{3C464C3F-06AF-4634-AF4F-BE9DD8B5CA77}" destId="{53D4A9C3-0CC5-43CA-BEBE-071122300606}" srcOrd="2" destOrd="0" presId="urn:microsoft.com/office/officeart/2018/5/layout/IconCircleLabelList"/>
    <dgm:cxn modelId="{D602B8A7-07FF-4836-97BA-8FF73F97BD61}" type="presParOf" srcId="{3C464C3F-06AF-4634-AF4F-BE9DD8B5CA77}" destId="{1A949F4D-D518-496A-AB1D-47BAD17C7836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21D7E2D-4168-41A7-8A26-A3DF7819F3C7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2_2" csCatId="accent2" phldr="1"/>
      <dgm:spPr/>
      <dgm:t>
        <a:bodyPr/>
        <a:lstStyle/>
        <a:p>
          <a:endParaRPr lang="en-US"/>
        </a:p>
      </dgm:t>
    </dgm:pt>
    <dgm:pt modelId="{C0F8C93D-8B8A-4240-A06C-1DE609CDD6A5}">
      <dgm:prSet/>
      <dgm:spPr/>
      <dgm:t>
        <a:bodyPr/>
        <a:lstStyle/>
        <a:p>
          <a:r>
            <a:rPr lang="en-US" dirty="0"/>
            <a:t>O que é </a:t>
          </a:r>
          <a:r>
            <a:rPr lang="en-US" dirty="0" err="1"/>
            <a:t>processamento</a:t>
          </a:r>
          <a:r>
            <a:rPr lang="en-US" dirty="0"/>
            <a:t> </a:t>
          </a:r>
          <a:r>
            <a:rPr lang="en-US" dirty="0" err="1"/>
            <a:t>distribuído</a:t>
          </a:r>
          <a:r>
            <a:rPr lang="en-US" dirty="0"/>
            <a:t>?</a:t>
          </a:r>
        </a:p>
      </dgm:t>
    </dgm:pt>
    <dgm:pt modelId="{08884860-24BB-45E4-B18F-4D59A9AC3627}" type="parTrans" cxnId="{F1215FA4-3277-4572-B4D1-B563096E58B6}">
      <dgm:prSet/>
      <dgm:spPr/>
      <dgm:t>
        <a:bodyPr/>
        <a:lstStyle/>
        <a:p>
          <a:endParaRPr lang="en-US"/>
        </a:p>
      </dgm:t>
    </dgm:pt>
    <dgm:pt modelId="{73242F24-5399-4384-874A-F99C03F3C16C}" type="sibTrans" cxnId="{F1215FA4-3277-4572-B4D1-B563096E58B6}">
      <dgm:prSet/>
      <dgm:spPr/>
      <dgm:t>
        <a:bodyPr/>
        <a:lstStyle/>
        <a:p>
          <a:endParaRPr lang="en-US"/>
        </a:p>
      </dgm:t>
    </dgm:pt>
    <dgm:pt modelId="{4A474761-56EA-49D0-8D94-3F81DD2DD0DE}">
      <dgm:prSet/>
      <dgm:spPr/>
      <dgm:t>
        <a:bodyPr/>
        <a:lstStyle/>
        <a:p>
          <a:r>
            <a:rPr lang="en-US" dirty="0" err="1"/>
            <a:t>Conceitos</a:t>
          </a:r>
          <a:r>
            <a:rPr lang="en-US" dirty="0"/>
            <a:t> de </a:t>
          </a:r>
          <a:r>
            <a:rPr lang="en-US" dirty="0" err="1"/>
            <a:t>paralelismo</a:t>
          </a:r>
          <a:r>
            <a:rPr lang="en-US" dirty="0"/>
            <a:t> e </a:t>
          </a:r>
          <a:r>
            <a:rPr lang="en-US" dirty="0" err="1"/>
            <a:t>escalabilidade</a:t>
          </a:r>
          <a:endParaRPr lang="en-US" dirty="0"/>
        </a:p>
      </dgm:t>
    </dgm:pt>
    <dgm:pt modelId="{14226969-132C-4FE0-B3D4-177E1D085D43}" type="parTrans" cxnId="{EC0A29AE-1534-44ED-B0EF-B13C9EC30610}">
      <dgm:prSet/>
      <dgm:spPr/>
      <dgm:t>
        <a:bodyPr/>
        <a:lstStyle/>
        <a:p>
          <a:endParaRPr lang="en-US"/>
        </a:p>
      </dgm:t>
    </dgm:pt>
    <dgm:pt modelId="{A97D28D8-1537-4488-9DCB-D8A83AF31F93}" type="sibTrans" cxnId="{EC0A29AE-1534-44ED-B0EF-B13C9EC30610}">
      <dgm:prSet/>
      <dgm:spPr/>
      <dgm:t>
        <a:bodyPr/>
        <a:lstStyle/>
        <a:p>
          <a:endParaRPr lang="en-US"/>
        </a:p>
      </dgm:t>
    </dgm:pt>
    <dgm:pt modelId="{ADE666C7-795A-4000-ACFF-4D51932F03C9}" type="pres">
      <dgm:prSet presAssocID="{821D7E2D-4168-41A7-8A26-A3DF7819F3C7}" presName="root" presStyleCnt="0">
        <dgm:presLayoutVars>
          <dgm:dir/>
          <dgm:resizeHandles val="exact"/>
        </dgm:presLayoutVars>
      </dgm:prSet>
      <dgm:spPr/>
    </dgm:pt>
    <dgm:pt modelId="{7885ED56-75C1-4288-9EF1-A5037DADF81F}" type="pres">
      <dgm:prSet presAssocID="{C0F8C93D-8B8A-4240-A06C-1DE609CDD6A5}" presName="compNode" presStyleCnt="0"/>
      <dgm:spPr/>
    </dgm:pt>
    <dgm:pt modelId="{3479B806-095B-41A8-B3BD-21469E183FF0}" type="pres">
      <dgm:prSet presAssocID="{C0F8C93D-8B8A-4240-A06C-1DE609CDD6A5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idor"/>
        </a:ext>
      </dgm:extLst>
    </dgm:pt>
    <dgm:pt modelId="{FFE7A14C-3490-4ECC-A295-64D7ACC2E7A2}" type="pres">
      <dgm:prSet presAssocID="{C0F8C93D-8B8A-4240-A06C-1DE609CDD6A5}" presName="spaceRect" presStyleCnt="0"/>
      <dgm:spPr/>
    </dgm:pt>
    <dgm:pt modelId="{3405C323-673B-45A3-80CE-055B22D2BDAF}" type="pres">
      <dgm:prSet presAssocID="{C0F8C93D-8B8A-4240-A06C-1DE609CDD6A5}" presName="textRect" presStyleLbl="revTx" presStyleIdx="0" presStyleCnt="2">
        <dgm:presLayoutVars>
          <dgm:chMax val="1"/>
          <dgm:chPref val="1"/>
        </dgm:presLayoutVars>
      </dgm:prSet>
      <dgm:spPr/>
    </dgm:pt>
    <dgm:pt modelId="{F807B070-3C89-4595-8400-3AD01E2FC000}" type="pres">
      <dgm:prSet presAssocID="{73242F24-5399-4384-874A-F99C03F3C16C}" presName="sibTrans" presStyleCnt="0"/>
      <dgm:spPr/>
    </dgm:pt>
    <dgm:pt modelId="{792D0980-603B-4B36-9C59-EE9092BE775B}" type="pres">
      <dgm:prSet presAssocID="{4A474761-56EA-49D0-8D94-3F81DD2DD0DE}" presName="compNode" presStyleCnt="0"/>
      <dgm:spPr/>
    </dgm:pt>
    <dgm:pt modelId="{092FB4D5-661E-4B09-B8FF-33F81DD75CF0}" type="pres">
      <dgm:prSet presAssocID="{4A474761-56EA-49D0-8D94-3F81DD2DD0DE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 Diagram"/>
        </a:ext>
      </dgm:extLst>
    </dgm:pt>
    <dgm:pt modelId="{EDA84FC1-9146-4111-B6A1-A35132588613}" type="pres">
      <dgm:prSet presAssocID="{4A474761-56EA-49D0-8D94-3F81DD2DD0DE}" presName="spaceRect" presStyleCnt="0"/>
      <dgm:spPr/>
    </dgm:pt>
    <dgm:pt modelId="{9019368C-6CB0-48BA-B796-2CA6D4847617}" type="pres">
      <dgm:prSet presAssocID="{4A474761-56EA-49D0-8D94-3F81DD2DD0DE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86812C12-CB30-45B8-89D4-DF8649E3F221}" type="presOf" srcId="{4A474761-56EA-49D0-8D94-3F81DD2DD0DE}" destId="{9019368C-6CB0-48BA-B796-2CA6D4847617}" srcOrd="0" destOrd="0" presId="urn:microsoft.com/office/officeart/2018/2/layout/IconLabelList"/>
    <dgm:cxn modelId="{6C48C412-A381-490D-80E9-C1F418403A28}" type="presOf" srcId="{821D7E2D-4168-41A7-8A26-A3DF7819F3C7}" destId="{ADE666C7-795A-4000-ACFF-4D51932F03C9}" srcOrd="0" destOrd="0" presId="urn:microsoft.com/office/officeart/2018/2/layout/IconLabelList"/>
    <dgm:cxn modelId="{2B59896F-B179-4F0E-B391-8C4E4F1FB683}" type="presOf" srcId="{C0F8C93D-8B8A-4240-A06C-1DE609CDD6A5}" destId="{3405C323-673B-45A3-80CE-055B22D2BDAF}" srcOrd="0" destOrd="0" presId="urn:microsoft.com/office/officeart/2018/2/layout/IconLabelList"/>
    <dgm:cxn modelId="{F1215FA4-3277-4572-B4D1-B563096E58B6}" srcId="{821D7E2D-4168-41A7-8A26-A3DF7819F3C7}" destId="{C0F8C93D-8B8A-4240-A06C-1DE609CDD6A5}" srcOrd="0" destOrd="0" parTransId="{08884860-24BB-45E4-B18F-4D59A9AC3627}" sibTransId="{73242F24-5399-4384-874A-F99C03F3C16C}"/>
    <dgm:cxn modelId="{EC0A29AE-1534-44ED-B0EF-B13C9EC30610}" srcId="{821D7E2D-4168-41A7-8A26-A3DF7819F3C7}" destId="{4A474761-56EA-49D0-8D94-3F81DD2DD0DE}" srcOrd="1" destOrd="0" parTransId="{14226969-132C-4FE0-B3D4-177E1D085D43}" sibTransId="{A97D28D8-1537-4488-9DCB-D8A83AF31F93}"/>
    <dgm:cxn modelId="{328DB206-D3F2-4AD7-AA12-F3AFB4688583}" type="presParOf" srcId="{ADE666C7-795A-4000-ACFF-4D51932F03C9}" destId="{7885ED56-75C1-4288-9EF1-A5037DADF81F}" srcOrd="0" destOrd="0" presId="urn:microsoft.com/office/officeart/2018/2/layout/IconLabelList"/>
    <dgm:cxn modelId="{6EEF17C9-16B4-4401-83E8-506AC99D0C55}" type="presParOf" srcId="{7885ED56-75C1-4288-9EF1-A5037DADF81F}" destId="{3479B806-095B-41A8-B3BD-21469E183FF0}" srcOrd="0" destOrd="0" presId="urn:microsoft.com/office/officeart/2018/2/layout/IconLabelList"/>
    <dgm:cxn modelId="{EF422091-713F-4949-91A5-DE6B6C765193}" type="presParOf" srcId="{7885ED56-75C1-4288-9EF1-A5037DADF81F}" destId="{FFE7A14C-3490-4ECC-A295-64D7ACC2E7A2}" srcOrd="1" destOrd="0" presId="urn:microsoft.com/office/officeart/2018/2/layout/IconLabelList"/>
    <dgm:cxn modelId="{83C83FB2-0AA8-4E0F-AFA4-74CA6F63A519}" type="presParOf" srcId="{7885ED56-75C1-4288-9EF1-A5037DADF81F}" destId="{3405C323-673B-45A3-80CE-055B22D2BDAF}" srcOrd="2" destOrd="0" presId="urn:microsoft.com/office/officeart/2018/2/layout/IconLabelList"/>
    <dgm:cxn modelId="{E34BC77D-D76E-4A86-B31C-FE747A626951}" type="presParOf" srcId="{ADE666C7-795A-4000-ACFF-4D51932F03C9}" destId="{F807B070-3C89-4595-8400-3AD01E2FC000}" srcOrd="1" destOrd="0" presId="urn:microsoft.com/office/officeart/2018/2/layout/IconLabelList"/>
    <dgm:cxn modelId="{B3B0C4BD-C37B-4936-BDD1-A4AE8BAEDA1C}" type="presParOf" srcId="{ADE666C7-795A-4000-ACFF-4D51932F03C9}" destId="{792D0980-603B-4B36-9C59-EE9092BE775B}" srcOrd="2" destOrd="0" presId="urn:microsoft.com/office/officeart/2018/2/layout/IconLabelList"/>
    <dgm:cxn modelId="{98E6833F-E240-4033-A18D-82D7AB97814E}" type="presParOf" srcId="{792D0980-603B-4B36-9C59-EE9092BE775B}" destId="{092FB4D5-661E-4B09-B8FF-33F81DD75CF0}" srcOrd="0" destOrd="0" presId="urn:microsoft.com/office/officeart/2018/2/layout/IconLabelList"/>
    <dgm:cxn modelId="{25F3405F-644F-4D4F-A31A-651F0E012E55}" type="presParOf" srcId="{792D0980-603B-4B36-9C59-EE9092BE775B}" destId="{EDA84FC1-9146-4111-B6A1-A35132588613}" srcOrd="1" destOrd="0" presId="urn:microsoft.com/office/officeart/2018/2/layout/IconLabelList"/>
    <dgm:cxn modelId="{856EE748-3DAA-4CF2-B9A2-F7B31E439383}" type="presParOf" srcId="{792D0980-603B-4B36-9C59-EE9092BE775B}" destId="{9019368C-6CB0-48BA-B796-2CA6D484761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C80FDF8-01F0-494B-BD66-FC2B2F3B9328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9492F3C0-E4D6-4675-B848-F27A86C7BA6F}">
      <dgm:prSet/>
      <dgm:spPr/>
      <dgm:t>
        <a:bodyPr/>
        <a:lstStyle/>
        <a:p>
          <a:r>
            <a:rPr lang="en-US"/>
            <a:t>- Diferenças fundamentais</a:t>
          </a:r>
        </a:p>
      </dgm:t>
    </dgm:pt>
    <dgm:pt modelId="{616E09FA-1CB8-478A-9BC2-57A5978F9A21}" type="parTrans" cxnId="{933E6479-E422-4782-9E00-0D71D1315B59}">
      <dgm:prSet/>
      <dgm:spPr/>
      <dgm:t>
        <a:bodyPr/>
        <a:lstStyle/>
        <a:p>
          <a:endParaRPr lang="en-US"/>
        </a:p>
      </dgm:t>
    </dgm:pt>
    <dgm:pt modelId="{6B4791AE-BB18-4B1A-ADB7-3FBF34E6E087}" type="sibTrans" cxnId="{933E6479-E422-4782-9E00-0D71D1315B59}">
      <dgm:prSet/>
      <dgm:spPr/>
      <dgm:t>
        <a:bodyPr/>
        <a:lstStyle/>
        <a:p>
          <a:endParaRPr lang="en-US"/>
        </a:p>
      </dgm:t>
    </dgm:pt>
    <dgm:pt modelId="{997B2E30-290E-49CE-9DED-F1DB19B90A0A}">
      <dgm:prSet/>
      <dgm:spPr/>
      <dgm:t>
        <a:bodyPr/>
        <a:lstStyle/>
        <a:p>
          <a:r>
            <a:rPr lang="en-US"/>
            <a:t>- Aplicações e casos de uso</a:t>
          </a:r>
        </a:p>
      </dgm:t>
    </dgm:pt>
    <dgm:pt modelId="{1AC578C1-C25D-4E79-B95A-689E52394DC9}" type="parTrans" cxnId="{4FED783A-62BD-4434-98E1-857DD8DBA5C2}">
      <dgm:prSet/>
      <dgm:spPr/>
      <dgm:t>
        <a:bodyPr/>
        <a:lstStyle/>
        <a:p>
          <a:endParaRPr lang="en-US"/>
        </a:p>
      </dgm:t>
    </dgm:pt>
    <dgm:pt modelId="{C5FEE8E2-9916-4AD8-94F9-0CF5C49B63D8}" type="sibTrans" cxnId="{4FED783A-62BD-4434-98E1-857DD8DBA5C2}">
      <dgm:prSet/>
      <dgm:spPr/>
      <dgm:t>
        <a:bodyPr/>
        <a:lstStyle/>
        <a:p>
          <a:endParaRPr lang="en-US"/>
        </a:p>
      </dgm:t>
    </dgm:pt>
    <dgm:pt modelId="{0D501A89-CFC0-4084-98A1-8C3864DB14F9}" type="pres">
      <dgm:prSet presAssocID="{EC80FDF8-01F0-494B-BD66-FC2B2F3B932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F706DE0B-8DA7-4FB8-8530-9F71AC927C9C}" type="pres">
      <dgm:prSet presAssocID="{9492F3C0-E4D6-4675-B848-F27A86C7BA6F}" presName="hierRoot1" presStyleCnt="0"/>
      <dgm:spPr/>
    </dgm:pt>
    <dgm:pt modelId="{5B310DC8-5211-4374-A385-09A443F7DC85}" type="pres">
      <dgm:prSet presAssocID="{9492F3C0-E4D6-4675-B848-F27A86C7BA6F}" presName="composite" presStyleCnt="0"/>
      <dgm:spPr/>
    </dgm:pt>
    <dgm:pt modelId="{1236148D-F1B1-455F-B763-BB10CFCD9339}" type="pres">
      <dgm:prSet presAssocID="{9492F3C0-E4D6-4675-B848-F27A86C7BA6F}" presName="background" presStyleLbl="node0" presStyleIdx="0" presStyleCnt="2"/>
      <dgm:spPr/>
    </dgm:pt>
    <dgm:pt modelId="{E11C9A24-978B-40A3-B5B6-65813356086A}" type="pres">
      <dgm:prSet presAssocID="{9492F3C0-E4D6-4675-B848-F27A86C7BA6F}" presName="text" presStyleLbl="fgAcc0" presStyleIdx="0" presStyleCnt="2">
        <dgm:presLayoutVars>
          <dgm:chPref val="3"/>
        </dgm:presLayoutVars>
      </dgm:prSet>
      <dgm:spPr/>
    </dgm:pt>
    <dgm:pt modelId="{031C41F3-A9EA-40C3-95B8-6130F0427AC4}" type="pres">
      <dgm:prSet presAssocID="{9492F3C0-E4D6-4675-B848-F27A86C7BA6F}" presName="hierChild2" presStyleCnt="0"/>
      <dgm:spPr/>
    </dgm:pt>
    <dgm:pt modelId="{D69C55AA-4BD9-49CE-8FF5-54AB24A1851C}" type="pres">
      <dgm:prSet presAssocID="{997B2E30-290E-49CE-9DED-F1DB19B90A0A}" presName="hierRoot1" presStyleCnt="0"/>
      <dgm:spPr/>
    </dgm:pt>
    <dgm:pt modelId="{4D315A0B-21A2-48E9-B247-14264975DF89}" type="pres">
      <dgm:prSet presAssocID="{997B2E30-290E-49CE-9DED-F1DB19B90A0A}" presName="composite" presStyleCnt="0"/>
      <dgm:spPr/>
    </dgm:pt>
    <dgm:pt modelId="{B7132548-381D-41FC-82F0-4CF1C249AFDC}" type="pres">
      <dgm:prSet presAssocID="{997B2E30-290E-49CE-9DED-F1DB19B90A0A}" presName="background" presStyleLbl="node0" presStyleIdx="1" presStyleCnt="2"/>
      <dgm:spPr/>
    </dgm:pt>
    <dgm:pt modelId="{828296E1-B07F-4731-84B2-70A29EAE3577}" type="pres">
      <dgm:prSet presAssocID="{997B2E30-290E-49CE-9DED-F1DB19B90A0A}" presName="text" presStyleLbl="fgAcc0" presStyleIdx="1" presStyleCnt="2">
        <dgm:presLayoutVars>
          <dgm:chPref val="3"/>
        </dgm:presLayoutVars>
      </dgm:prSet>
      <dgm:spPr/>
    </dgm:pt>
    <dgm:pt modelId="{C3D8C42C-EEC6-4ADB-852F-E64BCA5CEF9C}" type="pres">
      <dgm:prSet presAssocID="{997B2E30-290E-49CE-9DED-F1DB19B90A0A}" presName="hierChild2" presStyleCnt="0"/>
      <dgm:spPr/>
    </dgm:pt>
  </dgm:ptLst>
  <dgm:cxnLst>
    <dgm:cxn modelId="{4FED783A-62BD-4434-98E1-857DD8DBA5C2}" srcId="{EC80FDF8-01F0-494B-BD66-FC2B2F3B9328}" destId="{997B2E30-290E-49CE-9DED-F1DB19B90A0A}" srcOrd="1" destOrd="0" parTransId="{1AC578C1-C25D-4E79-B95A-689E52394DC9}" sibTransId="{C5FEE8E2-9916-4AD8-94F9-0CF5C49B63D8}"/>
    <dgm:cxn modelId="{C8F9A568-325D-4C91-90C2-467EEB2DB2FF}" type="presOf" srcId="{997B2E30-290E-49CE-9DED-F1DB19B90A0A}" destId="{828296E1-B07F-4731-84B2-70A29EAE3577}" srcOrd="0" destOrd="0" presId="urn:microsoft.com/office/officeart/2005/8/layout/hierarchy1"/>
    <dgm:cxn modelId="{933E6479-E422-4782-9E00-0D71D1315B59}" srcId="{EC80FDF8-01F0-494B-BD66-FC2B2F3B9328}" destId="{9492F3C0-E4D6-4675-B848-F27A86C7BA6F}" srcOrd="0" destOrd="0" parTransId="{616E09FA-1CB8-478A-9BC2-57A5978F9A21}" sibTransId="{6B4791AE-BB18-4B1A-ADB7-3FBF34E6E087}"/>
    <dgm:cxn modelId="{B78292E5-141F-4A4B-916F-4361E6CBE114}" type="presOf" srcId="{9492F3C0-E4D6-4675-B848-F27A86C7BA6F}" destId="{E11C9A24-978B-40A3-B5B6-65813356086A}" srcOrd="0" destOrd="0" presId="urn:microsoft.com/office/officeart/2005/8/layout/hierarchy1"/>
    <dgm:cxn modelId="{7C8FC9FB-6537-4EBD-9548-22FA38C497A6}" type="presOf" srcId="{EC80FDF8-01F0-494B-BD66-FC2B2F3B9328}" destId="{0D501A89-CFC0-4084-98A1-8C3864DB14F9}" srcOrd="0" destOrd="0" presId="urn:microsoft.com/office/officeart/2005/8/layout/hierarchy1"/>
    <dgm:cxn modelId="{FA645473-3B26-44E8-ACEC-BF52852346B5}" type="presParOf" srcId="{0D501A89-CFC0-4084-98A1-8C3864DB14F9}" destId="{F706DE0B-8DA7-4FB8-8530-9F71AC927C9C}" srcOrd="0" destOrd="0" presId="urn:microsoft.com/office/officeart/2005/8/layout/hierarchy1"/>
    <dgm:cxn modelId="{F351EF8A-960F-4858-A41C-31603EAE60F3}" type="presParOf" srcId="{F706DE0B-8DA7-4FB8-8530-9F71AC927C9C}" destId="{5B310DC8-5211-4374-A385-09A443F7DC85}" srcOrd="0" destOrd="0" presId="urn:microsoft.com/office/officeart/2005/8/layout/hierarchy1"/>
    <dgm:cxn modelId="{AEB1D353-985F-4D7E-A4D8-900A61E1AA83}" type="presParOf" srcId="{5B310DC8-5211-4374-A385-09A443F7DC85}" destId="{1236148D-F1B1-455F-B763-BB10CFCD9339}" srcOrd="0" destOrd="0" presId="urn:microsoft.com/office/officeart/2005/8/layout/hierarchy1"/>
    <dgm:cxn modelId="{7D91A55C-A49A-4832-AF6C-505119D371E6}" type="presParOf" srcId="{5B310DC8-5211-4374-A385-09A443F7DC85}" destId="{E11C9A24-978B-40A3-B5B6-65813356086A}" srcOrd="1" destOrd="0" presId="urn:microsoft.com/office/officeart/2005/8/layout/hierarchy1"/>
    <dgm:cxn modelId="{E9B2972A-0A61-46EA-BADF-F6704B11312F}" type="presParOf" srcId="{F706DE0B-8DA7-4FB8-8530-9F71AC927C9C}" destId="{031C41F3-A9EA-40C3-95B8-6130F0427AC4}" srcOrd="1" destOrd="0" presId="urn:microsoft.com/office/officeart/2005/8/layout/hierarchy1"/>
    <dgm:cxn modelId="{6B112AA1-4788-4E50-8E9E-4E7EA3073B21}" type="presParOf" srcId="{0D501A89-CFC0-4084-98A1-8C3864DB14F9}" destId="{D69C55AA-4BD9-49CE-8FF5-54AB24A1851C}" srcOrd="1" destOrd="0" presId="urn:microsoft.com/office/officeart/2005/8/layout/hierarchy1"/>
    <dgm:cxn modelId="{D9296A13-876D-4358-A159-DD87C4807AFB}" type="presParOf" srcId="{D69C55AA-4BD9-49CE-8FF5-54AB24A1851C}" destId="{4D315A0B-21A2-48E9-B247-14264975DF89}" srcOrd="0" destOrd="0" presId="urn:microsoft.com/office/officeart/2005/8/layout/hierarchy1"/>
    <dgm:cxn modelId="{513C3608-EBFB-4223-9763-29FCB0C264B0}" type="presParOf" srcId="{4D315A0B-21A2-48E9-B247-14264975DF89}" destId="{B7132548-381D-41FC-82F0-4CF1C249AFDC}" srcOrd="0" destOrd="0" presId="urn:microsoft.com/office/officeart/2005/8/layout/hierarchy1"/>
    <dgm:cxn modelId="{14006801-6A19-44CD-89B7-78E93DE15E53}" type="presParOf" srcId="{4D315A0B-21A2-48E9-B247-14264975DF89}" destId="{828296E1-B07F-4731-84B2-70A29EAE3577}" srcOrd="1" destOrd="0" presId="urn:microsoft.com/office/officeart/2005/8/layout/hierarchy1"/>
    <dgm:cxn modelId="{0480C5EF-C0B9-4A95-9F11-FD74168B0121}" type="presParOf" srcId="{D69C55AA-4BD9-49CE-8FF5-54AB24A1851C}" destId="{C3D8C42C-EEC6-4ADB-852F-E64BCA5CEF9C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FBE3AC9-70C3-41C3-87C0-419BA2F58126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0DA144A0-3133-492F-AED6-B46EAB557D3E}">
      <dgm:prSet/>
      <dgm:spPr/>
      <dgm:t>
        <a:bodyPr/>
        <a:lstStyle/>
        <a:p>
          <a:r>
            <a:rPr lang="en-US" dirty="0" err="1"/>
            <a:t>Explicação</a:t>
          </a:r>
          <a:r>
            <a:rPr lang="en-US" dirty="0"/>
            <a:t> </a:t>
          </a:r>
          <a:r>
            <a:rPr lang="en-US" dirty="0" err="1"/>
            <a:t>sobre</a:t>
          </a:r>
          <a:r>
            <a:rPr lang="en-US" dirty="0"/>
            <a:t> partes </a:t>
          </a:r>
          <a:r>
            <a:rPr lang="en-US" dirty="0" err="1"/>
            <a:t>interessadas</a:t>
          </a:r>
          <a:r>
            <a:rPr lang="en-US" dirty="0"/>
            <a:t> e base de dados</a:t>
          </a:r>
        </a:p>
      </dgm:t>
    </dgm:pt>
    <dgm:pt modelId="{E7B9B3D4-EEA1-4D94-9618-80E94B6D02F8}" type="parTrans" cxnId="{7A50D879-D490-4EA1-AD34-6A7054E6596B}">
      <dgm:prSet/>
      <dgm:spPr/>
      <dgm:t>
        <a:bodyPr/>
        <a:lstStyle/>
        <a:p>
          <a:endParaRPr lang="en-US"/>
        </a:p>
      </dgm:t>
    </dgm:pt>
    <dgm:pt modelId="{162DD613-4939-443A-86E1-D04BEA6E0950}" type="sibTrans" cxnId="{7A50D879-D490-4EA1-AD34-6A7054E6596B}">
      <dgm:prSet/>
      <dgm:spPr/>
      <dgm:t>
        <a:bodyPr/>
        <a:lstStyle/>
        <a:p>
          <a:endParaRPr lang="en-US"/>
        </a:p>
      </dgm:t>
    </dgm:pt>
    <dgm:pt modelId="{BE022BA4-265C-4806-B171-5A4B5898B53F}">
      <dgm:prSet/>
      <dgm:spPr/>
      <dgm:t>
        <a:bodyPr/>
        <a:lstStyle/>
        <a:p>
          <a:r>
            <a:rPr lang="en-US" dirty="0" err="1"/>
            <a:t>Estrutura</a:t>
          </a:r>
          <a:r>
            <a:rPr lang="en-US" dirty="0"/>
            <a:t> da </a:t>
          </a:r>
          <a:r>
            <a:rPr lang="en-US" dirty="0" err="1"/>
            <a:t>pesquisa</a:t>
          </a:r>
          <a:r>
            <a:rPr lang="en-US" dirty="0"/>
            <a:t> e </a:t>
          </a:r>
          <a:r>
            <a:rPr lang="en-US" dirty="0" err="1"/>
            <a:t>justificativa</a:t>
          </a:r>
          <a:r>
            <a:rPr lang="en-US" dirty="0"/>
            <a:t> para a </a:t>
          </a:r>
          <a:r>
            <a:rPr lang="en-US" dirty="0" err="1"/>
            <a:t>escolha</a:t>
          </a:r>
          <a:r>
            <a:rPr lang="en-US" dirty="0"/>
            <a:t> da </a:t>
          </a:r>
          <a:r>
            <a:rPr lang="en-US" dirty="0" err="1"/>
            <a:t>tecnologia</a:t>
          </a:r>
          <a:endParaRPr lang="en-US" dirty="0"/>
        </a:p>
      </dgm:t>
    </dgm:pt>
    <dgm:pt modelId="{F70FDD42-8A96-4C1F-9372-67007B4DB00B}" type="parTrans" cxnId="{2674BC35-7170-4B74-9840-4C31BA47301F}">
      <dgm:prSet/>
      <dgm:spPr/>
      <dgm:t>
        <a:bodyPr/>
        <a:lstStyle/>
        <a:p>
          <a:endParaRPr lang="en-US"/>
        </a:p>
      </dgm:t>
    </dgm:pt>
    <dgm:pt modelId="{2150F8F7-DE89-4C9C-9B5A-AB041BE3970D}" type="sibTrans" cxnId="{2674BC35-7170-4B74-9840-4C31BA47301F}">
      <dgm:prSet/>
      <dgm:spPr/>
      <dgm:t>
        <a:bodyPr/>
        <a:lstStyle/>
        <a:p>
          <a:endParaRPr lang="en-US"/>
        </a:p>
      </dgm:t>
    </dgm:pt>
    <dgm:pt modelId="{33B23773-2079-49B6-97B6-7E86A872BC00}">
      <dgm:prSet/>
      <dgm:spPr/>
      <dgm:t>
        <a:bodyPr/>
        <a:lstStyle/>
        <a:p>
          <a:r>
            <a:rPr lang="en-US" dirty="0" err="1"/>
            <a:t>Momento</a:t>
          </a:r>
          <a:r>
            <a:rPr lang="en-US" dirty="0"/>
            <a:t> para </a:t>
          </a:r>
          <a:r>
            <a:rPr lang="en-US" dirty="0" err="1"/>
            <a:t>esclarecimento</a:t>
          </a:r>
          <a:r>
            <a:rPr lang="en-US" dirty="0"/>
            <a:t> de </a:t>
          </a:r>
          <a:r>
            <a:rPr lang="en-US" dirty="0" err="1"/>
            <a:t>dúvidas</a:t>
          </a:r>
          <a:endParaRPr lang="en-US" dirty="0"/>
        </a:p>
      </dgm:t>
    </dgm:pt>
    <dgm:pt modelId="{E4CF28C4-0C8F-4534-B53B-500D103C4E39}" type="parTrans" cxnId="{4D6DEBA3-DDF9-4793-B987-0548F4EAB7A8}">
      <dgm:prSet/>
      <dgm:spPr/>
      <dgm:t>
        <a:bodyPr/>
        <a:lstStyle/>
        <a:p>
          <a:endParaRPr lang="en-US"/>
        </a:p>
      </dgm:t>
    </dgm:pt>
    <dgm:pt modelId="{87F06F75-4E1B-4BB4-8C37-C22F56649981}" type="sibTrans" cxnId="{4D6DEBA3-DDF9-4793-B987-0548F4EAB7A8}">
      <dgm:prSet/>
      <dgm:spPr/>
      <dgm:t>
        <a:bodyPr/>
        <a:lstStyle/>
        <a:p>
          <a:endParaRPr lang="en-US"/>
        </a:p>
      </dgm:t>
    </dgm:pt>
    <dgm:pt modelId="{DFC91F5D-1CCA-4D7C-B06B-C2B921C0F57D}" type="pres">
      <dgm:prSet presAssocID="{6FBE3AC9-70C3-41C3-87C0-419BA2F58126}" presName="root" presStyleCnt="0">
        <dgm:presLayoutVars>
          <dgm:dir/>
          <dgm:resizeHandles val="exact"/>
        </dgm:presLayoutVars>
      </dgm:prSet>
      <dgm:spPr/>
    </dgm:pt>
    <dgm:pt modelId="{3180E63A-F647-46DE-BB2A-72084EBAA508}" type="pres">
      <dgm:prSet presAssocID="{0DA144A0-3133-492F-AED6-B46EAB557D3E}" presName="compNode" presStyleCnt="0"/>
      <dgm:spPr/>
    </dgm:pt>
    <dgm:pt modelId="{29626BAE-4A13-431A-AB96-628CCE1E4D49}" type="pres">
      <dgm:prSet presAssocID="{0DA144A0-3133-492F-AED6-B46EAB557D3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co de dados"/>
        </a:ext>
      </dgm:extLst>
    </dgm:pt>
    <dgm:pt modelId="{E0884976-481F-41B0-A5C8-B196EB736CD2}" type="pres">
      <dgm:prSet presAssocID="{0DA144A0-3133-492F-AED6-B46EAB557D3E}" presName="spaceRect" presStyleCnt="0"/>
      <dgm:spPr/>
    </dgm:pt>
    <dgm:pt modelId="{3C636CE0-278E-413C-B7C6-5FAF8E286E1E}" type="pres">
      <dgm:prSet presAssocID="{0DA144A0-3133-492F-AED6-B46EAB557D3E}" presName="textRect" presStyleLbl="revTx" presStyleIdx="0" presStyleCnt="3">
        <dgm:presLayoutVars>
          <dgm:chMax val="1"/>
          <dgm:chPref val="1"/>
        </dgm:presLayoutVars>
      </dgm:prSet>
      <dgm:spPr/>
    </dgm:pt>
    <dgm:pt modelId="{1C4A6A95-7FF3-42F2-ACDD-97DE8ACCCC9B}" type="pres">
      <dgm:prSet presAssocID="{162DD613-4939-443A-86E1-D04BEA6E0950}" presName="sibTrans" presStyleCnt="0"/>
      <dgm:spPr/>
    </dgm:pt>
    <dgm:pt modelId="{F9C150CF-00B9-4F29-B36B-6AB42E325E53}" type="pres">
      <dgm:prSet presAssocID="{BE022BA4-265C-4806-B171-5A4B5898B53F}" presName="compNode" presStyleCnt="0"/>
      <dgm:spPr/>
    </dgm:pt>
    <dgm:pt modelId="{3994A6BD-DC7E-4CB9-81FC-D4481B4E7760}" type="pres">
      <dgm:prSet presAssocID="{BE022BA4-265C-4806-B171-5A4B5898B53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B2141242-9898-4D0B-9D98-385F8F0003E1}" type="pres">
      <dgm:prSet presAssocID="{BE022BA4-265C-4806-B171-5A4B5898B53F}" presName="spaceRect" presStyleCnt="0"/>
      <dgm:spPr/>
    </dgm:pt>
    <dgm:pt modelId="{64BEB4BB-D6D5-4E74-827D-47F9CD627D76}" type="pres">
      <dgm:prSet presAssocID="{BE022BA4-265C-4806-B171-5A4B5898B53F}" presName="textRect" presStyleLbl="revTx" presStyleIdx="1" presStyleCnt="3">
        <dgm:presLayoutVars>
          <dgm:chMax val="1"/>
          <dgm:chPref val="1"/>
        </dgm:presLayoutVars>
      </dgm:prSet>
      <dgm:spPr/>
    </dgm:pt>
    <dgm:pt modelId="{4487907D-5A37-4743-842E-3C1F4081064F}" type="pres">
      <dgm:prSet presAssocID="{2150F8F7-DE89-4C9C-9B5A-AB041BE3970D}" presName="sibTrans" presStyleCnt="0"/>
      <dgm:spPr/>
    </dgm:pt>
    <dgm:pt modelId="{18A7B716-67EF-46C4-BA8D-DB580E1CF48F}" type="pres">
      <dgm:prSet presAssocID="{33B23773-2079-49B6-97B6-7E86A872BC00}" presName="compNode" presStyleCnt="0"/>
      <dgm:spPr/>
    </dgm:pt>
    <dgm:pt modelId="{F70981AA-14B1-43E4-9134-14113A31B561}" type="pres">
      <dgm:prSet presAssocID="{33B23773-2079-49B6-97B6-7E86A872BC0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rguntas"/>
        </a:ext>
      </dgm:extLst>
    </dgm:pt>
    <dgm:pt modelId="{9FA2AEFE-2D48-42B8-B490-091E03A4138C}" type="pres">
      <dgm:prSet presAssocID="{33B23773-2079-49B6-97B6-7E86A872BC00}" presName="spaceRect" presStyleCnt="0"/>
      <dgm:spPr/>
    </dgm:pt>
    <dgm:pt modelId="{8579BF94-1324-4C28-AB8A-E6E5E7EE4C56}" type="pres">
      <dgm:prSet presAssocID="{33B23773-2079-49B6-97B6-7E86A872BC00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2674BC35-7170-4B74-9840-4C31BA47301F}" srcId="{6FBE3AC9-70C3-41C3-87C0-419BA2F58126}" destId="{BE022BA4-265C-4806-B171-5A4B5898B53F}" srcOrd="1" destOrd="0" parTransId="{F70FDD42-8A96-4C1F-9372-67007B4DB00B}" sibTransId="{2150F8F7-DE89-4C9C-9B5A-AB041BE3970D}"/>
    <dgm:cxn modelId="{7A50D879-D490-4EA1-AD34-6A7054E6596B}" srcId="{6FBE3AC9-70C3-41C3-87C0-419BA2F58126}" destId="{0DA144A0-3133-492F-AED6-B46EAB557D3E}" srcOrd="0" destOrd="0" parTransId="{E7B9B3D4-EEA1-4D94-9618-80E94B6D02F8}" sibTransId="{162DD613-4939-443A-86E1-D04BEA6E0950}"/>
    <dgm:cxn modelId="{4D6DEBA3-DDF9-4793-B987-0548F4EAB7A8}" srcId="{6FBE3AC9-70C3-41C3-87C0-419BA2F58126}" destId="{33B23773-2079-49B6-97B6-7E86A872BC00}" srcOrd="2" destOrd="0" parTransId="{E4CF28C4-0C8F-4534-B53B-500D103C4E39}" sibTransId="{87F06F75-4E1B-4BB4-8C37-C22F56649981}"/>
    <dgm:cxn modelId="{E7B856A8-37A5-4562-AB0B-CA3DFEDF626A}" type="presOf" srcId="{BE022BA4-265C-4806-B171-5A4B5898B53F}" destId="{64BEB4BB-D6D5-4E74-827D-47F9CD627D76}" srcOrd="0" destOrd="0" presId="urn:microsoft.com/office/officeart/2018/2/layout/IconLabelList"/>
    <dgm:cxn modelId="{0CFF6DC6-098B-481B-B7C1-4FD55FE840DB}" type="presOf" srcId="{6FBE3AC9-70C3-41C3-87C0-419BA2F58126}" destId="{DFC91F5D-1CCA-4D7C-B06B-C2B921C0F57D}" srcOrd="0" destOrd="0" presId="urn:microsoft.com/office/officeart/2018/2/layout/IconLabelList"/>
    <dgm:cxn modelId="{015640E8-2301-4396-B2CD-16F29ED6FFCB}" type="presOf" srcId="{33B23773-2079-49B6-97B6-7E86A872BC00}" destId="{8579BF94-1324-4C28-AB8A-E6E5E7EE4C56}" srcOrd="0" destOrd="0" presId="urn:microsoft.com/office/officeart/2018/2/layout/IconLabelList"/>
    <dgm:cxn modelId="{5EBAB9F9-FB96-4829-90EF-E54BB04162A2}" type="presOf" srcId="{0DA144A0-3133-492F-AED6-B46EAB557D3E}" destId="{3C636CE0-278E-413C-B7C6-5FAF8E286E1E}" srcOrd="0" destOrd="0" presId="urn:microsoft.com/office/officeart/2018/2/layout/IconLabelList"/>
    <dgm:cxn modelId="{F595E823-8149-4A92-9E2B-029E8044D974}" type="presParOf" srcId="{DFC91F5D-1CCA-4D7C-B06B-C2B921C0F57D}" destId="{3180E63A-F647-46DE-BB2A-72084EBAA508}" srcOrd="0" destOrd="0" presId="urn:microsoft.com/office/officeart/2018/2/layout/IconLabelList"/>
    <dgm:cxn modelId="{27D64C75-A318-4460-88AA-4828D9F0575D}" type="presParOf" srcId="{3180E63A-F647-46DE-BB2A-72084EBAA508}" destId="{29626BAE-4A13-431A-AB96-628CCE1E4D49}" srcOrd="0" destOrd="0" presId="urn:microsoft.com/office/officeart/2018/2/layout/IconLabelList"/>
    <dgm:cxn modelId="{138F6014-C08A-420B-9822-D26F6FD47181}" type="presParOf" srcId="{3180E63A-F647-46DE-BB2A-72084EBAA508}" destId="{E0884976-481F-41B0-A5C8-B196EB736CD2}" srcOrd="1" destOrd="0" presId="urn:microsoft.com/office/officeart/2018/2/layout/IconLabelList"/>
    <dgm:cxn modelId="{B834A803-854C-4EB2-B147-C8F2C8062AFF}" type="presParOf" srcId="{3180E63A-F647-46DE-BB2A-72084EBAA508}" destId="{3C636CE0-278E-413C-B7C6-5FAF8E286E1E}" srcOrd="2" destOrd="0" presId="urn:microsoft.com/office/officeart/2018/2/layout/IconLabelList"/>
    <dgm:cxn modelId="{7204AC0E-30D8-4BEE-B92E-A3092C5C40E6}" type="presParOf" srcId="{DFC91F5D-1CCA-4D7C-B06B-C2B921C0F57D}" destId="{1C4A6A95-7FF3-42F2-ACDD-97DE8ACCCC9B}" srcOrd="1" destOrd="0" presId="urn:microsoft.com/office/officeart/2018/2/layout/IconLabelList"/>
    <dgm:cxn modelId="{7EEC16EC-48A4-4B6D-B24C-1CEE373A028F}" type="presParOf" srcId="{DFC91F5D-1CCA-4D7C-B06B-C2B921C0F57D}" destId="{F9C150CF-00B9-4F29-B36B-6AB42E325E53}" srcOrd="2" destOrd="0" presId="urn:microsoft.com/office/officeart/2018/2/layout/IconLabelList"/>
    <dgm:cxn modelId="{0A0D63F3-9A97-4B72-B529-A3024A406EFE}" type="presParOf" srcId="{F9C150CF-00B9-4F29-B36B-6AB42E325E53}" destId="{3994A6BD-DC7E-4CB9-81FC-D4481B4E7760}" srcOrd="0" destOrd="0" presId="urn:microsoft.com/office/officeart/2018/2/layout/IconLabelList"/>
    <dgm:cxn modelId="{A3BE8977-8751-46D1-88AA-528D31B5EC1A}" type="presParOf" srcId="{F9C150CF-00B9-4F29-B36B-6AB42E325E53}" destId="{B2141242-9898-4D0B-9D98-385F8F0003E1}" srcOrd="1" destOrd="0" presId="urn:microsoft.com/office/officeart/2018/2/layout/IconLabelList"/>
    <dgm:cxn modelId="{C3D4E58B-11BA-47FF-8BEE-1EB26D3C2A53}" type="presParOf" srcId="{F9C150CF-00B9-4F29-B36B-6AB42E325E53}" destId="{64BEB4BB-D6D5-4E74-827D-47F9CD627D76}" srcOrd="2" destOrd="0" presId="urn:microsoft.com/office/officeart/2018/2/layout/IconLabelList"/>
    <dgm:cxn modelId="{0D704A3A-E245-46F8-911A-C342D55E82DB}" type="presParOf" srcId="{DFC91F5D-1CCA-4D7C-B06B-C2B921C0F57D}" destId="{4487907D-5A37-4743-842E-3C1F4081064F}" srcOrd="3" destOrd="0" presId="urn:microsoft.com/office/officeart/2018/2/layout/IconLabelList"/>
    <dgm:cxn modelId="{AFBBBB14-8DF6-453E-82A6-5ECE7110BE83}" type="presParOf" srcId="{DFC91F5D-1CCA-4D7C-B06B-C2B921C0F57D}" destId="{18A7B716-67EF-46C4-BA8D-DB580E1CF48F}" srcOrd="4" destOrd="0" presId="urn:microsoft.com/office/officeart/2018/2/layout/IconLabelList"/>
    <dgm:cxn modelId="{0A43B544-72A2-4124-951B-A37C1865D1EA}" type="presParOf" srcId="{18A7B716-67EF-46C4-BA8D-DB580E1CF48F}" destId="{F70981AA-14B1-43E4-9134-14113A31B561}" srcOrd="0" destOrd="0" presId="urn:microsoft.com/office/officeart/2018/2/layout/IconLabelList"/>
    <dgm:cxn modelId="{38FF0559-D4B1-44B4-B5B4-F41313221FD4}" type="presParOf" srcId="{18A7B716-67EF-46C4-BA8D-DB580E1CF48F}" destId="{9FA2AEFE-2D48-42B8-B490-091E03A4138C}" srcOrd="1" destOrd="0" presId="urn:microsoft.com/office/officeart/2018/2/layout/IconLabelList"/>
    <dgm:cxn modelId="{ADDE3DA3-61EE-4EA2-8647-7D0F7F2BD325}" type="presParOf" srcId="{18A7B716-67EF-46C4-BA8D-DB580E1CF48F}" destId="{8579BF94-1324-4C28-AB8A-E6E5E7EE4C56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0A9C33E-6443-4B56-B443-1203630205BD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1B845D01-987F-4E47-9850-A397EDAD8227}">
      <dgm:prSet/>
      <dgm:spPr/>
      <dgm:t>
        <a:bodyPr/>
        <a:lstStyle/>
        <a:p>
          <a:pPr>
            <a:defRPr cap="all"/>
          </a:pPr>
          <a:r>
            <a:rPr lang="en-US" dirty="0"/>
            <a:t>Como </a:t>
          </a:r>
          <a:r>
            <a:rPr lang="en-US" dirty="0" err="1"/>
            <a:t>processar</a:t>
          </a:r>
          <a:r>
            <a:rPr lang="en-US" dirty="0"/>
            <a:t> um </a:t>
          </a:r>
          <a:r>
            <a:rPr lang="en-US" dirty="0" err="1"/>
            <a:t>grande</a:t>
          </a:r>
          <a:r>
            <a:rPr lang="en-US" dirty="0"/>
            <a:t> volume de dados?</a:t>
          </a:r>
        </a:p>
      </dgm:t>
    </dgm:pt>
    <dgm:pt modelId="{AE2E42DD-7B13-48B7-B7D8-ABB83E3F1AD7}" type="parTrans" cxnId="{77C7D771-9D18-4C16-8C5D-BB2F1CAE6910}">
      <dgm:prSet/>
      <dgm:spPr/>
      <dgm:t>
        <a:bodyPr/>
        <a:lstStyle/>
        <a:p>
          <a:endParaRPr lang="en-US"/>
        </a:p>
      </dgm:t>
    </dgm:pt>
    <dgm:pt modelId="{7DD717CB-8D34-4494-96D2-B2A8C4AC89C9}" type="sibTrans" cxnId="{77C7D771-9D18-4C16-8C5D-BB2F1CAE6910}">
      <dgm:prSet/>
      <dgm:spPr/>
      <dgm:t>
        <a:bodyPr/>
        <a:lstStyle/>
        <a:p>
          <a:endParaRPr lang="en-US"/>
        </a:p>
      </dgm:t>
    </dgm:pt>
    <dgm:pt modelId="{5432BAE5-6627-4277-BEE8-466E1C445C61}">
      <dgm:prSet/>
      <dgm:spPr/>
      <dgm:t>
        <a:bodyPr/>
        <a:lstStyle/>
        <a:p>
          <a:pPr>
            <a:defRPr cap="all"/>
          </a:pPr>
          <a:r>
            <a:rPr lang="en-US" dirty="0" err="1"/>
            <a:t>Definição</a:t>
          </a:r>
          <a:r>
            <a:rPr lang="en-US" dirty="0"/>
            <a:t> de </a:t>
          </a:r>
          <a:r>
            <a:rPr lang="en-US" dirty="0" err="1"/>
            <a:t>abordagem</a:t>
          </a:r>
          <a:r>
            <a:rPr lang="en-US" dirty="0"/>
            <a:t> (Batch </a:t>
          </a:r>
          <a:r>
            <a:rPr lang="en-US" dirty="0" err="1"/>
            <a:t>ou</a:t>
          </a:r>
          <a:r>
            <a:rPr lang="en-US" dirty="0"/>
            <a:t> Stream) e </a:t>
          </a:r>
          <a:r>
            <a:rPr lang="en-US" dirty="0" err="1"/>
            <a:t>justificativa</a:t>
          </a:r>
          <a:endParaRPr lang="en-US" dirty="0"/>
        </a:p>
      </dgm:t>
    </dgm:pt>
    <dgm:pt modelId="{C8D42A32-0D8B-4BF7-83AD-7FC8D2E0AFD3}" type="parTrans" cxnId="{0DBDBCEA-74FA-4202-8BB4-2C3C1308484C}">
      <dgm:prSet/>
      <dgm:spPr/>
      <dgm:t>
        <a:bodyPr/>
        <a:lstStyle/>
        <a:p>
          <a:endParaRPr lang="en-US"/>
        </a:p>
      </dgm:t>
    </dgm:pt>
    <dgm:pt modelId="{C2E9820D-99F6-420A-A7F9-680A57AB360C}" type="sibTrans" cxnId="{0DBDBCEA-74FA-4202-8BB4-2C3C1308484C}">
      <dgm:prSet/>
      <dgm:spPr/>
      <dgm:t>
        <a:bodyPr/>
        <a:lstStyle/>
        <a:p>
          <a:endParaRPr lang="en-US"/>
        </a:p>
      </dgm:t>
    </dgm:pt>
    <dgm:pt modelId="{744CD2ED-60A1-4C8D-8DF2-4A44E7229916}">
      <dgm:prSet/>
      <dgm:spPr/>
      <dgm:t>
        <a:bodyPr/>
        <a:lstStyle/>
        <a:p>
          <a:pPr>
            <a:defRPr cap="all"/>
          </a:pPr>
          <a:r>
            <a:rPr lang="en-US" dirty="0" err="1"/>
            <a:t>Apresentação</a:t>
          </a:r>
          <a:r>
            <a:rPr lang="en-US" dirty="0"/>
            <a:t> do </a:t>
          </a:r>
          <a:r>
            <a:rPr lang="en-US" dirty="0" err="1"/>
            <a:t>resumo</a:t>
          </a:r>
          <a:r>
            <a:rPr lang="en-US" dirty="0"/>
            <a:t> da </a:t>
          </a:r>
          <a:r>
            <a:rPr lang="en-US" dirty="0" err="1"/>
            <a:t>proposta</a:t>
          </a:r>
          <a:endParaRPr lang="en-US" dirty="0"/>
        </a:p>
      </dgm:t>
    </dgm:pt>
    <dgm:pt modelId="{4983D5F7-5D9F-4DAF-88E6-D792F9B2A5EE}" type="parTrans" cxnId="{CCA120F6-14E9-488E-BA54-19A1363EAB3E}">
      <dgm:prSet/>
      <dgm:spPr/>
      <dgm:t>
        <a:bodyPr/>
        <a:lstStyle/>
        <a:p>
          <a:endParaRPr lang="en-US"/>
        </a:p>
      </dgm:t>
    </dgm:pt>
    <dgm:pt modelId="{EE19D0C3-6B65-412D-B298-F8604A4C7044}" type="sibTrans" cxnId="{CCA120F6-14E9-488E-BA54-19A1363EAB3E}">
      <dgm:prSet/>
      <dgm:spPr/>
      <dgm:t>
        <a:bodyPr/>
        <a:lstStyle/>
        <a:p>
          <a:endParaRPr lang="en-US"/>
        </a:p>
      </dgm:t>
    </dgm:pt>
    <dgm:pt modelId="{0B0D6C32-FE65-4ECB-B84C-BAF5199EC82E}" type="pres">
      <dgm:prSet presAssocID="{30A9C33E-6443-4B56-B443-1203630205BD}" presName="root" presStyleCnt="0">
        <dgm:presLayoutVars>
          <dgm:dir/>
          <dgm:resizeHandles val="exact"/>
        </dgm:presLayoutVars>
      </dgm:prSet>
      <dgm:spPr/>
    </dgm:pt>
    <dgm:pt modelId="{3EEF2EC1-7A0D-4FC4-9EA6-7827FAAF0719}" type="pres">
      <dgm:prSet presAssocID="{1B845D01-987F-4E47-9850-A397EDAD8227}" presName="compNode" presStyleCnt="0"/>
      <dgm:spPr/>
    </dgm:pt>
    <dgm:pt modelId="{1BF646E3-D5A9-4F9C-85BC-BF410DE2A9F0}" type="pres">
      <dgm:prSet presAssocID="{1B845D01-987F-4E47-9850-A397EDAD8227}" presName="iconBgRect" presStyleLbl="bgShp" presStyleIdx="0" presStyleCnt="3"/>
      <dgm:spPr/>
    </dgm:pt>
    <dgm:pt modelId="{19275381-871C-4771-A243-22C7DAABD60C}" type="pres">
      <dgm:prSet presAssocID="{1B845D01-987F-4E47-9850-A397EDAD822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strela"/>
        </a:ext>
      </dgm:extLst>
    </dgm:pt>
    <dgm:pt modelId="{50CCAE13-89CA-43E1-A450-FCBB88997EB8}" type="pres">
      <dgm:prSet presAssocID="{1B845D01-987F-4E47-9850-A397EDAD8227}" presName="spaceRect" presStyleCnt="0"/>
      <dgm:spPr/>
    </dgm:pt>
    <dgm:pt modelId="{BFD391E2-6BCF-4A55-A010-11B983EE64E8}" type="pres">
      <dgm:prSet presAssocID="{1B845D01-987F-4E47-9850-A397EDAD8227}" presName="textRect" presStyleLbl="revTx" presStyleIdx="0" presStyleCnt="3">
        <dgm:presLayoutVars>
          <dgm:chMax val="1"/>
          <dgm:chPref val="1"/>
        </dgm:presLayoutVars>
      </dgm:prSet>
      <dgm:spPr/>
    </dgm:pt>
    <dgm:pt modelId="{A4A8878F-E6F1-485B-A713-02D673815381}" type="pres">
      <dgm:prSet presAssocID="{7DD717CB-8D34-4494-96D2-B2A8C4AC89C9}" presName="sibTrans" presStyleCnt="0"/>
      <dgm:spPr/>
    </dgm:pt>
    <dgm:pt modelId="{ED2919C4-0E31-4A19-8FB2-C27B94259459}" type="pres">
      <dgm:prSet presAssocID="{5432BAE5-6627-4277-BEE8-466E1C445C61}" presName="compNode" presStyleCnt="0"/>
      <dgm:spPr/>
    </dgm:pt>
    <dgm:pt modelId="{72A38FEC-0737-4B9B-BDA3-43C132675EBC}" type="pres">
      <dgm:prSet presAssocID="{5432BAE5-6627-4277-BEE8-466E1C445C61}" presName="iconBgRect" presStyleLbl="bgShp" presStyleIdx="1" presStyleCnt="3"/>
      <dgm:spPr/>
    </dgm:pt>
    <dgm:pt modelId="{12CC2353-35AC-45B4-BCD3-7EB7B1AA0BEF}" type="pres">
      <dgm:prSet presAssocID="{5432BAE5-6627-4277-BEE8-466E1C445C6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uxograma"/>
        </a:ext>
      </dgm:extLst>
    </dgm:pt>
    <dgm:pt modelId="{70EF4D80-B050-41F3-9C93-8D8064E389E3}" type="pres">
      <dgm:prSet presAssocID="{5432BAE5-6627-4277-BEE8-466E1C445C61}" presName="spaceRect" presStyleCnt="0"/>
      <dgm:spPr/>
    </dgm:pt>
    <dgm:pt modelId="{9F017225-4D1A-42A1-BC0C-45CD9493913C}" type="pres">
      <dgm:prSet presAssocID="{5432BAE5-6627-4277-BEE8-466E1C445C61}" presName="textRect" presStyleLbl="revTx" presStyleIdx="1" presStyleCnt="3">
        <dgm:presLayoutVars>
          <dgm:chMax val="1"/>
          <dgm:chPref val="1"/>
        </dgm:presLayoutVars>
      </dgm:prSet>
      <dgm:spPr/>
    </dgm:pt>
    <dgm:pt modelId="{B07D7BDD-5694-45D7-BB99-8B5347EFF412}" type="pres">
      <dgm:prSet presAssocID="{C2E9820D-99F6-420A-A7F9-680A57AB360C}" presName="sibTrans" presStyleCnt="0"/>
      <dgm:spPr/>
    </dgm:pt>
    <dgm:pt modelId="{B7BDF93B-AE02-481B-87E1-D0ADC91D0B19}" type="pres">
      <dgm:prSet presAssocID="{744CD2ED-60A1-4C8D-8DF2-4A44E7229916}" presName="compNode" presStyleCnt="0"/>
      <dgm:spPr/>
    </dgm:pt>
    <dgm:pt modelId="{73A7FA70-707D-4A76-80E7-94BF4DE46A55}" type="pres">
      <dgm:prSet presAssocID="{744CD2ED-60A1-4C8D-8DF2-4A44E7229916}" presName="iconBgRect" presStyleLbl="bgShp" presStyleIdx="2" presStyleCnt="3"/>
      <dgm:spPr/>
    </dgm:pt>
    <dgm:pt modelId="{BCD39BBA-40CE-4D8E-A02B-55DE747D0007}" type="pres">
      <dgm:prSet presAssocID="{744CD2ED-60A1-4C8D-8DF2-4A44E722991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o"/>
        </a:ext>
      </dgm:extLst>
    </dgm:pt>
    <dgm:pt modelId="{ECCB14D8-610A-4409-AC59-1919CE57ACC7}" type="pres">
      <dgm:prSet presAssocID="{744CD2ED-60A1-4C8D-8DF2-4A44E7229916}" presName="spaceRect" presStyleCnt="0"/>
      <dgm:spPr/>
    </dgm:pt>
    <dgm:pt modelId="{9FC53010-11D9-495B-B56F-B6BE97EE8F8B}" type="pres">
      <dgm:prSet presAssocID="{744CD2ED-60A1-4C8D-8DF2-4A44E7229916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9A662003-6FBE-4F08-931E-E2425832A71A}" type="presOf" srcId="{30A9C33E-6443-4B56-B443-1203630205BD}" destId="{0B0D6C32-FE65-4ECB-B84C-BAF5199EC82E}" srcOrd="0" destOrd="0" presId="urn:microsoft.com/office/officeart/2018/5/layout/IconCircleLabelList"/>
    <dgm:cxn modelId="{BAAA9F0F-1F2A-4C9A-88AA-BD4916F6A2AF}" type="presOf" srcId="{5432BAE5-6627-4277-BEE8-466E1C445C61}" destId="{9F017225-4D1A-42A1-BC0C-45CD9493913C}" srcOrd="0" destOrd="0" presId="urn:microsoft.com/office/officeart/2018/5/layout/IconCircleLabelList"/>
    <dgm:cxn modelId="{09457245-6A7C-4618-A1A7-5853BCEFBA6E}" type="presOf" srcId="{1B845D01-987F-4E47-9850-A397EDAD8227}" destId="{BFD391E2-6BCF-4A55-A010-11B983EE64E8}" srcOrd="0" destOrd="0" presId="urn:microsoft.com/office/officeart/2018/5/layout/IconCircleLabelList"/>
    <dgm:cxn modelId="{77C7D771-9D18-4C16-8C5D-BB2F1CAE6910}" srcId="{30A9C33E-6443-4B56-B443-1203630205BD}" destId="{1B845D01-987F-4E47-9850-A397EDAD8227}" srcOrd="0" destOrd="0" parTransId="{AE2E42DD-7B13-48B7-B7D8-ABB83E3F1AD7}" sibTransId="{7DD717CB-8D34-4494-96D2-B2A8C4AC89C9}"/>
    <dgm:cxn modelId="{ACF766D4-06D1-4C0D-9411-1D11F1C5211B}" type="presOf" srcId="{744CD2ED-60A1-4C8D-8DF2-4A44E7229916}" destId="{9FC53010-11D9-495B-B56F-B6BE97EE8F8B}" srcOrd="0" destOrd="0" presId="urn:microsoft.com/office/officeart/2018/5/layout/IconCircleLabelList"/>
    <dgm:cxn modelId="{0DBDBCEA-74FA-4202-8BB4-2C3C1308484C}" srcId="{30A9C33E-6443-4B56-B443-1203630205BD}" destId="{5432BAE5-6627-4277-BEE8-466E1C445C61}" srcOrd="1" destOrd="0" parTransId="{C8D42A32-0D8B-4BF7-83AD-7FC8D2E0AFD3}" sibTransId="{C2E9820D-99F6-420A-A7F9-680A57AB360C}"/>
    <dgm:cxn modelId="{CCA120F6-14E9-488E-BA54-19A1363EAB3E}" srcId="{30A9C33E-6443-4B56-B443-1203630205BD}" destId="{744CD2ED-60A1-4C8D-8DF2-4A44E7229916}" srcOrd="2" destOrd="0" parTransId="{4983D5F7-5D9F-4DAF-88E6-D792F9B2A5EE}" sibTransId="{EE19D0C3-6B65-412D-B298-F8604A4C7044}"/>
    <dgm:cxn modelId="{E431D81D-7BC4-4FED-8C23-CE339CD2E634}" type="presParOf" srcId="{0B0D6C32-FE65-4ECB-B84C-BAF5199EC82E}" destId="{3EEF2EC1-7A0D-4FC4-9EA6-7827FAAF0719}" srcOrd="0" destOrd="0" presId="urn:microsoft.com/office/officeart/2018/5/layout/IconCircleLabelList"/>
    <dgm:cxn modelId="{041111FB-9F62-4F04-BE7B-77E13BBBF414}" type="presParOf" srcId="{3EEF2EC1-7A0D-4FC4-9EA6-7827FAAF0719}" destId="{1BF646E3-D5A9-4F9C-85BC-BF410DE2A9F0}" srcOrd="0" destOrd="0" presId="urn:microsoft.com/office/officeart/2018/5/layout/IconCircleLabelList"/>
    <dgm:cxn modelId="{461F4E5E-FF1B-4E7F-89E3-BC69BFCF4FEF}" type="presParOf" srcId="{3EEF2EC1-7A0D-4FC4-9EA6-7827FAAF0719}" destId="{19275381-871C-4771-A243-22C7DAABD60C}" srcOrd="1" destOrd="0" presId="urn:microsoft.com/office/officeart/2018/5/layout/IconCircleLabelList"/>
    <dgm:cxn modelId="{2DA20629-47E7-48EC-A784-BEA6BD2AD710}" type="presParOf" srcId="{3EEF2EC1-7A0D-4FC4-9EA6-7827FAAF0719}" destId="{50CCAE13-89CA-43E1-A450-FCBB88997EB8}" srcOrd="2" destOrd="0" presId="urn:microsoft.com/office/officeart/2018/5/layout/IconCircleLabelList"/>
    <dgm:cxn modelId="{26DF9130-1907-4619-A46F-251837C2AE0E}" type="presParOf" srcId="{3EEF2EC1-7A0D-4FC4-9EA6-7827FAAF0719}" destId="{BFD391E2-6BCF-4A55-A010-11B983EE64E8}" srcOrd="3" destOrd="0" presId="urn:microsoft.com/office/officeart/2018/5/layout/IconCircleLabelList"/>
    <dgm:cxn modelId="{4412BD58-9312-4B85-BE9C-A6708F27BD9F}" type="presParOf" srcId="{0B0D6C32-FE65-4ECB-B84C-BAF5199EC82E}" destId="{A4A8878F-E6F1-485B-A713-02D673815381}" srcOrd="1" destOrd="0" presId="urn:microsoft.com/office/officeart/2018/5/layout/IconCircleLabelList"/>
    <dgm:cxn modelId="{0F14C867-1C3A-40C9-BBAE-A5F78BAF9149}" type="presParOf" srcId="{0B0D6C32-FE65-4ECB-B84C-BAF5199EC82E}" destId="{ED2919C4-0E31-4A19-8FB2-C27B94259459}" srcOrd="2" destOrd="0" presId="urn:microsoft.com/office/officeart/2018/5/layout/IconCircleLabelList"/>
    <dgm:cxn modelId="{F9ADDA6C-328E-4197-8576-F0D5C72C6F33}" type="presParOf" srcId="{ED2919C4-0E31-4A19-8FB2-C27B94259459}" destId="{72A38FEC-0737-4B9B-BDA3-43C132675EBC}" srcOrd="0" destOrd="0" presId="urn:microsoft.com/office/officeart/2018/5/layout/IconCircleLabelList"/>
    <dgm:cxn modelId="{2D87D18F-97E7-4721-9130-5DFEDBD37B3F}" type="presParOf" srcId="{ED2919C4-0E31-4A19-8FB2-C27B94259459}" destId="{12CC2353-35AC-45B4-BCD3-7EB7B1AA0BEF}" srcOrd="1" destOrd="0" presId="urn:microsoft.com/office/officeart/2018/5/layout/IconCircleLabelList"/>
    <dgm:cxn modelId="{FA9BEC6B-8D6D-471E-ABAD-88CF763ADEE7}" type="presParOf" srcId="{ED2919C4-0E31-4A19-8FB2-C27B94259459}" destId="{70EF4D80-B050-41F3-9C93-8D8064E389E3}" srcOrd="2" destOrd="0" presId="urn:microsoft.com/office/officeart/2018/5/layout/IconCircleLabelList"/>
    <dgm:cxn modelId="{81B4C8BF-0081-4486-84E0-D62ABA5F3C44}" type="presParOf" srcId="{ED2919C4-0E31-4A19-8FB2-C27B94259459}" destId="{9F017225-4D1A-42A1-BC0C-45CD9493913C}" srcOrd="3" destOrd="0" presId="urn:microsoft.com/office/officeart/2018/5/layout/IconCircleLabelList"/>
    <dgm:cxn modelId="{03852109-92EB-4ED9-88C3-B2E7980C7DDC}" type="presParOf" srcId="{0B0D6C32-FE65-4ECB-B84C-BAF5199EC82E}" destId="{B07D7BDD-5694-45D7-BB99-8B5347EFF412}" srcOrd="3" destOrd="0" presId="urn:microsoft.com/office/officeart/2018/5/layout/IconCircleLabelList"/>
    <dgm:cxn modelId="{133181DA-C76B-46D1-976C-8BF203CE2F9B}" type="presParOf" srcId="{0B0D6C32-FE65-4ECB-B84C-BAF5199EC82E}" destId="{B7BDF93B-AE02-481B-87E1-D0ADC91D0B19}" srcOrd="4" destOrd="0" presId="urn:microsoft.com/office/officeart/2018/5/layout/IconCircleLabelList"/>
    <dgm:cxn modelId="{62670BBC-3BC2-4C4A-86F7-731A42A4D977}" type="presParOf" srcId="{B7BDF93B-AE02-481B-87E1-D0ADC91D0B19}" destId="{73A7FA70-707D-4A76-80E7-94BF4DE46A55}" srcOrd="0" destOrd="0" presId="urn:microsoft.com/office/officeart/2018/5/layout/IconCircleLabelList"/>
    <dgm:cxn modelId="{DB8910D2-9AC2-4F26-8CE0-F2688889E4C0}" type="presParOf" srcId="{B7BDF93B-AE02-481B-87E1-D0ADC91D0B19}" destId="{BCD39BBA-40CE-4D8E-A02B-55DE747D0007}" srcOrd="1" destOrd="0" presId="urn:microsoft.com/office/officeart/2018/5/layout/IconCircleLabelList"/>
    <dgm:cxn modelId="{38BEB5A9-94E5-4720-96B6-9864A7F3706D}" type="presParOf" srcId="{B7BDF93B-AE02-481B-87E1-D0ADC91D0B19}" destId="{ECCB14D8-610A-4409-AC59-1919CE57ACC7}" srcOrd="2" destOrd="0" presId="urn:microsoft.com/office/officeart/2018/5/layout/IconCircleLabelList"/>
    <dgm:cxn modelId="{15E45A25-06F1-4A03-A9EF-F7C1BAA515C8}" type="presParOf" srcId="{B7BDF93B-AE02-481B-87E1-D0ADC91D0B19}" destId="{9FC53010-11D9-495B-B56F-B6BE97EE8F8B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CAB0C8-1A3A-43B2-B1A0-933453A7910A}">
      <dsp:nvSpPr>
        <dsp:cNvPr id="0" name=""/>
        <dsp:cNvSpPr/>
      </dsp:nvSpPr>
      <dsp:spPr>
        <a:xfrm>
          <a:off x="228619" y="526485"/>
          <a:ext cx="710912" cy="71091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FE9094-AC33-4E7E-A195-DF188F05A829}">
      <dsp:nvSpPr>
        <dsp:cNvPr id="0" name=""/>
        <dsp:cNvSpPr/>
      </dsp:nvSpPr>
      <dsp:spPr>
        <a:xfrm>
          <a:off x="380124" y="677991"/>
          <a:ext cx="407900" cy="4079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5CEB7B-5A71-491C-A818-DACB9CE71CBD}">
      <dsp:nvSpPr>
        <dsp:cNvPr id="0" name=""/>
        <dsp:cNvSpPr/>
      </dsp:nvSpPr>
      <dsp:spPr>
        <a:xfrm>
          <a:off x="1360" y="1458828"/>
          <a:ext cx="1165429" cy="466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1100" kern="1200"/>
            <a:t>Revisão</a:t>
          </a:r>
          <a:endParaRPr lang="en-US" sz="1100" kern="1200"/>
        </a:p>
      </dsp:txBody>
      <dsp:txXfrm>
        <a:off x="1360" y="1458828"/>
        <a:ext cx="1165429" cy="466171"/>
      </dsp:txXfrm>
    </dsp:sp>
    <dsp:sp modelId="{522B273C-6A49-4ED3-9810-F1E7A12E99E0}">
      <dsp:nvSpPr>
        <dsp:cNvPr id="0" name=""/>
        <dsp:cNvSpPr/>
      </dsp:nvSpPr>
      <dsp:spPr>
        <a:xfrm>
          <a:off x="1597999" y="526485"/>
          <a:ext cx="710912" cy="71091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DD598F-6534-441A-B8F2-99ED3C78197B}">
      <dsp:nvSpPr>
        <dsp:cNvPr id="0" name=""/>
        <dsp:cNvSpPr/>
      </dsp:nvSpPr>
      <dsp:spPr>
        <a:xfrm>
          <a:off x="1749504" y="677991"/>
          <a:ext cx="407900" cy="4079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A85021-66A4-4C4B-9FFB-3D44D85C43EB}">
      <dsp:nvSpPr>
        <dsp:cNvPr id="0" name=""/>
        <dsp:cNvSpPr/>
      </dsp:nvSpPr>
      <dsp:spPr>
        <a:xfrm>
          <a:off x="1370740" y="1458828"/>
          <a:ext cx="1165429" cy="466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1100" kern="1200"/>
            <a:t>Check-in: “Atividades Individual” =&gt; Tema e Tecnologia Big Data</a:t>
          </a:r>
          <a:endParaRPr lang="en-US" sz="1100" kern="1200"/>
        </a:p>
      </dsp:txBody>
      <dsp:txXfrm>
        <a:off x="1370740" y="1458828"/>
        <a:ext cx="1165429" cy="466171"/>
      </dsp:txXfrm>
    </dsp:sp>
    <dsp:sp modelId="{C852115A-9961-4237-A70E-C835E32287AE}">
      <dsp:nvSpPr>
        <dsp:cNvPr id="0" name=""/>
        <dsp:cNvSpPr/>
      </dsp:nvSpPr>
      <dsp:spPr>
        <a:xfrm>
          <a:off x="2967378" y="526485"/>
          <a:ext cx="710912" cy="71091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E77481-E82C-4660-A4D5-C4E9501F9878}">
      <dsp:nvSpPr>
        <dsp:cNvPr id="0" name=""/>
        <dsp:cNvSpPr/>
      </dsp:nvSpPr>
      <dsp:spPr>
        <a:xfrm>
          <a:off x="3118884" y="677991"/>
          <a:ext cx="407900" cy="4079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3CDD22-DA96-4E5D-AECE-8ED9D3533186}">
      <dsp:nvSpPr>
        <dsp:cNvPr id="0" name=""/>
        <dsp:cNvSpPr/>
      </dsp:nvSpPr>
      <dsp:spPr>
        <a:xfrm>
          <a:off x="2740120" y="1458828"/>
          <a:ext cx="1165429" cy="466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1100" kern="1200"/>
            <a:t>Introdução ao Processamento de Dados</a:t>
          </a:r>
          <a:endParaRPr lang="en-US" sz="1100" kern="1200"/>
        </a:p>
      </dsp:txBody>
      <dsp:txXfrm>
        <a:off x="2740120" y="1458828"/>
        <a:ext cx="1165429" cy="466171"/>
      </dsp:txXfrm>
    </dsp:sp>
    <dsp:sp modelId="{99465E1E-94C6-4127-8B8A-06E8CB7C7A59}">
      <dsp:nvSpPr>
        <dsp:cNvPr id="0" name=""/>
        <dsp:cNvSpPr/>
      </dsp:nvSpPr>
      <dsp:spPr>
        <a:xfrm>
          <a:off x="4336758" y="526485"/>
          <a:ext cx="710912" cy="71091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BA6B05-EE07-427F-9473-E38B359FD130}">
      <dsp:nvSpPr>
        <dsp:cNvPr id="0" name=""/>
        <dsp:cNvSpPr/>
      </dsp:nvSpPr>
      <dsp:spPr>
        <a:xfrm>
          <a:off x="4488264" y="677991"/>
          <a:ext cx="407900" cy="4079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1B5DD1-1236-43F7-AB9E-EF6E2BE5D6E1}">
      <dsp:nvSpPr>
        <dsp:cNvPr id="0" name=""/>
        <dsp:cNvSpPr/>
      </dsp:nvSpPr>
      <dsp:spPr>
        <a:xfrm>
          <a:off x="4109499" y="1458828"/>
          <a:ext cx="1165429" cy="466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Batch Processing vs. Stream Processing</a:t>
          </a:r>
        </a:p>
      </dsp:txBody>
      <dsp:txXfrm>
        <a:off x="4109499" y="1458828"/>
        <a:ext cx="1165429" cy="466171"/>
      </dsp:txXfrm>
    </dsp:sp>
    <dsp:sp modelId="{2258E63C-68A5-4468-8709-99CB535AC9F6}">
      <dsp:nvSpPr>
        <dsp:cNvPr id="0" name=""/>
        <dsp:cNvSpPr/>
      </dsp:nvSpPr>
      <dsp:spPr>
        <a:xfrm>
          <a:off x="228619" y="2216358"/>
          <a:ext cx="710912" cy="71091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361C7B-ABB4-4B41-8818-A7DE93DCA3B3}">
      <dsp:nvSpPr>
        <dsp:cNvPr id="0" name=""/>
        <dsp:cNvSpPr/>
      </dsp:nvSpPr>
      <dsp:spPr>
        <a:xfrm>
          <a:off x="380124" y="2367864"/>
          <a:ext cx="407900" cy="4079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9199D3-F6AB-466B-B268-16602F1C3047}">
      <dsp:nvSpPr>
        <dsp:cNvPr id="0" name=""/>
        <dsp:cNvSpPr/>
      </dsp:nvSpPr>
      <dsp:spPr>
        <a:xfrm>
          <a:off x="1360" y="3148701"/>
          <a:ext cx="1165429" cy="466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Batch Processing</a:t>
          </a:r>
        </a:p>
      </dsp:txBody>
      <dsp:txXfrm>
        <a:off x="1360" y="3148701"/>
        <a:ext cx="1165429" cy="466171"/>
      </dsp:txXfrm>
    </dsp:sp>
    <dsp:sp modelId="{738CD8FE-FE55-46D9-9138-098F19372BA3}">
      <dsp:nvSpPr>
        <dsp:cNvPr id="0" name=""/>
        <dsp:cNvSpPr/>
      </dsp:nvSpPr>
      <dsp:spPr>
        <a:xfrm>
          <a:off x="1597999" y="2216358"/>
          <a:ext cx="710912" cy="71091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23055D-4A27-4D15-9976-994CB7D33651}">
      <dsp:nvSpPr>
        <dsp:cNvPr id="0" name=""/>
        <dsp:cNvSpPr/>
      </dsp:nvSpPr>
      <dsp:spPr>
        <a:xfrm>
          <a:off x="1749504" y="2367864"/>
          <a:ext cx="407900" cy="407900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B03AEF-1BFA-4FCF-AA39-4124F9F63C3A}">
      <dsp:nvSpPr>
        <dsp:cNvPr id="0" name=""/>
        <dsp:cNvSpPr/>
      </dsp:nvSpPr>
      <dsp:spPr>
        <a:xfrm>
          <a:off x="1370740" y="3148701"/>
          <a:ext cx="1165429" cy="466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Stream Processing</a:t>
          </a:r>
        </a:p>
      </dsp:txBody>
      <dsp:txXfrm>
        <a:off x="1370740" y="3148701"/>
        <a:ext cx="1165429" cy="466171"/>
      </dsp:txXfrm>
    </dsp:sp>
    <dsp:sp modelId="{F860723C-5682-4F6E-B47C-6538CD5387F3}">
      <dsp:nvSpPr>
        <dsp:cNvPr id="0" name=""/>
        <dsp:cNvSpPr/>
      </dsp:nvSpPr>
      <dsp:spPr>
        <a:xfrm>
          <a:off x="2967378" y="2216358"/>
          <a:ext cx="710912" cy="71091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48C128-1E9C-4370-A411-AFA453B76B06}">
      <dsp:nvSpPr>
        <dsp:cNvPr id="0" name=""/>
        <dsp:cNvSpPr/>
      </dsp:nvSpPr>
      <dsp:spPr>
        <a:xfrm>
          <a:off x="3118884" y="2367864"/>
          <a:ext cx="407900" cy="407900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734D2D-5FB5-43EA-BA59-35B68C2CB1EB}">
      <dsp:nvSpPr>
        <dsp:cNvPr id="0" name=""/>
        <dsp:cNvSpPr/>
      </dsp:nvSpPr>
      <dsp:spPr>
        <a:xfrm>
          <a:off x="2740120" y="3148701"/>
          <a:ext cx="1165429" cy="466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Construção do Trabalho Final</a:t>
          </a:r>
        </a:p>
      </dsp:txBody>
      <dsp:txXfrm>
        <a:off x="2740120" y="3148701"/>
        <a:ext cx="1165429" cy="466171"/>
      </dsp:txXfrm>
    </dsp:sp>
    <dsp:sp modelId="{375CA960-E6DE-4C36-BC7C-596A4E74F17B}">
      <dsp:nvSpPr>
        <dsp:cNvPr id="0" name=""/>
        <dsp:cNvSpPr/>
      </dsp:nvSpPr>
      <dsp:spPr>
        <a:xfrm>
          <a:off x="4336758" y="2216358"/>
          <a:ext cx="710912" cy="71091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74BF94-D54B-4BA0-9D9B-EEF960923087}">
      <dsp:nvSpPr>
        <dsp:cNvPr id="0" name=""/>
        <dsp:cNvSpPr/>
      </dsp:nvSpPr>
      <dsp:spPr>
        <a:xfrm>
          <a:off x="4488264" y="2367864"/>
          <a:ext cx="407900" cy="407900"/>
        </a:xfrm>
        <a:prstGeom prst="rect">
          <a:avLst/>
        </a:prstGeom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736A84-7747-4EA0-AC43-3444C8FCCE65}">
      <dsp:nvSpPr>
        <dsp:cNvPr id="0" name=""/>
        <dsp:cNvSpPr/>
      </dsp:nvSpPr>
      <dsp:spPr>
        <a:xfrm>
          <a:off x="4109499" y="3148701"/>
          <a:ext cx="1165429" cy="466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Mini Estudo de Caso</a:t>
          </a:r>
        </a:p>
      </dsp:txBody>
      <dsp:txXfrm>
        <a:off x="4109499" y="3148701"/>
        <a:ext cx="1165429" cy="46617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45EB02-E19C-4254-BFC6-C912A0A5672D}">
      <dsp:nvSpPr>
        <dsp:cNvPr id="0" name=""/>
        <dsp:cNvSpPr/>
      </dsp:nvSpPr>
      <dsp:spPr>
        <a:xfrm>
          <a:off x="0" y="1739"/>
          <a:ext cx="4683949" cy="8817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773BFC-DEA2-4342-936E-1BE1D9B35F2D}">
      <dsp:nvSpPr>
        <dsp:cNvPr id="0" name=""/>
        <dsp:cNvSpPr/>
      </dsp:nvSpPr>
      <dsp:spPr>
        <a:xfrm>
          <a:off x="266743" y="200143"/>
          <a:ext cx="484987" cy="4849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F203A7-8BCC-4978-98C7-7BDFE69ECDE0}">
      <dsp:nvSpPr>
        <dsp:cNvPr id="0" name=""/>
        <dsp:cNvSpPr/>
      </dsp:nvSpPr>
      <dsp:spPr>
        <a:xfrm>
          <a:off x="1018474" y="1739"/>
          <a:ext cx="3665474" cy="8817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323" tIns="93323" rIns="93323" bIns="93323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Big Data é um campo multidisciplinar e exige o uso de tecnologias adequadas.</a:t>
          </a:r>
        </a:p>
      </dsp:txBody>
      <dsp:txXfrm>
        <a:off x="1018474" y="1739"/>
        <a:ext cx="3665474" cy="881795"/>
      </dsp:txXfrm>
    </dsp:sp>
    <dsp:sp modelId="{3CD6232A-1332-459F-AAE5-DA65A50B832A}">
      <dsp:nvSpPr>
        <dsp:cNvPr id="0" name=""/>
        <dsp:cNvSpPr/>
      </dsp:nvSpPr>
      <dsp:spPr>
        <a:xfrm>
          <a:off x="0" y="1103984"/>
          <a:ext cx="4683949" cy="8817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D64615-B3EA-4394-84A8-8D14BE5F69F0}">
      <dsp:nvSpPr>
        <dsp:cNvPr id="0" name=""/>
        <dsp:cNvSpPr/>
      </dsp:nvSpPr>
      <dsp:spPr>
        <a:xfrm>
          <a:off x="266743" y="1302388"/>
          <a:ext cx="484987" cy="4849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985094-C0E3-40C4-8E6C-88AD73C48880}">
      <dsp:nvSpPr>
        <dsp:cNvPr id="0" name=""/>
        <dsp:cNvSpPr/>
      </dsp:nvSpPr>
      <dsp:spPr>
        <a:xfrm>
          <a:off x="1018474" y="1103984"/>
          <a:ext cx="3665474" cy="8817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323" tIns="93323" rIns="93323" bIns="93323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 escolha correta de tecnologia depende do contexto do projeto.</a:t>
          </a:r>
        </a:p>
      </dsp:txBody>
      <dsp:txXfrm>
        <a:off x="1018474" y="1103984"/>
        <a:ext cx="3665474" cy="881795"/>
      </dsp:txXfrm>
    </dsp:sp>
    <dsp:sp modelId="{681E026D-1D57-405B-AC80-96657B3F80B1}">
      <dsp:nvSpPr>
        <dsp:cNvPr id="0" name=""/>
        <dsp:cNvSpPr/>
      </dsp:nvSpPr>
      <dsp:spPr>
        <a:xfrm>
          <a:off x="0" y="2206229"/>
          <a:ext cx="4683949" cy="8817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E67ED4-78A0-4F63-B7E9-4961BC8C08C1}">
      <dsp:nvSpPr>
        <dsp:cNvPr id="0" name=""/>
        <dsp:cNvSpPr/>
      </dsp:nvSpPr>
      <dsp:spPr>
        <a:xfrm>
          <a:off x="266743" y="2404633"/>
          <a:ext cx="484987" cy="4849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BC9657-BCEF-4B28-ABE3-E724D51762A8}">
      <dsp:nvSpPr>
        <dsp:cNvPr id="0" name=""/>
        <dsp:cNvSpPr/>
      </dsp:nvSpPr>
      <dsp:spPr>
        <a:xfrm>
          <a:off x="1018474" y="2206229"/>
          <a:ext cx="3665474" cy="8817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323" tIns="93323" rIns="93323" bIns="93323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Próxima etapa: Desenvolver a pesquisa sobre partes interessadas.</a:t>
          </a:r>
        </a:p>
      </dsp:txBody>
      <dsp:txXfrm>
        <a:off x="1018474" y="2206229"/>
        <a:ext cx="3665474" cy="881795"/>
      </dsp:txXfrm>
    </dsp:sp>
    <dsp:sp modelId="{AA311A07-D160-4726-90E4-68EB185CA3E3}">
      <dsp:nvSpPr>
        <dsp:cNvPr id="0" name=""/>
        <dsp:cNvSpPr/>
      </dsp:nvSpPr>
      <dsp:spPr>
        <a:xfrm>
          <a:off x="0" y="3308474"/>
          <a:ext cx="4683949" cy="8817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9EB737-9519-43CA-9480-7B7D44DF704F}">
      <dsp:nvSpPr>
        <dsp:cNvPr id="0" name=""/>
        <dsp:cNvSpPr/>
      </dsp:nvSpPr>
      <dsp:spPr>
        <a:xfrm>
          <a:off x="266743" y="3506878"/>
          <a:ext cx="484987" cy="48498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850920-9FF8-4F1C-9444-79CE8F089431}">
      <dsp:nvSpPr>
        <dsp:cNvPr id="0" name=""/>
        <dsp:cNvSpPr/>
      </dsp:nvSpPr>
      <dsp:spPr>
        <a:xfrm>
          <a:off x="1018474" y="3308474"/>
          <a:ext cx="3665474" cy="8817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323" tIns="93323" rIns="93323" bIns="93323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Entrega da pesquisa sobre partes interessadas no projeto.</a:t>
          </a:r>
        </a:p>
      </dsp:txBody>
      <dsp:txXfrm>
        <a:off x="1018474" y="3308474"/>
        <a:ext cx="3665474" cy="88179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3404ED-5A99-4400-A74F-0DAAB9BC5C20}">
      <dsp:nvSpPr>
        <dsp:cNvPr id="0" name=""/>
        <dsp:cNvSpPr/>
      </dsp:nvSpPr>
      <dsp:spPr>
        <a:xfrm>
          <a:off x="518185" y="244801"/>
          <a:ext cx="1475437" cy="147543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FE3C08-BD6C-4708-B98A-D4CC45B3DC2C}">
      <dsp:nvSpPr>
        <dsp:cNvPr id="0" name=""/>
        <dsp:cNvSpPr/>
      </dsp:nvSpPr>
      <dsp:spPr>
        <a:xfrm>
          <a:off x="832623" y="559239"/>
          <a:ext cx="846562" cy="846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5318C1-7DFF-4CA7-BD26-5A3136FC2424}">
      <dsp:nvSpPr>
        <dsp:cNvPr id="0" name=""/>
        <dsp:cNvSpPr/>
      </dsp:nvSpPr>
      <dsp:spPr>
        <a:xfrm>
          <a:off x="46529" y="21798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- Apresentação da escolha de tecnologia (Hadoop, Spark ou NoSQL)</a:t>
          </a:r>
        </a:p>
      </dsp:txBody>
      <dsp:txXfrm>
        <a:off x="46529" y="2179802"/>
        <a:ext cx="2418750" cy="720000"/>
      </dsp:txXfrm>
    </dsp:sp>
    <dsp:sp modelId="{3F9BD10A-4F93-4805-B50D-2AA623DC1A2B}">
      <dsp:nvSpPr>
        <dsp:cNvPr id="0" name=""/>
        <dsp:cNvSpPr/>
      </dsp:nvSpPr>
      <dsp:spPr>
        <a:xfrm>
          <a:off x="3360216" y="244801"/>
          <a:ext cx="1475437" cy="147543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4B1B22-5E52-494F-A2D0-52C22714C807}">
      <dsp:nvSpPr>
        <dsp:cNvPr id="0" name=""/>
        <dsp:cNvSpPr/>
      </dsp:nvSpPr>
      <dsp:spPr>
        <a:xfrm>
          <a:off x="3674654" y="559239"/>
          <a:ext cx="846562" cy="846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A57C35-1DFB-442E-9F1D-D6F72729A3EA}">
      <dsp:nvSpPr>
        <dsp:cNvPr id="0" name=""/>
        <dsp:cNvSpPr/>
      </dsp:nvSpPr>
      <dsp:spPr>
        <a:xfrm>
          <a:off x="2888560" y="21798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- Justificativa da escolha</a:t>
          </a:r>
        </a:p>
      </dsp:txBody>
      <dsp:txXfrm>
        <a:off x="2888560" y="2179802"/>
        <a:ext cx="2418750" cy="720000"/>
      </dsp:txXfrm>
    </dsp:sp>
    <dsp:sp modelId="{28D9E1F5-682F-465A-BE68-2F527BA77FD9}">
      <dsp:nvSpPr>
        <dsp:cNvPr id="0" name=""/>
        <dsp:cNvSpPr/>
      </dsp:nvSpPr>
      <dsp:spPr>
        <a:xfrm>
          <a:off x="6202248" y="244801"/>
          <a:ext cx="1475437" cy="147543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AC46B4-DDFC-4C3E-9C1B-4FABEF7901F0}">
      <dsp:nvSpPr>
        <dsp:cNvPr id="0" name=""/>
        <dsp:cNvSpPr/>
      </dsp:nvSpPr>
      <dsp:spPr>
        <a:xfrm>
          <a:off x="6516685" y="559239"/>
          <a:ext cx="846562" cy="846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949F4D-D518-496A-AB1D-47BAD17C7836}">
      <dsp:nvSpPr>
        <dsp:cNvPr id="0" name=""/>
        <dsp:cNvSpPr/>
      </dsp:nvSpPr>
      <dsp:spPr>
        <a:xfrm>
          <a:off x="5730591" y="21798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- Discussão coletiva sobre desafios e motivações</a:t>
          </a:r>
        </a:p>
      </dsp:txBody>
      <dsp:txXfrm>
        <a:off x="5730591" y="2179802"/>
        <a:ext cx="241875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79B806-095B-41A8-B3BD-21469E183FF0}">
      <dsp:nvSpPr>
        <dsp:cNvPr id="0" name=""/>
        <dsp:cNvSpPr/>
      </dsp:nvSpPr>
      <dsp:spPr>
        <a:xfrm>
          <a:off x="1291763" y="45713"/>
          <a:ext cx="1554187" cy="1554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05C323-673B-45A3-80CE-055B22D2BDAF}">
      <dsp:nvSpPr>
        <dsp:cNvPr id="0" name=""/>
        <dsp:cNvSpPr/>
      </dsp:nvSpPr>
      <dsp:spPr>
        <a:xfrm>
          <a:off x="341982" y="2001340"/>
          <a:ext cx="345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O que é </a:t>
          </a:r>
          <a:r>
            <a:rPr lang="en-US" sz="2400" kern="1200" dirty="0" err="1"/>
            <a:t>processamento</a:t>
          </a:r>
          <a:r>
            <a:rPr lang="en-US" sz="2400" kern="1200" dirty="0"/>
            <a:t> </a:t>
          </a:r>
          <a:r>
            <a:rPr lang="en-US" sz="2400" kern="1200" dirty="0" err="1"/>
            <a:t>distribuído</a:t>
          </a:r>
          <a:r>
            <a:rPr lang="en-US" sz="2400" kern="1200" dirty="0"/>
            <a:t>?</a:t>
          </a:r>
        </a:p>
      </dsp:txBody>
      <dsp:txXfrm>
        <a:off x="341982" y="2001340"/>
        <a:ext cx="3453750" cy="720000"/>
      </dsp:txXfrm>
    </dsp:sp>
    <dsp:sp modelId="{092FB4D5-661E-4B09-B8FF-33F81DD75CF0}">
      <dsp:nvSpPr>
        <dsp:cNvPr id="0" name=""/>
        <dsp:cNvSpPr/>
      </dsp:nvSpPr>
      <dsp:spPr>
        <a:xfrm>
          <a:off x="5349919" y="45713"/>
          <a:ext cx="1554187" cy="1554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19368C-6CB0-48BA-B796-2CA6D4847617}">
      <dsp:nvSpPr>
        <dsp:cNvPr id="0" name=""/>
        <dsp:cNvSpPr/>
      </dsp:nvSpPr>
      <dsp:spPr>
        <a:xfrm>
          <a:off x="4400138" y="2001340"/>
          <a:ext cx="345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 err="1"/>
            <a:t>Conceitos</a:t>
          </a:r>
          <a:r>
            <a:rPr lang="en-US" sz="2400" kern="1200" dirty="0"/>
            <a:t> de </a:t>
          </a:r>
          <a:r>
            <a:rPr lang="en-US" sz="2400" kern="1200" dirty="0" err="1"/>
            <a:t>paralelismo</a:t>
          </a:r>
          <a:r>
            <a:rPr lang="en-US" sz="2400" kern="1200" dirty="0"/>
            <a:t> e </a:t>
          </a:r>
          <a:r>
            <a:rPr lang="en-US" sz="2400" kern="1200" dirty="0" err="1"/>
            <a:t>escalabilidade</a:t>
          </a:r>
          <a:endParaRPr lang="en-US" sz="2400" kern="1200" dirty="0"/>
        </a:p>
      </dsp:txBody>
      <dsp:txXfrm>
        <a:off x="4400138" y="2001340"/>
        <a:ext cx="3453750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36148D-F1B1-455F-B763-BB10CFCD9339}">
      <dsp:nvSpPr>
        <dsp:cNvPr id="0" name=""/>
        <dsp:cNvSpPr/>
      </dsp:nvSpPr>
      <dsp:spPr>
        <a:xfrm>
          <a:off x="1000" y="83237"/>
          <a:ext cx="3511658" cy="222990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1C9A24-978B-40A3-B5B6-65813356086A}">
      <dsp:nvSpPr>
        <dsp:cNvPr id="0" name=""/>
        <dsp:cNvSpPr/>
      </dsp:nvSpPr>
      <dsp:spPr>
        <a:xfrm>
          <a:off x="391184" y="453912"/>
          <a:ext cx="3511658" cy="222990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- Diferenças fundamentais</a:t>
          </a:r>
        </a:p>
      </dsp:txBody>
      <dsp:txXfrm>
        <a:off x="456496" y="519224"/>
        <a:ext cx="3381034" cy="2099279"/>
      </dsp:txXfrm>
    </dsp:sp>
    <dsp:sp modelId="{B7132548-381D-41FC-82F0-4CF1C249AFDC}">
      <dsp:nvSpPr>
        <dsp:cNvPr id="0" name=""/>
        <dsp:cNvSpPr/>
      </dsp:nvSpPr>
      <dsp:spPr>
        <a:xfrm>
          <a:off x="4293027" y="83237"/>
          <a:ext cx="3511658" cy="222990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8296E1-B07F-4731-84B2-70A29EAE3577}">
      <dsp:nvSpPr>
        <dsp:cNvPr id="0" name=""/>
        <dsp:cNvSpPr/>
      </dsp:nvSpPr>
      <dsp:spPr>
        <a:xfrm>
          <a:off x="4683211" y="453912"/>
          <a:ext cx="3511658" cy="222990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- Aplicações e casos de uso</a:t>
          </a:r>
        </a:p>
      </dsp:txBody>
      <dsp:txXfrm>
        <a:off x="4748523" y="519224"/>
        <a:ext cx="3381034" cy="209927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626BAE-4A13-431A-AB96-628CCE1E4D49}">
      <dsp:nvSpPr>
        <dsp:cNvPr id="0" name=""/>
        <dsp:cNvSpPr/>
      </dsp:nvSpPr>
      <dsp:spPr>
        <a:xfrm>
          <a:off x="738477" y="513562"/>
          <a:ext cx="1079825" cy="10798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636CE0-278E-413C-B7C6-5FAF8E286E1E}">
      <dsp:nvSpPr>
        <dsp:cNvPr id="0" name=""/>
        <dsp:cNvSpPr/>
      </dsp:nvSpPr>
      <dsp:spPr>
        <a:xfrm>
          <a:off x="78583" y="1911041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 err="1"/>
            <a:t>Explicação</a:t>
          </a:r>
          <a:r>
            <a:rPr lang="en-US" sz="1700" kern="1200" dirty="0"/>
            <a:t> </a:t>
          </a:r>
          <a:r>
            <a:rPr lang="en-US" sz="1700" kern="1200" dirty="0" err="1"/>
            <a:t>sobre</a:t>
          </a:r>
          <a:r>
            <a:rPr lang="en-US" sz="1700" kern="1200" dirty="0"/>
            <a:t> partes </a:t>
          </a:r>
          <a:r>
            <a:rPr lang="en-US" sz="1700" kern="1200" dirty="0" err="1"/>
            <a:t>interessadas</a:t>
          </a:r>
          <a:r>
            <a:rPr lang="en-US" sz="1700" kern="1200" dirty="0"/>
            <a:t> e base de dados</a:t>
          </a:r>
        </a:p>
      </dsp:txBody>
      <dsp:txXfrm>
        <a:off x="78583" y="1911041"/>
        <a:ext cx="2399612" cy="720000"/>
      </dsp:txXfrm>
    </dsp:sp>
    <dsp:sp modelId="{3994A6BD-DC7E-4CB9-81FC-D4481B4E7760}">
      <dsp:nvSpPr>
        <dsp:cNvPr id="0" name=""/>
        <dsp:cNvSpPr/>
      </dsp:nvSpPr>
      <dsp:spPr>
        <a:xfrm>
          <a:off x="3558022" y="513562"/>
          <a:ext cx="1079825" cy="10798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BEB4BB-D6D5-4E74-827D-47F9CD627D76}">
      <dsp:nvSpPr>
        <dsp:cNvPr id="0" name=""/>
        <dsp:cNvSpPr/>
      </dsp:nvSpPr>
      <dsp:spPr>
        <a:xfrm>
          <a:off x="2898129" y="1911041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 err="1"/>
            <a:t>Estrutura</a:t>
          </a:r>
          <a:r>
            <a:rPr lang="en-US" sz="1700" kern="1200" dirty="0"/>
            <a:t> da </a:t>
          </a:r>
          <a:r>
            <a:rPr lang="en-US" sz="1700" kern="1200" dirty="0" err="1"/>
            <a:t>pesquisa</a:t>
          </a:r>
          <a:r>
            <a:rPr lang="en-US" sz="1700" kern="1200" dirty="0"/>
            <a:t> e </a:t>
          </a:r>
          <a:r>
            <a:rPr lang="en-US" sz="1700" kern="1200" dirty="0" err="1"/>
            <a:t>justificativa</a:t>
          </a:r>
          <a:r>
            <a:rPr lang="en-US" sz="1700" kern="1200" dirty="0"/>
            <a:t> para a </a:t>
          </a:r>
          <a:r>
            <a:rPr lang="en-US" sz="1700" kern="1200" dirty="0" err="1"/>
            <a:t>escolha</a:t>
          </a:r>
          <a:r>
            <a:rPr lang="en-US" sz="1700" kern="1200" dirty="0"/>
            <a:t> da </a:t>
          </a:r>
          <a:r>
            <a:rPr lang="en-US" sz="1700" kern="1200" dirty="0" err="1"/>
            <a:t>tecnologia</a:t>
          </a:r>
          <a:endParaRPr lang="en-US" sz="1700" kern="1200" dirty="0"/>
        </a:p>
      </dsp:txBody>
      <dsp:txXfrm>
        <a:off x="2898129" y="1911041"/>
        <a:ext cx="2399612" cy="720000"/>
      </dsp:txXfrm>
    </dsp:sp>
    <dsp:sp modelId="{F70981AA-14B1-43E4-9134-14113A31B561}">
      <dsp:nvSpPr>
        <dsp:cNvPr id="0" name=""/>
        <dsp:cNvSpPr/>
      </dsp:nvSpPr>
      <dsp:spPr>
        <a:xfrm>
          <a:off x="6377567" y="513562"/>
          <a:ext cx="1079825" cy="10798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79BF94-1324-4C28-AB8A-E6E5E7EE4C56}">
      <dsp:nvSpPr>
        <dsp:cNvPr id="0" name=""/>
        <dsp:cNvSpPr/>
      </dsp:nvSpPr>
      <dsp:spPr>
        <a:xfrm>
          <a:off x="5717674" y="1911041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 err="1"/>
            <a:t>Momento</a:t>
          </a:r>
          <a:r>
            <a:rPr lang="en-US" sz="1700" kern="1200" dirty="0"/>
            <a:t> para </a:t>
          </a:r>
          <a:r>
            <a:rPr lang="en-US" sz="1700" kern="1200" dirty="0" err="1"/>
            <a:t>esclarecimento</a:t>
          </a:r>
          <a:r>
            <a:rPr lang="en-US" sz="1700" kern="1200" dirty="0"/>
            <a:t> de </a:t>
          </a:r>
          <a:r>
            <a:rPr lang="en-US" sz="1700" kern="1200" dirty="0" err="1"/>
            <a:t>dúvidas</a:t>
          </a:r>
          <a:endParaRPr lang="en-US" sz="1700" kern="1200" dirty="0"/>
        </a:p>
      </dsp:txBody>
      <dsp:txXfrm>
        <a:off x="5717674" y="1911041"/>
        <a:ext cx="2399612" cy="720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F646E3-D5A9-4F9C-85BC-BF410DE2A9F0}">
      <dsp:nvSpPr>
        <dsp:cNvPr id="0" name=""/>
        <dsp:cNvSpPr/>
      </dsp:nvSpPr>
      <dsp:spPr>
        <a:xfrm>
          <a:off x="518185" y="244801"/>
          <a:ext cx="1475437" cy="147543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275381-871C-4771-A243-22C7DAABD60C}">
      <dsp:nvSpPr>
        <dsp:cNvPr id="0" name=""/>
        <dsp:cNvSpPr/>
      </dsp:nvSpPr>
      <dsp:spPr>
        <a:xfrm>
          <a:off x="832623" y="559239"/>
          <a:ext cx="846562" cy="846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D391E2-6BCF-4A55-A010-11B983EE64E8}">
      <dsp:nvSpPr>
        <dsp:cNvPr id="0" name=""/>
        <dsp:cNvSpPr/>
      </dsp:nvSpPr>
      <dsp:spPr>
        <a:xfrm>
          <a:off x="46529" y="21798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 dirty="0"/>
            <a:t>Como </a:t>
          </a:r>
          <a:r>
            <a:rPr lang="en-US" sz="1700" kern="1200" dirty="0" err="1"/>
            <a:t>processar</a:t>
          </a:r>
          <a:r>
            <a:rPr lang="en-US" sz="1700" kern="1200" dirty="0"/>
            <a:t> um </a:t>
          </a:r>
          <a:r>
            <a:rPr lang="en-US" sz="1700" kern="1200" dirty="0" err="1"/>
            <a:t>grande</a:t>
          </a:r>
          <a:r>
            <a:rPr lang="en-US" sz="1700" kern="1200" dirty="0"/>
            <a:t> volume de dados?</a:t>
          </a:r>
        </a:p>
      </dsp:txBody>
      <dsp:txXfrm>
        <a:off x="46529" y="2179802"/>
        <a:ext cx="2418750" cy="720000"/>
      </dsp:txXfrm>
    </dsp:sp>
    <dsp:sp modelId="{72A38FEC-0737-4B9B-BDA3-43C132675EBC}">
      <dsp:nvSpPr>
        <dsp:cNvPr id="0" name=""/>
        <dsp:cNvSpPr/>
      </dsp:nvSpPr>
      <dsp:spPr>
        <a:xfrm>
          <a:off x="3360216" y="244801"/>
          <a:ext cx="1475437" cy="147543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CC2353-35AC-45B4-BCD3-7EB7B1AA0BEF}">
      <dsp:nvSpPr>
        <dsp:cNvPr id="0" name=""/>
        <dsp:cNvSpPr/>
      </dsp:nvSpPr>
      <dsp:spPr>
        <a:xfrm>
          <a:off x="3674654" y="559239"/>
          <a:ext cx="846562" cy="846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017225-4D1A-42A1-BC0C-45CD9493913C}">
      <dsp:nvSpPr>
        <dsp:cNvPr id="0" name=""/>
        <dsp:cNvSpPr/>
      </dsp:nvSpPr>
      <dsp:spPr>
        <a:xfrm>
          <a:off x="2888560" y="21798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 dirty="0" err="1"/>
            <a:t>Definição</a:t>
          </a:r>
          <a:r>
            <a:rPr lang="en-US" sz="1700" kern="1200" dirty="0"/>
            <a:t> de </a:t>
          </a:r>
          <a:r>
            <a:rPr lang="en-US" sz="1700" kern="1200" dirty="0" err="1"/>
            <a:t>abordagem</a:t>
          </a:r>
          <a:r>
            <a:rPr lang="en-US" sz="1700" kern="1200" dirty="0"/>
            <a:t> (Batch </a:t>
          </a:r>
          <a:r>
            <a:rPr lang="en-US" sz="1700" kern="1200" dirty="0" err="1"/>
            <a:t>ou</a:t>
          </a:r>
          <a:r>
            <a:rPr lang="en-US" sz="1700" kern="1200" dirty="0"/>
            <a:t> Stream) e </a:t>
          </a:r>
          <a:r>
            <a:rPr lang="en-US" sz="1700" kern="1200" dirty="0" err="1"/>
            <a:t>justificativa</a:t>
          </a:r>
          <a:endParaRPr lang="en-US" sz="1700" kern="1200" dirty="0"/>
        </a:p>
      </dsp:txBody>
      <dsp:txXfrm>
        <a:off x="2888560" y="2179802"/>
        <a:ext cx="2418750" cy="720000"/>
      </dsp:txXfrm>
    </dsp:sp>
    <dsp:sp modelId="{73A7FA70-707D-4A76-80E7-94BF4DE46A55}">
      <dsp:nvSpPr>
        <dsp:cNvPr id="0" name=""/>
        <dsp:cNvSpPr/>
      </dsp:nvSpPr>
      <dsp:spPr>
        <a:xfrm>
          <a:off x="6202248" y="244801"/>
          <a:ext cx="1475437" cy="147543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D39BBA-40CE-4D8E-A02B-55DE747D0007}">
      <dsp:nvSpPr>
        <dsp:cNvPr id="0" name=""/>
        <dsp:cNvSpPr/>
      </dsp:nvSpPr>
      <dsp:spPr>
        <a:xfrm>
          <a:off x="6516685" y="559239"/>
          <a:ext cx="846562" cy="846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C53010-11D9-495B-B56F-B6BE97EE8F8B}">
      <dsp:nvSpPr>
        <dsp:cNvPr id="0" name=""/>
        <dsp:cNvSpPr/>
      </dsp:nvSpPr>
      <dsp:spPr>
        <a:xfrm>
          <a:off x="5730591" y="21798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 dirty="0" err="1"/>
            <a:t>Apresentação</a:t>
          </a:r>
          <a:r>
            <a:rPr lang="en-US" sz="1700" kern="1200" dirty="0"/>
            <a:t> do </a:t>
          </a:r>
          <a:r>
            <a:rPr lang="en-US" sz="1700" kern="1200" dirty="0" err="1"/>
            <a:t>resumo</a:t>
          </a:r>
          <a:r>
            <a:rPr lang="en-US" sz="1700" kern="1200" dirty="0"/>
            <a:t> da </a:t>
          </a:r>
          <a:r>
            <a:rPr lang="en-US" sz="1700" kern="1200" dirty="0" err="1"/>
            <a:t>proposta</a:t>
          </a:r>
          <a:endParaRPr lang="en-US" sz="1700" kern="1200" dirty="0"/>
        </a:p>
      </dsp:txBody>
      <dsp:txXfrm>
        <a:off x="5730591" y="2179802"/>
        <a:ext cx="24187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037364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07803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727519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452343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6B28B2-2FA1-BFDF-415B-4B103C288B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4D71B74-B9FF-4AAD-3086-0F6DA55188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4A060BF-EB1A-2BAD-2AA4-DE7817761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FEBF5DE-D1E5-7276-4FE8-A79BF2C99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1C31427-2816-018B-64EC-036806C46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54679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C7F78E-9E47-F9B8-4001-791D83E33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9DE687E-5AC7-3825-3A6C-5B09553740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3264B0C-DFA9-4D16-F5CE-90EF9049B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EDDA321-7894-7247-B308-8700301AC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9796340-281F-3068-3A10-A916D5C29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7408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B8C174-99EF-B2C2-8EFC-7DC095D11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285B4F9-1367-0BE2-9042-15391E3D6A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27308F-7728-B3F9-7BF4-C4C93C1D3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C312A0F-9AF6-DBA7-7EED-9D5D2613A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10AB0AE-477F-D022-14B4-DEFEE0E39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4143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39B462-CC2A-A76D-B1F9-913B5D601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4A3A5D6-7721-B8EC-C543-CF6748A674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7A9A134-9056-D362-06B6-E8C4280F22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A1161CC-7F4E-8021-4D08-620FD387A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7A5E81D-35E6-4C92-2B55-E8C896D50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D500678-7551-4719-E9DA-2ECEF852C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02562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1B3A88-8F97-C627-9CED-EAAD2EF58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D58C3D9-05C8-110E-616D-8B6C371299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7920D7A-608F-EC27-FCF7-414D73F2BC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2495B5E-5363-00AD-1EFB-4EA3DDEA72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7636F17-5E10-D088-9BF0-6EB8855794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180F150-9154-E223-15B5-E59E47B97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B2E5ED0-475F-0763-BD30-95B8E5EE7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A4546FB-502C-22F9-B327-1D189A49F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5927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167955-8A81-B686-41AE-561034F81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635DBF9-D787-4D83-7285-780F0EFF4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60A4A56-BA62-4B60-7DD0-CF2BEA4B3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E7AC2EC-B565-9DA7-593F-FDB18C88A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6176528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B0A300F-CA15-6999-A8F9-B7C5F7DFD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788DC35-D780-7AC4-2A80-951E4B6E0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1CA1B49-EB7E-BCB9-5D80-E71B24AF8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35282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A9B394-897D-D36F-7E49-9D8664611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EFE95FB-4A98-5900-4655-747E68AEC9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894D6F6-78C9-7047-FCFB-D7011E30A0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DE17DE0-F213-66DF-9858-E960E8C9D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76C299F-8DBA-64E5-B9C1-974D8C0A3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DF28369-78D1-E79B-F8E1-BD796B031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7073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A6CFCF-556E-7566-3BBD-51FEA2E20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2D81DDB-0C22-83EA-79FF-702BBD66EF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B8DCB36-98DE-98EB-5D1B-9F04C4D773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7F6C12D-BD86-0D3B-2423-39CC4395E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6492752-B1E5-F616-A40E-F73BCAEDA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E432AC3-A383-E9CA-F265-595E4121F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499977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9A2CB1-ECB1-5C29-286C-10834B6E8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F6F142D-CEB7-59CE-1E22-F19F8A9092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2690F8E-512C-6F48-D404-BE372B29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F25FEC-9E15-62FD-55D6-4CCFD7C21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7C3F2B0-F9E7-55A4-BBE4-D305925DE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38236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E7D544C-4C31-62E6-1178-4F3CF39921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89FA89F-4DCE-3842-F26D-8BFD1F0EFD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8A72A93-A606-FD52-1589-1FA68E556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C82C9CB-0C80-5B9B-63CF-6AEC3F5BD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EB4401D-876D-7FBA-9C41-575D7628A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1715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1A4A902-59F4-5B94-0701-62A962926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3B73F45-125F-8E94-3BF4-1ACAC6758D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F93E40-37F0-CACE-77E9-807E913F38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CCCFBF3-08F6-3648-B739-5CE12B543D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00FF596-F7BE-634E-42B3-EF7C144E02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4927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sv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sv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sv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sv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sv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sv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sv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sv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sv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sv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sv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sv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sv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sv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sv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sv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49953"/>
            <a:ext cx="9225213" cy="519345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AC9CFFF4-3552-E7DE-922C-18A8A9015A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r"/>
            <a:r>
              <a:rPr lang="pt-BR" sz="3600" dirty="0">
                <a:solidFill>
                  <a:schemeClr val="bg1"/>
                </a:solidFill>
              </a:rPr>
              <a:t>Fundamentos de Big Data</a:t>
            </a:r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87BCF01B-AAAD-C1E6-4356-8C88EF2E19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pt-BR" sz="1600" dirty="0">
                <a:solidFill>
                  <a:schemeClr val="bg1"/>
                </a:solidFill>
              </a:rPr>
              <a:t>José Pedro Calistro Torres de Miranda</a:t>
            </a:r>
          </a:p>
        </p:txBody>
      </p:sp>
      <p:sp>
        <p:nvSpPr>
          <p:cNvPr id="6" name="Subtítulo 3">
            <a:extLst>
              <a:ext uri="{FF2B5EF4-FFF2-40B4-BE49-F238E27FC236}">
                <a16:creationId xmlns:a16="http://schemas.microsoft.com/office/drawing/2014/main" id="{20CD7920-B612-26F0-C2E0-0E4513C4C19B}"/>
              </a:ext>
            </a:extLst>
          </p:cNvPr>
          <p:cNvSpPr txBox="1">
            <a:spLocks/>
          </p:cNvSpPr>
          <p:nvPr/>
        </p:nvSpPr>
        <p:spPr>
          <a:xfrm>
            <a:off x="624321" y="2602294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marR="0" lvl="1" indent="-3429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pt-BR" sz="1600" dirty="0">
                <a:solidFill>
                  <a:schemeClr val="bg1"/>
                </a:solidFill>
              </a:rPr>
              <a:t>Professor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58C101-9E98-9711-BA90-26D781C26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F231B5C-4085-C0C9-53B9-901154D73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234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B611794-B387-BF22-844E-C5C82AA63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545" y="803100"/>
            <a:ext cx="2954766" cy="4187344"/>
          </a:xfrm>
        </p:spPr>
        <p:txBody>
          <a:bodyPr>
            <a:normAutofit/>
          </a:bodyPr>
          <a:lstStyle/>
          <a:p>
            <a:pPr algn="r"/>
            <a:r>
              <a:rPr lang="pt-BR" sz="6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Agenda</a:t>
            </a:r>
            <a:endParaRPr lang="pt-BR" sz="60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C4E655F-8CEB-C7A0-BF5B-C23E8B2115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849085"/>
            <a:ext cx="0" cy="428818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C70079A2-0FEA-7CE8-FF78-C676F222EF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60737225"/>
              </p:ext>
            </p:extLst>
          </p:nvPr>
        </p:nvGraphicFramePr>
        <p:xfrm>
          <a:off x="3777768" y="849085"/>
          <a:ext cx="5276290" cy="41413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768128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9CAB0C8-1A3A-43B2-B1A0-933453A7910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graphicEl>
                                              <a:dgm id="{59CAB0C8-1A3A-43B2-B1A0-933453A7910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graphicEl>
                                              <a:dgm id="{59CAB0C8-1A3A-43B2-B1A0-933453A7910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73FE9094-AC33-4E7E-A195-DF188F05A82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graphicEl>
                                              <a:dgm id="{73FE9094-AC33-4E7E-A195-DF188F05A82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graphicEl>
                                              <a:dgm id="{73FE9094-AC33-4E7E-A195-DF188F05A82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05CEB7B-5A71-491C-A818-DACB9CE71CB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>
                                            <p:graphicEl>
                                              <a:dgm id="{005CEB7B-5A71-491C-A818-DACB9CE71CB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>
                                            <p:graphicEl>
                                              <a:dgm id="{005CEB7B-5A71-491C-A818-DACB9CE71CB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22B273C-6A49-4ED3-9810-F1E7A12E99E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>
                                            <p:graphicEl>
                                              <a:dgm id="{522B273C-6A49-4ED3-9810-F1E7A12E99E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>
                                            <p:graphicEl>
                                              <a:dgm id="{522B273C-6A49-4ED3-9810-F1E7A12E99E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7DD598F-6534-441A-B8F2-99ED3C78197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graphicEl>
                                              <a:dgm id="{B7DD598F-6534-441A-B8F2-99ED3C78197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graphicEl>
                                              <a:dgm id="{B7DD598F-6534-441A-B8F2-99ED3C78197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1A85021-66A4-4C4B-9FFB-3D44D85C43E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>
                                            <p:graphicEl>
                                              <a:dgm id="{11A85021-66A4-4C4B-9FFB-3D44D85C43E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>
                                            <p:graphicEl>
                                              <a:dgm id="{11A85021-66A4-4C4B-9FFB-3D44D85C43E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8E77481-E82C-4660-A4D5-C4E9501F98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>
                                            <p:graphicEl>
                                              <a:dgm id="{28E77481-E82C-4660-A4D5-C4E9501F98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>
                                            <p:graphicEl>
                                              <a:dgm id="{28E77481-E82C-4660-A4D5-C4E9501F98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852115A-9961-4237-A70E-C835E32287A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">
                                            <p:graphicEl>
                                              <a:dgm id="{C852115A-9961-4237-A70E-C835E32287A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">
                                            <p:graphicEl>
                                              <a:dgm id="{C852115A-9961-4237-A70E-C835E32287A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A3CDD22-DA96-4E5D-AECE-8ED9D353318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>
                                            <p:graphicEl>
                                              <a:dgm id="{BA3CDD22-DA96-4E5D-AECE-8ED9D353318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>
                                            <p:graphicEl>
                                              <a:dgm id="{BA3CDD22-DA96-4E5D-AECE-8ED9D353318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99465E1E-94C6-4127-8B8A-06E8CB7C7A5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">
                                            <p:graphicEl>
                                              <a:dgm id="{99465E1E-94C6-4127-8B8A-06E8CB7C7A5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">
                                            <p:graphicEl>
                                              <a:dgm id="{99465E1E-94C6-4127-8B8A-06E8CB7C7A5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0BA6B05-EE07-427F-9473-E38B359FD13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">
                                            <p:graphicEl>
                                              <a:dgm id="{10BA6B05-EE07-427F-9473-E38B359FD13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">
                                            <p:graphicEl>
                                              <a:dgm id="{10BA6B05-EE07-427F-9473-E38B359FD13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91B5DD1-1236-43F7-AB9E-EF6E2BE5D6E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5">
                                            <p:graphicEl>
                                              <a:dgm id="{291B5DD1-1236-43F7-AB9E-EF6E2BE5D6E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5">
                                            <p:graphicEl>
                                              <a:dgm id="{291B5DD1-1236-43F7-AB9E-EF6E2BE5D6E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258E63C-68A5-4468-8709-99CB535AC9F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5">
                                            <p:graphicEl>
                                              <a:dgm id="{2258E63C-68A5-4468-8709-99CB535AC9F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5">
                                            <p:graphicEl>
                                              <a:dgm id="{2258E63C-68A5-4468-8709-99CB535AC9F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1361C7B-ABB4-4B41-8818-A7DE93DCA3B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">
                                            <p:graphicEl>
                                              <a:dgm id="{F1361C7B-ABB4-4B41-8818-A7DE93DCA3B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5">
                                            <p:graphicEl>
                                              <a:dgm id="{F1361C7B-ABB4-4B41-8818-A7DE93DCA3B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A9199D3-F6AB-466B-B268-16602F1C304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5">
                                            <p:graphicEl>
                                              <a:dgm id="{BA9199D3-F6AB-466B-B268-16602F1C304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5">
                                            <p:graphicEl>
                                              <a:dgm id="{BA9199D3-F6AB-466B-B268-16602F1C304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738CD8FE-FE55-46D9-9138-098F19372BA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5">
                                            <p:graphicEl>
                                              <a:dgm id="{738CD8FE-FE55-46D9-9138-098F19372BA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5">
                                            <p:graphicEl>
                                              <a:dgm id="{738CD8FE-FE55-46D9-9138-098F19372BA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D23055D-4A27-4D15-9976-994CB7D3365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5">
                                            <p:graphicEl>
                                              <a:dgm id="{8D23055D-4A27-4D15-9976-994CB7D3365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5">
                                            <p:graphicEl>
                                              <a:dgm id="{8D23055D-4A27-4D15-9976-994CB7D3365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1B03AEF-1BFA-4FCF-AA39-4124F9F63C3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5">
                                            <p:graphicEl>
                                              <a:dgm id="{F1B03AEF-1BFA-4FCF-AA39-4124F9F63C3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5">
                                            <p:graphicEl>
                                              <a:dgm id="{F1B03AEF-1BFA-4FCF-AA39-4124F9F63C3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348C128-1E9C-4370-A411-AFA453B76B0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5">
                                            <p:graphicEl>
                                              <a:dgm id="{F348C128-1E9C-4370-A411-AFA453B76B0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5">
                                            <p:graphicEl>
                                              <a:dgm id="{F348C128-1E9C-4370-A411-AFA453B76B0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860723C-5682-4F6E-B47C-6538CD5387F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5">
                                            <p:graphicEl>
                                              <a:dgm id="{F860723C-5682-4F6E-B47C-6538CD5387F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5">
                                            <p:graphicEl>
                                              <a:dgm id="{F860723C-5682-4F6E-B47C-6538CD5387F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E734D2D-5FB5-43EA-BA59-35B68C2CB1E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5">
                                            <p:graphicEl>
                                              <a:dgm id="{1E734D2D-5FB5-43EA-BA59-35B68C2CB1E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5">
                                            <p:graphicEl>
                                              <a:dgm id="{1E734D2D-5FB5-43EA-BA59-35B68C2CB1E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75CA960-E6DE-4C36-BC7C-596A4E74F17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5">
                                            <p:graphicEl>
                                              <a:dgm id="{375CA960-E6DE-4C36-BC7C-596A4E74F17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5">
                                            <p:graphicEl>
                                              <a:dgm id="{375CA960-E6DE-4C36-BC7C-596A4E74F17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F74BF94-D54B-4BA0-9D9B-EEF96092308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5">
                                            <p:graphicEl>
                                              <a:dgm id="{8F74BF94-D54B-4BA0-9D9B-EEF96092308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5">
                                            <p:graphicEl>
                                              <a:dgm id="{8F74BF94-D54B-4BA0-9D9B-EEF96092308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B736A84-7747-4EA0-AC43-3444C8FCCE6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5">
                                            <p:graphicEl>
                                              <a:dgm id="{2B736A84-7747-4EA0-AC43-3444C8FCCE6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5">
                                            <p:graphicEl>
                                              <a:dgm id="{2B736A84-7747-4EA0-AC43-3444C8FCCE6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8D1AA55E-40D5-461B-A5A8-4AE8AAB71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7972837-CB0C-6F56-F26E-2A053DA08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002292"/>
            <a:ext cx="4616991" cy="887195"/>
          </a:xfrm>
        </p:spPr>
        <p:txBody>
          <a:bodyPr anchor="b">
            <a:normAutofit/>
          </a:bodyPr>
          <a:lstStyle/>
          <a:p>
            <a:r>
              <a:rPr lang="pt-BR" sz="4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Objetivo da aula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EB498BD-8089-4626-91EA-4978EBEF5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04852"/>
            <a:ext cx="5927792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8726801-AA1F-7181-A680-DBA3E16E4C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832" y="2121997"/>
            <a:ext cx="4912143" cy="2508344"/>
          </a:xfrm>
        </p:spPr>
        <p:txBody>
          <a:bodyPr anchor="t"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pt-BR" sz="1500" dirty="0">
                <a:solidFill>
                  <a:srgbClr val="000000"/>
                </a:solidFill>
                <a:latin typeface="Calibri" panose="020F0502020204030204" pitchFamily="34" charset="0"/>
              </a:rPr>
              <a:t>Compreender o processamento distribuído e paralelismo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pt-BR" sz="1500" dirty="0">
                <a:solidFill>
                  <a:srgbClr val="000000"/>
                </a:solidFill>
                <a:latin typeface="Calibri" panose="020F0502020204030204" pitchFamily="34" charset="0"/>
              </a:rPr>
              <a:t>Diferenciar Batch </a:t>
            </a:r>
            <a:r>
              <a:rPr lang="pt-BR" sz="1500" dirty="0" err="1">
                <a:solidFill>
                  <a:srgbClr val="000000"/>
                </a:solidFill>
                <a:latin typeface="Calibri" panose="020F0502020204030204" pitchFamily="34" charset="0"/>
              </a:rPr>
              <a:t>Processing</a:t>
            </a:r>
            <a:r>
              <a:rPr lang="pt-BR" sz="1500" dirty="0">
                <a:solidFill>
                  <a:srgbClr val="000000"/>
                </a:solidFill>
                <a:latin typeface="Calibri" panose="020F0502020204030204" pitchFamily="34" charset="0"/>
              </a:rPr>
              <a:t> e </a:t>
            </a:r>
            <a:r>
              <a:rPr lang="pt-BR" sz="1500" dirty="0" err="1">
                <a:solidFill>
                  <a:srgbClr val="000000"/>
                </a:solidFill>
                <a:latin typeface="Calibri" panose="020F0502020204030204" pitchFamily="34" charset="0"/>
              </a:rPr>
              <a:t>Stream</a:t>
            </a:r>
            <a:r>
              <a:rPr lang="pt-BR" sz="15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pt-BR" sz="1500" dirty="0" err="1">
                <a:solidFill>
                  <a:srgbClr val="000000"/>
                </a:solidFill>
                <a:latin typeface="Calibri" panose="020F0502020204030204" pitchFamily="34" charset="0"/>
              </a:rPr>
              <a:t>Processing</a:t>
            </a:r>
            <a:endParaRPr lang="pt-BR" sz="15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pt-BR" sz="1500" dirty="0">
                <a:solidFill>
                  <a:srgbClr val="000000"/>
                </a:solidFill>
                <a:latin typeface="Calibri" panose="020F0502020204030204" pitchFamily="34" charset="0"/>
              </a:rPr>
              <a:t>Explorar arquiteturas escaláveis para Big Data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pt-BR" sz="1500" dirty="0">
                <a:solidFill>
                  <a:srgbClr val="000000"/>
                </a:solidFill>
                <a:latin typeface="Calibri" panose="020F0502020204030204" pitchFamily="34" charset="0"/>
              </a:rPr>
              <a:t>Aplicar conceitos em um mini estudo de caso</a:t>
            </a:r>
          </a:p>
        </p:txBody>
      </p:sp>
      <p:pic>
        <p:nvPicPr>
          <p:cNvPr id="7" name="Graphic 6" descr="Na mosca">
            <a:extLst>
              <a:ext uri="{FF2B5EF4-FFF2-40B4-BE49-F238E27FC236}">
                <a16:creationId xmlns:a16="http://schemas.microsoft.com/office/drawing/2014/main" id="{251E68E2-A835-4448-5B61-3A8E64480E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79489" y="1485663"/>
            <a:ext cx="2661303" cy="2661303"/>
          </a:xfrm>
          <a:prstGeom prst="rect">
            <a:avLst/>
          </a:prstGeom>
        </p:spPr>
      </p:pic>
      <p:sp>
        <p:nvSpPr>
          <p:cNvPr id="27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93414" y="1424463"/>
            <a:ext cx="104279" cy="10427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9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27646" y="1642446"/>
            <a:ext cx="68354" cy="68353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6" name="Imagem 5" descr="logo CEUB versão condensada">
            <a:extLst>
              <a:ext uri="{FF2B5EF4-FFF2-40B4-BE49-F238E27FC236}">
                <a16:creationId xmlns:a16="http://schemas.microsoft.com/office/drawing/2014/main" id="{4B60DB47-FC79-B2EA-488E-7D738303B8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48" t="30232" r="26955" b="13954"/>
          <a:stretch/>
        </p:blipFill>
        <p:spPr bwMode="auto">
          <a:xfrm>
            <a:off x="163068" y="-5996"/>
            <a:ext cx="1055671" cy="6142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7579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234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803100"/>
            <a:ext cx="2954766" cy="4187344"/>
          </a:xfrm>
        </p:spPr>
        <p:txBody>
          <a:bodyPr>
            <a:normAutofit/>
          </a:bodyPr>
          <a:lstStyle/>
          <a:p>
            <a:pPr algn="r"/>
            <a:r>
              <a:rPr lang="pt-BR" sz="5600"/>
              <a:t>Revisão: O que Vimos na Aula Anterior?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849085"/>
            <a:ext cx="0" cy="428818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F405E97C-BAA0-D6D2-E575-0D688D3EB2A1}"/>
              </a:ext>
            </a:extLst>
          </p:cNvPr>
          <p:cNvSpPr txBox="1">
            <a:spLocks/>
          </p:cNvSpPr>
          <p:nvPr/>
        </p:nvSpPr>
        <p:spPr>
          <a:xfrm>
            <a:off x="4570578" y="602216"/>
            <a:ext cx="3733482" cy="10905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pt-BR" sz="2700" dirty="0">
              <a:solidFill>
                <a:schemeClr val="tx2"/>
              </a:solidFill>
            </a:endParaRPr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C82F8EF5-2D6E-46F5-C42F-9B54719A5E3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2752896"/>
              </p:ext>
            </p:extLst>
          </p:nvPr>
        </p:nvGraphicFramePr>
        <p:xfrm>
          <a:off x="3831401" y="803100"/>
          <a:ext cx="4683949" cy="41920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0A773BFC-DEA2-4342-936E-1BE1D9B35F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graphicEl>
                                              <a:dgm id="{0A773BFC-DEA2-4342-936E-1BE1D9B35F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graphicEl>
                                              <a:dgm id="{0A773BFC-DEA2-4342-936E-1BE1D9B35F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245EB02-E19C-4254-BFC6-C912A0A567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graphicEl>
                                              <a:dgm id="{3245EB02-E19C-4254-BFC6-C912A0A567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graphicEl>
                                              <a:dgm id="{3245EB02-E19C-4254-BFC6-C912A0A567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4F203A7-8BCC-4978-98C7-7BDFE69ECDE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graphicEl>
                                              <a:dgm id="{C4F203A7-8BCC-4978-98C7-7BDFE69ECDE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graphicEl>
                                              <a:dgm id="{C4F203A7-8BCC-4978-98C7-7BDFE69ECDE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CD6232A-1332-459F-AAE5-DA65A50B83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>
                                            <p:graphicEl>
                                              <a:dgm id="{3CD6232A-1332-459F-AAE5-DA65A50B83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>
                                            <p:graphicEl>
                                              <a:dgm id="{3CD6232A-1332-459F-AAE5-DA65A50B83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FD64615-B3EA-4394-84A8-8D14BE5F69F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graphicEl>
                                              <a:dgm id="{1FD64615-B3EA-4394-84A8-8D14BE5F69F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graphicEl>
                                              <a:dgm id="{1FD64615-B3EA-4394-84A8-8D14BE5F69F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B985094-C0E3-40C4-8E6C-88AD73C4888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>
                                            <p:graphicEl>
                                              <a:dgm id="{DB985094-C0E3-40C4-8E6C-88AD73C4888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>
                                            <p:graphicEl>
                                              <a:dgm id="{DB985094-C0E3-40C4-8E6C-88AD73C4888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81E026D-1D57-405B-AC80-96657B3F80B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>
                                            <p:graphicEl>
                                              <a:dgm id="{681E026D-1D57-405B-AC80-96657B3F80B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>
                                            <p:graphicEl>
                                              <a:dgm id="{681E026D-1D57-405B-AC80-96657B3F80B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FE67ED4-78A0-4F63-B7E9-4961BC8C08C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">
                                            <p:graphicEl>
                                              <a:dgm id="{9FE67ED4-78A0-4F63-B7E9-4961BC8C08C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">
                                            <p:graphicEl>
                                              <a:dgm id="{9FE67ED4-78A0-4F63-B7E9-4961BC8C08C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EBC9657-BCEF-4B28-ABE3-E724D51762A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graphicEl>
                                              <a:dgm id="{FEBC9657-BCEF-4B28-ABE3-E724D51762A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>
                                            <p:graphicEl>
                                              <a:dgm id="{FEBC9657-BCEF-4B28-ABE3-E724D51762A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A311A07-D160-4726-90E4-68EB185CA3E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">
                                            <p:graphicEl>
                                              <a:dgm id="{AA311A07-D160-4726-90E4-68EB185CA3E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">
                                            <p:graphicEl>
                                              <a:dgm id="{AA311A07-D160-4726-90E4-68EB185CA3E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F9EB737-9519-43CA-9480-7B7D44DF70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">
                                            <p:graphicEl>
                                              <a:dgm id="{AF9EB737-9519-43CA-9480-7B7D44DF70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4">
                                            <p:graphicEl>
                                              <a:dgm id="{AF9EB737-9519-43CA-9480-7B7D44DF70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53850920-9FF8-4F1C-9444-79CE8F08943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">
                                            <p:graphicEl>
                                              <a:dgm id="{53850920-9FF8-4F1C-9444-79CE8F08943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4">
                                            <p:graphicEl>
                                              <a:dgm id="{53850920-9FF8-4F1C-9444-79CE8F08943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182309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80833" y="-3980834"/>
            <a:ext cx="1182335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261648"/>
            <a:ext cx="7533018" cy="658297"/>
          </a:xfrm>
        </p:spPr>
        <p:txBody>
          <a:bodyPr anchor="ctr">
            <a:normAutofit/>
          </a:bodyPr>
          <a:lstStyle/>
          <a:p>
            <a:r>
              <a:rPr lang="it-IT" sz="3000" dirty="0">
                <a:solidFill>
                  <a:srgbClr val="FFFFFF"/>
                </a:solidFill>
              </a:rPr>
              <a:t>Check-in e Quebra-Gelo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C8B725A-B5A8-0993-A4A1-79ACB4C955B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61764886"/>
              </p:ext>
            </p:extLst>
          </p:nvPr>
        </p:nvGraphicFramePr>
        <p:xfrm>
          <a:off x="483042" y="1584434"/>
          <a:ext cx="8195871" cy="31446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93FE3C08-BD6C-4708-B98A-D4CC45B3DC2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graphicEl>
                                              <a:dgm id="{93FE3C08-BD6C-4708-B98A-D4CC45B3DC2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graphicEl>
                                              <a:dgm id="{93FE3C08-BD6C-4708-B98A-D4CC45B3DC2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03404ED-5A99-4400-A74F-0DAAB9BC5C2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graphicEl>
                                              <a:dgm id="{A03404ED-5A99-4400-A74F-0DAAB9BC5C2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graphicEl>
                                              <a:dgm id="{A03404ED-5A99-4400-A74F-0DAAB9BC5C2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75318C1-7DFF-4CA7-BD26-5A3136FC242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>
                                            <p:graphicEl>
                                              <a:dgm id="{E75318C1-7DFF-4CA7-BD26-5A3136FC242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>
                                            <p:graphicEl>
                                              <a:dgm id="{E75318C1-7DFF-4CA7-BD26-5A3136FC242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84B1B22-5E52-494F-A2D0-52C22714C80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>
                                            <p:graphicEl>
                                              <a:dgm id="{484B1B22-5E52-494F-A2D0-52C22714C80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>
                                            <p:graphicEl>
                                              <a:dgm id="{484B1B22-5E52-494F-A2D0-52C22714C80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F9BD10A-4F93-4805-B50D-2AA623DC1A2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graphicEl>
                                              <a:dgm id="{3F9BD10A-4F93-4805-B50D-2AA623DC1A2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graphicEl>
                                              <a:dgm id="{3F9BD10A-4F93-4805-B50D-2AA623DC1A2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3A57C35-1DFB-442E-9F1D-D6F72729A3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>
                                            <p:graphicEl>
                                              <a:dgm id="{53A57C35-1DFB-442E-9F1D-D6F72729A3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>
                                            <p:graphicEl>
                                              <a:dgm id="{53A57C35-1DFB-442E-9F1D-D6F72729A3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8D9E1F5-682F-465A-BE68-2F527BA77FD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>
                                            <p:graphicEl>
                                              <a:dgm id="{28D9E1F5-682F-465A-BE68-2F527BA77FD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>
                                            <p:graphicEl>
                                              <a:dgm id="{28D9E1F5-682F-465A-BE68-2F527BA77FD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CAC46B4-DDFC-4C3E-9C1B-4FABEF7901F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">
                                            <p:graphicEl>
                                              <a:dgm id="{8CAC46B4-DDFC-4C3E-9C1B-4FABEF7901F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">
                                            <p:graphicEl>
                                              <a:dgm id="{8CAC46B4-DDFC-4C3E-9C1B-4FABEF7901F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A949F4D-D518-496A-AB1D-47BAD17C783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>
                                            <p:graphicEl>
                                              <a:dgm id="{1A949F4D-D518-496A-AB1D-47BAD17C783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>
                                            <p:graphicEl>
                                              <a:dgm id="{1A949F4D-D518-496A-AB1D-47BAD17C783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627523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1627995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757985" y="-3757532"/>
            <a:ext cx="1628032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261648"/>
            <a:ext cx="7288583" cy="1182335"/>
          </a:xfrm>
        </p:spPr>
        <p:txBody>
          <a:bodyPr anchor="ctr">
            <a:normAutofit/>
          </a:bodyPr>
          <a:lstStyle/>
          <a:p>
            <a:r>
              <a:rPr lang="pt-BR" sz="3000" dirty="0">
                <a:solidFill>
                  <a:srgbClr val="FFFFFF"/>
                </a:solidFill>
              </a:rPr>
              <a:t>Introdução ao Processamento de Dados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AD6C824-23A4-E0D2-FD29-A18E53F355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01987175"/>
              </p:ext>
            </p:extLst>
          </p:nvPr>
        </p:nvGraphicFramePr>
        <p:xfrm>
          <a:off x="483042" y="1961984"/>
          <a:ext cx="8195871" cy="27670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479B806-095B-41A8-B3BD-21469E183FF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>
                                            <p:graphicEl>
                                              <a:dgm id="{3479B806-095B-41A8-B3BD-21469E183FF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405C323-673B-45A3-80CE-055B22D2BDA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5">
                                            <p:graphicEl>
                                              <a:dgm id="{3405C323-673B-45A3-80CE-055B22D2BDA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92FB4D5-661E-4B09-B8FF-33F81DD75CF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2000"/>
                                        <p:tgtEl>
                                          <p:spTgt spid="5">
                                            <p:graphicEl>
                                              <a:dgm id="{092FB4D5-661E-4B09-B8FF-33F81DD75CF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9019368C-6CB0-48BA-B796-2CA6D484761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5">
                                            <p:graphicEl>
                                              <a:dgm id="{9019368C-6CB0-48BA-B796-2CA6D484761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898F721-C162-9D4D-A9DC-CADD0BB4E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602216"/>
            <a:ext cx="3733482" cy="1090538"/>
          </a:xfrm>
        </p:spPr>
        <p:txBody>
          <a:bodyPr>
            <a:normAutofit/>
          </a:bodyPr>
          <a:lstStyle/>
          <a:p>
            <a:r>
              <a:rPr lang="en-US" sz="2300" dirty="0">
                <a:solidFill>
                  <a:schemeClr val="tx2"/>
                </a:solidFill>
              </a:rPr>
              <a:t>O que é </a:t>
            </a:r>
            <a:r>
              <a:rPr lang="en-US" sz="2300" dirty="0" err="1">
                <a:solidFill>
                  <a:schemeClr val="tx2"/>
                </a:solidFill>
              </a:rPr>
              <a:t>processamento</a:t>
            </a:r>
            <a:r>
              <a:rPr lang="en-US" sz="2300" dirty="0">
                <a:solidFill>
                  <a:schemeClr val="tx2"/>
                </a:solidFill>
              </a:rPr>
              <a:t> </a:t>
            </a:r>
            <a:r>
              <a:rPr lang="en-US" sz="2300" dirty="0" err="1">
                <a:solidFill>
                  <a:schemeClr val="tx2"/>
                </a:solidFill>
              </a:rPr>
              <a:t>distribuído</a:t>
            </a:r>
            <a:r>
              <a:rPr lang="en-US" sz="2300" dirty="0">
                <a:solidFill>
                  <a:schemeClr val="tx2"/>
                </a:solidFill>
              </a:rPr>
              <a:t>?</a:t>
            </a:r>
            <a:br>
              <a:rPr lang="en-US" sz="2300" dirty="0">
                <a:solidFill>
                  <a:schemeClr val="tx2"/>
                </a:solidFill>
              </a:rPr>
            </a:br>
            <a:endParaRPr lang="pt-BR" sz="2300" dirty="0">
              <a:solidFill>
                <a:schemeClr val="tx2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0254895-E9DD-89E8-5ADC-B15C5CC69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844" y="1586345"/>
            <a:ext cx="4366577" cy="3427606"/>
          </a:xfrm>
        </p:spPr>
        <p:txBody>
          <a:bodyPr anchor="ctr">
            <a:normAutofit fontScale="85000" lnSpcReduction="20000"/>
          </a:bodyPr>
          <a:lstStyle/>
          <a:p>
            <a:pPr marL="0" indent="0">
              <a:buNone/>
            </a:pPr>
            <a:r>
              <a:rPr lang="pt-BR" sz="1600" dirty="0">
                <a:solidFill>
                  <a:schemeClr val="tx2"/>
                </a:solidFill>
              </a:rPr>
              <a:t>📌 </a:t>
            </a:r>
            <a:r>
              <a:rPr lang="pt-BR" sz="1600" b="1" dirty="0">
                <a:solidFill>
                  <a:schemeClr val="tx2"/>
                </a:solidFill>
              </a:rPr>
              <a:t>Definição:</a:t>
            </a:r>
          </a:p>
          <a:p>
            <a:pPr marL="0" indent="0">
              <a:buNone/>
            </a:pPr>
            <a:r>
              <a:rPr lang="pt-BR" sz="1600" dirty="0">
                <a:solidFill>
                  <a:schemeClr val="tx2"/>
                </a:solidFill>
              </a:rPr>
              <a:t>	Técnica onde </a:t>
            </a:r>
            <a:r>
              <a:rPr lang="pt-BR" sz="1600" b="1" dirty="0">
                <a:solidFill>
                  <a:schemeClr val="tx2"/>
                </a:solidFill>
              </a:rPr>
              <a:t>múltiplas máquinas trabalham juntas</a:t>
            </a:r>
            <a:r>
              <a:rPr lang="pt-BR" sz="1600" dirty="0">
                <a:solidFill>
                  <a:schemeClr val="tx2"/>
                </a:solidFill>
              </a:rPr>
              <a:t> para processar grandes volumes de dados.</a:t>
            </a:r>
          </a:p>
          <a:p>
            <a:pPr marL="0" indent="0">
              <a:buNone/>
            </a:pPr>
            <a:r>
              <a:rPr lang="pt-BR" sz="1600" dirty="0">
                <a:solidFill>
                  <a:schemeClr val="tx2"/>
                </a:solidFill>
              </a:rPr>
              <a:t>	Cada nó (máquina) realiza uma parte do processamento, tornando o sistema </a:t>
            </a:r>
            <a:r>
              <a:rPr lang="pt-BR" sz="1600" b="1" dirty="0">
                <a:solidFill>
                  <a:schemeClr val="tx2"/>
                </a:solidFill>
              </a:rPr>
              <a:t>mais rápido e escalável</a:t>
            </a:r>
            <a:r>
              <a:rPr lang="pt-BR" sz="1600" dirty="0">
                <a:solidFill>
                  <a:schemeClr val="tx2"/>
                </a:solidFill>
              </a:rPr>
              <a:t>.</a:t>
            </a:r>
          </a:p>
          <a:p>
            <a:pPr marL="0" indent="0">
              <a:buNone/>
            </a:pPr>
            <a:r>
              <a:rPr lang="pt-BR" sz="1600" dirty="0">
                <a:solidFill>
                  <a:schemeClr val="tx2"/>
                </a:solidFill>
              </a:rPr>
              <a:t>📌 </a:t>
            </a:r>
            <a:r>
              <a:rPr lang="pt-BR" sz="1600" b="1" dirty="0">
                <a:solidFill>
                  <a:schemeClr val="tx2"/>
                </a:solidFill>
              </a:rPr>
              <a:t>Características:</a:t>
            </a:r>
          </a:p>
          <a:p>
            <a:pPr marL="0" indent="0">
              <a:buNone/>
            </a:pPr>
            <a:r>
              <a:rPr lang="pt-BR" sz="1600" dirty="0">
                <a:solidFill>
                  <a:schemeClr val="tx2"/>
                </a:solidFill>
              </a:rPr>
              <a:t>	✔️ Divide o trabalho entre </a:t>
            </a:r>
            <a:r>
              <a:rPr lang="pt-BR" sz="1600" b="1" dirty="0">
                <a:solidFill>
                  <a:schemeClr val="tx2"/>
                </a:solidFill>
              </a:rPr>
              <a:t>múltiplos servidores</a:t>
            </a:r>
            <a:r>
              <a:rPr lang="pt-BR" sz="1600" dirty="0">
                <a:solidFill>
                  <a:schemeClr val="tx2"/>
                </a:solidFill>
              </a:rPr>
              <a:t>.</a:t>
            </a:r>
          </a:p>
          <a:p>
            <a:pPr marL="0" indent="0">
              <a:buNone/>
            </a:pPr>
            <a:r>
              <a:rPr lang="pt-BR" sz="1600" dirty="0">
                <a:solidFill>
                  <a:schemeClr val="tx2"/>
                </a:solidFill>
              </a:rPr>
              <a:t>	✔️ Pode processar </a:t>
            </a:r>
            <a:r>
              <a:rPr lang="pt-BR" sz="1600" b="1" dirty="0">
                <a:solidFill>
                  <a:schemeClr val="tx2"/>
                </a:solidFill>
              </a:rPr>
              <a:t>grandes quantidades de dados</a:t>
            </a:r>
            <a:r>
              <a:rPr lang="pt-BR" sz="1600" dirty="0">
                <a:solidFill>
                  <a:schemeClr val="tx2"/>
                </a:solidFill>
              </a:rPr>
              <a:t> simultaneamente.</a:t>
            </a:r>
          </a:p>
          <a:p>
            <a:pPr marL="0" indent="0">
              <a:buNone/>
            </a:pPr>
            <a:r>
              <a:rPr lang="pt-BR" sz="1600" dirty="0">
                <a:solidFill>
                  <a:schemeClr val="tx2"/>
                </a:solidFill>
              </a:rPr>
              <a:t>	✔️ Reduz o tempo de execução comparado ao processamento em um único computador.</a:t>
            </a:r>
          </a:p>
          <a:p>
            <a:pPr marL="0" indent="0">
              <a:buNone/>
            </a:pPr>
            <a:r>
              <a:rPr lang="pt-BR" sz="1600" dirty="0">
                <a:solidFill>
                  <a:schemeClr val="tx2"/>
                </a:solidFill>
              </a:rPr>
              <a:t>	✔️ Exemplo: O Google usa </a:t>
            </a:r>
            <a:r>
              <a:rPr lang="pt-BR" sz="1600" b="1" dirty="0">
                <a:solidFill>
                  <a:schemeClr val="tx2"/>
                </a:solidFill>
              </a:rPr>
              <a:t>milhares de servidores distribuídos</a:t>
            </a:r>
            <a:r>
              <a:rPr lang="pt-BR" sz="1600" dirty="0">
                <a:solidFill>
                  <a:schemeClr val="tx2"/>
                </a:solidFill>
              </a:rPr>
              <a:t> para indexar a web.</a:t>
            </a:r>
          </a:p>
          <a:p>
            <a:pPr marL="0" indent="0">
              <a:buNone/>
            </a:pPr>
            <a:endParaRPr lang="pt-BR" sz="1100" dirty="0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777422" y="0"/>
            <a:ext cx="4366578" cy="5013950"/>
            <a:chOff x="6357228" y="0"/>
            <a:chExt cx="5822103" cy="668526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Graphic 6" descr="Engrenagens">
            <a:extLst>
              <a:ext uri="{FF2B5EF4-FFF2-40B4-BE49-F238E27FC236}">
                <a16:creationId xmlns:a16="http://schemas.microsoft.com/office/drawing/2014/main" id="{314000D8-C30C-ECF8-9E0E-5DA9565637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1294" y="1221816"/>
            <a:ext cx="2715016" cy="2715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472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4B920D-2FA1-AB25-EE7F-70C03E300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1E020063-2385-44AC-BD67-258E1F0B9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E014A0B-5338-4077-AFE9-A90D04D44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0669C27-00CA-CE5A-ED0D-60A767D28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682" y="946067"/>
            <a:ext cx="7372350" cy="994410"/>
          </a:xfrm>
        </p:spPr>
        <p:txBody>
          <a:bodyPr anchor="b">
            <a:normAutofit/>
          </a:bodyPr>
          <a:lstStyle/>
          <a:p>
            <a:pPr algn="ctr"/>
            <a:r>
              <a:rPr lang="en-US" sz="2700" dirty="0">
                <a:solidFill>
                  <a:schemeClr val="tx2"/>
                </a:solidFill>
              </a:rPr>
              <a:t>O que é </a:t>
            </a:r>
            <a:r>
              <a:rPr lang="en-US" sz="2700" dirty="0" err="1">
                <a:solidFill>
                  <a:schemeClr val="tx2"/>
                </a:solidFill>
              </a:rPr>
              <a:t>processamento</a:t>
            </a:r>
            <a:r>
              <a:rPr lang="en-US" sz="2700" dirty="0">
                <a:solidFill>
                  <a:schemeClr val="tx2"/>
                </a:solidFill>
              </a:rPr>
              <a:t> </a:t>
            </a:r>
            <a:r>
              <a:rPr lang="en-US" sz="2700" dirty="0" err="1">
                <a:solidFill>
                  <a:schemeClr val="tx2"/>
                </a:solidFill>
              </a:rPr>
              <a:t>distribuído</a:t>
            </a:r>
            <a:r>
              <a:rPr lang="en-US" sz="2700" dirty="0">
                <a:solidFill>
                  <a:schemeClr val="tx2"/>
                </a:solidFill>
              </a:rPr>
              <a:t>?</a:t>
            </a:r>
            <a:br>
              <a:rPr lang="en-US" sz="2700" dirty="0">
                <a:solidFill>
                  <a:schemeClr val="tx2"/>
                </a:solidFill>
              </a:rPr>
            </a:br>
            <a:endParaRPr lang="pt-BR" sz="2700" dirty="0">
              <a:solidFill>
                <a:schemeClr val="tx2"/>
              </a:solidFill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8127680-150F-4A90-9950-F66392578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28" y="0"/>
            <a:ext cx="2521551" cy="1892135"/>
            <a:chOff x="-305" y="-1"/>
            <a:chExt cx="3832880" cy="2876136"/>
          </a:xfrm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5088F97A-8362-4967-B664-D748B846E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30F9DEDE-4318-412A-81C5-C8C90F689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9E97DE9-7844-4707-8928-1CD88ADB72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EC58954E-44A5-4A0D-97A9-8A2BB43D6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B0547C6-4197-7B50-4429-1B36DB1621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852" y="1431851"/>
            <a:ext cx="4910487" cy="21518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t-BR" sz="1500" dirty="0">
                <a:solidFill>
                  <a:schemeClr val="tx2"/>
                </a:solidFill>
              </a:rPr>
              <a:t>📌</a:t>
            </a:r>
            <a:r>
              <a:rPr lang="pt-BR" sz="1500" b="1" dirty="0">
                <a:solidFill>
                  <a:schemeClr val="tx2"/>
                </a:solidFill>
              </a:rPr>
              <a:t>Arquitetura Típica:</a:t>
            </a:r>
          </a:p>
          <a:p>
            <a:pPr marL="0" indent="0">
              <a:buNone/>
            </a:pPr>
            <a:r>
              <a:rPr lang="pt-BR" sz="1500" dirty="0">
                <a:solidFill>
                  <a:schemeClr val="tx2"/>
                </a:solidFill>
              </a:rPr>
              <a:t>	</a:t>
            </a:r>
            <a:r>
              <a:rPr lang="pt-BR" sz="1500" b="1" dirty="0">
                <a:solidFill>
                  <a:schemeClr val="tx2"/>
                </a:solidFill>
              </a:rPr>
              <a:t>Cliente</a:t>
            </a:r>
            <a:r>
              <a:rPr lang="pt-BR" sz="1500" dirty="0">
                <a:solidFill>
                  <a:schemeClr val="tx2"/>
                </a:solidFill>
              </a:rPr>
              <a:t> envia requisição.</a:t>
            </a:r>
          </a:p>
          <a:p>
            <a:pPr marL="0" indent="0">
              <a:buNone/>
            </a:pPr>
            <a:r>
              <a:rPr lang="pt-BR" sz="1500" dirty="0">
                <a:solidFill>
                  <a:schemeClr val="tx2"/>
                </a:solidFill>
              </a:rPr>
              <a:t>	</a:t>
            </a:r>
            <a:r>
              <a:rPr lang="pt-BR" sz="1500" b="1" dirty="0">
                <a:solidFill>
                  <a:schemeClr val="tx2"/>
                </a:solidFill>
              </a:rPr>
              <a:t>Múltiplos nós </a:t>
            </a:r>
            <a:r>
              <a:rPr lang="pt-BR" sz="1500" dirty="0">
                <a:solidFill>
                  <a:schemeClr val="tx2"/>
                </a:solidFill>
              </a:rPr>
              <a:t>processam partes dos dados.</a:t>
            </a:r>
          </a:p>
          <a:p>
            <a:pPr marL="0" indent="0">
              <a:buNone/>
            </a:pPr>
            <a:r>
              <a:rPr lang="pt-BR" sz="1500" dirty="0">
                <a:solidFill>
                  <a:schemeClr val="tx2"/>
                </a:solidFill>
              </a:rPr>
              <a:t>	</a:t>
            </a:r>
            <a:r>
              <a:rPr lang="pt-BR" sz="1500" b="1" dirty="0">
                <a:solidFill>
                  <a:schemeClr val="tx2"/>
                </a:solidFill>
              </a:rPr>
              <a:t>Servidor central </a:t>
            </a:r>
            <a:r>
              <a:rPr lang="pt-BR" sz="1500" dirty="0">
                <a:solidFill>
                  <a:schemeClr val="tx2"/>
                </a:solidFill>
              </a:rPr>
              <a:t>agrega os resultados e retorna ao usuário.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466920E5-8640-4C24-A775-864763709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7639299" y="3639028"/>
            <a:ext cx="1613753" cy="1395192"/>
            <a:chOff x="-305" y="-4155"/>
            <a:chExt cx="2514948" cy="2174333"/>
          </a:xfrm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2CBA3142-5A82-43CE-87A2-EB14B17A51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EF5A1C7-9938-4A33-A5A4-2B05353B3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62A936D-E9F6-4A68-82C2-1D1CC7772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C68A9229-BBBE-4934-9700-BA72A1BB03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Graphic 6" descr="Engrenagens">
            <a:extLst>
              <a:ext uri="{FF2B5EF4-FFF2-40B4-BE49-F238E27FC236}">
                <a16:creationId xmlns:a16="http://schemas.microsoft.com/office/drawing/2014/main" id="{158A42C8-5A50-55DC-CB43-6E3C3597D5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73543" y="2128284"/>
            <a:ext cx="2412999" cy="2412999"/>
          </a:xfrm>
          <a:prstGeom prst="rect">
            <a:avLst/>
          </a:prstGeom>
        </p:spPr>
      </p:pic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6DAF2314-9109-01F3-9F7E-A24E9A41C905}"/>
              </a:ext>
            </a:extLst>
          </p:cNvPr>
          <p:cNvSpPr txBox="1">
            <a:spLocks/>
          </p:cNvSpPr>
          <p:nvPr/>
        </p:nvSpPr>
        <p:spPr>
          <a:xfrm>
            <a:off x="528770" y="2124423"/>
            <a:ext cx="3845172" cy="24207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600" dirty="0">
                <a:solidFill>
                  <a:schemeClr val="tx2"/>
                </a:solidFill>
              </a:rPr>
              <a:t>📌</a:t>
            </a:r>
            <a:r>
              <a:rPr lang="pt-BR" sz="1600" b="1" dirty="0">
                <a:solidFill>
                  <a:schemeClr val="tx2"/>
                </a:solidFill>
              </a:rPr>
              <a:t>Vantagens vs. Desafios:</a:t>
            </a:r>
          </a:p>
        </p:txBody>
      </p:sp>
      <p:graphicFrame>
        <p:nvGraphicFramePr>
          <p:cNvPr id="32" name="Tabela 31">
            <a:extLst>
              <a:ext uri="{FF2B5EF4-FFF2-40B4-BE49-F238E27FC236}">
                <a16:creationId xmlns:a16="http://schemas.microsoft.com/office/drawing/2014/main" id="{44EC0189-05D6-3657-B775-E74F9FA51F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759383"/>
              </p:ext>
            </p:extLst>
          </p:nvPr>
        </p:nvGraphicFramePr>
        <p:xfrm>
          <a:off x="288408" y="3653592"/>
          <a:ext cx="5346848" cy="118872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2673424">
                  <a:extLst>
                    <a:ext uri="{9D8B030D-6E8A-4147-A177-3AD203B41FA5}">
                      <a16:colId xmlns:a16="http://schemas.microsoft.com/office/drawing/2014/main" val="1761910323"/>
                    </a:ext>
                  </a:extLst>
                </a:gridCol>
                <a:gridCol w="2673424">
                  <a:extLst>
                    <a:ext uri="{9D8B030D-6E8A-4147-A177-3AD203B41FA5}">
                      <a16:colId xmlns:a16="http://schemas.microsoft.com/office/drawing/2014/main" val="14808204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pt-BR"/>
                        <a:t>✅ Vantagens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❌ Desafios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57445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 dirty="0"/>
                        <a:t>Escalabilidade horizontal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Comunicação entre máquinas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52265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 dirty="0"/>
                        <a:t>Tolerância a falhas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Sincronização de dados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21215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 dirty="0"/>
                        <a:t>Melhor utilização de recursos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Complexidade na configuração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9030315"/>
                  </a:ext>
                </a:extLst>
              </a:tr>
            </a:tbl>
          </a:graphicData>
        </a:graphic>
      </p:graphicFrame>
      <p:sp>
        <p:nvSpPr>
          <p:cNvPr id="38" name="Rectangle 1">
            <a:extLst>
              <a:ext uri="{FF2B5EF4-FFF2-40B4-BE49-F238E27FC236}">
                <a16:creationId xmlns:a16="http://schemas.microsoft.com/office/drawing/2014/main" id="{9A821E3B-7247-00C7-B7FE-50D31087FB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408" y="3653433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944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9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E020063-2385-44AC-BD67-258E1F0B9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E014A0B-5338-4077-AFE9-A90D04D44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81AAF9E-EA76-A634-7DDD-03E87E999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5337" y="105012"/>
            <a:ext cx="7372350" cy="994410"/>
          </a:xfrm>
        </p:spPr>
        <p:txBody>
          <a:bodyPr anchor="b">
            <a:normAutofit/>
          </a:bodyPr>
          <a:lstStyle/>
          <a:p>
            <a:pPr algn="ctr"/>
            <a:r>
              <a:rPr lang="en-US" sz="2700" dirty="0" err="1">
                <a:solidFill>
                  <a:schemeClr val="tx2"/>
                </a:solidFill>
              </a:rPr>
              <a:t>Conceitos</a:t>
            </a:r>
            <a:r>
              <a:rPr lang="en-US" sz="2700" dirty="0">
                <a:solidFill>
                  <a:schemeClr val="tx2"/>
                </a:solidFill>
              </a:rPr>
              <a:t> de </a:t>
            </a:r>
            <a:r>
              <a:rPr lang="en-US" sz="2700" dirty="0" err="1">
                <a:solidFill>
                  <a:schemeClr val="tx2"/>
                </a:solidFill>
              </a:rPr>
              <a:t>paralelismo</a:t>
            </a:r>
            <a:r>
              <a:rPr lang="en-US" sz="2700" dirty="0">
                <a:solidFill>
                  <a:schemeClr val="tx2"/>
                </a:solidFill>
              </a:rPr>
              <a:t> e </a:t>
            </a:r>
            <a:r>
              <a:rPr lang="en-US" sz="2700" dirty="0" err="1">
                <a:solidFill>
                  <a:schemeClr val="tx2"/>
                </a:solidFill>
              </a:rPr>
              <a:t>escalabilidade</a:t>
            </a:r>
            <a:endParaRPr lang="pt-BR" sz="2700" dirty="0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8127680-150F-4A90-9950-F66392578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28" y="0"/>
            <a:ext cx="2521551" cy="1892135"/>
            <a:chOff x="-305" y="-1"/>
            <a:chExt cx="3832880" cy="2876136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088F97A-8362-4967-B664-D748B846E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0F9DEDE-4318-412A-81C5-C8C90F689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9E97DE9-7844-4707-8928-1CD88ADB72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C58954E-44A5-4A0D-97A9-8A2BB43D6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8188A36-4A61-0420-1634-BF975ED288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5302" y="1431851"/>
            <a:ext cx="5387163" cy="3711649"/>
          </a:xfrm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pt-BR" sz="1400" dirty="0">
                <a:solidFill>
                  <a:schemeClr val="tx2"/>
                </a:solidFill>
              </a:rPr>
              <a:t>📌 </a:t>
            </a:r>
            <a:r>
              <a:rPr lang="pt-BR" sz="1400" b="1" dirty="0">
                <a:solidFill>
                  <a:schemeClr val="tx2"/>
                </a:solidFill>
              </a:rPr>
              <a:t>O que é Paralelismo?</a:t>
            </a:r>
          </a:p>
          <a:p>
            <a:pPr marL="0" indent="0">
              <a:buNone/>
            </a:pPr>
            <a:r>
              <a:rPr lang="pt-BR" sz="1400" dirty="0">
                <a:solidFill>
                  <a:schemeClr val="tx2"/>
                </a:solidFill>
              </a:rPr>
              <a:t>	Execução simultânea de múltiplas tarefas para </a:t>
            </a:r>
            <a:r>
              <a:rPr lang="pt-BR" sz="1400" b="1" dirty="0">
                <a:solidFill>
                  <a:schemeClr val="tx2"/>
                </a:solidFill>
              </a:rPr>
              <a:t>acelerar o processamento</a:t>
            </a:r>
            <a:r>
              <a:rPr lang="pt-BR" sz="1400" dirty="0">
                <a:solidFill>
                  <a:schemeClr val="tx2"/>
                </a:solidFill>
              </a:rPr>
              <a:t>.</a:t>
            </a:r>
          </a:p>
          <a:p>
            <a:pPr marL="0" indent="0">
              <a:buNone/>
            </a:pPr>
            <a:r>
              <a:rPr lang="pt-BR" sz="1400" dirty="0">
                <a:solidFill>
                  <a:schemeClr val="tx2"/>
                </a:solidFill>
              </a:rPr>
              <a:t>	Pode ocorrer dentro de um único computador (</a:t>
            </a:r>
            <a:r>
              <a:rPr lang="pt-BR" sz="1400" dirty="0" err="1">
                <a:solidFill>
                  <a:schemeClr val="tx2"/>
                </a:solidFill>
              </a:rPr>
              <a:t>multithreading</a:t>
            </a:r>
            <a:r>
              <a:rPr lang="pt-BR" sz="1400" dirty="0">
                <a:solidFill>
                  <a:schemeClr val="tx2"/>
                </a:solidFill>
              </a:rPr>
              <a:t>) ou em várias máquinas (paralelismo distribuído).</a:t>
            </a:r>
          </a:p>
          <a:p>
            <a:pPr marL="0" indent="0">
              <a:buNone/>
            </a:pPr>
            <a:r>
              <a:rPr lang="pt-BR" sz="1400" dirty="0">
                <a:solidFill>
                  <a:schemeClr val="tx2"/>
                </a:solidFill>
              </a:rPr>
              <a:t>📌 </a:t>
            </a:r>
            <a:r>
              <a:rPr lang="pt-BR" sz="1400" b="1" dirty="0">
                <a:solidFill>
                  <a:schemeClr val="tx2"/>
                </a:solidFill>
              </a:rPr>
              <a:t>Tipos de Paralelismo:</a:t>
            </a:r>
            <a:endParaRPr lang="pt-BR" sz="14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pt-BR" sz="1400" dirty="0">
                <a:solidFill>
                  <a:schemeClr val="tx2"/>
                </a:solidFill>
              </a:rPr>
              <a:t>	🔹 </a:t>
            </a:r>
            <a:r>
              <a:rPr lang="pt-BR" sz="1400" b="1" dirty="0">
                <a:solidFill>
                  <a:schemeClr val="tx2"/>
                </a:solidFill>
              </a:rPr>
              <a:t>Paralelismo de Dados</a:t>
            </a:r>
            <a:r>
              <a:rPr lang="pt-BR" sz="1400" dirty="0">
                <a:solidFill>
                  <a:schemeClr val="tx2"/>
                </a:solidFill>
              </a:rPr>
              <a:t>: Divide os dados em partes menores e processa simultaneamente.</a:t>
            </a:r>
          </a:p>
          <a:p>
            <a:pPr marL="0" indent="0">
              <a:buNone/>
            </a:pPr>
            <a:r>
              <a:rPr lang="pt-BR" sz="1400" dirty="0">
                <a:solidFill>
                  <a:schemeClr val="tx2"/>
                </a:solidFill>
              </a:rPr>
              <a:t>	🔹 </a:t>
            </a:r>
            <a:r>
              <a:rPr lang="pt-BR" sz="1400" b="1" dirty="0">
                <a:solidFill>
                  <a:schemeClr val="tx2"/>
                </a:solidFill>
              </a:rPr>
              <a:t>Paralelismo de Tarefas</a:t>
            </a:r>
            <a:r>
              <a:rPr lang="pt-BR" sz="1400" dirty="0">
                <a:solidFill>
                  <a:schemeClr val="tx2"/>
                </a:solidFill>
              </a:rPr>
              <a:t>: Diferentes partes de um algoritmo são executadas ao mesmo tempo.</a:t>
            </a:r>
          </a:p>
          <a:p>
            <a:pPr marL="0" indent="0">
              <a:buNone/>
            </a:pPr>
            <a:r>
              <a:rPr lang="pt-BR" sz="1400" dirty="0">
                <a:solidFill>
                  <a:schemeClr val="tx2"/>
                </a:solidFill>
              </a:rPr>
              <a:t>	🔹 </a:t>
            </a:r>
            <a:r>
              <a:rPr lang="pt-BR" sz="1400" b="1" dirty="0">
                <a:solidFill>
                  <a:schemeClr val="tx2"/>
                </a:solidFill>
              </a:rPr>
              <a:t>Paralelismo em Nível de Instrução</a:t>
            </a:r>
            <a:r>
              <a:rPr lang="pt-BR" sz="1400" dirty="0">
                <a:solidFill>
                  <a:schemeClr val="tx2"/>
                </a:solidFill>
              </a:rPr>
              <a:t>: Processadores executam várias instruções ao mesmo tempo.</a:t>
            </a:r>
          </a:p>
          <a:p>
            <a:pPr marL="0" indent="0">
              <a:buNone/>
            </a:pPr>
            <a:r>
              <a:rPr lang="pt-BR" sz="1400" dirty="0">
                <a:solidFill>
                  <a:schemeClr val="tx2"/>
                </a:solidFill>
              </a:rPr>
              <a:t>📌 </a:t>
            </a:r>
            <a:r>
              <a:rPr lang="pt-BR" sz="1400" b="1" dirty="0">
                <a:solidFill>
                  <a:schemeClr val="tx2"/>
                </a:solidFill>
              </a:rPr>
              <a:t>Exemplo:</a:t>
            </a:r>
            <a:endParaRPr lang="pt-BR" sz="14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pt-BR" sz="1400" dirty="0">
                <a:solidFill>
                  <a:schemeClr val="tx2"/>
                </a:solidFill>
              </a:rPr>
              <a:t>	Um banco de dados distribuído pode dividir uma consulta SQL e processar partes dela em diferentes servidores simultaneamente.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66920E5-8640-4C24-A775-864763709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7639299" y="3639028"/>
            <a:ext cx="1613753" cy="1395192"/>
            <a:chOff x="-305" y="-4155"/>
            <a:chExt cx="2514948" cy="2174333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CBA3142-5A82-43CE-87A2-EB14B17A51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EF5A1C7-9938-4A33-A5A4-2B05353B3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62A936D-E9F6-4A68-82C2-1D1CC7772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68A9229-BBBE-4934-9700-BA72A1BB03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Graphic 6" descr="Decision chart">
            <a:extLst>
              <a:ext uri="{FF2B5EF4-FFF2-40B4-BE49-F238E27FC236}">
                <a16:creationId xmlns:a16="http://schemas.microsoft.com/office/drawing/2014/main" id="{729A460A-F05C-93B3-ABEA-C9AB264A7C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73543" y="2128284"/>
            <a:ext cx="2412999" cy="2412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902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5C9C1D-3B72-3778-0027-A0A126620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17BDD930-0E65-490A-9CE5-554C357C44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A912C67-99A1-4956-8F68-1846C2177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16FD15F-B2B9-0C69-84CC-BF868EAF6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342900"/>
            <a:ext cx="7934548" cy="974558"/>
          </a:xfrm>
        </p:spPr>
        <p:txBody>
          <a:bodyPr>
            <a:normAutofit/>
          </a:bodyPr>
          <a:lstStyle/>
          <a:p>
            <a:r>
              <a:rPr lang="en-US" sz="2700">
                <a:solidFill>
                  <a:schemeClr val="tx2"/>
                </a:solidFill>
              </a:rPr>
              <a:t>Conceitos</a:t>
            </a:r>
            <a:r>
              <a:rPr lang="en-US" sz="2700" dirty="0">
                <a:solidFill>
                  <a:schemeClr val="tx2"/>
                </a:solidFill>
              </a:rPr>
              <a:t> de </a:t>
            </a:r>
            <a:r>
              <a:rPr lang="en-US" sz="2700">
                <a:solidFill>
                  <a:schemeClr val="tx2"/>
                </a:solidFill>
              </a:rPr>
              <a:t>paralelismo</a:t>
            </a:r>
            <a:r>
              <a:rPr lang="en-US" sz="2700" dirty="0">
                <a:solidFill>
                  <a:schemeClr val="tx2"/>
                </a:solidFill>
              </a:rPr>
              <a:t> e </a:t>
            </a:r>
            <a:r>
              <a:rPr lang="en-US" sz="2700">
                <a:solidFill>
                  <a:schemeClr val="tx2"/>
                </a:solidFill>
              </a:rPr>
              <a:t>escalabilidade</a:t>
            </a:r>
            <a:endParaRPr lang="pt-BR" sz="2700">
              <a:solidFill>
                <a:schemeClr val="tx2"/>
              </a:solidFill>
            </a:endParaRP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88A7D105-7462-AA6C-2910-CD4931E77F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44601" y="1080990"/>
            <a:ext cx="7066890" cy="4058442"/>
          </a:xfrm>
        </p:spPr>
        <p:txBody>
          <a:bodyPr anchor="ctr">
            <a:normAutofit fontScale="70000" lnSpcReduction="20000"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pt-BR" sz="2000" dirty="0">
                <a:solidFill>
                  <a:schemeClr val="tx2"/>
                </a:solidFill>
              </a:rPr>
              <a:t>📌 </a:t>
            </a:r>
            <a:r>
              <a:rPr lang="pt-BR" sz="2000" b="1" dirty="0">
                <a:solidFill>
                  <a:schemeClr val="tx2"/>
                </a:solidFill>
              </a:rPr>
              <a:t>O que é Escalabilidade?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2000" dirty="0">
                <a:solidFill>
                  <a:schemeClr val="tx2"/>
                </a:solidFill>
              </a:rPr>
              <a:t>Capacidade de um sistema </a:t>
            </a:r>
            <a:r>
              <a:rPr lang="pt-BR" sz="2000" b="1" dirty="0">
                <a:solidFill>
                  <a:schemeClr val="tx2"/>
                </a:solidFill>
              </a:rPr>
              <a:t>crescer e lidar com mais carga sem perder </a:t>
            </a:r>
            <a:r>
              <a:rPr lang="pt-BR" sz="2000" b="1" dirty="0">
                <a:solidFill>
                  <a:srgbClr val="632E62"/>
                </a:solidFill>
              </a:rPr>
              <a:t>desempenho</a:t>
            </a:r>
            <a:r>
              <a:rPr lang="pt-BR" sz="2000" dirty="0">
                <a:solidFill>
                  <a:schemeClr val="tx2"/>
                </a:solidFill>
              </a:rPr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1700" b="1" dirty="0">
                <a:solidFill>
                  <a:schemeClr val="tx2"/>
                </a:solidFill>
              </a:rPr>
              <a:t>Escalabilidade Horizontal</a:t>
            </a:r>
            <a:r>
              <a:rPr lang="pt-BR" sz="1700" dirty="0">
                <a:solidFill>
                  <a:schemeClr val="tx2"/>
                </a:solidFill>
              </a:rPr>
              <a:t>: Adiciona mais máquinas ao sistema.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1700" b="1" dirty="0">
                <a:solidFill>
                  <a:schemeClr val="tx2"/>
                </a:solidFill>
              </a:rPr>
              <a:t>Escalabilidade Vertical</a:t>
            </a:r>
            <a:r>
              <a:rPr lang="pt-BR" sz="1700" dirty="0">
                <a:solidFill>
                  <a:schemeClr val="tx2"/>
                </a:solidFill>
              </a:rPr>
              <a:t>: Aumenta o poder computacional de uma única máquina.</a:t>
            </a:r>
          </a:p>
          <a:p>
            <a:pPr marL="0" indent="0">
              <a:buNone/>
            </a:pPr>
            <a:r>
              <a:rPr lang="pt-BR" sz="1800" dirty="0"/>
              <a:t>📌 </a:t>
            </a:r>
            <a:r>
              <a:rPr lang="pt-BR" sz="1800" b="1" dirty="0">
                <a:solidFill>
                  <a:srgbClr val="632E62"/>
                </a:solidFill>
              </a:rPr>
              <a:t>Comparação</a:t>
            </a:r>
            <a:r>
              <a:rPr lang="pt-BR" sz="1800" b="1" dirty="0"/>
              <a:t>:</a:t>
            </a:r>
          </a:p>
          <a:p>
            <a:pPr marL="0" indent="0">
              <a:buNone/>
            </a:pPr>
            <a:endParaRPr lang="pt-BR" sz="1800" b="1" dirty="0"/>
          </a:p>
          <a:p>
            <a:pPr marL="0" indent="0">
              <a:buNone/>
            </a:pPr>
            <a:endParaRPr lang="pt-BR" sz="1800" b="1" dirty="0"/>
          </a:p>
          <a:p>
            <a:pPr marL="0" indent="0">
              <a:buNone/>
            </a:pPr>
            <a:endParaRPr lang="pt-BR" sz="1800" b="1" dirty="0"/>
          </a:p>
          <a:p>
            <a:pPr marL="0" indent="0">
              <a:buNone/>
            </a:pPr>
            <a:endParaRPr lang="pt-BR" sz="1800" b="1" dirty="0"/>
          </a:p>
          <a:p>
            <a:pPr marL="0" indent="0">
              <a:buNone/>
            </a:pPr>
            <a:endParaRPr lang="pt-BR" sz="1800" b="1" dirty="0"/>
          </a:p>
          <a:p>
            <a:pPr marL="0" indent="0">
              <a:buNone/>
            </a:pPr>
            <a:endParaRPr lang="pt-BR" sz="1800" b="1" dirty="0"/>
          </a:p>
          <a:p>
            <a:pPr marL="0" indent="0">
              <a:buNone/>
            </a:pPr>
            <a:endParaRPr lang="pt-BR" sz="1700" dirty="0">
              <a:solidFill>
                <a:schemeClr val="tx2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2000" dirty="0">
                <a:solidFill>
                  <a:schemeClr val="tx2"/>
                </a:solidFill>
              </a:rPr>
              <a:t>📌 </a:t>
            </a:r>
            <a:r>
              <a:rPr lang="pt-BR" sz="2000" b="1" dirty="0">
                <a:solidFill>
                  <a:srgbClr val="632E62"/>
                </a:solidFill>
              </a:rPr>
              <a:t>Conclusão</a:t>
            </a:r>
            <a:r>
              <a:rPr lang="pt-BR" sz="2000" b="1" dirty="0">
                <a:solidFill>
                  <a:schemeClr val="tx2"/>
                </a:solidFill>
              </a:rPr>
              <a:t>:</a:t>
            </a:r>
          </a:p>
          <a:p>
            <a:pPr marL="0" indent="0">
              <a:buNone/>
            </a:pPr>
            <a:r>
              <a:rPr lang="pt-BR" sz="2000" dirty="0">
                <a:solidFill>
                  <a:schemeClr val="tx2"/>
                </a:solidFill>
              </a:rPr>
              <a:t>Paralelismo melhora a velocidade de processamento.</a:t>
            </a:r>
          </a:p>
          <a:p>
            <a:pPr marL="0" indent="0">
              <a:buNone/>
            </a:pPr>
            <a:r>
              <a:rPr lang="pt-BR" sz="2000" dirty="0">
                <a:solidFill>
                  <a:schemeClr val="tx2"/>
                </a:solidFill>
              </a:rPr>
              <a:t>Escalabilidade garante que o sistema continue funcionando bem mesmo com mais carga.</a:t>
            </a:r>
          </a:p>
          <a:p>
            <a:pPr marL="0" indent="0">
              <a:buNone/>
            </a:pPr>
            <a:r>
              <a:rPr lang="pt-BR" sz="2000" dirty="0">
                <a:solidFill>
                  <a:schemeClr val="tx2"/>
                </a:solidFill>
              </a:rPr>
              <a:t>Juntos, são essenciais para Big Data e computação distribuída.</a:t>
            </a:r>
          </a:p>
          <a:p>
            <a:endParaRPr lang="pt-BR" sz="1000" dirty="0">
              <a:solidFill>
                <a:schemeClr val="tx2"/>
              </a:solidFill>
            </a:endParaRP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569E5994-073E-4708-B3E6-43BFED0CEB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-286338" y="3133985"/>
            <a:ext cx="2296084" cy="1722949"/>
            <a:chOff x="-305" y="-1"/>
            <a:chExt cx="3832880" cy="2876136"/>
          </a:xfrm>
        </p:grpSpPr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532F818D-9087-4691-AABA-465619A0C2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68B7668A-5C96-4FB9-BFA9-38094EB87F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BF4F95BD-8661-4C45-94E3-CF3159BF4C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E85BBF8A-E2FB-47F6-A60F-4FB855D505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Graphic 6" descr="Decision chart">
            <a:extLst>
              <a:ext uri="{FF2B5EF4-FFF2-40B4-BE49-F238E27FC236}">
                <a16:creationId xmlns:a16="http://schemas.microsoft.com/office/drawing/2014/main" id="{55C8ACF1-6666-1D9A-5B85-8AF3C791E3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52261" y="1080989"/>
            <a:ext cx="1708002" cy="1708002"/>
          </a:xfrm>
          <a:prstGeom prst="rect">
            <a:avLst/>
          </a:prstGeom>
        </p:spPr>
      </p:pic>
      <p:grpSp>
        <p:nvGrpSpPr>
          <p:cNvPr id="58" name="Group 57">
            <a:extLst>
              <a:ext uri="{FF2B5EF4-FFF2-40B4-BE49-F238E27FC236}">
                <a16:creationId xmlns:a16="http://schemas.microsoft.com/office/drawing/2014/main" id="{DD81D498-EAA8-40F3-8230-AE4DEDA38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679642" y="0"/>
            <a:ext cx="2461685" cy="2128284"/>
            <a:chOff x="-305" y="-4155"/>
            <a:chExt cx="2514948" cy="2174333"/>
          </a:xfrm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262F2402-5879-41A3-ACEC-6D2811BA30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BBD41895-A230-4959-97BA-80F516383E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E670BD54-10A6-4092-9E32-647B2F870D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1C2B9A82-4826-4BF4-A16E-0B005FE76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9FB710A8-5E6E-5C75-61DD-D6F8FB40B1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6415140"/>
              </p:ext>
            </p:extLst>
          </p:nvPr>
        </p:nvGraphicFramePr>
        <p:xfrm>
          <a:off x="1875876" y="2179577"/>
          <a:ext cx="5854772" cy="1607820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1141603">
                  <a:extLst>
                    <a:ext uri="{9D8B030D-6E8A-4147-A177-3AD203B41FA5}">
                      <a16:colId xmlns:a16="http://schemas.microsoft.com/office/drawing/2014/main" val="329190926"/>
                    </a:ext>
                  </a:extLst>
                </a:gridCol>
                <a:gridCol w="2203944">
                  <a:extLst>
                    <a:ext uri="{9D8B030D-6E8A-4147-A177-3AD203B41FA5}">
                      <a16:colId xmlns:a16="http://schemas.microsoft.com/office/drawing/2014/main" val="3293659547"/>
                    </a:ext>
                  </a:extLst>
                </a:gridCol>
                <a:gridCol w="2509225">
                  <a:extLst>
                    <a:ext uri="{9D8B030D-6E8A-4147-A177-3AD203B41FA5}">
                      <a16:colId xmlns:a16="http://schemas.microsoft.com/office/drawing/2014/main" val="2573695303"/>
                    </a:ext>
                  </a:extLst>
                </a:gridCol>
              </a:tblGrid>
              <a:tr h="222095">
                <a:tc>
                  <a:txBody>
                    <a:bodyPr/>
                    <a:lstStyle/>
                    <a:p>
                      <a:r>
                        <a:rPr lang="pt-BR" sz="1250" dirty="0"/>
                        <a:t>Conceito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1250" dirty="0"/>
                        <a:t>Definição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1250"/>
                        <a:t>Exemplo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044864"/>
                  </a:ext>
                </a:extLst>
              </a:tr>
              <a:tr h="522222">
                <a:tc>
                  <a:txBody>
                    <a:bodyPr/>
                    <a:lstStyle/>
                    <a:p>
                      <a:r>
                        <a:rPr lang="pt-BR" sz="1250" b="1"/>
                        <a:t>Paralelismo</a:t>
                      </a:r>
                      <a:endParaRPr lang="pt-BR" sz="12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1250" dirty="0"/>
                        <a:t>Processamento simultâneo de múltiplas tarefas.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1250"/>
                        <a:t>Vários núcleos de um processador executando threads ao mesmo tempo.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3498531"/>
                  </a:ext>
                </a:extLst>
              </a:tr>
              <a:tr h="522222">
                <a:tc>
                  <a:txBody>
                    <a:bodyPr/>
                    <a:lstStyle/>
                    <a:p>
                      <a:r>
                        <a:rPr lang="pt-BR" sz="1250" b="1"/>
                        <a:t>Escalabilidade</a:t>
                      </a:r>
                      <a:endParaRPr lang="pt-BR" sz="12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1250" dirty="0"/>
                        <a:t>Capacidade do sistema de crescer sem perder eficiência.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1250" dirty="0"/>
                        <a:t>Adicionar mais servidores para suportar mais usuários em uma aplicação web.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74620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9672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627523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1627995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757985" y="-3757532"/>
            <a:ext cx="1628032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261648"/>
            <a:ext cx="7288583" cy="1182335"/>
          </a:xfrm>
        </p:spPr>
        <p:txBody>
          <a:bodyPr anchor="ctr">
            <a:normAutofit/>
          </a:bodyPr>
          <a:lstStyle/>
          <a:p>
            <a:r>
              <a:rPr lang="en-US" sz="3000" dirty="0">
                <a:solidFill>
                  <a:srgbClr val="FFFFFF"/>
                </a:solidFill>
              </a:rPr>
              <a:t>Batch Processing vs. Stream Processing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096E746-D277-9082-11EE-AAD417202D9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82056888"/>
              </p:ext>
            </p:extLst>
          </p:nvPr>
        </p:nvGraphicFramePr>
        <p:xfrm>
          <a:off x="483042" y="1961984"/>
          <a:ext cx="8195871" cy="27670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9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11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AEB7038-1A2E-D800-90C9-642B24C50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0578" y="602216"/>
            <a:ext cx="3733482" cy="1090538"/>
          </a:xfrm>
        </p:spPr>
        <p:txBody>
          <a:bodyPr>
            <a:normAutofit/>
          </a:bodyPr>
          <a:lstStyle/>
          <a:p>
            <a:r>
              <a:rPr lang="pt-BR" sz="2700">
                <a:solidFill>
                  <a:schemeClr val="tx2"/>
                </a:solidFill>
              </a:rPr>
              <a:t>Batch Processing: Processamento em Lote</a:t>
            </a:r>
          </a:p>
        </p:txBody>
      </p:sp>
      <p:pic>
        <p:nvPicPr>
          <p:cNvPr id="32" name="Graphic 6" descr="Disco">
            <a:extLst>
              <a:ext uri="{FF2B5EF4-FFF2-40B4-BE49-F238E27FC236}">
                <a16:creationId xmlns:a16="http://schemas.microsoft.com/office/drawing/2014/main" id="{FC4537BB-5B22-4078-8264-D9DEB0B3DC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5212" y="1345384"/>
            <a:ext cx="2715016" cy="2715016"/>
          </a:xfrm>
          <a:prstGeom prst="rect">
            <a:avLst/>
          </a:prstGeom>
        </p:spPr>
      </p:pic>
      <p:sp>
        <p:nvSpPr>
          <p:cNvPr id="33" name="Espaço Reservado para Conteúdo 2">
            <a:extLst>
              <a:ext uri="{FF2B5EF4-FFF2-40B4-BE49-F238E27FC236}">
                <a16:creationId xmlns:a16="http://schemas.microsoft.com/office/drawing/2014/main" id="{34506870-8ECD-202D-DA17-801070955E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67930" y="1816261"/>
            <a:ext cx="3733184" cy="272946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t-BR" sz="1600" dirty="0">
                <a:solidFill>
                  <a:schemeClr val="tx2"/>
                </a:solidFill>
              </a:rPr>
              <a:t>📌 </a:t>
            </a:r>
            <a:r>
              <a:rPr lang="pt-BR" sz="1600" b="1" dirty="0">
                <a:solidFill>
                  <a:schemeClr val="tx2"/>
                </a:solidFill>
              </a:rPr>
              <a:t>Definição:</a:t>
            </a:r>
            <a:endParaRPr lang="pt-BR" sz="16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pt-BR" sz="1600" dirty="0">
                <a:solidFill>
                  <a:schemeClr val="tx2"/>
                </a:solidFill>
              </a:rPr>
              <a:t>Método de processamento onde os dados são coletados, armazenados e processados em grandes lotes de uma só vez.</a:t>
            </a:r>
          </a:p>
          <a:p>
            <a:pPr marL="0" indent="0">
              <a:buNone/>
            </a:pPr>
            <a:r>
              <a:rPr lang="pt-BR" sz="1600" dirty="0">
                <a:solidFill>
                  <a:schemeClr val="tx2"/>
                </a:solidFill>
              </a:rPr>
              <a:t>O processamento acontece em intervalos programados e não em tempo real.</a:t>
            </a:r>
          </a:p>
          <a:p>
            <a:endParaRPr lang="pt-BR" sz="1400" dirty="0">
              <a:solidFill>
                <a:schemeClr val="tx2"/>
              </a:solidFill>
            </a:endParaRPr>
          </a:p>
        </p:txBody>
      </p:sp>
      <p:grpSp>
        <p:nvGrpSpPr>
          <p:cNvPr id="34" name="Group 13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976" y="39747"/>
            <a:ext cx="4446455" cy="5103753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35" name="Freeform: Shape 14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00994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BE3D7F-BE00-2F85-29B7-5FB035E45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11B254A-B03A-33EC-5DB1-53FC4F7EC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602216"/>
            <a:ext cx="3574747" cy="1090538"/>
          </a:xfrm>
        </p:spPr>
        <p:txBody>
          <a:bodyPr>
            <a:normAutofit/>
          </a:bodyPr>
          <a:lstStyle/>
          <a:p>
            <a:r>
              <a:rPr lang="pt-BR" sz="2700">
                <a:solidFill>
                  <a:schemeClr val="tx2"/>
                </a:solidFill>
              </a:rPr>
              <a:t>Batch Processing: Processamento em Lote</a:t>
            </a:r>
          </a:p>
        </p:txBody>
      </p:sp>
      <p:sp>
        <p:nvSpPr>
          <p:cNvPr id="33" name="Espaço Reservado para Conteúdo 2">
            <a:extLst>
              <a:ext uri="{FF2B5EF4-FFF2-40B4-BE49-F238E27FC236}">
                <a16:creationId xmlns:a16="http://schemas.microsoft.com/office/drawing/2014/main" id="{F39FCD23-58BB-74BA-378D-190E2FF867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504" y="1816262"/>
            <a:ext cx="3574461" cy="2515107"/>
          </a:xfrm>
        </p:spPr>
        <p:txBody>
          <a:bodyPr anchor="t">
            <a:normAutofit lnSpcReduction="10000"/>
          </a:bodyPr>
          <a:lstStyle/>
          <a:p>
            <a:pPr marL="0" indent="0">
              <a:buNone/>
            </a:pPr>
            <a:r>
              <a:rPr lang="pt-BR" sz="1600" dirty="0"/>
              <a:t>📌 </a:t>
            </a:r>
            <a:r>
              <a:rPr lang="pt-BR" sz="1600" b="1" dirty="0"/>
              <a:t>Características:</a:t>
            </a:r>
          </a:p>
          <a:p>
            <a:pPr marL="0" indent="0">
              <a:buNone/>
            </a:pPr>
            <a:r>
              <a:rPr lang="pt-BR" sz="1600" dirty="0"/>
              <a:t>✔️ Processamento </a:t>
            </a:r>
            <a:r>
              <a:rPr lang="pt-BR" sz="1600" b="1" dirty="0"/>
              <a:t>offline</a:t>
            </a:r>
            <a:r>
              <a:rPr lang="pt-BR" sz="1600" dirty="0"/>
              <a:t> (dados são processados em momentos específicos).</a:t>
            </a:r>
          </a:p>
          <a:p>
            <a:pPr marL="0" indent="0">
              <a:buNone/>
            </a:pPr>
            <a:r>
              <a:rPr lang="pt-BR" sz="1600" dirty="0"/>
              <a:t>✔️ </a:t>
            </a:r>
            <a:r>
              <a:rPr lang="pt-BR" sz="1600" b="1" dirty="0"/>
              <a:t>Alta eficiência</a:t>
            </a:r>
            <a:r>
              <a:rPr lang="pt-BR" sz="1600" dirty="0"/>
              <a:t> para grandes volumes de dados.</a:t>
            </a:r>
          </a:p>
          <a:p>
            <a:pPr marL="0" indent="0">
              <a:buNone/>
            </a:pPr>
            <a:r>
              <a:rPr lang="pt-BR" sz="1600" dirty="0"/>
              <a:t>✔️ </a:t>
            </a:r>
            <a:r>
              <a:rPr lang="pt-BR" sz="1600" b="1" dirty="0"/>
              <a:t>Menor custo computacional</a:t>
            </a:r>
            <a:r>
              <a:rPr lang="pt-BR" sz="1600" dirty="0"/>
              <a:t> comparado ao streaming.</a:t>
            </a:r>
          </a:p>
          <a:p>
            <a:pPr marL="0" indent="0">
              <a:buNone/>
            </a:pPr>
            <a:r>
              <a:rPr lang="pt-BR" sz="1600" dirty="0"/>
              <a:t>✔️ Adequado para </a:t>
            </a:r>
            <a:r>
              <a:rPr lang="pt-BR" sz="1600" b="1" dirty="0"/>
              <a:t>ETL (Extração, Transformação e Carga de Dados)</a:t>
            </a:r>
            <a:r>
              <a:rPr lang="pt-BR" sz="1600" dirty="0"/>
              <a:t>.</a:t>
            </a:r>
            <a:endParaRPr lang="pt-BR" sz="2000" dirty="0">
              <a:solidFill>
                <a:schemeClr val="tx2"/>
              </a:solidFill>
            </a:endParaRP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63680" y="-12535"/>
            <a:ext cx="4780320" cy="5156035"/>
            <a:chOff x="5818240" y="-1"/>
            <a:chExt cx="6373761" cy="6874714"/>
          </a:xfrm>
        </p:grpSpPr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2" name="Graphic 6" descr="Disco">
            <a:extLst>
              <a:ext uri="{FF2B5EF4-FFF2-40B4-BE49-F238E27FC236}">
                <a16:creationId xmlns:a16="http://schemas.microsoft.com/office/drawing/2014/main" id="{3CE32F75-8037-80EB-F3CD-4EDE62901C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81294" y="1364742"/>
            <a:ext cx="3106674" cy="3106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7523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3EEFB0-4A90-3534-B422-DF67ADA25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A440A548-C0D4-4418-940E-EDC2F1D9A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E708B267-8CD2-4684-A57B-9F10707692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6949B53-B6D6-2FEF-8BC2-F29F5BE4F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3305" y="602216"/>
            <a:ext cx="3574747" cy="1090538"/>
          </a:xfrm>
        </p:spPr>
        <p:txBody>
          <a:bodyPr>
            <a:normAutofit/>
          </a:bodyPr>
          <a:lstStyle/>
          <a:p>
            <a:r>
              <a:rPr lang="pt-BR" sz="2700">
                <a:solidFill>
                  <a:schemeClr val="tx2"/>
                </a:solidFill>
              </a:rPr>
              <a:t>Batch Processing: Processamento em Lote</a:t>
            </a:r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41E5AB36-9328-47E9-95AD-E38AC1C0E1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28" y="-276"/>
            <a:ext cx="4568256" cy="5143499"/>
            <a:chOff x="305" y="-369"/>
            <a:chExt cx="6091008" cy="6858000"/>
          </a:xfrm>
        </p:grpSpPr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4532450F-A219-4BF5-88FA-A47084237C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369"/>
              <a:ext cx="6057007" cy="6858000"/>
            </a:xfrm>
            <a:custGeom>
              <a:avLst/>
              <a:gdLst>
                <a:gd name="connsiteX0" fmla="*/ 1423825 w 6057007"/>
                <a:gd name="connsiteY0" fmla="*/ 0 h 6858000"/>
                <a:gd name="connsiteX1" fmla="*/ 4262456 w 6057007"/>
                <a:gd name="connsiteY1" fmla="*/ 0 h 6858000"/>
                <a:gd name="connsiteX2" fmla="*/ 4371584 w 6057007"/>
                <a:gd name="connsiteY2" fmla="*/ 79625 h 6858000"/>
                <a:gd name="connsiteX3" fmla="*/ 5400299 w 6057007"/>
                <a:gd name="connsiteY3" fmla="*/ 1779691 h 6858000"/>
                <a:gd name="connsiteX4" fmla="*/ 5961759 w 6057007"/>
                <a:gd name="connsiteY4" fmla="*/ 4554903 h 6858000"/>
                <a:gd name="connsiteX5" fmla="*/ 4326541 w 6057007"/>
                <a:gd name="connsiteY5" fmla="*/ 6729688 h 6858000"/>
                <a:gd name="connsiteX6" fmla="*/ 4109121 w 6057007"/>
                <a:gd name="connsiteY6" fmla="*/ 6858000 h 6858000"/>
                <a:gd name="connsiteX7" fmla="*/ 1145358 w 6057007"/>
                <a:gd name="connsiteY7" fmla="*/ 6858000 h 6858000"/>
                <a:gd name="connsiteX8" fmla="*/ 1143587 w 6057007"/>
                <a:gd name="connsiteY8" fmla="*/ 6856705 h 6858000"/>
                <a:gd name="connsiteX9" fmla="*/ 162579 w 6057007"/>
                <a:gd name="connsiteY9" fmla="*/ 6240990 h 6858000"/>
                <a:gd name="connsiteX10" fmla="*/ 0 w 6057007"/>
                <a:gd name="connsiteY10" fmla="*/ 6125553 h 6858000"/>
                <a:gd name="connsiteX11" fmla="*/ 0 w 6057007"/>
                <a:gd name="connsiteY11" fmla="*/ 4670879 h 6858000"/>
                <a:gd name="connsiteX12" fmla="*/ 38388 w 6057007"/>
                <a:gd name="connsiteY12" fmla="*/ 4778792 h 6858000"/>
                <a:gd name="connsiteX13" fmla="*/ 155449 w 6057007"/>
                <a:gd name="connsiteY13" fmla="*/ 5029879 h 6858000"/>
                <a:gd name="connsiteX14" fmla="*/ 411802 w 6057007"/>
                <a:gd name="connsiteY14" fmla="*/ 5399531 h 6858000"/>
                <a:gd name="connsiteX15" fmla="*/ 806388 w 6057007"/>
                <a:gd name="connsiteY15" fmla="*/ 5659633 h 6858000"/>
                <a:gd name="connsiteX16" fmla="*/ 1801512 w 6057007"/>
                <a:gd name="connsiteY16" fmla="*/ 6314010 h 6858000"/>
                <a:gd name="connsiteX17" fmla="*/ 2653483 w 6057007"/>
                <a:gd name="connsiteY17" fmla="*/ 6529898 h 6858000"/>
                <a:gd name="connsiteX18" fmla="*/ 3666486 w 6057007"/>
                <a:gd name="connsiteY18" fmla="*/ 6190615 h 6858000"/>
                <a:gd name="connsiteX19" fmla="*/ 4658657 w 6057007"/>
                <a:gd name="connsiteY19" fmla="*/ 5428179 h 6858000"/>
                <a:gd name="connsiteX20" fmla="*/ 5222967 w 6057007"/>
                <a:gd name="connsiteY20" fmla="*/ 4356944 h 6858000"/>
                <a:gd name="connsiteX21" fmla="*/ 4724795 w 6057007"/>
                <a:gd name="connsiteY21" fmla="*/ 2210416 h 6858000"/>
                <a:gd name="connsiteX22" fmla="*/ 4473185 w 6057007"/>
                <a:gd name="connsiteY22" fmla="*/ 1691554 h 6858000"/>
                <a:gd name="connsiteX23" fmla="*/ 4046677 w 6057007"/>
                <a:gd name="connsiteY23" fmla="*/ 911781 h 6858000"/>
                <a:gd name="connsiteX24" fmla="*/ 3555564 w 6057007"/>
                <a:gd name="connsiteY24" fmla="*/ 585888 h 6858000"/>
                <a:gd name="connsiteX25" fmla="*/ 2405914 w 6057007"/>
                <a:gd name="connsiteY25" fmla="*/ 536282 h 6858000"/>
                <a:gd name="connsiteX26" fmla="*/ 1345719 w 6057007"/>
                <a:gd name="connsiteY26" fmla="*/ 957619 h 6858000"/>
                <a:gd name="connsiteX27" fmla="*/ 73341 w 6057007"/>
                <a:gd name="connsiteY27" fmla="*/ 2571698 h 6858000"/>
                <a:gd name="connsiteX28" fmla="*/ 0 w 6057007"/>
                <a:gd name="connsiteY28" fmla="*/ 2803810 h 6858000"/>
                <a:gd name="connsiteX29" fmla="*/ 0 w 6057007"/>
                <a:gd name="connsiteY29" fmla="*/ 1147591 h 6858000"/>
                <a:gd name="connsiteX30" fmla="*/ 142706 w 6057007"/>
                <a:gd name="connsiteY30" fmla="*/ 968763 h 6858000"/>
                <a:gd name="connsiteX31" fmla="*/ 971831 w 6057007"/>
                <a:gd name="connsiteY31" fmla="*/ 249890 h 6858000"/>
                <a:gd name="connsiteX32" fmla="*/ 1288677 w 6057007"/>
                <a:gd name="connsiteY32" fmla="*/ 6583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6057007" h="6858000">
                  <a:moveTo>
                    <a:pt x="1423825" y="0"/>
                  </a:moveTo>
                  <a:lnTo>
                    <a:pt x="4262456" y="0"/>
                  </a:lnTo>
                  <a:lnTo>
                    <a:pt x="4371584" y="79625"/>
                  </a:lnTo>
                  <a:cubicBezTo>
                    <a:pt x="4860533" y="476670"/>
                    <a:pt x="5063885" y="1132812"/>
                    <a:pt x="5400299" y="1779691"/>
                  </a:cubicBezTo>
                  <a:cubicBezTo>
                    <a:pt x="5848849" y="2642194"/>
                    <a:pt x="6244956" y="3497996"/>
                    <a:pt x="5961759" y="4554903"/>
                  </a:cubicBezTo>
                  <a:cubicBezTo>
                    <a:pt x="5691575" y="5563242"/>
                    <a:pt x="5092427" y="6238887"/>
                    <a:pt x="4326541" y="6729688"/>
                  </a:cubicBezTo>
                  <a:lnTo>
                    <a:pt x="4109121" y="6858000"/>
                  </a:lnTo>
                  <a:lnTo>
                    <a:pt x="1145358" y="6858000"/>
                  </a:lnTo>
                  <a:lnTo>
                    <a:pt x="1143587" y="6856705"/>
                  </a:lnTo>
                  <a:cubicBezTo>
                    <a:pt x="699546" y="6541440"/>
                    <a:pt x="399287" y="6392433"/>
                    <a:pt x="162579" y="6240990"/>
                  </a:cubicBezTo>
                  <a:lnTo>
                    <a:pt x="0" y="6125553"/>
                  </a:lnTo>
                  <a:lnTo>
                    <a:pt x="0" y="4670879"/>
                  </a:lnTo>
                  <a:lnTo>
                    <a:pt x="38388" y="4778792"/>
                  </a:lnTo>
                  <a:cubicBezTo>
                    <a:pt x="72793" y="4862402"/>
                    <a:pt x="111802" y="4945953"/>
                    <a:pt x="155449" y="5029879"/>
                  </a:cubicBezTo>
                  <a:cubicBezTo>
                    <a:pt x="273464" y="5256810"/>
                    <a:pt x="351295" y="5344113"/>
                    <a:pt x="411802" y="5399531"/>
                  </a:cubicBezTo>
                  <a:cubicBezTo>
                    <a:pt x="500065" y="5480405"/>
                    <a:pt x="628514" y="5555615"/>
                    <a:pt x="806388" y="5659633"/>
                  </a:cubicBezTo>
                  <a:cubicBezTo>
                    <a:pt x="1044358" y="5798926"/>
                    <a:pt x="1370396" y="5989780"/>
                    <a:pt x="1801512" y="6314010"/>
                  </a:cubicBezTo>
                  <a:cubicBezTo>
                    <a:pt x="2037213" y="6491324"/>
                    <a:pt x="2315885" y="6561958"/>
                    <a:pt x="2653483" y="6529898"/>
                  </a:cubicBezTo>
                  <a:cubicBezTo>
                    <a:pt x="2962383" y="6500529"/>
                    <a:pt x="3312661" y="6383221"/>
                    <a:pt x="3666486" y="6190615"/>
                  </a:cubicBezTo>
                  <a:cubicBezTo>
                    <a:pt x="4083218" y="5963697"/>
                    <a:pt x="4407642" y="5714350"/>
                    <a:pt x="4658657" y="5428179"/>
                  </a:cubicBezTo>
                  <a:cubicBezTo>
                    <a:pt x="4927319" y="5121947"/>
                    <a:pt x="5111907" y="4771422"/>
                    <a:pt x="5222967" y="4356944"/>
                  </a:cubicBezTo>
                  <a:cubicBezTo>
                    <a:pt x="5418167" y="3628447"/>
                    <a:pt x="5139747" y="3007703"/>
                    <a:pt x="4724795" y="2210416"/>
                  </a:cubicBezTo>
                  <a:cubicBezTo>
                    <a:pt x="4631776" y="2031551"/>
                    <a:pt x="4551122" y="1858737"/>
                    <a:pt x="4473185" y="1691554"/>
                  </a:cubicBezTo>
                  <a:cubicBezTo>
                    <a:pt x="4326842" y="1377756"/>
                    <a:pt x="4200559" y="1106810"/>
                    <a:pt x="4046677" y="911781"/>
                  </a:cubicBezTo>
                  <a:cubicBezTo>
                    <a:pt x="3910561" y="739097"/>
                    <a:pt x="3763658" y="641647"/>
                    <a:pt x="3555564" y="585888"/>
                  </a:cubicBezTo>
                  <a:cubicBezTo>
                    <a:pt x="3178534" y="484863"/>
                    <a:pt x="2791842" y="468166"/>
                    <a:pt x="2405914" y="536282"/>
                  </a:cubicBezTo>
                  <a:cubicBezTo>
                    <a:pt x="2032757" y="602054"/>
                    <a:pt x="1676044" y="743871"/>
                    <a:pt x="1345719" y="957619"/>
                  </a:cubicBezTo>
                  <a:cubicBezTo>
                    <a:pt x="762775" y="1334788"/>
                    <a:pt x="318714" y="1900690"/>
                    <a:pt x="73341" y="2571698"/>
                  </a:cubicBezTo>
                  <a:lnTo>
                    <a:pt x="0" y="2803810"/>
                  </a:lnTo>
                  <a:lnTo>
                    <a:pt x="0" y="1147591"/>
                  </a:lnTo>
                  <a:lnTo>
                    <a:pt x="142706" y="968763"/>
                  </a:lnTo>
                  <a:cubicBezTo>
                    <a:pt x="388539" y="688063"/>
                    <a:pt x="668237" y="446316"/>
                    <a:pt x="971831" y="249890"/>
                  </a:cubicBezTo>
                  <a:cubicBezTo>
                    <a:pt x="1074829" y="183240"/>
                    <a:pt x="1180574" y="121805"/>
                    <a:pt x="1288677" y="6583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035AC662-4000-411A-9E33-6A4B6C0FCB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369"/>
              <a:ext cx="6091008" cy="6858000"/>
            </a:xfrm>
            <a:custGeom>
              <a:avLst/>
              <a:gdLst>
                <a:gd name="connsiteX0" fmla="*/ 0 w 6091008"/>
                <a:gd name="connsiteY0" fmla="*/ 5476844 h 6858000"/>
                <a:gd name="connsiteX1" fmla="*/ 15220 w 6091008"/>
                <a:gd name="connsiteY1" fmla="*/ 5501668 h 6858000"/>
                <a:gd name="connsiteX2" fmla="*/ 198940 w 6091008"/>
                <a:gd name="connsiteY2" fmla="*/ 5717964 h 6858000"/>
                <a:gd name="connsiteX3" fmla="*/ 251499 w 6091008"/>
                <a:gd name="connsiteY3" fmla="*/ 5763842 h 6858000"/>
                <a:gd name="connsiteX4" fmla="*/ 308460 w 6091008"/>
                <a:gd name="connsiteY4" fmla="*/ 5806337 h 6858000"/>
                <a:gd name="connsiteX5" fmla="*/ 368305 w 6091008"/>
                <a:gd name="connsiteY5" fmla="*/ 5847248 h 6858000"/>
                <a:gd name="connsiteX6" fmla="*/ 430451 w 6091008"/>
                <a:gd name="connsiteY6" fmla="*/ 5887305 h 6858000"/>
                <a:gd name="connsiteX7" fmla="*/ 975811 w 6091008"/>
                <a:gd name="connsiteY7" fmla="*/ 6205653 h 6858000"/>
                <a:gd name="connsiteX8" fmla="*/ 1510250 w 6091008"/>
                <a:gd name="connsiteY8" fmla="*/ 6575390 h 6858000"/>
                <a:gd name="connsiteX9" fmla="*/ 2002437 w 6091008"/>
                <a:gd name="connsiteY9" fmla="*/ 6825029 h 6858000"/>
                <a:gd name="connsiteX10" fmla="*/ 2137670 w 6091008"/>
                <a:gd name="connsiteY10" fmla="*/ 6856874 h 6858000"/>
                <a:gd name="connsiteX11" fmla="*/ 2145778 w 6091008"/>
                <a:gd name="connsiteY11" fmla="*/ 6858000 h 6858000"/>
                <a:gd name="connsiteX12" fmla="*/ 1098858 w 6091008"/>
                <a:gd name="connsiteY12" fmla="*/ 6858000 h 6858000"/>
                <a:gd name="connsiteX13" fmla="*/ 1004166 w 6091008"/>
                <a:gd name="connsiteY13" fmla="*/ 6786858 h 6858000"/>
                <a:gd name="connsiteX14" fmla="*/ 751974 w 6091008"/>
                <a:gd name="connsiteY14" fmla="*/ 6608169 h 6858000"/>
                <a:gd name="connsiteX15" fmla="*/ 623305 w 6091008"/>
                <a:gd name="connsiteY15" fmla="*/ 6522172 h 6858000"/>
                <a:gd name="connsiteX16" fmla="*/ 492346 w 6091008"/>
                <a:gd name="connsiteY16" fmla="*/ 6437477 h 6858000"/>
                <a:gd name="connsiteX17" fmla="*/ 358536 w 6091008"/>
                <a:gd name="connsiteY17" fmla="*/ 6352312 h 6858000"/>
                <a:gd name="connsiteX18" fmla="*/ 290710 w 6091008"/>
                <a:gd name="connsiteY18" fmla="*/ 6308820 h 6858000"/>
                <a:gd name="connsiteX19" fmla="*/ 221792 w 6091008"/>
                <a:gd name="connsiteY19" fmla="*/ 6263122 h 6858000"/>
                <a:gd name="connsiteX20" fmla="*/ 152460 w 6091008"/>
                <a:gd name="connsiteY20" fmla="*/ 6215106 h 6858000"/>
                <a:gd name="connsiteX21" fmla="*/ 83055 w 6091008"/>
                <a:gd name="connsiteY21" fmla="*/ 6163978 h 6858000"/>
                <a:gd name="connsiteX22" fmla="*/ 14161 w 6091008"/>
                <a:gd name="connsiteY22" fmla="*/ 6109014 h 6858000"/>
                <a:gd name="connsiteX23" fmla="*/ 0 w 6091008"/>
                <a:gd name="connsiteY23" fmla="*/ 6096195 h 6858000"/>
                <a:gd name="connsiteX24" fmla="*/ 3707444 w 6091008"/>
                <a:gd name="connsiteY24" fmla="*/ 0 h 6858000"/>
                <a:gd name="connsiteX25" fmla="*/ 4265528 w 6091008"/>
                <a:gd name="connsiteY25" fmla="*/ 0 h 6858000"/>
                <a:gd name="connsiteX26" fmla="*/ 4291472 w 6091008"/>
                <a:gd name="connsiteY26" fmla="*/ 15596 h 6858000"/>
                <a:gd name="connsiteX27" fmla="*/ 4431124 w 6091008"/>
                <a:gd name="connsiteY27" fmla="*/ 119052 h 6858000"/>
                <a:gd name="connsiteX28" fmla="*/ 4899570 w 6091008"/>
                <a:gd name="connsiteY28" fmla="*/ 643769 h 6858000"/>
                <a:gd name="connsiteX29" fmla="*/ 5247925 w 6091008"/>
                <a:gd name="connsiteY29" fmla="*/ 1232134 h 6858000"/>
                <a:gd name="connsiteX30" fmla="*/ 5401234 w 6091008"/>
                <a:gd name="connsiteY30" fmla="*/ 1518442 h 6858000"/>
                <a:gd name="connsiteX31" fmla="*/ 5480921 w 6091008"/>
                <a:gd name="connsiteY31" fmla="*/ 1662114 h 6858000"/>
                <a:gd name="connsiteX32" fmla="*/ 5561804 w 6091008"/>
                <a:gd name="connsiteY32" fmla="*/ 1812436 h 6858000"/>
                <a:gd name="connsiteX33" fmla="*/ 5855037 w 6091008"/>
                <a:gd name="connsiteY33" fmla="*/ 2457716 h 6858000"/>
                <a:gd name="connsiteX34" fmla="*/ 6052254 w 6091008"/>
                <a:gd name="connsiteY34" fmla="*/ 3193699 h 6858000"/>
                <a:gd name="connsiteX35" fmla="*/ 6073151 w 6091008"/>
                <a:gd name="connsiteY35" fmla="*/ 4004612 h 6858000"/>
                <a:gd name="connsiteX36" fmla="*/ 6067309 w 6091008"/>
                <a:gd name="connsiteY36" fmla="*/ 4055890 h 6858000"/>
                <a:gd name="connsiteX37" fmla="*/ 6059979 w 6091008"/>
                <a:gd name="connsiteY37" fmla="*/ 4106917 h 6858000"/>
                <a:gd name="connsiteX38" fmla="*/ 6052371 w 6091008"/>
                <a:gd name="connsiteY38" fmla="*/ 4158016 h 6858000"/>
                <a:gd name="connsiteX39" fmla="*/ 6043434 w 6091008"/>
                <a:gd name="connsiteY39" fmla="*/ 4208759 h 6858000"/>
                <a:gd name="connsiteX40" fmla="*/ 6023229 w 6091008"/>
                <a:gd name="connsiteY40" fmla="*/ 4309769 h 6858000"/>
                <a:gd name="connsiteX41" fmla="*/ 5999922 w 6091008"/>
                <a:gd name="connsiteY41" fmla="*/ 4409799 h 6858000"/>
                <a:gd name="connsiteX42" fmla="*/ 5987157 w 6091008"/>
                <a:gd name="connsiteY42" fmla="*/ 4459369 h 6858000"/>
                <a:gd name="connsiteX43" fmla="*/ 5973731 w 6091008"/>
                <a:gd name="connsiteY43" fmla="*/ 4508027 h 6858000"/>
                <a:gd name="connsiteX44" fmla="*/ 5944653 w 6091008"/>
                <a:gd name="connsiteY44" fmla="*/ 4602538 h 6858000"/>
                <a:gd name="connsiteX45" fmla="*/ 5915334 w 6091008"/>
                <a:gd name="connsiteY45" fmla="*/ 4696982 h 6858000"/>
                <a:gd name="connsiteX46" fmla="*/ 5881786 w 6091008"/>
                <a:gd name="connsiteY46" fmla="*/ 4790295 h 6858000"/>
                <a:gd name="connsiteX47" fmla="*/ 5539609 w 6091008"/>
                <a:gd name="connsiteY47" fmla="*/ 5504511 h 6858000"/>
                <a:gd name="connsiteX48" fmla="*/ 5432400 w 6091008"/>
                <a:gd name="connsiteY48" fmla="*/ 5669348 h 6858000"/>
                <a:gd name="connsiteX49" fmla="*/ 5404330 w 6091008"/>
                <a:gd name="connsiteY49" fmla="*/ 5709372 h 6858000"/>
                <a:gd name="connsiteX50" fmla="*/ 5375525 w 6091008"/>
                <a:gd name="connsiteY50" fmla="*/ 5748757 h 6858000"/>
                <a:gd name="connsiteX51" fmla="*/ 5317831 w 6091008"/>
                <a:gd name="connsiteY51" fmla="*/ 5827355 h 6858000"/>
                <a:gd name="connsiteX52" fmla="*/ 5288208 w 6091008"/>
                <a:gd name="connsiteY52" fmla="*/ 5865932 h 6858000"/>
                <a:gd name="connsiteX53" fmla="*/ 5273251 w 6091008"/>
                <a:gd name="connsiteY53" fmla="*/ 5885035 h 6858000"/>
                <a:gd name="connsiteX54" fmla="*/ 5256656 w 6091008"/>
                <a:gd name="connsiteY54" fmla="*/ 5902520 h 6858000"/>
                <a:gd name="connsiteX55" fmla="*/ 5189858 w 6091008"/>
                <a:gd name="connsiteY55" fmla="*/ 5971616 h 6858000"/>
                <a:gd name="connsiteX56" fmla="*/ 5156287 w 6091008"/>
                <a:gd name="connsiteY56" fmla="*/ 6005600 h 6858000"/>
                <a:gd name="connsiteX57" fmla="*/ 5121598 w 6091008"/>
                <a:gd name="connsiteY57" fmla="*/ 6037962 h 6858000"/>
                <a:gd name="connsiteX58" fmla="*/ 5051798 w 6091008"/>
                <a:gd name="connsiteY58" fmla="*/ 6101838 h 6858000"/>
                <a:gd name="connsiteX59" fmla="*/ 4463594 w 6091008"/>
                <a:gd name="connsiteY59" fmla="*/ 6532280 h 6858000"/>
                <a:gd name="connsiteX60" fmla="*/ 4388637 w 6091008"/>
                <a:gd name="connsiteY60" fmla="*/ 6579169 h 6858000"/>
                <a:gd name="connsiteX61" fmla="*/ 4312856 w 6091008"/>
                <a:gd name="connsiteY61" fmla="*/ 6623337 h 6858000"/>
                <a:gd name="connsiteX62" fmla="*/ 4237558 w 6091008"/>
                <a:gd name="connsiteY62" fmla="*/ 6667632 h 6858000"/>
                <a:gd name="connsiteX63" fmla="*/ 4161774 w 6091008"/>
                <a:gd name="connsiteY63" fmla="*/ 6709883 h 6858000"/>
                <a:gd name="connsiteX64" fmla="*/ 4010448 w 6091008"/>
                <a:gd name="connsiteY64" fmla="*/ 6792981 h 6858000"/>
                <a:gd name="connsiteX65" fmla="*/ 3935163 w 6091008"/>
                <a:gd name="connsiteY65" fmla="*/ 6834338 h 6858000"/>
                <a:gd name="connsiteX66" fmla="*/ 3892887 w 6091008"/>
                <a:gd name="connsiteY66" fmla="*/ 6858000 h 6858000"/>
                <a:gd name="connsiteX67" fmla="*/ 2743942 w 6091008"/>
                <a:gd name="connsiteY67" fmla="*/ 6858000 h 6858000"/>
                <a:gd name="connsiteX68" fmla="*/ 2852577 w 6091008"/>
                <a:gd name="connsiteY68" fmla="*/ 6838910 h 6858000"/>
                <a:gd name="connsiteX69" fmla="*/ 3143255 w 6091008"/>
                <a:gd name="connsiteY69" fmla="*/ 6759775 h 6858000"/>
                <a:gd name="connsiteX70" fmla="*/ 3430899 w 6091008"/>
                <a:gd name="connsiteY70" fmla="*/ 6650056 h 6858000"/>
                <a:gd name="connsiteX71" fmla="*/ 3713289 w 6091008"/>
                <a:gd name="connsiteY71" fmla="*/ 6514054 h 6858000"/>
                <a:gd name="connsiteX72" fmla="*/ 3981228 w 6091008"/>
                <a:gd name="connsiteY72" fmla="*/ 6334878 h 6858000"/>
                <a:gd name="connsiteX73" fmla="*/ 4107885 w 6091008"/>
                <a:gd name="connsiteY73" fmla="*/ 6233689 h 6858000"/>
                <a:gd name="connsiteX74" fmla="*/ 4169795 w 6091008"/>
                <a:gd name="connsiteY74" fmla="*/ 6181389 h 6858000"/>
                <a:gd name="connsiteX75" fmla="*/ 4229189 w 6091008"/>
                <a:gd name="connsiteY75" fmla="*/ 6125914 h 6858000"/>
                <a:gd name="connsiteX76" fmla="*/ 4652064 w 6091008"/>
                <a:gd name="connsiteY76" fmla="*/ 5641457 h 6858000"/>
                <a:gd name="connsiteX77" fmla="*/ 4697555 w 6091008"/>
                <a:gd name="connsiteY77" fmla="*/ 5576516 h 6858000"/>
                <a:gd name="connsiteX78" fmla="*/ 4720492 w 6091008"/>
                <a:gd name="connsiteY78" fmla="*/ 5544537 h 6858000"/>
                <a:gd name="connsiteX79" fmla="*/ 4741922 w 6091008"/>
                <a:gd name="connsiteY79" fmla="*/ 5511420 h 6858000"/>
                <a:gd name="connsiteX80" fmla="*/ 4784179 w 6091008"/>
                <a:gd name="connsiteY80" fmla="*/ 5445022 h 6858000"/>
                <a:gd name="connsiteX81" fmla="*/ 4794796 w 6091008"/>
                <a:gd name="connsiteY81" fmla="*/ 5428584 h 6858000"/>
                <a:gd name="connsiteX82" fmla="*/ 4807173 w 6091008"/>
                <a:gd name="connsiteY82" fmla="*/ 5413795 h 6858000"/>
                <a:gd name="connsiteX83" fmla="*/ 4830010 w 6091008"/>
                <a:gd name="connsiteY83" fmla="*/ 5382674 h 6858000"/>
                <a:gd name="connsiteX84" fmla="*/ 4874298 w 6091008"/>
                <a:gd name="connsiteY84" fmla="*/ 5319323 h 6858000"/>
                <a:gd name="connsiteX85" fmla="*/ 4896484 w 6091008"/>
                <a:gd name="connsiteY85" fmla="*/ 5287734 h 6858000"/>
                <a:gd name="connsiteX86" fmla="*/ 4918019 w 6091008"/>
                <a:gd name="connsiteY86" fmla="*/ 5255673 h 6858000"/>
                <a:gd name="connsiteX87" fmla="*/ 4999238 w 6091008"/>
                <a:gd name="connsiteY87" fmla="*/ 5124058 h 6858000"/>
                <a:gd name="connsiteX88" fmla="*/ 5251271 w 6091008"/>
                <a:gd name="connsiteY88" fmla="*/ 4554965 h 6858000"/>
                <a:gd name="connsiteX89" fmla="*/ 5276136 w 6091008"/>
                <a:gd name="connsiteY89" fmla="*/ 4480521 h 6858000"/>
                <a:gd name="connsiteX90" fmla="*/ 5297442 w 6091008"/>
                <a:gd name="connsiteY90" fmla="*/ 4404389 h 6858000"/>
                <a:gd name="connsiteX91" fmla="*/ 5318953 w 6091008"/>
                <a:gd name="connsiteY91" fmla="*/ 4328458 h 6858000"/>
                <a:gd name="connsiteX92" fmla="*/ 5328684 w 6091008"/>
                <a:gd name="connsiteY92" fmla="*/ 4291175 h 6858000"/>
                <a:gd name="connsiteX93" fmla="*/ 5337470 w 6091008"/>
                <a:gd name="connsiteY93" fmla="*/ 4254522 h 6858000"/>
                <a:gd name="connsiteX94" fmla="*/ 5353277 w 6091008"/>
                <a:gd name="connsiteY94" fmla="*/ 4181038 h 6858000"/>
                <a:gd name="connsiteX95" fmla="*/ 5366762 w 6091008"/>
                <a:gd name="connsiteY95" fmla="*/ 4107520 h 6858000"/>
                <a:gd name="connsiteX96" fmla="*/ 5373105 w 6091008"/>
                <a:gd name="connsiteY96" fmla="*/ 4070802 h 6858000"/>
                <a:gd name="connsiteX97" fmla="*/ 5378288 w 6091008"/>
                <a:gd name="connsiteY97" fmla="*/ 4034066 h 6858000"/>
                <a:gd name="connsiteX98" fmla="*/ 5383471 w 6091008"/>
                <a:gd name="connsiteY98" fmla="*/ 3997331 h 6858000"/>
                <a:gd name="connsiteX99" fmla="*/ 5387373 w 6091008"/>
                <a:gd name="connsiteY99" fmla="*/ 3960547 h 6858000"/>
                <a:gd name="connsiteX100" fmla="*/ 5375699 w 6091008"/>
                <a:gd name="connsiteY100" fmla="*/ 3369810 h 6858000"/>
                <a:gd name="connsiteX101" fmla="*/ 5225695 w 6091008"/>
                <a:gd name="connsiteY101" fmla="*/ 2777923 h 6858000"/>
                <a:gd name="connsiteX102" fmla="*/ 4989893 w 6091008"/>
                <a:gd name="connsiteY102" fmla="*/ 2181595 h 6858000"/>
                <a:gd name="connsiteX103" fmla="*/ 4856777 w 6091008"/>
                <a:gd name="connsiteY103" fmla="*/ 1872581 h 6858000"/>
                <a:gd name="connsiteX104" fmla="*/ 4729367 w 6091008"/>
                <a:gd name="connsiteY104" fmla="*/ 1547581 h 6858000"/>
                <a:gd name="connsiteX105" fmla="*/ 4510575 w 6091008"/>
                <a:gd name="connsiteY105" fmla="*/ 917244 h 6858000"/>
                <a:gd name="connsiteX106" fmla="*/ 4387446 w 6091008"/>
                <a:gd name="connsiteY106" fmla="*/ 626512 h 6858000"/>
                <a:gd name="connsiteX107" fmla="*/ 4227716 w 6091008"/>
                <a:gd name="connsiteY107" fmla="*/ 368510 h 6858000"/>
                <a:gd name="connsiteX108" fmla="*/ 4017774 w 6091008"/>
                <a:gd name="connsiteY108" fmla="*/ 161674 h 6858000"/>
                <a:gd name="connsiteX109" fmla="*/ 3761542 w 6091008"/>
                <a:gd name="connsiteY109" fmla="*/ 19860 h 6858000"/>
                <a:gd name="connsiteX110" fmla="*/ 3727185 w 6091008"/>
                <a:gd name="connsiteY110" fmla="*/ 6533 h 6858000"/>
                <a:gd name="connsiteX111" fmla="*/ 1325680 w 6091008"/>
                <a:gd name="connsiteY111" fmla="*/ 0 h 6858000"/>
                <a:gd name="connsiteX112" fmla="*/ 2347354 w 6091008"/>
                <a:gd name="connsiteY112" fmla="*/ 0 h 6858000"/>
                <a:gd name="connsiteX113" fmla="*/ 2262734 w 6091008"/>
                <a:gd name="connsiteY113" fmla="*/ 20581 h 6858000"/>
                <a:gd name="connsiteX114" fmla="*/ 1969830 w 6091008"/>
                <a:gd name="connsiteY114" fmla="*/ 118108 h 6858000"/>
                <a:gd name="connsiteX115" fmla="*/ 1897367 w 6091008"/>
                <a:gd name="connsiteY115" fmla="*/ 145059 h 6858000"/>
                <a:gd name="connsiteX116" fmla="*/ 1825860 w 6091008"/>
                <a:gd name="connsiteY116" fmla="*/ 175210 h 6858000"/>
                <a:gd name="connsiteX117" fmla="*/ 1754258 w 6091008"/>
                <a:gd name="connsiteY117" fmla="*/ 204746 h 6858000"/>
                <a:gd name="connsiteX118" fmla="*/ 1683442 w 6091008"/>
                <a:gd name="connsiteY118" fmla="*/ 237143 h 6858000"/>
                <a:gd name="connsiteX119" fmla="*/ 1612330 w 6091008"/>
                <a:gd name="connsiteY119" fmla="*/ 268724 h 6858000"/>
                <a:gd name="connsiteX120" fmla="*/ 1542244 w 6091008"/>
                <a:gd name="connsiteY120" fmla="*/ 303229 h 6858000"/>
                <a:gd name="connsiteX121" fmla="*/ 1471990 w 6091008"/>
                <a:gd name="connsiteY121" fmla="*/ 337395 h 6858000"/>
                <a:gd name="connsiteX122" fmla="*/ 1402813 w 6091008"/>
                <a:gd name="connsiteY122" fmla="*/ 374794 h 6858000"/>
                <a:gd name="connsiteX123" fmla="*/ 1333886 w 6091008"/>
                <a:gd name="connsiteY123" fmla="*/ 412702 h 6858000"/>
                <a:gd name="connsiteX124" fmla="*/ 1266278 w 6091008"/>
                <a:gd name="connsiteY124" fmla="*/ 453907 h 6858000"/>
                <a:gd name="connsiteX125" fmla="*/ 1199136 w 6091008"/>
                <a:gd name="connsiteY125" fmla="*/ 496266 h 6858000"/>
                <a:gd name="connsiteX126" fmla="*/ 1182302 w 6091008"/>
                <a:gd name="connsiteY126" fmla="*/ 506917 h 6858000"/>
                <a:gd name="connsiteX127" fmla="*/ 1166009 w 6091008"/>
                <a:gd name="connsiteY127" fmla="*/ 518449 h 6858000"/>
                <a:gd name="connsiteX128" fmla="*/ 1133302 w 6091008"/>
                <a:gd name="connsiteY128" fmla="*/ 541479 h 6858000"/>
                <a:gd name="connsiteX129" fmla="*/ 1067923 w 6091008"/>
                <a:gd name="connsiteY129" fmla="*/ 587403 h 6858000"/>
                <a:gd name="connsiteX130" fmla="*/ 1051509 w 6091008"/>
                <a:gd name="connsiteY130" fmla="*/ 598902 h 6858000"/>
                <a:gd name="connsiteX131" fmla="*/ 1035673 w 6091008"/>
                <a:gd name="connsiteY131" fmla="*/ 611145 h 6858000"/>
                <a:gd name="connsiteX132" fmla="*/ 1003878 w 6091008"/>
                <a:gd name="connsiteY132" fmla="*/ 635598 h 6858000"/>
                <a:gd name="connsiteX133" fmla="*/ 877673 w 6091008"/>
                <a:gd name="connsiteY133" fmla="*/ 735582 h 6858000"/>
                <a:gd name="connsiteX134" fmla="*/ 417533 w 6091008"/>
                <a:gd name="connsiteY134" fmla="*/ 1198720 h 6858000"/>
                <a:gd name="connsiteX135" fmla="*/ 54935 w 6091008"/>
                <a:gd name="connsiteY135" fmla="*/ 1756293 h 6858000"/>
                <a:gd name="connsiteX136" fmla="*/ 17844 w 6091008"/>
                <a:gd name="connsiteY136" fmla="*/ 1831433 h 6858000"/>
                <a:gd name="connsiteX137" fmla="*/ 0 w 6091008"/>
                <a:gd name="connsiteY137" fmla="*/ 1869131 h 6858000"/>
                <a:gd name="connsiteX138" fmla="*/ 0 w 6091008"/>
                <a:gd name="connsiteY138" fmla="*/ 1198550 h 6858000"/>
                <a:gd name="connsiteX139" fmla="*/ 185957 w 6091008"/>
                <a:gd name="connsiteY139" fmla="*/ 961506 h 6858000"/>
                <a:gd name="connsiteX140" fmla="*/ 689746 w 6091008"/>
                <a:gd name="connsiteY140" fmla="*/ 447064 h 6858000"/>
                <a:gd name="connsiteX141" fmla="*/ 827126 w 6091008"/>
                <a:gd name="connsiteY141" fmla="*/ 333881 h 6858000"/>
                <a:gd name="connsiteX142" fmla="*/ 968997 w 6091008"/>
                <a:gd name="connsiteY142" fmla="*/ 228085 h 6858000"/>
                <a:gd name="connsiteX143" fmla="*/ 1004883 w 6091008"/>
                <a:gd name="connsiteY143" fmla="*/ 202373 h 6858000"/>
                <a:gd name="connsiteX144" fmla="*/ 1022826 w 6091008"/>
                <a:gd name="connsiteY144" fmla="*/ 189517 h 6858000"/>
                <a:gd name="connsiteX145" fmla="*/ 1041187 w 6091008"/>
                <a:gd name="connsiteY145" fmla="*/ 177509 h 6858000"/>
                <a:gd name="connsiteX146" fmla="*/ 1114760 w 6091008"/>
                <a:gd name="connsiteY146" fmla="*/ 129512 h 6858000"/>
                <a:gd name="connsiteX147" fmla="*/ 1188498 w 6091008"/>
                <a:gd name="connsiteY147" fmla="*/ 81854 h 6858000"/>
                <a:gd name="connsiteX148" fmla="*/ 1263461 w 6091008"/>
                <a:gd name="connsiteY148" fmla="*/ 3688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</a:cxnLst>
              <a:rect l="l" t="t" r="r" b="b"/>
              <a:pathLst>
                <a:path w="6091008" h="6858000">
                  <a:moveTo>
                    <a:pt x="0" y="5476844"/>
                  </a:moveTo>
                  <a:lnTo>
                    <a:pt x="15220" y="5501668"/>
                  </a:lnTo>
                  <a:cubicBezTo>
                    <a:pt x="69097" y="5585141"/>
                    <a:pt x="130925" y="5654403"/>
                    <a:pt x="198940" y="5717964"/>
                  </a:cubicBezTo>
                  <a:lnTo>
                    <a:pt x="251499" y="5763842"/>
                  </a:lnTo>
                  <a:lnTo>
                    <a:pt x="308460" y="5806337"/>
                  </a:lnTo>
                  <a:cubicBezTo>
                    <a:pt x="326685" y="5820934"/>
                    <a:pt x="348384" y="5833667"/>
                    <a:pt x="368305" y="5847248"/>
                  </a:cubicBezTo>
                  <a:cubicBezTo>
                    <a:pt x="388782" y="5860683"/>
                    <a:pt x="408424" y="5874336"/>
                    <a:pt x="430451" y="5887305"/>
                  </a:cubicBezTo>
                  <a:cubicBezTo>
                    <a:pt x="601703" y="5991186"/>
                    <a:pt x="792871" y="6091279"/>
                    <a:pt x="975811" y="6205653"/>
                  </a:cubicBezTo>
                  <a:cubicBezTo>
                    <a:pt x="1159565" y="6318920"/>
                    <a:pt x="1337666" y="6443625"/>
                    <a:pt x="1510250" y="6575390"/>
                  </a:cubicBezTo>
                  <a:cubicBezTo>
                    <a:pt x="1658997" y="6690317"/>
                    <a:pt x="1824862" y="6774210"/>
                    <a:pt x="2002437" y="6825029"/>
                  </a:cubicBezTo>
                  <a:cubicBezTo>
                    <a:pt x="2046812" y="6837803"/>
                    <a:pt x="2091936" y="6848385"/>
                    <a:pt x="2137670" y="6856874"/>
                  </a:cubicBezTo>
                  <a:lnTo>
                    <a:pt x="2145778" y="6858000"/>
                  </a:lnTo>
                  <a:lnTo>
                    <a:pt x="1098858" y="6858000"/>
                  </a:lnTo>
                  <a:lnTo>
                    <a:pt x="1004166" y="6786858"/>
                  </a:lnTo>
                  <a:cubicBezTo>
                    <a:pt x="920997" y="6725805"/>
                    <a:pt x="837118" y="6666016"/>
                    <a:pt x="751974" y="6608169"/>
                  </a:cubicBezTo>
                  <a:lnTo>
                    <a:pt x="623305" y="6522172"/>
                  </a:lnTo>
                  <a:lnTo>
                    <a:pt x="492346" y="6437477"/>
                  </a:lnTo>
                  <a:lnTo>
                    <a:pt x="358536" y="6352312"/>
                  </a:lnTo>
                  <a:lnTo>
                    <a:pt x="290710" y="6308820"/>
                  </a:lnTo>
                  <a:lnTo>
                    <a:pt x="221792" y="6263122"/>
                  </a:lnTo>
                  <a:cubicBezTo>
                    <a:pt x="198889" y="6248595"/>
                    <a:pt x="175526" y="6231442"/>
                    <a:pt x="152460" y="6215106"/>
                  </a:cubicBezTo>
                  <a:cubicBezTo>
                    <a:pt x="129301" y="6198154"/>
                    <a:pt x="105988" y="6183223"/>
                    <a:pt x="83055" y="6163978"/>
                  </a:cubicBezTo>
                  <a:lnTo>
                    <a:pt x="14161" y="6109014"/>
                  </a:lnTo>
                  <a:lnTo>
                    <a:pt x="0" y="6096195"/>
                  </a:lnTo>
                  <a:close/>
                  <a:moveTo>
                    <a:pt x="3707444" y="0"/>
                  </a:moveTo>
                  <a:lnTo>
                    <a:pt x="4265528" y="0"/>
                  </a:lnTo>
                  <a:lnTo>
                    <a:pt x="4291472" y="15596"/>
                  </a:lnTo>
                  <a:cubicBezTo>
                    <a:pt x="4339292" y="47637"/>
                    <a:pt x="4385917" y="82210"/>
                    <a:pt x="4431124" y="119052"/>
                  </a:cubicBezTo>
                  <a:cubicBezTo>
                    <a:pt x="4612085" y="266897"/>
                    <a:pt x="4766658" y="451392"/>
                    <a:pt x="4899570" y="643769"/>
                  </a:cubicBezTo>
                  <a:cubicBezTo>
                    <a:pt x="5032421" y="836866"/>
                    <a:pt x="5144168" y="1037706"/>
                    <a:pt x="5247925" y="1232134"/>
                  </a:cubicBezTo>
                  <a:cubicBezTo>
                    <a:pt x="5299886" y="1329516"/>
                    <a:pt x="5349860" y="1425631"/>
                    <a:pt x="5401234" y="1518442"/>
                  </a:cubicBezTo>
                  <a:lnTo>
                    <a:pt x="5480921" y="1662114"/>
                  </a:lnTo>
                  <a:cubicBezTo>
                    <a:pt x="5508162" y="1711659"/>
                    <a:pt x="5535098" y="1761858"/>
                    <a:pt x="5561804" y="1812436"/>
                  </a:cubicBezTo>
                  <a:cubicBezTo>
                    <a:pt x="5668394" y="2015131"/>
                    <a:pt x="5769309" y="2228374"/>
                    <a:pt x="5855037" y="2457716"/>
                  </a:cubicBezTo>
                  <a:cubicBezTo>
                    <a:pt x="5940757" y="2686612"/>
                    <a:pt x="6011031" y="2932566"/>
                    <a:pt x="6052254" y="3193699"/>
                  </a:cubicBezTo>
                  <a:cubicBezTo>
                    <a:pt x="6093625" y="3454283"/>
                    <a:pt x="6103924" y="3730828"/>
                    <a:pt x="6073151" y="4004612"/>
                  </a:cubicBezTo>
                  <a:lnTo>
                    <a:pt x="6067309" y="4055890"/>
                  </a:lnTo>
                  <a:cubicBezTo>
                    <a:pt x="6065066" y="4072953"/>
                    <a:pt x="6062462" y="4089919"/>
                    <a:pt x="6059979" y="4106917"/>
                  </a:cubicBezTo>
                  <a:lnTo>
                    <a:pt x="6052371" y="4158016"/>
                  </a:lnTo>
                  <a:cubicBezTo>
                    <a:pt x="6049766" y="4174982"/>
                    <a:pt x="6046401" y="4191890"/>
                    <a:pt x="6043434" y="4208759"/>
                  </a:cubicBezTo>
                  <a:cubicBezTo>
                    <a:pt x="6037102" y="4242536"/>
                    <a:pt x="6031011" y="4276380"/>
                    <a:pt x="6023229" y="4309769"/>
                  </a:cubicBezTo>
                  <a:cubicBezTo>
                    <a:pt x="6015690" y="4343223"/>
                    <a:pt x="6008874" y="4376870"/>
                    <a:pt x="5999922" y="4409799"/>
                  </a:cubicBezTo>
                  <a:lnTo>
                    <a:pt x="5987157" y="4459369"/>
                  </a:lnTo>
                  <a:cubicBezTo>
                    <a:pt x="5982945" y="4476053"/>
                    <a:pt x="5978687" y="4492427"/>
                    <a:pt x="5973731" y="4508027"/>
                  </a:cubicBezTo>
                  <a:lnTo>
                    <a:pt x="5944653" y="4602538"/>
                  </a:lnTo>
                  <a:lnTo>
                    <a:pt x="5915334" y="4696982"/>
                  </a:lnTo>
                  <a:cubicBezTo>
                    <a:pt x="5905346" y="4728457"/>
                    <a:pt x="5892944" y="4759283"/>
                    <a:pt x="5881786" y="4790295"/>
                  </a:cubicBezTo>
                  <a:cubicBezTo>
                    <a:pt x="5791737" y="5038923"/>
                    <a:pt x="5677271" y="5280123"/>
                    <a:pt x="5539609" y="5504511"/>
                  </a:cubicBezTo>
                  <a:lnTo>
                    <a:pt x="5432400" y="5669348"/>
                  </a:lnTo>
                  <a:cubicBezTo>
                    <a:pt x="5423763" y="5683225"/>
                    <a:pt x="5413823" y="5696165"/>
                    <a:pt x="5404330" y="5709372"/>
                  </a:cubicBezTo>
                  <a:lnTo>
                    <a:pt x="5375525" y="5748757"/>
                  </a:lnTo>
                  <a:lnTo>
                    <a:pt x="5317831" y="5827355"/>
                  </a:lnTo>
                  <a:cubicBezTo>
                    <a:pt x="5308217" y="5840529"/>
                    <a:pt x="5298639" y="5853567"/>
                    <a:pt x="5288208" y="5865932"/>
                  </a:cubicBezTo>
                  <a:cubicBezTo>
                    <a:pt x="5283153" y="5872232"/>
                    <a:pt x="5278509" y="5878936"/>
                    <a:pt x="5273251" y="5885035"/>
                  </a:cubicBezTo>
                  <a:cubicBezTo>
                    <a:pt x="5267908" y="5890963"/>
                    <a:pt x="5262120" y="5896624"/>
                    <a:pt x="5256656" y="5902520"/>
                  </a:cubicBezTo>
                  <a:lnTo>
                    <a:pt x="5189858" y="5971616"/>
                  </a:lnTo>
                  <a:cubicBezTo>
                    <a:pt x="5178681" y="5982899"/>
                    <a:pt x="5167959" y="5994892"/>
                    <a:pt x="5156287" y="6005600"/>
                  </a:cubicBezTo>
                  <a:lnTo>
                    <a:pt x="5121598" y="6037962"/>
                  </a:lnTo>
                  <a:lnTo>
                    <a:pt x="5051798" y="6101838"/>
                  </a:lnTo>
                  <a:cubicBezTo>
                    <a:pt x="4864110" y="6268956"/>
                    <a:pt x="4663874" y="6407541"/>
                    <a:pt x="4463594" y="6532280"/>
                  </a:cubicBezTo>
                  <a:cubicBezTo>
                    <a:pt x="4438472" y="6547774"/>
                    <a:pt x="4413434" y="6563439"/>
                    <a:pt x="4388637" y="6579169"/>
                  </a:cubicBezTo>
                  <a:lnTo>
                    <a:pt x="4312856" y="6623337"/>
                  </a:lnTo>
                  <a:lnTo>
                    <a:pt x="4237558" y="6667632"/>
                  </a:lnTo>
                  <a:cubicBezTo>
                    <a:pt x="4212548" y="6682715"/>
                    <a:pt x="4186842" y="6695553"/>
                    <a:pt x="4161774" y="6709883"/>
                  </a:cubicBezTo>
                  <a:cubicBezTo>
                    <a:pt x="4111167" y="6737392"/>
                    <a:pt x="4061123" y="6766670"/>
                    <a:pt x="4010448" y="6792981"/>
                  </a:cubicBezTo>
                  <a:cubicBezTo>
                    <a:pt x="3985322" y="6806562"/>
                    <a:pt x="3960037" y="6820248"/>
                    <a:pt x="3935163" y="6834338"/>
                  </a:cubicBezTo>
                  <a:lnTo>
                    <a:pt x="3892887" y="6858000"/>
                  </a:lnTo>
                  <a:lnTo>
                    <a:pt x="2743942" y="6858000"/>
                  </a:lnTo>
                  <a:lnTo>
                    <a:pt x="2852577" y="6838910"/>
                  </a:lnTo>
                  <a:cubicBezTo>
                    <a:pt x="2949686" y="6818527"/>
                    <a:pt x="3046805" y="6791706"/>
                    <a:pt x="3143255" y="6759775"/>
                  </a:cubicBezTo>
                  <a:cubicBezTo>
                    <a:pt x="3239807" y="6727945"/>
                    <a:pt x="3335416" y="6689975"/>
                    <a:pt x="3430899" y="6650056"/>
                  </a:cubicBezTo>
                  <a:cubicBezTo>
                    <a:pt x="3526299" y="6609969"/>
                    <a:pt x="3621242" y="6565786"/>
                    <a:pt x="3713289" y="6514054"/>
                  </a:cubicBezTo>
                  <a:cubicBezTo>
                    <a:pt x="3805137" y="6460650"/>
                    <a:pt x="3895762" y="6401178"/>
                    <a:pt x="3981228" y="6334878"/>
                  </a:cubicBezTo>
                  <a:cubicBezTo>
                    <a:pt x="4024934" y="6303166"/>
                    <a:pt x="4066572" y="6268544"/>
                    <a:pt x="4107885" y="6233689"/>
                  </a:cubicBezTo>
                  <a:cubicBezTo>
                    <a:pt x="4128602" y="6216277"/>
                    <a:pt x="4149365" y="6199173"/>
                    <a:pt x="4169795" y="6181389"/>
                  </a:cubicBezTo>
                  <a:cubicBezTo>
                    <a:pt x="4189729" y="6163032"/>
                    <a:pt x="4209542" y="6144643"/>
                    <a:pt x="4229189" y="6125914"/>
                  </a:cubicBezTo>
                  <a:cubicBezTo>
                    <a:pt x="4387326" y="5978255"/>
                    <a:pt x="4528049" y="5812977"/>
                    <a:pt x="4652064" y="5641457"/>
                  </a:cubicBezTo>
                  <a:lnTo>
                    <a:pt x="4697555" y="5576516"/>
                  </a:lnTo>
                  <a:lnTo>
                    <a:pt x="4720492" y="5544537"/>
                  </a:lnTo>
                  <a:cubicBezTo>
                    <a:pt x="4728246" y="5533956"/>
                    <a:pt x="4734819" y="5522469"/>
                    <a:pt x="4741922" y="5511420"/>
                  </a:cubicBezTo>
                  <a:lnTo>
                    <a:pt x="4784179" y="5445022"/>
                  </a:lnTo>
                  <a:cubicBezTo>
                    <a:pt x="4787730" y="5439497"/>
                    <a:pt x="4791161" y="5433940"/>
                    <a:pt x="4794796" y="5428584"/>
                  </a:cubicBezTo>
                  <a:cubicBezTo>
                    <a:pt x="4798637" y="5423432"/>
                    <a:pt x="4803091" y="5418884"/>
                    <a:pt x="4807173" y="5413795"/>
                  </a:cubicBezTo>
                  <a:cubicBezTo>
                    <a:pt x="4815384" y="5403926"/>
                    <a:pt x="4822656" y="5393214"/>
                    <a:pt x="4830010" y="5382674"/>
                  </a:cubicBezTo>
                  <a:lnTo>
                    <a:pt x="4874298" y="5319323"/>
                  </a:lnTo>
                  <a:lnTo>
                    <a:pt x="4896484" y="5287734"/>
                  </a:lnTo>
                  <a:cubicBezTo>
                    <a:pt x="4903839" y="5277191"/>
                    <a:pt x="4911520" y="5266885"/>
                    <a:pt x="4918019" y="5255673"/>
                  </a:cubicBezTo>
                  <a:lnTo>
                    <a:pt x="4999238" y="5124058"/>
                  </a:lnTo>
                  <a:cubicBezTo>
                    <a:pt x="5102559" y="4945225"/>
                    <a:pt x="5185787" y="4753943"/>
                    <a:pt x="5251271" y="4554965"/>
                  </a:cubicBezTo>
                  <a:cubicBezTo>
                    <a:pt x="5259371" y="4530051"/>
                    <a:pt x="5268846" y="4505799"/>
                    <a:pt x="5276136" y="4480521"/>
                  </a:cubicBezTo>
                  <a:lnTo>
                    <a:pt x="5297442" y="4404389"/>
                  </a:lnTo>
                  <a:lnTo>
                    <a:pt x="5318953" y="4328458"/>
                  </a:lnTo>
                  <a:cubicBezTo>
                    <a:pt x="5322895" y="4315679"/>
                    <a:pt x="5325929" y="4303390"/>
                    <a:pt x="5328684" y="4291175"/>
                  </a:cubicBezTo>
                  <a:lnTo>
                    <a:pt x="5337470" y="4254522"/>
                  </a:lnTo>
                  <a:cubicBezTo>
                    <a:pt x="5343899" y="4230045"/>
                    <a:pt x="5348129" y="4205565"/>
                    <a:pt x="5353277" y="4181038"/>
                  </a:cubicBezTo>
                  <a:cubicBezTo>
                    <a:pt x="5358786" y="4156608"/>
                    <a:pt x="5362533" y="4132000"/>
                    <a:pt x="5366762" y="4107520"/>
                  </a:cubicBezTo>
                  <a:cubicBezTo>
                    <a:pt x="5368877" y="4095280"/>
                    <a:pt x="5371390" y="4083000"/>
                    <a:pt x="5373105" y="4070802"/>
                  </a:cubicBezTo>
                  <a:lnTo>
                    <a:pt x="5378288" y="4034066"/>
                  </a:lnTo>
                  <a:lnTo>
                    <a:pt x="5383471" y="3997331"/>
                  </a:lnTo>
                  <a:lnTo>
                    <a:pt x="5387373" y="3960547"/>
                  </a:lnTo>
                  <a:cubicBezTo>
                    <a:pt x="5408513" y="3764258"/>
                    <a:pt x="5404752" y="3567184"/>
                    <a:pt x="5375699" y="3369810"/>
                  </a:cubicBezTo>
                  <a:cubicBezTo>
                    <a:pt x="5347044" y="3172396"/>
                    <a:pt x="5293473" y="2975222"/>
                    <a:pt x="5225695" y="2777923"/>
                  </a:cubicBezTo>
                  <a:cubicBezTo>
                    <a:pt x="5157675" y="2580560"/>
                    <a:pt x="5075729" y="2382997"/>
                    <a:pt x="4989893" y="2181595"/>
                  </a:cubicBezTo>
                  <a:lnTo>
                    <a:pt x="4856777" y="1872581"/>
                  </a:lnTo>
                  <a:cubicBezTo>
                    <a:pt x="4811108" y="1763784"/>
                    <a:pt x="4768691" y="1655416"/>
                    <a:pt x="4729367" y="1547581"/>
                  </a:cubicBezTo>
                  <a:cubicBezTo>
                    <a:pt x="4650320" y="1331954"/>
                    <a:pt x="4585048" y="1118545"/>
                    <a:pt x="4510575" y="917244"/>
                  </a:cubicBezTo>
                  <a:cubicBezTo>
                    <a:pt x="4473339" y="816594"/>
                    <a:pt x="4433491" y="718925"/>
                    <a:pt x="4387446" y="626512"/>
                  </a:cubicBezTo>
                  <a:cubicBezTo>
                    <a:pt x="4341559" y="533993"/>
                    <a:pt x="4289352" y="446701"/>
                    <a:pt x="4227716" y="368510"/>
                  </a:cubicBezTo>
                  <a:cubicBezTo>
                    <a:pt x="4166554" y="290006"/>
                    <a:pt x="4096194" y="220222"/>
                    <a:pt x="4017774" y="161674"/>
                  </a:cubicBezTo>
                  <a:cubicBezTo>
                    <a:pt x="3939391" y="102989"/>
                    <a:pt x="3853034" y="55709"/>
                    <a:pt x="3761542" y="19860"/>
                  </a:cubicBezTo>
                  <a:lnTo>
                    <a:pt x="3727185" y="6533"/>
                  </a:lnTo>
                  <a:close/>
                  <a:moveTo>
                    <a:pt x="1325680" y="0"/>
                  </a:moveTo>
                  <a:lnTo>
                    <a:pt x="2347354" y="0"/>
                  </a:lnTo>
                  <a:lnTo>
                    <a:pt x="2262734" y="20581"/>
                  </a:lnTo>
                  <a:cubicBezTo>
                    <a:pt x="2164073" y="49233"/>
                    <a:pt x="2066423" y="82020"/>
                    <a:pt x="1969830" y="118108"/>
                  </a:cubicBezTo>
                  <a:cubicBezTo>
                    <a:pt x="1945675" y="127092"/>
                    <a:pt x="1921391" y="135598"/>
                    <a:pt x="1897367" y="145059"/>
                  </a:cubicBezTo>
                  <a:cubicBezTo>
                    <a:pt x="1873522" y="155302"/>
                    <a:pt x="1849679" y="165546"/>
                    <a:pt x="1825860" y="175210"/>
                  </a:cubicBezTo>
                  <a:lnTo>
                    <a:pt x="1754258" y="204746"/>
                  </a:lnTo>
                  <a:lnTo>
                    <a:pt x="1683442" y="237143"/>
                  </a:lnTo>
                  <a:cubicBezTo>
                    <a:pt x="1659851" y="247896"/>
                    <a:pt x="1636127" y="258172"/>
                    <a:pt x="1612330" y="268724"/>
                  </a:cubicBezTo>
                  <a:lnTo>
                    <a:pt x="1542244" y="303229"/>
                  </a:lnTo>
                  <a:lnTo>
                    <a:pt x="1471990" y="337395"/>
                  </a:lnTo>
                  <a:cubicBezTo>
                    <a:pt x="1448660" y="349103"/>
                    <a:pt x="1425927" y="362441"/>
                    <a:pt x="1402813" y="374794"/>
                  </a:cubicBezTo>
                  <a:lnTo>
                    <a:pt x="1333886" y="412702"/>
                  </a:lnTo>
                  <a:cubicBezTo>
                    <a:pt x="1310940" y="425394"/>
                    <a:pt x="1288842" y="440228"/>
                    <a:pt x="1266278" y="453907"/>
                  </a:cubicBezTo>
                  <a:lnTo>
                    <a:pt x="1199136" y="496266"/>
                  </a:lnTo>
                  <a:lnTo>
                    <a:pt x="1182302" y="506917"/>
                  </a:lnTo>
                  <a:lnTo>
                    <a:pt x="1166009" y="518449"/>
                  </a:lnTo>
                  <a:lnTo>
                    <a:pt x="1133302" y="541479"/>
                  </a:lnTo>
                  <a:lnTo>
                    <a:pt x="1067923" y="587403"/>
                  </a:lnTo>
                  <a:lnTo>
                    <a:pt x="1051509" y="598902"/>
                  </a:lnTo>
                  <a:lnTo>
                    <a:pt x="1035673" y="611145"/>
                  </a:lnTo>
                  <a:lnTo>
                    <a:pt x="1003878" y="635598"/>
                  </a:lnTo>
                  <a:cubicBezTo>
                    <a:pt x="961473" y="668248"/>
                    <a:pt x="918407" y="699983"/>
                    <a:pt x="877673" y="735582"/>
                  </a:cubicBezTo>
                  <a:cubicBezTo>
                    <a:pt x="711850" y="872792"/>
                    <a:pt x="555901" y="1026776"/>
                    <a:pt x="417533" y="1198720"/>
                  </a:cubicBezTo>
                  <a:cubicBezTo>
                    <a:pt x="278999" y="1370325"/>
                    <a:pt x="156917" y="1557820"/>
                    <a:pt x="54935" y="1756293"/>
                  </a:cubicBezTo>
                  <a:lnTo>
                    <a:pt x="17844" y="1831433"/>
                  </a:lnTo>
                  <a:lnTo>
                    <a:pt x="0" y="1869131"/>
                  </a:lnTo>
                  <a:lnTo>
                    <a:pt x="0" y="1198550"/>
                  </a:lnTo>
                  <a:lnTo>
                    <a:pt x="185957" y="961506"/>
                  </a:lnTo>
                  <a:cubicBezTo>
                    <a:pt x="342426" y="776600"/>
                    <a:pt x="509755" y="602849"/>
                    <a:pt x="689746" y="447064"/>
                  </a:cubicBezTo>
                  <a:cubicBezTo>
                    <a:pt x="733932" y="406795"/>
                    <a:pt x="780859" y="370795"/>
                    <a:pt x="827126" y="333881"/>
                  </a:cubicBezTo>
                  <a:cubicBezTo>
                    <a:pt x="872886" y="295949"/>
                    <a:pt x="921195" y="262526"/>
                    <a:pt x="968997" y="228085"/>
                  </a:cubicBezTo>
                  <a:lnTo>
                    <a:pt x="1004883" y="202373"/>
                  </a:lnTo>
                  <a:lnTo>
                    <a:pt x="1022826" y="189517"/>
                  </a:lnTo>
                  <a:lnTo>
                    <a:pt x="1041187" y="177509"/>
                  </a:lnTo>
                  <a:lnTo>
                    <a:pt x="1114760" y="129512"/>
                  </a:lnTo>
                  <a:cubicBezTo>
                    <a:pt x="1139435" y="113750"/>
                    <a:pt x="1163439" y="96630"/>
                    <a:pt x="1188498" y="81854"/>
                  </a:cubicBezTo>
                  <a:lnTo>
                    <a:pt x="1263461" y="36880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D01D44A9-1D51-461B-A228-06F6C500B0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369"/>
              <a:ext cx="6055600" cy="6858000"/>
            </a:xfrm>
            <a:custGeom>
              <a:avLst/>
              <a:gdLst>
                <a:gd name="connsiteX0" fmla="*/ 0 w 6055600"/>
                <a:gd name="connsiteY0" fmla="*/ 5960220 h 6858000"/>
                <a:gd name="connsiteX1" fmla="*/ 36039 w 6055600"/>
                <a:gd name="connsiteY1" fmla="*/ 6002605 h 6858000"/>
                <a:gd name="connsiteX2" fmla="*/ 92950 w 6055600"/>
                <a:gd name="connsiteY2" fmla="*/ 6059050 h 6858000"/>
                <a:gd name="connsiteX3" fmla="*/ 153706 w 6055600"/>
                <a:gd name="connsiteY3" fmla="*/ 6111427 h 6858000"/>
                <a:gd name="connsiteX4" fmla="*/ 216806 w 6055600"/>
                <a:gd name="connsiteY4" fmla="*/ 6161603 h 6858000"/>
                <a:gd name="connsiteX5" fmla="*/ 281945 w 6055600"/>
                <a:gd name="connsiteY5" fmla="*/ 6209777 h 6858000"/>
                <a:gd name="connsiteX6" fmla="*/ 553337 w 6055600"/>
                <a:gd name="connsiteY6" fmla="*/ 6391500 h 6858000"/>
                <a:gd name="connsiteX7" fmla="*/ 690543 w 6055600"/>
                <a:gd name="connsiteY7" fmla="*/ 6481634 h 6858000"/>
                <a:gd name="connsiteX8" fmla="*/ 827127 w 6055600"/>
                <a:gd name="connsiteY8" fmla="*/ 6573159 h 6858000"/>
                <a:gd name="connsiteX9" fmla="*/ 1095915 w 6055600"/>
                <a:gd name="connsiteY9" fmla="*/ 6762202 h 6858000"/>
                <a:gd name="connsiteX10" fmla="*/ 1224853 w 6055600"/>
                <a:gd name="connsiteY10" fmla="*/ 6858000 h 6858000"/>
                <a:gd name="connsiteX11" fmla="*/ 1154072 w 6055600"/>
                <a:gd name="connsiteY11" fmla="*/ 6858000 h 6858000"/>
                <a:gd name="connsiteX12" fmla="*/ 1073489 w 6055600"/>
                <a:gd name="connsiteY12" fmla="*/ 6799140 h 6858000"/>
                <a:gd name="connsiteX13" fmla="*/ 800175 w 6055600"/>
                <a:gd name="connsiteY13" fmla="*/ 6620441 h 6858000"/>
                <a:gd name="connsiteX14" fmla="*/ 231518 w 6055600"/>
                <a:gd name="connsiteY14" fmla="*/ 6299323 h 6858000"/>
                <a:gd name="connsiteX15" fmla="*/ 160401 w 6055600"/>
                <a:gd name="connsiteY15" fmla="*/ 6256627 h 6858000"/>
                <a:gd name="connsiteX16" fmla="*/ 89697 w 6055600"/>
                <a:gd name="connsiteY16" fmla="*/ 6211916 h 6858000"/>
                <a:gd name="connsiteX17" fmla="*/ 20148 w 6055600"/>
                <a:gd name="connsiteY17" fmla="*/ 6163835 h 6858000"/>
                <a:gd name="connsiteX18" fmla="*/ 0 w 6055600"/>
                <a:gd name="connsiteY18" fmla="*/ 6147796 h 6858000"/>
                <a:gd name="connsiteX19" fmla="*/ 3748345 w 6055600"/>
                <a:gd name="connsiteY19" fmla="*/ 0 h 6858000"/>
                <a:gd name="connsiteX20" fmla="*/ 4277792 w 6055600"/>
                <a:gd name="connsiteY20" fmla="*/ 0 h 6858000"/>
                <a:gd name="connsiteX21" fmla="*/ 4339531 w 6055600"/>
                <a:gd name="connsiteY21" fmla="*/ 40262 h 6858000"/>
                <a:gd name="connsiteX22" fmla="*/ 4476306 w 6055600"/>
                <a:gd name="connsiteY22" fmla="*/ 153922 h 6858000"/>
                <a:gd name="connsiteX23" fmla="*/ 4713639 w 6055600"/>
                <a:gd name="connsiteY23" fmla="*/ 422076 h 6858000"/>
                <a:gd name="connsiteX24" fmla="*/ 4906991 w 6055600"/>
                <a:gd name="connsiteY24" fmla="*/ 723463 h 6858000"/>
                <a:gd name="connsiteX25" fmla="*/ 5070511 w 6055600"/>
                <a:gd name="connsiteY25" fmla="*/ 1037524 h 6858000"/>
                <a:gd name="connsiteX26" fmla="*/ 5219493 w 6055600"/>
                <a:gd name="connsiteY26" fmla="*/ 1352079 h 6858000"/>
                <a:gd name="connsiteX27" fmla="*/ 5367779 w 6055600"/>
                <a:gd name="connsiteY27" fmla="*/ 1658945 h 6858000"/>
                <a:gd name="connsiteX28" fmla="*/ 5446095 w 6055600"/>
                <a:gd name="connsiteY28" fmla="*/ 1811301 h 6858000"/>
                <a:gd name="connsiteX29" fmla="*/ 5525115 w 6055600"/>
                <a:gd name="connsiteY29" fmla="*/ 1967103 h 6858000"/>
                <a:gd name="connsiteX30" fmla="*/ 5816642 w 6055600"/>
                <a:gd name="connsiteY30" fmla="*/ 2618837 h 6858000"/>
                <a:gd name="connsiteX31" fmla="*/ 6015787 w 6055600"/>
                <a:gd name="connsiteY31" fmla="*/ 3339957 h 6858000"/>
                <a:gd name="connsiteX32" fmla="*/ 6054206 w 6055600"/>
                <a:gd name="connsiteY32" fmla="*/ 3727239 h 6858000"/>
                <a:gd name="connsiteX33" fmla="*/ 6039811 w 6055600"/>
                <a:gd name="connsiteY33" fmla="*/ 4122735 h 6858000"/>
                <a:gd name="connsiteX34" fmla="*/ 5971601 w 6055600"/>
                <a:gd name="connsiteY34" fmla="*/ 4514288 h 6858000"/>
                <a:gd name="connsiteX35" fmla="*/ 5946751 w 6055600"/>
                <a:gd name="connsiteY35" fmla="*/ 4609838 h 6858000"/>
                <a:gd name="connsiteX36" fmla="*/ 5919986 w 6055600"/>
                <a:gd name="connsiteY36" fmla="*/ 4703178 h 6858000"/>
                <a:gd name="connsiteX37" fmla="*/ 5890731 w 6055600"/>
                <a:gd name="connsiteY37" fmla="*/ 4795992 h 6858000"/>
                <a:gd name="connsiteX38" fmla="*/ 5859058 w 6055600"/>
                <a:gd name="connsiteY38" fmla="*/ 4888015 h 6858000"/>
                <a:gd name="connsiteX39" fmla="*/ 5525053 w 6055600"/>
                <a:gd name="connsiteY39" fmla="*/ 5588449 h 6858000"/>
                <a:gd name="connsiteX40" fmla="*/ 5058962 w 6055600"/>
                <a:gd name="connsiteY40" fmla="*/ 6189929 h 6858000"/>
                <a:gd name="connsiteX41" fmla="*/ 4787706 w 6055600"/>
                <a:gd name="connsiteY41" fmla="*/ 6442985 h 6858000"/>
                <a:gd name="connsiteX42" fmla="*/ 4498686 w 6055600"/>
                <a:gd name="connsiteY42" fmla="*/ 6663678 h 6858000"/>
                <a:gd name="connsiteX43" fmla="*/ 4197167 w 6055600"/>
                <a:gd name="connsiteY43" fmla="*/ 6854053 h 6858000"/>
                <a:gd name="connsiteX44" fmla="*/ 4189720 w 6055600"/>
                <a:gd name="connsiteY44" fmla="*/ 6858000 h 6858000"/>
                <a:gd name="connsiteX45" fmla="*/ 3651929 w 6055600"/>
                <a:gd name="connsiteY45" fmla="*/ 6858000 h 6858000"/>
                <a:gd name="connsiteX46" fmla="*/ 3789040 w 6055600"/>
                <a:gd name="connsiteY46" fmla="*/ 6778034 h 6858000"/>
                <a:gd name="connsiteX47" fmla="*/ 4335568 w 6055600"/>
                <a:gd name="connsiteY47" fmla="*/ 6382709 h 6858000"/>
                <a:gd name="connsiteX48" fmla="*/ 4586923 w 6055600"/>
                <a:gd name="connsiteY48" fmla="*/ 6158577 h 6858000"/>
                <a:gd name="connsiteX49" fmla="*/ 4819585 w 6055600"/>
                <a:gd name="connsiteY49" fmla="*/ 5915847 h 6858000"/>
                <a:gd name="connsiteX50" fmla="*/ 5214727 w 6055600"/>
                <a:gd name="connsiteY50" fmla="*/ 5371094 h 6858000"/>
                <a:gd name="connsiteX51" fmla="*/ 5495409 w 6055600"/>
                <a:gd name="connsiteY51" fmla="*/ 4752778 h 6858000"/>
                <a:gd name="connsiteX52" fmla="*/ 5522322 w 6055600"/>
                <a:gd name="connsiteY52" fmla="*/ 4671511 h 6858000"/>
                <a:gd name="connsiteX53" fmla="*/ 5547631 w 6055600"/>
                <a:gd name="connsiteY53" fmla="*/ 4589675 h 6858000"/>
                <a:gd name="connsiteX54" fmla="*/ 5570792 w 6055600"/>
                <a:gd name="connsiteY54" fmla="*/ 4506978 h 6858000"/>
                <a:gd name="connsiteX55" fmla="*/ 5591541 w 6055600"/>
                <a:gd name="connsiteY55" fmla="*/ 4425334 h 6858000"/>
                <a:gd name="connsiteX56" fmla="*/ 5649500 w 6055600"/>
                <a:gd name="connsiteY56" fmla="*/ 4097286 h 6858000"/>
                <a:gd name="connsiteX57" fmla="*/ 5637615 w 6055600"/>
                <a:gd name="connsiteY57" fmla="*/ 3437524 h 6858000"/>
                <a:gd name="connsiteX58" fmla="*/ 5475454 w 6055600"/>
                <a:gd name="connsiteY58" fmla="*/ 2791575 h 6858000"/>
                <a:gd name="connsiteX59" fmla="*/ 5217600 w 6055600"/>
                <a:gd name="connsiteY59" fmla="*/ 2164719 h 6858000"/>
                <a:gd name="connsiteX60" fmla="*/ 5144941 w 6055600"/>
                <a:gd name="connsiteY60" fmla="*/ 2009490 h 6858000"/>
                <a:gd name="connsiteX61" fmla="*/ 5070052 w 6055600"/>
                <a:gd name="connsiteY61" fmla="*/ 1851823 h 6858000"/>
                <a:gd name="connsiteX62" fmla="*/ 4926984 w 6055600"/>
                <a:gd name="connsiteY62" fmla="*/ 1529226 h 6858000"/>
                <a:gd name="connsiteX63" fmla="*/ 4790925 w 6055600"/>
                <a:gd name="connsiteY63" fmla="*/ 1209923 h 6858000"/>
                <a:gd name="connsiteX64" fmla="*/ 4650559 w 6055600"/>
                <a:gd name="connsiteY64" fmla="*/ 902490 h 6858000"/>
                <a:gd name="connsiteX65" fmla="*/ 4491930 w 6055600"/>
                <a:gd name="connsiteY65" fmla="*/ 616919 h 6858000"/>
                <a:gd name="connsiteX66" fmla="*/ 4302323 w 6055600"/>
                <a:gd name="connsiteY66" fmla="*/ 366083 h 6858000"/>
                <a:gd name="connsiteX67" fmla="*/ 4072203 w 6055600"/>
                <a:gd name="connsiteY67" fmla="*/ 164982 h 6858000"/>
                <a:gd name="connsiteX68" fmla="*/ 3803964 w 6055600"/>
                <a:gd name="connsiteY68" fmla="*/ 21052 h 6858000"/>
                <a:gd name="connsiteX69" fmla="*/ 3768314 w 6055600"/>
                <a:gd name="connsiteY69" fmla="*/ 6826 h 6858000"/>
                <a:gd name="connsiteX70" fmla="*/ 1589779 w 6055600"/>
                <a:gd name="connsiteY70" fmla="*/ 0 h 6858000"/>
                <a:gd name="connsiteX71" fmla="*/ 1918056 w 6055600"/>
                <a:gd name="connsiteY71" fmla="*/ 0 h 6858000"/>
                <a:gd name="connsiteX72" fmla="*/ 1764243 w 6055600"/>
                <a:gd name="connsiteY72" fmla="*/ 55145 h 6858000"/>
                <a:gd name="connsiteX73" fmla="*/ 1313330 w 6055600"/>
                <a:gd name="connsiteY73" fmla="*/ 274424 h 6858000"/>
                <a:gd name="connsiteX74" fmla="*/ 295673 w 6055600"/>
                <a:gd name="connsiteY74" fmla="*/ 1187630 h 6858000"/>
                <a:gd name="connsiteX75" fmla="*/ 96207 w 6055600"/>
                <a:gd name="connsiteY75" fmla="*/ 1474327 h 6858000"/>
                <a:gd name="connsiteX76" fmla="*/ 0 w 6055600"/>
                <a:gd name="connsiteY76" fmla="*/ 1641460 h 6858000"/>
                <a:gd name="connsiteX77" fmla="*/ 0 w 6055600"/>
                <a:gd name="connsiteY77" fmla="*/ 1224218 h 6858000"/>
                <a:gd name="connsiteX78" fmla="*/ 150937 w 6055600"/>
                <a:gd name="connsiteY78" fmla="*/ 1040975 h 6858000"/>
                <a:gd name="connsiteX79" fmla="*/ 1264907 w 6055600"/>
                <a:gd name="connsiteY79" fmla="*/ 158248 h 6858000"/>
                <a:gd name="connsiteX80" fmla="*/ 1575167 w 6055600"/>
                <a:gd name="connsiteY80" fmla="*/ 567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6055600" h="6858000">
                  <a:moveTo>
                    <a:pt x="0" y="5960220"/>
                  </a:moveTo>
                  <a:lnTo>
                    <a:pt x="36039" y="6002605"/>
                  </a:lnTo>
                  <a:cubicBezTo>
                    <a:pt x="54896" y="6021530"/>
                    <a:pt x="73635" y="6040425"/>
                    <a:pt x="92950" y="6059050"/>
                  </a:cubicBezTo>
                  <a:lnTo>
                    <a:pt x="153706" y="6111427"/>
                  </a:lnTo>
                  <a:cubicBezTo>
                    <a:pt x="173546" y="6129485"/>
                    <a:pt x="195722" y="6144912"/>
                    <a:pt x="216806" y="6161603"/>
                  </a:cubicBezTo>
                  <a:cubicBezTo>
                    <a:pt x="238229" y="6177961"/>
                    <a:pt x="259466" y="6194551"/>
                    <a:pt x="281945" y="6209777"/>
                  </a:cubicBezTo>
                  <a:cubicBezTo>
                    <a:pt x="369940" y="6272709"/>
                    <a:pt x="461791" y="6332004"/>
                    <a:pt x="553337" y="6391500"/>
                  </a:cubicBezTo>
                  <a:lnTo>
                    <a:pt x="690543" y="6481634"/>
                  </a:lnTo>
                  <a:lnTo>
                    <a:pt x="827127" y="6573159"/>
                  </a:lnTo>
                  <a:cubicBezTo>
                    <a:pt x="917674" y="6634511"/>
                    <a:pt x="1007156" y="6697737"/>
                    <a:pt x="1095915" y="6762202"/>
                  </a:cubicBezTo>
                  <a:lnTo>
                    <a:pt x="1224853" y="6858000"/>
                  </a:lnTo>
                  <a:lnTo>
                    <a:pt x="1154072" y="6858000"/>
                  </a:lnTo>
                  <a:lnTo>
                    <a:pt x="1073489" y="6799140"/>
                  </a:lnTo>
                  <a:cubicBezTo>
                    <a:pt x="983882" y="6736908"/>
                    <a:pt x="892851" y="6677125"/>
                    <a:pt x="800175" y="6620441"/>
                  </a:cubicBezTo>
                  <a:cubicBezTo>
                    <a:pt x="615108" y="6506015"/>
                    <a:pt x="422939" y="6407807"/>
                    <a:pt x="231518" y="6299323"/>
                  </a:cubicBezTo>
                  <a:cubicBezTo>
                    <a:pt x="207467" y="6286226"/>
                    <a:pt x="184098" y="6271045"/>
                    <a:pt x="160401" y="6256627"/>
                  </a:cubicBezTo>
                  <a:cubicBezTo>
                    <a:pt x="136809" y="6241811"/>
                    <a:pt x="112558" y="6228518"/>
                    <a:pt x="89697" y="6211916"/>
                  </a:cubicBezTo>
                  <a:lnTo>
                    <a:pt x="20148" y="6163835"/>
                  </a:lnTo>
                  <a:lnTo>
                    <a:pt x="0" y="6147796"/>
                  </a:lnTo>
                  <a:close/>
                  <a:moveTo>
                    <a:pt x="3748345" y="0"/>
                  </a:moveTo>
                  <a:lnTo>
                    <a:pt x="4277792" y="0"/>
                  </a:lnTo>
                  <a:lnTo>
                    <a:pt x="4339531" y="40262"/>
                  </a:lnTo>
                  <a:cubicBezTo>
                    <a:pt x="4386991" y="75346"/>
                    <a:pt x="4432680" y="113353"/>
                    <a:pt x="4476306" y="153922"/>
                  </a:cubicBezTo>
                  <a:cubicBezTo>
                    <a:pt x="4563779" y="234693"/>
                    <a:pt x="4642423" y="325982"/>
                    <a:pt x="4713639" y="422076"/>
                  </a:cubicBezTo>
                  <a:cubicBezTo>
                    <a:pt x="4784481" y="518635"/>
                    <a:pt x="4848552" y="619893"/>
                    <a:pt x="4906991" y="723463"/>
                  </a:cubicBezTo>
                  <a:cubicBezTo>
                    <a:pt x="4965582" y="826932"/>
                    <a:pt x="5019421" y="932243"/>
                    <a:pt x="5070511" y="1037524"/>
                  </a:cubicBezTo>
                  <a:cubicBezTo>
                    <a:pt x="5121871" y="1142738"/>
                    <a:pt x="5170833" y="1248016"/>
                    <a:pt x="5219493" y="1352079"/>
                  </a:cubicBezTo>
                  <a:cubicBezTo>
                    <a:pt x="5268459" y="1455943"/>
                    <a:pt x="5317204" y="1558756"/>
                    <a:pt x="5367779" y="1658945"/>
                  </a:cubicBezTo>
                  <a:lnTo>
                    <a:pt x="5446095" y="1811301"/>
                  </a:lnTo>
                  <a:cubicBezTo>
                    <a:pt x="5472584" y="1862992"/>
                    <a:pt x="5498885" y="1914915"/>
                    <a:pt x="5525115" y="1967103"/>
                  </a:cubicBezTo>
                  <a:cubicBezTo>
                    <a:pt x="5629428" y="2176256"/>
                    <a:pt x="5730254" y="2391411"/>
                    <a:pt x="5816642" y="2618837"/>
                  </a:cubicBezTo>
                  <a:cubicBezTo>
                    <a:pt x="5902562" y="2846137"/>
                    <a:pt x="5974641" y="3086291"/>
                    <a:pt x="6015787" y="3339957"/>
                  </a:cubicBezTo>
                  <a:cubicBezTo>
                    <a:pt x="6036373" y="3466512"/>
                    <a:pt x="6050262" y="3596084"/>
                    <a:pt x="6054206" y="3727239"/>
                  </a:cubicBezTo>
                  <a:cubicBezTo>
                    <a:pt x="6058266" y="3858425"/>
                    <a:pt x="6053460" y="3990915"/>
                    <a:pt x="6039811" y="4122735"/>
                  </a:cubicBezTo>
                  <a:cubicBezTo>
                    <a:pt x="6026397" y="4254618"/>
                    <a:pt x="6002552" y="4385688"/>
                    <a:pt x="5971601" y="4514288"/>
                  </a:cubicBezTo>
                  <a:cubicBezTo>
                    <a:pt x="5963342" y="4546050"/>
                    <a:pt x="5955885" y="4579019"/>
                    <a:pt x="5946751" y="4609838"/>
                  </a:cubicBezTo>
                  <a:lnTo>
                    <a:pt x="5919986" y="4703178"/>
                  </a:lnTo>
                  <a:lnTo>
                    <a:pt x="5890731" y="4795992"/>
                  </a:lnTo>
                  <a:cubicBezTo>
                    <a:pt x="5880825" y="4826888"/>
                    <a:pt x="5869667" y="4857307"/>
                    <a:pt x="5859058" y="4888015"/>
                  </a:cubicBezTo>
                  <a:cubicBezTo>
                    <a:pt x="5772112" y="5132558"/>
                    <a:pt x="5660551" y="5369373"/>
                    <a:pt x="5525053" y="5588449"/>
                  </a:cubicBezTo>
                  <a:cubicBezTo>
                    <a:pt x="5389674" y="5807557"/>
                    <a:pt x="5232835" y="6010440"/>
                    <a:pt x="5058962" y="6189929"/>
                  </a:cubicBezTo>
                  <a:cubicBezTo>
                    <a:pt x="4972125" y="6279771"/>
                    <a:pt x="4880998" y="6363650"/>
                    <a:pt x="4787706" y="6442985"/>
                  </a:cubicBezTo>
                  <a:cubicBezTo>
                    <a:pt x="4693655" y="6521410"/>
                    <a:pt x="4597439" y="6595290"/>
                    <a:pt x="4498686" y="6663678"/>
                  </a:cubicBezTo>
                  <a:cubicBezTo>
                    <a:pt x="4399893" y="6731984"/>
                    <a:pt x="4299240" y="6795191"/>
                    <a:pt x="4197167" y="6854053"/>
                  </a:cubicBezTo>
                  <a:lnTo>
                    <a:pt x="4189720" y="6858000"/>
                  </a:lnTo>
                  <a:lnTo>
                    <a:pt x="3651929" y="6858000"/>
                  </a:lnTo>
                  <a:lnTo>
                    <a:pt x="3789040" y="6778034"/>
                  </a:lnTo>
                  <a:cubicBezTo>
                    <a:pt x="3978462" y="6656931"/>
                    <a:pt x="4162446" y="6525734"/>
                    <a:pt x="4335568" y="6382709"/>
                  </a:cubicBezTo>
                  <a:cubicBezTo>
                    <a:pt x="4422084" y="6310901"/>
                    <a:pt x="4506335" y="6236787"/>
                    <a:pt x="4586923" y="6158577"/>
                  </a:cubicBezTo>
                  <a:cubicBezTo>
                    <a:pt x="4668153" y="6081248"/>
                    <a:pt x="4745649" y="6000086"/>
                    <a:pt x="4819585" y="5915847"/>
                  </a:cubicBezTo>
                  <a:cubicBezTo>
                    <a:pt x="4967573" y="5747401"/>
                    <a:pt x="5101426" y="5566247"/>
                    <a:pt x="5214727" y="5371094"/>
                  </a:cubicBezTo>
                  <a:cubicBezTo>
                    <a:pt x="5327795" y="5175879"/>
                    <a:pt x="5421090" y="4968427"/>
                    <a:pt x="5495409" y="4752778"/>
                  </a:cubicBezTo>
                  <a:cubicBezTo>
                    <a:pt x="5504291" y="4725712"/>
                    <a:pt x="5513872" y="4698834"/>
                    <a:pt x="5522322" y="4671511"/>
                  </a:cubicBezTo>
                  <a:lnTo>
                    <a:pt x="5547631" y="4589675"/>
                  </a:lnTo>
                  <a:lnTo>
                    <a:pt x="5570792" y="4506978"/>
                  </a:lnTo>
                  <a:cubicBezTo>
                    <a:pt x="5578845" y="4479265"/>
                    <a:pt x="5584485" y="4452605"/>
                    <a:pt x="5591541" y="4425334"/>
                  </a:cubicBezTo>
                  <a:cubicBezTo>
                    <a:pt x="5618002" y="4316765"/>
                    <a:pt x="5636850" y="4207148"/>
                    <a:pt x="5649500" y="4097286"/>
                  </a:cubicBezTo>
                  <a:cubicBezTo>
                    <a:pt x="5674602" y="3877368"/>
                    <a:pt x="5668749" y="3656091"/>
                    <a:pt x="5637615" y="3437524"/>
                  </a:cubicBezTo>
                  <a:cubicBezTo>
                    <a:pt x="5605861" y="3218934"/>
                    <a:pt x="5549060" y="3003118"/>
                    <a:pt x="5475454" y="2791575"/>
                  </a:cubicBezTo>
                  <a:cubicBezTo>
                    <a:pt x="5402070" y="2579668"/>
                    <a:pt x="5313111" y="2371656"/>
                    <a:pt x="5217600" y="2164719"/>
                  </a:cubicBezTo>
                  <a:cubicBezTo>
                    <a:pt x="5193627" y="2112994"/>
                    <a:pt x="5169419" y="2061207"/>
                    <a:pt x="5144941" y="2009490"/>
                  </a:cubicBezTo>
                  <a:lnTo>
                    <a:pt x="5070052" y="1851823"/>
                  </a:lnTo>
                  <a:cubicBezTo>
                    <a:pt x="5020031" y="1744421"/>
                    <a:pt x="4972748" y="1636620"/>
                    <a:pt x="4926984" y="1529226"/>
                  </a:cubicBezTo>
                  <a:lnTo>
                    <a:pt x="4790925" y="1209923"/>
                  </a:lnTo>
                  <a:cubicBezTo>
                    <a:pt x="4745458" y="1105158"/>
                    <a:pt x="4699567" y="1001976"/>
                    <a:pt x="4650559" y="902490"/>
                  </a:cubicBezTo>
                  <a:cubicBezTo>
                    <a:pt x="4601243" y="803205"/>
                    <a:pt x="4549606" y="706978"/>
                    <a:pt x="4491930" y="616919"/>
                  </a:cubicBezTo>
                  <a:cubicBezTo>
                    <a:pt x="4434712" y="526559"/>
                    <a:pt x="4372370" y="441762"/>
                    <a:pt x="4302323" y="366083"/>
                  </a:cubicBezTo>
                  <a:cubicBezTo>
                    <a:pt x="4232428" y="290304"/>
                    <a:pt x="4155542" y="222846"/>
                    <a:pt x="4072203" y="164982"/>
                  </a:cubicBezTo>
                  <a:cubicBezTo>
                    <a:pt x="3988864" y="107118"/>
                    <a:pt x="3898693" y="59316"/>
                    <a:pt x="3803964" y="21052"/>
                  </a:cubicBezTo>
                  <a:lnTo>
                    <a:pt x="3768314" y="6826"/>
                  </a:lnTo>
                  <a:close/>
                  <a:moveTo>
                    <a:pt x="1589779" y="0"/>
                  </a:moveTo>
                  <a:lnTo>
                    <a:pt x="1918056" y="0"/>
                  </a:lnTo>
                  <a:lnTo>
                    <a:pt x="1764243" y="55145"/>
                  </a:lnTo>
                  <a:cubicBezTo>
                    <a:pt x="1609764" y="115414"/>
                    <a:pt x="1458840" y="188978"/>
                    <a:pt x="1313330" y="274424"/>
                  </a:cubicBezTo>
                  <a:cubicBezTo>
                    <a:pt x="924625" y="501532"/>
                    <a:pt x="576885" y="817476"/>
                    <a:pt x="295673" y="1187630"/>
                  </a:cubicBezTo>
                  <a:cubicBezTo>
                    <a:pt x="225216" y="1280162"/>
                    <a:pt x="158640" y="1375858"/>
                    <a:pt x="96207" y="1474327"/>
                  </a:cubicBezTo>
                  <a:lnTo>
                    <a:pt x="0" y="1641460"/>
                  </a:lnTo>
                  <a:lnTo>
                    <a:pt x="0" y="1224218"/>
                  </a:lnTo>
                  <a:lnTo>
                    <a:pt x="150937" y="1040975"/>
                  </a:lnTo>
                  <a:cubicBezTo>
                    <a:pt x="478530" y="677729"/>
                    <a:pt x="858178" y="381092"/>
                    <a:pt x="1264907" y="158248"/>
                  </a:cubicBezTo>
                  <a:cubicBezTo>
                    <a:pt x="1366631" y="102619"/>
                    <a:pt x="1470177" y="51760"/>
                    <a:pt x="1575167" y="567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2" name="Graphic 6" descr="Disco">
            <a:extLst>
              <a:ext uri="{FF2B5EF4-FFF2-40B4-BE49-F238E27FC236}">
                <a16:creationId xmlns:a16="http://schemas.microsoft.com/office/drawing/2014/main" id="{B36FEF71-8B3A-AD4E-D3B3-E02BFD70C4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5827" y="1275588"/>
            <a:ext cx="2839212" cy="2839212"/>
          </a:xfrm>
          <a:prstGeom prst="rect">
            <a:avLst/>
          </a:prstGeom>
        </p:spPr>
      </p:pic>
      <p:sp>
        <p:nvSpPr>
          <p:cNvPr id="33" name="Espaço Reservado para Conteúdo 2">
            <a:extLst>
              <a:ext uri="{FF2B5EF4-FFF2-40B4-BE49-F238E27FC236}">
                <a16:creationId xmlns:a16="http://schemas.microsoft.com/office/drawing/2014/main" id="{AEF4E8D8-B342-C9C9-AC3A-27516669E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804" y="1816262"/>
            <a:ext cx="3574461" cy="2515107"/>
          </a:xfrm>
        </p:spPr>
        <p:txBody>
          <a:bodyPr anchor="t">
            <a:normAutofit fontScale="92500" lnSpcReduction="10000"/>
          </a:bodyPr>
          <a:lstStyle/>
          <a:p>
            <a:pPr marL="0" indent="0">
              <a:buNone/>
            </a:pPr>
            <a:r>
              <a:rPr lang="pt-BR" sz="1600" dirty="0">
                <a:solidFill>
                  <a:schemeClr val="tx2"/>
                </a:solidFill>
              </a:rPr>
              <a:t>📌 </a:t>
            </a:r>
            <a:r>
              <a:rPr lang="pt-BR" sz="1600" b="1" dirty="0">
                <a:solidFill>
                  <a:schemeClr val="tx2"/>
                </a:solidFill>
              </a:rPr>
              <a:t>Exemplos de Uso:</a:t>
            </a:r>
          </a:p>
          <a:p>
            <a:pPr marL="0" indent="0">
              <a:buNone/>
            </a:pPr>
            <a:r>
              <a:rPr lang="pt-BR" sz="1600" dirty="0">
                <a:solidFill>
                  <a:schemeClr val="tx2"/>
                </a:solidFill>
              </a:rPr>
              <a:t>🗄️ </a:t>
            </a:r>
            <a:r>
              <a:rPr lang="pt-BR" sz="1600" b="1" dirty="0">
                <a:solidFill>
                  <a:schemeClr val="tx2"/>
                </a:solidFill>
              </a:rPr>
              <a:t>Relatórios financeiros</a:t>
            </a:r>
            <a:r>
              <a:rPr lang="pt-BR" sz="1600" dirty="0">
                <a:solidFill>
                  <a:schemeClr val="tx2"/>
                </a:solidFill>
              </a:rPr>
              <a:t> (fechamento mensal).</a:t>
            </a:r>
          </a:p>
          <a:p>
            <a:pPr marL="0" indent="0">
              <a:buNone/>
            </a:pPr>
            <a:r>
              <a:rPr lang="pt-BR" sz="1600" dirty="0">
                <a:solidFill>
                  <a:schemeClr val="tx2"/>
                </a:solidFill>
              </a:rPr>
              <a:t>📊 </a:t>
            </a:r>
            <a:r>
              <a:rPr lang="pt-BR" sz="1600" b="1" dirty="0">
                <a:solidFill>
                  <a:schemeClr val="tx2"/>
                </a:solidFill>
              </a:rPr>
              <a:t>Análises de big data</a:t>
            </a:r>
            <a:r>
              <a:rPr lang="pt-BR" sz="1600" dirty="0">
                <a:solidFill>
                  <a:schemeClr val="tx2"/>
                </a:solidFill>
              </a:rPr>
              <a:t> (exemplo: análise de logs).</a:t>
            </a:r>
          </a:p>
          <a:p>
            <a:pPr marL="0" indent="0">
              <a:buNone/>
            </a:pPr>
            <a:r>
              <a:rPr lang="pt-BR" sz="1600" dirty="0">
                <a:solidFill>
                  <a:schemeClr val="tx2"/>
                </a:solidFill>
              </a:rPr>
              <a:t>🛍️ </a:t>
            </a:r>
            <a:r>
              <a:rPr lang="pt-BR" sz="1600" b="1" dirty="0">
                <a:solidFill>
                  <a:schemeClr val="tx2"/>
                </a:solidFill>
              </a:rPr>
              <a:t>Processamento de pedidos em e-commerce</a:t>
            </a:r>
            <a:r>
              <a:rPr lang="pt-BR" sz="1600" dirty="0">
                <a:solidFill>
                  <a:schemeClr val="tx2"/>
                </a:solidFill>
              </a:rPr>
              <a:t>.</a:t>
            </a:r>
          </a:p>
          <a:p>
            <a:pPr marL="0" indent="0">
              <a:buNone/>
            </a:pPr>
            <a:r>
              <a:rPr lang="pt-BR" sz="1600" dirty="0">
                <a:solidFill>
                  <a:schemeClr val="tx2"/>
                </a:solidFill>
              </a:rPr>
              <a:t>🔍 </a:t>
            </a:r>
            <a:r>
              <a:rPr lang="pt-BR" sz="1600" b="1" dirty="0">
                <a:solidFill>
                  <a:schemeClr val="tx2"/>
                </a:solidFill>
              </a:rPr>
              <a:t>Treinamento de modelos de Machine Learning</a:t>
            </a:r>
            <a:r>
              <a:rPr lang="pt-BR" sz="1600" dirty="0">
                <a:solidFill>
                  <a:schemeClr val="tx2"/>
                </a:solidFill>
              </a:rPr>
              <a:t> (conjunto de dados históricos).</a:t>
            </a:r>
          </a:p>
        </p:txBody>
      </p:sp>
    </p:spTree>
    <p:extLst>
      <p:ext uri="{BB962C8B-B14F-4D97-AF65-F5344CB8AC3E}">
        <p14:creationId xmlns:p14="http://schemas.microsoft.com/office/powerpoint/2010/main" val="30935769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8940B7-A26C-1E4B-85FC-874FB8979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61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63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8F44F09-C100-3BB1-01D0-5C86F6C2E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602216"/>
            <a:ext cx="3574747" cy="1090538"/>
          </a:xfrm>
        </p:spPr>
        <p:txBody>
          <a:bodyPr>
            <a:normAutofit/>
          </a:bodyPr>
          <a:lstStyle/>
          <a:p>
            <a:r>
              <a:rPr lang="pt-BR" sz="2700">
                <a:solidFill>
                  <a:schemeClr val="tx2"/>
                </a:solidFill>
              </a:rPr>
              <a:t>Batch Processing: Processamento em Lote</a:t>
            </a:r>
          </a:p>
        </p:txBody>
      </p:sp>
      <p:sp>
        <p:nvSpPr>
          <p:cNvPr id="33" name="Espaço Reservado para Conteúdo 2">
            <a:extLst>
              <a:ext uri="{FF2B5EF4-FFF2-40B4-BE49-F238E27FC236}">
                <a16:creationId xmlns:a16="http://schemas.microsoft.com/office/drawing/2014/main" id="{04F632F9-6BF0-BFB0-22AF-D769C8952D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504" y="1816262"/>
            <a:ext cx="3574461" cy="2515107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pt-BR" sz="1600" dirty="0">
                <a:solidFill>
                  <a:schemeClr val="tx2"/>
                </a:solidFill>
              </a:rPr>
              <a:t>📌 </a:t>
            </a:r>
            <a:r>
              <a:rPr lang="pt-BR" sz="1600" b="1" dirty="0">
                <a:solidFill>
                  <a:schemeClr val="tx2"/>
                </a:solidFill>
              </a:rPr>
              <a:t>Ferramentas Comuns:</a:t>
            </a:r>
          </a:p>
          <a:p>
            <a:pPr marL="0" indent="0">
              <a:buNone/>
            </a:pPr>
            <a:r>
              <a:rPr lang="pt-BR" sz="1600" dirty="0">
                <a:solidFill>
                  <a:schemeClr val="tx2"/>
                </a:solidFill>
              </a:rPr>
              <a:t>🔹 </a:t>
            </a:r>
            <a:r>
              <a:rPr lang="pt-BR" sz="1600" b="1" dirty="0">
                <a:solidFill>
                  <a:schemeClr val="tx2"/>
                </a:solidFill>
              </a:rPr>
              <a:t>Apache </a:t>
            </a:r>
            <a:r>
              <a:rPr lang="pt-BR" sz="1600" b="1" dirty="0" err="1">
                <a:solidFill>
                  <a:schemeClr val="tx2"/>
                </a:solidFill>
              </a:rPr>
              <a:t>Hadoop</a:t>
            </a:r>
            <a:r>
              <a:rPr lang="pt-BR" sz="1600" dirty="0">
                <a:solidFill>
                  <a:schemeClr val="tx2"/>
                </a:solidFill>
              </a:rPr>
              <a:t> (</a:t>
            </a:r>
            <a:r>
              <a:rPr lang="pt-BR" sz="1600" dirty="0" err="1">
                <a:solidFill>
                  <a:schemeClr val="tx2"/>
                </a:solidFill>
              </a:rPr>
              <a:t>MapReduce</a:t>
            </a:r>
            <a:r>
              <a:rPr lang="pt-BR" sz="1600" dirty="0">
                <a:solidFill>
                  <a:schemeClr val="tx2"/>
                </a:solidFill>
              </a:rPr>
              <a:t>)</a:t>
            </a:r>
          </a:p>
          <a:p>
            <a:pPr marL="0" indent="0">
              <a:buNone/>
            </a:pPr>
            <a:r>
              <a:rPr lang="pt-BR" sz="1600" dirty="0">
                <a:solidFill>
                  <a:schemeClr val="tx2"/>
                </a:solidFill>
              </a:rPr>
              <a:t>🔹 </a:t>
            </a:r>
            <a:r>
              <a:rPr lang="pt-BR" sz="1600" b="1" dirty="0">
                <a:solidFill>
                  <a:schemeClr val="tx2"/>
                </a:solidFill>
              </a:rPr>
              <a:t>Apache Spark (Batch </a:t>
            </a:r>
            <a:r>
              <a:rPr lang="pt-BR" sz="1600" b="1" dirty="0" err="1">
                <a:solidFill>
                  <a:schemeClr val="tx2"/>
                </a:solidFill>
              </a:rPr>
              <a:t>Mode</a:t>
            </a:r>
            <a:r>
              <a:rPr lang="pt-BR" sz="1600" b="1" dirty="0">
                <a:solidFill>
                  <a:schemeClr val="tx2"/>
                </a:solidFill>
              </a:rPr>
              <a:t>)</a:t>
            </a:r>
            <a:endParaRPr lang="pt-BR" sz="16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pt-BR" sz="1600" dirty="0">
                <a:solidFill>
                  <a:schemeClr val="tx2"/>
                </a:solidFill>
              </a:rPr>
              <a:t>🔹 </a:t>
            </a:r>
            <a:r>
              <a:rPr lang="pt-BR" sz="1600" b="1" dirty="0">
                <a:solidFill>
                  <a:schemeClr val="tx2"/>
                </a:solidFill>
              </a:rPr>
              <a:t>AWS Batch</a:t>
            </a:r>
            <a:endParaRPr lang="pt-BR" sz="16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pt-BR" sz="1600" dirty="0">
                <a:solidFill>
                  <a:schemeClr val="tx2"/>
                </a:solidFill>
              </a:rPr>
              <a:t>🔹 </a:t>
            </a:r>
            <a:r>
              <a:rPr lang="pt-BR" sz="1600" b="1" dirty="0">
                <a:solidFill>
                  <a:schemeClr val="tx2"/>
                </a:solidFill>
              </a:rPr>
              <a:t>Google </a:t>
            </a:r>
            <a:r>
              <a:rPr lang="pt-BR" sz="1600" b="1" dirty="0" err="1">
                <a:solidFill>
                  <a:schemeClr val="tx2"/>
                </a:solidFill>
              </a:rPr>
              <a:t>Dataflow</a:t>
            </a:r>
            <a:endParaRPr lang="pt-BR" sz="1600" dirty="0">
              <a:solidFill>
                <a:schemeClr val="tx2"/>
              </a:solidFill>
            </a:endParaRPr>
          </a:p>
        </p:txBody>
      </p:sp>
      <p:grpSp>
        <p:nvGrpSpPr>
          <p:cNvPr id="73" name="Group 65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63680" y="-12535"/>
            <a:ext cx="4780320" cy="5156035"/>
            <a:chOff x="5818240" y="-1"/>
            <a:chExt cx="6373761" cy="6874714"/>
          </a:xfrm>
        </p:grpSpPr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: Shape 67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2" name="Graphic 6" descr="Disco">
            <a:extLst>
              <a:ext uri="{FF2B5EF4-FFF2-40B4-BE49-F238E27FC236}">
                <a16:creationId xmlns:a16="http://schemas.microsoft.com/office/drawing/2014/main" id="{149922D7-EFBB-EA8F-9CDF-613CCFACF9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81294" y="1364742"/>
            <a:ext cx="3106674" cy="3106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5572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3883E7-30DB-3F16-9AFE-3694CFD4A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0" name="Rectangle 78">
            <a:extLst>
              <a:ext uri="{FF2B5EF4-FFF2-40B4-BE49-F238E27FC236}">
                <a16:creationId xmlns:a16="http://schemas.microsoft.com/office/drawing/2014/main" id="{1E020063-2385-44AC-BD67-258E1F0B9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0">
            <a:extLst>
              <a:ext uri="{FF2B5EF4-FFF2-40B4-BE49-F238E27FC236}">
                <a16:creationId xmlns:a16="http://schemas.microsoft.com/office/drawing/2014/main" id="{7E014A0B-5338-4077-AFE9-A90D04D44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495D4E4-0C40-29FF-54A3-92C2A6C86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682" y="946067"/>
            <a:ext cx="7372350" cy="994410"/>
          </a:xfrm>
        </p:spPr>
        <p:txBody>
          <a:bodyPr anchor="b">
            <a:normAutofit/>
          </a:bodyPr>
          <a:lstStyle/>
          <a:p>
            <a:pPr algn="ctr"/>
            <a:r>
              <a:rPr lang="pt-BR" sz="2700">
                <a:solidFill>
                  <a:schemeClr val="tx2"/>
                </a:solidFill>
              </a:rPr>
              <a:t>Batch Processing: Processamento em Lote</a:t>
            </a:r>
          </a:p>
        </p:txBody>
      </p:sp>
      <p:grpSp>
        <p:nvGrpSpPr>
          <p:cNvPr id="88" name="Group 82">
            <a:extLst>
              <a:ext uri="{FF2B5EF4-FFF2-40B4-BE49-F238E27FC236}">
                <a16:creationId xmlns:a16="http://schemas.microsoft.com/office/drawing/2014/main" id="{78127680-150F-4A90-9950-F66392578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28" y="0"/>
            <a:ext cx="2521551" cy="1892135"/>
            <a:chOff x="-305" y="-1"/>
            <a:chExt cx="3832880" cy="2876136"/>
          </a:xfrm>
        </p:grpSpPr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5088F97A-8362-4967-B664-D748B846E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Freeform: Shape 84">
              <a:extLst>
                <a:ext uri="{FF2B5EF4-FFF2-40B4-BE49-F238E27FC236}">
                  <a16:creationId xmlns:a16="http://schemas.microsoft.com/office/drawing/2014/main" id="{30F9DEDE-4318-412A-81C5-C8C90F689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09E97DE9-7844-4707-8928-1CD88ADB72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EC58954E-44A5-4A0D-97A9-8A2BB43D6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466920E5-8640-4C24-A775-864763709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7639299" y="3639028"/>
            <a:ext cx="1613753" cy="1395192"/>
            <a:chOff x="-305" y="-4155"/>
            <a:chExt cx="2514948" cy="2174333"/>
          </a:xfrm>
        </p:grpSpPr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2CBA3142-5A82-43CE-87A2-EB14B17A51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AEF5A1C7-9938-4A33-A5A4-2B05353B3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262A936D-E9F6-4A68-82C2-1D1CC7772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C68A9229-BBBE-4934-9700-BA72A1BB03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32" name="Graphic 6" descr="Disco">
            <a:extLst>
              <a:ext uri="{FF2B5EF4-FFF2-40B4-BE49-F238E27FC236}">
                <a16:creationId xmlns:a16="http://schemas.microsoft.com/office/drawing/2014/main" id="{1D90DBDC-CBB6-B680-A30C-76E3C5BA7C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48579" y="25079"/>
            <a:ext cx="1328701" cy="1328701"/>
          </a:xfrm>
          <a:prstGeom prst="rect">
            <a:avLst/>
          </a:prstGeom>
        </p:spPr>
      </p:pic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3942DC85-E5DF-55FD-A6A7-913ADA8601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8046854"/>
              </p:ext>
            </p:extLst>
          </p:nvPr>
        </p:nvGraphicFramePr>
        <p:xfrm>
          <a:off x="630816" y="3107775"/>
          <a:ext cx="7886700" cy="1188720"/>
        </p:xfrm>
        <a:graphic>
          <a:graphicData uri="http://schemas.openxmlformats.org/drawingml/2006/table">
            <a:tbl>
              <a:tblPr/>
              <a:tblGrid>
                <a:gridCol w="3943350">
                  <a:extLst>
                    <a:ext uri="{9D8B030D-6E8A-4147-A177-3AD203B41FA5}">
                      <a16:colId xmlns:a16="http://schemas.microsoft.com/office/drawing/2014/main" val="962368425"/>
                    </a:ext>
                  </a:extLst>
                </a:gridCol>
                <a:gridCol w="3943350">
                  <a:extLst>
                    <a:ext uri="{9D8B030D-6E8A-4147-A177-3AD203B41FA5}">
                      <a16:colId xmlns:a16="http://schemas.microsoft.com/office/drawing/2014/main" val="17260238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pt-BR" dirty="0"/>
                        <a:t>✅ Vantagens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❌ Desvantagens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19252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 dirty="0"/>
                        <a:t>Processa grandes volumes de dados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Não permite resposta em tempo real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02889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 dirty="0"/>
                        <a:t>Custo menor que </a:t>
                      </a:r>
                      <a:r>
                        <a:rPr lang="pt-BR" dirty="0" err="1"/>
                        <a:t>stream</a:t>
                      </a:r>
                      <a:r>
                        <a:rPr lang="pt-BR" dirty="0"/>
                        <a:t> </a:t>
                      </a:r>
                      <a:r>
                        <a:rPr lang="pt-BR" dirty="0" err="1"/>
                        <a:t>processing</a:t>
                      </a:r>
                      <a:endParaRPr lang="pt-B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Pode ter latência elevada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81587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 dirty="0"/>
                        <a:t>Mais simples de implementar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Não adequado para eventos contínuos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5568639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B63F96E0-9C43-4D13-8BD0-1308FE0F80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650" y="240665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📌 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Vantagens vs. Desvantagens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58701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F6DEE5-5636-887E-8DE7-2523A3EC6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9" name="Rectangle 98">
            <a:extLst>
              <a:ext uri="{FF2B5EF4-FFF2-40B4-BE49-F238E27FC236}">
                <a16:creationId xmlns:a16="http://schemas.microsoft.com/office/drawing/2014/main" id="{17BDD930-0E65-490A-9CE5-554C357C44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3A912C67-99A1-4956-8F68-1846C2177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BF56B8E-CC82-2F6C-886B-D1A313421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342900"/>
            <a:ext cx="7934548" cy="974558"/>
          </a:xfrm>
        </p:spPr>
        <p:txBody>
          <a:bodyPr>
            <a:normAutofit/>
          </a:bodyPr>
          <a:lstStyle/>
          <a:p>
            <a:r>
              <a:rPr lang="pt-BR" sz="2700" dirty="0">
                <a:solidFill>
                  <a:schemeClr val="tx2"/>
                </a:solidFill>
              </a:rPr>
              <a:t>Batch </a:t>
            </a:r>
            <a:r>
              <a:rPr lang="pt-BR" sz="2700">
                <a:solidFill>
                  <a:schemeClr val="tx2"/>
                </a:solidFill>
              </a:rPr>
              <a:t>Processing</a:t>
            </a:r>
            <a:r>
              <a:rPr lang="pt-BR" sz="2700" dirty="0">
                <a:solidFill>
                  <a:schemeClr val="tx2"/>
                </a:solidFill>
              </a:rPr>
              <a:t>: Processamento em Lote</a:t>
            </a:r>
            <a:endParaRPr lang="pt-BR" sz="2700">
              <a:solidFill>
                <a:schemeClr val="tx2"/>
              </a:solidFill>
            </a:endParaRPr>
          </a:p>
        </p:txBody>
      </p:sp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299820F0-B2D9-6DF1-2664-B39D47E116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9540" y="1906566"/>
            <a:ext cx="4598513" cy="263471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t-BR" sz="1600" dirty="0">
                <a:solidFill>
                  <a:schemeClr val="tx2"/>
                </a:solidFill>
              </a:rPr>
              <a:t>📌 </a:t>
            </a:r>
            <a:r>
              <a:rPr lang="pt-BR" sz="1600" b="1" dirty="0">
                <a:solidFill>
                  <a:schemeClr val="tx2"/>
                </a:solidFill>
              </a:rPr>
              <a:t>Exemplo Prático:</a:t>
            </a:r>
            <a:endParaRPr lang="pt-BR" sz="16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pt-BR" sz="1600" dirty="0">
                <a:solidFill>
                  <a:schemeClr val="tx2"/>
                </a:solidFill>
              </a:rPr>
              <a:t>O Netflix usa </a:t>
            </a:r>
            <a:r>
              <a:rPr lang="pt-BR" sz="1600" b="1" dirty="0">
                <a:solidFill>
                  <a:schemeClr val="tx2"/>
                </a:solidFill>
              </a:rPr>
              <a:t>Batch </a:t>
            </a:r>
            <a:r>
              <a:rPr lang="pt-BR" sz="1600" b="1" dirty="0" err="1">
                <a:solidFill>
                  <a:schemeClr val="tx2"/>
                </a:solidFill>
              </a:rPr>
              <a:t>Processing</a:t>
            </a:r>
            <a:r>
              <a:rPr lang="pt-BR" sz="1600" dirty="0">
                <a:solidFill>
                  <a:schemeClr val="tx2"/>
                </a:solidFill>
              </a:rPr>
              <a:t> para </a:t>
            </a:r>
            <a:r>
              <a:rPr lang="pt-BR" sz="1600" b="1" dirty="0">
                <a:solidFill>
                  <a:schemeClr val="tx2"/>
                </a:solidFill>
              </a:rPr>
              <a:t>analisar o comportamento dos usuários</a:t>
            </a:r>
            <a:r>
              <a:rPr lang="pt-BR" sz="1600" dirty="0">
                <a:solidFill>
                  <a:schemeClr val="tx2"/>
                </a:solidFill>
              </a:rPr>
              <a:t> e sugerir conteúdos novos baseados no histórico de navegação.</a:t>
            </a:r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569E5994-073E-4708-B3E6-43BFED0CEB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-286338" y="3133985"/>
            <a:ext cx="2296084" cy="1722949"/>
            <a:chOff x="-305" y="-1"/>
            <a:chExt cx="3832880" cy="2876136"/>
          </a:xfrm>
        </p:grpSpPr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532F818D-9087-4691-AABA-465619A0C2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68B7668A-5C96-4FB9-BFA9-38094EB87F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BF4F95BD-8661-4C45-94E3-CF3159BF4C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E85BBF8A-E2FB-47F6-A60F-4FB855D505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2" name="Graphic 6" descr="Disco">
            <a:extLst>
              <a:ext uri="{FF2B5EF4-FFF2-40B4-BE49-F238E27FC236}">
                <a16:creationId xmlns:a16="http://schemas.microsoft.com/office/drawing/2014/main" id="{CC137BBE-2730-F56C-300E-7CBE928D1E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55013" y="2128284"/>
            <a:ext cx="2412999" cy="2412999"/>
          </a:xfrm>
          <a:prstGeom prst="rect">
            <a:avLst/>
          </a:prstGeom>
        </p:spPr>
      </p:pic>
      <p:grpSp>
        <p:nvGrpSpPr>
          <p:cNvPr id="109" name="Group 108">
            <a:extLst>
              <a:ext uri="{FF2B5EF4-FFF2-40B4-BE49-F238E27FC236}">
                <a16:creationId xmlns:a16="http://schemas.microsoft.com/office/drawing/2014/main" id="{DD81D498-EAA8-40F3-8230-AE4DEDA38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679642" y="0"/>
            <a:ext cx="2461685" cy="2128284"/>
            <a:chOff x="-305" y="-4155"/>
            <a:chExt cx="2514948" cy="2174333"/>
          </a:xfrm>
        </p:grpSpPr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262F2402-5879-41A3-ACEC-6D2811BA30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BBD41895-A230-4959-97BA-80F516383E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E670BD54-10A6-4092-9E32-647B2F870D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1C2B9A82-4826-4BF4-A16E-0B005FE76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3063315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C35CEC2-FF16-D2BC-6AD8-0E9925043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0578" y="602216"/>
            <a:ext cx="3733482" cy="1090538"/>
          </a:xfrm>
        </p:spPr>
        <p:txBody>
          <a:bodyPr>
            <a:normAutofit/>
          </a:bodyPr>
          <a:lstStyle/>
          <a:p>
            <a:r>
              <a:rPr lang="pt-BR" sz="2700">
                <a:solidFill>
                  <a:schemeClr val="tx2"/>
                </a:solidFill>
              </a:rPr>
              <a:t>Stream Processing: Processamento em Fluxo</a:t>
            </a:r>
          </a:p>
        </p:txBody>
      </p:sp>
      <p:pic>
        <p:nvPicPr>
          <p:cNvPr id="7" name="Graphic 6" descr="Cronômetro 75% com preenchimento sólido">
            <a:extLst>
              <a:ext uri="{FF2B5EF4-FFF2-40B4-BE49-F238E27FC236}">
                <a16:creationId xmlns:a16="http://schemas.microsoft.com/office/drawing/2014/main" id="{CB17369D-8E3B-CBBC-FFED-E19E7632D8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15212" y="1345384"/>
            <a:ext cx="2715016" cy="2715016"/>
          </a:xfrm>
          <a:prstGeom prst="rect">
            <a:avLst/>
          </a:prstGeom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DD0FA0D-CD9A-C567-A550-AA4133157B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67930" y="1816261"/>
            <a:ext cx="3733184" cy="2729467"/>
          </a:xfrm>
        </p:spPr>
        <p:txBody>
          <a:bodyPr anchor="ctr">
            <a:normAutofit/>
          </a:bodyPr>
          <a:lstStyle/>
          <a:p>
            <a:r>
              <a:rPr lang="pt-BR" sz="1400" dirty="0">
                <a:solidFill>
                  <a:schemeClr val="tx2"/>
                </a:solidFill>
              </a:rPr>
              <a:t>📌 </a:t>
            </a:r>
            <a:r>
              <a:rPr lang="pt-BR" sz="1400" b="1" dirty="0">
                <a:solidFill>
                  <a:schemeClr val="tx2"/>
                </a:solidFill>
              </a:rPr>
              <a:t>Definição:</a:t>
            </a:r>
            <a:endParaRPr lang="pt-BR" sz="1400" dirty="0">
              <a:solidFill>
                <a:schemeClr val="tx2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tx2"/>
                </a:solidFill>
              </a:rPr>
              <a:t>Método de processamento onde os dados são analisados </a:t>
            </a:r>
            <a:r>
              <a:rPr lang="pt-BR" sz="1400" b="1" dirty="0">
                <a:solidFill>
                  <a:schemeClr val="tx2"/>
                </a:solidFill>
              </a:rPr>
              <a:t>em tempo real</a:t>
            </a:r>
            <a:r>
              <a:rPr lang="pt-BR" sz="1400" dirty="0">
                <a:solidFill>
                  <a:schemeClr val="tx2"/>
                </a:solidFill>
              </a:rPr>
              <a:t>, assim que chegam ao sistema.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tx2"/>
                </a:solidFill>
              </a:rPr>
              <a:t>Ideal para aplicações que exigem resposta imediata.</a:t>
            </a:r>
          </a:p>
          <a:p>
            <a:endParaRPr lang="pt-BR" sz="1400" dirty="0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976" y="39747"/>
            <a:ext cx="4446455" cy="5103753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919641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231052-51DD-C86D-64F6-D94FDF2CC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982D6AC-B922-2C4B-85C6-6D3079A0F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602216"/>
            <a:ext cx="3574747" cy="1090538"/>
          </a:xfrm>
        </p:spPr>
        <p:txBody>
          <a:bodyPr>
            <a:normAutofit/>
          </a:bodyPr>
          <a:lstStyle/>
          <a:p>
            <a:r>
              <a:rPr lang="pt-BR" sz="2500">
                <a:solidFill>
                  <a:schemeClr val="tx2"/>
                </a:solidFill>
              </a:rPr>
              <a:t>Stream Processing: Processamento em Fluxo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1365923-7774-7FB4-755A-B137B0870B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504" y="1816262"/>
            <a:ext cx="3574461" cy="2515107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pt-BR" sz="1400" dirty="0"/>
              <a:t>📌 </a:t>
            </a:r>
            <a:r>
              <a:rPr lang="pt-BR" sz="1400" b="1" dirty="0"/>
              <a:t>Características:</a:t>
            </a:r>
          </a:p>
          <a:p>
            <a:pPr marL="0" indent="0">
              <a:buNone/>
            </a:pPr>
            <a:r>
              <a:rPr lang="pt-BR" sz="1400" dirty="0"/>
              <a:t>✔️ Processamento </a:t>
            </a:r>
            <a:r>
              <a:rPr lang="pt-BR" sz="1400" b="1" dirty="0"/>
              <a:t>contínuo e em tempo real</a:t>
            </a:r>
            <a:r>
              <a:rPr lang="pt-BR" sz="1400" dirty="0"/>
              <a:t>.</a:t>
            </a:r>
          </a:p>
          <a:p>
            <a:pPr marL="0" indent="0">
              <a:buNone/>
            </a:pPr>
            <a:r>
              <a:rPr lang="pt-BR" sz="1400" dirty="0"/>
              <a:t>✔️ </a:t>
            </a:r>
            <a:r>
              <a:rPr lang="pt-BR" sz="1400" b="1" dirty="0"/>
              <a:t>Baixa latência</a:t>
            </a:r>
            <a:r>
              <a:rPr lang="pt-BR" sz="1400" dirty="0"/>
              <a:t>, útil para eventos que precisam de resposta rápida.</a:t>
            </a:r>
          </a:p>
          <a:p>
            <a:pPr marL="0" indent="0">
              <a:buNone/>
            </a:pPr>
            <a:r>
              <a:rPr lang="pt-BR" sz="1400" dirty="0"/>
              <a:t>✔️ </a:t>
            </a:r>
            <a:r>
              <a:rPr lang="pt-BR" sz="1400" b="1" dirty="0"/>
              <a:t>Maior consumo de recursos computacionais</a:t>
            </a:r>
            <a:r>
              <a:rPr lang="pt-BR" sz="1400" dirty="0"/>
              <a:t> do que o Batch </a:t>
            </a:r>
            <a:r>
              <a:rPr lang="pt-BR" sz="1400" dirty="0" err="1"/>
              <a:t>Processing</a:t>
            </a:r>
            <a:r>
              <a:rPr lang="pt-BR" sz="1400" dirty="0"/>
              <a:t>.</a:t>
            </a:r>
          </a:p>
          <a:p>
            <a:pPr marL="0" indent="0">
              <a:buNone/>
            </a:pPr>
            <a:r>
              <a:rPr lang="pt-BR" sz="1400" dirty="0"/>
              <a:t>✔️ Adequado para </a:t>
            </a:r>
            <a:r>
              <a:rPr lang="pt-BR" sz="1400" b="1" dirty="0"/>
              <a:t>detecção de padrões e anomalias instantaneamente</a:t>
            </a:r>
            <a:r>
              <a:rPr lang="pt-BR" sz="1400" dirty="0"/>
              <a:t>.</a:t>
            </a:r>
            <a:endParaRPr lang="pt-BR" sz="1400" dirty="0">
              <a:solidFill>
                <a:schemeClr val="tx2"/>
              </a:solidFill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63680" y="-12535"/>
            <a:ext cx="4780320" cy="5156035"/>
            <a:chOff x="5818240" y="-1"/>
            <a:chExt cx="6373761" cy="6874714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Graphic 6" descr="Cronômetro 75% com preenchimento sólido">
            <a:extLst>
              <a:ext uri="{FF2B5EF4-FFF2-40B4-BE49-F238E27FC236}">
                <a16:creationId xmlns:a16="http://schemas.microsoft.com/office/drawing/2014/main" id="{869014BF-6B9B-E883-4CB1-BC01B806AA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5781294" y="1364742"/>
            <a:ext cx="3106674" cy="3106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1426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50F5DF-4B5A-2225-31A7-0CFB1FBA5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795B819-7BD5-D517-4728-51C97445F3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E84FFC-72DA-1E70-F99F-C21CF12A9C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BEE01D2-C221-ABEF-2CC8-3DA08ABE8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0578" y="602216"/>
            <a:ext cx="3733482" cy="1090538"/>
          </a:xfrm>
        </p:spPr>
        <p:txBody>
          <a:bodyPr>
            <a:normAutofit/>
          </a:bodyPr>
          <a:lstStyle/>
          <a:p>
            <a:r>
              <a:rPr lang="pt-BR" sz="2700">
                <a:solidFill>
                  <a:schemeClr val="tx2"/>
                </a:solidFill>
              </a:rPr>
              <a:t>Stream Processing: Processamento em Fluxo</a:t>
            </a:r>
          </a:p>
        </p:txBody>
      </p:sp>
      <p:pic>
        <p:nvPicPr>
          <p:cNvPr id="7" name="Graphic 6" descr="Cronômetro 75% com preenchimento sólido">
            <a:extLst>
              <a:ext uri="{FF2B5EF4-FFF2-40B4-BE49-F238E27FC236}">
                <a16:creationId xmlns:a16="http://schemas.microsoft.com/office/drawing/2014/main" id="{54206436-E8BC-A52A-AF10-F6B00154C9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15212" y="1345384"/>
            <a:ext cx="2715016" cy="2715016"/>
          </a:xfrm>
          <a:prstGeom prst="rect">
            <a:avLst/>
          </a:prstGeom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F8DAB9D-3AF1-8320-E346-FA0887B3B6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67930" y="1816261"/>
            <a:ext cx="3733184" cy="272946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t-BR" sz="1400" dirty="0"/>
              <a:t>📌 </a:t>
            </a:r>
            <a:r>
              <a:rPr lang="pt-BR" sz="1400" b="1" dirty="0"/>
              <a:t>Exemplos de Uso:</a:t>
            </a:r>
          </a:p>
          <a:p>
            <a:pPr marL="0" indent="0">
              <a:buNone/>
            </a:pPr>
            <a:r>
              <a:rPr lang="pt-BR" sz="1400" dirty="0"/>
              <a:t>📡 </a:t>
            </a:r>
            <a:r>
              <a:rPr lang="pt-BR" sz="1400" b="1" dirty="0"/>
              <a:t>Monitoramento de redes sociais</a:t>
            </a:r>
            <a:r>
              <a:rPr lang="pt-BR" sz="1400" dirty="0"/>
              <a:t> (exemplo: Twitter Trends).</a:t>
            </a:r>
          </a:p>
          <a:p>
            <a:pPr marL="0" indent="0">
              <a:buNone/>
            </a:pPr>
            <a:r>
              <a:rPr lang="pt-BR" sz="1400" dirty="0"/>
              <a:t>🏦 </a:t>
            </a:r>
            <a:r>
              <a:rPr lang="pt-BR" sz="1400" b="1" dirty="0"/>
              <a:t>Detecção de fraudes bancárias</a:t>
            </a:r>
            <a:r>
              <a:rPr lang="pt-BR" sz="1400" dirty="0"/>
              <a:t> em tempo real.</a:t>
            </a:r>
          </a:p>
          <a:p>
            <a:pPr marL="0" indent="0">
              <a:buNone/>
            </a:pPr>
            <a:r>
              <a:rPr lang="pt-BR" sz="1400" dirty="0"/>
              <a:t>🚗 </a:t>
            </a:r>
            <a:r>
              <a:rPr lang="pt-BR" sz="1400" b="1" dirty="0"/>
              <a:t>Sensores IoT</a:t>
            </a:r>
            <a:r>
              <a:rPr lang="pt-BR" sz="1400" dirty="0"/>
              <a:t> (exemplo: carros autônomos).</a:t>
            </a:r>
          </a:p>
          <a:p>
            <a:pPr marL="0" indent="0">
              <a:buNone/>
            </a:pPr>
            <a:r>
              <a:rPr lang="pt-BR" sz="1400" dirty="0"/>
              <a:t>🎥 </a:t>
            </a:r>
            <a:r>
              <a:rPr lang="pt-BR" sz="1400" b="1" dirty="0"/>
              <a:t>Recomendações instantâneas de vídeos</a:t>
            </a:r>
            <a:r>
              <a:rPr lang="pt-BR" sz="1400" dirty="0"/>
              <a:t> (exemplo: YouTube).</a:t>
            </a:r>
          </a:p>
          <a:p>
            <a:pPr marL="0" indent="0">
              <a:buNone/>
            </a:pPr>
            <a:r>
              <a:rPr lang="pt-BR" sz="1400" dirty="0"/>
              <a:t>📈 </a:t>
            </a:r>
            <a:r>
              <a:rPr lang="pt-BR" sz="1400" b="1" dirty="0"/>
              <a:t>Monitoramento de sistemas e logs</a:t>
            </a:r>
            <a:r>
              <a:rPr lang="pt-BR" sz="1400" dirty="0"/>
              <a:t>.</a:t>
            </a:r>
            <a:endParaRPr lang="pt-BR" sz="1400" dirty="0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833669E-7A66-750D-B166-304919878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976" y="39747"/>
            <a:ext cx="4446455" cy="5103753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D2215CD-147A-4978-45D4-5A2DB3F370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FE98BE0-DF52-EC51-DD92-0B9E46A576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30A4DFD-DE09-BD5F-EFF0-F9BBAFE807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482513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7063D7-2C42-50C5-02C0-5AAAF3F6A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2E7556FA-3806-3373-FB0B-5F9344173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B5CC09B-E7E0-EF6E-27B6-B61B444B44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45167A9-628D-23F7-2533-BBC11CC76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602216"/>
            <a:ext cx="3574747" cy="1090538"/>
          </a:xfrm>
        </p:spPr>
        <p:txBody>
          <a:bodyPr>
            <a:normAutofit/>
          </a:bodyPr>
          <a:lstStyle/>
          <a:p>
            <a:r>
              <a:rPr lang="pt-BR" sz="2500" dirty="0" err="1">
                <a:solidFill>
                  <a:schemeClr val="tx2"/>
                </a:solidFill>
              </a:rPr>
              <a:t>Stream</a:t>
            </a:r>
            <a:r>
              <a:rPr lang="pt-BR" sz="2500" dirty="0">
                <a:solidFill>
                  <a:schemeClr val="tx2"/>
                </a:solidFill>
              </a:rPr>
              <a:t> </a:t>
            </a:r>
            <a:r>
              <a:rPr lang="pt-BR" sz="2500" dirty="0" err="1">
                <a:solidFill>
                  <a:schemeClr val="tx2"/>
                </a:solidFill>
              </a:rPr>
              <a:t>Processing</a:t>
            </a:r>
            <a:r>
              <a:rPr lang="pt-BR" sz="2500" dirty="0">
                <a:solidFill>
                  <a:schemeClr val="tx2"/>
                </a:solidFill>
              </a:rPr>
              <a:t>: Processamento em Fluxo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1B06E7-BCB9-06E2-A059-1B15232812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504" y="1816262"/>
            <a:ext cx="3574461" cy="2515107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pt-BR" sz="1400" dirty="0"/>
              <a:t>📌 </a:t>
            </a:r>
            <a:r>
              <a:rPr lang="pt-BR" sz="1400" b="1" dirty="0"/>
              <a:t>Ferramentas Comuns:</a:t>
            </a:r>
          </a:p>
          <a:p>
            <a:pPr marL="0" indent="0">
              <a:buNone/>
            </a:pPr>
            <a:r>
              <a:rPr lang="pt-BR" sz="1400" dirty="0"/>
              <a:t>🔹 </a:t>
            </a:r>
            <a:r>
              <a:rPr lang="pt-BR" sz="1400" b="1" dirty="0"/>
              <a:t>Apache Kafka</a:t>
            </a:r>
            <a:r>
              <a:rPr lang="pt-BR" sz="1400" dirty="0"/>
              <a:t> (mensageria e streaming)</a:t>
            </a:r>
          </a:p>
          <a:p>
            <a:pPr marL="0" indent="0">
              <a:buNone/>
            </a:pPr>
            <a:r>
              <a:rPr lang="pt-BR" sz="1400" dirty="0"/>
              <a:t>🔹 </a:t>
            </a:r>
            <a:r>
              <a:rPr lang="pt-BR" sz="1400" b="1" dirty="0"/>
              <a:t>Apache </a:t>
            </a:r>
            <a:r>
              <a:rPr lang="pt-BR" sz="1400" b="1" dirty="0" err="1"/>
              <a:t>Flink</a:t>
            </a:r>
            <a:r>
              <a:rPr lang="pt-BR" sz="1400" dirty="0"/>
              <a:t> (</a:t>
            </a:r>
            <a:r>
              <a:rPr lang="pt-BR" sz="1400" dirty="0" err="1"/>
              <a:t>stream</a:t>
            </a:r>
            <a:r>
              <a:rPr lang="pt-BR" sz="1400" dirty="0"/>
              <a:t> </a:t>
            </a:r>
            <a:r>
              <a:rPr lang="pt-BR" sz="1400" dirty="0" err="1"/>
              <a:t>analytics</a:t>
            </a:r>
            <a:r>
              <a:rPr lang="pt-BR" sz="1400" dirty="0"/>
              <a:t>)</a:t>
            </a:r>
          </a:p>
          <a:p>
            <a:pPr marL="0" indent="0">
              <a:buNone/>
            </a:pPr>
            <a:r>
              <a:rPr lang="pt-BR" sz="1400" dirty="0"/>
              <a:t>🔹 </a:t>
            </a:r>
            <a:r>
              <a:rPr lang="pt-BR" sz="1400" b="1" dirty="0"/>
              <a:t>Apache Spark Streaming</a:t>
            </a:r>
            <a:endParaRPr lang="pt-BR" sz="1400" dirty="0"/>
          </a:p>
          <a:p>
            <a:pPr marL="0" indent="0">
              <a:buNone/>
            </a:pPr>
            <a:r>
              <a:rPr lang="pt-BR" sz="1400" dirty="0"/>
              <a:t>🔹 </a:t>
            </a:r>
            <a:r>
              <a:rPr lang="pt-BR" sz="1400" b="1" dirty="0"/>
              <a:t>Google </a:t>
            </a:r>
            <a:r>
              <a:rPr lang="pt-BR" sz="1400" b="1" dirty="0" err="1"/>
              <a:t>Dataflow</a:t>
            </a:r>
            <a:endParaRPr lang="pt-BR" sz="1400" dirty="0"/>
          </a:p>
          <a:p>
            <a:pPr marL="0" indent="0">
              <a:buNone/>
            </a:pPr>
            <a:r>
              <a:rPr lang="pt-BR" sz="1400" dirty="0"/>
              <a:t>🔹 </a:t>
            </a:r>
            <a:r>
              <a:rPr lang="pt-BR" sz="1400" b="1" dirty="0"/>
              <a:t>AWS </a:t>
            </a:r>
            <a:r>
              <a:rPr lang="pt-BR" sz="1400" b="1" dirty="0" err="1"/>
              <a:t>Kinesis</a:t>
            </a:r>
            <a:endParaRPr lang="pt-BR" sz="1400" dirty="0">
              <a:solidFill>
                <a:schemeClr val="tx2"/>
              </a:solidFill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08BD1A7-18ED-0BEF-9445-00719D7062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63680" y="-12535"/>
            <a:ext cx="4780320" cy="5156035"/>
            <a:chOff x="5818240" y="-1"/>
            <a:chExt cx="6373761" cy="6874714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A8AB062-F588-AFBA-4BCB-B07BCA3B7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E6143609-CAE1-4A52-6CB5-BFEE7AABBD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59A4D542-E05A-691E-B564-4020561423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370D2EC-4C41-D6FB-0484-06F1525833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Graphic 6" descr="Cronômetro 75% com preenchimento sólido">
            <a:extLst>
              <a:ext uri="{FF2B5EF4-FFF2-40B4-BE49-F238E27FC236}">
                <a16:creationId xmlns:a16="http://schemas.microsoft.com/office/drawing/2014/main" id="{B31DBD52-280C-8BAF-BB55-76C1C59B5D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5781294" y="1364742"/>
            <a:ext cx="3106674" cy="3106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8671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313DD1-6959-AFE2-8EC6-088EBDA02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1E020063-2385-44AC-BD67-258E1F0B9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E014A0B-5338-4077-AFE9-A90D04D44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60F643A-8E38-75D1-1994-AD9CDA7AA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682" y="946067"/>
            <a:ext cx="7372350" cy="994410"/>
          </a:xfrm>
        </p:spPr>
        <p:txBody>
          <a:bodyPr anchor="b">
            <a:normAutofit/>
          </a:bodyPr>
          <a:lstStyle/>
          <a:p>
            <a:pPr algn="ctr"/>
            <a:r>
              <a:rPr lang="pt-BR" sz="2700">
                <a:solidFill>
                  <a:schemeClr val="tx2"/>
                </a:solidFill>
              </a:rPr>
              <a:t>Stream Processing: Processamento em Fluxo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78127680-150F-4A90-9950-F66392578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28" y="0"/>
            <a:ext cx="2521551" cy="1892135"/>
            <a:chOff x="-305" y="-1"/>
            <a:chExt cx="3832880" cy="2876136"/>
          </a:xfrm>
        </p:grpSpPr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5088F97A-8362-4967-B664-D748B846E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30F9DEDE-4318-412A-81C5-C8C90F689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09E97DE9-7844-4707-8928-1CD88ADB72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EC58954E-44A5-4A0D-97A9-8A2BB43D6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466920E5-8640-4C24-A775-864763709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7639299" y="3639028"/>
            <a:ext cx="1613753" cy="1395192"/>
            <a:chOff x="-305" y="-4155"/>
            <a:chExt cx="2514948" cy="2174333"/>
          </a:xfrm>
        </p:grpSpPr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2CBA3142-5A82-43CE-87A2-EB14B17A51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AEF5A1C7-9938-4A33-A5A4-2B05353B3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262A936D-E9F6-4A68-82C2-1D1CC7772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C68A9229-BBBE-4934-9700-BA72A1BB03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Graphic 6" descr="Cronômetro 75% com preenchimento sólido">
            <a:extLst>
              <a:ext uri="{FF2B5EF4-FFF2-40B4-BE49-F238E27FC236}">
                <a16:creationId xmlns:a16="http://schemas.microsoft.com/office/drawing/2014/main" id="{F76877A9-64DB-EF89-E1EE-B49107574C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5699209" y="162933"/>
            <a:ext cx="1434564" cy="1434564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99C41518-6780-E876-1EC6-1BACE146B6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650" y="1923431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📌 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Vantagens vs. Desvantagens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3D775C35-7B6D-5088-0853-3484382B7212}"/>
              </a:ext>
            </a:extLst>
          </p:cNvPr>
          <p:cNvGraphicFramePr>
            <a:graphicFrameLocks noGrp="1"/>
          </p:cNvGraphicFramePr>
          <p:nvPr/>
        </p:nvGraphicFramePr>
        <p:xfrm>
          <a:off x="628650" y="2406809"/>
          <a:ext cx="7886700" cy="1188720"/>
        </p:xfrm>
        <a:graphic>
          <a:graphicData uri="http://schemas.openxmlformats.org/drawingml/2006/table">
            <a:tbl>
              <a:tblPr/>
              <a:tblGrid>
                <a:gridCol w="3943350">
                  <a:extLst>
                    <a:ext uri="{9D8B030D-6E8A-4147-A177-3AD203B41FA5}">
                      <a16:colId xmlns:a16="http://schemas.microsoft.com/office/drawing/2014/main" val="3972766228"/>
                    </a:ext>
                  </a:extLst>
                </a:gridCol>
                <a:gridCol w="3943350">
                  <a:extLst>
                    <a:ext uri="{9D8B030D-6E8A-4147-A177-3AD203B41FA5}">
                      <a16:colId xmlns:a16="http://schemas.microsoft.com/office/drawing/2014/main" val="26595391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pt-BR"/>
                        <a:t>✅ Vantagens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❌ Desvantagens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381743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/>
                        <a:t>Processamento em tempo real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Custo computacional mais alto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93447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/>
                        <a:t>Responde rapidamente a eventos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Mais complexo de implementar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165884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 dirty="0"/>
                        <a:t>Ideal para monitoramento contínuo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Exige arquitetura robusta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19578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13525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963CFD-D116-BDA9-BCD2-3EDBF4062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9" name="Rectangle 98">
            <a:extLst>
              <a:ext uri="{FF2B5EF4-FFF2-40B4-BE49-F238E27FC236}">
                <a16:creationId xmlns:a16="http://schemas.microsoft.com/office/drawing/2014/main" id="{4F4F59DB-2D47-487B-CFFF-C82ABA9185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44DDBCC5-8FD6-ED5F-D270-EB9737240E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FD2D30A-BABE-4D24-4777-84975E2B4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342900"/>
            <a:ext cx="7934548" cy="974558"/>
          </a:xfrm>
        </p:spPr>
        <p:txBody>
          <a:bodyPr>
            <a:normAutofit/>
          </a:bodyPr>
          <a:lstStyle/>
          <a:p>
            <a:r>
              <a:rPr lang="pt-BR" sz="2700" dirty="0">
                <a:solidFill>
                  <a:schemeClr val="tx2"/>
                </a:solidFill>
              </a:rPr>
              <a:t>Batch </a:t>
            </a:r>
            <a:r>
              <a:rPr lang="pt-BR" sz="2700">
                <a:solidFill>
                  <a:schemeClr val="tx2"/>
                </a:solidFill>
              </a:rPr>
              <a:t>Processing</a:t>
            </a:r>
            <a:r>
              <a:rPr lang="pt-BR" sz="2700" dirty="0">
                <a:solidFill>
                  <a:schemeClr val="tx2"/>
                </a:solidFill>
              </a:rPr>
              <a:t>: Processamento em Lote</a:t>
            </a:r>
            <a:endParaRPr lang="pt-BR" sz="2700">
              <a:solidFill>
                <a:schemeClr val="tx2"/>
              </a:solidFill>
            </a:endParaRPr>
          </a:p>
        </p:txBody>
      </p:sp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A294B9FD-66BB-BBF4-F03D-657D6C8794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9540" y="1906566"/>
            <a:ext cx="4598513" cy="263471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t-BR" sz="1600" dirty="0">
                <a:solidFill>
                  <a:schemeClr val="tx2"/>
                </a:solidFill>
              </a:rPr>
              <a:t>📌 </a:t>
            </a:r>
            <a:r>
              <a:rPr lang="pt-BR" sz="1600" b="1" dirty="0">
                <a:solidFill>
                  <a:schemeClr val="tx2"/>
                </a:solidFill>
              </a:rPr>
              <a:t>Exemplo Prático:</a:t>
            </a:r>
            <a:endParaRPr lang="pt-BR" sz="16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pt-BR" sz="1600" dirty="0">
                <a:solidFill>
                  <a:schemeClr val="tx2"/>
                </a:solidFill>
              </a:rPr>
              <a:t>O Uber usa </a:t>
            </a:r>
            <a:r>
              <a:rPr lang="pt-BR" sz="1600" dirty="0" err="1">
                <a:solidFill>
                  <a:schemeClr val="tx2"/>
                </a:solidFill>
              </a:rPr>
              <a:t>Stream</a:t>
            </a:r>
            <a:r>
              <a:rPr lang="pt-BR" sz="1600" dirty="0">
                <a:solidFill>
                  <a:schemeClr val="tx2"/>
                </a:solidFill>
              </a:rPr>
              <a:t> </a:t>
            </a:r>
            <a:r>
              <a:rPr lang="pt-BR" sz="1600" dirty="0" err="1">
                <a:solidFill>
                  <a:schemeClr val="tx2"/>
                </a:solidFill>
              </a:rPr>
              <a:t>Processing</a:t>
            </a:r>
            <a:r>
              <a:rPr lang="pt-BR" sz="1600" dirty="0">
                <a:solidFill>
                  <a:schemeClr val="tx2"/>
                </a:solidFill>
              </a:rPr>
              <a:t> para calcular o tempo estimado de chegada (ETA) dos motoristas, processando dados de GPS em tempo real.</a:t>
            </a:r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00C5D9A2-CFFC-EEF8-9EF2-F24B216663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-286338" y="3133985"/>
            <a:ext cx="2296084" cy="1722949"/>
            <a:chOff x="-305" y="-1"/>
            <a:chExt cx="3832880" cy="2876136"/>
          </a:xfrm>
        </p:grpSpPr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7008F9A2-19DD-91C8-C2E3-5ADFD99085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66B33E7A-750C-D7A4-F418-29B08C1EF5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CDC35BE1-C5FB-DC08-7300-2099DBC803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89D4244B-6A79-7EFC-FFDB-AA90D58F2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2" name="Graphic 6">
            <a:extLst>
              <a:ext uri="{FF2B5EF4-FFF2-40B4-BE49-F238E27FC236}">
                <a16:creationId xmlns:a16="http://schemas.microsoft.com/office/drawing/2014/main" id="{508416C9-7879-D655-9656-24B747BD09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55013" y="2128284"/>
            <a:ext cx="2412999" cy="2412999"/>
          </a:xfrm>
          <a:prstGeom prst="rect">
            <a:avLst/>
          </a:prstGeom>
        </p:spPr>
      </p:pic>
      <p:grpSp>
        <p:nvGrpSpPr>
          <p:cNvPr id="109" name="Group 108">
            <a:extLst>
              <a:ext uri="{FF2B5EF4-FFF2-40B4-BE49-F238E27FC236}">
                <a16:creationId xmlns:a16="http://schemas.microsoft.com/office/drawing/2014/main" id="{87651E59-2018-2A67-DC62-1A35D60C07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679642" y="0"/>
            <a:ext cx="2461685" cy="2128284"/>
            <a:chOff x="-305" y="-4155"/>
            <a:chExt cx="2514948" cy="2174333"/>
          </a:xfrm>
        </p:grpSpPr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C0AA20BF-5BE6-FA13-7E88-BA31A1B099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ECFF3B58-AE4D-6369-D21B-FE96B0D01D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39B78A11-040B-CE5C-9DB1-659A2404B9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F668371E-7C5F-62A1-B669-10DCD98667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7892281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182309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80833" y="-3980834"/>
            <a:ext cx="1182335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261648"/>
            <a:ext cx="7533018" cy="658297"/>
          </a:xfrm>
        </p:spPr>
        <p:txBody>
          <a:bodyPr anchor="ctr">
            <a:normAutofit/>
          </a:bodyPr>
          <a:lstStyle/>
          <a:p>
            <a:r>
              <a:rPr lang="pt-BR" sz="3000" dirty="0">
                <a:solidFill>
                  <a:srgbClr val="FFFFFF"/>
                </a:solidFill>
              </a:rPr>
              <a:t>Construção do Trabalho Final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3905E12-6852-0275-D235-A143CFAA32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47594022"/>
              </p:ext>
            </p:extLst>
          </p:nvPr>
        </p:nvGraphicFramePr>
        <p:xfrm>
          <a:off x="483042" y="1584434"/>
          <a:ext cx="8195871" cy="31446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9626BAE-4A13-431A-AB96-628CCE1E4D4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graphicEl>
                                              <a:dgm id="{29626BAE-4A13-431A-AB96-628CCE1E4D4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graphicEl>
                                              <a:dgm id="{29626BAE-4A13-431A-AB96-628CCE1E4D4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C636CE0-278E-413C-B7C6-5FAF8E286E1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graphicEl>
                                              <a:dgm id="{3C636CE0-278E-413C-B7C6-5FAF8E286E1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graphicEl>
                                              <a:dgm id="{3C636CE0-278E-413C-B7C6-5FAF8E286E1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994A6BD-DC7E-4CB9-81FC-D4481B4E77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>
                                            <p:graphicEl>
                                              <a:dgm id="{3994A6BD-DC7E-4CB9-81FC-D4481B4E77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>
                                            <p:graphicEl>
                                              <a:dgm id="{3994A6BD-DC7E-4CB9-81FC-D4481B4E77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4BEB4BB-D6D5-4E74-827D-47F9CD627D7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>
                                            <p:graphicEl>
                                              <a:dgm id="{64BEB4BB-D6D5-4E74-827D-47F9CD627D7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>
                                            <p:graphicEl>
                                              <a:dgm id="{64BEB4BB-D6D5-4E74-827D-47F9CD627D7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70981AA-14B1-43E4-9134-14113A31B56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>
                                            <p:graphicEl>
                                              <a:dgm id="{F70981AA-14B1-43E4-9134-14113A31B56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>
                                            <p:graphicEl>
                                              <a:dgm id="{F70981AA-14B1-43E4-9134-14113A31B56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579BF94-1324-4C28-AB8A-E6E5E7EE4C5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graphicEl>
                                              <a:dgm id="{8579BF94-1324-4C28-AB8A-E6E5E7EE4C5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graphicEl>
                                              <a:dgm id="{8579BF94-1324-4C28-AB8A-E6E5E7EE4C5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B392FB-0D02-4A98-8B3D-69F2FDD4B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Atividade Individual: Pesquisa sobre Partes Interessadas e Base de Dados para o Trabalho Final de Big Data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53762BB-CAC4-40D4-8C60-FF5378E432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📅 </a:t>
            </a:r>
            <a:r>
              <a:rPr lang="pt-BR" b="1" dirty="0"/>
              <a:t>Entrega:</a:t>
            </a:r>
            <a:r>
              <a:rPr lang="pt-BR" dirty="0"/>
              <a:t> </a:t>
            </a:r>
            <a:r>
              <a:rPr lang="pt-BR" b="1" dirty="0"/>
              <a:t>Até 11/03/2025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5278500-68EC-4FB8-BFD8-B7BF4EAEA03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pt-BR" b="1" dirty="0"/>
              <a:t>🎯 Objetivo:</a:t>
            </a:r>
            <a:endParaRPr lang="pt-BR" dirty="0"/>
          </a:p>
          <a:p>
            <a:pPr>
              <a:buFont typeface="Wingdings" panose="05000000000000000000" pitchFamily="2" charset="2"/>
              <a:buChar char="q"/>
            </a:pPr>
            <a:r>
              <a:rPr lang="pt-BR" dirty="0"/>
              <a:t>Pesquisar um possível tema para o trabalho final.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pt-BR" dirty="0"/>
              <a:t>Analisar partes interessadas e base de dados potencialmente utilizável.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pt-BR" dirty="0"/>
              <a:t>Relacionar o tema com os </a:t>
            </a:r>
            <a:r>
              <a:rPr lang="pt-BR" b="1" dirty="0"/>
              <a:t>5Vs do Big Data</a:t>
            </a:r>
            <a:r>
              <a:rPr lang="pt-BR" dirty="0"/>
              <a:t>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pt-BR" dirty="0"/>
              <a:t>Exercício preparatório para a formação dos grupos e definição do escopo do projeto.</a:t>
            </a:r>
          </a:p>
          <a:p>
            <a:endParaRPr lang="pt-BR" dirty="0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CDB6F37-039F-44E8-9A3C-B4E245DD55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 dirty="0"/>
              <a:t>📍 </a:t>
            </a:r>
            <a:r>
              <a:rPr lang="pt-BR" b="1" dirty="0"/>
              <a:t>Plataforma:</a:t>
            </a:r>
            <a:r>
              <a:rPr lang="pt-BR" dirty="0"/>
              <a:t> Sala Online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0DE5DAC-0F60-40FC-9326-5F82580E8C57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pt-BR" b="1" dirty="0"/>
              <a:t>📌 Instruções: </a:t>
            </a:r>
            <a:r>
              <a:rPr lang="pt-BR" dirty="0"/>
              <a:t>Cada aluno deve responder os seguintes tópicos:</a:t>
            </a:r>
          </a:p>
          <a:p>
            <a:pPr marL="0" indent="0">
              <a:buNone/>
            </a:pPr>
            <a:r>
              <a:rPr lang="pt-BR" dirty="0"/>
              <a:t>1️⃣ </a:t>
            </a:r>
            <a:r>
              <a:rPr lang="pt-BR" b="1" dirty="0"/>
              <a:t>Título do Projeto (Provisório):</a:t>
            </a:r>
            <a:r>
              <a:rPr lang="pt-BR" dirty="0"/>
              <a:t> Nome que representa a ideia do tema.</a:t>
            </a:r>
          </a:p>
          <a:p>
            <a:pPr marL="0" indent="0">
              <a:buNone/>
            </a:pPr>
            <a:r>
              <a:rPr lang="pt-BR" dirty="0"/>
              <a:t>2️⃣ </a:t>
            </a:r>
            <a:r>
              <a:rPr lang="pt-BR" b="1" dirty="0"/>
              <a:t>Descrição do Tema:</a:t>
            </a:r>
            <a:r>
              <a:rPr lang="pt-BR" dirty="0"/>
              <a:t> Breve explicação do problema ou oportunidade.</a:t>
            </a:r>
          </a:p>
          <a:p>
            <a:pPr marL="0" indent="0">
              <a:buNone/>
            </a:pPr>
            <a:r>
              <a:rPr lang="pt-BR" dirty="0"/>
              <a:t>3️⃣ </a:t>
            </a:r>
            <a:r>
              <a:rPr lang="pt-BR" b="1" dirty="0"/>
              <a:t>Análise dos 5Vs do Big Data:</a:t>
            </a:r>
            <a:endParaRPr lang="pt-BR" dirty="0"/>
          </a:p>
          <a:p>
            <a:pPr marL="0" indent="0">
              <a:buNone/>
            </a:pPr>
            <a:r>
              <a:rPr lang="pt-BR" dirty="0"/>
              <a:t>4️⃣ </a:t>
            </a:r>
            <a:r>
              <a:rPr lang="pt-BR" b="1" dirty="0"/>
              <a:t>Partes Interessadas:</a:t>
            </a:r>
            <a:r>
              <a:rPr lang="pt-BR" dirty="0"/>
              <a:t> Pelo menos </a:t>
            </a:r>
            <a:r>
              <a:rPr lang="pt-BR" b="1" dirty="0"/>
              <a:t>3 stakeholders</a:t>
            </a:r>
            <a:r>
              <a:rPr lang="pt-BR" dirty="0"/>
              <a:t> impactados pelo projeto.</a:t>
            </a:r>
          </a:p>
          <a:p>
            <a:pPr marL="0" indent="0">
              <a:buNone/>
            </a:pPr>
            <a:r>
              <a:rPr lang="pt-BR" dirty="0"/>
              <a:t>5️⃣ </a:t>
            </a:r>
            <a:r>
              <a:rPr lang="pt-BR" b="1" dirty="0"/>
              <a:t>Base de Dados:</a:t>
            </a:r>
            <a:r>
              <a:rPr lang="pt-BR" dirty="0"/>
              <a:t> Identificação de uma possível fonte de dados (</a:t>
            </a:r>
            <a:r>
              <a:rPr lang="pt-BR" dirty="0" err="1"/>
              <a:t>dataset</a:t>
            </a:r>
            <a:r>
              <a:rPr lang="pt-BR" dirty="0"/>
              <a:t> público, APIs, etc.).</a:t>
            </a:r>
          </a:p>
          <a:p>
            <a:pPr marL="0" indent="0">
              <a:buNone/>
            </a:pPr>
            <a:r>
              <a:rPr lang="pt-BR" dirty="0"/>
              <a:t>6️⃣ </a:t>
            </a:r>
            <a:r>
              <a:rPr lang="pt-BR" b="1" dirty="0"/>
              <a:t>Tecnologia Indicada:</a:t>
            </a:r>
            <a:r>
              <a:rPr lang="pt-BR" dirty="0"/>
              <a:t> Qual tecnologia melhor se encaixa e por quê? (</a:t>
            </a:r>
            <a:r>
              <a:rPr lang="pt-BR" dirty="0" err="1"/>
              <a:t>Hadoop</a:t>
            </a:r>
            <a:r>
              <a:rPr lang="pt-BR" dirty="0"/>
              <a:t>, </a:t>
            </a:r>
            <a:r>
              <a:rPr lang="pt-BR" dirty="0" err="1"/>
              <a:t>Spark</a:t>
            </a:r>
            <a:r>
              <a:rPr lang="pt-BR" dirty="0"/>
              <a:t>, </a:t>
            </a:r>
            <a:r>
              <a:rPr lang="pt-BR" dirty="0" err="1"/>
              <a:t>NoSQL</a:t>
            </a:r>
            <a:r>
              <a:rPr lang="pt-BR" dirty="0"/>
              <a:t>, etc.).</a:t>
            </a:r>
          </a:p>
          <a:p>
            <a:pPr marL="0" indent="0">
              <a:buNone/>
            </a:pPr>
            <a:r>
              <a:rPr lang="pt-BR" dirty="0"/>
              <a:t>7️⃣ </a:t>
            </a:r>
            <a:r>
              <a:rPr lang="pt-BR" b="1" dirty="0"/>
              <a:t>Conclusão:</a:t>
            </a:r>
            <a:r>
              <a:rPr lang="pt-BR" dirty="0"/>
              <a:t> Como o projeto pode gerar impacto na sociedade ou no setor escolhido?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008383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182309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80833" y="-3980834"/>
            <a:ext cx="1182335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261648"/>
            <a:ext cx="7533018" cy="658297"/>
          </a:xfrm>
        </p:spPr>
        <p:txBody>
          <a:bodyPr anchor="ctr">
            <a:normAutofit/>
          </a:bodyPr>
          <a:lstStyle/>
          <a:p>
            <a:r>
              <a:rPr lang="pt-BR" sz="3000" dirty="0">
                <a:solidFill>
                  <a:srgbClr val="FFFFFF"/>
                </a:solidFill>
              </a:rPr>
              <a:t>Mini Estudo de Caso (Em Duplas)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FB98456-62F7-4A3E-5F1E-1AB2DF42A3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96116256"/>
              </p:ext>
            </p:extLst>
          </p:nvPr>
        </p:nvGraphicFramePr>
        <p:xfrm>
          <a:off x="483042" y="1584434"/>
          <a:ext cx="8195871" cy="31446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BF646E3-D5A9-4F9C-85BC-BF410DE2A9F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graphicEl>
                                              <a:dgm id="{1BF646E3-D5A9-4F9C-85BC-BF410DE2A9F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graphicEl>
                                              <a:dgm id="{1BF646E3-D5A9-4F9C-85BC-BF410DE2A9F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9275381-871C-4771-A243-22C7DAABD60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graphicEl>
                                              <a:dgm id="{19275381-871C-4771-A243-22C7DAABD60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graphicEl>
                                              <a:dgm id="{19275381-871C-4771-A243-22C7DAABD60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FD391E2-6BCF-4A55-A010-11B983EE64E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>
                                            <p:graphicEl>
                                              <a:dgm id="{BFD391E2-6BCF-4A55-A010-11B983EE64E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>
                                            <p:graphicEl>
                                              <a:dgm id="{BFD391E2-6BCF-4A55-A010-11B983EE64E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72A38FEC-0737-4B9B-BDA3-43C132675EB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>
                                            <p:graphicEl>
                                              <a:dgm id="{72A38FEC-0737-4B9B-BDA3-43C132675EB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>
                                            <p:graphicEl>
                                              <a:dgm id="{72A38FEC-0737-4B9B-BDA3-43C132675EB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2CC2353-35AC-45B4-BCD3-7EB7B1AA0BE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graphicEl>
                                              <a:dgm id="{12CC2353-35AC-45B4-BCD3-7EB7B1AA0BE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graphicEl>
                                              <a:dgm id="{12CC2353-35AC-45B4-BCD3-7EB7B1AA0BE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9F017225-4D1A-42A1-BC0C-45CD9493913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>
                                            <p:graphicEl>
                                              <a:dgm id="{9F017225-4D1A-42A1-BC0C-45CD9493913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>
                                            <p:graphicEl>
                                              <a:dgm id="{9F017225-4D1A-42A1-BC0C-45CD9493913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73A7FA70-707D-4A76-80E7-94BF4DE46A5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>
                                            <p:graphicEl>
                                              <a:dgm id="{73A7FA70-707D-4A76-80E7-94BF4DE46A5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>
                                            <p:graphicEl>
                                              <a:dgm id="{73A7FA70-707D-4A76-80E7-94BF4DE46A5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CD39BBA-40CE-4D8E-A02B-55DE747D000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">
                                            <p:graphicEl>
                                              <a:dgm id="{BCD39BBA-40CE-4D8E-A02B-55DE747D000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">
                                            <p:graphicEl>
                                              <a:dgm id="{BCD39BBA-40CE-4D8E-A02B-55DE747D000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9FC53010-11D9-495B-B56F-B6BE97EE8F8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>
                                            <p:graphicEl>
                                              <a:dgm id="{9FC53010-11D9-495B-B56F-B6BE97EE8F8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>
                                            <p:graphicEl>
                                              <a:dgm id="{9FC53010-11D9-495B-B56F-B6BE97EE8F8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BEBFA4D-B714-CA78-D5DF-0B09AB3F840D}"/>
              </a:ext>
            </a:extLst>
          </p:cNvPr>
          <p:cNvSpPr/>
          <p:nvPr/>
        </p:nvSpPr>
        <p:spPr>
          <a:xfrm>
            <a:off x="1777268" y="2392507"/>
            <a:ext cx="6359680" cy="224676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endParaRPr lang="pt-BR" sz="28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  <a:p>
            <a:pPr algn="r"/>
            <a:r>
              <a:rPr lang="pt-BR" sz="28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“O Big Data é como a mineração de ouro: a mina de dados é vasta, mas é preciso encontrar o ouro.” – Marc Goodman, autor e futurista</a:t>
            </a:r>
            <a:endParaRPr lang="pt-BR" sz="2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9551302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49953"/>
            <a:ext cx="9225213" cy="519345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01127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7733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4"/>
          <p:cNvSpPr txBox="1"/>
          <p:nvPr/>
        </p:nvSpPr>
        <p:spPr>
          <a:xfrm>
            <a:off x="6496099" y="3328654"/>
            <a:ext cx="1926900" cy="9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b="1" i="0" u="none" strike="noStrike" cap="none" dirty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Título</a:t>
            </a:r>
            <a:endParaRPr sz="3000" dirty="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dirty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aqui</a:t>
            </a:r>
            <a:endParaRPr sz="3000" dirty="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33860521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Tahoma"/>
              <a:buNone/>
            </a:pPr>
            <a:endParaRPr/>
          </a:p>
        </p:txBody>
      </p:sp>
      <p:sp>
        <p:nvSpPr>
          <p:cNvPr id="97" name="Google Shape;97;p15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</a:pPr>
            <a:endParaRPr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3FD1CF6-E85E-D410-96D4-8AC5A7C620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239" y="336499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9651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9032" y="190194"/>
            <a:ext cx="9222378" cy="51869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7733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4"/>
          <p:cNvSpPr txBox="1"/>
          <p:nvPr/>
        </p:nvSpPr>
        <p:spPr>
          <a:xfrm>
            <a:off x="5903366" y="3328654"/>
            <a:ext cx="2519633" cy="9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b="1" i="0" u="none" strike="noStrike" cap="none" dirty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Dinâmica</a:t>
            </a:r>
            <a:endParaRPr sz="3000" dirty="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dirty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Quebra-gelo</a:t>
            </a:r>
            <a:endParaRPr sz="3000" dirty="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800B601-98D6-C9DD-116F-D92E93B039AC}"/>
              </a:ext>
            </a:extLst>
          </p:cNvPr>
          <p:cNvSpPr txBox="1"/>
          <p:nvPr/>
        </p:nvSpPr>
        <p:spPr>
          <a:xfrm>
            <a:off x="4739268" y="4621509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https://www.menti.com/alk8si7cfkr6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E8D82947-74EB-B352-5985-9C69CA02A9D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38941" y="-58732"/>
            <a:ext cx="2627365" cy="2630482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1EFF19E0-E9BB-CAF4-F5A3-8622DD9BFE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383" y="2472861"/>
            <a:ext cx="2630482" cy="417839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89D44237-FAED-A38B-FEA4-5235C2A65EC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67177" y="2506773"/>
            <a:ext cx="2600688" cy="34393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Violeta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11989</TotalTime>
  <Words>1383</Words>
  <Application>Microsoft Office PowerPoint</Application>
  <PresentationFormat>Apresentação na tela (16:9)</PresentationFormat>
  <Paragraphs>194</Paragraphs>
  <Slides>32</Slides>
  <Notes>7</Notes>
  <HiddenSlides>5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32</vt:i4>
      </vt:variant>
    </vt:vector>
  </HeadingPairs>
  <TitlesOfParts>
    <vt:vector size="39" baseType="lpstr">
      <vt:lpstr>Aptos Display</vt:lpstr>
      <vt:lpstr>Calibri</vt:lpstr>
      <vt:lpstr>Tahoma</vt:lpstr>
      <vt:lpstr>Aptos</vt:lpstr>
      <vt:lpstr>Wingdings</vt:lpstr>
      <vt:lpstr>Arial</vt:lpstr>
      <vt:lpstr>Tema do Office</vt:lpstr>
      <vt:lpstr>Fundamentos de Big Data</vt:lpstr>
      <vt:lpstr>Agenda</vt:lpstr>
      <vt:lpstr>Objetivo da aula</vt:lpstr>
      <vt:lpstr>Revisão: O que Vimos na Aula Anterior?</vt:lpstr>
      <vt:lpstr>Check-in e Quebra-Gelo</vt:lpstr>
      <vt:lpstr>Introdução ao Processamento de Dados</vt:lpstr>
      <vt:lpstr>O que é processamento distribuído? </vt:lpstr>
      <vt:lpstr>O que é processamento distribuído? </vt:lpstr>
      <vt:lpstr>Conceitos de paralelismo e escalabilidade</vt:lpstr>
      <vt:lpstr>Conceitos de paralelismo e escalabilidade</vt:lpstr>
      <vt:lpstr>Batch Processing vs. Stream Processing</vt:lpstr>
      <vt:lpstr>Batch Processing: Processamento em Lote</vt:lpstr>
      <vt:lpstr>Batch Processing: Processamento em Lote</vt:lpstr>
      <vt:lpstr>Batch Processing: Processamento em Lote</vt:lpstr>
      <vt:lpstr>Batch Processing: Processamento em Lote</vt:lpstr>
      <vt:lpstr>Batch Processing: Processamento em Lote</vt:lpstr>
      <vt:lpstr>Batch Processing: Processamento em Lote</vt:lpstr>
      <vt:lpstr>Stream Processing: Processamento em Fluxo</vt:lpstr>
      <vt:lpstr>Stream Processing: Processamento em Fluxo</vt:lpstr>
      <vt:lpstr>Stream Processing: Processamento em Fluxo</vt:lpstr>
      <vt:lpstr>Stream Processing: Processamento em Fluxo</vt:lpstr>
      <vt:lpstr>Stream Processing: Processamento em Fluxo</vt:lpstr>
      <vt:lpstr>Batch Processing: Processamento em Lote</vt:lpstr>
      <vt:lpstr>Construção do Trabalho Final</vt:lpstr>
      <vt:lpstr>Atividade Individual: Pesquisa sobre Partes Interessadas e Base de Dados para o Trabalho Final de Big Data</vt:lpstr>
      <vt:lpstr>Mini Estudo de Caso (Em Duplas)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José Pedro Calistro Torres de Miranda</dc:creator>
  <cp:lastModifiedBy>José Pedro Calistro Torres de Miranda</cp:lastModifiedBy>
  <cp:revision>12</cp:revision>
  <dcterms:modified xsi:type="dcterms:W3CDTF">2025-03-07T11:07:37Z</dcterms:modified>
</cp:coreProperties>
</file>