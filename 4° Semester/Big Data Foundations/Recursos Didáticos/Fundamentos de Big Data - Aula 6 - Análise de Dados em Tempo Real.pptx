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2"/>
  </p:notesMasterIdLst>
  <p:sldIdLst>
    <p:sldId id="256" r:id="rId2"/>
    <p:sldId id="319" r:id="rId3"/>
    <p:sldId id="988" r:id="rId4"/>
    <p:sldId id="958" r:id="rId5"/>
    <p:sldId id="990" r:id="rId6"/>
    <p:sldId id="991" r:id="rId7"/>
    <p:sldId id="992" r:id="rId8"/>
    <p:sldId id="993" r:id="rId9"/>
    <p:sldId id="994" r:id="rId10"/>
    <p:sldId id="984" r:id="rId11"/>
    <p:sldId id="985" r:id="rId12"/>
    <p:sldId id="261" r:id="rId13"/>
    <p:sldId id="262" r:id="rId14"/>
    <p:sldId id="995" r:id="rId15"/>
    <p:sldId id="996" r:id="rId16"/>
    <p:sldId id="1001" r:id="rId17"/>
    <p:sldId id="997" r:id="rId18"/>
    <p:sldId id="986" r:id="rId19"/>
    <p:sldId id="998" r:id="rId20"/>
    <p:sldId id="999" r:id="rId21"/>
    <p:sldId id="1000" r:id="rId22"/>
    <p:sldId id="1002" r:id="rId23"/>
    <p:sldId id="264" r:id="rId24"/>
    <p:sldId id="265" r:id="rId25"/>
    <p:sldId id="298" r:id="rId26"/>
    <p:sldId id="302" r:id="rId27"/>
    <p:sldId id="300" r:id="rId28"/>
    <p:sldId id="299" r:id="rId29"/>
    <p:sldId id="259" r:id="rId30"/>
    <p:sldId id="257" r:id="rId31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33"/>
      <p:bold r:id="rId3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2E62"/>
    <a:srgbClr val="922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7F6C97-3E6C-4962-B006-C3FA7F579B00}" v="296" dt="2025-03-14T05:10:52.320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777F6C97-3E6C-4962-B006-C3FA7F579B00}"/>
    <pc:docChg chg="undo custSel addSld delSld modSld sldOrd">
      <pc:chgData name="José Pedro Calistro Torres de Miranda" userId="82558bf5-0a7c-4071-b398-5925c96dbeb2" providerId="ADAL" clId="{777F6C97-3E6C-4962-B006-C3FA7F579B00}" dt="2025-03-14T05:13:51.894" v="1297" actId="26606"/>
      <pc:docMkLst>
        <pc:docMk/>
      </pc:docMkLst>
      <pc:sldChg chg="add del">
        <pc:chgData name="José Pedro Calistro Torres de Miranda" userId="82558bf5-0a7c-4071-b398-5925c96dbeb2" providerId="ADAL" clId="{777F6C97-3E6C-4962-B006-C3FA7F579B00}" dt="2025-03-14T03:53:51.619" v="528" actId="47"/>
        <pc:sldMkLst>
          <pc:docMk/>
          <pc:sldMk cId="0" sldId="258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0" sldId="260"/>
        </pc:sldMkLst>
      </pc:sldChg>
      <pc:sldChg chg="addSp delSp modSp add mod setBg modAnim">
        <pc:chgData name="José Pedro Calistro Torres de Miranda" userId="82558bf5-0a7c-4071-b398-5925c96dbeb2" providerId="ADAL" clId="{777F6C97-3E6C-4962-B006-C3FA7F579B00}" dt="2025-03-14T04:01:17.361" v="625" actId="20577"/>
        <pc:sldMkLst>
          <pc:docMk/>
          <pc:sldMk cId="0" sldId="261"/>
        </pc:sldMkLst>
        <pc:spChg chg="mod">
          <ac:chgData name="José Pedro Calistro Torres de Miranda" userId="82558bf5-0a7c-4071-b398-5925c96dbeb2" providerId="ADAL" clId="{777F6C97-3E6C-4962-B006-C3FA7F579B00}" dt="2025-03-14T04:00:37.872" v="616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777F6C97-3E6C-4962-B006-C3FA7F579B00}" dt="2025-03-14T04:00:37.872" v="616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4:00:37.872" v="616" actId="26606"/>
          <ac:spMkLst>
            <pc:docMk/>
            <pc:sldMk cId="0" sldId="261"/>
            <ac:spMk id="9" creationId="{0C541B88-1AE9-40C3-AFD5-967787C1979F}"/>
          </ac:spMkLst>
        </pc:spChg>
        <pc:spChg chg="add">
          <ac:chgData name="José Pedro Calistro Torres de Miranda" userId="82558bf5-0a7c-4071-b398-5925c96dbeb2" providerId="ADAL" clId="{777F6C97-3E6C-4962-B006-C3FA7F579B00}" dt="2025-03-14T04:00:37.872" v="616" actId="26606"/>
          <ac:spMkLst>
            <pc:docMk/>
            <pc:sldMk cId="0" sldId="261"/>
            <ac:spMk id="11" creationId="{E5F17139-31EE-46AC-B04F-DBBD852DD6CB}"/>
          </ac:spMkLst>
        </pc:spChg>
        <pc:spChg chg="add">
          <ac:chgData name="José Pedro Calistro Torres de Miranda" userId="82558bf5-0a7c-4071-b398-5925c96dbeb2" providerId="ADAL" clId="{777F6C97-3E6C-4962-B006-C3FA7F579B00}" dt="2025-03-14T04:00:37.872" v="616" actId="26606"/>
          <ac:spMkLst>
            <pc:docMk/>
            <pc:sldMk cId="0" sldId="261"/>
            <ac:spMk id="17" creationId="{89D16701-DA76-4F72-BB63-E2C3FFBDFE0F}"/>
          </ac:spMkLst>
        </pc:spChg>
        <pc:spChg chg="add">
          <ac:chgData name="José Pedro Calistro Torres de Miranda" userId="82558bf5-0a7c-4071-b398-5925c96dbeb2" providerId="ADAL" clId="{777F6C97-3E6C-4962-B006-C3FA7F579B00}" dt="2025-03-14T04:00:37.872" v="616" actId="26606"/>
          <ac:spMkLst>
            <pc:docMk/>
            <pc:sldMk cId="0" sldId="261"/>
            <ac:spMk id="19" creationId="{1CC28BE1-9DC6-43FE-9582-39F091098D77}"/>
          </ac:spMkLst>
        </pc:spChg>
        <pc:grpChg chg="add">
          <ac:chgData name="José Pedro Calistro Torres de Miranda" userId="82558bf5-0a7c-4071-b398-5925c96dbeb2" providerId="ADAL" clId="{777F6C97-3E6C-4962-B006-C3FA7F579B00}" dt="2025-03-14T04:00:37.872" v="616" actId="26606"/>
          <ac:grpSpMkLst>
            <pc:docMk/>
            <pc:sldMk cId="0" sldId="261"/>
            <ac:grpSpMk id="13" creationId="{7CF625D3-71A3-4F30-A096-8EF334E959D0}"/>
          </ac:grpSpMkLst>
        </pc:grpChg>
        <pc:grpChg chg="add">
          <ac:chgData name="José Pedro Calistro Torres de Miranda" userId="82558bf5-0a7c-4071-b398-5925c96dbeb2" providerId="ADAL" clId="{777F6C97-3E6C-4962-B006-C3FA7F579B00}" dt="2025-03-14T04:00:37.872" v="616" actId="26606"/>
          <ac:grpSpMkLst>
            <pc:docMk/>
            <pc:sldMk cId="0" sldId="261"/>
            <ac:grpSpMk id="21" creationId="{AF9AF3F3-CE0C-4125-BDD7-346487FA0B40}"/>
          </ac:grpSpMkLst>
        </pc:grpChg>
        <pc:graphicFrameChg chg="add mod">
          <ac:chgData name="José Pedro Calistro Torres de Miranda" userId="82558bf5-0a7c-4071-b398-5925c96dbeb2" providerId="ADAL" clId="{777F6C97-3E6C-4962-B006-C3FA7F579B00}" dt="2025-03-14T04:01:17.361" v="625" actId="20577"/>
          <ac:graphicFrameMkLst>
            <pc:docMk/>
            <pc:sldMk cId="0" sldId="261"/>
            <ac:graphicFrameMk id="5" creationId="{03D1F296-A264-0232-05AA-51FB27D95001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777F6C97-3E6C-4962-B006-C3FA7F579B00}" dt="2025-03-14T04:24:22.578" v="750"/>
        <pc:sldMkLst>
          <pc:docMk/>
          <pc:sldMk cId="0" sldId="262"/>
        </pc:sldMkLst>
        <pc:spChg chg="mod">
          <ac:chgData name="José Pedro Calistro Torres de Miranda" userId="82558bf5-0a7c-4071-b398-5925c96dbeb2" providerId="ADAL" clId="{777F6C97-3E6C-4962-B006-C3FA7F579B00}" dt="2025-03-14T04:01:37.772" v="626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777F6C97-3E6C-4962-B006-C3FA7F579B00}" dt="2025-03-14T04:01:37.772" v="62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4:01:37.772" v="626" actId="26606"/>
          <ac:spMkLst>
            <pc:docMk/>
            <pc:sldMk cId="0" sldId="262"/>
            <ac:spMk id="9" creationId="{0C541B88-1AE9-40C3-AFD5-967787C1979F}"/>
          </ac:spMkLst>
        </pc:spChg>
        <pc:spChg chg="add">
          <ac:chgData name="José Pedro Calistro Torres de Miranda" userId="82558bf5-0a7c-4071-b398-5925c96dbeb2" providerId="ADAL" clId="{777F6C97-3E6C-4962-B006-C3FA7F579B00}" dt="2025-03-14T04:01:37.772" v="626" actId="26606"/>
          <ac:spMkLst>
            <pc:docMk/>
            <pc:sldMk cId="0" sldId="262"/>
            <ac:spMk id="11" creationId="{E5F17139-31EE-46AC-B04F-DBBD852DD6CB}"/>
          </ac:spMkLst>
        </pc:spChg>
        <pc:spChg chg="add">
          <ac:chgData name="José Pedro Calistro Torres de Miranda" userId="82558bf5-0a7c-4071-b398-5925c96dbeb2" providerId="ADAL" clId="{777F6C97-3E6C-4962-B006-C3FA7F579B00}" dt="2025-03-14T04:01:37.772" v="626" actId="26606"/>
          <ac:spMkLst>
            <pc:docMk/>
            <pc:sldMk cId="0" sldId="262"/>
            <ac:spMk id="17" creationId="{89D16701-DA76-4F72-BB63-E2C3FFBDFE0F}"/>
          </ac:spMkLst>
        </pc:spChg>
        <pc:spChg chg="add">
          <ac:chgData name="José Pedro Calistro Torres de Miranda" userId="82558bf5-0a7c-4071-b398-5925c96dbeb2" providerId="ADAL" clId="{777F6C97-3E6C-4962-B006-C3FA7F579B00}" dt="2025-03-14T04:01:37.772" v="626" actId="26606"/>
          <ac:spMkLst>
            <pc:docMk/>
            <pc:sldMk cId="0" sldId="262"/>
            <ac:spMk id="19" creationId="{1CC28BE1-9DC6-43FE-9582-39F091098D77}"/>
          </ac:spMkLst>
        </pc:spChg>
        <pc:grpChg chg="add">
          <ac:chgData name="José Pedro Calistro Torres de Miranda" userId="82558bf5-0a7c-4071-b398-5925c96dbeb2" providerId="ADAL" clId="{777F6C97-3E6C-4962-B006-C3FA7F579B00}" dt="2025-03-14T04:01:37.772" v="626" actId="26606"/>
          <ac:grpSpMkLst>
            <pc:docMk/>
            <pc:sldMk cId="0" sldId="262"/>
            <ac:grpSpMk id="13" creationId="{7CF625D3-71A3-4F30-A096-8EF334E959D0}"/>
          </ac:grpSpMkLst>
        </pc:grpChg>
        <pc:grpChg chg="add">
          <ac:chgData name="José Pedro Calistro Torres de Miranda" userId="82558bf5-0a7c-4071-b398-5925c96dbeb2" providerId="ADAL" clId="{777F6C97-3E6C-4962-B006-C3FA7F579B00}" dt="2025-03-14T04:01:37.772" v="626" actId="26606"/>
          <ac:grpSpMkLst>
            <pc:docMk/>
            <pc:sldMk cId="0" sldId="262"/>
            <ac:grpSpMk id="21" creationId="{AF9AF3F3-CE0C-4125-BDD7-346487FA0B40}"/>
          </ac:grpSpMkLst>
        </pc:grpChg>
        <pc:graphicFrameChg chg="add mod">
          <ac:chgData name="José Pedro Calistro Torres de Miranda" userId="82558bf5-0a7c-4071-b398-5925c96dbeb2" providerId="ADAL" clId="{777F6C97-3E6C-4962-B006-C3FA7F579B00}" dt="2025-03-14T04:24:22.578" v="750"/>
          <ac:graphicFrameMkLst>
            <pc:docMk/>
            <pc:sldMk cId="0" sldId="262"/>
            <ac:graphicFrameMk id="5" creationId="{31347795-D8EC-024E-94BA-D5795EBE59F2}"/>
          </ac:graphicFrameMkLst>
        </pc:graphicFrameChg>
      </pc:sldChg>
      <pc:sldChg chg="del">
        <pc:chgData name="José Pedro Calistro Torres de Miranda" userId="82558bf5-0a7c-4071-b398-5925c96dbeb2" providerId="ADAL" clId="{777F6C97-3E6C-4962-B006-C3FA7F579B00}" dt="2025-03-14T04:40:58.237" v="836" actId="47"/>
        <pc:sldMkLst>
          <pc:docMk/>
          <pc:sldMk cId="0" sldId="263"/>
        </pc:sldMkLst>
      </pc:sldChg>
      <pc:sldChg chg="ord">
        <pc:chgData name="José Pedro Calistro Torres de Miranda" userId="82558bf5-0a7c-4071-b398-5925c96dbeb2" providerId="ADAL" clId="{777F6C97-3E6C-4962-B006-C3FA7F579B00}" dt="2025-03-14T04:41:07.854" v="839"/>
        <pc:sldMkLst>
          <pc:docMk/>
          <pc:sldMk cId="0" sldId="264"/>
        </pc:sldMkLst>
      </pc:sldChg>
      <pc:sldChg chg="addSp delSp modSp add mod setBg">
        <pc:chgData name="José Pedro Calistro Torres de Miranda" userId="82558bf5-0a7c-4071-b398-5925c96dbeb2" providerId="ADAL" clId="{777F6C97-3E6C-4962-B006-C3FA7F579B00}" dt="2025-03-14T04:39:45.353" v="835" actId="20577"/>
        <pc:sldMkLst>
          <pc:docMk/>
          <pc:sldMk cId="0" sldId="265"/>
        </pc:sldMkLst>
        <pc:spChg chg="mod">
          <ac:chgData name="José Pedro Calistro Torres de Miranda" userId="82558bf5-0a7c-4071-b398-5925c96dbeb2" providerId="ADAL" clId="{777F6C97-3E6C-4962-B006-C3FA7F579B00}" dt="2025-03-14T04:38:47.016" v="78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777F6C97-3E6C-4962-B006-C3FA7F579B00}" dt="2025-03-14T04:38:47.016" v="78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4:38:47.016" v="789" actId="26606"/>
          <ac:spMkLst>
            <pc:docMk/>
            <pc:sldMk cId="0" sldId="265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4:38:47.016" v="789" actId="26606"/>
          <ac:spMkLst>
            <pc:docMk/>
            <pc:sldMk cId="0" sldId="265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4:38:47.016" v="789" actId="26606"/>
          <ac:spMkLst>
            <pc:docMk/>
            <pc:sldMk cId="0" sldId="265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4:38:47.016" v="789" actId="26606"/>
          <ac:spMkLst>
            <pc:docMk/>
            <pc:sldMk cId="0" sldId="265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777F6C97-3E6C-4962-B006-C3FA7F579B00}" dt="2025-03-14T04:39:45.353" v="835" actId="20577"/>
          <ac:graphicFrameMkLst>
            <pc:docMk/>
            <pc:sldMk cId="0" sldId="265"/>
            <ac:graphicFrameMk id="5" creationId="{98141E8A-014A-1FE7-B843-764B3434C82D}"/>
          </ac:graphicFrameMkLst>
        </pc:graphicFrameChg>
      </pc:sldChg>
      <pc:sldChg chg="modSp ord modAnim">
        <pc:chgData name="José Pedro Calistro Torres de Miranda" userId="82558bf5-0a7c-4071-b398-5925c96dbeb2" providerId="ADAL" clId="{777F6C97-3E6C-4962-B006-C3FA7F579B00}" dt="2025-03-14T03:41:34.806" v="321"/>
        <pc:sldMkLst>
          <pc:docMk/>
          <pc:sldMk cId="3917579560" sldId="319"/>
        </pc:sldMkLst>
        <pc:spChg chg="mod">
          <ac:chgData name="José Pedro Calistro Torres de Miranda" userId="82558bf5-0a7c-4071-b398-5925c96dbeb2" providerId="ADAL" clId="{777F6C97-3E6C-4962-B006-C3FA7F579B00}" dt="2025-03-14T03:41:25.876" v="319" actId="20577"/>
          <ac:spMkLst>
            <pc:docMk/>
            <pc:sldMk cId="3917579560" sldId="319"/>
            <ac:spMk id="3" creationId="{D8726801-AA1F-7181-A680-DBA3E16E4C55}"/>
          </ac:spMkLst>
        </pc:spChg>
      </pc:sldChg>
      <pc:sldChg chg="del">
        <pc:chgData name="José Pedro Calistro Torres de Miranda" userId="82558bf5-0a7c-4071-b398-5925c96dbeb2" providerId="ADAL" clId="{777F6C97-3E6C-4962-B006-C3FA7F579B00}" dt="2025-03-14T03:38:33.606" v="255" actId="47"/>
        <pc:sldMkLst>
          <pc:docMk/>
          <pc:sldMk cId="1768128975" sldId="950"/>
        </pc:sldMkLst>
      </pc:sldChg>
      <pc:sldChg chg="del">
        <pc:chgData name="José Pedro Calistro Torres de Miranda" userId="82558bf5-0a7c-4071-b398-5925c96dbeb2" providerId="ADAL" clId="{777F6C97-3E6C-4962-B006-C3FA7F579B00}" dt="2025-03-14T04:41:01.378" v="837" actId="47"/>
        <pc:sldMkLst>
          <pc:docMk/>
          <pc:sldMk cId="2600838393" sldId="956"/>
        </pc:sldMkLst>
      </pc:sldChg>
      <pc:sldChg chg="addSp delSp modSp mod ord delAnim modAnim">
        <pc:chgData name="José Pedro Calistro Torres de Miranda" userId="82558bf5-0a7c-4071-b398-5925c96dbeb2" providerId="ADAL" clId="{777F6C97-3E6C-4962-B006-C3FA7F579B00}" dt="2025-03-14T03:43:51.588" v="365"/>
        <pc:sldMkLst>
          <pc:docMk/>
          <pc:sldMk cId="0" sldId="958"/>
        </pc:sldMkLst>
        <pc:spChg chg="mod">
          <ac:chgData name="José Pedro Calistro Torres de Miranda" userId="82558bf5-0a7c-4071-b398-5925c96dbeb2" providerId="ADAL" clId="{777F6C97-3E6C-4962-B006-C3FA7F579B00}" dt="2025-03-14T03:42:59.019" v="357" actId="20577"/>
          <ac:spMkLst>
            <pc:docMk/>
            <pc:sldMk cId="0" sldId="958"/>
            <ac:spMk id="2" creationId="{00000000-0000-0000-0000-000000000000}"/>
          </ac:spMkLst>
        </pc:spChg>
        <pc:graphicFrameChg chg="add mod">
          <ac:chgData name="José Pedro Calistro Torres de Miranda" userId="82558bf5-0a7c-4071-b398-5925c96dbeb2" providerId="ADAL" clId="{777F6C97-3E6C-4962-B006-C3FA7F579B00}" dt="2025-03-14T03:43:37.540" v="363" actId="14100"/>
          <ac:graphicFrameMkLst>
            <pc:docMk/>
            <pc:sldMk cId="0" sldId="958"/>
            <ac:graphicFrameMk id="3" creationId="{18ACB36A-1D6D-9C77-41FD-2D1E463AC96D}"/>
          </ac:graphicFrameMkLst>
        </pc:graphicFrameChg>
        <pc:graphicFrameChg chg="del">
          <ac:chgData name="José Pedro Calistro Torres de Miranda" userId="82558bf5-0a7c-4071-b398-5925c96dbeb2" providerId="ADAL" clId="{777F6C97-3E6C-4962-B006-C3FA7F579B00}" dt="2025-03-14T03:43:03.046" v="358" actId="478"/>
          <ac:graphicFrameMkLst>
            <pc:docMk/>
            <pc:sldMk cId="0" sldId="958"/>
            <ac:graphicFrameMk id="4" creationId="{C82F8EF5-2D6E-46F5-C42F-9B54719A5E36}"/>
          </ac:graphicFrameMkLst>
        </pc:graphicFrameChg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0" sldId="959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0" sldId="960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1800994235" sldId="963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511752313" sldId="964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3093576957" sldId="965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1121557280" sldId="966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2295870110" sldId="967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3919641644" sldId="969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3306331533" sldId="970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554142607" sldId="971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1482513529" sldId="972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1029867115" sldId="973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721352540" sldId="974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2789228140" sldId="976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1807472328" sldId="978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3411902508" sldId="979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322294470" sldId="980"/>
        </pc:sldMkLst>
      </pc:sldChg>
      <pc:sldChg chg="del">
        <pc:chgData name="José Pedro Calistro Torres de Miranda" userId="82558bf5-0a7c-4071-b398-5925c96dbeb2" providerId="ADAL" clId="{777F6C97-3E6C-4962-B006-C3FA7F579B00}" dt="2025-03-14T04:03:03.991" v="627" actId="47"/>
        <pc:sldMkLst>
          <pc:docMk/>
          <pc:sldMk cId="3659672575" sldId="982"/>
        </pc:sldMkLst>
      </pc:sldChg>
      <pc:sldChg chg="add del">
        <pc:chgData name="José Pedro Calistro Torres de Miranda" userId="82558bf5-0a7c-4071-b398-5925c96dbeb2" providerId="ADAL" clId="{777F6C97-3E6C-4962-B006-C3FA7F579B00}" dt="2025-03-14T03:30:31.122" v="16" actId="47"/>
        <pc:sldMkLst>
          <pc:docMk/>
          <pc:sldMk cId="0" sldId="983"/>
        </pc:sldMkLst>
      </pc:sldChg>
      <pc:sldChg chg="addSp delSp modSp add mod setBg modAnim">
        <pc:chgData name="José Pedro Calistro Torres de Miranda" userId="82558bf5-0a7c-4071-b398-5925c96dbeb2" providerId="ADAL" clId="{777F6C97-3E6C-4962-B006-C3FA7F579B00}" dt="2025-03-14T03:59:23.917" v="604"/>
        <pc:sldMkLst>
          <pc:docMk/>
          <pc:sldMk cId="0" sldId="984"/>
        </pc:sldMkLst>
        <pc:spChg chg="mod">
          <ac:chgData name="José Pedro Calistro Torres de Miranda" userId="82558bf5-0a7c-4071-b398-5925c96dbeb2" providerId="ADAL" clId="{777F6C97-3E6C-4962-B006-C3FA7F579B00}" dt="2025-03-14T03:59:11.911" v="602" actId="26606"/>
          <ac:spMkLst>
            <pc:docMk/>
            <pc:sldMk cId="0" sldId="984"/>
            <ac:spMk id="2" creationId="{00000000-0000-0000-0000-000000000000}"/>
          </ac:spMkLst>
        </pc:spChg>
        <pc:spChg chg="add del mod">
          <ac:chgData name="José Pedro Calistro Torres de Miranda" userId="82558bf5-0a7c-4071-b398-5925c96dbeb2" providerId="ADAL" clId="{777F6C97-3E6C-4962-B006-C3FA7F579B00}" dt="2025-03-14T03:59:11.911" v="602" actId="26606"/>
          <ac:spMkLst>
            <pc:docMk/>
            <pc:sldMk cId="0" sldId="984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777F6C97-3E6C-4962-B006-C3FA7F579B00}" dt="2025-03-14T03:59:11.891" v="601" actId="26606"/>
          <ac:spMkLst>
            <pc:docMk/>
            <pc:sldMk cId="0" sldId="984"/>
            <ac:spMk id="9" creationId="{BACC6370-2D7E-4714-9D71-7542949D7D5D}"/>
          </ac:spMkLst>
        </pc:spChg>
        <pc:spChg chg="add del">
          <ac:chgData name="José Pedro Calistro Torres de Miranda" userId="82558bf5-0a7c-4071-b398-5925c96dbeb2" providerId="ADAL" clId="{777F6C97-3E6C-4962-B006-C3FA7F579B00}" dt="2025-03-14T03:59:11.891" v="601" actId="26606"/>
          <ac:spMkLst>
            <pc:docMk/>
            <pc:sldMk cId="0" sldId="984"/>
            <ac:spMk id="11" creationId="{F68B3F68-107C-434F-AA38-110D5EA91B85}"/>
          </ac:spMkLst>
        </pc:spChg>
        <pc:spChg chg="add del">
          <ac:chgData name="José Pedro Calistro Torres de Miranda" userId="82558bf5-0a7c-4071-b398-5925c96dbeb2" providerId="ADAL" clId="{777F6C97-3E6C-4962-B006-C3FA7F579B00}" dt="2025-03-14T03:59:11.891" v="601" actId="26606"/>
          <ac:spMkLst>
            <pc:docMk/>
            <pc:sldMk cId="0" sldId="984"/>
            <ac:spMk id="13" creationId="{AAD0DBB9-1A4B-4391-81D4-CB19F9AB918A}"/>
          </ac:spMkLst>
        </pc:spChg>
        <pc:spChg chg="add del">
          <ac:chgData name="José Pedro Calistro Torres de Miranda" userId="82558bf5-0a7c-4071-b398-5925c96dbeb2" providerId="ADAL" clId="{777F6C97-3E6C-4962-B006-C3FA7F579B00}" dt="2025-03-14T03:59:11.891" v="601" actId="26606"/>
          <ac:spMkLst>
            <pc:docMk/>
            <pc:sldMk cId="0" sldId="984"/>
            <ac:spMk id="15" creationId="{063BBA22-50EA-4C4D-BE05-F1CE4E63AA56}"/>
          </ac:spMkLst>
        </pc:spChg>
        <pc:spChg chg="add">
          <ac:chgData name="José Pedro Calistro Torres de Miranda" userId="82558bf5-0a7c-4071-b398-5925c96dbeb2" providerId="ADAL" clId="{777F6C97-3E6C-4962-B006-C3FA7F579B00}" dt="2025-03-14T03:59:11.911" v="602" actId="26606"/>
          <ac:spMkLst>
            <pc:docMk/>
            <pc:sldMk cId="0" sldId="984"/>
            <ac:spMk id="17" creationId="{43F8A58B-5155-44CE-A5FF-7647B47D0A7A}"/>
          </ac:spMkLst>
        </pc:spChg>
        <pc:spChg chg="add">
          <ac:chgData name="José Pedro Calistro Torres de Miranda" userId="82558bf5-0a7c-4071-b398-5925c96dbeb2" providerId="ADAL" clId="{777F6C97-3E6C-4962-B006-C3FA7F579B00}" dt="2025-03-14T03:59:11.911" v="602" actId="26606"/>
          <ac:spMkLst>
            <pc:docMk/>
            <pc:sldMk cId="0" sldId="984"/>
            <ac:spMk id="18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3:59:11.911" v="602" actId="26606"/>
          <ac:spMkLst>
            <pc:docMk/>
            <pc:sldMk cId="0" sldId="984"/>
            <ac:spMk id="19" creationId="{443F2ACA-E6D6-4028-82DD-F03C262D5DE6}"/>
          </ac:spMkLst>
        </pc:spChg>
        <pc:spChg chg="add">
          <ac:chgData name="José Pedro Calistro Torres de Miranda" userId="82558bf5-0a7c-4071-b398-5925c96dbeb2" providerId="ADAL" clId="{777F6C97-3E6C-4962-B006-C3FA7F579B00}" dt="2025-03-14T03:59:11.911" v="602" actId="26606"/>
          <ac:spMkLst>
            <pc:docMk/>
            <pc:sldMk cId="0" sldId="984"/>
            <ac:spMk id="20" creationId="{256B2C21-A230-48C0-8DF1-C46611373C44}"/>
          </ac:spMkLst>
        </pc:spChg>
        <pc:spChg chg="add">
          <ac:chgData name="José Pedro Calistro Torres de Miranda" userId="82558bf5-0a7c-4071-b398-5925c96dbeb2" providerId="ADAL" clId="{777F6C97-3E6C-4962-B006-C3FA7F579B00}" dt="2025-03-14T03:59:11.911" v="602" actId="26606"/>
          <ac:spMkLst>
            <pc:docMk/>
            <pc:sldMk cId="0" sldId="984"/>
            <ac:spMk id="21" creationId="{3847E18C-932D-4C95-AABA-FEC7C9499AD7}"/>
          </ac:spMkLst>
        </pc:spChg>
        <pc:spChg chg="add">
          <ac:chgData name="José Pedro Calistro Torres de Miranda" userId="82558bf5-0a7c-4071-b398-5925c96dbeb2" providerId="ADAL" clId="{777F6C97-3E6C-4962-B006-C3FA7F579B00}" dt="2025-03-14T03:59:11.911" v="602" actId="26606"/>
          <ac:spMkLst>
            <pc:docMk/>
            <pc:sldMk cId="0" sldId="984"/>
            <ac:spMk id="22" creationId="{3150CB11-0C61-439E-910F-5787759E72A0}"/>
          </ac:spMkLst>
        </pc:spChg>
        <pc:graphicFrameChg chg="add del">
          <ac:chgData name="José Pedro Calistro Torres de Miranda" userId="82558bf5-0a7c-4071-b398-5925c96dbeb2" providerId="ADAL" clId="{777F6C97-3E6C-4962-B006-C3FA7F579B00}" dt="2025-03-14T03:59:11.891" v="601" actId="26606"/>
          <ac:graphicFrameMkLst>
            <pc:docMk/>
            <pc:sldMk cId="0" sldId="984"/>
            <ac:graphicFrameMk id="5" creationId="{F75C8220-7201-CF76-B2C6-2FABA4351A33}"/>
          </ac:graphicFrameMkLst>
        </pc:graphicFrameChg>
        <pc:graphicFrameChg chg="add">
          <ac:chgData name="José Pedro Calistro Torres de Miranda" userId="82558bf5-0a7c-4071-b398-5925c96dbeb2" providerId="ADAL" clId="{777F6C97-3E6C-4962-B006-C3FA7F579B00}" dt="2025-03-14T03:59:11.911" v="602" actId="26606"/>
          <ac:graphicFrameMkLst>
            <pc:docMk/>
            <pc:sldMk cId="0" sldId="984"/>
            <ac:graphicFrameMk id="23" creationId="{0B3BFA52-6EBC-C96F-6254-C8AB79621032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777F6C97-3E6C-4962-B006-C3FA7F579B00}" dt="2025-03-14T04:00:23.805" v="615" actId="26606"/>
        <pc:sldMkLst>
          <pc:docMk/>
          <pc:sldMk cId="0" sldId="985"/>
        </pc:sldMkLst>
        <pc:spChg chg="mod">
          <ac:chgData name="José Pedro Calistro Torres de Miranda" userId="82558bf5-0a7c-4071-b398-5925c96dbeb2" providerId="ADAL" clId="{777F6C97-3E6C-4962-B006-C3FA7F579B00}" dt="2025-03-14T04:00:23.805" v="615" actId="26606"/>
          <ac:spMkLst>
            <pc:docMk/>
            <pc:sldMk cId="0" sldId="985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777F6C97-3E6C-4962-B006-C3FA7F579B00}" dt="2025-03-14T04:00:23.805" v="615" actId="26606"/>
          <ac:spMkLst>
            <pc:docMk/>
            <pc:sldMk cId="0" sldId="985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4:00:23.805" v="615" actId="26606"/>
          <ac:spMkLst>
            <pc:docMk/>
            <pc:sldMk cId="0" sldId="985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4:00:23.805" v="615" actId="26606"/>
          <ac:spMkLst>
            <pc:docMk/>
            <pc:sldMk cId="0" sldId="985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4:00:23.805" v="615" actId="26606"/>
          <ac:spMkLst>
            <pc:docMk/>
            <pc:sldMk cId="0" sldId="985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4:00:23.805" v="615" actId="26606"/>
          <ac:spMkLst>
            <pc:docMk/>
            <pc:sldMk cId="0" sldId="985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777F6C97-3E6C-4962-B006-C3FA7F579B00}" dt="2025-03-14T04:00:23.805" v="615" actId="26606"/>
          <ac:graphicFrameMkLst>
            <pc:docMk/>
            <pc:sldMk cId="0" sldId="985"/>
            <ac:graphicFrameMk id="5" creationId="{5D2B3A3C-AD1F-B7ED-EEDC-B2789BB98BD1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777F6C97-3E6C-4962-B006-C3FA7F579B00}" dt="2025-03-14T04:35:59.753" v="788"/>
        <pc:sldMkLst>
          <pc:docMk/>
          <pc:sldMk cId="0" sldId="986"/>
        </pc:sldMkLst>
        <pc:spChg chg="mod">
          <ac:chgData name="José Pedro Calistro Torres de Miranda" userId="82558bf5-0a7c-4071-b398-5925c96dbeb2" providerId="ADAL" clId="{777F6C97-3E6C-4962-B006-C3FA7F579B00}" dt="2025-03-14T04:35:28.963" v="776" actId="26606"/>
          <ac:spMkLst>
            <pc:docMk/>
            <pc:sldMk cId="0" sldId="986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777F6C97-3E6C-4962-B006-C3FA7F579B00}" dt="2025-03-14T04:35:28.963" v="776" actId="26606"/>
          <ac:spMkLst>
            <pc:docMk/>
            <pc:sldMk cId="0" sldId="986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4:35:28.963" v="776" actId="26606"/>
          <ac:spMkLst>
            <pc:docMk/>
            <pc:sldMk cId="0" sldId="986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4:35:28.963" v="776" actId="26606"/>
          <ac:spMkLst>
            <pc:docMk/>
            <pc:sldMk cId="0" sldId="986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4:35:28.963" v="776" actId="26606"/>
          <ac:spMkLst>
            <pc:docMk/>
            <pc:sldMk cId="0" sldId="986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4:35:28.963" v="776" actId="26606"/>
          <ac:spMkLst>
            <pc:docMk/>
            <pc:sldMk cId="0" sldId="986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777F6C97-3E6C-4962-B006-C3FA7F579B00}" dt="2025-03-14T04:35:41.930" v="785" actId="20577"/>
          <ac:graphicFrameMkLst>
            <pc:docMk/>
            <pc:sldMk cId="0" sldId="986"/>
            <ac:graphicFrameMk id="5" creationId="{939106A1-B57A-8A21-34B3-103465DC59B4}"/>
          </ac:graphicFrameMkLst>
        </pc:graphicFrameChg>
      </pc:sldChg>
      <pc:sldChg chg="addSp delSp modSp add del mod setBg">
        <pc:chgData name="José Pedro Calistro Torres de Miranda" userId="82558bf5-0a7c-4071-b398-5925c96dbeb2" providerId="ADAL" clId="{777F6C97-3E6C-4962-B006-C3FA7F579B00}" dt="2025-03-14T04:57:35.823" v="975" actId="47"/>
        <pc:sldMkLst>
          <pc:docMk/>
          <pc:sldMk cId="0" sldId="987"/>
        </pc:sldMkLst>
        <pc:spChg chg="mod">
          <ac:chgData name="José Pedro Calistro Torres de Miranda" userId="82558bf5-0a7c-4071-b398-5925c96dbeb2" providerId="ADAL" clId="{777F6C97-3E6C-4962-B006-C3FA7F579B00}" dt="2025-03-14T04:44:51.371" v="842" actId="14100"/>
          <ac:spMkLst>
            <pc:docMk/>
            <pc:sldMk cId="0" sldId="987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777F6C97-3E6C-4962-B006-C3FA7F579B00}" dt="2025-03-14T04:35:49.644" v="786" actId="26606"/>
          <ac:spMkLst>
            <pc:docMk/>
            <pc:sldMk cId="0" sldId="987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4:35:49.644" v="786" actId="26606"/>
          <ac:spMkLst>
            <pc:docMk/>
            <pc:sldMk cId="0" sldId="987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4:35:49.644" v="786" actId="26606"/>
          <ac:spMkLst>
            <pc:docMk/>
            <pc:sldMk cId="0" sldId="987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4:35:49.644" v="786" actId="26606"/>
          <ac:spMkLst>
            <pc:docMk/>
            <pc:sldMk cId="0" sldId="987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4:35:49.644" v="786" actId="26606"/>
          <ac:spMkLst>
            <pc:docMk/>
            <pc:sldMk cId="0" sldId="987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777F6C97-3E6C-4962-B006-C3FA7F579B00}" dt="2025-03-14T04:35:49.644" v="786" actId="26606"/>
          <ac:graphicFrameMkLst>
            <pc:docMk/>
            <pc:sldMk cId="0" sldId="987"/>
            <ac:graphicFrameMk id="5" creationId="{04F1CC78-AE71-4ED3-331A-981EAAA71DAA}"/>
          </ac:graphicFrameMkLst>
        </pc:graphicFrameChg>
      </pc:sldChg>
      <pc:sldChg chg="addSp delSp modSp add mod delAnim modAnim">
        <pc:chgData name="José Pedro Calistro Torres de Miranda" userId="82558bf5-0a7c-4071-b398-5925c96dbeb2" providerId="ADAL" clId="{777F6C97-3E6C-4962-B006-C3FA7F579B00}" dt="2025-03-14T03:38:18.576" v="254"/>
        <pc:sldMkLst>
          <pc:docMk/>
          <pc:sldMk cId="1971581788" sldId="988"/>
        </pc:sldMkLst>
        <pc:spChg chg="add del mod">
          <ac:chgData name="José Pedro Calistro Torres de Miranda" userId="82558bf5-0a7c-4071-b398-5925c96dbeb2" providerId="ADAL" clId="{777F6C97-3E6C-4962-B006-C3FA7F579B00}" dt="2025-03-14T03:37:51.970" v="249" actId="478"/>
          <ac:spMkLst>
            <pc:docMk/>
            <pc:sldMk cId="1971581788" sldId="988"/>
            <ac:spMk id="4" creationId="{0094A6CD-AC77-D53D-421C-F05ECD6FA39F}"/>
          </ac:spMkLst>
        </pc:spChg>
        <pc:graphicFrameChg chg="del">
          <ac:chgData name="José Pedro Calistro Torres de Miranda" userId="82558bf5-0a7c-4071-b398-5925c96dbeb2" providerId="ADAL" clId="{777F6C97-3E6C-4962-B006-C3FA7F579B00}" dt="2025-03-14T03:37:47.955" v="247" actId="478"/>
          <ac:graphicFrameMkLst>
            <pc:docMk/>
            <pc:sldMk cId="1971581788" sldId="988"/>
            <ac:graphicFrameMk id="5" creationId="{B3C000C3-6ABF-2293-ADF0-844A34711574}"/>
          </ac:graphicFrameMkLst>
        </pc:graphicFrameChg>
        <pc:graphicFrameChg chg="add mod">
          <ac:chgData name="José Pedro Calistro Torres de Miranda" userId="82558bf5-0a7c-4071-b398-5925c96dbeb2" providerId="ADAL" clId="{777F6C97-3E6C-4962-B006-C3FA7F579B00}" dt="2025-03-14T03:37:56.414" v="250" actId="1076"/>
          <ac:graphicFrameMkLst>
            <pc:docMk/>
            <pc:sldMk cId="1971581788" sldId="988"/>
            <ac:graphicFrameMk id="6" creationId="{20AFA1E8-0C06-C3A0-AFAF-B336623129AF}"/>
          </ac:graphicFrameMkLst>
        </pc:graphicFrameChg>
      </pc:sldChg>
      <pc:sldChg chg="addSp delSp modSp new del mod">
        <pc:chgData name="José Pedro Calistro Torres de Miranda" userId="82558bf5-0a7c-4071-b398-5925c96dbeb2" providerId="ADAL" clId="{777F6C97-3E6C-4962-B006-C3FA7F579B00}" dt="2025-03-14T03:43:59.553" v="366" actId="47"/>
        <pc:sldMkLst>
          <pc:docMk/>
          <pc:sldMk cId="1123970016" sldId="989"/>
        </pc:sldMkLst>
        <pc:spChg chg="del mod">
          <ac:chgData name="José Pedro Calistro Torres de Miranda" userId="82558bf5-0a7c-4071-b398-5925c96dbeb2" providerId="ADAL" clId="{777F6C97-3E6C-4962-B006-C3FA7F579B00}" dt="2025-03-14T03:42:47.339" v="343" actId="26606"/>
          <ac:spMkLst>
            <pc:docMk/>
            <pc:sldMk cId="1123970016" sldId="989"/>
            <ac:spMk id="3" creationId="{17346AD4-B31F-3B7C-3B89-C3FDB90408FD}"/>
          </ac:spMkLst>
        </pc:spChg>
        <pc:graphicFrameChg chg="add">
          <ac:chgData name="José Pedro Calistro Torres de Miranda" userId="82558bf5-0a7c-4071-b398-5925c96dbeb2" providerId="ADAL" clId="{777F6C97-3E6C-4962-B006-C3FA7F579B00}" dt="2025-03-14T03:42:47.339" v="343" actId="26606"/>
          <ac:graphicFrameMkLst>
            <pc:docMk/>
            <pc:sldMk cId="1123970016" sldId="989"/>
            <ac:graphicFrameMk id="5" creationId="{3C8C252F-61FC-ECF1-77DF-D9BEAD31FA9E}"/>
          </ac:graphicFrameMkLst>
        </pc:graphicFrameChg>
      </pc:sldChg>
      <pc:sldChg chg="new del">
        <pc:chgData name="José Pedro Calistro Torres de Miranda" userId="82558bf5-0a7c-4071-b398-5925c96dbeb2" providerId="ADAL" clId="{777F6C97-3E6C-4962-B006-C3FA7F579B00}" dt="2025-03-14T03:50:01.081" v="372" actId="47"/>
        <pc:sldMkLst>
          <pc:docMk/>
          <pc:sldMk cId="1753462986" sldId="989"/>
        </pc:sldMkLst>
      </pc:sldChg>
      <pc:sldChg chg="modSp new del mod">
        <pc:chgData name="José Pedro Calistro Torres de Miranda" userId="82558bf5-0a7c-4071-b398-5925c96dbeb2" providerId="ADAL" clId="{777F6C97-3E6C-4962-B006-C3FA7F579B00}" dt="2025-03-14T03:38:38.543" v="256" actId="47"/>
        <pc:sldMkLst>
          <pc:docMk/>
          <pc:sldMk cId="2929191180" sldId="989"/>
        </pc:sldMkLst>
        <pc:spChg chg="mod">
          <ac:chgData name="José Pedro Calistro Torres de Miranda" userId="82558bf5-0a7c-4071-b398-5925c96dbeb2" providerId="ADAL" clId="{777F6C97-3E6C-4962-B006-C3FA7F579B00}" dt="2025-03-14T03:37:17.213" v="228" actId="20577"/>
          <ac:spMkLst>
            <pc:docMk/>
            <pc:sldMk cId="2929191180" sldId="989"/>
            <ac:spMk id="3" creationId="{CAB0E644-81E9-48F9-E607-705741482353}"/>
          </ac:spMkLst>
        </pc:spChg>
      </pc:sldChg>
      <pc:sldChg chg="addSp delSp modSp add mod setBg modAnim">
        <pc:chgData name="José Pedro Calistro Torres de Miranda" userId="82558bf5-0a7c-4071-b398-5925c96dbeb2" providerId="ADAL" clId="{777F6C97-3E6C-4962-B006-C3FA7F579B00}" dt="2025-03-14T03:56:41.262" v="562"/>
        <pc:sldMkLst>
          <pc:docMk/>
          <pc:sldMk cId="0" sldId="990"/>
        </pc:sldMkLst>
        <pc:spChg chg="mod">
          <ac:chgData name="José Pedro Calistro Torres de Miranda" userId="82558bf5-0a7c-4071-b398-5925c96dbeb2" providerId="ADAL" clId="{777F6C97-3E6C-4962-B006-C3FA7F579B00}" dt="2025-03-14T03:54:41.037" v="530" actId="26606"/>
          <ac:spMkLst>
            <pc:docMk/>
            <pc:sldMk cId="0" sldId="990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777F6C97-3E6C-4962-B006-C3FA7F579B00}" dt="2025-03-14T03:54:41.037" v="530" actId="26606"/>
          <ac:spMkLst>
            <pc:docMk/>
            <pc:sldMk cId="0" sldId="990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3:54:41.037" v="530" actId="26606"/>
          <ac:spMkLst>
            <pc:docMk/>
            <pc:sldMk cId="0" sldId="990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3:54:41.037" v="530" actId="26606"/>
          <ac:spMkLst>
            <pc:docMk/>
            <pc:sldMk cId="0" sldId="990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3:54:41.037" v="530" actId="26606"/>
          <ac:spMkLst>
            <pc:docMk/>
            <pc:sldMk cId="0" sldId="990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3:54:41.037" v="530" actId="26606"/>
          <ac:spMkLst>
            <pc:docMk/>
            <pc:sldMk cId="0" sldId="990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777F6C97-3E6C-4962-B006-C3FA7F579B00}" dt="2025-03-14T03:54:41.037" v="530" actId="26606"/>
          <ac:graphicFrameMkLst>
            <pc:docMk/>
            <pc:sldMk cId="0" sldId="990"/>
            <ac:graphicFrameMk id="5" creationId="{60F39018-2E3E-EAAC-5818-6426897DD906}"/>
          </ac:graphicFrameMkLst>
        </pc:graphicFrameChg>
      </pc:sldChg>
      <pc:sldChg chg="addSp delSp modSp add del mod setBg">
        <pc:chgData name="José Pedro Calistro Torres de Miranda" userId="82558bf5-0a7c-4071-b398-5925c96dbeb2" providerId="ADAL" clId="{777F6C97-3E6C-4962-B006-C3FA7F579B00}" dt="2025-03-14T03:38:42.513" v="257" actId="47"/>
        <pc:sldMkLst>
          <pc:docMk/>
          <pc:sldMk cId="27029215" sldId="990"/>
        </pc:sldMkLst>
        <pc:spChg chg="mod">
          <ac:chgData name="José Pedro Calistro Torres de Miranda" userId="82558bf5-0a7c-4071-b398-5925c96dbeb2" providerId="ADAL" clId="{777F6C97-3E6C-4962-B006-C3FA7F579B00}" dt="2025-03-14T03:37:41.064" v="246" actId="26606"/>
          <ac:spMkLst>
            <pc:docMk/>
            <pc:sldMk cId="27029215" sldId="990"/>
            <ac:spMk id="2" creationId="{C4476270-CCAC-7665-9088-8359F4C87423}"/>
          </ac:spMkLst>
        </pc:spChg>
        <pc:spChg chg="del mod">
          <ac:chgData name="José Pedro Calistro Torres de Miranda" userId="82558bf5-0a7c-4071-b398-5925c96dbeb2" providerId="ADAL" clId="{777F6C97-3E6C-4962-B006-C3FA7F579B00}" dt="2025-03-14T03:37:41.064" v="246" actId="26606"/>
          <ac:spMkLst>
            <pc:docMk/>
            <pc:sldMk cId="27029215" sldId="990"/>
            <ac:spMk id="3" creationId="{62867BD1-8C72-7CDA-308B-3776C0B0C690}"/>
          </ac:spMkLst>
        </pc:spChg>
        <pc:spChg chg="add">
          <ac:chgData name="José Pedro Calistro Torres de Miranda" userId="82558bf5-0a7c-4071-b398-5925c96dbeb2" providerId="ADAL" clId="{777F6C97-3E6C-4962-B006-C3FA7F579B00}" dt="2025-03-14T03:37:41.064" v="246" actId="26606"/>
          <ac:spMkLst>
            <pc:docMk/>
            <pc:sldMk cId="27029215" sldId="990"/>
            <ac:spMk id="9" creationId="{9DBC8166-481C-4473-95F5-9A5B9073B7F1}"/>
          </ac:spMkLst>
        </pc:spChg>
        <pc:spChg chg="add">
          <ac:chgData name="José Pedro Calistro Torres de Miranda" userId="82558bf5-0a7c-4071-b398-5925c96dbeb2" providerId="ADAL" clId="{777F6C97-3E6C-4962-B006-C3FA7F579B00}" dt="2025-03-14T03:37:41.064" v="246" actId="26606"/>
          <ac:spMkLst>
            <pc:docMk/>
            <pc:sldMk cId="27029215" sldId="990"/>
            <ac:spMk id="11" creationId="{A5A5CE6E-90AF-4D43-A014-1F9EC83EB93D}"/>
          </ac:spMkLst>
        </pc:spChg>
        <pc:graphicFrameChg chg="add">
          <ac:chgData name="José Pedro Calistro Torres de Miranda" userId="82558bf5-0a7c-4071-b398-5925c96dbeb2" providerId="ADAL" clId="{777F6C97-3E6C-4962-B006-C3FA7F579B00}" dt="2025-03-14T03:37:41.064" v="246" actId="26606"/>
          <ac:graphicFrameMkLst>
            <pc:docMk/>
            <pc:sldMk cId="27029215" sldId="990"/>
            <ac:graphicFrameMk id="5" creationId="{0271AB0F-F30E-8A90-9511-2A2AF2ECCAF9}"/>
          </ac:graphicFrameMkLst>
        </pc:graphicFrameChg>
      </pc:sldChg>
      <pc:sldChg chg="addSp delSp modSp add del mod setBg">
        <pc:chgData name="José Pedro Calistro Torres de Miranda" userId="82558bf5-0a7c-4071-b398-5925c96dbeb2" providerId="ADAL" clId="{777F6C97-3E6C-4962-B006-C3FA7F579B00}" dt="2025-03-14T03:36:42.540" v="214" actId="47"/>
        <pc:sldMkLst>
          <pc:docMk/>
          <pc:sldMk cId="3092300177" sldId="990"/>
        </pc:sldMkLst>
        <pc:spChg chg="mod">
          <ac:chgData name="José Pedro Calistro Torres de Miranda" userId="82558bf5-0a7c-4071-b398-5925c96dbeb2" providerId="ADAL" clId="{777F6C97-3E6C-4962-B006-C3FA7F579B00}" dt="2025-03-14T03:36:18.859" v="213" actId="26606"/>
          <ac:spMkLst>
            <pc:docMk/>
            <pc:sldMk cId="3092300177" sldId="990"/>
            <ac:spMk id="2" creationId="{CB3946EF-90B3-63A7-1F6C-9725441A7AA3}"/>
          </ac:spMkLst>
        </pc:spChg>
        <pc:spChg chg="del">
          <ac:chgData name="José Pedro Calistro Torres de Miranda" userId="82558bf5-0a7c-4071-b398-5925c96dbeb2" providerId="ADAL" clId="{777F6C97-3E6C-4962-B006-C3FA7F579B00}" dt="2025-03-14T03:36:18.859" v="213" actId="26606"/>
          <ac:spMkLst>
            <pc:docMk/>
            <pc:sldMk cId="3092300177" sldId="990"/>
            <ac:spMk id="3" creationId="{10F8DB55-6D6D-81EE-AD29-BF0BBEEB041C}"/>
          </ac:spMkLst>
        </pc:spChg>
        <pc:spChg chg="add">
          <ac:chgData name="José Pedro Calistro Torres de Miranda" userId="82558bf5-0a7c-4071-b398-5925c96dbeb2" providerId="ADAL" clId="{777F6C97-3E6C-4962-B006-C3FA7F579B00}" dt="2025-03-14T03:36:18.859" v="213" actId="26606"/>
          <ac:spMkLst>
            <pc:docMk/>
            <pc:sldMk cId="3092300177" sldId="990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3:36:18.859" v="213" actId="26606"/>
          <ac:spMkLst>
            <pc:docMk/>
            <pc:sldMk cId="3092300177" sldId="990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3:36:18.859" v="213" actId="26606"/>
          <ac:spMkLst>
            <pc:docMk/>
            <pc:sldMk cId="3092300177" sldId="990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3:36:18.859" v="213" actId="26606"/>
          <ac:spMkLst>
            <pc:docMk/>
            <pc:sldMk cId="3092300177" sldId="990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777F6C97-3E6C-4962-B006-C3FA7F579B00}" dt="2025-03-14T03:36:18.859" v="213" actId="26606"/>
          <ac:graphicFrameMkLst>
            <pc:docMk/>
            <pc:sldMk cId="3092300177" sldId="990"/>
            <ac:graphicFrameMk id="5" creationId="{F040584C-1AB1-1714-0182-49D0ABF71BFC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777F6C97-3E6C-4962-B006-C3FA7F579B00}" dt="2025-03-14T03:56:48.802" v="564"/>
        <pc:sldMkLst>
          <pc:docMk/>
          <pc:sldMk cId="0" sldId="991"/>
        </pc:sldMkLst>
        <pc:spChg chg="mod">
          <ac:chgData name="José Pedro Calistro Torres de Miranda" userId="82558bf5-0a7c-4071-b398-5925c96dbeb2" providerId="ADAL" clId="{777F6C97-3E6C-4962-B006-C3FA7F579B00}" dt="2025-03-14T03:54:32.849" v="529" actId="26606"/>
          <ac:spMkLst>
            <pc:docMk/>
            <pc:sldMk cId="0" sldId="991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777F6C97-3E6C-4962-B006-C3FA7F579B00}" dt="2025-03-14T03:54:32.849" v="529" actId="26606"/>
          <ac:spMkLst>
            <pc:docMk/>
            <pc:sldMk cId="0" sldId="991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3:54:32.849" v="529" actId="26606"/>
          <ac:spMkLst>
            <pc:docMk/>
            <pc:sldMk cId="0" sldId="991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3:54:32.849" v="529" actId="26606"/>
          <ac:spMkLst>
            <pc:docMk/>
            <pc:sldMk cId="0" sldId="991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3:54:32.849" v="529" actId="26606"/>
          <ac:spMkLst>
            <pc:docMk/>
            <pc:sldMk cId="0" sldId="991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3:54:32.849" v="529" actId="26606"/>
          <ac:spMkLst>
            <pc:docMk/>
            <pc:sldMk cId="0" sldId="991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777F6C97-3E6C-4962-B006-C3FA7F579B00}" dt="2025-03-14T03:54:32.849" v="529" actId="26606"/>
          <ac:graphicFrameMkLst>
            <pc:docMk/>
            <pc:sldMk cId="0" sldId="991"/>
            <ac:graphicFrameMk id="5" creationId="{45E4A6E3-3450-3630-DA48-965551E6D2BA}"/>
          </ac:graphicFrameMkLst>
        </pc:graphicFrameChg>
      </pc:sldChg>
      <pc:sldChg chg="add del">
        <pc:chgData name="José Pedro Calistro Torres de Miranda" userId="82558bf5-0a7c-4071-b398-5925c96dbeb2" providerId="ADAL" clId="{777F6C97-3E6C-4962-B006-C3FA7F579B00}" dt="2025-03-14T03:38:10.737" v="252" actId="47"/>
        <pc:sldMkLst>
          <pc:docMk/>
          <pc:sldMk cId="736779050" sldId="991"/>
        </pc:sldMkLst>
      </pc:sldChg>
      <pc:sldChg chg="addSp delSp modSp add mod setBg modAnim">
        <pc:chgData name="José Pedro Calistro Torres de Miranda" userId="82558bf5-0a7c-4071-b398-5925c96dbeb2" providerId="ADAL" clId="{777F6C97-3E6C-4962-B006-C3FA7F579B00}" dt="2025-03-14T03:56:58.639" v="566"/>
        <pc:sldMkLst>
          <pc:docMk/>
          <pc:sldMk cId="0" sldId="992"/>
        </pc:sldMkLst>
        <pc:spChg chg="mod">
          <ac:chgData name="José Pedro Calistro Torres de Miranda" userId="82558bf5-0a7c-4071-b398-5925c96dbeb2" providerId="ADAL" clId="{777F6C97-3E6C-4962-B006-C3FA7F579B00}" dt="2025-03-14T03:55:56.603" v="558" actId="26606"/>
          <ac:spMkLst>
            <pc:docMk/>
            <pc:sldMk cId="0" sldId="992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777F6C97-3E6C-4962-B006-C3FA7F579B00}" dt="2025-03-14T03:55:56.603" v="558" actId="26606"/>
          <ac:spMkLst>
            <pc:docMk/>
            <pc:sldMk cId="0" sldId="992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3:55:56.603" v="558" actId="26606"/>
          <ac:spMkLst>
            <pc:docMk/>
            <pc:sldMk cId="0" sldId="992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3:55:56.603" v="558" actId="26606"/>
          <ac:spMkLst>
            <pc:docMk/>
            <pc:sldMk cId="0" sldId="992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3:55:56.603" v="558" actId="26606"/>
          <ac:spMkLst>
            <pc:docMk/>
            <pc:sldMk cId="0" sldId="992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3:55:56.603" v="558" actId="26606"/>
          <ac:spMkLst>
            <pc:docMk/>
            <pc:sldMk cId="0" sldId="992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777F6C97-3E6C-4962-B006-C3FA7F579B00}" dt="2025-03-14T03:55:56.603" v="558" actId="26606"/>
          <ac:graphicFrameMkLst>
            <pc:docMk/>
            <pc:sldMk cId="0" sldId="992"/>
            <ac:graphicFrameMk id="5" creationId="{51261D2B-92F2-1865-9158-602DB92BE104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777F6C97-3E6C-4962-B006-C3FA7F579B00}" dt="2025-03-14T03:57:19.248" v="569"/>
        <pc:sldMkLst>
          <pc:docMk/>
          <pc:sldMk cId="0" sldId="993"/>
        </pc:sldMkLst>
        <pc:spChg chg="mod">
          <ac:chgData name="José Pedro Calistro Torres de Miranda" userId="82558bf5-0a7c-4071-b398-5925c96dbeb2" providerId="ADAL" clId="{777F6C97-3E6C-4962-B006-C3FA7F579B00}" dt="2025-03-14T03:56:08.318" v="559" actId="26606"/>
          <ac:spMkLst>
            <pc:docMk/>
            <pc:sldMk cId="0" sldId="993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777F6C97-3E6C-4962-B006-C3FA7F579B00}" dt="2025-03-14T03:56:08.318" v="559" actId="26606"/>
          <ac:spMkLst>
            <pc:docMk/>
            <pc:sldMk cId="0" sldId="993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3:56:08.318" v="559" actId="26606"/>
          <ac:spMkLst>
            <pc:docMk/>
            <pc:sldMk cId="0" sldId="993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3:56:08.318" v="559" actId="26606"/>
          <ac:spMkLst>
            <pc:docMk/>
            <pc:sldMk cId="0" sldId="993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3:56:08.318" v="559" actId="26606"/>
          <ac:spMkLst>
            <pc:docMk/>
            <pc:sldMk cId="0" sldId="993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3:56:08.318" v="559" actId="26606"/>
          <ac:spMkLst>
            <pc:docMk/>
            <pc:sldMk cId="0" sldId="993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777F6C97-3E6C-4962-B006-C3FA7F579B00}" dt="2025-03-14T03:57:12.809" v="567" actId="20577"/>
          <ac:graphicFrameMkLst>
            <pc:docMk/>
            <pc:sldMk cId="0" sldId="993"/>
            <ac:graphicFrameMk id="5" creationId="{D2CF0106-980E-FFBB-A3AF-F741711C7323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777F6C97-3E6C-4962-B006-C3FA7F579B00}" dt="2025-03-14T03:57:28.043" v="571"/>
        <pc:sldMkLst>
          <pc:docMk/>
          <pc:sldMk cId="0" sldId="994"/>
        </pc:sldMkLst>
        <pc:spChg chg="mod">
          <ac:chgData name="José Pedro Calistro Torres de Miranda" userId="82558bf5-0a7c-4071-b398-5925c96dbeb2" providerId="ADAL" clId="{777F6C97-3E6C-4962-B006-C3FA7F579B00}" dt="2025-03-14T03:56:16.312" v="560" actId="26606"/>
          <ac:spMkLst>
            <pc:docMk/>
            <pc:sldMk cId="0" sldId="994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777F6C97-3E6C-4962-B006-C3FA7F579B00}" dt="2025-03-14T03:56:16.312" v="560" actId="26606"/>
          <ac:spMkLst>
            <pc:docMk/>
            <pc:sldMk cId="0" sldId="99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777F6C97-3E6C-4962-B006-C3FA7F579B00}" dt="2025-03-14T03:56:16.312" v="560" actId="26606"/>
          <ac:spMkLst>
            <pc:docMk/>
            <pc:sldMk cId="0" sldId="994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777F6C97-3E6C-4962-B006-C3FA7F579B00}" dt="2025-03-14T03:56:16.312" v="560" actId="26606"/>
          <ac:spMkLst>
            <pc:docMk/>
            <pc:sldMk cId="0" sldId="994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777F6C97-3E6C-4962-B006-C3FA7F579B00}" dt="2025-03-14T03:56:16.312" v="560" actId="26606"/>
          <ac:spMkLst>
            <pc:docMk/>
            <pc:sldMk cId="0" sldId="994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777F6C97-3E6C-4962-B006-C3FA7F579B00}" dt="2025-03-14T03:56:16.312" v="560" actId="26606"/>
          <ac:spMkLst>
            <pc:docMk/>
            <pc:sldMk cId="0" sldId="994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777F6C97-3E6C-4962-B006-C3FA7F579B00}" dt="2025-03-14T03:56:16.312" v="560" actId="26606"/>
          <ac:graphicFrameMkLst>
            <pc:docMk/>
            <pc:sldMk cId="0" sldId="994"/>
            <ac:graphicFrameMk id="5" creationId="{8C4B3AE7-9723-86C8-9818-04146F156E4A}"/>
          </ac:graphicFrameMkLst>
        </pc:graphicFrameChg>
      </pc:sldChg>
      <pc:sldChg chg="add del">
        <pc:chgData name="José Pedro Calistro Torres de Miranda" userId="82558bf5-0a7c-4071-b398-5925c96dbeb2" providerId="ADAL" clId="{777F6C97-3E6C-4962-B006-C3FA7F579B00}" dt="2025-03-14T03:57:49.721" v="572" actId="47"/>
        <pc:sldMkLst>
          <pc:docMk/>
          <pc:sldMk cId="1122198175" sldId="995"/>
        </pc:sldMkLst>
      </pc:sldChg>
      <pc:sldChg chg="add del">
        <pc:chgData name="José Pedro Calistro Torres de Miranda" userId="82558bf5-0a7c-4071-b398-5925c96dbeb2" providerId="ADAL" clId="{777F6C97-3E6C-4962-B006-C3FA7F579B00}" dt="2025-03-14T03:59:34.670" v="605" actId="47"/>
        <pc:sldMkLst>
          <pc:docMk/>
          <pc:sldMk cId="3167530614" sldId="995"/>
        </pc:sldMkLst>
      </pc:sldChg>
      <pc:sldChg chg="addSp delSp modSp new mod">
        <pc:chgData name="José Pedro Calistro Torres de Miranda" userId="82558bf5-0a7c-4071-b398-5925c96dbeb2" providerId="ADAL" clId="{777F6C97-3E6C-4962-B006-C3FA7F579B00}" dt="2025-03-14T04:14:30.026" v="691" actId="1076"/>
        <pc:sldMkLst>
          <pc:docMk/>
          <pc:sldMk cId="3841610715" sldId="995"/>
        </pc:sldMkLst>
        <pc:spChg chg="mod">
          <ac:chgData name="José Pedro Calistro Torres de Miranda" userId="82558bf5-0a7c-4071-b398-5925c96dbeb2" providerId="ADAL" clId="{777F6C97-3E6C-4962-B006-C3FA7F579B00}" dt="2025-03-14T04:14:30.026" v="691" actId="1076"/>
          <ac:spMkLst>
            <pc:docMk/>
            <pc:sldMk cId="3841610715" sldId="995"/>
            <ac:spMk id="2" creationId="{7FDF4C32-B89D-25D1-A613-52FC8961A01A}"/>
          </ac:spMkLst>
        </pc:spChg>
        <pc:spChg chg="del">
          <ac:chgData name="José Pedro Calistro Torres de Miranda" userId="82558bf5-0a7c-4071-b398-5925c96dbeb2" providerId="ADAL" clId="{777F6C97-3E6C-4962-B006-C3FA7F579B00}" dt="2025-03-14T04:12:38.535" v="677" actId="22"/>
          <ac:spMkLst>
            <pc:docMk/>
            <pc:sldMk cId="3841610715" sldId="995"/>
            <ac:spMk id="3" creationId="{64D2467E-D718-A555-727B-75B9D71E9223}"/>
          </ac:spMkLst>
        </pc:spChg>
        <pc:picChg chg="add mod ord">
          <ac:chgData name="José Pedro Calistro Torres de Miranda" userId="82558bf5-0a7c-4071-b398-5925c96dbeb2" providerId="ADAL" clId="{777F6C97-3E6C-4962-B006-C3FA7F579B00}" dt="2025-03-14T04:14:27.330" v="690" actId="1076"/>
          <ac:picMkLst>
            <pc:docMk/>
            <pc:sldMk cId="3841610715" sldId="995"/>
            <ac:picMk id="5" creationId="{0DD54BEB-2B86-E3ED-A4DE-747CF8C33101}"/>
          </ac:picMkLst>
        </pc:picChg>
        <pc:picChg chg="add mod">
          <ac:chgData name="José Pedro Calistro Torres de Miranda" userId="82558bf5-0a7c-4071-b398-5925c96dbeb2" providerId="ADAL" clId="{777F6C97-3E6C-4962-B006-C3FA7F579B00}" dt="2025-03-14T04:14:24.658" v="689" actId="1076"/>
          <ac:picMkLst>
            <pc:docMk/>
            <pc:sldMk cId="3841610715" sldId="995"/>
            <ac:picMk id="1026" creationId="{E8582F2B-74A6-178E-92E8-5EA8D281290D}"/>
          </ac:picMkLst>
        </pc:picChg>
      </pc:sldChg>
      <pc:sldChg chg="add del">
        <pc:chgData name="José Pedro Calistro Torres de Miranda" userId="82558bf5-0a7c-4071-b398-5925c96dbeb2" providerId="ADAL" clId="{777F6C97-3E6C-4962-B006-C3FA7F579B00}" dt="2025-03-14T03:57:49.721" v="572" actId="47"/>
        <pc:sldMkLst>
          <pc:docMk/>
          <pc:sldMk cId="755605065" sldId="996"/>
        </pc:sldMkLst>
      </pc:sldChg>
      <pc:sldChg chg="addSp delSp modSp new mod">
        <pc:chgData name="José Pedro Calistro Torres de Miranda" userId="82558bf5-0a7c-4071-b398-5925c96dbeb2" providerId="ADAL" clId="{777F6C97-3E6C-4962-B006-C3FA7F579B00}" dt="2025-03-14T04:20:25.034" v="736" actId="1076"/>
        <pc:sldMkLst>
          <pc:docMk/>
          <pc:sldMk cId="2566438712" sldId="996"/>
        </pc:sldMkLst>
        <pc:spChg chg="mod">
          <ac:chgData name="José Pedro Calistro Torres de Miranda" userId="82558bf5-0a7c-4071-b398-5925c96dbeb2" providerId="ADAL" clId="{777F6C97-3E6C-4962-B006-C3FA7F579B00}" dt="2025-03-14T04:16:16.702" v="709" actId="20577"/>
          <ac:spMkLst>
            <pc:docMk/>
            <pc:sldMk cId="2566438712" sldId="996"/>
            <ac:spMk id="2" creationId="{0E80C91A-111F-125A-560A-98A81313D28D}"/>
          </ac:spMkLst>
        </pc:spChg>
        <pc:spChg chg="del">
          <ac:chgData name="José Pedro Calistro Torres de Miranda" userId="82558bf5-0a7c-4071-b398-5925c96dbeb2" providerId="ADAL" clId="{777F6C97-3E6C-4962-B006-C3FA7F579B00}" dt="2025-03-14T04:17:37.572" v="710"/>
          <ac:spMkLst>
            <pc:docMk/>
            <pc:sldMk cId="2566438712" sldId="996"/>
            <ac:spMk id="3" creationId="{D238DF70-0642-15B3-CF52-832D557DFEFF}"/>
          </ac:spMkLst>
        </pc:spChg>
        <pc:spChg chg="add del mod">
          <ac:chgData name="José Pedro Calistro Torres de Miranda" userId="82558bf5-0a7c-4071-b398-5925c96dbeb2" providerId="ADAL" clId="{777F6C97-3E6C-4962-B006-C3FA7F579B00}" dt="2025-03-14T04:18:10.442" v="716" actId="478"/>
          <ac:spMkLst>
            <pc:docMk/>
            <pc:sldMk cId="2566438712" sldId="996"/>
            <ac:spMk id="4" creationId="{D377B302-5D67-CEDB-86CF-AFDF73AF5959}"/>
          </ac:spMkLst>
        </pc:spChg>
        <pc:picChg chg="add del mod">
          <ac:chgData name="José Pedro Calistro Torres de Miranda" userId="82558bf5-0a7c-4071-b398-5925c96dbeb2" providerId="ADAL" clId="{777F6C97-3E6C-4962-B006-C3FA7F579B00}" dt="2025-03-14T04:18:04.106" v="711" actId="478"/>
          <ac:picMkLst>
            <pc:docMk/>
            <pc:sldMk cId="2566438712" sldId="996"/>
            <ac:picMk id="2050" creationId="{217F82EB-F089-68DD-B46F-DB860FD73D70}"/>
          </ac:picMkLst>
        </pc:picChg>
        <pc:picChg chg="add mod">
          <ac:chgData name="José Pedro Calistro Torres de Miranda" userId="82558bf5-0a7c-4071-b398-5925c96dbeb2" providerId="ADAL" clId="{777F6C97-3E6C-4962-B006-C3FA7F579B00}" dt="2025-03-14T04:20:25.034" v="736" actId="1076"/>
          <ac:picMkLst>
            <pc:docMk/>
            <pc:sldMk cId="2566438712" sldId="996"/>
            <ac:picMk id="2052" creationId="{F80646B0-4B32-844D-86BE-410C5E0CA459}"/>
          </ac:picMkLst>
        </pc:picChg>
        <pc:picChg chg="add">
          <ac:chgData name="José Pedro Calistro Torres de Miranda" userId="82558bf5-0a7c-4071-b398-5925c96dbeb2" providerId="ADAL" clId="{777F6C97-3E6C-4962-B006-C3FA7F579B00}" dt="2025-03-14T04:18:39.490" v="722"/>
          <ac:picMkLst>
            <pc:docMk/>
            <pc:sldMk cId="2566438712" sldId="996"/>
            <ac:picMk id="2054" creationId="{3E444657-7D56-32D3-C3C9-5FEB7EFB2679}"/>
          </ac:picMkLst>
        </pc:picChg>
        <pc:picChg chg="add mod">
          <ac:chgData name="José Pedro Calistro Torres de Miranda" userId="82558bf5-0a7c-4071-b398-5925c96dbeb2" providerId="ADAL" clId="{777F6C97-3E6C-4962-B006-C3FA7F579B00}" dt="2025-03-14T04:20:21.046" v="735"/>
          <ac:picMkLst>
            <pc:docMk/>
            <pc:sldMk cId="2566438712" sldId="996"/>
            <ac:picMk id="2056" creationId="{5619F95E-4464-0B9B-CF9F-565317A7D839}"/>
          </ac:picMkLst>
        </pc:picChg>
      </pc:sldChg>
      <pc:sldChg chg="add del">
        <pc:chgData name="José Pedro Calistro Torres de Miranda" userId="82558bf5-0a7c-4071-b398-5925c96dbeb2" providerId="ADAL" clId="{777F6C97-3E6C-4962-B006-C3FA7F579B00}" dt="2025-03-14T03:57:49.721" v="572" actId="47"/>
        <pc:sldMkLst>
          <pc:docMk/>
          <pc:sldMk cId="1743940275" sldId="997"/>
        </pc:sldMkLst>
      </pc:sldChg>
      <pc:sldChg chg="addSp delSp modSp add mod ord">
        <pc:chgData name="José Pedro Calistro Torres de Miranda" userId="82558bf5-0a7c-4071-b398-5925c96dbeb2" providerId="ADAL" clId="{777F6C97-3E6C-4962-B006-C3FA7F579B00}" dt="2025-03-14T04:35:19.722" v="775" actId="1076"/>
        <pc:sldMkLst>
          <pc:docMk/>
          <pc:sldMk cId="2399430800" sldId="997"/>
        </pc:sldMkLst>
        <pc:spChg chg="mod">
          <ac:chgData name="José Pedro Calistro Torres de Miranda" userId="82558bf5-0a7c-4071-b398-5925c96dbeb2" providerId="ADAL" clId="{777F6C97-3E6C-4962-B006-C3FA7F579B00}" dt="2025-03-14T04:28:02.908" v="767"/>
          <ac:spMkLst>
            <pc:docMk/>
            <pc:sldMk cId="2399430800" sldId="997"/>
            <ac:spMk id="2" creationId="{65FC6B2E-939F-1FEA-6735-DCC36C0AAA26}"/>
          </ac:spMkLst>
        </pc:spChg>
        <pc:spChg chg="add">
          <ac:chgData name="José Pedro Calistro Torres de Miranda" userId="82558bf5-0a7c-4071-b398-5925c96dbeb2" providerId="ADAL" clId="{777F6C97-3E6C-4962-B006-C3FA7F579B00}" dt="2025-03-14T04:25:44.919" v="752"/>
          <ac:spMkLst>
            <pc:docMk/>
            <pc:sldMk cId="2399430800" sldId="997"/>
            <ac:spMk id="6" creationId="{A74930AD-0E5D-14F3-3BAA-BCCA5FD674D5}"/>
          </ac:spMkLst>
        </pc:spChg>
        <pc:picChg chg="add del mod">
          <ac:chgData name="José Pedro Calistro Torres de Miranda" userId="82558bf5-0a7c-4071-b398-5925c96dbeb2" providerId="ADAL" clId="{777F6C97-3E6C-4962-B006-C3FA7F579B00}" dt="2025-03-14T04:21:01.416" v="742" actId="21"/>
          <ac:picMkLst>
            <pc:docMk/>
            <pc:sldMk cId="2399430800" sldId="997"/>
            <ac:picMk id="4" creationId="{878DDDB7-D564-1B10-BB9E-90C485844180}"/>
          </ac:picMkLst>
        </pc:picChg>
        <pc:picChg chg="mod">
          <ac:chgData name="José Pedro Calistro Torres de Miranda" userId="82558bf5-0a7c-4071-b398-5925c96dbeb2" providerId="ADAL" clId="{777F6C97-3E6C-4962-B006-C3FA7F579B00}" dt="2025-03-14T04:35:12.416" v="772" actId="14100"/>
          <ac:picMkLst>
            <pc:docMk/>
            <pc:sldMk cId="2399430800" sldId="997"/>
            <ac:picMk id="5" creationId="{75E3BDDE-49DC-C61D-3694-8A659FF389E9}"/>
          </ac:picMkLst>
        </pc:picChg>
        <pc:picChg chg="add del">
          <ac:chgData name="José Pedro Calistro Torres de Miranda" userId="82558bf5-0a7c-4071-b398-5925c96dbeb2" providerId="ADAL" clId="{777F6C97-3E6C-4962-B006-C3FA7F579B00}" dt="2025-03-14T04:27:45.712" v="763" actId="22"/>
          <ac:picMkLst>
            <pc:docMk/>
            <pc:sldMk cId="2399430800" sldId="997"/>
            <ac:picMk id="8" creationId="{B41B6B8B-AEAA-0B4B-DA8B-0926FE3BFDB3}"/>
          </ac:picMkLst>
        </pc:picChg>
        <pc:picChg chg="del">
          <ac:chgData name="José Pedro Calistro Torres de Miranda" userId="82558bf5-0a7c-4071-b398-5925c96dbeb2" providerId="ADAL" clId="{777F6C97-3E6C-4962-B006-C3FA7F579B00}" dt="2025-03-14T04:25:43.452" v="751" actId="478"/>
          <ac:picMkLst>
            <pc:docMk/>
            <pc:sldMk cId="2399430800" sldId="997"/>
            <ac:picMk id="1026" creationId="{768908DD-E741-87A9-09CB-9CEEFB3D5C72}"/>
          </ac:picMkLst>
        </pc:picChg>
        <pc:picChg chg="add del mod">
          <ac:chgData name="José Pedro Calistro Torres de Miranda" userId="82558bf5-0a7c-4071-b398-5925c96dbeb2" providerId="ADAL" clId="{777F6C97-3E6C-4962-B006-C3FA7F579B00}" dt="2025-03-14T04:28:04.864" v="768" actId="478"/>
          <ac:picMkLst>
            <pc:docMk/>
            <pc:sldMk cId="2399430800" sldId="997"/>
            <ac:picMk id="3076" creationId="{246927CF-B6CD-3B7F-50E6-1710D14FDAA7}"/>
          </ac:picMkLst>
        </pc:picChg>
        <pc:picChg chg="add mod">
          <ac:chgData name="José Pedro Calistro Torres de Miranda" userId="82558bf5-0a7c-4071-b398-5925c96dbeb2" providerId="ADAL" clId="{777F6C97-3E6C-4962-B006-C3FA7F579B00}" dt="2025-03-14T04:35:12.416" v="772" actId="14100"/>
          <ac:picMkLst>
            <pc:docMk/>
            <pc:sldMk cId="2399430800" sldId="997"/>
            <ac:picMk id="3078" creationId="{DB208F24-B49F-B42B-0A82-4D035B91E0F3}"/>
          </ac:picMkLst>
        </pc:picChg>
        <pc:picChg chg="add mod">
          <ac:chgData name="José Pedro Calistro Torres de Miranda" userId="82558bf5-0a7c-4071-b398-5925c96dbeb2" providerId="ADAL" clId="{777F6C97-3E6C-4962-B006-C3FA7F579B00}" dt="2025-03-14T04:35:19.722" v="775" actId="1076"/>
          <ac:picMkLst>
            <pc:docMk/>
            <pc:sldMk cId="2399430800" sldId="997"/>
            <ac:picMk id="3080" creationId="{D36760F8-A362-5F1C-CF00-B52F5075C7E6}"/>
          </ac:picMkLst>
        </pc:picChg>
      </pc:sldChg>
      <pc:sldChg chg="addSp modSp new mod setBg">
        <pc:chgData name="José Pedro Calistro Torres de Miranda" userId="82558bf5-0a7c-4071-b398-5925c96dbeb2" providerId="ADAL" clId="{777F6C97-3E6C-4962-B006-C3FA7F579B00}" dt="2025-03-14T05:00:38.373" v="1017" actId="20577"/>
        <pc:sldMkLst>
          <pc:docMk/>
          <pc:sldMk cId="1126698103" sldId="998"/>
        </pc:sldMkLst>
        <pc:spChg chg="mod">
          <ac:chgData name="José Pedro Calistro Torres de Miranda" userId="82558bf5-0a7c-4071-b398-5925c96dbeb2" providerId="ADAL" clId="{777F6C97-3E6C-4962-B006-C3FA7F579B00}" dt="2025-03-14T04:51:24.858" v="867" actId="26606"/>
          <ac:spMkLst>
            <pc:docMk/>
            <pc:sldMk cId="1126698103" sldId="998"/>
            <ac:spMk id="2" creationId="{D26F66A4-C502-34DE-3D6C-72F10ED07409}"/>
          </ac:spMkLst>
        </pc:spChg>
        <pc:spChg chg="mod">
          <ac:chgData name="José Pedro Calistro Torres de Miranda" userId="82558bf5-0a7c-4071-b398-5925c96dbeb2" providerId="ADAL" clId="{777F6C97-3E6C-4962-B006-C3FA7F579B00}" dt="2025-03-14T05:00:38.373" v="1017" actId="20577"/>
          <ac:spMkLst>
            <pc:docMk/>
            <pc:sldMk cId="1126698103" sldId="998"/>
            <ac:spMk id="3" creationId="{A97BC2B0-1087-7EAB-FE88-75E2D1D727D7}"/>
          </ac:spMkLst>
        </pc:spChg>
        <pc:spChg chg="add">
          <ac:chgData name="José Pedro Calistro Torres de Miranda" userId="82558bf5-0a7c-4071-b398-5925c96dbeb2" providerId="ADAL" clId="{777F6C97-3E6C-4962-B006-C3FA7F579B00}" dt="2025-03-14T04:51:24.858" v="867" actId="26606"/>
          <ac:spMkLst>
            <pc:docMk/>
            <pc:sldMk cId="1126698103" sldId="998"/>
            <ac:spMk id="8" creationId="{1709F1D5-B0F1-4714-A239-E5B61C161915}"/>
          </ac:spMkLst>
        </pc:spChg>
        <pc:spChg chg="add">
          <ac:chgData name="José Pedro Calistro Torres de Miranda" userId="82558bf5-0a7c-4071-b398-5925c96dbeb2" providerId="ADAL" clId="{777F6C97-3E6C-4962-B006-C3FA7F579B00}" dt="2025-03-14T04:51:24.858" v="867" actId="26606"/>
          <ac:spMkLst>
            <pc:docMk/>
            <pc:sldMk cId="1126698103" sldId="998"/>
            <ac:spMk id="10" creationId="{228FB460-D3FF-4440-A020-05982A09E517}"/>
          </ac:spMkLst>
        </pc:spChg>
        <pc:spChg chg="add">
          <ac:chgData name="José Pedro Calistro Torres de Miranda" userId="82558bf5-0a7c-4071-b398-5925c96dbeb2" providerId="ADAL" clId="{777F6C97-3E6C-4962-B006-C3FA7F579B00}" dt="2025-03-14T04:51:24.858" v="867" actId="26606"/>
          <ac:spMkLst>
            <pc:docMk/>
            <pc:sldMk cId="1126698103" sldId="998"/>
            <ac:spMk id="12" creationId="{14847E93-7DC1-4D4B-8829-B19AA7137C50}"/>
          </ac:spMkLst>
        </pc:spChg>
        <pc:spChg chg="add">
          <ac:chgData name="José Pedro Calistro Torres de Miranda" userId="82558bf5-0a7c-4071-b398-5925c96dbeb2" providerId="ADAL" clId="{777F6C97-3E6C-4962-B006-C3FA7F579B00}" dt="2025-03-14T04:51:24.858" v="867" actId="26606"/>
          <ac:spMkLst>
            <pc:docMk/>
            <pc:sldMk cId="1126698103" sldId="998"/>
            <ac:spMk id="14" creationId="{5566D6E1-03A1-4D73-A4E0-35D74D568A04}"/>
          </ac:spMkLst>
        </pc:spChg>
        <pc:spChg chg="add">
          <ac:chgData name="José Pedro Calistro Torres de Miranda" userId="82558bf5-0a7c-4071-b398-5925c96dbeb2" providerId="ADAL" clId="{777F6C97-3E6C-4962-B006-C3FA7F579B00}" dt="2025-03-14T04:51:24.858" v="867" actId="26606"/>
          <ac:spMkLst>
            <pc:docMk/>
            <pc:sldMk cId="1126698103" sldId="998"/>
            <ac:spMk id="16" creationId="{9F835A99-04AC-494A-A572-AFE8413CC938}"/>
          </ac:spMkLst>
        </pc:spChg>
        <pc:spChg chg="add">
          <ac:chgData name="José Pedro Calistro Torres de Miranda" userId="82558bf5-0a7c-4071-b398-5925c96dbeb2" providerId="ADAL" clId="{777F6C97-3E6C-4962-B006-C3FA7F579B00}" dt="2025-03-14T04:51:24.858" v="867" actId="26606"/>
          <ac:spMkLst>
            <pc:docMk/>
            <pc:sldMk cId="1126698103" sldId="998"/>
            <ac:spMk id="18" creationId="{7B786209-1B0B-4CA9-9BDD-F7327066A84D}"/>
          </ac:spMkLst>
        </pc:spChg>
        <pc:spChg chg="add">
          <ac:chgData name="José Pedro Calistro Torres de Miranda" userId="82558bf5-0a7c-4071-b398-5925c96dbeb2" providerId="ADAL" clId="{777F6C97-3E6C-4962-B006-C3FA7F579B00}" dt="2025-03-14T04:51:24.858" v="867" actId="26606"/>
          <ac:spMkLst>
            <pc:docMk/>
            <pc:sldMk cId="1126698103" sldId="998"/>
            <ac:spMk id="20" creationId="{2D2964BB-484D-45AE-AD66-D407D0629652}"/>
          </ac:spMkLst>
        </pc:spChg>
        <pc:spChg chg="add">
          <ac:chgData name="José Pedro Calistro Torres de Miranda" userId="82558bf5-0a7c-4071-b398-5925c96dbeb2" providerId="ADAL" clId="{777F6C97-3E6C-4962-B006-C3FA7F579B00}" dt="2025-03-14T04:51:24.858" v="867" actId="26606"/>
          <ac:spMkLst>
            <pc:docMk/>
            <pc:sldMk cId="1126698103" sldId="998"/>
            <ac:spMk id="22" creationId="{6691AC69-A76E-4DAB-B565-468B6B87ACF3}"/>
          </ac:spMkLst>
        </pc:spChg>
      </pc:sldChg>
      <pc:sldChg chg="add del">
        <pc:chgData name="José Pedro Calistro Torres de Miranda" userId="82558bf5-0a7c-4071-b398-5925c96dbeb2" providerId="ADAL" clId="{777F6C97-3E6C-4962-B006-C3FA7F579B00}" dt="2025-03-14T04:45:08.136" v="844" actId="47"/>
        <pc:sldMkLst>
          <pc:docMk/>
          <pc:sldMk cId="1675954402" sldId="998"/>
        </pc:sldMkLst>
      </pc:sldChg>
      <pc:sldChg chg="add del">
        <pc:chgData name="José Pedro Calistro Torres de Miranda" userId="82558bf5-0a7c-4071-b398-5925c96dbeb2" providerId="ADAL" clId="{777F6C97-3E6C-4962-B006-C3FA7F579B00}" dt="2025-03-14T03:57:49.721" v="572" actId="47"/>
        <pc:sldMkLst>
          <pc:docMk/>
          <pc:sldMk cId="2912549230" sldId="998"/>
        </pc:sldMkLst>
      </pc:sldChg>
      <pc:sldChg chg="addSp delSp modSp new mod setBg">
        <pc:chgData name="José Pedro Calistro Torres de Miranda" userId="82558bf5-0a7c-4071-b398-5925c96dbeb2" providerId="ADAL" clId="{777F6C97-3E6C-4962-B006-C3FA7F579B00}" dt="2025-03-14T05:05:13.805" v="1134" actId="20577"/>
        <pc:sldMkLst>
          <pc:docMk/>
          <pc:sldMk cId="702420558" sldId="999"/>
        </pc:sldMkLst>
        <pc:spChg chg="mod">
          <ac:chgData name="José Pedro Calistro Torres de Miranda" userId="82558bf5-0a7c-4071-b398-5925c96dbeb2" providerId="ADAL" clId="{777F6C97-3E6C-4962-B006-C3FA7F579B00}" dt="2025-03-14T04:56:32.135" v="968" actId="20577"/>
          <ac:spMkLst>
            <pc:docMk/>
            <pc:sldMk cId="702420558" sldId="999"/>
            <ac:spMk id="2" creationId="{D8D6455C-3F72-1C4B-9052-157C78035941}"/>
          </ac:spMkLst>
        </pc:spChg>
        <pc:spChg chg="add del mod">
          <ac:chgData name="José Pedro Calistro Torres de Miranda" userId="82558bf5-0a7c-4071-b398-5925c96dbeb2" providerId="ADAL" clId="{777F6C97-3E6C-4962-B006-C3FA7F579B00}" dt="2025-03-14T05:05:13.805" v="1134" actId="20577"/>
          <ac:spMkLst>
            <pc:docMk/>
            <pc:sldMk cId="702420558" sldId="999"/>
            <ac:spMk id="3" creationId="{FF9B4B17-0A01-E7D2-3B95-A160A9DC6D46}"/>
          </ac:spMkLst>
        </pc:spChg>
        <pc:spChg chg="add del">
          <ac:chgData name="José Pedro Calistro Torres de Miranda" userId="82558bf5-0a7c-4071-b398-5925c96dbeb2" providerId="ADAL" clId="{777F6C97-3E6C-4962-B006-C3FA7F579B00}" dt="2025-03-14T04:56:28.392" v="967" actId="26606"/>
          <ac:spMkLst>
            <pc:docMk/>
            <pc:sldMk cId="702420558" sldId="999"/>
            <ac:spMk id="9" creationId="{BACC6370-2D7E-4714-9D71-7542949D7D5D}"/>
          </ac:spMkLst>
        </pc:spChg>
        <pc:spChg chg="add del">
          <ac:chgData name="José Pedro Calistro Torres de Miranda" userId="82558bf5-0a7c-4071-b398-5925c96dbeb2" providerId="ADAL" clId="{777F6C97-3E6C-4962-B006-C3FA7F579B00}" dt="2025-03-14T04:56:28.392" v="967" actId="26606"/>
          <ac:spMkLst>
            <pc:docMk/>
            <pc:sldMk cId="702420558" sldId="999"/>
            <ac:spMk id="11" creationId="{F68B3F68-107C-434F-AA38-110D5EA91B85}"/>
          </ac:spMkLst>
        </pc:spChg>
        <pc:spChg chg="add del">
          <ac:chgData name="José Pedro Calistro Torres de Miranda" userId="82558bf5-0a7c-4071-b398-5925c96dbeb2" providerId="ADAL" clId="{777F6C97-3E6C-4962-B006-C3FA7F579B00}" dt="2025-03-14T04:56:28.392" v="967" actId="26606"/>
          <ac:spMkLst>
            <pc:docMk/>
            <pc:sldMk cId="702420558" sldId="999"/>
            <ac:spMk id="13" creationId="{AAD0DBB9-1A4B-4391-81D4-CB19F9AB918A}"/>
          </ac:spMkLst>
        </pc:spChg>
        <pc:spChg chg="add del">
          <ac:chgData name="José Pedro Calistro Torres de Miranda" userId="82558bf5-0a7c-4071-b398-5925c96dbeb2" providerId="ADAL" clId="{777F6C97-3E6C-4962-B006-C3FA7F579B00}" dt="2025-03-14T04:56:28.392" v="967" actId="26606"/>
          <ac:spMkLst>
            <pc:docMk/>
            <pc:sldMk cId="702420558" sldId="999"/>
            <ac:spMk id="15" creationId="{063BBA22-50EA-4C4D-BE05-F1CE4E63AA56}"/>
          </ac:spMkLst>
        </pc:spChg>
        <pc:graphicFrameChg chg="add del">
          <ac:chgData name="José Pedro Calistro Torres de Miranda" userId="82558bf5-0a7c-4071-b398-5925c96dbeb2" providerId="ADAL" clId="{777F6C97-3E6C-4962-B006-C3FA7F579B00}" dt="2025-03-14T04:56:28.392" v="967" actId="26606"/>
          <ac:graphicFrameMkLst>
            <pc:docMk/>
            <pc:sldMk cId="702420558" sldId="999"/>
            <ac:graphicFrameMk id="5" creationId="{372C940E-61A5-BEBE-1DDC-1C5C0CF27151}"/>
          </ac:graphicFrameMkLst>
        </pc:graphicFrameChg>
      </pc:sldChg>
      <pc:sldChg chg="add del">
        <pc:chgData name="José Pedro Calistro Torres de Miranda" userId="82558bf5-0a7c-4071-b398-5925c96dbeb2" providerId="ADAL" clId="{777F6C97-3E6C-4962-B006-C3FA7F579B00}" dt="2025-03-14T03:57:49.721" v="572" actId="47"/>
        <pc:sldMkLst>
          <pc:docMk/>
          <pc:sldMk cId="1496966467" sldId="999"/>
        </pc:sldMkLst>
      </pc:sldChg>
      <pc:sldChg chg="addSp modSp new mod setBg">
        <pc:chgData name="José Pedro Calistro Torres de Miranda" userId="82558bf5-0a7c-4071-b398-5925c96dbeb2" providerId="ADAL" clId="{777F6C97-3E6C-4962-B006-C3FA7F579B00}" dt="2025-03-14T05:04:53.698" v="1126" actId="20577"/>
        <pc:sldMkLst>
          <pc:docMk/>
          <pc:sldMk cId="957184704" sldId="1000"/>
        </pc:sldMkLst>
        <pc:spChg chg="mod">
          <ac:chgData name="José Pedro Calistro Torres de Miranda" userId="82558bf5-0a7c-4071-b398-5925c96dbeb2" providerId="ADAL" clId="{777F6C97-3E6C-4962-B006-C3FA7F579B00}" dt="2025-03-14T04:52:38.704" v="896"/>
          <ac:spMkLst>
            <pc:docMk/>
            <pc:sldMk cId="957184704" sldId="1000"/>
            <ac:spMk id="2" creationId="{D2AC333D-6D2B-A062-24B4-62291CDF12E6}"/>
          </ac:spMkLst>
        </pc:spChg>
        <pc:spChg chg="mod">
          <ac:chgData name="José Pedro Calistro Torres de Miranda" userId="82558bf5-0a7c-4071-b398-5925c96dbeb2" providerId="ADAL" clId="{777F6C97-3E6C-4962-B006-C3FA7F579B00}" dt="2025-03-14T05:02:51.208" v="1056" actId="948"/>
          <ac:spMkLst>
            <pc:docMk/>
            <pc:sldMk cId="957184704" sldId="1000"/>
            <ac:spMk id="3" creationId="{4025D70A-65E6-56EC-0781-0C7EE2AFF255}"/>
          </ac:spMkLst>
        </pc:spChg>
        <pc:spChg chg="add mod">
          <ac:chgData name="José Pedro Calistro Torres de Miranda" userId="82558bf5-0a7c-4071-b398-5925c96dbeb2" providerId="ADAL" clId="{777F6C97-3E6C-4962-B006-C3FA7F579B00}" dt="2025-03-14T05:04:53.698" v="1126" actId="20577"/>
          <ac:spMkLst>
            <pc:docMk/>
            <pc:sldMk cId="957184704" sldId="1000"/>
            <ac:spMk id="5" creationId="{FFDC1049-06B6-827F-4300-9DF8B6C5C56F}"/>
          </ac:spMkLst>
        </pc:spChg>
      </pc:sldChg>
      <pc:sldChg chg="addSp delSp modSp add mod ord">
        <pc:chgData name="José Pedro Calistro Torres de Miranda" userId="82558bf5-0a7c-4071-b398-5925c96dbeb2" providerId="ADAL" clId="{777F6C97-3E6C-4962-B006-C3FA7F579B00}" dt="2025-03-14T05:10:52.320" v="1146"/>
        <pc:sldMkLst>
          <pc:docMk/>
          <pc:sldMk cId="2189720538" sldId="1001"/>
        </pc:sldMkLst>
        <pc:spChg chg="mod">
          <ac:chgData name="José Pedro Calistro Torres de Miranda" userId="82558bf5-0a7c-4071-b398-5925c96dbeb2" providerId="ADAL" clId="{777F6C97-3E6C-4962-B006-C3FA7F579B00}" dt="2025-03-14T05:07:35.858" v="1138"/>
          <ac:spMkLst>
            <pc:docMk/>
            <pc:sldMk cId="2189720538" sldId="1001"/>
            <ac:spMk id="2" creationId="{DC3E9A4B-F43D-CAF1-BF26-6DBB1F18FBF8}"/>
          </ac:spMkLst>
        </pc:spChg>
        <pc:picChg chg="mod">
          <ac:chgData name="José Pedro Calistro Torres de Miranda" userId="82558bf5-0a7c-4071-b398-5925c96dbeb2" providerId="ADAL" clId="{777F6C97-3E6C-4962-B006-C3FA7F579B00}" dt="2025-03-14T05:10:52.320" v="1146"/>
          <ac:picMkLst>
            <pc:docMk/>
            <pc:sldMk cId="2189720538" sldId="1001"/>
            <ac:picMk id="5" creationId="{00515E81-B64D-9E96-9A77-5530F9444553}"/>
          </ac:picMkLst>
        </pc:picChg>
        <pc:picChg chg="del">
          <ac:chgData name="José Pedro Calistro Torres de Miranda" userId="82558bf5-0a7c-4071-b398-5925c96dbeb2" providerId="ADAL" clId="{777F6C97-3E6C-4962-B006-C3FA7F579B00}" dt="2025-03-14T05:09:11.650" v="1141" actId="478"/>
          <ac:picMkLst>
            <pc:docMk/>
            <pc:sldMk cId="2189720538" sldId="1001"/>
            <ac:picMk id="1026" creationId="{E98F2445-B4C2-B741-1223-A1D58EC3AED6}"/>
          </ac:picMkLst>
        </pc:picChg>
        <pc:picChg chg="add">
          <ac:chgData name="José Pedro Calistro Torres de Miranda" userId="82558bf5-0a7c-4071-b398-5925c96dbeb2" providerId="ADAL" clId="{777F6C97-3E6C-4962-B006-C3FA7F579B00}" dt="2025-03-14T05:09:08.938" v="1140"/>
          <ac:picMkLst>
            <pc:docMk/>
            <pc:sldMk cId="2189720538" sldId="1001"/>
            <ac:picMk id="4098" creationId="{9A2C9BB2-5911-C279-4E30-8495EAEE76C3}"/>
          </ac:picMkLst>
        </pc:picChg>
        <pc:picChg chg="add mod">
          <ac:chgData name="José Pedro Calistro Torres de Miranda" userId="82558bf5-0a7c-4071-b398-5925c96dbeb2" providerId="ADAL" clId="{777F6C97-3E6C-4962-B006-C3FA7F579B00}" dt="2025-03-14T05:10:48.666" v="1145"/>
          <ac:picMkLst>
            <pc:docMk/>
            <pc:sldMk cId="2189720538" sldId="1001"/>
            <ac:picMk id="4100" creationId="{5273DCF4-7B0D-D45F-863E-A9B755E6DBED}"/>
          </ac:picMkLst>
        </pc:picChg>
      </pc:sldChg>
      <pc:sldChg chg="addSp modSp new mod setBg">
        <pc:chgData name="José Pedro Calistro Torres de Miranda" userId="82558bf5-0a7c-4071-b398-5925c96dbeb2" providerId="ADAL" clId="{777F6C97-3E6C-4962-B006-C3FA7F579B00}" dt="2025-03-14T05:13:51.894" v="1297" actId="26606"/>
        <pc:sldMkLst>
          <pc:docMk/>
          <pc:sldMk cId="3621234637" sldId="1002"/>
        </pc:sldMkLst>
        <pc:spChg chg="mo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2" creationId="{4B0C1DAF-3C78-C038-58C9-75E8743EF256}"/>
          </ac:spMkLst>
        </pc:spChg>
        <pc:spChg chg="mo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3" creationId="{A89BBA1E-EC2C-A5C3-67E8-7F21F1D0277D}"/>
          </ac:spMkLst>
        </pc:spChg>
        <pc:spChg chg="ad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8" creationId="{1709F1D5-B0F1-4714-A239-E5B61C161915}"/>
          </ac:spMkLst>
        </pc:spChg>
        <pc:spChg chg="ad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10" creationId="{228FB460-D3FF-4440-A020-05982A09E517}"/>
          </ac:spMkLst>
        </pc:spChg>
        <pc:spChg chg="ad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12" creationId="{14847E93-7DC1-4D4B-8829-B19AA7137C50}"/>
          </ac:spMkLst>
        </pc:spChg>
        <pc:spChg chg="ad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14" creationId="{5566D6E1-03A1-4D73-A4E0-35D74D568A04}"/>
          </ac:spMkLst>
        </pc:spChg>
        <pc:spChg chg="ad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16" creationId="{9F835A99-04AC-494A-A572-AFE8413CC938}"/>
          </ac:spMkLst>
        </pc:spChg>
        <pc:spChg chg="ad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18" creationId="{7B786209-1B0B-4CA9-9BDD-F7327066A84D}"/>
          </ac:spMkLst>
        </pc:spChg>
        <pc:spChg chg="ad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20" creationId="{2D2964BB-484D-45AE-AD66-D407D0629652}"/>
          </ac:spMkLst>
        </pc:spChg>
        <pc:spChg chg="add">
          <ac:chgData name="José Pedro Calistro Torres de Miranda" userId="82558bf5-0a7c-4071-b398-5925c96dbeb2" providerId="ADAL" clId="{777F6C97-3E6C-4962-B006-C3FA7F579B00}" dt="2025-03-14T05:13:51.894" v="1297" actId="26606"/>
          <ac:spMkLst>
            <pc:docMk/>
            <pc:sldMk cId="3621234637" sldId="1002"/>
            <ac:spMk id="22" creationId="{6691AC69-A76E-4DAB-B565-468B6B87ACF3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41.png"/><Relationship Id="rId7" Type="http://schemas.openxmlformats.org/officeDocument/2006/relationships/image" Target="../media/image27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36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2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7.svg"/><Relationship Id="rId1" Type="http://schemas.openxmlformats.org/officeDocument/2006/relationships/image" Target="../media/image16.png"/><Relationship Id="rId6" Type="http://schemas.openxmlformats.org/officeDocument/2006/relationships/image" Target="../media/image11.svg"/><Relationship Id="rId5" Type="http://schemas.openxmlformats.org/officeDocument/2006/relationships/image" Target="../media/image18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20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0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3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41.png"/><Relationship Id="rId7" Type="http://schemas.openxmlformats.org/officeDocument/2006/relationships/image" Target="../media/image27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Relationship Id="rId5" Type="http://schemas.openxmlformats.org/officeDocument/2006/relationships/image" Target="../media/image61.svg"/><Relationship Id="rId4" Type="http://schemas.openxmlformats.org/officeDocument/2006/relationships/image" Target="../media/image60.pn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sv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svg"/><Relationship Id="rId1" Type="http://schemas.openxmlformats.org/officeDocument/2006/relationships/image" Target="../media/image70.png"/><Relationship Id="rId6" Type="http://schemas.openxmlformats.org/officeDocument/2006/relationships/image" Target="../media/image75.svg"/><Relationship Id="rId5" Type="http://schemas.openxmlformats.org/officeDocument/2006/relationships/image" Target="../media/image74.png"/><Relationship Id="rId4" Type="http://schemas.openxmlformats.org/officeDocument/2006/relationships/image" Target="../media/image73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80.svg"/><Relationship Id="rId5" Type="http://schemas.openxmlformats.org/officeDocument/2006/relationships/image" Target="../media/image79.png"/><Relationship Id="rId4" Type="http://schemas.openxmlformats.org/officeDocument/2006/relationships/image" Target="../media/image36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82.svg"/><Relationship Id="rId5" Type="http://schemas.openxmlformats.org/officeDocument/2006/relationships/image" Target="../media/image81.png"/><Relationship Id="rId4" Type="http://schemas.openxmlformats.org/officeDocument/2006/relationships/image" Target="../media/image2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B5ED91-88E1-4BD9-B1DF-F8DFF2B13DA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90732C6-A589-4848-9965-C518E5449D7F}">
      <dgm:prSet/>
      <dgm:spPr/>
      <dgm:t>
        <a:bodyPr/>
        <a:lstStyle/>
        <a:p>
          <a:r>
            <a:rPr lang="pt-BR" b="1"/>
            <a:t>Revisão</a:t>
          </a:r>
          <a:endParaRPr lang="en-US"/>
        </a:p>
      </dgm:t>
    </dgm:pt>
    <dgm:pt modelId="{807E8761-9C8D-418B-992C-B9B666A9637A}" type="parTrans" cxnId="{6BB78FCC-41D6-4998-81C0-9A740743145E}">
      <dgm:prSet/>
      <dgm:spPr/>
      <dgm:t>
        <a:bodyPr/>
        <a:lstStyle/>
        <a:p>
          <a:endParaRPr lang="en-US"/>
        </a:p>
      </dgm:t>
    </dgm:pt>
    <dgm:pt modelId="{824774B6-D5A4-4882-853B-15C8995140AF}" type="sibTrans" cxnId="{6BB78FCC-41D6-4998-81C0-9A740743145E}">
      <dgm:prSet/>
      <dgm:spPr/>
      <dgm:t>
        <a:bodyPr/>
        <a:lstStyle/>
        <a:p>
          <a:endParaRPr lang="en-US"/>
        </a:p>
      </dgm:t>
    </dgm:pt>
    <dgm:pt modelId="{112E74BE-677D-4D83-9A21-1E9033EF3CC0}">
      <dgm:prSet/>
      <dgm:spPr/>
      <dgm:t>
        <a:bodyPr/>
        <a:lstStyle/>
        <a:p>
          <a:r>
            <a:rPr lang="pt-BR" b="1"/>
            <a:t>Apresentação dos Trabalhos Individuais </a:t>
          </a:r>
          <a:endParaRPr lang="en-US"/>
        </a:p>
      </dgm:t>
    </dgm:pt>
    <dgm:pt modelId="{885E050B-D514-42F5-8A11-262E7A92EB06}" type="parTrans" cxnId="{00679F56-E8FF-4018-98A0-4B4F6C1B38BA}">
      <dgm:prSet/>
      <dgm:spPr/>
      <dgm:t>
        <a:bodyPr/>
        <a:lstStyle/>
        <a:p>
          <a:endParaRPr lang="en-US"/>
        </a:p>
      </dgm:t>
    </dgm:pt>
    <dgm:pt modelId="{93BC75ED-2579-4982-B9FE-E6E727275CC2}" type="sibTrans" cxnId="{00679F56-E8FF-4018-98A0-4B4F6C1B38BA}">
      <dgm:prSet/>
      <dgm:spPr/>
      <dgm:t>
        <a:bodyPr/>
        <a:lstStyle/>
        <a:p>
          <a:endParaRPr lang="en-US"/>
        </a:p>
      </dgm:t>
    </dgm:pt>
    <dgm:pt modelId="{DCC94A3A-B6E2-4FDC-B71C-CF6D9968DEB7}">
      <dgm:prSet/>
      <dgm:spPr/>
      <dgm:t>
        <a:bodyPr/>
        <a:lstStyle/>
        <a:p>
          <a:r>
            <a:rPr lang="pt-BR" b="1"/>
            <a:t>Formação de Grupos </a:t>
          </a:r>
          <a:endParaRPr lang="en-US"/>
        </a:p>
      </dgm:t>
    </dgm:pt>
    <dgm:pt modelId="{4D645661-623D-463B-BF5C-BABB38D210DB}" type="parTrans" cxnId="{E40B6C08-634F-4726-AD07-C238EFD2B2BF}">
      <dgm:prSet/>
      <dgm:spPr/>
      <dgm:t>
        <a:bodyPr/>
        <a:lstStyle/>
        <a:p>
          <a:endParaRPr lang="en-US"/>
        </a:p>
      </dgm:t>
    </dgm:pt>
    <dgm:pt modelId="{51F00BDC-A12D-451C-8D14-65681A5A5967}" type="sibTrans" cxnId="{E40B6C08-634F-4726-AD07-C238EFD2B2BF}">
      <dgm:prSet/>
      <dgm:spPr/>
      <dgm:t>
        <a:bodyPr/>
        <a:lstStyle/>
        <a:p>
          <a:endParaRPr lang="en-US"/>
        </a:p>
      </dgm:t>
    </dgm:pt>
    <dgm:pt modelId="{9407FFA9-039F-474C-AD0B-D85407506EA2}">
      <dgm:prSet/>
      <dgm:spPr/>
      <dgm:t>
        <a:bodyPr/>
        <a:lstStyle/>
        <a:p>
          <a:r>
            <a:rPr lang="pt-BR" b="1"/>
            <a:t>O que é Streaming de Dados? </a:t>
          </a:r>
          <a:endParaRPr lang="en-US"/>
        </a:p>
      </dgm:t>
    </dgm:pt>
    <dgm:pt modelId="{8A8AF8C5-CF2E-4B62-B899-AAA58AD17DFB}" type="parTrans" cxnId="{A41C244F-4CC1-4CBC-B8CF-2020E9593E74}">
      <dgm:prSet/>
      <dgm:spPr/>
      <dgm:t>
        <a:bodyPr/>
        <a:lstStyle/>
        <a:p>
          <a:endParaRPr lang="en-US"/>
        </a:p>
      </dgm:t>
    </dgm:pt>
    <dgm:pt modelId="{5876E1B6-E961-4717-9A02-44D9F794D6AD}" type="sibTrans" cxnId="{A41C244F-4CC1-4CBC-B8CF-2020E9593E74}">
      <dgm:prSet/>
      <dgm:spPr/>
      <dgm:t>
        <a:bodyPr/>
        <a:lstStyle/>
        <a:p>
          <a:endParaRPr lang="en-US"/>
        </a:p>
      </dgm:t>
    </dgm:pt>
    <dgm:pt modelId="{B4ECC663-125C-4609-A3BD-BE390A70B981}">
      <dgm:prSet/>
      <dgm:spPr/>
      <dgm:t>
        <a:bodyPr/>
        <a:lstStyle/>
        <a:p>
          <a:r>
            <a:rPr lang="pt-BR" b="1"/>
            <a:t>Tecnologias Principais </a:t>
          </a:r>
          <a:endParaRPr lang="en-US"/>
        </a:p>
      </dgm:t>
    </dgm:pt>
    <dgm:pt modelId="{3440B6F2-3EBA-4DC0-A60A-4F75BD09AF7C}" type="parTrans" cxnId="{E8EA6985-90B1-41A4-8704-7A5435B021B5}">
      <dgm:prSet/>
      <dgm:spPr/>
      <dgm:t>
        <a:bodyPr/>
        <a:lstStyle/>
        <a:p>
          <a:endParaRPr lang="en-US"/>
        </a:p>
      </dgm:t>
    </dgm:pt>
    <dgm:pt modelId="{349CAE34-3B11-4F08-8B76-0D41EBBC4790}" type="sibTrans" cxnId="{E8EA6985-90B1-41A4-8704-7A5435B021B5}">
      <dgm:prSet/>
      <dgm:spPr/>
      <dgm:t>
        <a:bodyPr/>
        <a:lstStyle/>
        <a:p>
          <a:endParaRPr lang="en-US"/>
        </a:p>
      </dgm:t>
    </dgm:pt>
    <dgm:pt modelId="{57F8A3F7-0B13-4DF8-A860-5236BAE183A4}">
      <dgm:prSet/>
      <dgm:spPr/>
      <dgm:t>
        <a:bodyPr/>
        <a:lstStyle/>
        <a:p>
          <a:r>
            <a:rPr lang="pt-BR" b="1"/>
            <a:t>Casos de Uso </a:t>
          </a:r>
          <a:endParaRPr lang="en-US"/>
        </a:p>
      </dgm:t>
    </dgm:pt>
    <dgm:pt modelId="{4EB6C8B3-AF04-4657-A6C4-9778D149E9C8}" type="parTrans" cxnId="{599E43A2-11B6-420E-AAA4-C4AD0F066AFA}">
      <dgm:prSet/>
      <dgm:spPr/>
      <dgm:t>
        <a:bodyPr/>
        <a:lstStyle/>
        <a:p>
          <a:endParaRPr lang="en-US"/>
        </a:p>
      </dgm:t>
    </dgm:pt>
    <dgm:pt modelId="{8F9C4448-F091-44ED-97E4-5572CEA116E4}" type="sibTrans" cxnId="{599E43A2-11B6-420E-AAA4-C4AD0F066AFA}">
      <dgm:prSet/>
      <dgm:spPr/>
      <dgm:t>
        <a:bodyPr/>
        <a:lstStyle/>
        <a:p>
          <a:endParaRPr lang="en-US"/>
        </a:p>
      </dgm:t>
    </dgm:pt>
    <dgm:pt modelId="{56AAA1BE-2A36-4C05-B094-06E0F3505594}">
      <dgm:prSet/>
      <dgm:spPr/>
      <dgm:t>
        <a:bodyPr/>
        <a:lstStyle/>
        <a:p>
          <a:r>
            <a:rPr lang="pt-BR" b="1"/>
            <a:t>Atividade Prática em Grupo </a:t>
          </a:r>
          <a:endParaRPr lang="en-US"/>
        </a:p>
      </dgm:t>
    </dgm:pt>
    <dgm:pt modelId="{F96C7FAC-2500-46D5-9613-367B0905D5FA}" type="parTrans" cxnId="{224498C9-8340-4111-BB23-AFE63F1F8F35}">
      <dgm:prSet/>
      <dgm:spPr/>
      <dgm:t>
        <a:bodyPr/>
        <a:lstStyle/>
        <a:p>
          <a:endParaRPr lang="en-US"/>
        </a:p>
      </dgm:t>
    </dgm:pt>
    <dgm:pt modelId="{05272E15-76C2-4EA5-B751-B459E70A2F1A}" type="sibTrans" cxnId="{224498C9-8340-4111-BB23-AFE63F1F8F35}">
      <dgm:prSet/>
      <dgm:spPr/>
      <dgm:t>
        <a:bodyPr/>
        <a:lstStyle/>
        <a:p>
          <a:endParaRPr lang="en-US"/>
        </a:p>
      </dgm:t>
    </dgm:pt>
    <dgm:pt modelId="{0272D42A-34FD-4221-AF86-9E7AAA588D9B}">
      <dgm:prSet/>
      <dgm:spPr/>
      <dgm:t>
        <a:bodyPr/>
        <a:lstStyle/>
        <a:p>
          <a:r>
            <a:rPr lang="pt-BR" b="1"/>
            <a:t>Fechamento da Aula </a:t>
          </a:r>
          <a:endParaRPr lang="en-US"/>
        </a:p>
      </dgm:t>
    </dgm:pt>
    <dgm:pt modelId="{A112261A-C157-4FC0-807A-1C4A6EC8A17D}" type="parTrans" cxnId="{A26E2B2E-0E75-4D65-9797-EB26CA13F525}">
      <dgm:prSet/>
      <dgm:spPr/>
      <dgm:t>
        <a:bodyPr/>
        <a:lstStyle/>
        <a:p>
          <a:endParaRPr lang="en-US"/>
        </a:p>
      </dgm:t>
    </dgm:pt>
    <dgm:pt modelId="{0CA9E6E2-D11A-4D54-AAA2-2B909E00B37D}" type="sibTrans" cxnId="{A26E2B2E-0E75-4D65-9797-EB26CA13F525}">
      <dgm:prSet/>
      <dgm:spPr/>
      <dgm:t>
        <a:bodyPr/>
        <a:lstStyle/>
        <a:p>
          <a:endParaRPr lang="en-US"/>
        </a:p>
      </dgm:t>
    </dgm:pt>
    <dgm:pt modelId="{E71DA6FF-A1D1-405C-86C0-8AE61605B3E9}" type="pres">
      <dgm:prSet presAssocID="{94B5ED91-88E1-4BD9-B1DF-F8DFF2B13DA1}" presName="vert0" presStyleCnt="0">
        <dgm:presLayoutVars>
          <dgm:dir/>
          <dgm:animOne val="branch"/>
          <dgm:animLvl val="lvl"/>
        </dgm:presLayoutVars>
      </dgm:prSet>
      <dgm:spPr/>
    </dgm:pt>
    <dgm:pt modelId="{27C64104-541E-455D-AD44-806C4F104E34}" type="pres">
      <dgm:prSet presAssocID="{190732C6-A589-4848-9965-C518E5449D7F}" presName="thickLine" presStyleLbl="alignNode1" presStyleIdx="0" presStyleCnt="8"/>
      <dgm:spPr/>
    </dgm:pt>
    <dgm:pt modelId="{0AAC4D51-8622-429B-BA57-7AA429B05C6F}" type="pres">
      <dgm:prSet presAssocID="{190732C6-A589-4848-9965-C518E5449D7F}" presName="horz1" presStyleCnt="0"/>
      <dgm:spPr/>
    </dgm:pt>
    <dgm:pt modelId="{E3E8C7DD-7430-4F64-AEE7-1DE8433C1826}" type="pres">
      <dgm:prSet presAssocID="{190732C6-A589-4848-9965-C518E5449D7F}" presName="tx1" presStyleLbl="revTx" presStyleIdx="0" presStyleCnt="8"/>
      <dgm:spPr/>
    </dgm:pt>
    <dgm:pt modelId="{74F5967A-D9B3-4F5E-A995-192FE6990321}" type="pres">
      <dgm:prSet presAssocID="{190732C6-A589-4848-9965-C518E5449D7F}" presName="vert1" presStyleCnt="0"/>
      <dgm:spPr/>
    </dgm:pt>
    <dgm:pt modelId="{E65A6944-BC4E-4379-AD86-4F4FE22A44BE}" type="pres">
      <dgm:prSet presAssocID="{112E74BE-677D-4D83-9A21-1E9033EF3CC0}" presName="thickLine" presStyleLbl="alignNode1" presStyleIdx="1" presStyleCnt="8"/>
      <dgm:spPr/>
    </dgm:pt>
    <dgm:pt modelId="{66163072-9DCB-4F0B-A6D3-B4B663B73B61}" type="pres">
      <dgm:prSet presAssocID="{112E74BE-677D-4D83-9A21-1E9033EF3CC0}" presName="horz1" presStyleCnt="0"/>
      <dgm:spPr/>
    </dgm:pt>
    <dgm:pt modelId="{63B97511-3D7A-4E27-B1E3-41EE1084D65D}" type="pres">
      <dgm:prSet presAssocID="{112E74BE-677D-4D83-9A21-1E9033EF3CC0}" presName="tx1" presStyleLbl="revTx" presStyleIdx="1" presStyleCnt="8"/>
      <dgm:spPr/>
    </dgm:pt>
    <dgm:pt modelId="{ECB62632-0E92-4FBC-BCDB-046DE008C060}" type="pres">
      <dgm:prSet presAssocID="{112E74BE-677D-4D83-9A21-1E9033EF3CC0}" presName="vert1" presStyleCnt="0"/>
      <dgm:spPr/>
    </dgm:pt>
    <dgm:pt modelId="{9A61803B-09E2-47AB-AF4E-B4478F09B9D7}" type="pres">
      <dgm:prSet presAssocID="{DCC94A3A-B6E2-4FDC-B71C-CF6D9968DEB7}" presName="thickLine" presStyleLbl="alignNode1" presStyleIdx="2" presStyleCnt="8"/>
      <dgm:spPr/>
    </dgm:pt>
    <dgm:pt modelId="{01A06F90-E338-4136-B8F3-0F070401CE66}" type="pres">
      <dgm:prSet presAssocID="{DCC94A3A-B6E2-4FDC-B71C-CF6D9968DEB7}" presName="horz1" presStyleCnt="0"/>
      <dgm:spPr/>
    </dgm:pt>
    <dgm:pt modelId="{8A9697A0-DAE6-42EE-B0CB-D71D6FB6B7CF}" type="pres">
      <dgm:prSet presAssocID="{DCC94A3A-B6E2-4FDC-B71C-CF6D9968DEB7}" presName="tx1" presStyleLbl="revTx" presStyleIdx="2" presStyleCnt="8"/>
      <dgm:spPr/>
    </dgm:pt>
    <dgm:pt modelId="{362B97A3-E9C5-4E43-B1B9-204E49A35D19}" type="pres">
      <dgm:prSet presAssocID="{DCC94A3A-B6E2-4FDC-B71C-CF6D9968DEB7}" presName="vert1" presStyleCnt="0"/>
      <dgm:spPr/>
    </dgm:pt>
    <dgm:pt modelId="{D715F7DC-E705-499E-91D0-B441883DD896}" type="pres">
      <dgm:prSet presAssocID="{9407FFA9-039F-474C-AD0B-D85407506EA2}" presName="thickLine" presStyleLbl="alignNode1" presStyleIdx="3" presStyleCnt="8"/>
      <dgm:spPr/>
    </dgm:pt>
    <dgm:pt modelId="{836F4AB3-9D2A-4E12-A7BA-359074562CA6}" type="pres">
      <dgm:prSet presAssocID="{9407FFA9-039F-474C-AD0B-D85407506EA2}" presName="horz1" presStyleCnt="0"/>
      <dgm:spPr/>
    </dgm:pt>
    <dgm:pt modelId="{C14993A4-2648-4C9D-A90F-46A61750B293}" type="pres">
      <dgm:prSet presAssocID="{9407FFA9-039F-474C-AD0B-D85407506EA2}" presName="tx1" presStyleLbl="revTx" presStyleIdx="3" presStyleCnt="8"/>
      <dgm:spPr/>
    </dgm:pt>
    <dgm:pt modelId="{EDA0C6F5-3845-4FB0-AEBB-CE5DC3BDBF1C}" type="pres">
      <dgm:prSet presAssocID="{9407FFA9-039F-474C-AD0B-D85407506EA2}" presName="vert1" presStyleCnt="0"/>
      <dgm:spPr/>
    </dgm:pt>
    <dgm:pt modelId="{BC99CC8F-7AE6-4A4D-983E-244BB9002AF7}" type="pres">
      <dgm:prSet presAssocID="{B4ECC663-125C-4609-A3BD-BE390A70B981}" presName="thickLine" presStyleLbl="alignNode1" presStyleIdx="4" presStyleCnt="8"/>
      <dgm:spPr/>
    </dgm:pt>
    <dgm:pt modelId="{33F28637-D148-48E9-BE33-2EB8F93E2B0B}" type="pres">
      <dgm:prSet presAssocID="{B4ECC663-125C-4609-A3BD-BE390A70B981}" presName="horz1" presStyleCnt="0"/>
      <dgm:spPr/>
    </dgm:pt>
    <dgm:pt modelId="{41134147-F506-4D7E-9086-F088D25B75E9}" type="pres">
      <dgm:prSet presAssocID="{B4ECC663-125C-4609-A3BD-BE390A70B981}" presName="tx1" presStyleLbl="revTx" presStyleIdx="4" presStyleCnt="8"/>
      <dgm:spPr/>
    </dgm:pt>
    <dgm:pt modelId="{1B8C224E-A0A9-44CA-A860-6E379DB99C93}" type="pres">
      <dgm:prSet presAssocID="{B4ECC663-125C-4609-A3BD-BE390A70B981}" presName="vert1" presStyleCnt="0"/>
      <dgm:spPr/>
    </dgm:pt>
    <dgm:pt modelId="{3A83714D-9087-48AB-9DA2-E1215CF19A8F}" type="pres">
      <dgm:prSet presAssocID="{57F8A3F7-0B13-4DF8-A860-5236BAE183A4}" presName="thickLine" presStyleLbl="alignNode1" presStyleIdx="5" presStyleCnt="8"/>
      <dgm:spPr/>
    </dgm:pt>
    <dgm:pt modelId="{874B286C-321D-4A18-99BF-EE97B1394B55}" type="pres">
      <dgm:prSet presAssocID="{57F8A3F7-0B13-4DF8-A860-5236BAE183A4}" presName="horz1" presStyleCnt="0"/>
      <dgm:spPr/>
    </dgm:pt>
    <dgm:pt modelId="{4CB26CCC-BF9D-4EDC-B45B-0D7EBE6FA86B}" type="pres">
      <dgm:prSet presAssocID="{57F8A3F7-0B13-4DF8-A860-5236BAE183A4}" presName="tx1" presStyleLbl="revTx" presStyleIdx="5" presStyleCnt="8"/>
      <dgm:spPr/>
    </dgm:pt>
    <dgm:pt modelId="{67048E09-7BBC-41E9-99B5-690031AB3C5A}" type="pres">
      <dgm:prSet presAssocID="{57F8A3F7-0B13-4DF8-A860-5236BAE183A4}" presName="vert1" presStyleCnt="0"/>
      <dgm:spPr/>
    </dgm:pt>
    <dgm:pt modelId="{068365E4-240B-477D-B4FA-A61EC88E2CBD}" type="pres">
      <dgm:prSet presAssocID="{56AAA1BE-2A36-4C05-B094-06E0F3505594}" presName="thickLine" presStyleLbl="alignNode1" presStyleIdx="6" presStyleCnt="8"/>
      <dgm:spPr/>
    </dgm:pt>
    <dgm:pt modelId="{948C59F0-D50C-4821-8F91-C52C86E53A8F}" type="pres">
      <dgm:prSet presAssocID="{56AAA1BE-2A36-4C05-B094-06E0F3505594}" presName="horz1" presStyleCnt="0"/>
      <dgm:spPr/>
    </dgm:pt>
    <dgm:pt modelId="{4D9ACF4A-AC48-4C7E-B45C-8747040D7472}" type="pres">
      <dgm:prSet presAssocID="{56AAA1BE-2A36-4C05-B094-06E0F3505594}" presName="tx1" presStyleLbl="revTx" presStyleIdx="6" presStyleCnt="8"/>
      <dgm:spPr/>
    </dgm:pt>
    <dgm:pt modelId="{7E6AC777-D2ED-4836-93C8-0C673391FC00}" type="pres">
      <dgm:prSet presAssocID="{56AAA1BE-2A36-4C05-B094-06E0F3505594}" presName="vert1" presStyleCnt="0"/>
      <dgm:spPr/>
    </dgm:pt>
    <dgm:pt modelId="{DFC1853E-5FC3-4F50-B97B-D7FF576B0DBC}" type="pres">
      <dgm:prSet presAssocID="{0272D42A-34FD-4221-AF86-9E7AAA588D9B}" presName="thickLine" presStyleLbl="alignNode1" presStyleIdx="7" presStyleCnt="8"/>
      <dgm:spPr/>
    </dgm:pt>
    <dgm:pt modelId="{CBA7E06C-7F9F-4009-9097-6A7E413AE019}" type="pres">
      <dgm:prSet presAssocID="{0272D42A-34FD-4221-AF86-9E7AAA588D9B}" presName="horz1" presStyleCnt="0"/>
      <dgm:spPr/>
    </dgm:pt>
    <dgm:pt modelId="{FD13C9BB-75FE-454F-B730-036A8480D100}" type="pres">
      <dgm:prSet presAssocID="{0272D42A-34FD-4221-AF86-9E7AAA588D9B}" presName="tx1" presStyleLbl="revTx" presStyleIdx="7" presStyleCnt="8"/>
      <dgm:spPr/>
    </dgm:pt>
    <dgm:pt modelId="{F7F0B025-B1AD-4179-8FB3-035E322F5BE6}" type="pres">
      <dgm:prSet presAssocID="{0272D42A-34FD-4221-AF86-9E7AAA588D9B}" presName="vert1" presStyleCnt="0"/>
      <dgm:spPr/>
    </dgm:pt>
  </dgm:ptLst>
  <dgm:cxnLst>
    <dgm:cxn modelId="{FABD0101-DBB5-4666-90C1-328A005C70E8}" type="presOf" srcId="{0272D42A-34FD-4221-AF86-9E7AAA588D9B}" destId="{FD13C9BB-75FE-454F-B730-036A8480D100}" srcOrd="0" destOrd="0" presId="urn:microsoft.com/office/officeart/2008/layout/LinedList"/>
    <dgm:cxn modelId="{E40B6C08-634F-4726-AD07-C238EFD2B2BF}" srcId="{94B5ED91-88E1-4BD9-B1DF-F8DFF2B13DA1}" destId="{DCC94A3A-B6E2-4FDC-B71C-CF6D9968DEB7}" srcOrd="2" destOrd="0" parTransId="{4D645661-623D-463B-BF5C-BABB38D210DB}" sibTransId="{51F00BDC-A12D-451C-8D14-65681A5A5967}"/>
    <dgm:cxn modelId="{7C685B28-7DD1-4BBF-8D12-544A2BAC5304}" type="presOf" srcId="{57F8A3F7-0B13-4DF8-A860-5236BAE183A4}" destId="{4CB26CCC-BF9D-4EDC-B45B-0D7EBE6FA86B}" srcOrd="0" destOrd="0" presId="urn:microsoft.com/office/officeart/2008/layout/LinedList"/>
    <dgm:cxn modelId="{308C662B-0EF9-4E2A-9DE9-812001CE737C}" type="presOf" srcId="{9407FFA9-039F-474C-AD0B-D85407506EA2}" destId="{C14993A4-2648-4C9D-A90F-46A61750B293}" srcOrd="0" destOrd="0" presId="urn:microsoft.com/office/officeart/2008/layout/LinedList"/>
    <dgm:cxn modelId="{A26E2B2E-0E75-4D65-9797-EB26CA13F525}" srcId="{94B5ED91-88E1-4BD9-B1DF-F8DFF2B13DA1}" destId="{0272D42A-34FD-4221-AF86-9E7AAA588D9B}" srcOrd="7" destOrd="0" parTransId="{A112261A-C157-4FC0-807A-1C4A6EC8A17D}" sibTransId="{0CA9E6E2-D11A-4D54-AAA2-2B909E00B37D}"/>
    <dgm:cxn modelId="{A41C244F-4CC1-4CBC-B8CF-2020E9593E74}" srcId="{94B5ED91-88E1-4BD9-B1DF-F8DFF2B13DA1}" destId="{9407FFA9-039F-474C-AD0B-D85407506EA2}" srcOrd="3" destOrd="0" parTransId="{8A8AF8C5-CF2E-4B62-B899-AAA58AD17DFB}" sibTransId="{5876E1B6-E961-4717-9A02-44D9F794D6AD}"/>
    <dgm:cxn modelId="{00679F56-E8FF-4018-98A0-4B4F6C1B38BA}" srcId="{94B5ED91-88E1-4BD9-B1DF-F8DFF2B13DA1}" destId="{112E74BE-677D-4D83-9A21-1E9033EF3CC0}" srcOrd="1" destOrd="0" parTransId="{885E050B-D514-42F5-8A11-262E7A92EB06}" sibTransId="{93BC75ED-2579-4982-B9FE-E6E727275CC2}"/>
    <dgm:cxn modelId="{E8EA6985-90B1-41A4-8704-7A5435B021B5}" srcId="{94B5ED91-88E1-4BD9-B1DF-F8DFF2B13DA1}" destId="{B4ECC663-125C-4609-A3BD-BE390A70B981}" srcOrd="4" destOrd="0" parTransId="{3440B6F2-3EBA-4DC0-A60A-4F75BD09AF7C}" sibTransId="{349CAE34-3B11-4F08-8B76-0D41EBBC4790}"/>
    <dgm:cxn modelId="{0A792290-5700-4CA0-BC01-8110CDC63704}" type="presOf" srcId="{112E74BE-677D-4D83-9A21-1E9033EF3CC0}" destId="{63B97511-3D7A-4E27-B1E3-41EE1084D65D}" srcOrd="0" destOrd="0" presId="urn:microsoft.com/office/officeart/2008/layout/LinedList"/>
    <dgm:cxn modelId="{599E43A2-11B6-420E-AAA4-C4AD0F066AFA}" srcId="{94B5ED91-88E1-4BD9-B1DF-F8DFF2B13DA1}" destId="{57F8A3F7-0B13-4DF8-A860-5236BAE183A4}" srcOrd="5" destOrd="0" parTransId="{4EB6C8B3-AF04-4657-A6C4-9778D149E9C8}" sibTransId="{8F9C4448-F091-44ED-97E4-5572CEA116E4}"/>
    <dgm:cxn modelId="{4408A9AD-9FB3-4A70-A943-A897B7842C76}" type="presOf" srcId="{56AAA1BE-2A36-4C05-B094-06E0F3505594}" destId="{4D9ACF4A-AC48-4C7E-B45C-8747040D7472}" srcOrd="0" destOrd="0" presId="urn:microsoft.com/office/officeart/2008/layout/LinedList"/>
    <dgm:cxn modelId="{224498C9-8340-4111-BB23-AFE63F1F8F35}" srcId="{94B5ED91-88E1-4BD9-B1DF-F8DFF2B13DA1}" destId="{56AAA1BE-2A36-4C05-B094-06E0F3505594}" srcOrd="6" destOrd="0" parTransId="{F96C7FAC-2500-46D5-9613-367B0905D5FA}" sibTransId="{05272E15-76C2-4EA5-B751-B459E70A2F1A}"/>
    <dgm:cxn modelId="{6BB78FCC-41D6-4998-81C0-9A740743145E}" srcId="{94B5ED91-88E1-4BD9-B1DF-F8DFF2B13DA1}" destId="{190732C6-A589-4848-9965-C518E5449D7F}" srcOrd="0" destOrd="0" parTransId="{807E8761-9C8D-418B-992C-B9B666A9637A}" sibTransId="{824774B6-D5A4-4882-853B-15C8995140AF}"/>
    <dgm:cxn modelId="{BD3C36F1-58B5-4ED0-99DC-2B3B6A33773F}" type="presOf" srcId="{94B5ED91-88E1-4BD9-B1DF-F8DFF2B13DA1}" destId="{E71DA6FF-A1D1-405C-86C0-8AE61605B3E9}" srcOrd="0" destOrd="0" presId="urn:microsoft.com/office/officeart/2008/layout/LinedList"/>
    <dgm:cxn modelId="{C8ECAFF9-1D35-4F97-B767-E05E19627FDB}" type="presOf" srcId="{DCC94A3A-B6E2-4FDC-B71C-CF6D9968DEB7}" destId="{8A9697A0-DAE6-42EE-B0CB-D71D6FB6B7CF}" srcOrd="0" destOrd="0" presId="urn:microsoft.com/office/officeart/2008/layout/LinedList"/>
    <dgm:cxn modelId="{A93722FA-9098-4E05-8794-3FE48E6665A6}" type="presOf" srcId="{B4ECC663-125C-4609-A3BD-BE390A70B981}" destId="{41134147-F506-4D7E-9086-F088D25B75E9}" srcOrd="0" destOrd="0" presId="urn:microsoft.com/office/officeart/2008/layout/LinedList"/>
    <dgm:cxn modelId="{DEA7DEFA-BFC0-4B7E-B1FC-1B6A380E059F}" type="presOf" srcId="{190732C6-A589-4848-9965-C518E5449D7F}" destId="{E3E8C7DD-7430-4F64-AEE7-1DE8433C1826}" srcOrd="0" destOrd="0" presId="urn:microsoft.com/office/officeart/2008/layout/LinedList"/>
    <dgm:cxn modelId="{E5BADBC0-8BED-48E3-957A-5FB6DEB51904}" type="presParOf" srcId="{E71DA6FF-A1D1-405C-86C0-8AE61605B3E9}" destId="{27C64104-541E-455D-AD44-806C4F104E34}" srcOrd="0" destOrd="0" presId="urn:microsoft.com/office/officeart/2008/layout/LinedList"/>
    <dgm:cxn modelId="{7379453C-B65E-4924-B412-1EA00F672BCE}" type="presParOf" srcId="{E71DA6FF-A1D1-405C-86C0-8AE61605B3E9}" destId="{0AAC4D51-8622-429B-BA57-7AA429B05C6F}" srcOrd="1" destOrd="0" presId="urn:microsoft.com/office/officeart/2008/layout/LinedList"/>
    <dgm:cxn modelId="{B7F2A73D-971B-4712-A34B-89B039FE5434}" type="presParOf" srcId="{0AAC4D51-8622-429B-BA57-7AA429B05C6F}" destId="{E3E8C7DD-7430-4F64-AEE7-1DE8433C1826}" srcOrd="0" destOrd="0" presId="urn:microsoft.com/office/officeart/2008/layout/LinedList"/>
    <dgm:cxn modelId="{CB01707C-0BBC-40AA-81E2-3EAA24757432}" type="presParOf" srcId="{0AAC4D51-8622-429B-BA57-7AA429B05C6F}" destId="{74F5967A-D9B3-4F5E-A995-192FE6990321}" srcOrd="1" destOrd="0" presId="urn:microsoft.com/office/officeart/2008/layout/LinedList"/>
    <dgm:cxn modelId="{07E19910-EFB7-4166-8C72-74BD85637FA8}" type="presParOf" srcId="{E71DA6FF-A1D1-405C-86C0-8AE61605B3E9}" destId="{E65A6944-BC4E-4379-AD86-4F4FE22A44BE}" srcOrd="2" destOrd="0" presId="urn:microsoft.com/office/officeart/2008/layout/LinedList"/>
    <dgm:cxn modelId="{1E1B03FD-E9D6-45AC-AFBD-821F1071E67C}" type="presParOf" srcId="{E71DA6FF-A1D1-405C-86C0-8AE61605B3E9}" destId="{66163072-9DCB-4F0B-A6D3-B4B663B73B61}" srcOrd="3" destOrd="0" presId="urn:microsoft.com/office/officeart/2008/layout/LinedList"/>
    <dgm:cxn modelId="{B6562FFD-933B-460C-8984-071E549D60B7}" type="presParOf" srcId="{66163072-9DCB-4F0B-A6D3-B4B663B73B61}" destId="{63B97511-3D7A-4E27-B1E3-41EE1084D65D}" srcOrd="0" destOrd="0" presId="urn:microsoft.com/office/officeart/2008/layout/LinedList"/>
    <dgm:cxn modelId="{25DCEFFE-A058-4F08-B23B-0BE544DB1624}" type="presParOf" srcId="{66163072-9DCB-4F0B-A6D3-B4B663B73B61}" destId="{ECB62632-0E92-4FBC-BCDB-046DE008C060}" srcOrd="1" destOrd="0" presId="urn:microsoft.com/office/officeart/2008/layout/LinedList"/>
    <dgm:cxn modelId="{86DD92D2-E0C4-40F7-AEFF-02C4064E29E8}" type="presParOf" srcId="{E71DA6FF-A1D1-405C-86C0-8AE61605B3E9}" destId="{9A61803B-09E2-47AB-AF4E-B4478F09B9D7}" srcOrd="4" destOrd="0" presId="urn:microsoft.com/office/officeart/2008/layout/LinedList"/>
    <dgm:cxn modelId="{F7DE8284-0287-4263-89FD-B0484E9BAFA6}" type="presParOf" srcId="{E71DA6FF-A1D1-405C-86C0-8AE61605B3E9}" destId="{01A06F90-E338-4136-B8F3-0F070401CE66}" srcOrd="5" destOrd="0" presId="urn:microsoft.com/office/officeart/2008/layout/LinedList"/>
    <dgm:cxn modelId="{E19727F9-81E4-46FD-AB2A-11EEB8613C39}" type="presParOf" srcId="{01A06F90-E338-4136-B8F3-0F070401CE66}" destId="{8A9697A0-DAE6-42EE-B0CB-D71D6FB6B7CF}" srcOrd="0" destOrd="0" presId="urn:microsoft.com/office/officeart/2008/layout/LinedList"/>
    <dgm:cxn modelId="{C1A9E086-99B1-4E5E-B289-36E75CBF393E}" type="presParOf" srcId="{01A06F90-E338-4136-B8F3-0F070401CE66}" destId="{362B97A3-E9C5-4E43-B1B9-204E49A35D19}" srcOrd="1" destOrd="0" presId="urn:microsoft.com/office/officeart/2008/layout/LinedList"/>
    <dgm:cxn modelId="{24B8636E-EE9F-450E-ACBA-4C8C7FC605E8}" type="presParOf" srcId="{E71DA6FF-A1D1-405C-86C0-8AE61605B3E9}" destId="{D715F7DC-E705-499E-91D0-B441883DD896}" srcOrd="6" destOrd="0" presId="urn:microsoft.com/office/officeart/2008/layout/LinedList"/>
    <dgm:cxn modelId="{43971BBF-961B-4121-BAAE-4F48538346B5}" type="presParOf" srcId="{E71DA6FF-A1D1-405C-86C0-8AE61605B3E9}" destId="{836F4AB3-9D2A-4E12-A7BA-359074562CA6}" srcOrd="7" destOrd="0" presId="urn:microsoft.com/office/officeart/2008/layout/LinedList"/>
    <dgm:cxn modelId="{9B8EB48D-7288-4618-A8B8-EECAC817BA3E}" type="presParOf" srcId="{836F4AB3-9D2A-4E12-A7BA-359074562CA6}" destId="{C14993A4-2648-4C9D-A90F-46A61750B293}" srcOrd="0" destOrd="0" presId="urn:microsoft.com/office/officeart/2008/layout/LinedList"/>
    <dgm:cxn modelId="{F252A0A3-AA06-47A6-A01B-824B476168AF}" type="presParOf" srcId="{836F4AB3-9D2A-4E12-A7BA-359074562CA6}" destId="{EDA0C6F5-3845-4FB0-AEBB-CE5DC3BDBF1C}" srcOrd="1" destOrd="0" presId="urn:microsoft.com/office/officeart/2008/layout/LinedList"/>
    <dgm:cxn modelId="{9224011A-4B57-41E1-BD16-421C50DD1B5A}" type="presParOf" srcId="{E71DA6FF-A1D1-405C-86C0-8AE61605B3E9}" destId="{BC99CC8F-7AE6-4A4D-983E-244BB9002AF7}" srcOrd="8" destOrd="0" presId="urn:microsoft.com/office/officeart/2008/layout/LinedList"/>
    <dgm:cxn modelId="{D650AA55-CC8C-4A44-A33A-172CBF5C4BB4}" type="presParOf" srcId="{E71DA6FF-A1D1-405C-86C0-8AE61605B3E9}" destId="{33F28637-D148-48E9-BE33-2EB8F93E2B0B}" srcOrd="9" destOrd="0" presId="urn:microsoft.com/office/officeart/2008/layout/LinedList"/>
    <dgm:cxn modelId="{53818C2E-5844-45EA-BBCE-6EC17B409B2B}" type="presParOf" srcId="{33F28637-D148-48E9-BE33-2EB8F93E2B0B}" destId="{41134147-F506-4D7E-9086-F088D25B75E9}" srcOrd="0" destOrd="0" presId="urn:microsoft.com/office/officeart/2008/layout/LinedList"/>
    <dgm:cxn modelId="{0DE2D751-F758-4CA1-8336-B14290A88F1C}" type="presParOf" srcId="{33F28637-D148-48E9-BE33-2EB8F93E2B0B}" destId="{1B8C224E-A0A9-44CA-A860-6E379DB99C93}" srcOrd="1" destOrd="0" presId="urn:microsoft.com/office/officeart/2008/layout/LinedList"/>
    <dgm:cxn modelId="{10442C24-7034-428E-9873-6A33DBB958A1}" type="presParOf" srcId="{E71DA6FF-A1D1-405C-86C0-8AE61605B3E9}" destId="{3A83714D-9087-48AB-9DA2-E1215CF19A8F}" srcOrd="10" destOrd="0" presId="urn:microsoft.com/office/officeart/2008/layout/LinedList"/>
    <dgm:cxn modelId="{FBFD8753-FE0E-4004-9D31-DC5444EBCEC5}" type="presParOf" srcId="{E71DA6FF-A1D1-405C-86C0-8AE61605B3E9}" destId="{874B286C-321D-4A18-99BF-EE97B1394B55}" srcOrd="11" destOrd="0" presId="urn:microsoft.com/office/officeart/2008/layout/LinedList"/>
    <dgm:cxn modelId="{AD4603C1-A8F4-4C00-B15D-1AF6B5042C30}" type="presParOf" srcId="{874B286C-321D-4A18-99BF-EE97B1394B55}" destId="{4CB26CCC-BF9D-4EDC-B45B-0D7EBE6FA86B}" srcOrd="0" destOrd="0" presId="urn:microsoft.com/office/officeart/2008/layout/LinedList"/>
    <dgm:cxn modelId="{6998DD57-419F-4EF6-B34D-80E4BD3CC8CB}" type="presParOf" srcId="{874B286C-321D-4A18-99BF-EE97B1394B55}" destId="{67048E09-7BBC-41E9-99B5-690031AB3C5A}" srcOrd="1" destOrd="0" presId="urn:microsoft.com/office/officeart/2008/layout/LinedList"/>
    <dgm:cxn modelId="{2D71E033-8C89-4943-B5BC-A1B332A7D71A}" type="presParOf" srcId="{E71DA6FF-A1D1-405C-86C0-8AE61605B3E9}" destId="{068365E4-240B-477D-B4FA-A61EC88E2CBD}" srcOrd="12" destOrd="0" presId="urn:microsoft.com/office/officeart/2008/layout/LinedList"/>
    <dgm:cxn modelId="{F851094C-E8E7-4CB8-BC6B-33D05A17BAD5}" type="presParOf" srcId="{E71DA6FF-A1D1-405C-86C0-8AE61605B3E9}" destId="{948C59F0-D50C-4821-8F91-C52C86E53A8F}" srcOrd="13" destOrd="0" presId="urn:microsoft.com/office/officeart/2008/layout/LinedList"/>
    <dgm:cxn modelId="{C3DC44EF-9DF9-4008-B8B9-BAA78E040328}" type="presParOf" srcId="{948C59F0-D50C-4821-8F91-C52C86E53A8F}" destId="{4D9ACF4A-AC48-4C7E-B45C-8747040D7472}" srcOrd="0" destOrd="0" presId="urn:microsoft.com/office/officeart/2008/layout/LinedList"/>
    <dgm:cxn modelId="{56433AEC-6E8A-496C-BEDA-CCFD3BA75734}" type="presParOf" srcId="{948C59F0-D50C-4821-8F91-C52C86E53A8F}" destId="{7E6AC777-D2ED-4836-93C8-0C673391FC00}" srcOrd="1" destOrd="0" presId="urn:microsoft.com/office/officeart/2008/layout/LinedList"/>
    <dgm:cxn modelId="{A738A493-A966-4F3C-B4D4-106EF85B69E5}" type="presParOf" srcId="{E71DA6FF-A1D1-405C-86C0-8AE61605B3E9}" destId="{DFC1853E-5FC3-4F50-B97B-D7FF576B0DBC}" srcOrd="14" destOrd="0" presId="urn:microsoft.com/office/officeart/2008/layout/LinedList"/>
    <dgm:cxn modelId="{065B7A57-97CF-4522-AF6E-AEED98FF72B1}" type="presParOf" srcId="{E71DA6FF-A1D1-405C-86C0-8AE61605B3E9}" destId="{CBA7E06C-7F9F-4009-9097-6A7E413AE019}" srcOrd="15" destOrd="0" presId="urn:microsoft.com/office/officeart/2008/layout/LinedList"/>
    <dgm:cxn modelId="{94A113CF-A343-4331-AE34-08C581C2B878}" type="presParOf" srcId="{CBA7E06C-7F9F-4009-9097-6A7E413AE019}" destId="{FD13C9BB-75FE-454F-B730-036A8480D100}" srcOrd="0" destOrd="0" presId="urn:microsoft.com/office/officeart/2008/layout/LinedList"/>
    <dgm:cxn modelId="{E477777A-6506-47D0-8035-46700BFB99CD}" type="presParOf" srcId="{CBA7E06C-7F9F-4009-9097-6A7E413AE019}" destId="{F7F0B025-B1AD-4179-8FB3-035E322F5B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FFAAD6-23A2-4170-B72E-15B505743C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2B9C494-10CC-4F61-9069-71613D5E373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Introdução à Disciplina</a:t>
          </a:r>
          <a:endParaRPr lang="en-US"/>
        </a:p>
      </dgm:t>
    </dgm:pt>
    <dgm:pt modelId="{24C26D46-EE37-403B-9E89-0D9B964A244C}" type="parTrans" cxnId="{68DDCE79-FB39-406B-9A33-4C54A640DBFA}">
      <dgm:prSet/>
      <dgm:spPr/>
      <dgm:t>
        <a:bodyPr/>
        <a:lstStyle/>
        <a:p>
          <a:endParaRPr lang="en-US"/>
        </a:p>
      </dgm:t>
    </dgm:pt>
    <dgm:pt modelId="{294F7E5E-4EDC-440D-BB30-F031C820C3F5}" type="sibTrans" cxnId="{68DDCE79-FB39-406B-9A33-4C54A640DBFA}">
      <dgm:prSet/>
      <dgm:spPr/>
      <dgm:t>
        <a:bodyPr/>
        <a:lstStyle/>
        <a:p>
          <a:endParaRPr lang="en-US"/>
        </a:p>
      </dgm:t>
    </dgm:pt>
    <dgm:pt modelId="{78EA0DEB-C4E7-4530-82C3-38F5D5F5871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Conceitos Fundamentais do Big Data</a:t>
          </a:r>
          <a:endParaRPr lang="en-US"/>
        </a:p>
      </dgm:t>
    </dgm:pt>
    <dgm:pt modelId="{52AF9BA1-A16A-40ED-B5F6-27A87F89571A}" type="parTrans" cxnId="{3C1C50D5-B50F-4A8F-8F18-CE943DA06CE0}">
      <dgm:prSet/>
      <dgm:spPr/>
      <dgm:t>
        <a:bodyPr/>
        <a:lstStyle/>
        <a:p>
          <a:endParaRPr lang="en-US"/>
        </a:p>
      </dgm:t>
    </dgm:pt>
    <dgm:pt modelId="{C3EF660D-BABE-46A9-B9F6-D4DD6E9A8B08}" type="sibTrans" cxnId="{3C1C50D5-B50F-4A8F-8F18-CE943DA06CE0}">
      <dgm:prSet/>
      <dgm:spPr/>
      <dgm:t>
        <a:bodyPr/>
        <a:lstStyle/>
        <a:p>
          <a:endParaRPr lang="en-US"/>
        </a:p>
      </dgm:t>
    </dgm:pt>
    <dgm:pt modelId="{E78B0644-B1DF-43FF-AF62-065CF917815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Tecnologias para Big Data</a:t>
          </a:r>
          <a:endParaRPr lang="en-US"/>
        </a:p>
      </dgm:t>
    </dgm:pt>
    <dgm:pt modelId="{4E7F3F2F-9C54-40DF-BE71-7F430E0582D3}" type="parTrans" cxnId="{24826FDC-5918-4D20-B49D-1B522F3D1F05}">
      <dgm:prSet/>
      <dgm:spPr/>
      <dgm:t>
        <a:bodyPr/>
        <a:lstStyle/>
        <a:p>
          <a:endParaRPr lang="en-US"/>
        </a:p>
      </dgm:t>
    </dgm:pt>
    <dgm:pt modelId="{BB43EFF6-6338-45A7-955C-EED362771463}" type="sibTrans" cxnId="{24826FDC-5918-4D20-B49D-1B522F3D1F05}">
      <dgm:prSet/>
      <dgm:spPr/>
      <dgm:t>
        <a:bodyPr/>
        <a:lstStyle/>
        <a:p>
          <a:endParaRPr lang="en-US"/>
        </a:p>
      </dgm:t>
    </dgm:pt>
    <dgm:pt modelId="{D60ACF92-21B5-45C7-9587-549A85AA87F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Infraestrutura para Big Data</a:t>
          </a:r>
          <a:endParaRPr lang="en-US"/>
        </a:p>
      </dgm:t>
    </dgm:pt>
    <dgm:pt modelId="{FB2CB69E-C810-44FA-95A9-B9DB93FACE6E}" type="parTrans" cxnId="{7E7ED465-4ECC-4454-9733-8BD3BD16B999}">
      <dgm:prSet/>
      <dgm:spPr/>
      <dgm:t>
        <a:bodyPr/>
        <a:lstStyle/>
        <a:p>
          <a:endParaRPr lang="en-US"/>
        </a:p>
      </dgm:t>
    </dgm:pt>
    <dgm:pt modelId="{544EE065-FE43-4F0B-A026-FAFC189C1977}" type="sibTrans" cxnId="{7E7ED465-4ECC-4454-9733-8BD3BD16B999}">
      <dgm:prSet/>
      <dgm:spPr/>
      <dgm:t>
        <a:bodyPr/>
        <a:lstStyle/>
        <a:p>
          <a:endParaRPr lang="en-US"/>
        </a:p>
      </dgm:t>
    </dgm:pt>
    <dgm:pt modelId="{F46B5934-A3BB-4DDC-BA3F-425595E724D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Processamento de Dados em Escala</a:t>
          </a:r>
          <a:endParaRPr lang="en-US"/>
        </a:p>
      </dgm:t>
    </dgm:pt>
    <dgm:pt modelId="{C6907365-8B9E-4E89-9004-457C5AF347C2}" type="parTrans" cxnId="{A49099EA-9530-4600-8DE6-3BAF558F952E}">
      <dgm:prSet/>
      <dgm:spPr/>
      <dgm:t>
        <a:bodyPr/>
        <a:lstStyle/>
        <a:p>
          <a:endParaRPr lang="en-US"/>
        </a:p>
      </dgm:t>
    </dgm:pt>
    <dgm:pt modelId="{CA04E64C-D352-4CFB-A6F4-BDEECDAD0063}" type="sibTrans" cxnId="{A49099EA-9530-4600-8DE6-3BAF558F952E}">
      <dgm:prSet/>
      <dgm:spPr/>
      <dgm:t>
        <a:bodyPr/>
        <a:lstStyle/>
        <a:p>
          <a:endParaRPr lang="en-US"/>
        </a:p>
      </dgm:t>
    </dgm:pt>
    <dgm:pt modelId="{BCAA5659-811A-4ECE-B9C9-BBDBD99F1F2A}" type="pres">
      <dgm:prSet presAssocID="{CAFFAAD6-23A2-4170-B72E-15B505743C95}" presName="root" presStyleCnt="0">
        <dgm:presLayoutVars>
          <dgm:dir/>
          <dgm:resizeHandles val="exact"/>
        </dgm:presLayoutVars>
      </dgm:prSet>
      <dgm:spPr/>
    </dgm:pt>
    <dgm:pt modelId="{3E6B942D-17FC-4F9B-9CF0-8F3764B88E21}" type="pres">
      <dgm:prSet presAssocID="{92B9C494-10CC-4F61-9069-71613D5E3736}" presName="compNode" presStyleCnt="0"/>
      <dgm:spPr/>
    </dgm:pt>
    <dgm:pt modelId="{3ED695EF-4E47-4C3F-8DF4-DF1DB637BB05}" type="pres">
      <dgm:prSet presAssocID="{92B9C494-10CC-4F61-9069-71613D5E3736}" presName="bgRect" presStyleLbl="bgShp" presStyleIdx="0" presStyleCnt="5"/>
      <dgm:spPr/>
    </dgm:pt>
    <dgm:pt modelId="{1F8562D3-E6D4-4EE1-B08E-8ADD11531FA1}" type="pres">
      <dgm:prSet presAssocID="{92B9C494-10CC-4F61-9069-71613D5E373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35682939-A37D-4296-9AD7-3AA17A4E42E7}" type="pres">
      <dgm:prSet presAssocID="{92B9C494-10CC-4F61-9069-71613D5E3736}" presName="spaceRect" presStyleCnt="0"/>
      <dgm:spPr/>
    </dgm:pt>
    <dgm:pt modelId="{243E9226-43D9-4775-A20E-BC5D2BD8875A}" type="pres">
      <dgm:prSet presAssocID="{92B9C494-10CC-4F61-9069-71613D5E3736}" presName="parTx" presStyleLbl="revTx" presStyleIdx="0" presStyleCnt="5">
        <dgm:presLayoutVars>
          <dgm:chMax val="0"/>
          <dgm:chPref val="0"/>
        </dgm:presLayoutVars>
      </dgm:prSet>
      <dgm:spPr/>
    </dgm:pt>
    <dgm:pt modelId="{FA858C04-C8D6-4205-A010-2B4CAC043176}" type="pres">
      <dgm:prSet presAssocID="{294F7E5E-4EDC-440D-BB30-F031C820C3F5}" presName="sibTrans" presStyleCnt="0"/>
      <dgm:spPr/>
    </dgm:pt>
    <dgm:pt modelId="{D80CABC3-3F84-43F4-B574-0D026D6D65E1}" type="pres">
      <dgm:prSet presAssocID="{78EA0DEB-C4E7-4530-82C3-38F5D5F5871B}" presName="compNode" presStyleCnt="0"/>
      <dgm:spPr/>
    </dgm:pt>
    <dgm:pt modelId="{88B8DE9F-BFF9-40F9-827B-E1AB5395B1CC}" type="pres">
      <dgm:prSet presAssocID="{78EA0DEB-C4E7-4530-82C3-38F5D5F5871B}" presName="bgRect" presStyleLbl="bgShp" presStyleIdx="1" presStyleCnt="5"/>
      <dgm:spPr/>
    </dgm:pt>
    <dgm:pt modelId="{69C5A09E-B9AE-4014-B93F-C539F40E6D14}" type="pres">
      <dgm:prSet presAssocID="{78EA0DEB-C4E7-4530-82C3-38F5D5F5871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5042474-A7DA-49BB-A7EA-F88789CD8A9A}" type="pres">
      <dgm:prSet presAssocID="{78EA0DEB-C4E7-4530-82C3-38F5D5F5871B}" presName="spaceRect" presStyleCnt="0"/>
      <dgm:spPr/>
    </dgm:pt>
    <dgm:pt modelId="{2D6D793E-B797-4586-A248-0B1C875C7641}" type="pres">
      <dgm:prSet presAssocID="{78EA0DEB-C4E7-4530-82C3-38F5D5F5871B}" presName="parTx" presStyleLbl="revTx" presStyleIdx="1" presStyleCnt="5">
        <dgm:presLayoutVars>
          <dgm:chMax val="0"/>
          <dgm:chPref val="0"/>
        </dgm:presLayoutVars>
      </dgm:prSet>
      <dgm:spPr/>
    </dgm:pt>
    <dgm:pt modelId="{5EE9E149-E9AE-4910-80C7-1C5581D09323}" type="pres">
      <dgm:prSet presAssocID="{C3EF660D-BABE-46A9-B9F6-D4DD6E9A8B08}" presName="sibTrans" presStyleCnt="0"/>
      <dgm:spPr/>
    </dgm:pt>
    <dgm:pt modelId="{8B03034F-301E-4B37-A1A4-48C01603F758}" type="pres">
      <dgm:prSet presAssocID="{E78B0644-B1DF-43FF-AF62-065CF917815F}" presName="compNode" presStyleCnt="0"/>
      <dgm:spPr/>
    </dgm:pt>
    <dgm:pt modelId="{12930027-1F86-4E37-AE86-4A255152A462}" type="pres">
      <dgm:prSet presAssocID="{E78B0644-B1DF-43FF-AF62-065CF917815F}" presName="bgRect" presStyleLbl="bgShp" presStyleIdx="2" presStyleCnt="5"/>
      <dgm:spPr/>
    </dgm:pt>
    <dgm:pt modelId="{10B74E8D-0F59-433C-9A33-E1E81D19EBBB}" type="pres">
      <dgm:prSet presAssocID="{E78B0644-B1DF-43FF-AF62-065CF917815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5177647B-2874-473D-B700-AA43BE45D447}" type="pres">
      <dgm:prSet presAssocID="{E78B0644-B1DF-43FF-AF62-065CF917815F}" presName="spaceRect" presStyleCnt="0"/>
      <dgm:spPr/>
    </dgm:pt>
    <dgm:pt modelId="{9F7AA49A-30A1-441D-BB22-C76B7AD6BADB}" type="pres">
      <dgm:prSet presAssocID="{E78B0644-B1DF-43FF-AF62-065CF917815F}" presName="parTx" presStyleLbl="revTx" presStyleIdx="2" presStyleCnt="5">
        <dgm:presLayoutVars>
          <dgm:chMax val="0"/>
          <dgm:chPref val="0"/>
        </dgm:presLayoutVars>
      </dgm:prSet>
      <dgm:spPr/>
    </dgm:pt>
    <dgm:pt modelId="{92C06756-CA9A-44DB-AB68-1133918192A1}" type="pres">
      <dgm:prSet presAssocID="{BB43EFF6-6338-45A7-955C-EED362771463}" presName="sibTrans" presStyleCnt="0"/>
      <dgm:spPr/>
    </dgm:pt>
    <dgm:pt modelId="{73D314F4-41BC-40A1-8FD7-B898A81E79A2}" type="pres">
      <dgm:prSet presAssocID="{D60ACF92-21B5-45C7-9587-549A85AA87F2}" presName="compNode" presStyleCnt="0"/>
      <dgm:spPr/>
    </dgm:pt>
    <dgm:pt modelId="{401554BA-51F1-4008-8088-AEE5CD916FCC}" type="pres">
      <dgm:prSet presAssocID="{D60ACF92-21B5-45C7-9587-549A85AA87F2}" presName="bgRect" presStyleLbl="bgShp" presStyleIdx="3" presStyleCnt="5"/>
      <dgm:spPr/>
    </dgm:pt>
    <dgm:pt modelId="{0AA90B25-7E39-490C-94B8-5D7CC86616CA}" type="pres">
      <dgm:prSet presAssocID="{D60ACF92-21B5-45C7-9587-549A85AA87F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1EEBE39F-912B-497B-8CF0-4498CD978813}" type="pres">
      <dgm:prSet presAssocID="{D60ACF92-21B5-45C7-9587-549A85AA87F2}" presName="spaceRect" presStyleCnt="0"/>
      <dgm:spPr/>
    </dgm:pt>
    <dgm:pt modelId="{2BD238F7-9C4F-4D7E-85AA-0685550F92AD}" type="pres">
      <dgm:prSet presAssocID="{D60ACF92-21B5-45C7-9587-549A85AA87F2}" presName="parTx" presStyleLbl="revTx" presStyleIdx="3" presStyleCnt="5">
        <dgm:presLayoutVars>
          <dgm:chMax val="0"/>
          <dgm:chPref val="0"/>
        </dgm:presLayoutVars>
      </dgm:prSet>
      <dgm:spPr/>
    </dgm:pt>
    <dgm:pt modelId="{2BE591CF-2895-4F42-B2B7-6C7B348F52D2}" type="pres">
      <dgm:prSet presAssocID="{544EE065-FE43-4F0B-A026-FAFC189C1977}" presName="sibTrans" presStyleCnt="0"/>
      <dgm:spPr/>
    </dgm:pt>
    <dgm:pt modelId="{DED5CF21-4790-47DF-B38F-095A2FC66C34}" type="pres">
      <dgm:prSet presAssocID="{F46B5934-A3BB-4DDC-BA3F-425595E724DE}" presName="compNode" presStyleCnt="0"/>
      <dgm:spPr/>
    </dgm:pt>
    <dgm:pt modelId="{3AEC4C33-D60D-498E-916B-2A4705EE4AE4}" type="pres">
      <dgm:prSet presAssocID="{F46B5934-A3BB-4DDC-BA3F-425595E724DE}" presName="bgRect" presStyleLbl="bgShp" presStyleIdx="4" presStyleCnt="5"/>
      <dgm:spPr/>
    </dgm:pt>
    <dgm:pt modelId="{D676761A-49C2-42D6-A526-68C3E3C2F9D2}" type="pres">
      <dgm:prSet presAssocID="{F46B5934-A3BB-4DDC-BA3F-425595E724D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00556EE3-5D73-4D3A-8CDD-2B0B2B9961F5}" type="pres">
      <dgm:prSet presAssocID="{F46B5934-A3BB-4DDC-BA3F-425595E724DE}" presName="spaceRect" presStyleCnt="0"/>
      <dgm:spPr/>
    </dgm:pt>
    <dgm:pt modelId="{5CA27F93-2C26-4D78-85E9-A18B3B4EAA3A}" type="pres">
      <dgm:prSet presAssocID="{F46B5934-A3BB-4DDC-BA3F-425595E724D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35EF712-3541-4F5D-8E22-2B7D23177F9B}" type="presOf" srcId="{E78B0644-B1DF-43FF-AF62-065CF917815F}" destId="{9F7AA49A-30A1-441D-BB22-C76B7AD6BADB}" srcOrd="0" destOrd="0" presId="urn:microsoft.com/office/officeart/2018/2/layout/IconVerticalSolidList"/>
    <dgm:cxn modelId="{7E7ED465-4ECC-4454-9733-8BD3BD16B999}" srcId="{CAFFAAD6-23A2-4170-B72E-15B505743C95}" destId="{D60ACF92-21B5-45C7-9587-549A85AA87F2}" srcOrd="3" destOrd="0" parTransId="{FB2CB69E-C810-44FA-95A9-B9DB93FACE6E}" sibTransId="{544EE065-FE43-4F0B-A026-FAFC189C1977}"/>
    <dgm:cxn modelId="{280B2967-3275-46ED-BB4E-4FC3C55B1BEF}" type="presOf" srcId="{92B9C494-10CC-4F61-9069-71613D5E3736}" destId="{243E9226-43D9-4775-A20E-BC5D2BD8875A}" srcOrd="0" destOrd="0" presId="urn:microsoft.com/office/officeart/2018/2/layout/IconVerticalSolidList"/>
    <dgm:cxn modelId="{68DDCE79-FB39-406B-9A33-4C54A640DBFA}" srcId="{CAFFAAD6-23A2-4170-B72E-15B505743C95}" destId="{92B9C494-10CC-4F61-9069-71613D5E3736}" srcOrd="0" destOrd="0" parTransId="{24C26D46-EE37-403B-9E89-0D9B964A244C}" sibTransId="{294F7E5E-4EDC-440D-BB30-F031C820C3F5}"/>
    <dgm:cxn modelId="{F0A3469A-3C7A-4E87-9EBB-473987796DB0}" type="presOf" srcId="{F46B5934-A3BB-4DDC-BA3F-425595E724DE}" destId="{5CA27F93-2C26-4D78-85E9-A18B3B4EAA3A}" srcOrd="0" destOrd="0" presId="urn:microsoft.com/office/officeart/2018/2/layout/IconVerticalSolidList"/>
    <dgm:cxn modelId="{909687A1-D764-414B-8010-17006966C35D}" type="presOf" srcId="{D60ACF92-21B5-45C7-9587-549A85AA87F2}" destId="{2BD238F7-9C4F-4D7E-85AA-0685550F92AD}" srcOrd="0" destOrd="0" presId="urn:microsoft.com/office/officeart/2018/2/layout/IconVerticalSolidList"/>
    <dgm:cxn modelId="{B384C2BA-0257-4AC6-9B61-E804546FDE45}" type="presOf" srcId="{78EA0DEB-C4E7-4530-82C3-38F5D5F5871B}" destId="{2D6D793E-B797-4586-A248-0B1C875C7641}" srcOrd="0" destOrd="0" presId="urn:microsoft.com/office/officeart/2018/2/layout/IconVerticalSolidList"/>
    <dgm:cxn modelId="{6CFD5DC7-9479-4D6C-8F16-A668B4C7FA84}" type="presOf" srcId="{CAFFAAD6-23A2-4170-B72E-15B505743C95}" destId="{BCAA5659-811A-4ECE-B9C9-BBDBD99F1F2A}" srcOrd="0" destOrd="0" presId="urn:microsoft.com/office/officeart/2018/2/layout/IconVerticalSolidList"/>
    <dgm:cxn modelId="{3C1C50D5-B50F-4A8F-8F18-CE943DA06CE0}" srcId="{CAFFAAD6-23A2-4170-B72E-15B505743C95}" destId="{78EA0DEB-C4E7-4530-82C3-38F5D5F5871B}" srcOrd="1" destOrd="0" parTransId="{52AF9BA1-A16A-40ED-B5F6-27A87F89571A}" sibTransId="{C3EF660D-BABE-46A9-B9F6-D4DD6E9A8B08}"/>
    <dgm:cxn modelId="{24826FDC-5918-4D20-B49D-1B522F3D1F05}" srcId="{CAFFAAD6-23A2-4170-B72E-15B505743C95}" destId="{E78B0644-B1DF-43FF-AF62-065CF917815F}" srcOrd="2" destOrd="0" parTransId="{4E7F3F2F-9C54-40DF-BE71-7F430E0582D3}" sibTransId="{BB43EFF6-6338-45A7-955C-EED362771463}"/>
    <dgm:cxn modelId="{A49099EA-9530-4600-8DE6-3BAF558F952E}" srcId="{CAFFAAD6-23A2-4170-B72E-15B505743C95}" destId="{F46B5934-A3BB-4DDC-BA3F-425595E724DE}" srcOrd="4" destOrd="0" parTransId="{C6907365-8B9E-4E89-9004-457C5AF347C2}" sibTransId="{CA04E64C-D352-4CFB-A6F4-BDEECDAD0063}"/>
    <dgm:cxn modelId="{10D61AA4-472A-4385-B7F0-80008A0C407B}" type="presParOf" srcId="{BCAA5659-811A-4ECE-B9C9-BBDBD99F1F2A}" destId="{3E6B942D-17FC-4F9B-9CF0-8F3764B88E21}" srcOrd="0" destOrd="0" presId="urn:microsoft.com/office/officeart/2018/2/layout/IconVerticalSolidList"/>
    <dgm:cxn modelId="{17724C5F-08F9-41E6-BB32-A57721E91A4A}" type="presParOf" srcId="{3E6B942D-17FC-4F9B-9CF0-8F3764B88E21}" destId="{3ED695EF-4E47-4C3F-8DF4-DF1DB637BB05}" srcOrd="0" destOrd="0" presId="urn:microsoft.com/office/officeart/2018/2/layout/IconVerticalSolidList"/>
    <dgm:cxn modelId="{8E18331B-6893-45F6-95E5-924228905EE8}" type="presParOf" srcId="{3E6B942D-17FC-4F9B-9CF0-8F3764B88E21}" destId="{1F8562D3-E6D4-4EE1-B08E-8ADD11531FA1}" srcOrd="1" destOrd="0" presId="urn:microsoft.com/office/officeart/2018/2/layout/IconVerticalSolidList"/>
    <dgm:cxn modelId="{515AA1E0-369C-465F-A0D1-9152879A4117}" type="presParOf" srcId="{3E6B942D-17FC-4F9B-9CF0-8F3764B88E21}" destId="{35682939-A37D-4296-9AD7-3AA17A4E42E7}" srcOrd="2" destOrd="0" presId="urn:microsoft.com/office/officeart/2018/2/layout/IconVerticalSolidList"/>
    <dgm:cxn modelId="{5807A1A2-DBA5-40C7-9248-72C8DA21B053}" type="presParOf" srcId="{3E6B942D-17FC-4F9B-9CF0-8F3764B88E21}" destId="{243E9226-43D9-4775-A20E-BC5D2BD8875A}" srcOrd="3" destOrd="0" presId="urn:microsoft.com/office/officeart/2018/2/layout/IconVerticalSolidList"/>
    <dgm:cxn modelId="{FA7F0F32-8450-454D-B686-09FED498F099}" type="presParOf" srcId="{BCAA5659-811A-4ECE-B9C9-BBDBD99F1F2A}" destId="{FA858C04-C8D6-4205-A010-2B4CAC043176}" srcOrd="1" destOrd="0" presId="urn:microsoft.com/office/officeart/2018/2/layout/IconVerticalSolidList"/>
    <dgm:cxn modelId="{5F3D5769-6376-49F0-A2F5-E88B587BDBC8}" type="presParOf" srcId="{BCAA5659-811A-4ECE-B9C9-BBDBD99F1F2A}" destId="{D80CABC3-3F84-43F4-B574-0D026D6D65E1}" srcOrd="2" destOrd="0" presId="urn:microsoft.com/office/officeart/2018/2/layout/IconVerticalSolidList"/>
    <dgm:cxn modelId="{46D97A1C-0C00-474D-949C-558813E436CE}" type="presParOf" srcId="{D80CABC3-3F84-43F4-B574-0D026D6D65E1}" destId="{88B8DE9F-BFF9-40F9-827B-E1AB5395B1CC}" srcOrd="0" destOrd="0" presId="urn:microsoft.com/office/officeart/2018/2/layout/IconVerticalSolidList"/>
    <dgm:cxn modelId="{FA2748AF-1A7E-4BA8-B816-8B569995803A}" type="presParOf" srcId="{D80CABC3-3F84-43F4-B574-0D026D6D65E1}" destId="{69C5A09E-B9AE-4014-B93F-C539F40E6D14}" srcOrd="1" destOrd="0" presId="urn:microsoft.com/office/officeart/2018/2/layout/IconVerticalSolidList"/>
    <dgm:cxn modelId="{16E61D62-2DD6-4447-8B25-55992904F24D}" type="presParOf" srcId="{D80CABC3-3F84-43F4-B574-0D026D6D65E1}" destId="{B5042474-A7DA-49BB-A7EA-F88789CD8A9A}" srcOrd="2" destOrd="0" presId="urn:microsoft.com/office/officeart/2018/2/layout/IconVerticalSolidList"/>
    <dgm:cxn modelId="{4EF91659-423E-4C08-ABCB-EC7413064D12}" type="presParOf" srcId="{D80CABC3-3F84-43F4-B574-0D026D6D65E1}" destId="{2D6D793E-B797-4586-A248-0B1C875C7641}" srcOrd="3" destOrd="0" presId="urn:microsoft.com/office/officeart/2018/2/layout/IconVerticalSolidList"/>
    <dgm:cxn modelId="{190240D3-C249-4EDD-856F-254EE36B681A}" type="presParOf" srcId="{BCAA5659-811A-4ECE-B9C9-BBDBD99F1F2A}" destId="{5EE9E149-E9AE-4910-80C7-1C5581D09323}" srcOrd="3" destOrd="0" presId="urn:microsoft.com/office/officeart/2018/2/layout/IconVerticalSolidList"/>
    <dgm:cxn modelId="{6637B674-4DDC-45A3-A5CC-E2AECDDF4C7C}" type="presParOf" srcId="{BCAA5659-811A-4ECE-B9C9-BBDBD99F1F2A}" destId="{8B03034F-301E-4B37-A1A4-48C01603F758}" srcOrd="4" destOrd="0" presId="urn:microsoft.com/office/officeart/2018/2/layout/IconVerticalSolidList"/>
    <dgm:cxn modelId="{C464408D-EBB2-4291-9965-EDA237B6BD32}" type="presParOf" srcId="{8B03034F-301E-4B37-A1A4-48C01603F758}" destId="{12930027-1F86-4E37-AE86-4A255152A462}" srcOrd="0" destOrd="0" presId="urn:microsoft.com/office/officeart/2018/2/layout/IconVerticalSolidList"/>
    <dgm:cxn modelId="{5C04F949-FA32-49A2-8010-3AD02CDA60D3}" type="presParOf" srcId="{8B03034F-301E-4B37-A1A4-48C01603F758}" destId="{10B74E8D-0F59-433C-9A33-E1E81D19EBBB}" srcOrd="1" destOrd="0" presId="urn:microsoft.com/office/officeart/2018/2/layout/IconVerticalSolidList"/>
    <dgm:cxn modelId="{98B3568F-FA0D-4FCB-AC1E-806A041B3CB5}" type="presParOf" srcId="{8B03034F-301E-4B37-A1A4-48C01603F758}" destId="{5177647B-2874-473D-B700-AA43BE45D447}" srcOrd="2" destOrd="0" presId="urn:microsoft.com/office/officeart/2018/2/layout/IconVerticalSolidList"/>
    <dgm:cxn modelId="{05F4688B-6850-4E1F-841F-8DB566435FC8}" type="presParOf" srcId="{8B03034F-301E-4B37-A1A4-48C01603F758}" destId="{9F7AA49A-30A1-441D-BB22-C76B7AD6BADB}" srcOrd="3" destOrd="0" presId="urn:microsoft.com/office/officeart/2018/2/layout/IconVerticalSolidList"/>
    <dgm:cxn modelId="{19A62B42-22F4-4712-851E-B1D0C1983EBE}" type="presParOf" srcId="{BCAA5659-811A-4ECE-B9C9-BBDBD99F1F2A}" destId="{92C06756-CA9A-44DB-AB68-1133918192A1}" srcOrd="5" destOrd="0" presId="urn:microsoft.com/office/officeart/2018/2/layout/IconVerticalSolidList"/>
    <dgm:cxn modelId="{C1CFAE92-7991-4885-B6CC-2109B723BD2F}" type="presParOf" srcId="{BCAA5659-811A-4ECE-B9C9-BBDBD99F1F2A}" destId="{73D314F4-41BC-40A1-8FD7-B898A81E79A2}" srcOrd="6" destOrd="0" presId="urn:microsoft.com/office/officeart/2018/2/layout/IconVerticalSolidList"/>
    <dgm:cxn modelId="{9F386F8B-5D58-4198-B673-2A9789218372}" type="presParOf" srcId="{73D314F4-41BC-40A1-8FD7-B898A81E79A2}" destId="{401554BA-51F1-4008-8088-AEE5CD916FCC}" srcOrd="0" destOrd="0" presId="urn:microsoft.com/office/officeart/2018/2/layout/IconVerticalSolidList"/>
    <dgm:cxn modelId="{A0127FEF-CB8F-4FAB-9DF5-7D5B75B42373}" type="presParOf" srcId="{73D314F4-41BC-40A1-8FD7-B898A81E79A2}" destId="{0AA90B25-7E39-490C-94B8-5D7CC86616CA}" srcOrd="1" destOrd="0" presId="urn:microsoft.com/office/officeart/2018/2/layout/IconVerticalSolidList"/>
    <dgm:cxn modelId="{6F925634-29A4-4C4B-8032-B270C9FF9AB7}" type="presParOf" srcId="{73D314F4-41BC-40A1-8FD7-B898A81E79A2}" destId="{1EEBE39F-912B-497B-8CF0-4498CD978813}" srcOrd="2" destOrd="0" presId="urn:microsoft.com/office/officeart/2018/2/layout/IconVerticalSolidList"/>
    <dgm:cxn modelId="{B823F2CA-38F9-4E11-A207-7ACD5BC7BFCF}" type="presParOf" srcId="{73D314F4-41BC-40A1-8FD7-B898A81E79A2}" destId="{2BD238F7-9C4F-4D7E-85AA-0685550F92AD}" srcOrd="3" destOrd="0" presId="urn:microsoft.com/office/officeart/2018/2/layout/IconVerticalSolidList"/>
    <dgm:cxn modelId="{334DE66D-DB1B-4D25-B996-90C274AA2746}" type="presParOf" srcId="{BCAA5659-811A-4ECE-B9C9-BBDBD99F1F2A}" destId="{2BE591CF-2895-4F42-B2B7-6C7B348F52D2}" srcOrd="7" destOrd="0" presId="urn:microsoft.com/office/officeart/2018/2/layout/IconVerticalSolidList"/>
    <dgm:cxn modelId="{E02101AA-5FAE-4514-B5C3-31C58D04384E}" type="presParOf" srcId="{BCAA5659-811A-4ECE-B9C9-BBDBD99F1F2A}" destId="{DED5CF21-4790-47DF-B38F-095A2FC66C34}" srcOrd="8" destOrd="0" presId="urn:microsoft.com/office/officeart/2018/2/layout/IconVerticalSolidList"/>
    <dgm:cxn modelId="{3ED350BA-4AB0-44BC-9B22-29955A4134E4}" type="presParOf" srcId="{DED5CF21-4790-47DF-B38F-095A2FC66C34}" destId="{3AEC4C33-D60D-498E-916B-2A4705EE4AE4}" srcOrd="0" destOrd="0" presId="urn:microsoft.com/office/officeart/2018/2/layout/IconVerticalSolidList"/>
    <dgm:cxn modelId="{274FB4F4-BACF-4C15-B38E-580F55A70523}" type="presParOf" srcId="{DED5CF21-4790-47DF-B38F-095A2FC66C34}" destId="{D676761A-49C2-42D6-A526-68C3E3C2F9D2}" srcOrd="1" destOrd="0" presId="urn:microsoft.com/office/officeart/2018/2/layout/IconVerticalSolidList"/>
    <dgm:cxn modelId="{EECA9A14-DAAF-4132-A10D-7DE2166525E0}" type="presParOf" srcId="{DED5CF21-4790-47DF-B38F-095A2FC66C34}" destId="{00556EE3-5D73-4D3A-8CDD-2B0B2B9961F5}" srcOrd="2" destOrd="0" presId="urn:microsoft.com/office/officeart/2018/2/layout/IconVerticalSolidList"/>
    <dgm:cxn modelId="{B8DF3FC9-77B2-49F0-BE8D-B0549490DACA}" type="presParOf" srcId="{DED5CF21-4790-47DF-B38F-095A2FC66C34}" destId="{5CA27F93-2C26-4D78-85E9-A18B3B4EAA3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84C3D9-984A-4A22-8BC1-E896E81AA52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B747DF2-B0B9-46E4-A5D4-AA454C91FF35}">
      <dgm:prSet/>
      <dgm:spPr/>
      <dgm:t>
        <a:bodyPr/>
        <a:lstStyle/>
        <a:p>
          <a:r>
            <a:rPr lang="en-US"/>
            <a:t>Apresentação do curso, metodologia e critérios de avaliação.</a:t>
          </a:r>
        </a:p>
      </dgm:t>
    </dgm:pt>
    <dgm:pt modelId="{C2F92986-ADFF-46FB-B362-04270AE84C4D}" type="parTrans" cxnId="{16C10D7A-56DA-4A63-A96D-8BBA4397F4BB}">
      <dgm:prSet/>
      <dgm:spPr/>
      <dgm:t>
        <a:bodyPr/>
        <a:lstStyle/>
        <a:p>
          <a:endParaRPr lang="en-US"/>
        </a:p>
      </dgm:t>
    </dgm:pt>
    <dgm:pt modelId="{49FFD08B-EF5C-4AA2-AA84-0439E01BBC95}" type="sibTrans" cxnId="{16C10D7A-56DA-4A63-A96D-8BBA4397F4BB}">
      <dgm:prSet/>
      <dgm:spPr/>
      <dgm:t>
        <a:bodyPr/>
        <a:lstStyle/>
        <a:p>
          <a:endParaRPr lang="en-US"/>
        </a:p>
      </dgm:t>
    </dgm:pt>
    <dgm:pt modelId="{09C3CA96-49D3-4E86-A9C4-DC1EAE1F72AE}">
      <dgm:prSet/>
      <dgm:spPr/>
      <dgm:t>
        <a:bodyPr/>
        <a:lstStyle/>
        <a:p>
          <a:r>
            <a:rPr lang="en-US"/>
            <a:t>Importância do Big Data e seu impacto em diversas áreas.</a:t>
          </a:r>
        </a:p>
      </dgm:t>
    </dgm:pt>
    <dgm:pt modelId="{18D13055-BCD5-475C-9A28-C3830E8682C5}" type="parTrans" cxnId="{5FF51E96-A771-4918-84C0-1F8743005F51}">
      <dgm:prSet/>
      <dgm:spPr/>
      <dgm:t>
        <a:bodyPr/>
        <a:lstStyle/>
        <a:p>
          <a:endParaRPr lang="en-US"/>
        </a:p>
      </dgm:t>
    </dgm:pt>
    <dgm:pt modelId="{3DAF3FF8-981B-42A2-A08B-00CA6627FAFF}" type="sibTrans" cxnId="{5FF51E96-A771-4918-84C0-1F8743005F51}">
      <dgm:prSet/>
      <dgm:spPr/>
      <dgm:t>
        <a:bodyPr/>
        <a:lstStyle/>
        <a:p>
          <a:endParaRPr lang="en-US"/>
        </a:p>
      </dgm:t>
    </dgm:pt>
    <dgm:pt modelId="{FEBCEF01-0DDC-4578-A4B0-88F4DF86F888}">
      <dgm:prSet/>
      <dgm:spPr/>
      <dgm:t>
        <a:bodyPr/>
        <a:lstStyle/>
        <a:p>
          <a:r>
            <a:rPr lang="en-US"/>
            <a:t>Introdução ao conceito de dados massivos e como eles influenciam o mundo.</a:t>
          </a:r>
        </a:p>
      </dgm:t>
    </dgm:pt>
    <dgm:pt modelId="{4F60A4D7-47E0-414B-B92B-85188729F802}" type="parTrans" cxnId="{E2DE4293-3842-4EA7-B14D-49B5C2F40314}">
      <dgm:prSet/>
      <dgm:spPr/>
      <dgm:t>
        <a:bodyPr/>
        <a:lstStyle/>
        <a:p>
          <a:endParaRPr lang="en-US"/>
        </a:p>
      </dgm:t>
    </dgm:pt>
    <dgm:pt modelId="{EFC5CE64-95B7-467B-8A10-322AA6BD6804}" type="sibTrans" cxnId="{E2DE4293-3842-4EA7-B14D-49B5C2F40314}">
      <dgm:prSet/>
      <dgm:spPr/>
      <dgm:t>
        <a:bodyPr/>
        <a:lstStyle/>
        <a:p>
          <a:endParaRPr lang="en-US"/>
        </a:p>
      </dgm:t>
    </dgm:pt>
    <dgm:pt modelId="{CCDF714D-13F8-4F33-B8C4-BEF6387DE07F}" type="pres">
      <dgm:prSet presAssocID="{9784C3D9-984A-4A22-8BC1-E896E81AA525}" presName="root" presStyleCnt="0">
        <dgm:presLayoutVars>
          <dgm:dir/>
          <dgm:resizeHandles val="exact"/>
        </dgm:presLayoutVars>
      </dgm:prSet>
      <dgm:spPr/>
    </dgm:pt>
    <dgm:pt modelId="{EA98C173-336E-4873-84AF-FB17407D0F8A}" type="pres">
      <dgm:prSet presAssocID="{DB747DF2-B0B9-46E4-A5D4-AA454C91FF35}" presName="compNode" presStyleCnt="0"/>
      <dgm:spPr/>
    </dgm:pt>
    <dgm:pt modelId="{85D5FAA2-AA9A-4881-8A8A-B309D371C89C}" type="pres">
      <dgm:prSet presAssocID="{DB747DF2-B0B9-46E4-A5D4-AA454C91FF3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Verificação"/>
        </a:ext>
      </dgm:extLst>
    </dgm:pt>
    <dgm:pt modelId="{7B22565D-EFF1-4A82-95A5-EC38D43E1B5A}" type="pres">
      <dgm:prSet presAssocID="{DB747DF2-B0B9-46E4-A5D4-AA454C91FF35}" presName="spaceRect" presStyleCnt="0"/>
      <dgm:spPr/>
    </dgm:pt>
    <dgm:pt modelId="{D5A30F93-DD0D-4E8C-B6D7-C266EDA4F75F}" type="pres">
      <dgm:prSet presAssocID="{DB747DF2-B0B9-46E4-A5D4-AA454C91FF35}" presName="textRect" presStyleLbl="revTx" presStyleIdx="0" presStyleCnt="3">
        <dgm:presLayoutVars>
          <dgm:chMax val="1"/>
          <dgm:chPref val="1"/>
        </dgm:presLayoutVars>
      </dgm:prSet>
      <dgm:spPr/>
    </dgm:pt>
    <dgm:pt modelId="{6EF163A7-703B-4C36-9C11-C1E3E6CF5BC1}" type="pres">
      <dgm:prSet presAssocID="{49FFD08B-EF5C-4AA2-AA84-0439E01BBC95}" presName="sibTrans" presStyleCnt="0"/>
      <dgm:spPr/>
    </dgm:pt>
    <dgm:pt modelId="{F3DEDAA2-B8AF-4787-A458-2DD3FFA83D3C}" type="pres">
      <dgm:prSet presAssocID="{09C3CA96-49D3-4E86-A9C4-DC1EAE1F72AE}" presName="compNode" presStyleCnt="0"/>
      <dgm:spPr/>
    </dgm:pt>
    <dgm:pt modelId="{78D112D3-C889-479C-8994-E03113AAE890}" type="pres">
      <dgm:prSet presAssocID="{09C3CA96-49D3-4E86-A9C4-DC1EAE1F72A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0692E7C1-479A-416B-98A3-6B088D54C1A8}" type="pres">
      <dgm:prSet presAssocID="{09C3CA96-49D3-4E86-A9C4-DC1EAE1F72AE}" presName="spaceRect" presStyleCnt="0"/>
      <dgm:spPr/>
    </dgm:pt>
    <dgm:pt modelId="{F9EADBD4-842E-479B-BF53-5D5F7082C7E8}" type="pres">
      <dgm:prSet presAssocID="{09C3CA96-49D3-4E86-A9C4-DC1EAE1F72AE}" presName="textRect" presStyleLbl="revTx" presStyleIdx="1" presStyleCnt="3">
        <dgm:presLayoutVars>
          <dgm:chMax val="1"/>
          <dgm:chPref val="1"/>
        </dgm:presLayoutVars>
      </dgm:prSet>
      <dgm:spPr/>
    </dgm:pt>
    <dgm:pt modelId="{694F7D3F-B923-439B-BF08-ADF9A21CED48}" type="pres">
      <dgm:prSet presAssocID="{3DAF3FF8-981B-42A2-A08B-00CA6627FAFF}" presName="sibTrans" presStyleCnt="0"/>
      <dgm:spPr/>
    </dgm:pt>
    <dgm:pt modelId="{D4C3A341-2837-4886-A47B-C92040CC9D83}" type="pres">
      <dgm:prSet presAssocID="{FEBCEF01-0DDC-4578-A4B0-88F4DF86F888}" presName="compNode" presStyleCnt="0"/>
      <dgm:spPr/>
    </dgm:pt>
    <dgm:pt modelId="{A5CF26FE-85E5-445E-9F7A-3CD2620E24A5}" type="pres">
      <dgm:prSet presAssocID="{FEBCEF01-0DDC-4578-A4B0-88F4DF86F8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35488F51-73C3-4CEB-AC4C-4E6A45085F31}" type="pres">
      <dgm:prSet presAssocID="{FEBCEF01-0DDC-4578-A4B0-88F4DF86F888}" presName="spaceRect" presStyleCnt="0"/>
      <dgm:spPr/>
    </dgm:pt>
    <dgm:pt modelId="{CC6D0F42-9EC1-4A9B-9E81-4C27374B721C}" type="pres">
      <dgm:prSet presAssocID="{FEBCEF01-0DDC-4578-A4B0-88F4DF86F88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4790E19-91D0-48AB-8BA5-488B243CF389}" type="presOf" srcId="{9784C3D9-984A-4A22-8BC1-E896E81AA525}" destId="{CCDF714D-13F8-4F33-B8C4-BEF6387DE07F}" srcOrd="0" destOrd="0" presId="urn:microsoft.com/office/officeart/2018/2/layout/IconLabelList"/>
    <dgm:cxn modelId="{FFC31119-D6CF-43D4-B998-B7B7BBB1E792}" type="presOf" srcId="{FEBCEF01-0DDC-4578-A4B0-88F4DF86F888}" destId="{CC6D0F42-9EC1-4A9B-9E81-4C27374B721C}" srcOrd="0" destOrd="0" presId="urn:microsoft.com/office/officeart/2018/2/layout/IconLabelList"/>
    <dgm:cxn modelId="{2E73CE74-B862-4EC1-AB4E-C5E55432C353}" type="presOf" srcId="{09C3CA96-49D3-4E86-A9C4-DC1EAE1F72AE}" destId="{F9EADBD4-842E-479B-BF53-5D5F7082C7E8}" srcOrd="0" destOrd="0" presId="urn:microsoft.com/office/officeart/2018/2/layout/IconLabelList"/>
    <dgm:cxn modelId="{16C10D7A-56DA-4A63-A96D-8BBA4397F4BB}" srcId="{9784C3D9-984A-4A22-8BC1-E896E81AA525}" destId="{DB747DF2-B0B9-46E4-A5D4-AA454C91FF35}" srcOrd="0" destOrd="0" parTransId="{C2F92986-ADFF-46FB-B362-04270AE84C4D}" sibTransId="{49FFD08B-EF5C-4AA2-AA84-0439E01BBC95}"/>
    <dgm:cxn modelId="{E2DE4293-3842-4EA7-B14D-49B5C2F40314}" srcId="{9784C3D9-984A-4A22-8BC1-E896E81AA525}" destId="{FEBCEF01-0DDC-4578-A4B0-88F4DF86F888}" srcOrd="2" destOrd="0" parTransId="{4F60A4D7-47E0-414B-B92B-85188729F802}" sibTransId="{EFC5CE64-95B7-467B-8A10-322AA6BD6804}"/>
    <dgm:cxn modelId="{5FF51E96-A771-4918-84C0-1F8743005F51}" srcId="{9784C3D9-984A-4A22-8BC1-E896E81AA525}" destId="{09C3CA96-49D3-4E86-A9C4-DC1EAE1F72AE}" srcOrd="1" destOrd="0" parTransId="{18D13055-BCD5-475C-9A28-C3830E8682C5}" sibTransId="{3DAF3FF8-981B-42A2-A08B-00CA6627FAFF}"/>
    <dgm:cxn modelId="{FAEC57FA-9C40-4125-8A9A-36344AF63430}" type="presOf" srcId="{DB747DF2-B0B9-46E4-A5D4-AA454C91FF35}" destId="{D5A30F93-DD0D-4E8C-B6D7-C266EDA4F75F}" srcOrd="0" destOrd="0" presId="urn:microsoft.com/office/officeart/2018/2/layout/IconLabelList"/>
    <dgm:cxn modelId="{7A36259D-1A84-421E-9765-483FA157849F}" type="presParOf" srcId="{CCDF714D-13F8-4F33-B8C4-BEF6387DE07F}" destId="{EA98C173-336E-4873-84AF-FB17407D0F8A}" srcOrd="0" destOrd="0" presId="urn:microsoft.com/office/officeart/2018/2/layout/IconLabelList"/>
    <dgm:cxn modelId="{BE38A2C4-B07D-4621-833A-65FA21394EDA}" type="presParOf" srcId="{EA98C173-336E-4873-84AF-FB17407D0F8A}" destId="{85D5FAA2-AA9A-4881-8A8A-B309D371C89C}" srcOrd="0" destOrd="0" presId="urn:microsoft.com/office/officeart/2018/2/layout/IconLabelList"/>
    <dgm:cxn modelId="{639BA515-FB15-48D2-8F42-5B040933A011}" type="presParOf" srcId="{EA98C173-336E-4873-84AF-FB17407D0F8A}" destId="{7B22565D-EFF1-4A82-95A5-EC38D43E1B5A}" srcOrd="1" destOrd="0" presId="urn:microsoft.com/office/officeart/2018/2/layout/IconLabelList"/>
    <dgm:cxn modelId="{AE08E69C-2DE6-4B2F-B677-7E9D460B5D1F}" type="presParOf" srcId="{EA98C173-336E-4873-84AF-FB17407D0F8A}" destId="{D5A30F93-DD0D-4E8C-B6D7-C266EDA4F75F}" srcOrd="2" destOrd="0" presId="urn:microsoft.com/office/officeart/2018/2/layout/IconLabelList"/>
    <dgm:cxn modelId="{1DB97301-9DCD-4236-802D-2212F9143930}" type="presParOf" srcId="{CCDF714D-13F8-4F33-B8C4-BEF6387DE07F}" destId="{6EF163A7-703B-4C36-9C11-C1E3E6CF5BC1}" srcOrd="1" destOrd="0" presId="urn:microsoft.com/office/officeart/2018/2/layout/IconLabelList"/>
    <dgm:cxn modelId="{C7C2EB93-E41C-4BC8-9E0A-900DDF796632}" type="presParOf" srcId="{CCDF714D-13F8-4F33-B8C4-BEF6387DE07F}" destId="{F3DEDAA2-B8AF-4787-A458-2DD3FFA83D3C}" srcOrd="2" destOrd="0" presId="urn:microsoft.com/office/officeart/2018/2/layout/IconLabelList"/>
    <dgm:cxn modelId="{2331AABC-23A9-455A-A890-CC1F2D096D34}" type="presParOf" srcId="{F3DEDAA2-B8AF-4787-A458-2DD3FFA83D3C}" destId="{78D112D3-C889-479C-8994-E03113AAE890}" srcOrd="0" destOrd="0" presId="urn:microsoft.com/office/officeart/2018/2/layout/IconLabelList"/>
    <dgm:cxn modelId="{024ED472-27D6-4123-B276-A40876F6858A}" type="presParOf" srcId="{F3DEDAA2-B8AF-4787-A458-2DD3FFA83D3C}" destId="{0692E7C1-479A-416B-98A3-6B088D54C1A8}" srcOrd="1" destOrd="0" presId="urn:microsoft.com/office/officeart/2018/2/layout/IconLabelList"/>
    <dgm:cxn modelId="{D2238AFD-C9BD-42A5-93D6-DD70A7743450}" type="presParOf" srcId="{F3DEDAA2-B8AF-4787-A458-2DD3FFA83D3C}" destId="{F9EADBD4-842E-479B-BF53-5D5F7082C7E8}" srcOrd="2" destOrd="0" presId="urn:microsoft.com/office/officeart/2018/2/layout/IconLabelList"/>
    <dgm:cxn modelId="{51527EDC-5FF6-4485-8025-D7DD49090EBE}" type="presParOf" srcId="{CCDF714D-13F8-4F33-B8C4-BEF6387DE07F}" destId="{694F7D3F-B923-439B-BF08-ADF9A21CED48}" srcOrd="3" destOrd="0" presId="urn:microsoft.com/office/officeart/2018/2/layout/IconLabelList"/>
    <dgm:cxn modelId="{B677F01E-FCF7-4312-A32A-94854C80C66A}" type="presParOf" srcId="{CCDF714D-13F8-4F33-B8C4-BEF6387DE07F}" destId="{D4C3A341-2837-4886-A47B-C92040CC9D83}" srcOrd="4" destOrd="0" presId="urn:microsoft.com/office/officeart/2018/2/layout/IconLabelList"/>
    <dgm:cxn modelId="{6A678882-4D1F-4B20-95A8-11F0B7C621E1}" type="presParOf" srcId="{D4C3A341-2837-4886-A47B-C92040CC9D83}" destId="{A5CF26FE-85E5-445E-9F7A-3CD2620E24A5}" srcOrd="0" destOrd="0" presId="urn:microsoft.com/office/officeart/2018/2/layout/IconLabelList"/>
    <dgm:cxn modelId="{4200CAFD-95F9-473F-9313-661E56618ABA}" type="presParOf" srcId="{D4C3A341-2837-4886-A47B-C92040CC9D83}" destId="{35488F51-73C3-4CEB-AC4C-4E6A45085F31}" srcOrd="1" destOrd="0" presId="urn:microsoft.com/office/officeart/2018/2/layout/IconLabelList"/>
    <dgm:cxn modelId="{875CB564-B5B3-4BB4-875B-5EDB0E0894C1}" type="presParOf" srcId="{D4C3A341-2837-4886-A47B-C92040CC9D83}" destId="{CC6D0F42-9EC1-4A9B-9E81-4C27374B72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C73D001-0DC2-40D6-8ABD-5AAA6A053B4E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F933DDD-3FA9-4B8B-B8C7-676C74F8822C}">
      <dgm:prSet/>
      <dgm:spPr/>
      <dgm:t>
        <a:bodyPr/>
        <a:lstStyle/>
        <a:p>
          <a:pPr>
            <a:defRPr b="1"/>
          </a:pPr>
          <a:r>
            <a:rPr lang="en-US"/>
            <a:t>Definição e contextualização do Big Data.</a:t>
          </a:r>
        </a:p>
      </dgm:t>
    </dgm:pt>
    <dgm:pt modelId="{B7613436-435D-4487-85C6-BADC7307575A}" type="parTrans" cxnId="{D7C2D6E9-4323-454A-8C1D-FA2E21DBD528}">
      <dgm:prSet/>
      <dgm:spPr/>
      <dgm:t>
        <a:bodyPr/>
        <a:lstStyle/>
        <a:p>
          <a:endParaRPr lang="en-US"/>
        </a:p>
      </dgm:t>
    </dgm:pt>
    <dgm:pt modelId="{BCA31F62-5118-494C-AFBC-C0895D3DEB84}" type="sibTrans" cxnId="{D7C2D6E9-4323-454A-8C1D-FA2E21DBD528}">
      <dgm:prSet/>
      <dgm:spPr/>
      <dgm:t>
        <a:bodyPr/>
        <a:lstStyle/>
        <a:p>
          <a:endParaRPr lang="en-US"/>
        </a:p>
      </dgm:t>
    </dgm:pt>
    <dgm:pt modelId="{031BA9F3-059B-44BC-B45A-81412F57163D}">
      <dgm:prSet/>
      <dgm:spPr/>
      <dgm:t>
        <a:bodyPr/>
        <a:lstStyle/>
        <a:p>
          <a:pPr>
            <a:defRPr b="1"/>
          </a:pPr>
          <a:r>
            <a:rPr lang="en-US"/>
            <a:t>Os 5Vs do Big Data:</a:t>
          </a:r>
        </a:p>
      </dgm:t>
    </dgm:pt>
    <dgm:pt modelId="{16C00F6C-40A7-41CC-A91E-49F2EC178F8F}" type="parTrans" cxnId="{3E4F6B18-02DB-4C63-911F-A460E10F9970}">
      <dgm:prSet/>
      <dgm:spPr/>
      <dgm:t>
        <a:bodyPr/>
        <a:lstStyle/>
        <a:p>
          <a:endParaRPr lang="en-US"/>
        </a:p>
      </dgm:t>
    </dgm:pt>
    <dgm:pt modelId="{3897D5F6-30A2-4E12-9C77-A2E75AF5820F}" type="sibTrans" cxnId="{3E4F6B18-02DB-4C63-911F-A460E10F9970}">
      <dgm:prSet/>
      <dgm:spPr/>
      <dgm:t>
        <a:bodyPr/>
        <a:lstStyle/>
        <a:p>
          <a:endParaRPr lang="en-US"/>
        </a:p>
      </dgm:t>
    </dgm:pt>
    <dgm:pt modelId="{238E5816-0DAE-42F7-A86E-DEBF271AEED2}">
      <dgm:prSet/>
      <dgm:spPr/>
      <dgm:t>
        <a:bodyPr/>
        <a:lstStyle/>
        <a:p>
          <a:r>
            <a:rPr lang="en-US"/>
            <a:t>Volume: Grande quantidade de dados. </a:t>
          </a:r>
        </a:p>
      </dgm:t>
    </dgm:pt>
    <dgm:pt modelId="{9B9AD646-0F9A-4F0D-8C1A-23B72D379CA3}" type="parTrans" cxnId="{B2BAD5AD-4F09-4DF8-9148-70B86BAA6494}">
      <dgm:prSet/>
      <dgm:spPr/>
      <dgm:t>
        <a:bodyPr/>
        <a:lstStyle/>
        <a:p>
          <a:endParaRPr lang="en-US"/>
        </a:p>
      </dgm:t>
    </dgm:pt>
    <dgm:pt modelId="{0461C7DA-B650-422B-A503-CEA0AF845EDF}" type="sibTrans" cxnId="{B2BAD5AD-4F09-4DF8-9148-70B86BAA6494}">
      <dgm:prSet/>
      <dgm:spPr/>
      <dgm:t>
        <a:bodyPr/>
        <a:lstStyle/>
        <a:p>
          <a:endParaRPr lang="en-US"/>
        </a:p>
      </dgm:t>
    </dgm:pt>
    <dgm:pt modelId="{7B414A5A-30C3-44FE-A808-DFE7AFA5434B}">
      <dgm:prSet/>
      <dgm:spPr/>
      <dgm:t>
        <a:bodyPr/>
        <a:lstStyle/>
        <a:p>
          <a:r>
            <a:rPr lang="en-US"/>
            <a:t>Velocidade: Processamento em tempo real ou lote.</a:t>
          </a:r>
        </a:p>
      </dgm:t>
    </dgm:pt>
    <dgm:pt modelId="{FD894408-89DC-4885-8499-049564803499}" type="parTrans" cxnId="{5D91ED08-EC22-4ADC-9C0B-E979AB2DFB10}">
      <dgm:prSet/>
      <dgm:spPr/>
      <dgm:t>
        <a:bodyPr/>
        <a:lstStyle/>
        <a:p>
          <a:endParaRPr lang="en-US"/>
        </a:p>
      </dgm:t>
    </dgm:pt>
    <dgm:pt modelId="{9C26E793-C15C-4B21-8CD6-38F9422B8C2F}" type="sibTrans" cxnId="{5D91ED08-EC22-4ADC-9C0B-E979AB2DFB10}">
      <dgm:prSet/>
      <dgm:spPr/>
      <dgm:t>
        <a:bodyPr/>
        <a:lstStyle/>
        <a:p>
          <a:endParaRPr lang="en-US"/>
        </a:p>
      </dgm:t>
    </dgm:pt>
    <dgm:pt modelId="{1671306D-74AD-40E3-9E79-D27EEAD5281D}">
      <dgm:prSet/>
      <dgm:spPr/>
      <dgm:t>
        <a:bodyPr/>
        <a:lstStyle/>
        <a:p>
          <a:r>
            <a:rPr lang="en-US"/>
            <a:t>Variedade: Dados estruturados, semiestruturados e não estruturados.</a:t>
          </a:r>
        </a:p>
      </dgm:t>
    </dgm:pt>
    <dgm:pt modelId="{6E7CF23F-BDD8-4311-A2E5-D5D66F83725E}" type="parTrans" cxnId="{51EF00CA-1C69-4E6F-9726-1DCCA53D65A4}">
      <dgm:prSet/>
      <dgm:spPr/>
      <dgm:t>
        <a:bodyPr/>
        <a:lstStyle/>
        <a:p>
          <a:endParaRPr lang="en-US"/>
        </a:p>
      </dgm:t>
    </dgm:pt>
    <dgm:pt modelId="{DB8B115B-E28B-431C-B3C2-16F4F1ACA694}" type="sibTrans" cxnId="{51EF00CA-1C69-4E6F-9726-1DCCA53D65A4}">
      <dgm:prSet/>
      <dgm:spPr/>
      <dgm:t>
        <a:bodyPr/>
        <a:lstStyle/>
        <a:p>
          <a:endParaRPr lang="en-US"/>
        </a:p>
      </dgm:t>
    </dgm:pt>
    <dgm:pt modelId="{EA7A9003-F410-4153-A11C-4D4A8FEF96B4}">
      <dgm:prSet/>
      <dgm:spPr/>
      <dgm:t>
        <a:bodyPr/>
        <a:lstStyle/>
        <a:p>
          <a:r>
            <a:rPr lang="en-US"/>
            <a:t>Veracidade: Qualidade e confiabilidade dos dados.</a:t>
          </a:r>
        </a:p>
      </dgm:t>
    </dgm:pt>
    <dgm:pt modelId="{BA04C339-573E-4415-B6E5-B04083A618E3}" type="parTrans" cxnId="{F6BD8D28-12F1-4350-B447-8061B0B70BCF}">
      <dgm:prSet/>
      <dgm:spPr/>
      <dgm:t>
        <a:bodyPr/>
        <a:lstStyle/>
        <a:p>
          <a:endParaRPr lang="en-US"/>
        </a:p>
      </dgm:t>
    </dgm:pt>
    <dgm:pt modelId="{840AB106-9EE0-482D-81AA-A48EFFF6D077}" type="sibTrans" cxnId="{F6BD8D28-12F1-4350-B447-8061B0B70BCF}">
      <dgm:prSet/>
      <dgm:spPr/>
      <dgm:t>
        <a:bodyPr/>
        <a:lstStyle/>
        <a:p>
          <a:endParaRPr lang="en-US"/>
        </a:p>
      </dgm:t>
    </dgm:pt>
    <dgm:pt modelId="{8B80D704-9E5B-4490-AB54-0CD0A0E918BD}">
      <dgm:prSet/>
      <dgm:spPr/>
      <dgm:t>
        <a:bodyPr/>
        <a:lstStyle/>
        <a:p>
          <a:r>
            <a:rPr lang="en-US"/>
            <a:t>Valor: Como os dados geram insights e impacto.</a:t>
          </a:r>
        </a:p>
      </dgm:t>
    </dgm:pt>
    <dgm:pt modelId="{C7603DF4-F062-4A63-AA56-421BA7349C31}" type="parTrans" cxnId="{56127728-4D87-4204-AC4F-BEC3B0348D6F}">
      <dgm:prSet/>
      <dgm:spPr/>
      <dgm:t>
        <a:bodyPr/>
        <a:lstStyle/>
        <a:p>
          <a:endParaRPr lang="en-US"/>
        </a:p>
      </dgm:t>
    </dgm:pt>
    <dgm:pt modelId="{8B8B6B7F-2E2E-4B52-9684-C902980C9739}" type="sibTrans" cxnId="{56127728-4D87-4204-AC4F-BEC3B0348D6F}">
      <dgm:prSet/>
      <dgm:spPr/>
      <dgm:t>
        <a:bodyPr/>
        <a:lstStyle/>
        <a:p>
          <a:endParaRPr lang="en-US"/>
        </a:p>
      </dgm:t>
    </dgm:pt>
    <dgm:pt modelId="{4DC129E8-DE8D-453C-A9BF-4100954BF022}" type="pres">
      <dgm:prSet presAssocID="{8C73D001-0DC2-40D6-8ABD-5AAA6A053B4E}" presName="root" presStyleCnt="0">
        <dgm:presLayoutVars>
          <dgm:dir/>
          <dgm:resizeHandles val="exact"/>
        </dgm:presLayoutVars>
      </dgm:prSet>
      <dgm:spPr/>
    </dgm:pt>
    <dgm:pt modelId="{A0DAE12A-9624-4010-A6FE-C9CB1A02BA1F}" type="pres">
      <dgm:prSet presAssocID="{DF933DDD-3FA9-4B8B-B8C7-676C74F8822C}" presName="compNode" presStyleCnt="0"/>
      <dgm:spPr/>
    </dgm:pt>
    <dgm:pt modelId="{7750C666-A98B-48F1-8EF0-4BD9C58FBA8D}" type="pres">
      <dgm:prSet presAssocID="{DF933DDD-3FA9-4B8B-B8C7-676C74F8822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8E708F41-4CA0-4D2C-B1E9-772DEEE71A13}" type="pres">
      <dgm:prSet presAssocID="{DF933DDD-3FA9-4B8B-B8C7-676C74F8822C}" presName="iconSpace" presStyleCnt="0"/>
      <dgm:spPr/>
    </dgm:pt>
    <dgm:pt modelId="{245FAEE1-7A5C-4172-9EE7-C5EAB85A4C19}" type="pres">
      <dgm:prSet presAssocID="{DF933DDD-3FA9-4B8B-B8C7-676C74F8822C}" presName="parTx" presStyleLbl="revTx" presStyleIdx="0" presStyleCnt="4">
        <dgm:presLayoutVars>
          <dgm:chMax val="0"/>
          <dgm:chPref val="0"/>
        </dgm:presLayoutVars>
      </dgm:prSet>
      <dgm:spPr/>
    </dgm:pt>
    <dgm:pt modelId="{31497276-1429-4924-8437-A474F9DE41B5}" type="pres">
      <dgm:prSet presAssocID="{DF933DDD-3FA9-4B8B-B8C7-676C74F8822C}" presName="txSpace" presStyleCnt="0"/>
      <dgm:spPr/>
    </dgm:pt>
    <dgm:pt modelId="{5228FFB6-E281-451C-BB74-393CA59D51E9}" type="pres">
      <dgm:prSet presAssocID="{DF933DDD-3FA9-4B8B-B8C7-676C74F8822C}" presName="desTx" presStyleLbl="revTx" presStyleIdx="1" presStyleCnt="4">
        <dgm:presLayoutVars/>
      </dgm:prSet>
      <dgm:spPr/>
    </dgm:pt>
    <dgm:pt modelId="{DDD9C924-04FE-4BB1-9924-93CAE09F11B3}" type="pres">
      <dgm:prSet presAssocID="{BCA31F62-5118-494C-AFBC-C0895D3DEB84}" presName="sibTrans" presStyleCnt="0"/>
      <dgm:spPr/>
    </dgm:pt>
    <dgm:pt modelId="{79DF002E-CF7B-4CC2-B0FD-BE6B3268160C}" type="pres">
      <dgm:prSet presAssocID="{031BA9F3-059B-44BC-B45A-81412F57163D}" presName="compNode" presStyleCnt="0"/>
      <dgm:spPr/>
    </dgm:pt>
    <dgm:pt modelId="{9364EEC5-D1B3-491A-9DE5-DAC10C006F5D}" type="pres">
      <dgm:prSet presAssocID="{031BA9F3-059B-44BC-B45A-81412F57163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dor"/>
        </a:ext>
      </dgm:extLst>
    </dgm:pt>
    <dgm:pt modelId="{785A78A9-645A-4AD9-BCB1-D264F2839712}" type="pres">
      <dgm:prSet presAssocID="{031BA9F3-059B-44BC-B45A-81412F57163D}" presName="iconSpace" presStyleCnt="0"/>
      <dgm:spPr/>
    </dgm:pt>
    <dgm:pt modelId="{889DC6EA-1700-455E-B05C-7895FFDCBBA9}" type="pres">
      <dgm:prSet presAssocID="{031BA9F3-059B-44BC-B45A-81412F57163D}" presName="parTx" presStyleLbl="revTx" presStyleIdx="2" presStyleCnt="4">
        <dgm:presLayoutVars>
          <dgm:chMax val="0"/>
          <dgm:chPref val="0"/>
        </dgm:presLayoutVars>
      </dgm:prSet>
      <dgm:spPr/>
    </dgm:pt>
    <dgm:pt modelId="{00F15AAE-C953-4F0D-9EBC-795641C43A65}" type="pres">
      <dgm:prSet presAssocID="{031BA9F3-059B-44BC-B45A-81412F57163D}" presName="txSpace" presStyleCnt="0"/>
      <dgm:spPr/>
    </dgm:pt>
    <dgm:pt modelId="{96E205D4-02FF-4FE5-9F24-D82D24A04D4A}" type="pres">
      <dgm:prSet presAssocID="{031BA9F3-059B-44BC-B45A-81412F57163D}" presName="desTx" presStyleLbl="revTx" presStyleIdx="3" presStyleCnt="4">
        <dgm:presLayoutVars/>
      </dgm:prSet>
      <dgm:spPr/>
    </dgm:pt>
  </dgm:ptLst>
  <dgm:cxnLst>
    <dgm:cxn modelId="{5D91ED08-EC22-4ADC-9C0B-E979AB2DFB10}" srcId="{031BA9F3-059B-44BC-B45A-81412F57163D}" destId="{7B414A5A-30C3-44FE-A808-DFE7AFA5434B}" srcOrd="1" destOrd="0" parTransId="{FD894408-89DC-4885-8499-049564803499}" sibTransId="{9C26E793-C15C-4B21-8CD6-38F9422B8C2F}"/>
    <dgm:cxn modelId="{3E4F6B18-02DB-4C63-911F-A460E10F9970}" srcId="{8C73D001-0DC2-40D6-8ABD-5AAA6A053B4E}" destId="{031BA9F3-059B-44BC-B45A-81412F57163D}" srcOrd="1" destOrd="0" parTransId="{16C00F6C-40A7-41CC-A91E-49F2EC178F8F}" sibTransId="{3897D5F6-30A2-4E12-9C77-A2E75AF5820F}"/>
    <dgm:cxn modelId="{97D9D61C-D387-4151-A2B0-8A0CE4C5479A}" type="presOf" srcId="{031BA9F3-059B-44BC-B45A-81412F57163D}" destId="{889DC6EA-1700-455E-B05C-7895FFDCBBA9}" srcOrd="0" destOrd="0" presId="urn:microsoft.com/office/officeart/2018/5/layout/CenteredIconLabelDescriptionList"/>
    <dgm:cxn modelId="{FB6F5927-429B-433C-B69E-D7F48F707CFF}" type="presOf" srcId="{238E5816-0DAE-42F7-A86E-DEBF271AEED2}" destId="{96E205D4-02FF-4FE5-9F24-D82D24A04D4A}" srcOrd="0" destOrd="0" presId="urn:microsoft.com/office/officeart/2018/5/layout/CenteredIconLabelDescriptionList"/>
    <dgm:cxn modelId="{56127728-4D87-4204-AC4F-BEC3B0348D6F}" srcId="{031BA9F3-059B-44BC-B45A-81412F57163D}" destId="{8B80D704-9E5B-4490-AB54-0CD0A0E918BD}" srcOrd="4" destOrd="0" parTransId="{C7603DF4-F062-4A63-AA56-421BA7349C31}" sibTransId="{8B8B6B7F-2E2E-4B52-9684-C902980C9739}"/>
    <dgm:cxn modelId="{F6BD8D28-12F1-4350-B447-8061B0B70BCF}" srcId="{031BA9F3-059B-44BC-B45A-81412F57163D}" destId="{EA7A9003-F410-4153-A11C-4D4A8FEF96B4}" srcOrd="3" destOrd="0" parTransId="{BA04C339-573E-4415-B6E5-B04083A618E3}" sibTransId="{840AB106-9EE0-482D-81AA-A48EFFF6D077}"/>
    <dgm:cxn modelId="{600C022A-5000-456C-ACEF-BE56362A0756}" type="presOf" srcId="{8B80D704-9E5B-4490-AB54-0CD0A0E918BD}" destId="{96E205D4-02FF-4FE5-9F24-D82D24A04D4A}" srcOrd="0" destOrd="4" presId="urn:microsoft.com/office/officeart/2018/5/layout/CenteredIconLabelDescriptionList"/>
    <dgm:cxn modelId="{92BF085F-E1F5-4F66-AF0E-CCCD57D65456}" type="presOf" srcId="{DF933DDD-3FA9-4B8B-B8C7-676C74F8822C}" destId="{245FAEE1-7A5C-4172-9EE7-C5EAB85A4C19}" srcOrd="0" destOrd="0" presId="urn:microsoft.com/office/officeart/2018/5/layout/CenteredIconLabelDescriptionList"/>
    <dgm:cxn modelId="{9B08E161-2BF7-4A42-86C7-0CB1D25A3089}" type="presOf" srcId="{7B414A5A-30C3-44FE-A808-DFE7AFA5434B}" destId="{96E205D4-02FF-4FE5-9F24-D82D24A04D4A}" srcOrd="0" destOrd="1" presId="urn:microsoft.com/office/officeart/2018/5/layout/CenteredIconLabelDescriptionList"/>
    <dgm:cxn modelId="{42867275-AA81-4F05-B8E1-79236653178B}" type="presOf" srcId="{8C73D001-0DC2-40D6-8ABD-5AAA6A053B4E}" destId="{4DC129E8-DE8D-453C-A9BF-4100954BF022}" srcOrd="0" destOrd="0" presId="urn:microsoft.com/office/officeart/2018/5/layout/CenteredIconLabelDescriptionList"/>
    <dgm:cxn modelId="{8F955B9F-B543-4AB8-9266-554940949F06}" type="presOf" srcId="{EA7A9003-F410-4153-A11C-4D4A8FEF96B4}" destId="{96E205D4-02FF-4FE5-9F24-D82D24A04D4A}" srcOrd="0" destOrd="3" presId="urn:microsoft.com/office/officeart/2018/5/layout/CenteredIconLabelDescriptionList"/>
    <dgm:cxn modelId="{B2BAD5AD-4F09-4DF8-9148-70B86BAA6494}" srcId="{031BA9F3-059B-44BC-B45A-81412F57163D}" destId="{238E5816-0DAE-42F7-A86E-DEBF271AEED2}" srcOrd="0" destOrd="0" parTransId="{9B9AD646-0F9A-4F0D-8C1A-23B72D379CA3}" sibTransId="{0461C7DA-B650-422B-A503-CEA0AF845EDF}"/>
    <dgm:cxn modelId="{51EF00CA-1C69-4E6F-9726-1DCCA53D65A4}" srcId="{031BA9F3-059B-44BC-B45A-81412F57163D}" destId="{1671306D-74AD-40E3-9E79-D27EEAD5281D}" srcOrd="2" destOrd="0" parTransId="{6E7CF23F-BDD8-4311-A2E5-D5D66F83725E}" sibTransId="{DB8B115B-E28B-431C-B3C2-16F4F1ACA694}"/>
    <dgm:cxn modelId="{5AA16CD3-D9B1-40CA-AE17-24120BA281D8}" type="presOf" srcId="{1671306D-74AD-40E3-9E79-D27EEAD5281D}" destId="{96E205D4-02FF-4FE5-9F24-D82D24A04D4A}" srcOrd="0" destOrd="2" presId="urn:microsoft.com/office/officeart/2018/5/layout/CenteredIconLabelDescriptionList"/>
    <dgm:cxn modelId="{D7C2D6E9-4323-454A-8C1D-FA2E21DBD528}" srcId="{8C73D001-0DC2-40D6-8ABD-5AAA6A053B4E}" destId="{DF933DDD-3FA9-4B8B-B8C7-676C74F8822C}" srcOrd="0" destOrd="0" parTransId="{B7613436-435D-4487-85C6-BADC7307575A}" sibTransId="{BCA31F62-5118-494C-AFBC-C0895D3DEB84}"/>
    <dgm:cxn modelId="{8965B029-EE35-40DF-B7A4-CE92AD343109}" type="presParOf" srcId="{4DC129E8-DE8D-453C-A9BF-4100954BF022}" destId="{A0DAE12A-9624-4010-A6FE-C9CB1A02BA1F}" srcOrd="0" destOrd="0" presId="urn:microsoft.com/office/officeart/2018/5/layout/CenteredIconLabelDescriptionList"/>
    <dgm:cxn modelId="{54F96581-FD61-41EA-A0E0-ED0A421E7811}" type="presParOf" srcId="{A0DAE12A-9624-4010-A6FE-C9CB1A02BA1F}" destId="{7750C666-A98B-48F1-8EF0-4BD9C58FBA8D}" srcOrd="0" destOrd="0" presId="urn:microsoft.com/office/officeart/2018/5/layout/CenteredIconLabelDescriptionList"/>
    <dgm:cxn modelId="{AF533523-35C3-4C62-B6FE-601507803DE7}" type="presParOf" srcId="{A0DAE12A-9624-4010-A6FE-C9CB1A02BA1F}" destId="{8E708F41-4CA0-4D2C-B1E9-772DEEE71A13}" srcOrd="1" destOrd="0" presId="urn:microsoft.com/office/officeart/2018/5/layout/CenteredIconLabelDescriptionList"/>
    <dgm:cxn modelId="{3FD2AF31-87A0-4AC9-B810-27CCB44DA4FD}" type="presParOf" srcId="{A0DAE12A-9624-4010-A6FE-C9CB1A02BA1F}" destId="{245FAEE1-7A5C-4172-9EE7-C5EAB85A4C19}" srcOrd="2" destOrd="0" presId="urn:microsoft.com/office/officeart/2018/5/layout/CenteredIconLabelDescriptionList"/>
    <dgm:cxn modelId="{B1201D76-68F4-4160-B3A6-8451DD5621C8}" type="presParOf" srcId="{A0DAE12A-9624-4010-A6FE-C9CB1A02BA1F}" destId="{31497276-1429-4924-8437-A474F9DE41B5}" srcOrd="3" destOrd="0" presId="urn:microsoft.com/office/officeart/2018/5/layout/CenteredIconLabelDescriptionList"/>
    <dgm:cxn modelId="{7824B918-CA99-4EC8-9872-F88813B31289}" type="presParOf" srcId="{A0DAE12A-9624-4010-A6FE-C9CB1A02BA1F}" destId="{5228FFB6-E281-451C-BB74-393CA59D51E9}" srcOrd="4" destOrd="0" presId="urn:microsoft.com/office/officeart/2018/5/layout/CenteredIconLabelDescriptionList"/>
    <dgm:cxn modelId="{B14F987A-2611-4871-AF10-5132B4CEA024}" type="presParOf" srcId="{4DC129E8-DE8D-453C-A9BF-4100954BF022}" destId="{DDD9C924-04FE-4BB1-9924-93CAE09F11B3}" srcOrd="1" destOrd="0" presId="urn:microsoft.com/office/officeart/2018/5/layout/CenteredIconLabelDescriptionList"/>
    <dgm:cxn modelId="{44D142DD-5641-480E-930E-8C6033CBD14D}" type="presParOf" srcId="{4DC129E8-DE8D-453C-A9BF-4100954BF022}" destId="{79DF002E-CF7B-4CC2-B0FD-BE6B3268160C}" srcOrd="2" destOrd="0" presId="urn:microsoft.com/office/officeart/2018/5/layout/CenteredIconLabelDescriptionList"/>
    <dgm:cxn modelId="{94D13D41-DC8D-41D7-909B-693E94A0289E}" type="presParOf" srcId="{79DF002E-CF7B-4CC2-B0FD-BE6B3268160C}" destId="{9364EEC5-D1B3-491A-9DE5-DAC10C006F5D}" srcOrd="0" destOrd="0" presId="urn:microsoft.com/office/officeart/2018/5/layout/CenteredIconLabelDescriptionList"/>
    <dgm:cxn modelId="{DC734870-C360-4528-B8AE-A384FA761328}" type="presParOf" srcId="{79DF002E-CF7B-4CC2-B0FD-BE6B3268160C}" destId="{785A78A9-645A-4AD9-BCB1-D264F2839712}" srcOrd="1" destOrd="0" presId="urn:microsoft.com/office/officeart/2018/5/layout/CenteredIconLabelDescriptionList"/>
    <dgm:cxn modelId="{356F1239-DB06-44A2-84C9-A876878DDFC6}" type="presParOf" srcId="{79DF002E-CF7B-4CC2-B0FD-BE6B3268160C}" destId="{889DC6EA-1700-455E-B05C-7895FFDCBBA9}" srcOrd="2" destOrd="0" presId="urn:microsoft.com/office/officeart/2018/5/layout/CenteredIconLabelDescriptionList"/>
    <dgm:cxn modelId="{B8BF3B59-ACBA-46C3-93CF-1725E3B7C090}" type="presParOf" srcId="{79DF002E-CF7B-4CC2-B0FD-BE6B3268160C}" destId="{00F15AAE-C953-4F0D-9EBC-795641C43A65}" srcOrd="3" destOrd="0" presId="urn:microsoft.com/office/officeart/2018/5/layout/CenteredIconLabelDescriptionList"/>
    <dgm:cxn modelId="{8B7980CA-5571-4EE4-925F-1AC7E1DA1332}" type="presParOf" srcId="{79DF002E-CF7B-4CC2-B0FD-BE6B3268160C}" destId="{96E205D4-02FF-4FE5-9F24-D82D24A04D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F3F9FE-391B-40C0-AC7E-47D6C79CCD67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D2621E0-E452-4523-B80B-C38AF908A68C}">
      <dgm:prSet/>
      <dgm:spPr/>
      <dgm:t>
        <a:bodyPr/>
        <a:lstStyle/>
        <a:p>
          <a:pPr>
            <a:defRPr b="1"/>
          </a:pPr>
          <a:r>
            <a:rPr lang="en-US"/>
            <a:t>Introdução às principais tecnologias:</a:t>
          </a:r>
        </a:p>
      </dgm:t>
    </dgm:pt>
    <dgm:pt modelId="{5ABE4A51-BB7D-478D-8F12-280EB1BE7926}" type="parTrans" cxnId="{D88FF011-EDA6-4FDB-8AB1-74ED07999A7B}">
      <dgm:prSet/>
      <dgm:spPr/>
      <dgm:t>
        <a:bodyPr/>
        <a:lstStyle/>
        <a:p>
          <a:endParaRPr lang="en-US"/>
        </a:p>
      </dgm:t>
    </dgm:pt>
    <dgm:pt modelId="{78E9FAF8-3441-40DB-9D29-D3D07404D31A}" type="sibTrans" cxnId="{D88FF011-EDA6-4FDB-8AB1-74ED07999A7B}">
      <dgm:prSet/>
      <dgm:spPr/>
      <dgm:t>
        <a:bodyPr/>
        <a:lstStyle/>
        <a:p>
          <a:endParaRPr lang="en-US"/>
        </a:p>
      </dgm:t>
    </dgm:pt>
    <dgm:pt modelId="{F0198DCA-C82D-40CB-968A-90CA1215369F}">
      <dgm:prSet/>
      <dgm:spPr/>
      <dgm:t>
        <a:bodyPr/>
        <a:lstStyle/>
        <a:p>
          <a:r>
            <a:rPr lang="en-US"/>
            <a:t>Apache Hadoop:</a:t>
          </a:r>
          <a:r>
            <a:rPr lang="pt-BR"/>
            <a:t> </a:t>
          </a:r>
          <a:r>
            <a:rPr lang="en-US"/>
            <a:t>Processamento distribuído e armazenamento de grandes volumes de dados.</a:t>
          </a:r>
        </a:p>
      </dgm:t>
    </dgm:pt>
    <dgm:pt modelId="{115FB820-1974-4D18-87DE-AAD4F23E0482}" type="parTrans" cxnId="{5C08638C-AEF6-40F3-A603-B7C9E24321CA}">
      <dgm:prSet/>
      <dgm:spPr/>
      <dgm:t>
        <a:bodyPr/>
        <a:lstStyle/>
        <a:p>
          <a:endParaRPr lang="en-US"/>
        </a:p>
      </dgm:t>
    </dgm:pt>
    <dgm:pt modelId="{FA867AEE-D76C-45AE-8DCB-69B40440B5CA}" type="sibTrans" cxnId="{5C08638C-AEF6-40F3-A603-B7C9E24321CA}">
      <dgm:prSet/>
      <dgm:spPr/>
      <dgm:t>
        <a:bodyPr/>
        <a:lstStyle/>
        <a:p>
          <a:endParaRPr lang="en-US"/>
        </a:p>
      </dgm:t>
    </dgm:pt>
    <dgm:pt modelId="{8542E1A8-14E1-4678-9B79-55182B362739}">
      <dgm:prSet/>
      <dgm:spPr/>
      <dgm:t>
        <a:bodyPr/>
        <a:lstStyle/>
        <a:p>
          <a:r>
            <a:rPr lang="en-US"/>
            <a:t>Spark:</a:t>
          </a:r>
          <a:r>
            <a:rPr lang="pt-BR"/>
            <a:t> </a:t>
          </a:r>
          <a:r>
            <a:rPr lang="en-US"/>
            <a:t>Processamento em memória mais rápido que Hadoop.</a:t>
          </a:r>
        </a:p>
      </dgm:t>
    </dgm:pt>
    <dgm:pt modelId="{C8B8FC01-B58C-432A-82BB-B15B99590FD1}" type="parTrans" cxnId="{4289704B-A322-4283-AAB1-FEF2B5193CD9}">
      <dgm:prSet/>
      <dgm:spPr/>
      <dgm:t>
        <a:bodyPr/>
        <a:lstStyle/>
        <a:p>
          <a:endParaRPr lang="en-US"/>
        </a:p>
      </dgm:t>
    </dgm:pt>
    <dgm:pt modelId="{F6227BC8-4A08-4D8F-A6AB-7BC656775409}" type="sibTrans" cxnId="{4289704B-A322-4283-AAB1-FEF2B5193CD9}">
      <dgm:prSet/>
      <dgm:spPr/>
      <dgm:t>
        <a:bodyPr/>
        <a:lstStyle/>
        <a:p>
          <a:endParaRPr lang="en-US"/>
        </a:p>
      </dgm:t>
    </dgm:pt>
    <dgm:pt modelId="{1B4197D3-00C5-4455-9813-01BAA0029653}">
      <dgm:prSet/>
      <dgm:spPr/>
      <dgm:t>
        <a:bodyPr/>
        <a:lstStyle/>
        <a:p>
          <a:r>
            <a:rPr lang="en-US"/>
            <a:t>Bancos de Dados NoSQL:</a:t>
          </a:r>
          <a:r>
            <a:rPr lang="pt-BR"/>
            <a:t> </a:t>
          </a:r>
          <a:r>
            <a:rPr lang="en-US"/>
            <a:t>Alternativa aos bancos relacionais para Big Data.</a:t>
          </a:r>
        </a:p>
      </dgm:t>
    </dgm:pt>
    <dgm:pt modelId="{95215434-D89C-43FD-91F3-7E713FA9A41D}" type="parTrans" cxnId="{C0C1CDEA-F3BF-43C9-AD22-FB5526723D18}">
      <dgm:prSet/>
      <dgm:spPr/>
      <dgm:t>
        <a:bodyPr/>
        <a:lstStyle/>
        <a:p>
          <a:endParaRPr lang="en-US"/>
        </a:p>
      </dgm:t>
    </dgm:pt>
    <dgm:pt modelId="{F9F9D3DD-BB91-4328-B42B-A2890058A7D2}" type="sibTrans" cxnId="{C0C1CDEA-F3BF-43C9-AD22-FB5526723D18}">
      <dgm:prSet/>
      <dgm:spPr/>
      <dgm:t>
        <a:bodyPr/>
        <a:lstStyle/>
        <a:p>
          <a:endParaRPr lang="en-US"/>
        </a:p>
      </dgm:t>
    </dgm:pt>
    <dgm:pt modelId="{597C64B5-7487-46DB-9331-462E03CAF60A}">
      <dgm:prSet/>
      <dgm:spPr/>
      <dgm:t>
        <a:bodyPr/>
        <a:lstStyle/>
        <a:p>
          <a:pPr>
            <a:defRPr b="1"/>
          </a:pPr>
          <a:r>
            <a:rPr lang="en-US"/>
            <a:t>Conceito de computação distribuída e paralela.</a:t>
          </a:r>
        </a:p>
      </dgm:t>
    </dgm:pt>
    <dgm:pt modelId="{C406F95B-72BC-466F-A016-44CBFFF02D63}" type="parTrans" cxnId="{A545F0E3-F6AE-4112-863E-8D66523E0346}">
      <dgm:prSet/>
      <dgm:spPr/>
      <dgm:t>
        <a:bodyPr/>
        <a:lstStyle/>
        <a:p>
          <a:endParaRPr lang="en-US"/>
        </a:p>
      </dgm:t>
    </dgm:pt>
    <dgm:pt modelId="{6324779F-84C4-4F60-A517-7820EE9BA2D9}" type="sibTrans" cxnId="{A545F0E3-F6AE-4112-863E-8D66523E0346}">
      <dgm:prSet/>
      <dgm:spPr/>
      <dgm:t>
        <a:bodyPr/>
        <a:lstStyle/>
        <a:p>
          <a:endParaRPr lang="en-US"/>
        </a:p>
      </dgm:t>
    </dgm:pt>
    <dgm:pt modelId="{A5AEF010-BACE-4AC0-A6D5-7EE9E0F43FCB}" type="pres">
      <dgm:prSet presAssocID="{B2F3F9FE-391B-40C0-AC7E-47D6C79CCD67}" presName="root" presStyleCnt="0">
        <dgm:presLayoutVars>
          <dgm:dir/>
          <dgm:resizeHandles val="exact"/>
        </dgm:presLayoutVars>
      </dgm:prSet>
      <dgm:spPr/>
    </dgm:pt>
    <dgm:pt modelId="{846317A1-9EC9-4A69-A269-52AA10939C7C}" type="pres">
      <dgm:prSet presAssocID="{DD2621E0-E452-4523-B80B-C38AF908A68C}" presName="compNode" presStyleCnt="0"/>
      <dgm:spPr/>
    </dgm:pt>
    <dgm:pt modelId="{4265E6E3-87BB-4EB4-B78D-E3E52573B2FC}" type="pres">
      <dgm:prSet presAssocID="{DD2621E0-E452-4523-B80B-C38AF908A68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EED2DEAB-ABF8-49A3-85A0-736D26F6F9EE}" type="pres">
      <dgm:prSet presAssocID="{DD2621E0-E452-4523-B80B-C38AF908A68C}" presName="iconSpace" presStyleCnt="0"/>
      <dgm:spPr/>
    </dgm:pt>
    <dgm:pt modelId="{D9071F07-3117-4EC1-8D5A-FFEC20E69088}" type="pres">
      <dgm:prSet presAssocID="{DD2621E0-E452-4523-B80B-C38AF908A68C}" presName="parTx" presStyleLbl="revTx" presStyleIdx="0" presStyleCnt="4">
        <dgm:presLayoutVars>
          <dgm:chMax val="0"/>
          <dgm:chPref val="0"/>
        </dgm:presLayoutVars>
      </dgm:prSet>
      <dgm:spPr/>
    </dgm:pt>
    <dgm:pt modelId="{D4CCCAFF-7824-4A43-B55C-186E96F209F0}" type="pres">
      <dgm:prSet presAssocID="{DD2621E0-E452-4523-B80B-C38AF908A68C}" presName="txSpace" presStyleCnt="0"/>
      <dgm:spPr/>
    </dgm:pt>
    <dgm:pt modelId="{AB0A8A6F-ACB2-453C-8F98-8C5206C9415F}" type="pres">
      <dgm:prSet presAssocID="{DD2621E0-E452-4523-B80B-C38AF908A68C}" presName="desTx" presStyleLbl="revTx" presStyleIdx="1" presStyleCnt="4">
        <dgm:presLayoutVars/>
      </dgm:prSet>
      <dgm:spPr/>
    </dgm:pt>
    <dgm:pt modelId="{61FA3EFD-78B7-473F-A9E7-72B53CB2F4AB}" type="pres">
      <dgm:prSet presAssocID="{78E9FAF8-3441-40DB-9D29-D3D07404D31A}" presName="sibTrans" presStyleCnt="0"/>
      <dgm:spPr/>
    </dgm:pt>
    <dgm:pt modelId="{2BEABF6F-1528-4F73-9738-C643E16976AF}" type="pres">
      <dgm:prSet presAssocID="{597C64B5-7487-46DB-9331-462E03CAF60A}" presName="compNode" presStyleCnt="0"/>
      <dgm:spPr/>
    </dgm:pt>
    <dgm:pt modelId="{13A6BF50-18A8-45C6-9558-0CFF7E02C4A7}" type="pres">
      <dgm:prSet presAssocID="{597C64B5-7487-46DB-9331-462E03CAF60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idor"/>
        </a:ext>
      </dgm:extLst>
    </dgm:pt>
    <dgm:pt modelId="{657EDEED-1A99-4EFD-92D7-BC84E1AC2A71}" type="pres">
      <dgm:prSet presAssocID="{597C64B5-7487-46DB-9331-462E03CAF60A}" presName="iconSpace" presStyleCnt="0"/>
      <dgm:spPr/>
    </dgm:pt>
    <dgm:pt modelId="{6956CA4D-8A73-4D81-B656-296A2BB25D9C}" type="pres">
      <dgm:prSet presAssocID="{597C64B5-7487-46DB-9331-462E03CAF60A}" presName="parTx" presStyleLbl="revTx" presStyleIdx="2" presStyleCnt="4">
        <dgm:presLayoutVars>
          <dgm:chMax val="0"/>
          <dgm:chPref val="0"/>
        </dgm:presLayoutVars>
      </dgm:prSet>
      <dgm:spPr/>
    </dgm:pt>
    <dgm:pt modelId="{E4879C5A-A146-4B9A-B40A-CA3179B127E4}" type="pres">
      <dgm:prSet presAssocID="{597C64B5-7487-46DB-9331-462E03CAF60A}" presName="txSpace" presStyleCnt="0"/>
      <dgm:spPr/>
    </dgm:pt>
    <dgm:pt modelId="{D5DA2CAA-05AE-4444-8C3A-3DC38DEC4AD6}" type="pres">
      <dgm:prSet presAssocID="{597C64B5-7487-46DB-9331-462E03CAF60A}" presName="desTx" presStyleLbl="revTx" presStyleIdx="3" presStyleCnt="4">
        <dgm:presLayoutVars/>
      </dgm:prSet>
      <dgm:spPr/>
    </dgm:pt>
  </dgm:ptLst>
  <dgm:cxnLst>
    <dgm:cxn modelId="{AD1C1C02-81F1-4E3B-A4EE-D13DA5405171}" type="presOf" srcId="{B2F3F9FE-391B-40C0-AC7E-47D6C79CCD67}" destId="{A5AEF010-BACE-4AC0-A6D5-7EE9E0F43FCB}" srcOrd="0" destOrd="0" presId="urn:microsoft.com/office/officeart/2018/5/layout/CenteredIconLabelDescriptionList"/>
    <dgm:cxn modelId="{D88FF011-EDA6-4FDB-8AB1-74ED07999A7B}" srcId="{B2F3F9FE-391B-40C0-AC7E-47D6C79CCD67}" destId="{DD2621E0-E452-4523-B80B-C38AF908A68C}" srcOrd="0" destOrd="0" parTransId="{5ABE4A51-BB7D-478D-8F12-280EB1BE7926}" sibTransId="{78E9FAF8-3441-40DB-9D29-D3D07404D31A}"/>
    <dgm:cxn modelId="{E2520B2D-5BB1-4554-BD12-D88775A8E093}" type="presOf" srcId="{597C64B5-7487-46DB-9331-462E03CAF60A}" destId="{6956CA4D-8A73-4D81-B656-296A2BB25D9C}" srcOrd="0" destOrd="0" presId="urn:microsoft.com/office/officeart/2018/5/layout/CenteredIconLabelDescriptionList"/>
    <dgm:cxn modelId="{ADACE65D-EE86-445D-A8E2-47A5AB573A66}" type="presOf" srcId="{F0198DCA-C82D-40CB-968A-90CA1215369F}" destId="{AB0A8A6F-ACB2-453C-8F98-8C5206C9415F}" srcOrd="0" destOrd="0" presId="urn:microsoft.com/office/officeart/2018/5/layout/CenteredIconLabelDescriptionList"/>
    <dgm:cxn modelId="{4289704B-A322-4283-AAB1-FEF2B5193CD9}" srcId="{DD2621E0-E452-4523-B80B-C38AF908A68C}" destId="{8542E1A8-14E1-4678-9B79-55182B362739}" srcOrd="1" destOrd="0" parTransId="{C8B8FC01-B58C-432A-82BB-B15B99590FD1}" sibTransId="{F6227BC8-4A08-4D8F-A6AB-7BC656775409}"/>
    <dgm:cxn modelId="{5C08638C-AEF6-40F3-A603-B7C9E24321CA}" srcId="{DD2621E0-E452-4523-B80B-C38AF908A68C}" destId="{F0198DCA-C82D-40CB-968A-90CA1215369F}" srcOrd="0" destOrd="0" parTransId="{115FB820-1974-4D18-87DE-AAD4F23E0482}" sibTransId="{FA867AEE-D76C-45AE-8DCB-69B40440B5CA}"/>
    <dgm:cxn modelId="{B2DB5AAE-D342-4874-ABB2-3F99C58885BB}" type="presOf" srcId="{8542E1A8-14E1-4678-9B79-55182B362739}" destId="{AB0A8A6F-ACB2-453C-8F98-8C5206C9415F}" srcOrd="0" destOrd="1" presId="urn:microsoft.com/office/officeart/2018/5/layout/CenteredIconLabelDescriptionList"/>
    <dgm:cxn modelId="{4C6F13D5-3B30-4E5E-BE11-10259552192C}" type="presOf" srcId="{1B4197D3-00C5-4455-9813-01BAA0029653}" destId="{AB0A8A6F-ACB2-453C-8F98-8C5206C9415F}" srcOrd="0" destOrd="2" presId="urn:microsoft.com/office/officeart/2018/5/layout/CenteredIconLabelDescriptionList"/>
    <dgm:cxn modelId="{A545F0E3-F6AE-4112-863E-8D66523E0346}" srcId="{B2F3F9FE-391B-40C0-AC7E-47D6C79CCD67}" destId="{597C64B5-7487-46DB-9331-462E03CAF60A}" srcOrd="1" destOrd="0" parTransId="{C406F95B-72BC-466F-A016-44CBFFF02D63}" sibTransId="{6324779F-84C4-4F60-A517-7820EE9BA2D9}"/>
    <dgm:cxn modelId="{C0C1CDEA-F3BF-43C9-AD22-FB5526723D18}" srcId="{DD2621E0-E452-4523-B80B-C38AF908A68C}" destId="{1B4197D3-00C5-4455-9813-01BAA0029653}" srcOrd="2" destOrd="0" parTransId="{95215434-D89C-43FD-91F3-7E713FA9A41D}" sibTransId="{F9F9D3DD-BB91-4328-B42B-A2890058A7D2}"/>
    <dgm:cxn modelId="{E2EB69FC-6EDA-42AD-A981-1A05012AE534}" type="presOf" srcId="{DD2621E0-E452-4523-B80B-C38AF908A68C}" destId="{D9071F07-3117-4EC1-8D5A-FFEC20E69088}" srcOrd="0" destOrd="0" presId="urn:microsoft.com/office/officeart/2018/5/layout/CenteredIconLabelDescriptionList"/>
    <dgm:cxn modelId="{481B59A8-3F9C-4A55-A70B-A033A378DDBE}" type="presParOf" srcId="{A5AEF010-BACE-4AC0-A6D5-7EE9E0F43FCB}" destId="{846317A1-9EC9-4A69-A269-52AA10939C7C}" srcOrd="0" destOrd="0" presId="urn:microsoft.com/office/officeart/2018/5/layout/CenteredIconLabelDescriptionList"/>
    <dgm:cxn modelId="{0AE8F677-E6DE-4BAC-8A48-8E1622E6A6B9}" type="presParOf" srcId="{846317A1-9EC9-4A69-A269-52AA10939C7C}" destId="{4265E6E3-87BB-4EB4-B78D-E3E52573B2FC}" srcOrd="0" destOrd="0" presId="urn:microsoft.com/office/officeart/2018/5/layout/CenteredIconLabelDescriptionList"/>
    <dgm:cxn modelId="{4BB445E9-4FBA-4ECE-9174-723DF582C371}" type="presParOf" srcId="{846317A1-9EC9-4A69-A269-52AA10939C7C}" destId="{EED2DEAB-ABF8-49A3-85A0-736D26F6F9EE}" srcOrd="1" destOrd="0" presId="urn:microsoft.com/office/officeart/2018/5/layout/CenteredIconLabelDescriptionList"/>
    <dgm:cxn modelId="{76D50722-AB7C-45E7-9C17-F70AA97556DE}" type="presParOf" srcId="{846317A1-9EC9-4A69-A269-52AA10939C7C}" destId="{D9071F07-3117-4EC1-8D5A-FFEC20E69088}" srcOrd="2" destOrd="0" presId="urn:microsoft.com/office/officeart/2018/5/layout/CenteredIconLabelDescriptionList"/>
    <dgm:cxn modelId="{3E361097-C4AE-48CD-8E58-58D4B58EB7B9}" type="presParOf" srcId="{846317A1-9EC9-4A69-A269-52AA10939C7C}" destId="{D4CCCAFF-7824-4A43-B55C-186E96F209F0}" srcOrd="3" destOrd="0" presId="urn:microsoft.com/office/officeart/2018/5/layout/CenteredIconLabelDescriptionList"/>
    <dgm:cxn modelId="{F870E1A6-DB18-4919-8021-1A4494007B0C}" type="presParOf" srcId="{846317A1-9EC9-4A69-A269-52AA10939C7C}" destId="{AB0A8A6F-ACB2-453C-8F98-8C5206C9415F}" srcOrd="4" destOrd="0" presId="urn:microsoft.com/office/officeart/2018/5/layout/CenteredIconLabelDescriptionList"/>
    <dgm:cxn modelId="{DFF5A7D7-EA71-440A-9F7E-0D9DAFCB3973}" type="presParOf" srcId="{A5AEF010-BACE-4AC0-A6D5-7EE9E0F43FCB}" destId="{61FA3EFD-78B7-473F-A9E7-72B53CB2F4AB}" srcOrd="1" destOrd="0" presId="urn:microsoft.com/office/officeart/2018/5/layout/CenteredIconLabelDescriptionList"/>
    <dgm:cxn modelId="{874DE921-550F-49D5-9A63-E29BCB966DB0}" type="presParOf" srcId="{A5AEF010-BACE-4AC0-A6D5-7EE9E0F43FCB}" destId="{2BEABF6F-1528-4F73-9738-C643E16976AF}" srcOrd="2" destOrd="0" presId="urn:microsoft.com/office/officeart/2018/5/layout/CenteredIconLabelDescriptionList"/>
    <dgm:cxn modelId="{340B9F44-5919-4FD8-AB45-84A3158DEF38}" type="presParOf" srcId="{2BEABF6F-1528-4F73-9738-C643E16976AF}" destId="{13A6BF50-18A8-45C6-9558-0CFF7E02C4A7}" srcOrd="0" destOrd="0" presId="urn:microsoft.com/office/officeart/2018/5/layout/CenteredIconLabelDescriptionList"/>
    <dgm:cxn modelId="{1B0866CC-5165-47C7-8D83-DE5DA621840E}" type="presParOf" srcId="{2BEABF6F-1528-4F73-9738-C643E16976AF}" destId="{657EDEED-1A99-4EFD-92D7-BC84E1AC2A71}" srcOrd="1" destOrd="0" presId="urn:microsoft.com/office/officeart/2018/5/layout/CenteredIconLabelDescriptionList"/>
    <dgm:cxn modelId="{A38F5EA8-A9B4-4C30-9124-47AB9CC92F22}" type="presParOf" srcId="{2BEABF6F-1528-4F73-9738-C643E16976AF}" destId="{6956CA4D-8A73-4D81-B656-296A2BB25D9C}" srcOrd="2" destOrd="0" presId="urn:microsoft.com/office/officeart/2018/5/layout/CenteredIconLabelDescriptionList"/>
    <dgm:cxn modelId="{CC2301DD-7BDF-4EE3-AA35-02D6B7D6ADAA}" type="presParOf" srcId="{2BEABF6F-1528-4F73-9738-C643E16976AF}" destId="{E4879C5A-A146-4B9A-B40A-CA3179B127E4}" srcOrd="3" destOrd="0" presId="urn:microsoft.com/office/officeart/2018/5/layout/CenteredIconLabelDescriptionList"/>
    <dgm:cxn modelId="{B06BF815-B1E0-45B6-9552-FAEFA9FE547F}" type="presParOf" srcId="{2BEABF6F-1528-4F73-9738-C643E16976AF}" destId="{D5DA2CAA-05AE-4444-8C3A-3DC38DEC4AD6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268E263-536C-4B8B-A9F0-DCD657E9D2C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1C27C22-5154-49EF-8981-8A5586724E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Aplicações práticas de Big Data.</a:t>
          </a:r>
        </a:p>
      </dgm:t>
    </dgm:pt>
    <dgm:pt modelId="{D2996F7F-08D9-47BC-8CF6-BD5D5BF188CB}" type="parTrans" cxnId="{05667C43-E832-48AA-B1DC-FA486CF2E705}">
      <dgm:prSet/>
      <dgm:spPr/>
      <dgm:t>
        <a:bodyPr/>
        <a:lstStyle/>
        <a:p>
          <a:endParaRPr lang="en-US"/>
        </a:p>
      </dgm:t>
    </dgm:pt>
    <dgm:pt modelId="{2DBC0F7B-57E4-4273-BE23-939F6F375B6E}" type="sibTrans" cxnId="{05667C43-E832-48AA-B1DC-FA486CF2E705}">
      <dgm:prSet/>
      <dgm:spPr/>
      <dgm:t>
        <a:bodyPr/>
        <a:lstStyle/>
        <a:p>
          <a:endParaRPr lang="en-US"/>
        </a:p>
      </dgm:t>
    </dgm:pt>
    <dgm:pt modelId="{320E0942-C100-422C-85EB-72FC642151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Introdução ao trabalho final e pesquisa sobre partes interessadas.</a:t>
          </a:r>
        </a:p>
      </dgm:t>
    </dgm:pt>
    <dgm:pt modelId="{2497C6B8-9218-43B4-A430-1014720FED76}" type="parTrans" cxnId="{A5B53DDC-FE75-4C68-A5A4-D900A2BB24DA}">
      <dgm:prSet/>
      <dgm:spPr/>
      <dgm:t>
        <a:bodyPr/>
        <a:lstStyle/>
        <a:p>
          <a:endParaRPr lang="en-US"/>
        </a:p>
      </dgm:t>
    </dgm:pt>
    <dgm:pt modelId="{39AC480C-E673-4433-9B27-07623DC01DB4}" type="sibTrans" cxnId="{A5B53DDC-FE75-4C68-A5A4-D900A2BB24DA}">
      <dgm:prSet/>
      <dgm:spPr/>
      <dgm:t>
        <a:bodyPr/>
        <a:lstStyle/>
        <a:p>
          <a:endParaRPr lang="en-US"/>
        </a:p>
      </dgm:t>
    </dgm:pt>
    <dgm:pt modelId="{A96FF9AC-4398-4B38-9BE9-3CD727BEB0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Como escolher a melhor tecnologia para diferentes problemas.</a:t>
          </a:r>
        </a:p>
      </dgm:t>
    </dgm:pt>
    <dgm:pt modelId="{78B58A82-6B33-4CFF-B27B-CE64F1CF247E}" type="parTrans" cxnId="{AECAB0C3-DE22-4841-B982-2FC063D35FCC}">
      <dgm:prSet/>
      <dgm:spPr/>
      <dgm:t>
        <a:bodyPr/>
        <a:lstStyle/>
        <a:p>
          <a:endParaRPr lang="en-US"/>
        </a:p>
      </dgm:t>
    </dgm:pt>
    <dgm:pt modelId="{67D3C771-F3F2-4DAD-B1DC-A11BD26C69DC}" type="sibTrans" cxnId="{AECAB0C3-DE22-4841-B982-2FC063D35FCC}">
      <dgm:prSet/>
      <dgm:spPr/>
      <dgm:t>
        <a:bodyPr/>
        <a:lstStyle/>
        <a:p>
          <a:endParaRPr lang="en-US"/>
        </a:p>
      </dgm:t>
    </dgm:pt>
    <dgm:pt modelId="{C6429342-1861-4F24-BBFB-90D3F7CE81AC}" type="pres">
      <dgm:prSet presAssocID="{2268E263-536C-4B8B-A9F0-DCD657E9D2CC}" presName="root" presStyleCnt="0">
        <dgm:presLayoutVars>
          <dgm:dir/>
          <dgm:resizeHandles val="exact"/>
        </dgm:presLayoutVars>
      </dgm:prSet>
      <dgm:spPr/>
    </dgm:pt>
    <dgm:pt modelId="{298BDD7C-B7AE-4DD0-B36B-DEDDF794FF82}" type="pres">
      <dgm:prSet presAssocID="{B1C27C22-5154-49EF-8981-8A5586724EE4}" presName="compNode" presStyleCnt="0"/>
      <dgm:spPr/>
    </dgm:pt>
    <dgm:pt modelId="{EFFBE4EF-12EB-40BF-AC80-2A19C4F078DD}" type="pres">
      <dgm:prSet presAssocID="{B1C27C22-5154-49EF-8981-8A5586724EE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007AAE82-A8B5-409A-B0F9-1BADD2996B37}" type="pres">
      <dgm:prSet presAssocID="{B1C27C22-5154-49EF-8981-8A5586724EE4}" presName="spaceRect" presStyleCnt="0"/>
      <dgm:spPr/>
    </dgm:pt>
    <dgm:pt modelId="{86CF4C9B-60E5-42E7-BCBE-A21D7E956891}" type="pres">
      <dgm:prSet presAssocID="{B1C27C22-5154-49EF-8981-8A5586724EE4}" presName="textRect" presStyleLbl="revTx" presStyleIdx="0" presStyleCnt="3">
        <dgm:presLayoutVars>
          <dgm:chMax val="1"/>
          <dgm:chPref val="1"/>
        </dgm:presLayoutVars>
      </dgm:prSet>
      <dgm:spPr/>
    </dgm:pt>
    <dgm:pt modelId="{48EBEBDB-35D9-44DB-A696-3635FBC28AAF}" type="pres">
      <dgm:prSet presAssocID="{2DBC0F7B-57E4-4273-BE23-939F6F375B6E}" presName="sibTrans" presStyleCnt="0"/>
      <dgm:spPr/>
    </dgm:pt>
    <dgm:pt modelId="{3DDDA755-CCD9-4B39-A4DA-5A135E202028}" type="pres">
      <dgm:prSet presAssocID="{320E0942-C100-422C-85EB-72FC6421518E}" presName="compNode" presStyleCnt="0"/>
      <dgm:spPr/>
    </dgm:pt>
    <dgm:pt modelId="{24A61AAD-0F85-4401-827E-4B4EB26ECA5F}" type="pres">
      <dgm:prSet presAssocID="{320E0942-C100-422C-85EB-72FC6421518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0C4BA6E-B1A9-4CF4-8BBA-DFB478DC27DE}" type="pres">
      <dgm:prSet presAssocID="{320E0942-C100-422C-85EB-72FC6421518E}" presName="spaceRect" presStyleCnt="0"/>
      <dgm:spPr/>
    </dgm:pt>
    <dgm:pt modelId="{76671F41-1B37-47DD-870B-CF078236B52B}" type="pres">
      <dgm:prSet presAssocID="{320E0942-C100-422C-85EB-72FC6421518E}" presName="textRect" presStyleLbl="revTx" presStyleIdx="1" presStyleCnt="3">
        <dgm:presLayoutVars>
          <dgm:chMax val="1"/>
          <dgm:chPref val="1"/>
        </dgm:presLayoutVars>
      </dgm:prSet>
      <dgm:spPr/>
    </dgm:pt>
    <dgm:pt modelId="{017097A3-2A13-4D55-AA85-F993F871F59F}" type="pres">
      <dgm:prSet presAssocID="{39AC480C-E673-4433-9B27-07623DC01DB4}" presName="sibTrans" presStyleCnt="0"/>
      <dgm:spPr/>
    </dgm:pt>
    <dgm:pt modelId="{537AFF8E-9DFA-4145-BE0F-27C31E7C17F1}" type="pres">
      <dgm:prSet presAssocID="{A96FF9AC-4398-4B38-9BE9-3CD727BEB0FA}" presName="compNode" presStyleCnt="0"/>
      <dgm:spPr/>
    </dgm:pt>
    <dgm:pt modelId="{313A17EA-B5B0-44EA-89AA-F7B48CD05C65}" type="pres">
      <dgm:prSet presAssocID="{A96FF9AC-4398-4B38-9BE9-3CD727BEB0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D828210-639E-4E0A-B147-27CE6D90FE52}" type="pres">
      <dgm:prSet presAssocID="{A96FF9AC-4398-4B38-9BE9-3CD727BEB0FA}" presName="spaceRect" presStyleCnt="0"/>
      <dgm:spPr/>
    </dgm:pt>
    <dgm:pt modelId="{548BBB3C-D60A-4AFE-9DFC-A5B13DF384D8}" type="pres">
      <dgm:prSet presAssocID="{A96FF9AC-4398-4B38-9BE9-3CD727BEB0F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A9D1361-B6DC-4DCB-B74A-53CFF5C43EDA}" type="presOf" srcId="{320E0942-C100-422C-85EB-72FC6421518E}" destId="{76671F41-1B37-47DD-870B-CF078236B52B}" srcOrd="0" destOrd="0" presId="urn:microsoft.com/office/officeart/2018/2/layout/IconLabelList"/>
    <dgm:cxn modelId="{05667C43-E832-48AA-B1DC-FA486CF2E705}" srcId="{2268E263-536C-4B8B-A9F0-DCD657E9D2CC}" destId="{B1C27C22-5154-49EF-8981-8A5586724EE4}" srcOrd="0" destOrd="0" parTransId="{D2996F7F-08D9-47BC-8CF6-BD5D5BF188CB}" sibTransId="{2DBC0F7B-57E4-4273-BE23-939F6F375B6E}"/>
    <dgm:cxn modelId="{84010953-2F2E-44B2-BC0A-52333F50763D}" type="presOf" srcId="{B1C27C22-5154-49EF-8981-8A5586724EE4}" destId="{86CF4C9B-60E5-42E7-BCBE-A21D7E956891}" srcOrd="0" destOrd="0" presId="urn:microsoft.com/office/officeart/2018/2/layout/IconLabelList"/>
    <dgm:cxn modelId="{777BB09E-9306-4B8C-B82B-F9D1D04B3C5B}" type="presOf" srcId="{A96FF9AC-4398-4B38-9BE9-3CD727BEB0FA}" destId="{548BBB3C-D60A-4AFE-9DFC-A5B13DF384D8}" srcOrd="0" destOrd="0" presId="urn:microsoft.com/office/officeart/2018/2/layout/IconLabelList"/>
    <dgm:cxn modelId="{AECAB0C3-DE22-4841-B982-2FC063D35FCC}" srcId="{2268E263-536C-4B8B-A9F0-DCD657E9D2CC}" destId="{A96FF9AC-4398-4B38-9BE9-3CD727BEB0FA}" srcOrd="2" destOrd="0" parTransId="{78B58A82-6B33-4CFF-B27B-CE64F1CF247E}" sibTransId="{67D3C771-F3F2-4DAD-B1DC-A11BD26C69DC}"/>
    <dgm:cxn modelId="{A5B53DDC-FE75-4C68-A5A4-D900A2BB24DA}" srcId="{2268E263-536C-4B8B-A9F0-DCD657E9D2CC}" destId="{320E0942-C100-422C-85EB-72FC6421518E}" srcOrd="1" destOrd="0" parTransId="{2497C6B8-9218-43B4-A430-1014720FED76}" sibTransId="{39AC480C-E673-4433-9B27-07623DC01DB4}"/>
    <dgm:cxn modelId="{3A890BED-5EE6-4A32-915C-A6F80C1F07C0}" type="presOf" srcId="{2268E263-536C-4B8B-A9F0-DCD657E9D2CC}" destId="{C6429342-1861-4F24-BBFB-90D3F7CE81AC}" srcOrd="0" destOrd="0" presId="urn:microsoft.com/office/officeart/2018/2/layout/IconLabelList"/>
    <dgm:cxn modelId="{18978412-780A-4A45-ADFF-F8FF8635CF4F}" type="presParOf" srcId="{C6429342-1861-4F24-BBFB-90D3F7CE81AC}" destId="{298BDD7C-B7AE-4DD0-B36B-DEDDF794FF82}" srcOrd="0" destOrd="0" presId="urn:microsoft.com/office/officeart/2018/2/layout/IconLabelList"/>
    <dgm:cxn modelId="{15BAD5D3-FFAE-49FC-90D0-3D1B9309600F}" type="presParOf" srcId="{298BDD7C-B7AE-4DD0-B36B-DEDDF794FF82}" destId="{EFFBE4EF-12EB-40BF-AC80-2A19C4F078DD}" srcOrd="0" destOrd="0" presId="urn:microsoft.com/office/officeart/2018/2/layout/IconLabelList"/>
    <dgm:cxn modelId="{00A1244E-4E0C-46F9-BB4D-BD30EF16DE6D}" type="presParOf" srcId="{298BDD7C-B7AE-4DD0-B36B-DEDDF794FF82}" destId="{007AAE82-A8B5-409A-B0F9-1BADD2996B37}" srcOrd="1" destOrd="0" presId="urn:microsoft.com/office/officeart/2018/2/layout/IconLabelList"/>
    <dgm:cxn modelId="{BFDAFB7D-8B11-4B0B-8BF4-FF743C566BB1}" type="presParOf" srcId="{298BDD7C-B7AE-4DD0-B36B-DEDDF794FF82}" destId="{86CF4C9B-60E5-42E7-BCBE-A21D7E956891}" srcOrd="2" destOrd="0" presId="urn:microsoft.com/office/officeart/2018/2/layout/IconLabelList"/>
    <dgm:cxn modelId="{95B0EC56-7A91-4737-B4B4-F4D5506FDE7F}" type="presParOf" srcId="{C6429342-1861-4F24-BBFB-90D3F7CE81AC}" destId="{48EBEBDB-35D9-44DB-A696-3635FBC28AAF}" srcOrd="1" destOrd="0" presId="urn:microsoft.com/office/officeart/2018/2/layout/IconLabelList"/>
    <dgm:cxn modelId="{F703D483-4BFF-4C42-9D36-30C5D5C165CF}" type="presParOf" srcId="{C6429342-1861-4F24-BBFB-90D3F7CE81AC}" destId="{3DDDA755-CCD9-4B39-A4DA-5A135E202028}" srcOrd="2" destOrd="0" presId="urn:microsoft.com/office/officeart/2018/2/layout/IconLabelList"/>
    <dgm:cxn modelId="{DEF5D717-AABD-4B7F-9CDE-65B525CF86FF}" type="presParOf" srcId="{3DDDA755-CCD9-4B39-A4DA-5A135E202028}" destId="{24A61AAD-0F85-4401-827E-4B4EB26ECA5F}" srcOrd="0" destOrd="0" presId="urn:microsoft.com/office/officeart/2018/2/layout/IconLabelList"/>
    <dgm:cxn modelId="{6E7C0DFE-DD6D-40C7-8D57-EE56274806AF}" type="presParOf" srcId="{3DDDA755-CCD9-4B39-A4DA-5A135E202028}" destId="{D0C4BA6E-B1A9-4CF4-8BBA-DFB478DC27DE}" srcOrd="1" destOrd="0" presId="urn:microsoft.com/office/officeart/2018/2/layout/IconLabelList"/>
    <dgm:cxn modelId="{C05C7093-A0E1-418D-BE7A-FFE8799B9B7F}" type="presParOf" srcId="{3DDDA755-CCD9-4B39-A4DA-5A135E202028}" destId="{76671F41-1B37-47DD-870B-CF078236B52B}" srcOrd="2" destOrd="0" presId="urn:microsoft.com/office/officeart/2018/2/layout/IconLabelList"/>
    <dgm:cxn modelId="{4121A886-9194-4145-893A-EABF00ABDDB9}" type="presParOf" srcId="{C6429342-1861-4F24-BBFB-90D3F7CE81AC}" destId="{017097A3-2A13-4D55-AA85-F993F871F59F}" srcOrd="3" destOrd="0" presId="urn:microsoft.com/office/officeart/2018/2/layout/IconLabelList"/>
    <dgm:cxn modelId="{8842F069-91D0-4224-9282-E94F65514E2B}" type="presParOf" srcId="{C6429342-1861-4F24-BBFB-90D3F7CE81AC}" destId="{537AFF8E-9DFA-4145-BE0F-27C31E7C17F1}" srcOrd="4" destOrd="0" presId="urn:microsoft.com/office/officeart/2018/2/layout/IconLabelList"/>
    <dgm:cxn modelId="{D064A063-706E-40ED-BB16-B66D55C5FB96}" type="presParOf" srcId="{537AFF8E-9DFA-4145-BE0F-27C31E7C17F1}" destId="{313A17EA-B5B0-44EA-89AA-F7B48CD05C65}" srcOrd="0" destOrd="0" presId="urn:microsoft.com/office/officeart/2018/2/layout/IconLabelList"/>
    <dgm:cxn modelId="{B4BE1108-E88A-4DF0-9972-542EABED5C9C}" type="presParOf" srcId="{537AFF8E-9DFA-4145-BE0F-27C31E7C17F1}" destId="{FD828210-639E-4E0A-B147-27CE6D90FE52}" srcOrd="1" destOrd="0" presId="urn:microsoft.com/office/officeart/2018/2/layout/IconLabelList"/>
    <dgm:cxn modelId="{084B1261-62E7-43D6-9DA6-A9A93ED265FD}" type="presParOf" srcId="{537AFF8E-9DFA-4145-BE0F-27C31E7C17F1}" destId="{548BBB3C-D60A-4AFE-9DFC-A5B13DF384D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3CF3A04-A241-430E-A6BC-2778BE72E9B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FE2BB4-CC4D-423E-B431-B9DA19DC9898}">
      <dgm:prSet/>
      <dgm:spPr/>
      <dgm:t>
        <a:bodyPr/>
        <a:lstStyle/>
        <a:p>
          <a:pPr>
            <a:defRPr b="1"/>
          </a:pPr>
          <a:r>
            <a:rPr lang="en-US"/>
            <a:t>Conceito de Processamento Distribuído e Paralelismo.</a:t>
          </a:r>
        </a:p>
      </dgm:t>
    </dgm:pt>
    <dgm:pt modelId="{EBA78829-61FC-4963-B712-01C54E419F9C}" type="parTrans" cxnId="{71D87C5E-5799-43C0-8576-D7C94831BA1F}">
      <dgm:prSet/>
      <dgm:spPr/>
      <dgm:t>
        <a:bodyPr/>
        <a:lstStyle/>
        <a:p>
          <a:endParaRPr lang="en-US"/>
        </a:p>
      </dgm:t>
    </dgm:pt>
    <dgm:pt modelId="{C6DA11F5-3C62-4C2A-A1C7-4416EB86377C}" type="sibTrans" cxnId="{71D87C5E-5799-43C0-8576-D7C94831BA1F}">
      <dgm:prSet/>
      <dgm:spPr/>
      <dgm:t>
        <a:bodyPr/>
        <a:lstStyle/>
        <a:p>
          <a:endParaRPr lang="en-US"/>
        </a:p>
      </dgm:t>
    </dgm:pt>
    <dgm:pt modelId="{05D00C02-27FF-493A-B354-27D9019C743B}">
      <dgm:prSet/>
      <dgm:spPr/>
      <dgm:t>
        <a:bodyPr/>
        <a:lstStyle/>
        <a:p>
          <a:pPr>
            <a:defRPr b="1"/>
          </a:pPr>
          <a:r>
            <a:rPr lang="en-US"/>
            <a:t>Diferença entre:</a:t>
          </a:r>
        </a:p>
      </dgm:t>
    </dgm:pt>
    <dgm:pt modelId="{2EE11207-6C2A-4499-84F8-3C9F2BD0AC00}" type="parTrans" cxnId="{57C18E1A-10E1-47CB-AAA8-F075F83CF239}">
      <dgm:prSet/>
      <dgm:spPr/>
      <dgm:t>
        <a:bodyPr/>
        <a:lstStyle/>
        <a:p>
          <a:endParaRPr lang="en-US"/>
        </a:p>
      </dgm:t>
    </dgm:pt>
    <dgm:pt modelId="{81104A0A-4D4C-423E-968B-E4C949F01C71}" type="sibTrans" cxnId="{57C18E1A-10E1-47CB-AAA8-F075F83CF239}">
      <dgm:prSet/>
      <dgm:spPr/>
      <dgm:t>
        <a:bodyPr/>
        <a:lstStyle/>
        <a:p>
          <a:endParaRPr lang="en-US"/>
        </a:p>
      </dgm:t>
    </dgm:pt>
    <dgm:pt modelId="{8E890BA0-F373-4582-83B4-9AD3918892AA}">
      <dgm:prSet/>
      <dgm:spPr/>
      <dgm:t>
        <a:bodyPr/>
        <a:lstStyle/>
        <a:p>
          <a:r>
            <a:rPr lang="en-US"/>
            <a:t>Batch Processing: Processamento em lotes (dados processados periodicamente). </a:t>
          </a:r>
        </a:p>
      </dgm:t>
    </dgm:pt>
    <dgm:pt modelId="{D4C76014-C6EF-40D9-B2A4-8E061B0BAF0B}" type="parTrans" cxnId="{B739A675-16E2-4A45-9E34-B7E87F2D1DCF}">
      <dgm:prSet/>
      <dgm:spPr/>
      <dgm:t>
        <a:bodyPr/>
        <a:lstStyle/>
        <a:p>
          <a:endParaRPr lang="en-US"/>
        </a:p>
      </dgm:t>
    </dgm:pt>
    <dgm:pt modelId="{5AB2E9F1-D5E4-4872-B448-0324011AEE28}" type="sibTrans" cxnId="{B739A675-16E2-4A45-9E34-B7E87F2D1DCF}">
      <dgm:prSet/>
      <dgm:spPr/>
      <dgm:t>
        <a:bodyPr/>
        <a:lstStyle/>
        <a:p>
          <a:endParaRPr lang="en-US"/>
        </a:p>
      </dgm:t>
    </dgm:pt>
    <dgm:pt modelId="{BADBF578-3D4F-43F9-B4A2-26E3D606B79A}">
      <dgm:prSet/>
      <dgm:spPr/>
      <dgm:t>
        <a:bodyPr/>
        <a:lstStyle/>
        <a:p>
          <a:r>
            <a:rPr lang="en-US"/>
            <a:t>Stream Pro</a:t>
          </a:r>
          <a:r>
            <a:rPr lang="pt-BR"/>
            <a:t>ce</a:t>
          </a:r>
          <a:r>
            <a:rPr lang="en-US"/>
            <a:t>ssing: Processamento contínuo e em tempo real.</a:t>
          </a:r>
        </a:p>
      </dgm:t>
    </dgm:pt>
    <dgm:pt modelId="{DDBD1A90-D85B-45E6-954B-8E1A4347A9B5}" type="parTrans" cxnId="{4CEF1D38-F886-4A52-B68D-EE09B72407B7}">
      <dgm:prSet/>
      <dgm:spPr/>
      <dgm:t>
        <a:bodyPr/>
        <a:lstStyle/>
        <a:p>
          <a:endParaRPr lang="en-US"/>
        </a:p>
      </dgm:t>
    </dgm:pt>
    <dgm:pt modelId="{3F306569-452C-4D50-8B0D-04E0E619A631}" type="sibTrans" cxnId="{4CEF1D38-F886-4A52-B68D-EE09B72407B7}">
      <dgm:prSet/>
      <dgm:spPr/>
      <dgm:t>
        <a:bodyPr/>
        <a:lstStyle/>
        <a:p>
          <a:endParaRPr lang="en-US"/>
        </a:p>
      </dgm:t>
    </dgm:pt>
    <dgm:pt modelId="{A1A5681D-B136-40A0-B189-5F70AC7F54BA}">
      <dgm:prSet/>
      <dgm:spPr/>
      <dgm:t>
        <a:bodyPr/>
        <a:lstStyle/>
        <a:p>
          <a:pPr>
            <a:defRPr b="1"/>
          </a:pPr>
          <a:r>
            <a:rPr lang="en-US"/>
            <a:t>Exemplos de uso:</a:t>
          </a:r>
        </a:p>
      </dgm:t>
    </dgm:pt>
    <dgm:pt modelId="{C8FCDA18-D139-4CFF-AC17-428EE2DCBEA0}" type="parTrans" cxnId="{0ED89570-11D8-4E23-9050-19C55C09936D}">
      <dgm:prSet/>
      <dgm:spPr/>
      <dgm:t>
        <a:bodyPr/>
        <a:lstStyle/>
        <a:p>
          <a:endParaRPr lang="en-US"/>
        </a:p>
      </dgm:t>
    </dgm:pt>
    <dgm:pt modelId="{DE799F3A-4E4B-48A7-B4D4-4DE6E7E24F03}" type="sibTrans" cxnId="{0ED89570-11D8-4E23-9050-19C55C09936D}">
      <dgm:prSet/>
      <dgm:spPr/>
      <dgm:t>
        <a:bodyPr/>
        <a:lstStyle/>
        <a:p>
          <a:endParaRPr lang="en-US"/>
        </a:p>
      </dgm:t>
    </dgm:pt>
    <dgm:pt modelId="{CA306500-6AC3-41C6-91F7-68B713B84348}">
      <dgm:prSet/>
      <dgm:spPr/>
      <dgm:t>
        <a:bodyPr/>
        <a:lstStyle/>
        <a:p>
          <a:r>
            <a:rPr lang="en-US"/>
            <a:t>Batch Processing: Relatórios financeiros, análise de logs, treinamento de modelos de IA.</a:t>
          </a:r>
        </a:p>
      </dgm:t>
    </dgm:pt>
    <dgm:pt modelId="{6DD07BCD-D6FD-4A87-ACB3-910B945E6EE7}" type="parTrans" cxnId="{164F9893-8C98-4321-B554-BAA2E586066A}">
      <dgm:prSet/>
      <dgm:spPr/>
      <dgm:t>
        <a:bodyPr/>
        <a:lstStyle/>
        <a:p>
          <a:endParaRPr lang="en-US"/>
        </a:p>
      </dgm:t>
    </dgm:pt>
    <dgm:pt modelId="{CA986AB0-9F25-47E3-B2F9-977D777BBACA}" type="sibTrans" cxnId="{164F9893-8C98-4321-B554-BAA2E586066A}">
      <dgm:prSet/>
      <dgm:spPr/>
      <dgm:t>
        <a:bodyPr/>
        <a:lstStyle/>
        <a:p>
          <a:endParaRPr lang="en-US"/>
        </a:p>
      </dgm:t>
    </dgm:pt>
    <dgm:pt modelId="{49874D1B-6F02-428D-B72D-258C3E6FF23E}">
      <dgm:prSet/>
      <dgm:spPr/>
      <dgm:t>
        <a:bodyPr/>
        <a:lstStyle/>
        <a:p>
          <a:r>
            <a:rPr lang="en-US"/>
            <a:t>Stream Processing: Monitoramento de redes sociais, detecção de fraudes bancárias, IoT.</a:t>
          </a:r>
        </a:p>
      </dgm:t>
    </dgm:pt>
    <dgm:pt modelId="{A4976689-CC77-4663-8409-6DA85A3DB36F}" type="parTrans" cxnId="{C99081CC-2CA7-448C-9CD4-0042BD0F2D4E}">
      <dgm:prSet/>
      <dgm:spPr/>
      <dgm:t>
        <a:bodyPr/>
        <a:lstStyle/>
        <a:p>
          <a:endParaRPr lang="en-US"/>
        </a:p>
      </dgm:t>
    </dgm:pt>
    <dgm:pt modelId="{C05F237C-D638-480B-97D4-4188A5B5ECCC}" type="sibTrans" cxnId="{C99081CC-2CA7-448C-9CD4-0042BD0F2D4E}">
      <dgm:prSet/>
      <dgm:spPr/>
      <dgm:t>
        <a:bodyPr/>
        <a:lstStyle/>
        <a:p>
          <a:endParaRPr lang="en-US"/>
        </a:p>
      </dgm:t>
    </dgm:pt>
    <dgm:pt modelId="{30001DC7-2999-40A4-A9FF-193104852E25}">
      <dgm:prSet/>
      <dgm:spPr/>
      <dgm:t>
        <a:bodyPr/>
        <a:lstStyle/>
        <a:p>
          <a:pPr>
            <a:defRPr b="1"/>
          </a:pPr>
          <a:r>
            <a:rPr lang="en-US"/>
            <a:t>Tecnologias de Streaming: Apache Kafka, Flink, Spark Streaming.</a:t>
          </a:r>
        </a:p>
      </dgm:t>
    </dgm:pt>
    <dgm:pt modelId="{B9765438-B8A7-4094-ACD1-6E1585D270A8}" type="parTrans" cxnId="{95E855CA-B4A5-43A3-9362-EB76D92CC2A4}">
      <dgm:prSet/>
      <dgm:spPr/>
      <dgm:t>
        <a:bodyPr/>
        <a:lstStyle/>
        <a:p>
          <a:endParaRPr lang="en-US"/>
        </a:p>
      </dgm:t>
    </dgm:pt>
    <dgm:pt modelId="{16B08D89-D15F-4A52-A084-E314A162A5C9}" type="sibTrans" cxnId="{95E855CA-B4A5-43A3-9362-EB76D92CC2A4}">
      <dgm:prSet/>
      <dgm:spPr/>
      <dgm:t>
        <a:bodyPr/>
        <a:lstStyle/>
        <a:p>
          <a:endParaRPr lang="en-US"/>
        </a:p>
      </dgm:t>
    </dgm:pt>
    <dgm:pt modelId="{3CDC9AE6-611C-4FBC-BFD3-15DC6A6077CB}" type="pres">
      <dgm:prSet presAssocID="{73CF3A04-A241-430E-A6BC-2778BE72E9B6}" presName="root" presStyleCnt="0">
        <dgm:presLayoutVars>
          <dgm:dir/>
          <dgm:resizeHandles val="exact"/>
        </dgm:presLayoutVars>
      </dgm:prSet>
      <dgm:spPr/>
    </dgm:pt>
    <dgm:pt modelId="{136B0B6B-6F65-4667-9746-3701180ECA82}" type="pres">
      <dgm:prSet presAssocID="{E9FE2BB4-CC4D-423E-B431-B9DA19DC9898}" presName="compNode" presStyleCnt="0"/>
      <dgm:spPr/>
    </dgm:pt>
    <dgm:pt modelId="{61247C88-2D37-4B41-B64B-5F6CD3BB674D}" type="pres">
      <dgm:prSet presAssocID="{E9FE2BB4-CC4D-423E-B431-B9DA19DC98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141C9856-F761-4C17-8005-87A22145882B}" type="pres">
      <dgm:prSet presAssocID="{E9FE2BB4-CC4D-423E-B431-B9DA19DC9898}" presName="iconSpace" presStyleCnt="0"/>
      <dgm:spPr/>
    </dgm:pt>
    <dgm:pt modelId="{9404CF17-4B46-4BC6-8202-DBDA6FAF2BAF}" type="pres">
      <dgm:prSet presAssocID="{E9FE2BB4-CC4D-423E-B431-B9DA19DC9898}" presName="parTx" presStyleLbl="revTx" presStyleIdx="0" presStyleCnt="8">
        <dgm:presLayoutVars>
          <dgm:chMax val="0"/>
          <dgm:chPref val="0"/>
        </dgm:presLayoutVars>
      </dgm:prSet>
      <dgm:spPr/>
    </dgm:pt>
    <dgm:pt modelId="{1DCDF64F-8D54-44FE-9470-B6F68D74D2E3}" type="pres">
      <dgm:prSet presAssocID="{E9FE2BB4-CC4D-423E-B431-B9DA19DC9898}" presName="txSpace" presStyleCnt="0"/>
      <dgm:spPr/>
    </dgm:pt>
    <dgm:pt modelId="{9FBEF2EF-D010-4526-8CBB-51AF69FF50CE}" type="pres">
      <dgm:prSet presAssocID="{E9FE2BB4-CC4D-423E-B431-B9DA19DC9898}" presName="desTx" presStyleLbl="revTx" presStyleIdx="1" presStyleCnt="8">
        <dgm:presLayoutVars/>
      </dgm:prSet>
      <dgm:spPr/>
    </dgm:pt>
    <dgm:pt modelId="{7A8762D4-6C9B-46C5-810A-EA6A4B89AEEE}" type="pres">
      <dgm:prSet presAssocID="{C6DA11F5-3C62-4C2A-A1C7-4416EB86377C}" presName="sibTrans" presStyleCnt="0"/>
      <dgm:spPr/>
    </dgm:pt>
    <dgm:pt modelId="{98180F91-39DC-4620-ADC9-BFC6C66C48C9}" type="pres">
      <dgm:prSet presAssocID="{05D00C02-27FF-493A-B354-27D9019C743B}" presName="compNode" presStyleCnt="0"/>
      <dgm:spPr/>
    </dgm:pt>
    <dgm:pt modelId="{6309D042-8CB6-4D05-B89E-2C7FD253A483}" type="pres">
      <dgm:prSet presAssocID="{05D00C02-27FF-493A-B354-27D9019C74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ador"/>
        </a:ext>
      </dgm:extLst>
    </dgm:pt>
    <dgm:pt modelId="{1A0A9A16-6FCD-4488-978F-4B3F501F7D38}" type="pres">
      <dgm:prSet presAssocID="{05D00C02-27FF-493A-B354-27D9019C743B}" presName="iconSpace" presStyleCnt="0"/>
      <dgm:spPr/>
    </dgm:pt>
    <dgm:pt modelId="{A60776D9-A012-4647-A7F9-B21E6EB7EC21}" type="pres">
      <dgm:prSet presAssocID="{05D00C02-27FF-493A-B354-27D9019C743B}" presName="parTx" presStyleLbl="revTx" presStyleIdx="2" presStyleCnt="8">
        <dgm:presLayoutVars>
          <dgm:chMax val="0"/>
          <dgm:chPref val="0"/>
        </dgm:presLayoutVars>
      </dgm:prSet>
      <dgm:spPr/>
    </dgm:pt>
    <dgm:pt modelId="{81B0FEE1-5529-45D4-9CE1-6B6C72ABAF68}" type="pres">
      <dgm:prSet presAssocID="{05D00C02-27FF-493A-B354-27D9019C743B}" presName="txSpace" presStyleCnt="0"/>
      <dgm:spPr/>
    </dgm:pt>
    <dgm:pt modelId="{96ECD82A-7BB8-4CD7-B07F-5D183485FC32}" type="pres">
      <dgm:prSet presAssocID="{05D00C02-27FF-493A-B354-27D9019C743B}" presName="desTx" presStyleLbl="revTx" presStyleIdx="3" presStyleCnt="8">
        <dgm:presLayoutVars/>
      </dgm:prSet>
      <dgm:spPr/>
    </dgm:pt>
    <dgm:pt modelId="{172055A5-64B8-41F8-B3A8-401059FEFC08}" type="pres">
      <dgm:prSet presAssocID="{81104A0A-4D4C-423E-968B-E4C949F01C71}" presName="sibTrans" presStyleCnt="0"/>
      <dgm:spPr/>
    </dgm:pt>
    <dgm:pt modelId="{C4249FF0-655B-42A4-AEBF-966F81AC6387}" type="pres">
      <dgm:prSet presAssocID="{A1A5681D-B136-40A0-B189-5F70AC7F54BA}" presName="compNode" presStyleCnt="0"/>
      <dgm:spPr/>
    </dgm:pt>
    <dgm:pt modelId="{B2B7CFEA-71C0-4BC0-9F26-25F123F2E23A}" type="pres">
      <dgm:prSet presAssocID="{A1A5681D-B136-40A0-B189-5F70AC7F54B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D3D861B4-7C25-4F03-AC76-1087E26D6B66}" type="pres">
      <dgm:prSet presAssocID="{A1A5681D-B136-40A0-B189-5F70AC7F54BA}" presName="iconSpace" presStyleCnt="0"/>
      <dgm:spPr/>
    </dgm:pt>
    <dgm:pt modelId="{93858CAA-9860-48F2-B7E6-33C4CACB7844}" type="pres">
      <dgm:prSet presAssocID="{A1A5681D-B136-40A0-B189-5F70AC7F54BA}" presName="parTx" presStyleLbl="revTx" presStyleIdx="4" presStyleCnt="8">
        <dgm:presLayoutVars>
          <dgm:chMax val="0"/>
          <dgm:chPref val="0"/>
        </dgm:presLayoutVars>
      </dgm:prSet>
      <dgm:spPr/>
    </dgm:pt>
    <dgm:pt modelId="{3E197E9D-6728-4CB2-AEB3-3E1950E4D2D9}" type="pres">
      <dgm:prSet presAssocID="{A1A5681D-B136-40A0-B189-5F70AC7F54BA}" presName="txSpace" presStyleCnt="0"/>
      <dgm:spPr/>
    </dgm:pt>
    <dgm:pt modelId="{15B27867-6CA7-4169-82AC-A08AE7E99641}" type="pres">
      <dgm:prSet presAssocID="{A1A5681D-B136-40A0-B189-5F70AC7F54BA}" presName="desTx" presStyleLbl="revTx" presStyleIdx="5" presStyleCnt="8">
        <dgm:presLayoutVars/>
      </dgm:prSet>
      <dgm:spPr/>
    </dgm:pt>
    <dgm:pt modelId="{A84216EA-4177-4547-8CE8-01E796F562CE}" type="pres">
      <dgm:prSet presAssocID="{DE799F3A-4E4B-48A7-B4D4-4DE6E7E24F03}" presName="sibTrans" presStyleCnt="0"/>
      <dgm:spPr/>
    </dgm:pt>
    <dgm:pt modelId="{CF1D5ABD-0897-40AB-847F-AA137480203A}" type="pres">
      <dgm:prSet presAssocID="{30001DC7-2999-40A4-A9FF-193104852E25}" presName="compNode" presStyleCnt="0"/>
      <dgm:spPr/>
    </dgm:pt>
    <dgm:pt modelId="{607A02DC-5A98-4795-AC1D-648604A22BFA}" type="pres">
      <dgm:prSet presAssocID="{30001DC7-2999-40A4-A9FF-193104852E2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82822E1B-12A8-4463-87D4-1CD3C264E38D}" type="pres">
      <dgm:prSet presAssocID="{30001DC7-2999-40A4-A9FF-193104852E25}" presName="iconSpace" presStyleCnt="0"/>
      <dgm:spPr/>
    </dgm:pt>
    <dgm:pt modelId="{CD3349AB-E866-48AE-9017-1CC664010D6D}" type="pres">
      <dgm:prSet presAssocID="{30001DC7-2999-40A4-A9FF-193104852E25}" presName="parTx" presStyleLbl="revTx" presStyleIdx="6" presStyleCnt="8">
        <dgm:presLayoutVars>
          <dgm:chMax val="0"/>
          <dgm:chPref val="0"/>
        </dgm:presLayoutVars>
      </dgm:prSet>
      <dgm:spPr/>
    </dgm:pt>
    <dgm:pt modelId="{9BCB4CC4-9BBE-4959-9700-F61B088D0644}" type="pres">
      <dgm:prSet presAssocID="{30001DC7-2999-40A4-A9FF-193104852E25}" presName="txSpace" presStyleCnt="0"/>
      <dgm:spPr/>
    </dgm:pt>
    <dgm:pt modelId="{EBAD9561-8455-4208-952B-0076C087BD60}" type="pres">
      <dgm:prSet presAssocID="{30001DC7-2999-40A4-A9FF-193104852E25}" presName="desTx" presStyleLbl="revTx" presStyleIdx="7" presStyleCnt="8">
        <dgm:presLayoutVars/>
      </dgm:prSet>
      <dgm:spPr/>
    </dgm:pt>
  </dgm:ptLst>
  <dgm:cxnLst>
    <dgm:cxn modelId="{232B2A07-2CAC-4F5A-B266-1D35C8C08C5F}" type="presOf" srcId="{30001DC7-2999-40A4-A9FF-193104852E25}" destId="{CD3349AB-E866-48AE-9017-1CC664010D6D}" srcOrd="0" destOrd="0" presId="urn:microsoft.com/office/officeart/2018/5/layout/CenteredIconLabelDescriptionList"/>
    <dgm:cxn modelId="{57C18E1A-10E1-47CB-AAA8-F075F83CF239}" srcId="{73CF3A04-A241-430E-A6BC-2778BE72E9B6}" destId="{05D00C02-27FF-493A-B354-27D9019C743B}" srcOrd="1" destOrd="0" parTransId="{2EE11207-6C2A-4499-84F8-3C9F2BD0AC00}" sibTransId="{81104A0A-4D4C-423E-968B-E4C949F01C71}"/>
    <dgm:cxn modelId="{4CEF1D38-F886-4A52-B68D-EE09B72407B7}" srcId="{05D00C02-27FF-493A-B354-27D9019C743B}" destId="{BADBF578-3D4F-43F9-B4A2-26E3D606B79A}" srcOrd="1" destOrd="0" parTransId="{DDBD1A90-D85B-45E6-954B-8E1A4347A9B5}" sibTransId="{3F306569-452C-4D50-8B0D-04E0E619A631}"/>
    <dgm:cxn modelId="{71D87C5E-5799-43C0-8576-D7C94831BA1F}" srcId="{73CF3A04-A241-430E-A6BC-2778BE72E9B6}" destId="{E9FE2BB4-CC4D-423E-B431-B9DA19DC9898}" srcOrd="0" destOrd="0" parTransId="{EBA78829-61FC-4963-B712-01C54E419F9C}" sibTransId="{C6DA11F5-3C62-4C2A-A1C7-4416EB86377C}"/>
    <dgm:cxn modelId="{0ED89570-11D8-4E23-9050-19C55C09936D}" srcId="{73CF3A04-A241-430E-A6BC-2778BE72E9B6}" destId="{A1A5681D-B136-40A0-B189-5F70AC7F54BA}" srcOrd="2" destOrd="0" parTransId="{C8FCDA18-D139-4CFF-AC17-428EE2DCBEA0}" sibTransId="{DE799F3A-4E4B-48A7-B4D4-4DE6E7E24F03}"/>
    <dgm:cxn modelId="{F55AD073-7FDD-4776-9E06-CC42FED5F689}" type="presOf" srcId="{CA306500-6AC3-41C6-91F7-68B713B84348}" destId="{15B27867-6CA7-4169-82AC-A08AE7E99641}" srcOrd="0" destOrd="0" presId="urn:microsoft.com/office/officeart/2018/5/layout/CenteredIconLabelDescriptionList"/>
    <dgm:cxn modelId="{B739A675-16E2-4A45-9E34-B7E87F2D1DCF}" srcId="{05D00C02-27FF-493A-B354-27D9019C743B}" destId="{8E890BA0-F373-4582-83B4-9AD3918892AA}" srcOrd="0" destOrd="0" parTransId="{D4C76014-C6EF-40D9-B2A4-8E061B0BAF0B}" sibTransId="{5AB2E9F1-D5E4-4872-B448-0324011AEE28}"/>
    <dgm:cxn modelId="{AACC145A-299C-478A-8C58-D2B80F536C85}" type="presOf" srcId="{05D00C02-27FF-493A-B354-27D9019C743B}" destId="{A60776D9-A012-4647-A7F9-B21E6EB7EC21}" srcOrd="0" destOrd="0" presId="urn:microsoft.com/office/officeart/2018/5/layout/CenteredIconLabelDescriptionList"/>
    <dgm:cxn modelId="{164F9893-8C98-4321-B554-BAA2E586066A}" srcId="{A1A5681D-B136-40A0-B189-5F70AC7F54BA}" destId="{CA306500-6AC3-41C6-91F7-68B713B84348}" srcOrd="0" destOrd="0" parTransId="{6DD07BCD-D6FD-4A87-ACB3-910B945E6EE7}" sibTransId="{CA986AB0-9F25-47E3-B2F9-977D777BBACA}"/>
    <dgm:cxn modelId="{818AB297-CAA2-46D0-8346-2B53C4B521F5}" type="presOf" srcId="{8E890BA0-F373-4582-83B4-9AD3918892AA}" destId="{96ECD82A-7BB8-4CD7-B07F-5D183485FC32}" srcOrd="0" destOrd="0" presId="urn:microsoft.com/office/officeart/2018/5/layout/CenteredIconLabelDescriptionList"/>
    <dgm:cxn modelId="{DA170CAA-FDD9-4CE5-8614-BDCA584F37D6}" type="presOf" srcId="{E9FE2BB4-CC4D-423E-B431-B9DA19DC9898}" destId="{9404CF17-4B46-4BC6-8202-DBDA6FAF2BAF}" srcOrd="0" destOrd="0" presId="urn:microsoft.com/office/officeart/2018/5/layout/CenteredIconLabelDescriptionList"/>
    <dgm:cxn modelId="{8461DDB5-B5C5-44FD-A37F-006469B6003B}" type="presOf" srcId="{BADBF578-3D4F-43F9-B4A2-26E3D606B79A}" destId="{96ECD82A-7BB8-4CD7-B07F-5D183485FC32}" srcOrd="0" destOrd="1" presId="urn:microsoft.com/office/officeart/2018/5/layout/CenteredIconLabelDescriptionList"/>
    <dgm:cxn modelId="{95E855CA-B4A5-43A3-9362-EB76D92CC2A4}" srcId="{73CF3A04-A241-430E-A6BC-2778BE72E9B6}" destId="{30001DC7-2999-40A4-A9FF-193104852E25}" srcOrd="3" destOrd="0" parTransId="{B9765438-B8A7-4094-ACD1-6E1585D270A8}" sibTransId="{16B08D89-D15F-4A52-A084-E314A162A5C9}"/>
    <dgm:cxn modelId="{C99081CC-2CA7-448C-9CD4-0042BD0F2D4E}" srcId="{A1A5681D-B136-40A0-B189-5F70AC7F54BA}" destId="{49874D1B-6F02-428D-B72D-258C3E6FF23E}" srcOrd="1" destOrd="0" parTransId="{A4976689-CC77-4663-8409-6DA85A3DB36F}" sibTransId="{C05F237C-D638-480B-97D4-4188A5B5ECCC}"/>
    <dgm:cxn modelId="{08E08FD9-A0BF-4BA5-AE5B-FC5C3E374EDB}" type="presOf" srcId="{A1A5681D-B136-40A0-B189-5F70AC7F54BA}" destId="{93858CAA-9860-48F2-B7E6-33C4CACB7844}" srcOrd="0" destOrd="0" presId="urn:microsoft.com/office/officeart/2018/5/layout/CenteredIconLabelDescriptionList"/>
    <dgm:cxn modelId="{999AE6ED-D442-4D0B-A680-26545B5F2CA7}" type="presOf" srcId="{49874D1B-6F02-428D-B72D-258C3E6FF23E}" destId="{15B27867-6CA7-4169-82AC-A08AE7E99641}" srcOrd="0" destOrd="1" presId="urn:microsoft.com/office/officeart/2018/5/layout/CenteredIconLabelDescriptionList"/>
    <dgm:cxn modelId="{D89FC2F6-7D0F-4054-AA0D-4B9792F01C45}" type="presOf" srcId="{73CF3A04-A241-430E-A6BC-2778BE72E9B6}" destId="{3CDC9AE6-611C-4FBC-BFD3-15DC6A6077CB}" srcOrd="0" destOrd="0" presId="urn:microsoft.com/office/officeart/2018/5/layout/CenteredIconLabelDescriptionList"/>
    <dgm:cxn modelId="{A19B5D45-0961-403C-AC23-5405EF71073E}" type="presParOf" srcId="{3CDC9AE6-611C-4FBC-BFD3-15DC6A6077CB}" destId="{136B0B6B-6F65-4667-9746-3701180ECA82}" srcOrd="0" destOrd="0" presId="urn:microsoft.com/office/officeart/2018/5/layout/CenteredIconLabelDescriptionList"/>
    <dgm:cxn modelId="{7CBCAA34-B8A1-4CEB-8423-E297D8EC9CCF}" type="presParOf" srcId="{136B0B6B-6F65-4667-9746-3701180ECA82}" destId="{61247C88-2D37-4B41-B64B-5F6CD3BB674D}" srcOrd="0" destOrd="0" presId="urn:microsoft.com/office/officeart/2018/5/layout/CenteredIconLabelDescriptionList"/>
    <dgm:cxn modelId="{85EA481B-67A2-42AD-B79E-9E28CD2F84B1}" type="presParOf" srcId="{136B0B6B-6F65-4667-9746-3701180ECA82}" destId="{141C9856-F761-4C17-8005-87A22145882B}" srcOrd="1" destOrd="0" presId="urn:microsoft.com/office/officeart/2018/5/layout/CenteredIconLabelDescriptionList"/>
    <dgm:cxn modelId="{E207122A-E785-42B9-873A-872EF505C228}" type="presParOf" srcId="{136B0B6B-6F65-4667-9746-3701180ECA82}" destId="{9404CF17-4B46-4BC6-8202-DBDA6FAF2BAF}" srcOrd="2" destOrd="0" presId="urn:microsoft.com/office/officeart/2018/5/layout/CenteredIconLabelDescriptionList"/>
    <dgm:cxn modelId="{89B6D28C-AF5E-465A-8C25-1CE3916316DD}" type="presParOf" srcId="{136B0B6B-6F65-4667-9746-3701180ECA82}" destId="{1DCDF64F-8D54-44FE-9470-B6F68D74D2E3}" srcOrd="3" destOrd="0" presId="urn:microsoft.com/office/officeart/2018/5/layout/CenteredIconLabelDescriptionList"/>
    <dgm:cxn modelId="{25D84CED-760B-4EFD-A3CD-EA11D4C5B48B}" type="presParOf" srcId="{136B0B6B-6F65-4667-9746-3701180ECA82}" destId="{9FBEF2EF-D010-4526-8CBB-51AF69FF50CE}" srcOrd="4" destOrd="0" presId="urn:microsoft.com/office/officeart/2018/5/layout/CenteredIconLabelDescriptionList"/>
    <dgm:cxn modelId="{964D6BE1-43BD-4450-A010-468C89765FBB}" type="presParOf" srcId="{3CDC9AE6-611C-4FBC-BFD3-15DC6A6077CB}" destId="{7A8762D4-6C9B-46C5-810A-EA6A4B89AEEE}" srcOrd="1" destOrd="0" presId="urn:microsoft.com/office/officeart/2018/5/layout/CenteredIconLabelDescriptionList"/>
    <dgm:cxn modelId="{EC36430F-C5DF-465B-B511-BB796703F2F0}" type="presParOf" srcId="{3CDC9AE6-611C-4FBC-BFD3-15DC6A6077CB}" destId="{98180F91-39DC-4620-ADC9-BFC6C66C48C9}" srcOrd="2" destOrd="0" presId="urn:microsoft.com/office/officeart/2018/5/layout/CenteredIconLabelDescriptionList"/>
    <dgm:cxn modelId="{DF75BFD1-5BF1-4535-8906-EEDA91E24C3E}" type="presParOf" srcId="{98180F91-39DC-4620-ADC9-BFC6C66C48C9}" destId="{6309D042-8CB6-4D05-B89E-2C7FD253A483}" srcOrd="0" destOrd="0" presId="urn:microsoft.com/office/officeart/2018/5/layout/CenteredIconLabelDescriptionList"/>
    <dgm:cxn modelId="{4C39577D-22F7-40B2-911C-8B1A5B6523C5}" type="presParOf" srcId="{98180F91-39DC-4620-ADC9-BFC6C66C48C9}" destId="{1A0A9A16-6FCD-4488-978F-4B3F501F7D38}" srcOrd="1" destOrd="0" presId="urn:microsoft.com/office/officeart/2018/5/layout/CenteredIconLabelDescriptionList"/>
    <dgm:cxn modelId="{2430081B-8757-4197-98E2-D2CE9C5F9C9A}" type="presParOf" srcId="{98180F91-39DC-4620-ADC9-BFC6C66C48C9}" destId="{A60776D9-A012-4647-A7F9-B21E6EB7EC21}" srcOrd="2" destOrd="0" presId="urn:microsoft.com/office/officeart/2018/5/layout/CenteredIconLabelDescriptionList"/>
    <dgm:cxn modelId="{88C33B68-0D5B-4946-B771-16B290B68D90}" type="presParOf" srcId="{98180F91-39DC-4620-ADC9-BFC6C66C48C9}" destId="{81B0FEE1-5529-45D4-9CE1-6B6C72ABAF68}" srcOrd="3" destOrd="0" presId="urn:microsoft.com/office/officeart/2018/5/layout/CenteredIconLabelDescriptionList"/>
    <dgm:cxn modelId="{CCEF031C-D678-4C56-9949-EC3EE411ED68}" type="presParOf" srcId="{98180F91-39DC-4620-ADC9-BFC6C66C48C9}" destId="{96ECD82A-7BB8-4CD7-B07F-5D183485FC32}" srcOrd="4" destOrd="0" presId="urn:microsoft.com/office/officeart/2018/5/layout/CenteredIconLabelDescriptionList"/>
    <dgm:cxn modelId="{A381F9CB-4A31-4661-8715-F9EF40CBFA54}" type="presParOf" srcId="{3CDC9AE6-611C-4FBC-BFD3-15DC6A6077CB}" destId="{172055A5-64B8-41F8-B3A8-401059FEFC08}" srcOrd="3" destOrd="0" presId="urn:microsoft.com/office/officeart/2018/5/layout/CenteredIconLabelDescriptionList"/>
    <dgm:cxn modelId="{3C506680-8DF9-4AAD-8765-E2577F547D81}" type="presParOf" srcId="{3CDC9AE6-611C-4FBC-BFD3-15DC6A6077CB}" destId="{C4249FF0-655B-42A4-AEBF-966F81AC6387}" srcOrd="4" destOrd="0" presId="urn:microsoft.com/office/officeart/2018/5/layout/CenteredIconLabelDescriptionList"/>
    <dgm:cxn modelId="{B6E9CA1E-2775-4F27-8D7D-5DA9929F8C25}" type="presParOf" srcId="{C4249FF0-655B-42A4-AEBF-966F81AC6387}" destId="{B2B7CFEA-71C0-4BC0-9F26-25F123F2E23A}" srcOrd="0" destOrd="0" presId="urn:microsoft.com/office/officeart/2018/5/layout/CenteredIconLabelDescriptionList"/>
    <dgm:cxn modelId="{4F60EE8A-DBFE-4113-9F37-38BAA40CB97C}" type="presParOf" srcId="{C4249FF0-655B-42A4-AEBF-966F81AC6387}" destId="{D3D861B4-7C25-4F03-AC76-1087E26D6B66}" srcOrd="1" destOrd="0" presId="urn:microsoft.com/office/officeart/2018/5/layout/CenteredIconLabelDescriptionList"/>
    <dgm:cxn modelId="{90395DE2-393E-4EA8-977D-E707F2EA2CF7}" type="presParOf" srcId="{C4249FF0-655B-42A4-AEBF-966F81AC6387}" destId="{93858CAA-9860-48F2-B7E6-33C4CACB7844}" srcOrd="2" destOrd="0" presId="urn:microsoft.com/office/officeart/2018/5/layout/CenteredIconLabelDescriptionList"/>
    <dgm:cxn modelId="{6D17F0EA-8573-41E7-9EB0-7398206BEC04}" type="presParOf" srcId="{C4249FF0-655B-42A4-AEBF-966F81AC6387}" destId="{3E197E9D-6728-4CB2-AEB3-3E1950E4D2D9}" srcOrd="3" destOrd="0" presId="urn:microsoft.com/office/officeart/2018/5/layout/CenteredIconLabelDescriptionList"/>
    <dgm:cxn modelId="{E86CE537-A474-42F8-A52A-C4219742304F}" type="presParOf" srcId="{C4249FF0-655B-42A4-AEBF-966F81AC6387}" destId="{15B27867-6CA7-4169-82AC-A08AE7E99641}" srcOrd="4" destOrd="0" presId="urn:microsoft.com/office/officeart/2018/5/layout/CenteredIconLabelDescriptionList"/>
    <dgm:cxn modelId="{FFBFBF12-FB33-426A-8F60-EB696CE299FD}" type="presParOf" srcId="{3CDC9AE6-611C-4FBC-BFD3-15DC6A6077CB}" destId="{A84216EA-4177-4547-8CE8-01E796F562CE}" srcOrd="5" destOrd="0" presId="urn:microsoft.com/office/officeart/2018/5/layout/CenteredIconLabelDescriptionList"/>
    <dgm:cxn modelId="{9376C535-C4DB-4415-8E8D-B608D8CF34B2}" type="presParOf" srcId="{3CDC9AE6-611C-4FBC-BFD3-15DC6A6077CB}" destId="{CF1D5ABD-0897-40AB-847F-AA137480203A}" srcOrd="6" destOrd="0" presId="urn:microsoft.com/office/officeart/2018/5/layout/CenteredIconLabelDescriptionList"/>
    <dgm:cxn modelId="{A2C1109A-71C7-4FC7-853C-3F4E6D32A49B}" type="presParOf" srcId="{CF1D5ABD-0897-40AB-847F-AA137480203A}" destId="{607A02DC-5A98-4795-AC1D-648604A22BFA}" srcOrd="0" destOrd="0" presId="urn:microsoft.com/office/officeart/2018/5/layout/CenteredIconLabelDescriptionList"/>
    <dgm:cxn modelId="{1FBEB307-66E0-4A4B-9693-8A2186BDFEB8}" type="presParOf" srcId="{CF1D5ABD-0897-40AB-847F-AA137480203A}" destId="{82822E1B-12A8-4463-87D4-1CD3C264E38D}" srcOrd="1" destOrd="0" presId="urn:microsoft.com/office/officeart/2018/5/layout/CenteredIconLabelDescriptionList"/>
    <dgm:cxn modelId="{637F0AE4-763B-40ED-8493-7C5CECBFEBFF}" type="presParOf" srcId="{CF1D5ABD-0897-40AB-847F-AA137480203A}" destId="{CD3349AB-E866-48AE-9017-1CC664010D6D}" srcOrd="2" destOrd="0" presId="urn:microsoft.com/office/officeart/2018/5/layout/CenteredIconLabelDescriptionList"/>
    <dgm:cxn modelId="{25A69163-20E9-4DB7-952D-DD6FF9D927AD}" type="presParOf" srcId="{CF1D5ABD-0897-40AB-847F-AA137480203A}" destId="{9BCB4CC4-9BBE-4959-9700-F61B088D0644}" srcOrd="3" destOrd="0" presId="urn:microsoft.com/office/officeart/2018/5/layout/CenteredIconLabelDescriptionList"/>
    <dgm:cxn modelId="{5F7819AA-6F58-4C79-8056-7E2EB633365E}" type="presParOf" srcId="{CF1D5ABD-0897-40AB-847F-AA137480203A}" destId="{EBAD9561-8455-4208-952B-0076C087BD60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16AD4C7-4D28-41E5-854B-6369079C5671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8557DA9-DBDB-4825-9F04-F5282240DD6D}">
      <dgm:prSet/>
      <dgm:spPr/>
      <dgm:t>
        <a:bodyPr/>
        <a:lstStyle/>
        <a:p>
          <a:r>
            <a:rPr lang="en-US"/>
            <a:t>Cada aluno apresenta sua ideia de projeto em 2 minutos</a:t>
          </a:r>
        </a:p>
      </dgm:t>
    </dgm:pt>
    <dgm:pt modelId="{E3C2BC03-456B-48C6-8A65-B2C3986A65CB}" type="parTrans" cxnId="{5C98BCEC-C28F-4284-B2C4-93189E0DF443}">
      <dgm:prSet/>
      <dgm:spPr/>
      <dgm:t>
        <a:bodyPr/>
        <a:lstStyle/>
        <a:p>
          <a:endParaRPr lang="en-US"/>
        </a:p>
      </dgm:t>
    </dgm:pt>
    <dgm:pt modelId="{87BC34A9-7798-4721-80C2-7DA73FE19BCF}" type="sibTrans" cxnId="{5C98BCEC-C28F-4284-B2C4-93189E0DF443}">
      <dgm:prSet/>
      <dgm:spPr/>
      <dgm:t>
        <a:bodyPr/>
        <a:lstStyle/>
        <a:p>
          <a:endParaRPr lang="en-US"/>
        </a:p>
      </dgm:t>
    </dgm:pt>
    <dgm:pt modelId="{7D2310ED-2C21-4FF0-B341-370C944D9B71}">
      <dgm:prSet/>
      <dgm:spPr/>
      <dgm:t>
        <a:bodyPr/>
        <a:lstStyle/>
        <a:p>
          <a:r>
            <a:rPr lang="en-US"/>
            <a:t>Elementos esperados:</a:t>
          </a:r>
        </a:p>
      </dgm:t>
    </dgm:pt>
    <dgm:pt modelId="{FD96E034-C1DB-4AA7-8346-92EB8C99D43B}" type="parTrans" cxnId="{F7380EA9-3C3F-4A9F-88D0-68DFC4DDF208}">
      <dgm:prSet/>
      <dgm:spPr/>
      <dgm:t>
        <a:bodyPr/>
        <a:lstStyle/>
        <a:p>
          <a:endParaRPr lang="en-US"/>
        </a:p>
      </dgm:t>
    </dgm:pt>
    <dgm:pt modelId="{C4494B36-95E7-4BB4-859D-E743AE72BB1B}" type="sibTrans" cxnId="{F7380EA9-3C3F-4A9F-88D0-68DFC4DDF208}">
      <dgm:prSet/>
      <dgm:spPr/>
      <dgm:t>
        <a:bodyPr/>
        <a:lstStyle/>
        <a:p>
          <a:endParaRPr lang="en-US"/>
        </a:p>
      </dgm:t>
    </dgm:pt>
    <dgm:pt modelId="{0F3D7972-D032-4FF4-A2FA-D26D0CEB064E}">
      <dgm:prSet/>
      <dgm:spPr/>
      <dgm:t>
        <a:bodyPr/>
        <a:lstStyle/>
        <a:p>
          <a:r>
            <a:rPr lang="en-US"/>
            <a:t>Título do Projeto</a:t>
          </a:r>
        </a:p>
      </dgm:t>
    </dgm:pt>
    <dgm:pt modelId="{EEEB5502-216A-4BCF-B63B-E306E27DA2C6}" type="parTrans" cxnId="{4FA76507-A24A-4C17-AD95-C97D312590DC}">
      <dgm:prSet/>
      <dgm:spPr/>
      <dgm:t>
        <a:bodyPr/>
        <a:lstStyle/>
        <a:p>
          <a:endParaRPr lang="en-US"/>
        </a:p>
      </dgm:t>
    </dgm:pt>
    <dgm:pt modelId="{72A24043-B60E-4C23-B6D0-C9F3EE1BEC5B}" type="sibTrans" cxnId="{4FA76507-A24A-4C17-AD95-C97D312590DC}">
      <dgm:prSet/>
      <dgm:spPr/>
      <dgm:t>
        <a:bodyPr/>
        <a:lstStyle/>
        <a:p>
          <a:endParaRPr lang="en-US"/>
        </a:p>
      </dgm:t>
    </dgm:pt>
    <dgm:pt modelId="{7EAF6958-6DE2-45CC-9FF9-44069632CCE6}">
      <dgm:prSet/>
      <dgm:spPr/>
      <dgm:t>
        <a:bodyPr/>
        <a:lstStyle/>
        <a:p>
          <a:r>
            <a:rPr lang="en-US"/>
            <a:t>Descrição do Tema</a:t>
          </a:r>
        </a:p>
      </dgm:t>
    </dgm:pt>
    <dgm:pt modelId="{1D5FCDD9-D5D3-458E-BC08-343E0C591A16}" type="parTrans" cxnId="{D66D56CE-B359-49A7-BC25-C3F1E8A88037}">
      <dgm:prSet/>
      <dgm:spPr/>
      <dgm:t>
        <a:bodyPr/>
        <a:lstStyle/>
        <a:p>
          <a:endParaRPr lang="en-US"/>
        </a:p>
      </dgm:t>
    </dgm:pt>
    <dgm:pt modelId="{24FCFD9B-F924-4253-97A7-1C5B19AEC295}" type="sibTrans" cxnId="{D66D56CE-B359-49A7-BC25-C3F1E8A88037}">
      <dgm:prSet/>
      <dgm:spPr/>
      <dgm:t>
        <a:bodyPr/>
        <a:lstStyle/>
        <a:p>
          <a:endParaRPr lang="en-US"/>
        </a:p>
      </dgm:t>
    </dgm:pt>
    <dgm:pt modelId="{1B127BCF-DEBB-48C5-AC72-AB19F419C71B}">
      <dgm:prSet/>
      <dgm:spPr/>
      <dgm:t>
        <a:bodyPr/>
        <a:lstStyle/>
        <a:p>
          <a:r>
            <a:rPr lang="en-US"/>
            <a:t>5Vs do Big Data</a:t>
          </a:r>
        </a:p>
      </dgm:t>
    </dgm:pt>
    <dgm:pt modelId="{120B19B6-AC85-49C6-899D-0CC19CE77C0F}" type="parTrans" cxnId="{2A171295-3FE3-4920-A1B0-D3ED2606C060}">
      <dgm:prSet/>
      <dgm:spPr/>
      <dgm:t>
        <a:bodyPr/>
        <a:lstStyle/>
        <a:p>
          <a:endParaRPr lang="en-US"/>
        </a:p>
      </dgm:t>
    </dgm:pt>
    <dgm:pt modelId="{2FE718F7-914E-49B1-BDD5-71273246E952}" type="sibTrans" cxnId="{2A171295-3FE3-4920-A1B0-D3ED2606C060}">
      <dgm:prSet/>
      <dgm:spPr/>
      <dgm:t>
        <a:bodyPr/>
        <a:lstStyle/>
        <a:p>
          <a:endParaRPr lang="en-US"/>
        </a:p>
      </dgm:t>
    </dgm:pt>
    <dgm:pt modelId="{67623F0C-87E4-4E42-AD72-33EB575495F5}">
      <dgm:prSet/>
      <dgm:spPr/>
      <dgm:t>
        <a:bodyPr/>
        <a:lstStyle/>
        <a:p>
          <a:r>
            <a:rPr lang="en-US"/>
            <a:t>Partes Interessadas</a:t>
          </a:r>
        </a:p>
      </dgm:t>
    </dgm:pt>
    <dgm:pt modelId="{13482C7C-8159-4DE6-8945-C1E40D342A99}" type="parTrans" cxnId="{58003DE6-21C0-4B3B-8F2B-49F357E8EE3E}">
      <dgm:prSet/>
      <dgm:spPr/>
      <dgm:t>
        <a:bodyPr/>
        <a:lstStyle/>
        <a:p>
          <a:endParaRPr lang="en-US"/>
        </a:p>
      </dgm:t>
    </dgm:pt>
    <dgm:pt modelId="{E7A5775D-9CCD-4FFD-8838-3895FD3FD129}" type="sibTrans" cxnId="{58003DE6-21C0-4B3B-8F2B-49F357E8EE3E}">
      <dgm:prSet/>
      <dgm:spPr/>
      <dgm:t>
        <a:bodyPr/>
        <a:lstStyle/>
        <a:p>
          <a:endParaRPr lang="en-US"/>
        </a:p>
      </dgm:t>
    </dgm:pt>
    <dgm:pt modelId="{1BF180C5-7717-40E3-9B4A-AA9E2419BF53}">
      <dgm:prSet/>
      <dgm:spPr/>
      <dgm:t>
        <a:bodyPr/>
        <a:lstStyle/>
        <a:p>
          <a:r>
            <a:rPr lang="en-US"/>
            <a:t>Base de Dados</a:t>
          </a:r>
        </a:p>
      </dgm:t>
    </dgm:pt>
    <dgm:pt modelId="{48D884B8-D0DF-420B-BC12-B5917073AB27}" type="parTrans" cxnId="{C5127B6B-A7AC-42E8-9B9A-6D852C1ED956}">
      <dgm:prSet/>
      <dgm:spPr/>
      <dgm:t>
        <a:bodyPr/>
        <a:lstStyle/>
        <a:p>
          <a:endParaRPr lang="en-US"/>
        </a:p>
      </dgm:t>
    </dgm:pt>
    <dgm:pt modelId="{8EA501D4-E310-43EC-9425-676DE3E3740B}" type="sibTrans" cxnId="{C5127B6B-A7AC-42E8-9B9A-6D852C1ED956}">
      <dgm:prSet/>
      <dgm:spPr/>
      <dgm:t>
        <a:bodyPr/>
        <a:lstStyle/>
        <a:p>
          <a:endParaRPr lang="en-US"/>
        </a:p>
      </dgm:t>
    </dgm:pt>
    <dgm:pt modelId="{D70FDC92-3340-4A63-A337-54EA5706B894}">
      <dgm:prSet/>
      <dgm:spPr/>
      <dgm:t>
        <a:bodyPr/>
        <a:lstStyle/>
        <a:p>
          <a:r>
            <a:rPr lang="en-US"/>
            <a:t>Tecnologia Indicada</a:t>
          </a:r>
        </a:p>
      </dgm:t>
    </dgm:pt>
    <dgm:pt modelId="{5A8DD2F5-CA44-4751-85DF-3B64CF82E2BE}" type="parTrans" cxnId="{A405B6B3-C58C-4244-806A-4AC00DC8852E}">
      <dgm:prSet/>
      <dgm:spPr/>
      <dgm:t>
        <a:bodyPr/>
        <a:lstStyle/>
        <a:p>
          <a:endParaRPr lang="en-US"/>
        </a:p>
      </dgm:t>
    </dgm:pt>
    <dgm:pt modelId="{50AF4DA6-6094-465E-8BA1-9597CB5924F2}" type="sibTrans" cxnId="{A405B6B3-C58C-4244-806A-4AC00DC8852E}">
      <dgm:prSet/>
      <dgm:spPr/>
      <dgm:t>
        <a:bodyPr/>
        <a:lstStyle/>
        <a:p>
          <a:endParaRPr lang="en-US"/>
        </a:p>
      </dgm:t>
    </dgm:pt>
    <dgm:pt modelId="{9813D0F7-187D-47E2-B21D-35AE1A1B628D}">
      <dgm:prSet/>
      <dgm:spPr/>
      <dgm:t>
        <a:bodyPr/>
        <a:lstStyle/>
        <a:p>
          <a:r>
            <a:rPr lang="en-US"/>
            <a:t>Conclusão e Impacto</a:t>
          </a:r>
        </a:p>
      </dgm:t>
    </dgm:pt>
    <dgm:pt modelId="{D3250BC6-3BD7-4031-9D20-B0FB33E010CF}" type="parTrans" cxnId="{2A7C56CF-E323-49E9-911C-02E509D46FB7}">
      <dgm:prSet/>
      <dgm:spPr/>
      <dgm:t>
        <a:bodyPr/>
        <a:lstStyle/>
        <a:p>
          <a:endParaRPr lang="en-US"/>
        </a:p>
      </dgm:t>
    </dgm:pt>
    <dgm:pt modelId="{DB5C05B8-E909-45FA-93A5-B3F91ACF7C00}" type="sibTrans" cxnId="{2A7C56CF-E323-49E9-911C-02E509D46FB7}">
      <dgm:prSet/>
      <dgm:spPr/>
      <dgm:t>
        <a:bodyPr/>
        <a:lstStyle/>
        <a:p>
          <a:endParaRPr lang="en-US"/>
        </a:p>
      </dgm:t>
    </dgm:pt>
    <dgm:pt modelId="{596BA3FF-869C-44AF-AC73-2019F1D243E3}" type="pres">
      <dgm:prSet presAssocID="{116AD4C7-4D28-41E5-854B-6369079C5671}" presName="Name0" presStyleCnt="0">
        <dgm:presLayoutVars>
          <dgm:dir/>
          <dgm:animLvl val="lvl"/>
          <dgm:resizeHandles val="exact"/>
        </dgm:presLayoutVars>
      </dgm:prSet>
      <dgm:spPr/>
    </dgm:pt>
    <dgm:pt modelId="{29233115-98C7-40BF-879C-74428C9AA89D}" type="pres">
      <dgm:prSet presAssocID="{7D2310ED-2C21-4FF0-B341-370C944D9B71}" presName="boxAndChildren" presStyleCnt="0"/>
      <dgm:spPr/>
    </dgm:pt>
    <dgm:pt modelId="{AE195D0E-122B-4897-9C30-096DB81533C7}" type="pres">
      <dgm:prSet presAssocID="{7D2310ED-2C21-4FF0-B341-370C944D9B71}" presName="parentTextBox" presStyleLbl="node1" presStyleIdx="0" presStyleCnt="2"/>
      <dgm:spPr/>
    </dgm:pt>
    <dgm:pt modelId="{5981884C-64BB-460B-8BA1-8D824EB2AC9B}" type="pres">
      <dgm:prSet presAssocID="{7D2310ED-2C21-4FF0-B341-370C944D9B71}" presName="entireBox" presStyleLbl="node1" presStyleIdx="0" presStyleCnt="2"/>
      <dgm:spPr/>
    </dgm:pt>
    <dgm:pt modelId="{C582081D-5EA2-4E9E-AADE-B07F4FEB80F1}" type="pres">
      <dgm:prSet presAssocID="{7D2310ED-2C21-4FF0-B341-370C944D9B71}" presName="descendantBox" presStyleCnt="0"/>
      <dgm:spPr/>
    </dgm:pt>
    <dgm:pt modelId="{6AD964B1-F631-43B1-A681-0CA5BD695E43}" type="pres">
      <dgm:prSet presAssocID="{0F3D7972-D032-4FF4-A2FA-D26D0CEB064E}" presName="childTextBox" presStyleLbl="fgAccFollowNode1" presStyleIdx="0" presStyleCnt="7">
        <dgm:presLayoutVars>
          <dgm:bulletEnabled val="1"/>
        </dgm:presLayoutVars>
      </dgm:prSet>
      <dgm:spPr/>
    </dgm:pt>
    <dgm:pt modelId="{1AF20B4F-3DB7-4B2C-805F-15062417B71A}" type="pres">
      <dgm:prSet presAssocID="{7EAF6958-6DE2-45CC-9FF9-44069632CCE6}" presName="childTextBox" presStyleLbl="fgAccFollowNode1" presStyleIdx="1" presStyleCnt="7">
        <dgm:presLayoutVars>
          <dgm:bulletEnabled val="1"/>
        </dgm:presLayoutVars>
      </dgm:prSet>
      <dgm:spPr/>
    </dgm:pt>
    <dgm:pt modelId="{3A9105CB-8144-4EE8-BFB6-2F79DAF91110}" type="pres">
      <dgm:prSet presAssocID="{1B127BCF-DEBB-48C5-AC72-AB19F419C71B}" presName="childTextBox" presStyleLbl="fgAccFollowNode1" presStyleIdx="2" presStyleCnt="7">
        <dgm:presLayoutVars>
          <dgm:bulletEnabled val="1"/>
        </dgm:presLayoutVars>
      </dgm:prSet>
      <dgm:spPr/>
    </dgm:pt>
    <dgm:pt modelId="{BABF7A86-68B1-4C09-AFDA-1D78A6A84247}" type="pres">
      <dgm:prSet presAssocID="{67623F0C-87E4-4E42-AD72-33EB575495F5}" presName="childTextBox" presStyleLbl="fgAccFollowNode1" presStyleIdx="3" presStyleCnt="7">
        <dgm:presLayoutVars>
          <dgm:bulletEnabled val="1"/>
        </dgm:presLayoutVars>
      </dgm:prSet>
      <dgm:spPr/>
    </dgm:pt>
    <dgm:pt modelId="{39C519A5-0217-4E4E-BAC9-6DB51081AA31}" type="pres">
      <dgm:prSet presAssocID="{1BF180C5-7717-40E3-9B4A-AA9E2419BF53}" presName="childTextBox" presStyleLbl="fgAccFollowNode1" presStyleIdx="4" presStyleCnt="7">
        <dgm:presLayoutVars>
          <dgm:bulletEnabled val="1"/>
        </dgm:presLayoutVars>
      </dgm:prSet>
      <dgm:spPr/>
    </dgm:pt>
    <dgm:pt modelId="{8B98EB4F-29AA-4E3D-8884-12E4B65E23F7}" type="pres">
      <dgm:prSet presAssocID="{D70FDC92-3340-4A63-A337-54EA5706B894}" presName="childTextBox" presStyleLbl="fgAccFollowNode1" presStyleIdx="5" presStyleCnt="7">
        <dgm:presLayoutVars>
          <dgm:bulletEnabled val="1"/>
        </dgm:presLayoutVars>
      </dgm:prSet>
      <dgm:spPr/>
    </dgm:pt>
    <dgm:pt modelId="{490882A8-D75C-49B8-AB9C-F124C2FC1E01}" type="pres">
      <dgm:prSet presAssocID="{9813D0F7-187D-47E2-B21D-35AE1A1B628D}" presName="childTextBox" presStyleLbl="fgAccFollowNode1" presStyleIdx="6" presStyleCnt="7">
        <dgm:presLayoutVars>
          <dgm:bulletEnabled val="1"/>
        </dgm:presLayoutVars>
      </dgm:prSet>
      <dgm:spPr/>
    </dgm:pt>
    <dgm:pt modelId="{4A0FFF6E-E588-4CB5-AEBD-09C23CEF219E}" type="pres">
      <dgm:prSet presAssocID="{87BC34A9-7798-4721-80C2-7DA73FE19BCF}" presName="sp" presStyleCnt="0"/>
      <dgm:spPr/>
    </dgm:pt>
    <dgm:pt modelId="{7B70BD5C-4BB6-46EA-95AC-42948DE8809C}" type="pres">
      <dgm:prSet presAssocID="{B8557DA9-DBDB-4825-9F04-F5282240DD6D}" presName="arrowAndChildren" presStyleCnt="0"/>
      <dgm:spPr/>
    </dgm:pt>
    <dgm:pt modelId="{AF790F43-AAAE-4970-87B9-216400C55E9D}" type="pres">
      <dgm:prSet presAssocID="{B8557DA9-DBDB-4825-9F04-F5282240DD6D}" presName="parentTextArrow" presStyleLbl="node1" presStyleIdx="1" presStyleCnt="2"/>
      <dgm:spPr/>
    </dgm:pt>
  </dgm:ptLst>
  <dgm:cxnLst>
    <dgm:cxn modelId="{4FA76507-A24A-4C17-AD95-C97D312590DC}" srcId="{7D2310ED-2C21-4FF0-B341-370C944D9B71}" destId="{0F3D7972-D032-4FF4-A2FA-D26D0CEB064E}" srcOrd="0" destOrd="0" parTransId="{EEEB5502-216A-4BCF-B63B-E306E27DA2C6}" sibTransId="{72A24043-B60E-4C23-B6D0-C9F3EE1BEC5B}"/>
    <dgm:cxn modelId="{BAE33F37-18EC-41D5-9350-2028179A46BC}" type="presOf" srcId="{7D2310ED-2C21-4FF0-B341-370C944D9B71}" destId="{AE195D0E-122B-4897-9C30-096DB81533C7}" srcOrd="0" destOrd="0" presId="urn:microsoft.com/office/officeart/2005/8/layout/process4"/>
    <dgm:cxn modelId="{F268C35C-FE8B-4FE7-B548-20E0654E47DA}" type="presOf" srcId="{9813D0F7-187D-47E2-B21D-35AE1A1B628D}" destId="{490882A8-D75C-49B8-AB9C-F124C2FC1E01}" srcOrd="0" destOrd="0" presId="urn:microsoft.com/office/officeart/2005/8/layout/process4"/>
    <dgm:cxn modelId="{37761244-9B3E-4B22-BC0A-F2D379A30AF6}" type="presOf" srcId="{7D2310ED-2C21-4FF0-B341-370C944D9B71}" destId="{5981884C-64BB-460B-8BA1-8D824EB2AC9B}" srcOrd="1" destOrd="0" presId="urn:microsoft.com/office/officeart/2005/8/layout/process4"/>
    <dgm:cxn modelId="{0B34D848-6C7C-4BCE-B716-B51D5F6898D3}" type="presOf" srcId="{116AD4C7-4D28-41E5-854B-6369079C5671}" destId="{596BA3FF-869C-44AF-AC73-2019F1D243E3}" srcOrd="0" destOrd="0" presId="urn:microsoft.com/office/officeart/2005/8/layout/process4"/>
    <dgm:cxn modelId="{C5127B6B-A7AC-42E8-9B9A-6D852C1ED956}" srcId="{7D2310ED-2C21-4FF0-B341-370C944D9B71}" destId="{1BF180C5-7717-40E3-9B4A-AA9E2419BF53}" srcOrd="4" destOrd="0" parTransId="{48D884B8-D0DF-420B-BC12-B5917073AB27}" sibTransId="{8EA501D4-E310-43EC-9425-676DE3E3740B}"/>
    <dgm:cxn modelId="{FC01F36F-1E10-40F4-AF24-A3854F8B2023}" type="presOf" srcId="{B8557DA9-DBDB-4825-9F04-F5282240DD6D}" destId="{AF790F43-AAAE-4970-87B9-216400C55E9D}" srcOrd="0" destOrd="0" presId="urn:microsoft.com/office/officeart/2005/8/layout/process4"/>
    <dgm:cxn modelId="{FBDE6872-46A0-42F4-B7CA-888498FC1D8D}" type="presOf" srcId="{7EAF6958-6DE2-45CC-9FF9-44069632CCE6}" destId="{1AF20B4F-3DB7-4B2C-805F-15062417B71A}" srcOrd="0" destOrd="0" presId="urn:microsoft.com/office/officeart/2005/8/layout/process4"/>
    <dgm:cxn modelId="{CA7F3A74-A2A2-446A-A6CA-5946E79E9C05}" type="presOf" srcId="{0F3D7972-D032-4FF4-A2FA-D26D0CEB064E}" destId="{6AD964B1-F631-43B1-A681-0CA5BD695E43}" srcOrd="0" destOrd="0" presId="urn:microsoft.com/office/officeart/2005/8/layout/process4"/>
    <dgm:cxn modelId="{A8B06984-C649-4EEC-903C-B91809D9211A}" type="presOf" srcId="{1BF180C5-7717-40E3-9B4A-AA9E2419BF53}" destId="{39C519A5-0217-4E4E-BAC9-6DB51081AA31}" srcOrd="0" destOrd="0" presId="urn:microsoft.com/office/officeart/2005/8/layout/process4"/>
    <dgm:cxn modelId="{03C9B888-5995-448C-91DC-CF1B926AF3FD}" type="presOf" srcId="{67623F0C-87E4-4E42-AD72-33EB575495F5}" destId="{BABF7A86-68B1-4C09-AFDA-1D78A6A84247}" srcOrd="0" destOrd="0" presId="urn:microsoft.com/office/officeart/2005/8/layout/process4"/>
    <dgm:cxn modelId="{2A171295-3FE3-4920-A1B0-D3ED2606C060}" srcId="{7D2310ED-2C21-4FF0-B341-370C944D9B71}" destId="{1B127BCF-DEBB-48C5-AC72-AB19F419C71B}" srcOrd="2" destOrd="0" parTransId="{120B19B6-AC85-49C6-899D-0CC19CE77C0F}" sibTransId="{2FE718F7-914E-49B1-BDD5-71273246E952}"/>
    <dgm:cxn modelId="{F7380EA9-3C3F-4A9F-88D0-68DFC4DDF208}" srcId="{116AD4C7-4D28-41E5-854B-6369079C5671}" destId="{7D2310ED-2C21-4FF0-B341-370C944D9B71}" srcOrd="1" destOrd="0" parTransId="{FD96E034-C1DB-4AA7-8346-92EB8C99D43B}" sibTransId="{C4494B36-95E7-4BB4-859D-E743AE72BB1B}"/>
    <dgm:cxn modelId="{A405B6B3-C58C-4244-806A-4AC00DC8852E}" srcId="{7D2310ED-2C21-4FF0-B341-370C944D9B71}" destId="{D70FDC92-3340-4A63-A337-54EA5706B894}" srcOrd="5" destOrd="0" parTransId="{5A8DD2F5-CA44-4751-85DF-3B64CF82E2BE}" sibTransId="{50AF4DA6-6094-465E-8BA1-9597CB5924F2}"/>
    <dgm:cxn modelId="{C46B7BBE-2D41-476F-B4D8-149FB2F2248D}" type="presOf" srcId="{D70FDC92-3340-4A63-A337-54EA5706B894}" destId="{8B98EB4F-29AA-4E3D-8884-12E4B65E23F7}" srcOrd="0" destOrd="0" presId="urn:microsoft.com/office/officeart/2005/8/layout/process4"/>
    <dgm:cxn modelId="{D66D56CE-B359-49A7-BC25-C3F1E8A88037}" srcId="{7D2310ED-2C21-4FF0-B341-370C944D9B71}" destId="{7EAF6958-6DE2-45CC-9FF9-44069632CCE6}" srcOrd="1" destOrd="0" parTransId="{1D5FCDD9-D5D3-458E-BC08-343E0C591A16}" sibTransId="{24FCFD9B-F924-4253-97A7-1C5B19AEC295}"/>
    <dgm:cxn modelId="{2A7C56CF-E323-49E9-911C-02E509D46FB7}" srcId="{7D2310ED-2C21-4FF0-B341-370C944D9B71}" destId="{9813D0F7-187D-47E2-B21D-35AE1A1B628D}" srcOrd="6" destOrd="0" parTransId="{D3250BC6-3BD7-4031-9D20-B0FB33E010CF}" sibTransId="{DB5C05B8-E909-45FA-93A5-B3F91ACF7C00}"/>
    <dgm:cxn modelId="{931514D3-A646-4F4D-8CF9-3DC4B0D1B78F}" type="presOf" srcId="{1B127BCF-DEBB-48C5-AC72-AB19F419C71B}" destId="{3A9105CB-8144-4EE8-BFB6-2F79DAF91110}" srcOrd="0" destOrd="0" presId="urn:microsoft.com/office/officeart/2005/8/layout/process4"/>
    <dgm:cxn modelId="{58003DE6-21C0-4B3B-8F2B-49F357E8EE3E}" srcId="{7D2310ED-2C21-4FF0-B341-370C944D9B71}" destId="{67623F0C-87E4-4E42-AD72-33EB575495F5}" srcOrd="3" destOrd="0" parTransId="{13482C7C-8159-4DE6-8945-C1E40D342A99}" sibTransId="{E7A5775D-9CCD-4FFD-8838-3895FD3FD129}"/>
    <dgm:cxn modelId="{5C98BCEC-C28F-4284-B2C4-93189E0DF443}" srcId="{116AD4C7-4D28-41E5-854B-6369079C5671}" destId="{B8557DA9-DBDB-4825-9F04-F5282240DD6D}" srcOrd="0" destOrd="0" parTransId="{E3C2BC03-456B-48C6-8A65-B2C3986A65CB}" sibTransId="{87BC34A9-7798-4721-80C2-7DA73FE19BCF}"/>
    <dgm:cxn modelId="{0D1BF0E5-B15A-4514-8D18-EEDA7235993B}" type="presParOf" srcId="{596BA3FF-869C-44AF-AC73-2019F1D243E3}" destId="{29233115-98C7-40BF-879C-74428C9AA89D}" srcOrd="0" destOrd="0" presId="urn:microsoft.com/office/officeart/2005/8/layout/process4"/>
    <dgm:cxn modelId="{2DB9BEE0-8A8D-48C8-B4C0-9BB51FD6DE84}" type="presParOf" srcId="{29233115-98C7-40BF-879C-74428C9AA89D}" destId="{AE195D0E-122B-4897-9C30-096DB81533C7}" srcOrd="0" destOrd="0" presId="urn:microsoft.com/office/officeart/2005/8/layout/process4"/>
    <dgm:cxn modelId="{72BB30A2-3952-4E0A-B4A3-DCD740AE7929}" type="presParOf" srcId="{29233115-98C7-40BF-879C-74428C9AA89D}" destId="{5981884C-64BB-460B-8BA1-8D824EB2AC9B}" srcOrd="1" destOrd="0" presId="urn:microsoft.com/office/officeart/2005/8/layout/process4"/>
    <dgm:cxn modelId="{256F87B1-A325-4391-9115-13BFAAEE25CC}" type="presParOf" srcId="{29233115-98C7-40BF-879C-74428C9AA89D}" destId="{C582081D-5EA2-4E9E-AADE-B07F4FEB80F1}" srcOrd="2" destOrd="0" presId="urn:microsoft.com/office/officeart/2005/8/layout/process4"/>
    <dgm:cxn modelId="{85A28AF4-D241-4A35-AEF8-9AF82EFBB982}" type="presParOf" srcId="{C582081D-5EA2-4E9E-AADE-B07F4FEB80F1}" destId="{6AD964B1-F631-43B1-A681-0CA5BD695E43}" srcOrd="0" destOrd="0" presId="urn:microsoft.com/office/officeart/2005/8/layout/process4"/>
    <dgm:cxn modelId="{4E590A01-2137-4DA6-A3D4-75D999ADA92D}" type="presParOf" srcId="{C582081D-5EA2-4E9E-AADE-B07F4FEB80F1}" destId="{1AF20B4F-3DB7-4B2C-805F-15062417B71A}" srcOrd="1" destOrd="0" presId="urn:microsoft.com/office/officeart/2005/8/layout/process4"/>
    <dgm:cxn modelId="{719492CE-9E4E-4A6D-9792-12C03BC3F499}" type="presParOf" srcId="{C582081D-5EA2-4E9E-AADE-B07F4FEB80F1}" destId="{3A9105CB-8144-4EE8-BFB6-2F79DAF91110}" srcOrd="2" destOrd="0" presId="urn:microsoft.com/office/officeart/2005/8/layout/process4"/>
    <dgm:cxn modelId="{B297515A-235C-4552-91B6-6DB3C1535701}" type="presParOf" srcId="{C582081D-5EA2-4E9E-AADE-B07F4FEB80F1}" destId="{BABF7A86-68B1-4C09-AFDA-1D78A6A84247}" srcOrd="3" destOrd="0" presId="urn:microsoft.com/office/officeart/2005/8/layout/process4"/>
    <dgm:cxn modelId="{0F4FB0B1-EAC4-4101-A6F7-FBE5DC06B94E}" type="presParOf" srcId="{C582081D-5EA2-4E9E-AADE-B07F4FEB80F1}" destId="{39C519A5-0217-4E4E-BAC9-6DB51081AA31}" srcOrd="4" destOrd="0" presId="urn:microsoft.com/office/officeart/2005/8/layout/process4"/>
    <dgm:cxn modelId="{B54349FE-115C-4B4C-AF28-7F08E5F34C09}" type="presParOf" srcId="{C582081D-5EA2-4E9E-AADE-B07F4FEB80F1}" destId="{8B98EB4F-29AA-4E3D-8884-12E4B65E23F7}" srcOrd="5" destOrd="0" presId="urn:microsoft.com/office/officeart/2005/8/layout/process4"/>
    <dgm:cxn modelId="{7D716190-53EB-49E4-972F-BD1B9748CC68}" type="presParOf" srcId="{C582081D-5EA2-4E9E-AADE-B07F4FEB80F1}" destId="{490882A8-D75C-49B8-AB9C-F124C2FC1E01}" srcOrd="6" destOrd="0" presId="urn:microsoft.com/office/officeart/2005/8/layout/process4"/>
    <dgm:cxn modelId="{340ECBAF-EC7E-4342-9E38-7042454B5A96}" type="presParOf" srcId="{596BA3FF-869C-44AF-AC73-2019F1D243E3}" destId="{4A0FFF6E-E588-4CB5-AEBD-09C23CEF219E}" srcOrd="1" destOrd="0" presId="urn:microsoft.com/office/officeart/2005/8/layout/process4"/>
    <dgm:cxn modelId="{DF41CC7F-9088-4090-B4E8-24C330C50260}" type="presParOf" srcId="{596BA3FF-869C-44AF-AC73-2019F1D243E3}" destId="{7B70BD5C-4BB6-46EA-95AC-42948DE8809C}" srcOrd="2" destOrd="0" presId="urn:microsoft.com/office/officeart/2005/8/layout/process4"/>
    <dgm:cxn modelId="{148419D3-C2E7-4EC5-9B64-AC71BE448333}" type="presParOf" srcId="{7B70BD5C-4BB6-46EA-95AC-42948DE8809C}" destId="{AF790F43-AAAE-4970-87B9-216400C55E9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4DFCB78-E958-4453-A9DA-23A6021AE80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FAE7319-4F97-46EF-8A7F-DD921FCA4C6E}">
      <dgm:prSet/>
      <dgm:spPr/>
      <dgm:t>
        <a:bodyPr/>
        <a:lstStyle/>
        <a:p>
          <a:pPr>
            <a:defRPr cap="all"/>
          </a:pPr>
          <a:r>
            <a:rPr lang="en-US"/>
            <a:t>Organizar grupos baseados em temas similares</a:t>
          </a:r>
        </a:p>
      </dgm:t>
    </dgm:pt>
    <dgm:pt modelId="{D29353EB-C110-4D8E-BD8E-78CCF4C8D1A3}" type="parTrans" cxnId="{C74A6A45-F09E-4CD5-A821-EA3F48AF833E}">
      <dgm:prSet/>
      <dgm:spPr/>
      <dgm:t>
        <a:bodyPr/>
        <a:lstStyle/>
        <a:p>
          <a:endParaRPr lang="en-US"/>
        </a:p>
      </dgm:t>
    </dgm:pt>
    <dgm:pt modelId="{E53B4168-7E2E-4893-A67B-212D642EE07A}" type="sibTrans" cxnId="{C74A6A45-F09E-4CD5-A821-EA3F48AF833E}">
      <dgm:prSet/>
      <dgm:spPr/>
      <dgm:t>
        <a:bodyPr/>
        <a:lstStyle/>
        <a:p>
          <a:endParaRPr lang="en-US"/>
        </a:p>
      </dgm:t>
    </dgm:pt>
    <dgm:pt modelId="{53A3DEAA-8E73-4D7F-B5FC-3AC1AF5AE430}">
      <dgm:prSet/>
      <dgm:spPr/>
      <dgm:t>
        <a:bodyPr/>
        <a:lstStyle/>
        <a:p>
          <a:pPr>
            <a:defRPr cap="all"/>
          </a:pPr>
          <a:r>
            <a:rPr lang="en-US"/>
            <a:t>Discutir desafios e oportunidades do projeto</a:t>
          </a:r>
        </a:p>
      </dgm:t>
    </dgm:pt>
    <dgm:pt modelId="{B830D6AC-909F-4627-8205-F2C5705824FA}" type="parTrans" cxnId="{44E6BFED-567C-46FC-A573-7DAC96B986A8}">
      <dgm:prSet/>
      <dgm:spPr/>
      <dgm:t>
        <a:bodyPr/>
        <a:lstStyle/>
        <a:p>
          <a:endParaRPr lang="en-US"/>
        </a:p>
      </dgm:t>
    </dgm:pt>
    <dgm:pt modelId="{C48C0ED3-7520-4916-8FB7-F7425B9F5907}" type="sibTrans" cxnId="{44E6BFED-567C-46FC-A573-7DAC96B986A8}">
      <dgm:prSet/>
      <dgm:spPr/>
      <dgm:t>
        <a:bodyPr/>
        <a:lstStyle/>
        <a:p>
          <a:endParaRPr lang="en-US"/>
        </a:p>
      </dgm:t>
    </dgm:pt>
    <dgm:pt modelId="{6FF2CA71-0CDA-4EC2-A54E-02B7E09D4CBE}">
      <dgm:prSet/>
      <dgm:spPr/>
      <dgm:t>
        <a:bodyPr/>
        <a:lstStyle/>
        <a:p>
          <a:pPr>
            <a:defRPr cap="all"/>
          </a:pPr>
          <a:r>
            <a:rPr lang="en-US"/>
            <a:t>Registrar os integrantes e objetivos principais</a:t>
          </a:r>
        </a:p>
      </dgm:t>
    </dgm:pt>
    <dgm:pt modelId="{B4876D14-CEB2-445D-A19B-1D388C1066EB}" type="parTrans" cxnId="{02FCAAC0-ED20-4DC7-8444-BF720CF8EB68}">
      <dgm:prSet/>
      <dgm:spPr/>
      <dgm:t>
        <a:bodyPr/>
        <a:lstStyle/>
        <a:p>
          <a:endParaRPr lang="en-US"/>
        </a:p>
      </dgm:t>
    </dgm:pt>
    <dgm:pt modelId="{42EB7967-C813-4421-8C88-26E98E5FFC7A}" type="sibTrans" cxnId="{02FCAAC0-ED20-4DC7-8444-BF720CF8EB68}">
      <dgm:prSet/>
      <dgm:spPr/>
      <dgm:t>
        <a:bodyPr/>
        <a:lstStyle/>
        <a:p>
          <a:endParaRPr lang="en-US"/>
        </a:p>
      </dgm:t>
    </dgm:pt>
    <dgm:pt modelId="{16D219CE-3D53-4C37-ADE4-A21CFA3AF21A}" type="pres">
      <dgm:prSet presAssocID="{34DFCB78-E958-4453-A9DA-23A6021AE80B}" presName="root" presStyleCnt="0">
        <dgm:presLayoutVars>
          <dgm:dir/>
          <dgm:resizeHandles val="exact"/>
        </dgm:presLayoutVars>
      </dgm:prSet>
      <dgm:spPr/>
    </dgm:pt>
    <dgm:pt modelId="{F96BB69B-9ABA-432E-A81B-A1D2F42DE9B1}" type="pres">
      <dgm:prSet presAssocID="{4FAE7319-4F97-46EF-8A7F-DD921FCA4C6E}" presName="compNode" presStyleCnt="0"/>
      <dgm:spPr/>
    </dgm:pt>
    <dgm:pt modelId="{6FB226F6-5ED6-482D-B356-153969F24E32}" type="pres">
      <dgm:prSet presAssocID="{4FAE7319-4F97-46EF-8A7F-DD921FCA4C6E}" presName="iconBgRect" presStyleLbl="bgShp" presStyleIdx="0" presStyleCnt="3"/>
      <dgm:spPr/>
    </dgm:pt>
    <dgm:pt modelId="{2D64B4FE-BBBA-4647-B5B8-E63EFBF8375A}" type="pres">
      <dgm:prSet presAssocID="{4FAE7319-4F97-46EF-8A7F-DD921FCA4C6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ários"/>
        </a:ext>
      </dgm:extLst>
    </dgm:pt>
    <dgm:pt modelId="{7B8858EE-42D1-4230-8E1D-0CB81DDDA756}" type="pres">
      <dgm:prSet presAssocID="{4FAE7319-4F97-46EF-8A7F-DD921FCA4C6E}" presName="spaceRect" presStyleCnt="0"/>
      <dgm:spPr/>
    </dgm:pt>
    <dgm:pt modelId="{8D59515C-AD65-4E90-BBBE-3074C940E094}" type="pres">
      <dgm:prSet presAssocID="{4FAE7319-4F97-46EF-8A7F-DD921FCA4C6E}" presName="textRect" presStyleLbl="revTx" presStyleIdx="0" presStyleCnt="3">
        <dgm:presLayoutVars>
          <dgm:chMax val="1"/>
          <dgm:chPref val="1"/>
        </dgm:presLayoutVars>
      </dgm:prSet>
      <dgm:spPr/>
    </dgm:pt>
    <dgm:pt modelId="{704B120E-1CC9-4B14-A81D-49CA38D31D4D}" type="pres">
      <dgm:prSet presAssocID="{E53B4168-7E2E-4893-A67B-212D642EE07A}" presName="sibTrans" presStyleCnt="0"/>
      <dgm:spPr/>
    </dgm:pt>
    <dgm:pt modelId="{FCEF8329-D6FB-4C66-8541-6582E7B4B535}" type="pres">
      <dgm:prSet presAssocID="{53A3DEAA-8E73-4D7F-B5FC-3AC1AF5AE430}" presName="compNode" presStyleCnt="0"/>
      <dgm:spPr/>
    </dgm:pt>
    <dgm:pt modelId="{1D14A3FF-E51F-43BB-B57F-D8422FDF42AD}" type="pres">
      <dgm:prSet presAssocID="{53A3DEAA-8E73-4D7F-B5FC-3AC1AF5AE430}" presName="iconBgRect" presStyleLbl="bgShp" presStyleIdx="1" presStyleCnt="3"/>
      <dgm:spPr/>
    </dgm:pt>
    <dgm:pt modelId="{0A0F28CC-15E3-4181-91A9-B27002C7AFF7}" type="pres">
      <dgm:prSet presAssocID="{53A3DEAA-8E73-4D7F-B5FC-3AC1AF5AE4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08C04987-2BD5-425B-A783-E812DEE74A75}" type="pres">
      <dgm:prSet presAssocID="{53A3DEAA-8E73-4D7F-B5FC-3AC1AF5AE430}" presName="spaceRect" presStyleCnt="0"/>
      <dgm:spPr/>
    </dgm:pt>
    <dgm:pt modelId="{CA94D60C-CA7B-4AB7-B405-DB40494120A9}" type="pres">
      <dgm:prSet presAssocID="{53A3DEAA-8E73-4D7F-B5FC-3AC1AF5AE430}" presName="textRect" presStyleLbl="revTx" presStyleIdx="1" presStyleCnt="3">
        <dgm:presLayoutVars>
          <dgm:chMax val="1"/>
          <dgm:chPref val="1"/>
        </dgm:presLayoutVars>
      </dgm:prSet>
      <dgm:spPr/>
    </dgm:pt>
    <dgm:pt modelId="{988C7519-BC24-49CC-8D8C-8767AD063527}" type="pres">
      <dgm:prSet presAssocID="{C48C0ED3-7520-4916-8FB7-F7425B9F5907}" presName="sibTrans" presStyleCnt="0"/>
      <dgm:spPr/>
    </dgm:pt>
    <dgm:pt modelId="{7829F99C-AF13-4027-8858-011B1E1F73E3}" type="pres">
      <dgm:prSet presAssocID="{6FF2CA71-0CDA-4EC2-A54E-02B7E09D4CBE}" presName="compNode" presStyleCnt="0"/>
      <dgm:spPr/>
    </dgm:pt>
    <dgm:pt modelId="{B4F0F246-CCDF-4B15-9478-B211D19C51B7}" type="pres">
      <dgm:prSet presAssocID="{6FF2CA71-0CDA-4EC2-A54E-02B7E09D4CBE}" presName="iconBgRect" presStyleLbl="bgShp" presStyleIdx="2" presStyleCnt="3"/>
      <dgm:spPr/>
    </dgm:pt>
    <dgm:pt modelId="{5274C715-FE39-42C4-8C18-6A1F263AC0FC}" type="pres">
      <dgm:prSet presAssocID="{6FF2CA71-0CDA-4EC2-A54E-02B7E09D4C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a mosca"/>
        </a:ext>
      </dgm:extLst>
    </dgm:pt>
    <dgm:pt modelId="{FB8ADEC8-9CA1-4E3A-B7F2-E74DED00EAB4}" type="pres">
      <dgm:prSet presAssocID="{6FF2CA71-0CDA-4EC2-A54E-02B7E09D4CBE}" presName="spaceRect" presStyleCnt="0"/>
      <dgm:spPr/>
    </dgm:pt>
    <dgm:pt modelId="{B93EDF34-9EFD-4839-90CC-CCCC7AE31F89}" type="pres">
      <dgm:prSet presAssocID="{6FF2CA71-0CDA-4EC2-A54E-02B7E09D4CB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74A6A45-F09E-4CD5-A821-EA3F48AF833E}" srcId="{34DFCB78-E958-4453-A9DA-23A6021AE80B}" destId="{4FAE7319-4F97-46EF-8A7F-DD921FCA4C6E}" srcOrd="0" destOrd="0" parTransId="{D29353EB-C110-4D8E-BD8E-78CCF4C8D1A3}" sibTransId="{E53B4168-7E2E-4893-A67B-212D642EE07A}"/>
    <dgm:cxn modelId="{02FCAAC0-ED20-4DC7-8444-BF720CF8EB68}" srcId="{34DFCB78-E958-4453-A9DA-23A6021AE80B}" destId="{6FF2CA71-0CDA-4EC2-A54E-02B7E09D4CBE}" srcOrd="2" destOrd="0" parTransId="{B4876D14-CEB2-445D-A19B-1D388C1066EB}" sibTransId="{42EB7967-C813-4421-8C88-26E98E5FFC7A}"/>
    <dgm:cxn modelId="{4164ECC1-B0F8-4F71-A58D-682E3EFF5057}" type="presOf" srcId="{53A3DEAA-8E73-4D7F-B5FC-3AC1AF5AE430}" destId="{CA94D60C-CA7B-4AB7-B405-DB40494120A9}" srcOrd="0" destOrd="0" presId="urn:microsoft.com/office/officeart/2018/5/layout/IconCircleLabelList"/>
    <dgm:cxn modelId="{FD1A47C4-5CA1-4491-85DA-CE584EF46A41}" type="presOf" srcId="{4FAE7319-4F97-46EF-8A7F-DD921FCA4C6E}" destId="{8D59515C-AD65-4E90-BBBE-3074C940E094}" srcOrd="0" destOrd="0" presId="urn:microsoft.com/office/officeart/2018/5/layout/IconCircleLabelList"/>
    <dgm:cxn modelId="{5FD7A6CC-3CA4-4CB6-B58C-0DD3D4230864}" type="presOf" srcId="{6FF2CA71-0CDA-4EC2-A54E-02B7E09D4CBE}" destId="{B93EDF34-9EFD-4839-90CC-CCCC7AE31F89}" srcOrd="0" destOrd="0" presId="urn:microsoft.com/office/officeart/2018/5/layout/IconCircleLabelList"/>
    <dgm:cxn modelId="{44E6BFED-567C-46FC-A573-7DAC96B986A8}" srcId="{34DFCB78-E958-4453-A9DA-23A6021AE80B}" destId="{53A3DEAA-8E73-4D7F-B5FC-3AC1AF5AE430}" srcOrd="1" destOrd="0" parTransId="{B830D6AC-909F-4627-8205-F2C5705824FA}" sibTransId="{C48C0ED3-7520-4916-8FB7-F7425B9F5907}"/>
    <dgm:cxn modelId="{935038F4-5A3A-4C30-9304-F6A64641CBB8}" type="presOf" srcId="{34DFCB78-E958-4453-A9DA-23A6021AE80B}" destId="{16D219CE-3D53-4C37-ADE4-A21CFA3AF21A}" srcOrd="0" destOrd="0" presId="urn:microsoft.com/office/officeart/2018/5/layout/IconCircleLabelList"/>
    <dgm:cxn modelId="{590E8C73-C31F-4A04-86A6-AB73C6548BD9}" type="presParOf" srcId="{16D219CE-3D53-4C37-ADE4-A21CFA3AF21A}" destId="{F96BB69B-9ABA-432E-A81B-A1D2F42DE9B1}" srcOrd="0" destOrd="0" presId="urn:microsoft.com/office/officeart/2018/5/layout/IconCircleLabelList"/>
    <dgm:cxn modelId="{D2A90646-77D4-4D8B-B66F-88982DBD3174}" type="presParOf" srcId="{F96BB69B-9ABA-432E-A81B-A1D2F42DE9B1}" destId="{6FB226F6-5ED6-482D-B356-153969F24E32}" srcOrd="0" destOrd="0" presId="urn:microsoft.com/office/officeart/2018/5/layout/IconCircleLabelList"/>
    <dgm:cxn modelId="{F8197321-4CB9-4F3A-BED1-D943A9A0F736}" type="presParOf" srcId="{F96BB69B-9ABA-432E-A81B-A1D2F42DE9B1}" destId="{2D64B4FE-BBBA-4647-B5B8-E63EFBF8375A}" srcOrd="1" destOrd="0" presId="urn:microsoft.com/office/officeart/2018/5/layout/IconCircleLabelList"/>
    <dgm:cxn modelId="{66CA0CD3-3326-4D3B-9E25-48B84FA97412}" type="presParOf" srcId="{F96BB69B-9ABA-432E-A81B-A1D2F42DE9B1}" destId="{7B8858EE-42D1-4230-8E1D-0CB81DDDA756}" srcOrd="2" destOrd="0" presId="urn:microsoft.com/office/officeart/2018/5/layout/IconCircleLabelList"/>
    <dgm:cxn modelId="{B243FF00-D32E-4F3C-A17F-0D238FF930AC}" type="presParOf" srcId="{F96BB69B-9ABA-432E-A81B-A1D2F42DE9B1}" destId="{8D59515C-AD65-4E90-BBBE-3074C940E094}" srcOrd="3" destOrd="0" presId="urn:microsoft.com/office/officeart/2018/5/layout/IconCircleLabelList"/>
    <dgm:cxn modelId="{1F59C4FC-FBE1-4F8C-8DCA-E6F2F714A143}" type="presParOf" srcId="{16D219CE-3D53-4C37-ADE4-A21CFA3AF21A}" destId="{704B120E-1CC9-4B14-A81D-49CA38D31D4D}" srcOrd="1" destOrd="0" presId="urn:microsoft.com/office/officeart/2018/5/layout/IconCircleLabelList"/>
    <dgm:cxn modelId="{E0F64AEF-8A76-4200-943F-5BB2D12CACC8}" type="presParOf" srcId="{16D219CE-3D53-4C37-ADE4-A21CFA3AF21A}" destId="{FCEF8329-D6FB-4C66-8541-6582E7B4B535}" srcOrd="2" destOrd="0" presId="urn:microsoft.com/office/officeart/2018/5/layout/IconCircleLabelList"/>
    <dgm:cxn modelId="{A144D380-D90D-4FFF-A334-88F9D6EEDC10}" type="presParOf" srcId="{FCEF8329-D6FB-4C66-8541-6582E7B4B535}" destId="{1D14A3FF-E51F-43BB-B57F-D8422FDF42AD}" srcOrd="0" destOrd="0" presId="urn:microsoft.com/office/officeart/2018/5/layout/IconCircleLabelList"/>
    <dgm:cxn modelId="{33052166-AF41-49B7-AABE-8AE7B13E5785}" type="presParOf" srcId="{FCEF8329-D6FB-4C66-8541-6582E7B4B535}" destId="{0A0F28CC-15E3-4181-91A9-B27002C7AFF7}" srcOrd="1" destOrd="0" presId="urn:microsoft.com/office/officeart/2018/5/layout/IconCircleLabelList"/>
    <dgm:cxn modelId="{20FA76CB-119D-4BAD-96B1-16FA73D27A1B}" type="presParOf" srcId="{FCEF8329-D6FB-4C66-8541-6582E7B4B535}" destId="{08C04987-2BD5-425B-A783-E812DEE74A75}" srcOrd="2" destOrd="0" presId="urn:microsoft.com/office/officeart/2018/5/layout/IconCircleLabelList"/>
    <dgm:cxn modelId="{2EAEBC1F-D2B2-483E-BFA5-BB2919E16902}" type="presParOf" srcId="{FCEF8329-D6FB-4C66-8541-6582E7B4B535}" destId="{CA94D60C-CA7B-4AB7-B405-DB40494120A9}" srcOrd="3" destOrd="0" presId="urn:microsoft.com/office/officeart/2018/5/layout/IconCircleLabelList"/>
    <dgm:cxn modelId="{0CCB51C8-FA55-4AB0-911E-A45D5461740E}" type="presParOf" srcId="{16D219CE-3D53-4C37-ADE4-A21CFA3AF21A}" destId="{988C7519-BC24-49CC-8D8C-8767AD063527}" srcOrd="3" destOrd="0" presId="urn:microsoft.com/office/officeart/2018/5/layout/IconCircleLabelList"/>
    <dgm:cxn modelId="{D8AF8F56-BA9F-496C-9B1C-1E650C49EC59}" type="presParOf" srcId="{16D219CE-3D53-4C37-ADE4-A21CFA3AF21A}" destId="{7829F99C-AF13-4027-8858-011B1E1F73E3}" srcOrd="4" destOrd="0" presId="urn:microsoft.com/office/officeart/2018/5/layout/IconCircleLabelList"/>
    <dgm:cxn modelId="{D67D6BB6-F55B-470F-97F6-E1E7C35BC9F3}" type="presParOf" srcId="{7829F99C-AF13-4027-8858-011B1E1F73E3}" destId="{B4F0F246-CCDF-4B15-9478-B211D19C51B7}" srcOrd="0" destOrd="0" presId="urn:microsoft.com/office/officeart/2018/5/layout/IconCircleLabelList"/>
    <dgm:cxn modelId="{87A0DFDA-AEC8-43BE-8452-27ED495C0763}" type="presParOf" srcId="{7829F99C-AF13-4027-8858-011B1E1F73E3}" destId="{5274C715-FE39-42C4-8C18-6A1F263AC0FC}" srcOrd="1" destOrd="0" presId="urn:microsoft.com/office/officeart/2018/5/layout/IconCircleLabelList"/>
    <dgm:cxn modelId="{17DE0A1A-CA59-4B8A-AABE-41BFFD94AEB5}" type="presParOf" srcId="{7829F99C-AF13-4027-8858-011B1E1F73E3}" destId="{FB8ADEC8-9CA1-4E3A-B7F2-E74DED00EAB4}" srcOrd="2" destOrd="0" presId="urn:microsoft.com/office/officeart/2018/5/layout/IconCircleLabelList"/>
    <dgm:cxn modelId="{23E94EBE-7AF1-4D2E-B5C3-653CEC8CDA2E}" type="presParOf" srcId="{7829F99C-AF13-4027-8858-011B1E1F73E3}" destId="{B93EDF34-9EFD-4839-90CC-CCCC7AE31F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0F6A804F-3F24-4F18-A4EE-F9255BD0445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624C64C-8AD6-4D92-A66A-3A4E67AF5EFE}">
      <dgm:prSet/>
      <dgm:spPr/>
      <dgm:t>
        <a:bodyPr/>
        <a:lstStyle/>
        <a:p>
          <a:r>
            <a:rPr lang="en-US" dirty="0" err="1"/>
            <a:t>Processamento</a:t>
          </a:r>
          <a:r>
            <a:rPr lang="en-US" dirty="0"/>
            <a:t> </a:t>
          </a:r>
          <a:r>
            <a:rPr lang="en-US" dirty="0" err="1"/>
            <a:t>contínuo</a:t>
          </a:r>
          <a:r>
            <a:rPr lang="en-US" dirty="0"/>
            <a:t> de dados </a:t>
          </a:r>
          <a:r>
            <a:rPr lang="en-US" dirty="0" err="1"/>
            <a:t>em</a:t>
          </a:r>
          <a:r>
            <a:rPr lang="en-US" dirty="0"/>
            <a:t> tempo real</a:t>
          </a:r>
        </a:p>
      </dgm:t>
    </dgm:pt>
    <dgm:pt modelId="{3C6EA469-6B99-44B5-A4E2-2C676924E51B}" type="parTrans" cxnId="{B67A4CC5-7A03-49E1-A4C5-7AF64D98D67E}">
      <dgm:prSet/>
      <dgm:spPr/>
      <dgm:t>
        <a:bodyPr/>
        <a:lstStyle/>
        <a:p>
          <a:endParaRPr lang="en-US"/>
        </a:p>
      </dgm:t>
    </dgm:pt>
    <dgm:pt modelId="{084F46E9-708E-4153-A3CB-3890F52DF4CB}" type="sibTrans" cxnId="{B67A4CC5-7A03-49E1-A4C5-7AF64D98D67E}">
      <dgm:prSet/>
      <dgm:spPr/>
      <dgm:t>
        <a:bodyPr/>
        <a:lstStyle/>
        <a:p>
          <a:endParaRPr lang="en-US"/>
        </a:p>
      </dgm:t>
    </dgm:pt>
    <dgm:pt modelId="{98095C15-DDFE-4772-96B9-121CF6E97ABC}">
      <dgm:prSet/>
      <dgm:spPr/>
      <dgm:t>
        <a:bodyPr/>
        <a:lstStyle/>
        <a:p>
          <a:r>
            <a:rPr lang="en-US" dirty="0" err="1"/>
            <a:t>Diferença</a:t>
          </a:r>
          <a:r>
            <a:rPr lang="en-US" dirty="0"/>
            <a:t> entre Batch Processing e Stream Processing</a:t>
          </a:r>
        </a:p>
      </dgm:t>
    </dgm:pt>
    <dgm:pt modelId="{6BDBFFEF-9663-4727-A505-9C05746704B6}" type="parTrans" cxnId="{6F2FCEFF-7C02-431E-8A12-9AAE859D3934}">
      <dgm:prSet/>
      <dgm:spPr/>
      <dgm:t>
        <a:bodyPr/>
        <a:lstStyle/>
        <a:p>
          <a:endParaRPr lang="en-US"/>
        </a:p>
      </dgm:t>
    </dgm:pt>
    <dgm:pt modelId="{B4D82E8F-FEEA-43E7-BB61-F1FB75B89802}" type="sibTrans" cxnId="{6F2FCEFF-7C02-431E-8A12-9AAE859D3934}">
      <dgm:prSet/>
      <dgm:spPr/>
      <dgm:t>
        <a:bodyPr/>
        <a:lstStyle/>
        <a:p>
          <a:endParaRPr lang="en-US"/>
        </a:p>
      </dgm:t>
    </dgm:pt>
    <dgm:pt modelId="{4825577C-0B71-4D56-BFEC-83E8D7160475}">
      <dgm:prSet/>
      <dgm:spPr/>
      <dgm:t>
        <a:bodyPr/>
        <a:lstStyle/>
        <a:p>
          <a:r>
            <a:rPr lang="en-US" dirty="0" err="1"/>
            <a:t>Benefícios</a:t>
          </a:r>
          <a:r>
            <a:rPr lang="en-US" dirty="0"/>
            <a:t>: </a:t>
          </a:r>
          <a:r>
            <a:rPr lang="en-US" dirty="0" err="1"/>
            <a:t>baixa</a:t>
          </a:r>
          <a:r>
            <a:rPr lang="en-US" dirty="0"/>
            <a:t> </a:t>
          </a:r>
          <a:r>
            <a:rPr lang="en-US" dirty="0" err="1"/>
            <a:t>latência</a:t>
          </a:r>
          <a:r>
            <a:rPr lang="en-US" dirty="0"/>
            <a:t>, insights </a:t>
          </a:r>
          <a:r>
            <a:rPr lang="en-US" dirty="0" err="1"/>
            <a:t>rápidos</a:t>
          </a:r>
          <a:r>
            <a:rPr lang="en-US" dirty="0"/>
            <a:t> e </a:t>
          </a:r>
          <a:r>
            <a:rPr lang="en-US" dirty="0" err="1"/>
            <a:t>processamento</a:t>
          </a:r>
          <a:r>
            <a:rPr lang="en-US" dirty="0"/>
            <a:t> </a:t>
          </a:r>
          <a:r>
            <a:rPr lang="en-US" dirty="0" err="1"/>
            <a:t>contínuo</a:t>
          </a:r>
          <a:endParaRPr lang="en-US" dirty="0"/>
        </a:p>
      </dgm:t>
    </dgm:pt>
    <dgm:pt modelId="{B3064EBD-6104-426D-A6A0-CD246290E4CB}" type="parTrans" cxnId="{BCF26E96-748A-4C21-9828-0804C82B8CFA}">
      <dgm:prSet/>
      <dgm:spPr/>
      <dgm:t>
        <a:bodyPr/>
        <a:lstStyle/>
        <a:p>
          <a:endParaRPr lang="en-US"/>
        </a:p>
      </dgm:t>
    </dgm:pt>
    <dgm:pt modelId="{9B37D303-D859-40B0-A694-E19B6850FE85}" type="sibTrans" cxnId="{BCF26E96-748A-4C21-9828-0804C82B8CFA}">
      <dgm:prSet/>
      <dgm:spPr/>
      <dgm:t>
        <a:bodyPr/>
        <a:lstStyle/>
        <a:p>
          <a:endParaRPr lang="en-US"/>
        </a:p>
      </dgm:t>
    </dgm:pt>
    <dgm:pt modelId="{F7D1B092-2AF4-4D4D-BC20-6BF94D12E3D1}" type="pres">
      <dgm:prSet presAssocID="{0F6A804F-3F24-4F18-A4EE-F9255BD04451}" presName="root" presStyleCnt="0">
        <dgm:presLayoutVars>
          <dgm:dir/>
          <dgm:resizeHandles val="exact"/>
        </dgm:presLayoutVars>
      </dgm:prSet>
      <dgm:spPr/>
    </dgm:pt>
    <dgm:pt modelId="{FD45A7D6-3B51-4009-9FB7-76EBD2AF0C58}" type="pres">
      <dgm:prSet presAssocID="{2624C64C-8AD6-4D92-A66A-3A4E67AF5EFE}" presName="compNode" presStyleCnt="0"/>
      <dgm:spPr/>
    </dgm:pt>
    <dgm:pt modelId="{D25AF528-B363-4712-BA48-B0EB45DF4DD0}" type="pres">
      <dgm:prSet presAssocID="{2624C64C-8AD6-4D92-A66A-3A4E67AF5EFE}" presName="bgRect" presStyleLbl="bgShp" presStyleIdx="0" presStyleCnt="3"/>
      <dgm:spPr/>
    </dgm:pt>
    <dgm:pt modelId="{F5FE6466-8BA2-42D2-BC13-C75754B5339E}" type="pres">
      <dgm:prSet presAssocID="{2624C64C-8AD6-4D92-A66A-3A4E67AF5E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âmpago"/>
        </a:ext>
      </dgm:extLst>
    </dgm:pt>
    <dgm:pt modelId="{D61AB4EC-3872-4C0B-A308-5A27726124EC}" type="pres">
      <dgm:prSet presAssocID="{2624C64C-8AD6-4D92-A66A-3A4E67AF5EFE}" presName="spaceRect" presStyleCnt="0"/>
      <dgm:spPr/>
    </dgm:pt>
    <dgm:pt modelId="{550D0561-7F77-4221-807C-AEAD7A0E61D2}" type="pres">
      <dgm:prSet presAssocID="{2624C64C-8AD6-4D92-A66A-3A4E67AF5EFE}" presName="parTx" presStyleLbl="revTx" presStyleIdx="0" presStyleCnt="3">
        <dgm:presLayoutVars>
          <dgm:chMax val="0"/>
          <dgm:chPref val="0"/>
        </dgm:presLayoutVars>
      </dgm:prSet>
      <dgm:spPr/>
    </dgm:pt>
    <dgm:pt modelId="{6D743B09-892E-4A25-9F84-1CB605CD2032}" type="pres">
      <dgm:prSet presAssocID="{084F46E9-708E-4153-A3CB-3890F52DF4CB}" presName="sibTrans" presStyleCnt="0"/>
      <dgm:spPr/>
    </dgm:pt>
    <dgm:pt modelId="{DF8AA0D6-2FED-4CA8-A7AA-D3673111710B}" type="pres">
      <dgm:prSet presAssocID="{98095C15-DDFE-4772-96B9-121CF6E97ABC}" presName="compNode" presStyleCnt="0"/>
      <dgm:spPr/>
    </dgm:pt>
    <dgm:pt modelId="{398717A2-385E-4F3A-BABC-169999486A4E}" type="pres">
      <dgm:prSet presAssocID="{98095C15-DDFE-4772-96B9-121CF6E97ABC}" presName="bgRect" presStyleLbl="bgShp" presStyleIdx="1" presStyleCnt="3"/>
      <dgm:spPr/>
    </dgm:pt>
    <dgm:pt modelId="{4A14E0A0-DC04-4E1D-B602-EEBE3E85A3C3}" type="pres">
      <dgm:prSet presAssocID="{98095C15-DDFE-4772-96B9-121CF6E97AB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DF7E4C03-3103-42BB-862F-BE18B44C4458}" type="pres">
      <dgm:prSet presAssocID="{98095C15-DDFE-4772-96B9-121CF6E97ABC}" presName="spaceRect" presStyleCnt="0"/>
      <dgm:spPr/>
    </dgm:pt>
    <dgm:pt modelId="{83C64AFD-B884-4480-B2C4-8EF614839D98}" type="pres">
      <dgm:prSet presAssocID="{98095C15-DDFE-4772-96B9-121CF6E97ABC}" presName="parTx" presStyleLbl="revTx" presStyleIdx="1" presStyleCnt="3">
        <dgm:presLayoutVars>
          <dgm:chMax val="0"/>
          <dgm:chPref val="0"/>
        </dgm:presLayoutVars>
      </dgm:prSet>
      <dgm:spPr/>
    </dgm:pt>
    <dgm:pt modelId="{7201E41C-2AF6-48BC-A213-E54494692E41}" type="pres">
      <dgm:prSet presAssocID="{B4D82E8F-FEEA-43E7-BB61-F1FB75B89802}" presName="sibTrans" presStyleCnt="0"/>
      <dgm:spPr/>
    </dgm:pt>
    <dgm:pt modelId="{1867FAFB-1AD6-4D8C-A75E-3ABEBDF4A06C}" type="pres">
      <dgm:prSet presAssocID="{4825577C-0B71-4D56-BFEC-83E8D7160475}" presName="compNode" presStyleCnt="0"/>
      <dgm:spPr/>
    </dgm:pt>
    <dgm:pt modelId="{42EF9BBF-F8D4-4815-8CB9-BE969824448E}" type="pres">
      <dgm:prSet presAssocID="{4825577C-0B71-4D56-BFEC-83E8D7160475}" presName="bgRect" presStyleLbl="bgShp" presStyleIdx="2" presStyleCnt="3"/>
      <dgm:spPr/>
    </dgm:pt>
    <dgm:pt modelId="{D09793EC-7EB9-4F64-B17F-C2870578CB2C}" type="pres">
      <dgm:prSet presAssocID="{4825577C-0B71-4D56-BFEC-83E8D716047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ar"/>
        </a:ext>
      </dgm:extLst>
    </dgm:pt>
    <dgm:pt modelId="{815F1EFE-F4ED-4D49-A824-F51EC49F30D0}" type="pres">
      <dgm:prSet presAssocID="{4825577C-0B71-4D56-BFEC-83E8D7160475}" presName="spaceRect" presStyleCnt="0"/>
      <dgm:spPr/>
    </dgm:pt>
    <dgm:pt modelId="{D910EE46-4C70-4246-A667-437F30D9933D}" type="pres">
      <dgm:prSet presAssocID="{4825577C-0B71-4D56-BFEC-83E8D716047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D38CB0B-CAB4-466C-B14B-322BC9BDED6C}" type="presOf" srcId="{2624C64C-8AD6-4D92-A66A-3A4E67AF5EFE}" destId="{550D0561-7F77-4221-807C-AEAD7A0E61D2}" srcOrd="0" destOrd="0" presId="urn:microsoft.com/office/officeart/2018/2/layout/IconVerticalSolidList"/>
    <dgm:cxn modelId="{EF014B20-DE63-4216-965B-E47B4542103F}" type="presOf" srcId="{98095C15-DDFE-4772-96B9-121CF6E97ABC}" destId="{83C64AFD-B884-4480-B2C4-8EF614839D98}" srcOrd="0" destOrd="0" presId="urn:microsoft.com/office/officeart/2018/2/layout/IconVerticalSolidList"/>
    <dgm:cxn modelId="{BCF26E96-748A-4C21-9828-0804C82B8CFA}" srcId="{0F6A804F-3F24-4F18-A4EE-F9255BD04451}" destId="{4825577C-0B71-4D56-BFEC-83E8D7160475}" srcOrd="2" destOrd="0" parTransId="{B3064EBD-6104-426D-A6A0-CD246290E4CB}" sibTransId="{9B37D303-D859-40B0-A694-E19B6850FE85}"/>
    <dgm:cxn modelId="{B67A4CC5-7A03-49E1-A4C5-7AF64D98D67E}" srcId="{0F6A804F-3F24-4F18-A4EE-F9255BD04451}" destId="{2624C64C-8AD6-4D92-A66A-3A4E67AF5EFE}" srcOrd="0" destOrd="0" parTransId="{3C6EA469-6B99-44B5-A4E2-2C676924E51B}" sibTransId="{084F46E9-708E-4153-A3CB-3890F52DF4CB}"/>
    <dgm:cxn modelId="{A3D042CA-0911-42D6-92A6-5F5EBEC03946}" type="presOf" srcId="{4825577C-0B71-4D56-BFEC-83E8D7160475}" destId="{D910EE46-4C70-4246-A667-437F30D9933D}" srcOrd="0" destOrd="0" presId="urn:microsoft.com/office/officeart/2018/2/layout/IconVerticalSolidList"/>
    <dgm:cxn modelId="{BB4849F0-DDBC-4315-A941-F57404CA93F6}" type="presOf" srcId="{0F6A804F-3F24-4F18-A4EE-F9255BD04451}" destId="{F7D1B092-2AF4-4D4D-BC20-6BF94D12E3D1}" srcOrd="0" destOrd="0" presId="urn:microsoft.com/office/officeart/2018/2/layout/IconVerticalSolidList"/>
    <dgm:cxn modelId="{6F2FCEFF-7C02-431E-8A12-9AAE859D3934}" srcId="{0F6A804F-3F24-4F18-A4EE-F9255BD04451}" destId="{98095C15-DDFE-4772-96B9-121CF6E97ABC}" srcOrd="1" destOrd="0" parTransId="{6BDBFFEF-9663-4727-A505-9C05746704B6}" sibTransId="{B4D82E8F-FEEA-43E7-BB61-F1FB75B89802}"/>
    <dgm:cxn modelId="{4C8F44FD-E674-4626-B3B7-A8151AF08A1E}" type="presParOf" srcId="{F7D1B092-2AF4-4D4D-BC20-6BF94D12E3D1}" destId="{FD45A7D6-3B51-4009-9FB7-76EBD2AF0C58}" srcOrd="0" destOrd="0" presId="urn:microsoft.com/office/officeart/2018/2/layout/IconVerticalSolidList"/>
    <dgm:cxn modelId="{E52BFB3C-F474-4808-BC82-65604DC6F236}" type="presParOf" srcId="{FD45A7D6-3B51-4009-9FB7-76EBD2AF0C58}" destId="{D25AF528-B363-4712-BA48-B0EB45DF4DD0}" srcOrd="0" destOrd="0" presId="urn:microsoft.com/office/officeart/2018/2/layout/IconVerticalSolidList"/>
    <dgm:cxn modelId="{72A59153-9C09-47C3-BFBB-185F3E7B7297}" type="presParOf" srcId="{FD45A7D6-3B51-4009-9FB7-76EBD2AF0C58}" destId="{F5FE6466-8BA2-42D2-BC13-C75754B5339E}" srcOrd="1" destOrd="0" presId="urn:microsoft.com/office/officeart/2018/2/layout/IconVerticalSolidList"/>
    <dgm:cxn modelId="{601A7581-14C3-47C5-9730-7B4C6F770333}" type="presParOf" srcId="{FD45A7D6-3B51-4009-9FB7-76EBD2AF0C58}" destId="{D61AB4EC-3872-4C0B-A308-5A27726124EC}" srcOrd="2" destOrd="0" presId="urn:microsoft.com/office/officeart/2018/2/layout/IconVerticalSolidList"/>
    <dgm:cxn modelId="{C3DD9B34-62FB-4BC1-AD0C-AAFE1B04CF66}" type="presParOf" srcId="{FD45A7D6-3B51-4009-9FB7-76EBD2AF0C58}" destId="{550D0561-7F77-4221-807C-AEAD7A0E61D2}" srcOrd="3" destOrd="0" presId="urn:microsoft.com/office/officeart/2018/2/layout/IconVerticalSolidList"/>
    <dgm:cxn modelId="{5ED6747E-E7CB-43F6-890C-5768C87B646E}" type="presParOf" srcId="{F7D1B092-2AF4-4D4D-BC20-6BF94D12E3D1}" destId="{6D743B09-892E-4A25-9F84-1CB605CD2032}" srcOrd="1" destOrd="0" presId="urn:microsoft.com/office/officeart/2018/2/layout/IconVerticalSolidList"/>
    <dgm:cxn modelId="{C96B5D78-C926-45AB-AB25-C47EB84E5AE5}" type="presParOf" srcId="{F7D1B092-2AF4-4D4D-BC20-6BF94D12E3D1}" destId="{DF8AA0D6-2FED-4CA8-A7AA-D3673111710B}" srcOrd="2" destOrd="0" presId="urn:microsoft.com/office/officeart/2018/2/layout/IconVerticalSolidList"/>
    <dgm:cxn modelId="{A603B43F-8265-4221-AE28-64AAC2FFF367}" type="presParOf" srcId="{DF8AA0D6-2FED-4CA8-A7AA-D3673111710B}" destId="{398717A2-385E-4F3A-BABC-169999486A4E}" srcOrd="0" destOrd="0" presId="urn:microsoft.com/office/officeart/2018/2/layout/IconVerticalSolidList"/>
    <dgm:cxn modelId="{FCB4B410-2933-462D-B3A5-33573A6F6AD5}" type="presParOf" srcId="{DF8AA0D6-2FED-4CA8-A7AA-D3673111710B}" destId="{4A14E0A0-DC04-4E1D-B602-EEBE3E85A3C3}" srcOrd="1" destOrd="0" presId="urn:microsoft.com/office/officeart/2018/2/layout/IconVerticalSolidList"/>
    <dgm:cxn modelId="{3670848A-0860-49DC-A976-CF572F03539F}" type="presParOf" srcId="{DF8AA0D6-2FED-4CA8-A7AA-D3673111710B}" destId="{DF7E4C03-3103-42BB-862F-BE18B44C4458}" srcOrd="2" destOrd="0" presId="urn:microsoft.com/office/officeart/2018/2/layout/IconVerticalSolidList"/>
    <dgm:cxn modelId="{262C7458-C0E7-484B-BCAD-83B641E0BBCE}" type="presParOf" srcId="{DF8AA0D6-2FED-4CA8-A7AA-D3673111710B}" destId="{83C64AFD-B884-4480-B2C4-8EF614839D98}" srcOrd="3" destOrd="0" presId="urn:microsoft.com/office/officeart/2018/2/layout/IconVerticalSolidList"/>
    <dgm:cxn modelId="{3117A68F-F0A5-4270-BFC0-6C855D432676}" type="presParOf" srcId="{F7D1B092-2AF4-4D4D-BC20-6BF94D12E3D1}" destId="{7201E41C-2AF6-48BC-A213-E54494692E41}" srcOrd="3" destOrd="0" presId="urn:microsoft.com/office/officeart/2018/2/layout/IconVerticalSolidList"/>
    <dgm:cxn modelId="{B9CA4C5F-7079-4152-900C-59A12A0CF2E9}" type="presParOf" srcId="{F7D1B092-2AF4-4D4D-BC20-6BF94D12E3D1}" destId="{1867FAFB-1AD6-4D8C-A75E-3ABEBDF4A06C}" srcOrd="4" destOrd="0" presId="urn:microsoft.com/office/officeart/2018/2/layout/IconVerticalSolidList"/>
    <dgm:cxn modelId="{962393CB-B057-4B0F-B640-031329CF4450}" type="presParOf" srcId="{1867FAFB-1AD6-4D8C-A75E-3ABEBDF4A06C}" destId="{42EF9BBF-F8D4-4815-8CB9-BE969824448E}" srcOrd="0" destOrd="0" presId="urn:microsoft.com/office/officeart/2018/2/layout/IconVerticalSolidList"/>
    <dgm:cxn modelId="{58DA686F-C787-4A51-A321-311B4D64574D}" type="presParOf" srcId="{1867FAFB-1AD6-4D8C-A75E-3ABEBDF4A06C}" destId="{D09793EC-7EB9-4F64-B17F-C2870578CB2C}" srcOrd="1" destOrd="0" presId="urn:microsoft.com/office/officeart/2018/2/layout/IconVerticalSolidList"/>
    <dgm:cxn modelId="{65E89383-4CE6-4BCE-B516-CEA81CDE8B70}" type="presParOf" srcId="{1867FAFB-1AD6-4D8C-A75E-3ABEBDF4A06C}" destId="{815F1EFE-F4ED-4D49-A824-F51EC49F30D0}" srcOrd="2" destOrd="0" presId="urn:microsoft.com/office/officeart/2018/2/layout/IconVerticalSolidList"/>
    <dgm:cxn modelId="{A1498173-E202-496B-A8C4-CBFC491E4234}" type="presParOf" srcId="{1867FAFB-1AD6-4D8C-A75E-3ABEBDF4A06C}" destId="{D910EE46-4C70-4246-A667-437F30D9933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C5168FB-7308-4ABD-A496-30247D00E8C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024F79E-76A1-4591-B341-35C66BEF3272}">
      <dgm:prSet/>
      <dgm:spPr/>
      <dgm:t>
        <a:bodyPr/>
        <a:lstStyle/>
        <a:p>
          <a:r>
            <a:rPr lang="en-US" dirty="0"/>
            <a:t>Apache Kafka: </a:t>
          </a:r>
          <a:r>
            <a:rPr lang="en-US" dirty="0" err="1"/>
            <a:t>Mensageria</a:t>
          </a:r>
          <a:r>
            <a:rPr lang="en-US" dirty="0"/>
            <a:t> </a:t>
          </a:r>
          <a:r>
            <a:rPr lang="en-US" dirty="0" err="1"/>
            <a:t>distribuída</a:t>
          </a:r>
          <a:r>
            <a:rPr lang="en-US" dirty="0"/>
            <a:t> para </a:t>
          </a:r>
          <a:r>
            <a:rPr lang="en-US" dirty="0" err="1"/>
            <a:t>ingestão</a:t>
          </a:r>
          <a:r>
            <a:rPr lang="en-US" dirty="0"/>
            <a:t> de dados</a:t>
          </a:r>
        </a:p>
      </dgm:t>
    </dgm:pt>
    <dgm:pt modelId="{4DFFC129-4493-4060-A0AD-E754FC1E0C6D}" type="parTrans" cxnId="{31C77C46-CA62-4573-B83D-BEE0DD7A16C8}">
      <dgm:prSet/>
      <dgm:spPr/>
      <dgm:t>
        <a:bodyPr/>
        <a:lstStyle/>
        <a:p>
          <a:endParaRPr lang="en-US"/>
        </a:p>
      </dgm:t>
    </dgm:pt>
    <dgm:pt modelId="{34D6C00A-302D-4B52-91B4-EA4B59C27F73}" type="sibTrans" cxnId="{31C77C46-CA62-4573-B83D-BEE0DD7A16C8}">
      <dgm:prSet/>
      <dgm:spPr/>
      <dgm:t>
        <a:bodyPr/>
        <a:lstStyle/>
        <a:p>
          <a:endParaRPr lang="en-US"/>
        </a:p>
      </dgm:t>
    </dgm:pt>
    <dgm:pt modelId="{3A575602-F02A-43FD-BFCF-0E9774AC17BE}">
      <dgm:prSet/>
      <dgm:spPr/>
      <dgm:t>
        <a:bodyPr/>
        <a:lstStyle/>
        <a:p>
          <a:r>
            <a:rPr lang="en-US" dirty="0"/>
            <a:t>Spark Streaming: </a:t>
          </a:r>
          <a:r>
            <a:rPr lang="en-US" dirty="0" err="1"/>
            <a:t>Processamento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tempo real </a:t>
          </a:r>
          <a:r>
            <a:rPr lang="en-US" dirty="0" err="1"/>
            <a:t>dentro</a:t>
          </a:r>
          <a:r>
            <a:rPr lang="en-US" dirty="0"/>
            <a:t> do Apache Spark</a:t>
          </a:r>
        </a:p>
      </dgm:t>
    </dgm:pt>
    <dgm:pt modelId="{9F6BA190-15CB-4A7C-AF46-B1B4DA7FA352}" type="parTrans" cxnId="{E2C6001A-CEE7-4E6E-AB51-DD218D55DC26}">
      <dgm:prSet/>
      <dgm:spPr/>
      <dgm:t>
        <a:bodyPr/>
        <a:lstStyle/>
        <a:p>
          <a:endParaRPr lang="en-US"/>
        </a:p>
      </dgm:t>
    </dgm:pt>
    <dgm:pt modelId="{B318DAC6-D82E-423D-A117-EFEAD2BD975F}" type="sibTrans" cxnId="{E2C6001A-CEE7-4E6E-AB51-DD218D55DC26}">
      <dgm:prSet/>
      <dgm:spPr/>
      <dgm:t>
        <a:bodyPr/>
        <a:lstStyle/>
        <a:p>
          <a:endParaRPr lang="en-US"/>
        </a:p>
      </dgm:t>
    </dgm:pt>
    <dgm:pt modelId="{D7727B99-378C-46D1-9807-1DED5FF78D91}">
      <dgm:prSet/>
      <dgm:spPr/>
      <dgm:t>
        <a:bodyPr/>
        <a:lstStyle/>
        <a:p>
          <a:r>
            <a:rPr lang="en-US" dirty="0"/>
            <a:t>Apache Flink: </a:t>
          </a:r>
          <a:r>
            <a:rPr lang="en-US" dirty="0" err="1"/>
            <a:t>Processamento</a:t>
          </a:r>
          <a:r>
            <a:rPr lang="en-US" dirty="0"/>
            <a:t> de </a:t>
          </a:r>
          <a:r>
            <a:rPr lang="en-US" dirty="0" err="1"/>
            <a:t>eventos</a:t>
          </a:r>
          <a:r>
            <a:rPr lang="en-US" dirty="0"/>
            <a:t> de </a:t>
          </a:r>
          <a:r>
            <a:rPr lang="en-US" dirty="0" err="1"/>
            <a:t>baixa</a:t>
          </a:r>
          <a:r>
            <a:rPr lang="en-US" dirty="0"/>
            <a:t> </a:t>
          </a:r>
          <a:r>
            <a:rPr lang="en-US" dirty="0" err="1"/>
            <a:t>latência</a:t>
          </a:r>
          <a:endParaRPr lang="en-US" dirty="0"/>
        </a:p>
      </dgm:t>
    </dgm:pt>
    <dgm:pt modelId="{34E0A8B7-727D-4090-BCC2-5164E3082791}" type="parTrans" cxnId="{3ECAC335-4B73-4E39-98A3-0F4781521FDB}">
      <dgm:prSet/>
      <dgm:spPr/>
      <dgm:t>
        <a:bodyPr/>
        <a:lstStyle/>
        <a:p>
          <a:endParaRPr lang="en-US"/>
        </a:p>
      </dgm:t>
    </dgm:pt>
    <dgm:pt modelId="{6C930606-A70B-4583-8D9D-6F5C343307FA}" type="sibTrans" cxnId="{3ECAC335-4B73-4E39-98A3-0F4781521FDB}">
      <dgm:prSet/>
      <dgm:spPr/>
      <dgm:t>
        <a:bodyPr/>
        <a:lstStyle/>
        <a:p>
          <a:endParaRPr lang="en-US"/>
        </a:p>
      </dgm:t>
    </dgm:pt>
    <dgm:pt modelId="{BF242EBD-B3A8-452B-80BF-994A5E96A671}">
      <dgm:prSet/>
      <dgm:spPr/>
      <dgm:t>
        <a:bodyPr/>
        <a:lstStyle/>
        <a:p>
          <a:r>
            <a:rPr lang="en-US" dirty="0"/>
            <a:t>Google Dataflow: </a:t>
          </a:r>
          <a:r>
            <a:rPr lang="en-US" dirty="0" err="1"/>
            <a:t>Solução</a:t>
          </a:r>
          <a:r>
            <a:rPr lang="en-US" dirty="0"/>
            <a:t> de Streaming </a:t>
          </a:r>
          <a:r>
            <a:rPr lang="en-US" dirty="0" err="1"/>
            <a:t>na</a:t>
          </a:r>
          <a:r>
            <a:rPr lang="en-US" dirty="0"/>
            <a:t> </a:t>
          </a:r>
          <a:r>
            <a:rPr lang="en-US" dirty="0" err="1"/>
            <a:t>nuvem</a:t>
          </a:r>
          <a:endParaRPr lang="en-US" dirty="0"/>
        </a:p>
      </dgm:t>
    </dgm:pt>
    <dgm:pt modelId="{8A87814E-D8BD-43B2-A54F-9DBC8A5BB018}" type="parTrans" cxnId="{EB33F458-240B-41EA-A3B9-674E693C765D}">
      <dgm:prSet/>
      <dgm:spPr/>
      <dgm:t>
        <a:bodyPr/>
        <a:lstStyle/>
        <a:p>
          <a:endParaRPr lang="en-US"/>
        </a:p>
      </dgm:t>
    </dgm:pt>
    <dgm:pt modelId="{5ADA3B08-FE63-49B7-8CA3-D4C08A662E4C}" type="sibTrans" cxnId="{EB33F458-240B-41EA-A3B9-674E693C765D}">
      <dgm:prSet/>
      <dgm:spPr/>
      <dgm:t>
        <a:bodyPr/>
        <a:lstStyle/>
        <a:p>
          <a:endParaRPr lang="en-US"/>
        </a:p>
      </dgm:t>
    </dgm:pt>
    <dgm:pt modelId="{220037E2-13F8-4C42-AD4A-4EBF9F7B7BE8}" type="pres">
      <dgm:prSet presAssocID="{AC5168FB-7308-4ABD-A496-30247D00E8C0}" presName="root" presStyleCnt="0">
        <dgm:presLayoutVars>
          <dgm:dir/>
          <dgm:resizeHandles val="exact"/>
        </dgm:presLayoutVars>
      </dgm:prSet>
      <dgm:spPr/>
    </dgm:pt>
    <dgm:pt modelId="{537A0902-A4F1-495B-914D-CBE5C1239FEB}" type="pres">
      <dgm:prSet presAssocID="{D024F79E-76A1-4591-B341-35C66BEF3272}" presName="compNode" presStyleCnt="0"/>
      <dgm:spPr/>
    </dgm:pt>
    <dgm:pt modelId="{FBB6EB08-1908-497E-960D-1809EB295BAD}" type="pres">
      <dgm:prSet presAssocID="{D024F79E-76A1-4591-B341-35C66BEF3272}" presName="bgRect" presStyleLbl="bgShp" presStyleIdx="0" presStyleCnt="4"/>
      <dgm:spPr/>
    </dgm:pt>
    <dgm:pt modelId="{4CF0D5EE-2E59-4E07-AB81-0095D62EA793}" type="pres">
      <dgm:prSet presAssocID="{D024F79E-76A1-4591-B341-35C66BEF3272}" presName="iconRect" presStyleLbl="node1" presStyleIdx="0" presStyleCnt="4"/>
      <dgm:spPr>
        <a:blipFill>
          <a:blip xmlns:r="http://schemas.openxmlformats.org/officeDocument/2006/relationships" r:embed="rId1"/>
          <a:srcRect/>
          <a:stretch>
            <a:fillRect l="-4000" r="-4000"/>
          </a:stretch>
        </a:blipFill>
        <a:ln>
          <a:noFill/>
        </a:ln>
      </dgm:spPr>
    </dgm:pt>
    <dgm:pt modelId="{8F107C69-2CBC-4C2B-9ADE-1B6A89A1D97F}" type="pres">
      <dgm:prSet presAssocID="{D024F79E-76A1-4591-B341-35C66BEF3272}" presName="spaceRect" presStyleCnt="0"/>
      <dgm:spPr/>
    </dgm:pt>
    <dgm:pt modelId="{0B185652-BDCD-4960-929C-5B808C7F5606}" type="pres">
      <dgm:prSet presAssocID="{D024F79E-76A1-4591-B341-35C66BEF3272}" presName="parTx" presStyleLbl="revTx" presStyleIdx="0" presStyleCnt="4">
        <dgm:presLayoutVars>
          <dgm:chMax val="0"/>
          <dgm:chPref val="0"/>
        </dgm:presLayoutVars>
      </dgm:prSet>
      <dgm:spPr/>
    </dgm:pt>
    <dgm:pt modelId="{AC913CE7-421F-4BB6-8729-69CCA34C2977}" type="pres">
      <dgm:prSet presAssocID="{34D6C00A-302D-4B52-91B4-EA4B59C27F73}" presName="sibTrans" presStyleCnt="0"/>
      <dgm:spPr/>
    </dgm:pt>
    <dgm:pt modelId="{939C5685-7477-44C3-BC63-0680727AB5FB}" type="pres">
      <dgm:prSet presAssocID="{3A575602-F02A-43FD-BFCF-0E9774AC17BE}" presName="compNode" presStyleCnt="0"/>
      <dgm:spPr/>
    </dgm:pt>
    <dgm:pt modelId="{E0BC6421-DABB-46F2-BEB3-56B04A607E19}" type="pres">
      <dgm:prSet presAssocID="{3A575602-F02A-43FD-BFCF-0E9774AC17BE}" presName="bgRect" presStyleLbl="bgShp" presStyleIdx="1" presStyleCnt="4"/>
      <dgm:spPr/>
    </dgm:pt>
    <dgm:pt modelId="{A203E2BC-D849-40CB-8335-50817A8260EE}" type="pres">
      <dgm:prSet presAssocID="{3A575602-F02A-43FD-BFCF-0E9774AC17BE}" presName="iconRect" presStyleLbl="node1" presStyleIdx="1" presStyleCnt="4"/>
      <dgm:spPr>
        <a:blipFill>
          <a:blip xmlns:r="http://schemas.openxmlformats.org/officeDocument/2006/relationships" r:embed="rId2"/>
          <a:srcRect/>
          <a:stretch>
            <a:fillRect l="-3000" r="-3000"/>
          </a:stretch>
        </a:blipFill>
        <a:ln>
          <a:noFill/>
        </a:ln>
      </dgm:spPr>
    </dgm:pt>
    <dgm:pt modelId="{0B9D5038-34A0-48A9-93B2-CCBBB245267F}" type="pres">
      <dgm:prSet presAssocID="{3A575602-F02A-43FD-BFCF-0E9774AC17BE}" presName="spaceRect" presStyleCnt="0"/>
      <dgm:spPr/>
    </dgm:pt>
    <dgm:pt modelId="{2E79B259-76FD-4C28-83DB-28D3E8C5E2B7}" type="pres">
      <dgm:prSet presAssocID="{3A575602-F02A-43FD-BFCF-0E9774AC17BE}" presName="parTx" presStyleLbl="revTx" presStyleIdx="1" presStyleCnt="4">
        <dgm:presLayoutVars>
          <dgm:chMax val="0"/>
          <dgm:chPref val="0"/>
        </dgm:presLayoutVars>
      </dgm:prSet>
      <dgm:spPr/>
    </dgm:pt>
    <dgm:pt modelId="{82C23DBE-B4D4-49DA-BBF7-8A22A8672B3F}" type="pres">
      <dgm:prSet presAssocID="{B318DAC6-D82E-423D-A117-EFEAD2BD975F}" presName="sibTrans" presStyleCnt="0"/>
      <dgm:spPr/>
    </dgm:pt>
    <dgm:pt modelId="{D466E1B4-77D1-4167-8C27-D5E826D3AA2E}" type="pres">
      <dgm:prSet presAssocID="{D7727B99-378C-46D1-9807-1DED5FF78D91}" presName="compNode" presStyleCnt="0"/>
      <dgm:spPr/>
    </dgm:pt>
    <dgm:pt modelId="{2158B3F9-A48E-4B01-9BDA-D01EF10C812E}" type="pres">
      <dgm:prSet presAssocID="{D7727B99-378C-46D1-9807-1DED5FF78D91}" presName="bgRect" presStyleLbl="bgShp" presStyleIdx="2" presStyleCnt="4"/>
      <dgm:spPr/>
    </dgm:pt>
    <dgm:pt modelId="{0BBF21B7-2A05-4DD7-B975-13D993F2193E}" type="pres">
      <dgm:prSet presAssocID="{D7727B99-378C-46D1-9807-1DED5FF78D91}" presName="iconRect" presStyleLbl="node1" presStyleIdx="2" presStyleCnt="4"/>
      <dgm:spPr>
        <a:blipFill>
          <a:blip xmlns:r="http://schemas.openxmlformats.org/officeDocument/2006/relationships" r:embed="rId3"/>
          <a:srcRect/>
          <a:stretch>
            <a:fillRect/>
          </a:stretch>
        </a:blipFill>
        <a:ln>
          <a:noFill/>
        </a:ln>
      </dgm:spPr>
    </dgm:pt>
    <dgm:pt modelId="{A80B4652-AC13-41EC-A04D-E301B700690E}" type="pres">
      <dgm:prSet presAssocID="{D7727B99-378C-46D1-9807-1DED5FF78D91}" presName="spaceRect" presStyleCnt="0"/>
      <dgm:spPr/>
    </dgm:pt>
    <dgm:pt modelId="{BB94C501-7306-473C-9816-E802AE05785C}" type="pres">
      <dgm:prSet presAssocID="{D7727B99-378C-46D1-9807-1DED5FF78D91}" presName="parTx" presStyleLbl="revTx" presStyleIdx="2" presStyleCnt="4">
        <dgm:presLayoutVars>
          <dgm:chMax val="0"/>
          <dgm:chPref val="0"/>
        </dgm:presLayoutVars>
      </dgm:prSet>
      <dgm:spPr/>
    </dgm:pt>
    <dgm:pt modelId="{8D7461D9-1C6F-4C61-B536-917DFA5E5E3E}" type="pres">
      <dgm:prSet presAssocID="{6C930606-A70B-4583-8D9D-6F5C343307FA}" presName="sibTrans" presStyleCnt="0"/>
      <dgm:spPr/>
    </dgm:pt>
    <dgm:pt modelId="{5F673F94-B390-42D0-959F-587F1F09A363}" type="pres">
      <dgm:prSet presAssocID="{BF242EBD-B3A8-452B-80BF-994A5E96A671}" presName="compNode" presStyleCnt="0"/>
      <dgm:spPr/>
    </dgm:pt>
    <dgm:pt modelId="{6CC229BF-AE8E-4C71-81CE-A815CC6AE95A}" type="pres">
      <dgm:prSet presAssocID="{BF242EBD-B3A8-452B-80BF-994A5E96A671}" presName="bgRect" presStyleLbl="bgShp" presStyleIdx="3" presStyleCnt="4"/>
      <dgm:spPr/>
    </dgm:pt>
    <dgm:pt modelId="{6255684C-9ECA-4BD2-9804-0C62A921FF89}" type="pres">
      <dgm:prSet presAssocID="{BF242EBD-B3A8-452B-80BF-994A5E96A671}" presName="iconRect" presStyleLbl="nod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vem"/>
        </a:ext>
      </dgm:extLst>
    </dgm:pt>
    <dgm:pt modelId="{F0BE5067-88C2-4609-9EB0-508ABACDFB54}" type="pres">
      <dgm:prSet presAssocID="{BF242EBD-B3A8-452B-80BF-994A5E96A671}" presName="spaceRect" presStyleCnt="0"/>
      <dgm:spPr/>
    </dgm:pt>
    <dgm:pt modelId="{98902233-27CD-4C4E-B1D9-96A8A7DF0C02}" type="pres">
      <dgm:prSet presAssocID="{BF242EBD-B3A8-452B-80BF-994A5E96A67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D6C280C-BFEC-42B0-B289-9245A47CD969}" type="presOf" srcId="{D024F79E-76A1-4591-B341-35C66BEF3272}" destId="{0B185652-BDCD-4960-929C-5B808C7F5606}" srcOrd="0" destOrd="0" presId="urn:microsoft.com/office/officeart/2018/2/layout/IconVerticalSolidList"/>
    <dgm:cxn modelId="{E2C6001A-CEE7-4E6E-AB51-DD218D55DC26}" srcId="{AC5168FB-7308-4ABD-A496-30247D00E8C0}" destId="{3A575602-F02A-43FD-BFCF-0E9774AC17BE}" srcOrd="1" destOrd="0" parTransId="{9F6BA190-15CB-4A7C-AF46-B1B4DA7FA352}" sibTransId="{B318DAC6-D82E-423D-A117-EFEAD2BD975F}"/>
    <dgm:cxn modelId="{DFBCED2E-06ED-4C02-8C00-8C9906BAF738}" type="presOf" srcId="{3A575602-F02A-43FD-BFCF-0E9774AC17BE}" destId="{2E79B259-76FD-4C28-83DB-28D3E8C5E2B7}" srcOrd="0" destOrd="0" presId="urn:microsoft.com/office/officeart/2018/2/layout/IconVerticalSolidList"/>
    <dgm:cxn modelId="{3ECAC335-4B73-4E39-98A3-0F4781521FDB}" srcId="{AC5168FB-7308-4ABD-A496-30247D00E8C0}" destId="{D7727B99-378C-46D1-9807-1DED5FF78D91}" srcOrd="2" destOrd="0" parTransId="{34E0A8B7-727D-4090-BCC2-5164E3082791}" sibTransId="{6C930606-A70B-4583-8D9D-6F5C343307FA}"/>
    <dgm:cxn modelId="{FB9F5C3B-215F-4DCA-BFD6-8F9030BE98EE}" type="presOf" srcId="{AC5168FB-7308-4ABD-A496-30247D00E8C0}" destId="{220037E2-13F8-4C42-AD4A-4EBF9F7B7BE8}" srcOrd="0" destOrd="0" presId="urn:microsoft.com/office/officeart/2018/2/layout/IconVerticalSolidList"/>
    <dgm:cxn modelId="{31C77C46-CA62-4573-B83D-BEE0DD7A16C8}" srcId="{AC5168FB-7308-4ABD-A496-30247D00E8C0}" destId="{D024F79E-76A1-4591-B341-35C66BEF3272}" srcOrd="0" destOrd="0" parTransId="{4DFFC129-4493-4060-A0AD-E754FC1E0C6D}" sibTransId="{34D6C00A-302D-4B52-91B4-EA4B59C27F73}"/>
    <dgm:cxn modelId="{6318E874-0706-4826-BE46-37E598653CE0}" type="presOf" srcId="{BF242EBD-B3A8-452B-80BF-994A5E96A671}" destId="{98902233-27CD-4C4E-B1D9-96A8A7DF0C02}" srcOrd="0" destOrd="0" presId="urn:microsoft.com/office/officeart/2018/2/layout/IconVerticalSolidList"/>
    <dgm:cxn modelId="{EB33F458-240B-41EA-A3B9-674E693C765D}" srcId="{AC5168FB-7308-4ABD-A496-30247D00E8C0}" destId="{BF242EBD-B3A8-452B-80BF-994A5E96A671}" srcOrd="3" destOrd="0" parTransId="{8A87814E-D8BD-43B2-A54F-9DBC8A5BB018}" sibTransId="{5ADA3B08-FE63-49B7-8CA3-D4C08A662E4C}"/>
    <dgm:cxn modelId="{4ABE08F3-9099-4842-BAED-518F59F5B5B0}" type="presOf" srcId="{D7727B99-378C-46D1-9807-1DED5FF78D91}" destId="{BB94C501-7306-473C-9816-E802AE05785C}" srcOrd="0" destOrd="0" presId="urn:microsoft.com/office/officeart/2018/2/layout/IconVerticalSolidList"/>
    <dgm:cxn modelId="{4C1D7303-4050-41E0-B2A8-35AB5FC02723}" type="presParOf" srcId="{220037E2-13F8-4C42-AD4A-4EBF9F7B7BE8}" destId="{537A0902-A4F1-495B-914D-CBE5C1239FEB}" srcOrd="0" destOrd="0" presId="urn:microsoft.com/office/officeart/2018/2/layout/IconVerticalSolidList"/>
    <dgm:cxn modelId="{FA20C6B5-5F94-4556-ABA0-8128C68C5F9F}" type="presParOf" srcId="{537A0902-A4F1-495B-914D-CBE5C1239FEB}" destId="{FBB6EB08-1908-497E-960D-1809EB295BAD}" srcOrd="0" destOrd="0" presId="urn:microsoft.com/office/officeart/2018/2/layout/IconVerticalSolidList"/>
    <dgm:cxn modelId="{2382734A-49B8-4F4F-9C66-9D37BE4D11A1}" type="presParOf" srcId="{537A0902-A4F1-495B-914D-CBE5C1239FEB}" destId="{4CF0D5EE-2E59-4E07-AB81-0095D62EA793}" srcOrd="1" destOrd="0" presId="urn:microsoft.com/office/officeart/2018/2/layout/IconVerticalSolidList"/>
    <dgm:cxn modelId="{537E7DFF-F723-4074-A89D-963CCADCE64B}" type="presParOf" srcId="{537A0902-A4F1-495B-914D-CBE5C1239FEB}" destId="{8F107C69-2CBC-4C2B-9ADE-1B6A89A1D97F}" srcOrd="2" destOrd="0" presId="urn:microsoft.com/office/officeart/2018/2/layout/IconVerticalSolidList"/>
    <dgm:cxn modelId="{02D1CED2-3F78-4610-8BAA-68EE65E81748}" type="presParOf" srcId="{537A0902-A4F1-495B-914D-CBE5C1239FEB}" destId="{0B185652-BDCD-4960-929C-5B808C7F5606}" srcOrd="3" destOrd="0" presId="urn:microsoft.com/office/officeart/2018/2/layout/IconVerticalSolidList"/>
    <dgm:cxn modelId="{7F02A92E-9DC9-424D-9976-13FD1F6A44BF}" type="presParOf" srcId="{220037E2-13F8-4C42-AD4A-4EBF9F7B7BE8}" destId="{AC913CE7-421F-4BB6-8729-69CCA34C2977}" srcOrd="1" destOrd="0" presId="urn:microsoft.com/office/officeart/2018/2/layout/IconVerticalSolidList"/>
    <dgm:cxn modelId="{DFB8787C-4DF3-4730-985D-B0D08821D028}" type="presParOf" srcId="{220037E2-13F8-4C42-AD4A-4EBF9F7B7BE8}" destId="{939C5685-7477-44C3-BC63-0680727AB5FB}" srcOrd="2" destOrd="0" presId="urn:microsoft.com/office/officeart/2018/2/layout/IconVerticalSolidList"/>
    <dgm:cxn modelId="{F2DA05C7-B6FF-43EC-96D7-CB7B3287A643}" type="presParOf" srcId="{939C5685-7477-44C3-BC63-0680727AB5FB}" destId="{E0BC6421-DABB-46F2-BEB3-56B04A607E19}" srcOrd="0" destOrd="0" presId="urn:microsoft.com/office/officeart/2018/2/layout/IconVerticalSolidList"/>
    <dgm:cxn modelId="{07966C80-0A35-436C-8CA1-1E9CE3CB7189}" type="presParOf" srcId="{939C5685-7477-44C3-BC63-0680727AB5FB}" destId="{A203E2BC-D849-40CB-8335-50817A8260EE}" srcOrd="1" destOrd="0" presId="urn:microsoft.com/office/officeart/2018/2/layout/IconVerticalSolidList"/>
    <dgm:cxn modelId="{A59FA8BA-92EF-46F0-9C97-47D1A8A81DB7}" type="presParOf" srcId="{939C5685-7477-44C3-BC63-0680727AB5FB}" destId="{0B9D5038-34A0-48A9-93B2-CCBBB245267F}" srcOrd="2" destOrd="0" presId="urn:microsoft.com/office/officeart/2018/2/layout/IconVerticalSolidList"/>
    <dgm:cxn modelId="{F7610D86-AD36-46BD-BF9D-0AAB228C1B2C}" type="presParOf" srcId="{939C5685-7477-44C3-BC63-0680727AB5FB}" destId="{2E79B259-76FD-4C28-83DB-28D3E8C5E2B7}" srcOrd="3" destOrd="0" presId="urn:microsoft.com/office/officeart/2018/2/layout/IconVerticalSolidList"/>
    <dgm:cxn modelId="{165F4396-2645-460F-A7C6-65712AB58ACF}" type="presParOf" srcId="{220037E2-13F8-4C42-AD4A-4EBF9F7B7BE8}" destId="{82C23DBE-B4D4-49DA-BBF7-8A22A8672B3F}" srcOrd="3" destOrd="0" presId="urn:microsoft.com/office/officeart/2018/2/layout/IconVerticalSolidList"/>
    <dgm:cxn modelId="{DDBCC22E-3069-4EBA-B6DC-1C6E0686916D}" type="presParOf" srcId="{220037E2-13F8-4C42-AD4A-4EBF9F7B7BE8}" destId="{D466E1B4-77D1-4167-8C27-D5E826D3AA2E}" srcOrd="4" destOrd="0" presId="urn:microsoft.com/office/officeart/2018/2/layout/IconVerticalSolidList"/>
    <dgm:cxn modelId="{154A6CC1-02F5-41B3-A257-8A5B4C089992}" type="presParOf" srcId="{D466E1B4-77D1-4167-8C27-D5E826D3AA2E}" destId="{2158B3F9-A48E-4B01-9BDA-D01EF10C812E}" srcOrd="0" destOrd="0" presId="urn:microsoft.com/office/officeart/2018/2/layout/IconVerticalSolidList"/>
    <dgm:cxn modelId="{0AB5EE99-B8CF-4395-BEB2-347B00294AFE}" type="presParOf" srcId="{D466E1B4-77D1-4167-8C27-D5E826D3AA2E}" destId="{0BBF21B7-2A05-4DD7-B975-13D993F2193E}" srcOrd="1" destOrd="0" presId="urn:microsoft.com/office/officeart/2018/2/layout/IconVerticalSolidList"/>
    <dgm:cxn modelId="{93DD5437-7149-4311-BB62-20DE22AE7560}" type="presParOf" srcId="{D466E1B4-77D1-4167-8C27-D5E826D3AA2E}" destId="{A80B4652-AC13-41EC-A04D-E301B700690E}" srcOrd="2" destOrd="0" presId="urn:microsoft.com/office/officeart/2018/2/layout/IconVerticalSolidList"/>
    <dgm:cxn modelId="{D75E5E58-D14F-479D-9ABD-376057B88D75}" type="presParOf" srcId="{D466E1B4-77D1-4167-8C27-D5E826D3AA2E}" destId="{BB94C501-7306-473C-9816-E802AE05785C}" srcOrd="3" destOrd="0" presId="urn:microsoft.com/office/officeart/2018/2/layout/IconVerticalSolidList"/>
    <dgm:cxn modelId="{038347A4-0528-4269-8354-C894F36D3294}" type="presParOf" srcId="{220037E2-13F8-4C42-AD4A-4EBF9F7B7BE8}" destId="{8D7461D9-1C6F-4C61-B536-917DFA5E5E3E}" srcOrd="5" destOrd="0" presId="urn:microsoft.com/office/officeart/2018/2/layout/IconVerticalSolidList"/>
    <dgm:cxn modelId="{FC36F970-3609-4398-B4CA-D968871775C0}" type="presParOf" srcId="{220037E2-13F8-4C42-AD4A-4EBF9F7B7BE8}" destId="{5F673F94-B390-42D0-959F-587F1F09A363}" srcOrd="6" destOrd="0" presId="urn:microsoft.com/office/officeart/2018/2/layout/IconVerticalSolidList"/>
    <dgm:cxn modelId="{1D35C731-2B82-4954-85BC-CD4AFD24038A}" type="presParOf" srcId="{5F673F94-B390-42D0-959F-587F1F09A363}" destId="{6CC229BF-AE8E-4C71-81CE-A815CC6AE95A}" srcOrd="0" destOrd="0" presId="urn:microsoft.com/office/officeart/2018/2/layout/IconVerticalSolidList"/>
    <dgm:cxn modelId="{D344F4CB-B30D-49CA-90DA-57EA0A1056CD}" type="presParOf" srcId="{5F673F94-B390-42D0-959F-587F1F09A363}" destId="{6255684C-9ECA-4BD2-9804-0C62A921FF89}" srcOrd="1" destOrd="0" presId="urn:microsoft.com/office/officeart/2018/2/layout/IconVerticalSolidList"/>
    <dgm:cxn modelId="{7CCECE13-36FD-44C7-9EC0-D66C4BAEC519}" type="presParOf" srcId="{5F673F94-B390-42D0-959F-587F1F09A363}" destId="{F0BE5067-88C2-4609-9EB0-508ABACDFB54}" srcOrd="2" destOrd="0" presId="urn:microsoft.com/office/officeart/2018/2/layout/IconVerticalSolidList"/>
    <dgm:cxn modelId="{F44FF82E-BE21-4575-AD70-99FDB3485686}" type="presParOf" srcId="{5F673F94-B390-42D0-959F-587F1F09A363}" destId="{98902233-27CD-4C4E-B1D9-96A8A7DF0C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C21F255-B8CC-433B-9A0A-9D2A1180C02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28E7FC7-ADCA-46C6-AA94-550B3970748B}">
      <dgm:prSet/>
      <dgm:spPr/>
      <dgm:t>
        <a:bodyPr/>
        <a:lstStyle/>
        <a:p>
          <a:pPr>
            <a:defRPr cap="all"/>
          </a:pPr>
          <a:r>
            <a:rPr lang="en-US" dirty="0" err="1"/>
            <a:t>Monitoramento</a:t>
          </a:r>
          <a:r>
            <a:rPr lang="en-US" dirty="0"/>
            <a:t> de redes </a:t>
          </a:r>
          <a:r>
            <a:rPr lang="en-US" dirty="0" err="1"/>
            <a:t>sociais</a:t>
          </a:r>
          <a:endParaRPr lang="en-US" dirty="0"/>
        </a:p>
      </dgm:t>
    </dgm:pt>
    <dgm:pt modelId="{58C19AFF-8736-4E19-997E-1F9DC680C29F}" type="parTrans" cxnId="{5AFD206E-73A3-4F5E-BCF0-A1365F6679CD}">
      <dgm:prSet/>
      <dgm:spPr/>
      <dgm:t>
        <a:bodyPr/>
        <a:lstStyle/>
        <a:p>
          <a:endParaRPr lang="en-US"/>
        </a:p>
      </dgm:t>
    </dgm:pt>
    <dgm:pt modelId="{5AE25DC8-0EC9-4464-AE2D-6FF688B01454}" type="sibTrans" cxnId="{5AFD206E-73A3-4F5E-BCF0-A1365F6679CD}">
      <dgm:prSet/>
      <dgm:spPr/>
      <dgm:t>
        <a:bodyPr/>
        <a:lstStyle/>
        <a:p>
          <a:endParaRPr lang="en-US"/>
        </a:p>
      </dgm:t>
    </dgm:pt>
    <dgm:pt modelId="{76F1F144-C2F9-4393-9F6F-A8C864EA8727}">
      <dgm:prSet/>
      <dgm:spPr/>
      <dgm:t>
        <a:bodyPr/>
        <a:lstStyle/>
        <a:p>
          <a:pPr>
            <a:defRPr cap="all"/>
          </a:pPr>
          <a:r>
            <a:rPr lang="en-US" dirty="0" err="1"/>
            <a:t>Análise</a:t>
          </a:r>
          <a:r>
            <a:rPr lang="en-US" dirty="0"/>
            <a:t> de </a:t>
          </a:r>
          <a:r>
            <a:rPr lang="en-US" dirty="0" err="1"/>
            <a:t>fraudes</a:t>
          </a:r>
          <a:r>
            <a:rPr lang="en-US" dirty="0"/>
            <a:t> </a:t>
          </a:r>
          <a:r>
            <a:rPr lang="en-US" dirty="0" err="1"/>
            <a:t>bancárias</a:t>
          </a:r>
          <a:endParaRPr lang="en-US" dirty="0"/>
        </a:p>
      </dgm:t>
    </dgm:pt>
    <dgm:pt modelId="{64520AB8-C21A-4F2C-A92C-EE8DFA8F936C}" type="parTrans" cxnId="{9F872219-99D8-4563-BA69-939E1166C62C}">
      <dgm:prSet/>
      <dgm:spPr/>
      <dgm:t>
        <a:bodyPr/>
        <a:lstStyle/>
        <a:p>
          <a:endParaRPr lang="en-US"/>
        </a:p>
      </dgm:t>
    </dgm:pt>
    <dgm:pt modelId="{52D91E5F-2FAF-4707-A684-90C7141A6672}" type="sibTrans" cxnId="{9F872219-99D8-4563-BA69-939E1166C62C}">
      <dgm:prSet/>
      <dgm:spPr/>
      <dgm:t>
        <a:bodyPr/>
        <a:lstStyle/>
        <a:p>
          <a:endParaRPr lang="en-US"/>
        </a:p>
      </dgm:t>
    </dgm:pt>
    <dgm:pt modelId="{9BEC8B80-E92B-4926-ADC2-EA0222DEEFE0}">
      <dgm:prSet/>
      <dgm:spPr/>
      <dgm:t>
        <a:bodyPr/>
        <a:lstStyle/>
        <a:p>
          <a:pPr>
            <a:defRPr cap="all"/>
          </a:pPr>
          <a:r>
            <a:rPr lang="en-US" dirty="0" err="1"/>
            <a:t>Sensores</a:t>
          </a:r>
          <a:r>
            <a:rPr lang="en-US" dirty="0"/>
            <a:t> IoT e </a:t>
          </a:r>
          <a:r>
            <a:rPr lang="en-US" dirty="0" err="1"/>
            <a:t>análise</a:t>
          </a:r>
          <a:r>
            <a:rPr lang="en-US" dirty="0"/>
            <a:t> </a:t>
          </a:r>
          <a:r>
            <a:rPr lang="en-US" dirty="0" err="1"/>
            <a:t>em</a:t>
          </a:r>
          <a:r>
            <a:rPr lang="en-US" dirty="0"/>
            <a:t> tempo real</a:t>
          </a:r>
        </a:p>
      </dgm:t>
    </dgm:pt>
    <dgm:pt modelId="{C4558B76-C18C-4E2C-BD55-90BD8C9B7BAA}" type="parTrans" cxnId="{890024C6-3435-4E60-882C-197E0B8D0902}">
      <dgm:prSet/>
      <dgm:spPr/>
      <dgm:t>
        <a:bodyPr/>
        <a:lstStyle/>
        <a:p>
          <a:endParaRPr lang="en-US"/>
        </a:p>
      </dgm:t>
    </dgm:pt>
    <dgm:pt modelId="{D8B47828-606A-41A6-9EAD-2FD9D897BB5A}" type="sibTrans" cxnId="{890024C6-3435-4E60-882C-197E0B8D0902}">
      <dgm:prSet/>
      <dgm:spPr/>
      <dgm:t>
        <a:bodyPr/>
        <a:lstStyle/>
        <a:p>
          <a:endParaRPr lang="en-US"/>
        </a:p>
      </dgm:t>
    </dgm:pt>
    <dgm:pt modelId="{D7B5DF89-5E8B-4E44-8FC3-4737275CF11D}">
      <dgm:prSet/>
      <dgm:spPr/>
      <dgm:t>
        <a:bodyPr/>
        <a:lstStyle/>
        <a:p>
          <a:pPr>
            <a:defRPr cap="all"/>
          </a:pPr>
          <a:r>
            <a:rPr lang="en-US" dirty="0"/>
            <a:t>Streaming de </a:t>
          </a:r>
          <a:r>
            <a:rPr lang="en-US" dirty="0" err="1"/>
            <a:t>vídeos</a:t>
          </a:r>
          <a:r>
            <a:rPr lang="en-US" dirty="0"/>
            <a:t> e </a:t>
          </a:r>
          <a:r>
            <a:rPr lang="en-US" dirty="0" err="1"/>
            <a:t>recomendações</a:t>
          </a:r>
          <a:endParaRPr lang="en-US" dirty="0"/>
        </a:p>
      </dgm:t>
    </dgm:pt>
    <dgm:pt modelId="{42F1A176-D0D3-4E5F-81D4-E106CF5DDF93}" type="parTrans" cxnId="{A9414111-8BAD-4A83-BA2F-4D125314A685}">
      <dgm:prSet/>
      <dgm:spPr/>
      <dgm:t>
        <a:bodyPr/>
        <a:lstStyle/>
        <a:p>
          <a:endParaRPr lang="en-US"/>
        </a:p>
      </dgm:t>
    </dgm:pt>
    <dgm:pt modelId="{5E2364B5-D948-4764-8EE0-FAC697C16A4D}" type="sibTrans" cxnId="{A9414111-8BAD-4A83-BA2F-4D125314A685}">
      <dgm:prSet/>
      <dgm:spPr/>
      <dgm:t>
        <a:bodyPr/>
        <a:lstStyle/>
        <a:p>
          <a:endParaRPr lang="en-US"/>
        </a:p>
      </dgm:t>
    </dgm:pt>
    <dgm:pt modelId="{BEE6CAE4-617D-4FF0-836A-E8C0B94C54FE}" type="pres">
      <dgm:prSet presAssocID="{9C21F255-B8CC-433B-9A0A-9D2A1180C028}" presName="root" presStyleCnt="0">
        <dgm:presLayoutVars>
          <dgm:dir/>
          <dgm:resizeHandles val="exact"/>
        </dgm:presLayoutVars>
      </dgm:prSet>
      <dgm:spPr/>
    </dgm:pt>
    <dgm:pt modelId="{9CE17AE9-AC60-484A-A35C-BFD7D2F8CF5B}" type="pres">
      <dgm:prSet presAssocID="{C28E7FC7-ADCA-46C6-AA94-550B3970748B}" presName="compNode" presStyleCnt="0"/>
      <dgm:spPr/>
    </dgm:pt>
    <dgm:pt modelId="{97DAFFEA-A48B-4434-92DC-00281A6A37E0}" type="pres">
      <dgm:prSet presAssocID="{C28E7FC7-ADCA-46C6-AA94-550B3970748B}" presName="iconBgRect" presStyleLbl="bgShp" presStyleIdx="0" presStyleCnt="4"/>
      <dgm:spPr/>
    </dgm:pt>
    <dgm:pt modelId="{81FD68EF-90B7-46A0-92B4-FE0196724CA6}" type="pres">
      <dgm:prSet presAssocID="{C28E7FC7-ADCA-46C6-AA94-550B397074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B72587C1-2E5D-475D-9ED5-77CEB6B230F0}" type="pres">
      <dgm:prSet presAssocID="{C28E7FC7-ADCA-46C6-AA94-550B3970748B}" presName="spaceRect" presStyleCnt="0"/>
      <dgm:spPr/>
    </dgm:pt>
    <dgm:pt modelId="{3839E9ED-1B2B-46A3-81F1-9BDB318B8A54}" type="pres">
      <dgm:prSet presAssocID="{C28E7FC7-ADCA-46C6-AA94-550B3970748B}" presName="textRect" presStyleLbl="revTx" presStyleIdx="0" presStyleCnt="4">
        <dgm:presLayoutVars>
          <dgm:chMax val="1"/>
          <dgm:chPref val="1"/>
        </dgm:presLayoutVars>
      </dgm:prSet>
      <dgm:spPr/>
    </dgm:pt>
    <dgm:pt modelId="{EAFEA9E4-FE22-4AE6-B760-46E8C2275A7E}" type="pres">
      <dgm:prSet presAssocID="{5AE25DC8-0EC9-4464-AE2D-6FF688B01454}" presName="sibTrans" presStyleCnt="0"/>
      <dgm:spPr/>
    </dgm:pt>
    <dgm:pt modelId="{4B9396AD-8728-4BA1-8AC1-7406CB9A1DE9}" type="pres">
      <dgm:prSet presAssocID="{76F1F144-C2F9-4393-9F6F-A8C864EA8727}" presName="compNode" presStyleCnt="0"/>
      <dgm:spPr/>
    </dgm:pt>
    <dgm:pt modelId="{A51952D3-50F0-4F9A-AF10-E60EFADF3AC0}" type="pres">
      <dgm:prSet presAssocID="{76F1F144-C2F9-4393-9F6F-A8C864EA8727}" presName="iconBgRect" presStyleLbl="bgShp" presStyleIdx="1" presStyleCnt="4"/>
      <dgm:spPr/>
    </dgm:pt>
    <dgm:pt modelId="{B913B474-8D50-4648-AF78-5D8C8A68B8A1}" type="pres">
      <dgm:prSet presAssocID="{76F1F144-C2F9-4393-9F6F-A8C864EA872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drão"/>
        </a:ext>
      </dgm:extLst>
    </dgm:pt>
    <dgm:pt modelId="{59B21021-51FC-4A9A-B301-B66691B519D2}" type="pres">
      <dgm:prSet presAssocID="{76F1F144-C2F9-4393-9F6F-A8C864EA8727}" presName="spaceRect" presStyleCnt="0"/>
      <dgm:spPr/>
    </dgm:pt>
    <dgm:pt modelId="{C4E665FB-BC39-4B76-94F8-ED7F84B3B05C}" type="pres">
      <dgm:prSet presAssocID="{76F1F144-C2F9-4393-9F6F-A8C864EA8727}" presName="textRect" presStyleLbl="revTx" presStyleIdx="1" presStyleCnt="4">
        <dgm:presLayoutVars>
          <dgm:chMax val="1"/>
          <dgm:chPref val="1"/>
        </dgm:presLayoutVars>
      </dgm:prSet>
      <dgm:spPr/>
    </dgm:pt>
    <dgm:pt modelId="{A200386D-E277-4324-BC0A-C9C843137BE0}" type="pres">
      <dgm:prSet presAssocID="{52D91E5F-2FAF-4707-A684-90C7141A6672}" presName="sibTrans" presStyleCnt="0"/>
      <dgm:spPr/>
    </dgm:pt>
    <dgm:pt modelId="{770EAD2C-2AAA-4387-92A6-8CABA66A5186}" type="pres">
      <dgm:prSet presAssocID="{9BEC8B80-E92B-4926-ADC2-EA0222DEEFE0}" presName="compNode" presStyleCnt="0"/>
      <dgm:spPr/>
    </dgm:pt>
    <dgm:pt modelId="{E0A70D58-7403-4FBB-93D7-2EB8BB0D8991}" type="pres">
      <dgm:prSet presAssocID="{9BEC8B80-E92B-4926-ADC2-EA0222DEEFE0}" presName="iconBgRect" presStyleLbl="bgShp" presStyleIdx="2" presStyleCnt="4"/>
      <dgm:spPr/>
    </dgm:pt>
    <dgm:pt modelId="{B4A0B67E-2FD5-4F0B-95DE-ADB35728F906}" type="pres">
      <dgm:prSet presAssocID="{9BEC8B80-E92B-4926-ADC2-EA0222DEEFE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vem"/>
        </a:ext>
      </dgm:extLst>
    </dgm:pt>
    <dgm:pt modelId="{93B0BCE0-A503-447C-A753-EC4FD9440E0A}" type="pres">
      <dgm:prSet presAssocID="{9BEC8B80-E92B-4926-ADC2-EA0222DEEFE0}" presName="spaceRect" presStyleCnt="0"/>
      <dgm:spPr/>
    </dgm:pt>
    <dgm:pt modelId="{DBA9EB9A-7EF9-42E9-B05C-747513AC7BB6}" type="pres">
      <dgm:prSet presAssocID="{9BEC8B80-E92B-4926-ADC2-EA0222DEEFE0}" presName="textRect" presStyleLbl="revTx" presStyleIdx="2" presStyleCnt="4">
        <dgm:presLayoutVars>
          <dgm:chMax val="1"/>
          <dgm:chPref val="1"/>
        </dgm:presLayoutVars>
      </dgm:prSet>
      <dgm:spPr/>
    </dgm:pt>
    <dgm:pt modelId="{91EB9FE9-3D51-4819-82EF-3598F57E07E8}" type="pres">
      <dgm:prSet presAssocID="{D8B47828-606A-41A6-9EAD-2FD9D897BB5A}" presName="sibTrans" presStyleCnt="0"/>
      <dgm:spPr/>
    </dgm:pt>
    <dgm:pt modelId="{5A2A6A44-1011-4BC3-A175-37E3E713E257}" type="pres">
      <dgm:prSet presAssocID="{D7B5DF89-5E8B-4E44-8FC3-4737275CF11D}" presName="compNode" presStyleCnt="0"/>
      <dgm:spPr/>
    </dgm:pt>
    <dgm:pt modelId="{A4984F26-C108-4602-A2BD-E3CB53370B91}" type="pres">
      <dgm:prSet presAssocID="{D7B5DF89-5E8B-4E44-8FC3-4737275CF11D}" presName="iconBgRect" presStyleLbl="bgShp" presStyleIdx="3" presStyleCnt="4"/>
      <dgm:spPr/>
    </dgm:pt>
    <dgm:pt modelId="{5F815DDF-E070-4B36-9BE2-43845EB5F643}" type="pres">
      <dgm:prSet presAssocID="{D7B5DF89-5E8B-4E44-8FC3-4737275CF11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7288ADE6-3902-49C3-9164-C21F164647E4}" type="pres">
      <dgm:prSet presAssocID="{D7B5DF89-5E8B-4E44-8FC3-4737275CF11D}" presName="spaceRect" presStyleCnt="0"/>
      <dgm:spPr/>
    </dgm:pt>
    <dgm:pt modelId="{3DE13E0C-ED7C-4CD6-B0F7-9B25649E67B0}" type="pres">
      <dgm:prSet presAssocID="{D7B5DF89-5E8B-4E44-8FC3-4737275CF11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414111-8BAD-4A83-BA2F-4D125314A685}" srcId="{9C21F255-B8CC-433B-9A0A-9D2A1180C028}" destId="{D7B5DF89-5E8B-4E44-8FC3-4737275CF11D}" srcOrd="3" destOrd="0" parTransId="{42F1A176-D0D3-4E5F-81D4-E106CF5DDF93}" sibTransId="{5E2364B5-D948-4764-8EE0-FAC697C16A4D}"/>
    <dgm:cxn modelId="{9D2A2812-BBDB-42FB-9621-48731A81F0A3}" type="presOf" srcId="{C28E7FC7-ADCA-46C6-AA94-550B3970748B}" destId="{3839E9ED-1B2B-46A3-81F1-9BDB318B8A54}" srcOrd="0" destOrd="0" presId="urn:microsoft.com/office/officeart/2018/5/layout/IconCircleLabelList"/>
    <dgm:cxn modelId="{9F872219-99D8-4563-BA69-939E1166C62C}" srcId="{9C21F255-B8CC-433B-9A0A-9D2A1180C028}" destId="{76F1F144-C2F9-4393-9F6F-A8C864EA8727}" srcOrd="1" destOrd="0" parTransId="{64520AB8-C21A-4F2C-A92C-EE8DFA8F936C}" sibTransId="{52D91E5F-2FAF-4707-A684-90C7141A6672}"/>
    <dgm:cxn modelId="{5AFD206E-73A3-4F5E-BCF0-A1365F6679CD}" srcId="{9C21F255-B8CC-433B-9A0A-9D2A1180C028}" destId="{C28E7FC7-ADCA-46C6-AA94-550B3970748B}" srcOrd="0" destOrd="0" parTransId="{58C19AFF-8736-4E19-997E-1F9DC680C29F}" sibTransId="{5AE25DC8-0EC9-4464-AE2D-6FF688B01454}"/>
    <dgm:cxn modelId="{D771458D-1132-4C4B-AB91-8E18254A7C05}" type="presOf" srcId="{76F1F144-C2F9-4393-9F6F-A8C864EA8727}" destId="{C4E665FB-BC39-4B76-94F8-ED7F84B3B05C}" srcOrd="0" destOrd="0" presId="urn:microsoft.com/office/officeart/2018/5/layout/IconCircleLabelList"/>
    <dgm:cxn modelId="{1A125090-918D-49B3-9655-33D301F575D7}" type="presOf" srcId="{9BEC8B80-E92B-4926-ADC2-EA0222DEEFE0}" destId="{DBA9EB9A-7EF9-42E9-B05C-747513AC7BB6}" srcOrd="0" destOrd="0" presId="urn:microsoft.com/office/officeart/2018/5/layout/IconCircleLabelList"/>
    <dgm:cxn modelId="{330BD09F-B2B2-4C92-BCBD-55FEF40400A2}" type="presOf" srcId="{9C21F255-B8CC-433B-9A0A-9D2A1180C028}" destId="{BEE6CAE4-617D-4FF0-836A-E8C0B94C54FE}" srcOrd="0" destOrd="0" presId="urn:microsoft.com/office/officeart/2018/5/layout/IconCircleLabelList"/>
    <dgm:cxn modelId="{247686BB-30E7-4353-9B20-871DD00439F9}" type="presOf" srcId="{D7B5DF89-5E8B-4E44-8FC3-4737275CF11D}" destId="{3DE13E0C-ED7C-4CD6-B0F7-9B25649E67B0}" srcOrd="0" destOrd="0" presId="urn:microsoft.com/office/officeart/2018/5/layout/IconCircleLabelList"/>
    <dgm:cxn modelId="{890024C6-3435-4E60-882C-197E0B8D0902}" srcId="{9C21F255-B8CC-433B-9A0A-9D2A1180C028}" destId="{9BEC8B80-E92B-4926-ADC2-EA0222DEEFE0}" srcOrd="2" destOrd="0" parTransId="{C4558B76-C18C-4E2C-BD55-90BD8C9B7BAA}" sibTransId="{D8B47828-606A-41A6-9EAD-2FD9D897BB5A}"/>
    <dgm:cxn modelId="{F8CCAD6D-DE8F-444B-A8EF-A48B2BF2A510}" type="presParOf" srcId="{BEE6CAE4-617D-4FF0-836A-E8C0B94C54FE}" destId="{9CE17AE9-AC60-484A-A35C-BFD7D2F8CF5B}" srcOrd="0" destOrd="0" presId="urn:microsoft.com/office/officeart/2018/5/layout/IconCircleLabelList"/>
    <dgm:cxn modelId="{07C7EDE1-E717-49FE-856E-009266C07DEC}" type="presParOf" srcId="{9CE17AE9-AC60-484A-A35C-BFD7D2F8CF5B}" destId="{97DAFFEA-A48B-4434-92DC-00281A6A37E0}" srcOrd="0" destOrd="0" presId="urn:microsoft.com/office/officeart/2018/5/layout/IconCircleLabelList"/>
    <dgm:cxn modelId="{47EF7280-090D-462C-B043-09EA54061251}" type="presParOf" srcId="{9CE17AE9-AC60-484A-A35C-BFD7D2F8CF5B}" destId="{81FD68EF-90B7-46A0-92B4-FE0196724CA6}" srcOrd="1" destOrd="0" presId="urn:microsoft.com/office/officeart/2018/5/layout/IconCircleLabelList"/>
    <dgm:cxn modelId="{6B5C58EB-CF90-4BF0-9559-21B60174E7E6}" type="presParOf" srcId="{9CE17AE9-AC60-484A-A35C-BFD7D2F8CF5B}" destId="{B72587C1-2E5D-475D-9ED5-77CEB6B230F0}" srcOrd="2" destOrd="0" presId="urn:microsoft.com/office/officeart/2018/5/layout/IconCircleLabelList"/>
    <dgm:cxn modelId="{69738FFD-ABFA-42EF-866F-2D735659CF4F}" type="presParOf" srcId="{9CE17AE9-AC60-484A-A35C-BFD7D2F8CF5B}" destId="{3839E9ED-1B2B-46A3-81F1-9BDB318B8A54}" srcOrd="3" destOrd="0" presId="urn:microsoft.com/office/officeart/2018/5/layout/IconCircleLabelList"/>
    <dgm:cxn modelId="{320AB151-6168-4DD5-B155-9DCE130526A4}" type="presParOf" srcId="{BEE6CAE4-617D-4FF0-836A-E8C0B94C54FE}" destId="{EAFEA9E4-FE22-4AE6-B760-46E8C2275A7E}" srcOrd="1" destOrd="0" presId="urn:microsoft.com/office/officeart/2018/5/layout/IconCircleLabelList"/>
    <dgm:cxn modelId="{BB36665C-2B30-45A1-A81C-170B51B15263}" type="presParOf" srcId="{BEE6CAE4-617D-4FF0-836A-E8C0B94C54FE}" destId="{4B9396AD-8728-4BA1-8AC1-7406CB9A1DE9}" srcOrd="2" destOrd="0" presId="urn:microsoft.com/office/officeart/2018/5/layout/IconCircleLabelList"/>
    <dgm:cxn modelId="{29D6032E-451D-4FFF-8194-535FA705E3F2}" type="presParOf" srcId="{4B9396AD-8728-4BA1-8AC1-7406CB9A1DE9}" destId="{A51952D3-50F0-4F9A-AF10-E60EFADF3AC0}" srcOrd="0" destOrd="0" presId="urn:microsoft.com/office/officeart/2018/5/layout/IconCircleLabelList"/>
    <dgm:cxn modelId="{E04A2673-AE89-410B-9506-5E18B8311257}" type="presParOf" srcId="{4B9396AD-8728-4BA1-8AC1-7406CB9A1DE9}" destId="{B913B474-8D50-4648-AF78-5D8C8A68B8A1}" srcOrd="1" destOrd="0" presId="urn:microsoft.com/office/officeart/2018/5/layout/IconCircleLabelList"/>
    <dgm:cxn modelId="{33F97E30-8115-4852-8A90-3976EF1DDB01}" type="presParOf" srcId="{4B9396AD-8728-4BA1-8AC1-7406CB9A1DE9}" destId="{59B21021-51FC-4A9A-B301-B66691B519D2}" srcOrd="2" destOrd="0" presId="urn:microsoft.com/office/officeart/2018/5/layout/IconCircleLabelList"/>
    <dgm:cxn modelId="{D3108E80-B6E6-40C0-B7A5-692FDE26E53F}" type="presParOf" srcId="{4B9396AD-8728-4BA1-8AC1-7406CB9A1DE9}" destId="{C4E665FB-BC39-4B76-94F8-ED7F84B3B05C}" srcOrd="3" destOrd="0" presId="urn:microsoft.com/office/officeart/2018/5/layout/IconCircleLabelList"/>
    <dgm:cxn modelId="{5E514795-986E-410D-932C-FC18ACF686E9}" type="presParOf" srcId="{BEE6CAE4-617D-4FF0-836A-E8C0B94C54FE}" destId="{A200386D-E277-4324-BC0A-C9C843137BE0}" srcOrd="3" destOrd="0" presId="urn:microsoft.com/office/officeart/2018/5/layout/IconCircleLabelList"/>
    <dgm:cxn modelId="{4BC49A91-3EF1-4F48-9582-AD6BB1BAEFE1}" type="presParOf" srcId="{BEE6CAE4-617D-4FF0-836A-E8C0B94C54FE}" destId="{770EAD2C-2AAA-4387-92A6-8CABA66A5186}" srcOrd="4" destOrd="0" presId="urn:microsoft.com/office/officeart/2018/5/layout/IconCircleLabelList"/>
    <dgm:cxn modelId="{304B112C-AA5A-4E47-88FE-C9B6706637D4}" type="presParOf" srcId="{770EAD2C-2AAA-4387-92A6-8CABA66A5186}" destId="{E0A70D58-7403-4FBB-93D7-2EB8BB0D8991}" srcOrd="0" destOrd="0" presId="urn:microsoft.com/office/officeart/2018/5/layout/IconCircleLabelList"/>
    <dgm:cxn modelId="{4B2A40AE-B166-4B14-B9D2-33C843808B03}" type="presParOf" srcId="{770EAD2C-2AAA-4387-92A6-8CABA66A5186}" destId="{B4A0B67E-2FD5-4F0B-95DE-ADB35728F906}" srcOrd="1" destOrd="0" presId="urn:microsoft.com/office/officeart/2018/5/layout/IconCircleLabelList"/>
    <dgm:cxn modelId="{B4B6954A-27FE-4AD7-91B4-09E3396FF24F}" type="presParOf" srcId="{770EAD2C-2AAA-4387-92A6-8CABA66A5186}" destId="{93B0BCE0-A503-447C-A753-EC4FD9440E0A}" srcOrd="2" destOrd="0" presId="urn:microsoft.com/office/officeart/2018/5/layout/IconCircleLabelList"/>
    <dgm:cxn modelId="{B64F843C-FC45-472D-8D75-355837FCAF65}" type="presParOf" srcId="{770EAD2C-2AAA-4387-92A6-8CABA66A5186}" destId="{DBA9EB9A-7EF9-42E9-B05C-747513AC7BB6}" srcOrd="3" destOrd="0" presId="urn:microsoft.com/office/officeart/2018/5/layout/IconCircleLabelList"/>
    <dgm:cxn modelId="{85C9E911-10AA-4DE0-856B-6D7C997BFFB8}" type="presParOf" srcId="{BEE6CAE4-617D-4FF0-836A-E8C0B94C54FE}" destId="{91EB9FE9-3D51-4819-82EF-3598F57E07E8}" srcOrd="5" destOrd="0" presId="urn:microsoft.com/office/officeart/2018/5/layout/IconCircleLabelList"/>
    <dgm:cxn modelId="{0333B4BA-B068-4A78-9CA9-C45B2CDE6232}" type="presParOf" srcId="{BEE6CAE4-617D-4FF0-836A-E8C0B94C54FE}" destId="{5A2A6A44-1011-4BC3-A175-37E3E713E257}" srcOrd="6" destOrd="0" presId="urn:microsoft.com/office/officeart/2018/5/layout/IconCircleLabelList"/>
    <dgm:cxn modelId="{76A95BC0-BF19-435D-BA26-67BBD774A432}" type="presParOf" srcId="{5A2A6A44-1011-4BC3-A175-37E3E713E257}" destId="{A4984F26-C108-4602-A2BD-E3CB53370B91}" srcOrd="0" destOrd="0" presId="urn:microsoft.com/office/officeart/2018/5/layout/IconCircleLabelList"/>
    <dgm:cxn modelId="{45FB4C90-5455-40B4-A324-8D97D0F9E67D}" type="presParOf" srcId="{5A2A6A44-1011-4BC3-A175-37E3E713E257}" destId="{5F815DDF-E070-4B36-9BE2-43845EB5F643}" srcOrd="1" destOrd="0" presId="urn:microsoft.com/office/officeart/2018/5/layout/IconCircleLabelList"/>
    <dgm:cxn modelId="{D78E1A4E-CEBC-40A8-ACCE-CDBF672C4ECF}" type="presParOf" srcId="{5A2A6A44-1011-4BC3-A175-37E3E713E257}" destId="{7288ADE6-3902-49C3-9164-C21F164647E4}" srcOrd="2" destOrd="0" presId="urn:microsoft.com/office/officeart/2018/5/layout/IconCircleLabelList"/>
    <dgm:cxn modelId="{47472492-8F3B-45E5-9985-B45E53EB1E63}" type="presParOf" srcId="{5A2A6A44-1011-4BC3-A175-37E3E713E257}" destId="{3DE13E0C-ED7C-4CD6-B0F7-9B25649E67B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FBE3AC9-70C3-41C3-87C0-419BA2F5812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DA144A0-3133-492F-AED6-B46EAB557D3E}">
      <dgm:prSet/>
      <dgm:spPr/>
      <dgm:t>
        <a:bodyPr/>
        <a:lstStyle/>
        <a:p>
          <a:r>
            <a:rPr lang="en-US" dirty="0" err="1"/>
            <a:t>Explicação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partes </a:t>
          </a:r>
          <a:r>
            <a:rPr lang="en-US" dirty="0" err="1"/>
            <a:t>interessadas</a:t>
          </a:r>
          <a:r>
            <a:rPr lang="en-US" dirty="0"/>
            <a:t> e base de dados</a:t>
          </a:r>
        </a:p>
      </dgm:t>
    </dgm:pt>
    <dgm:pt modelId="{E7B9B3D4-EEA1-4D94-9618-80E94B6D02F8}" type="parTrans" cxnId="{7A50D879-D490-4EA1-AD34-6A7054E6596B}">
      <dgm:prSet/>
      <dgm:spPr/>
      <dgm:t>
        <a:bodyPr/>
        <a:lstStyle/>
        <a:p>
          <a:endParaRPr lang="en-US"/>
        </a:p>
      </dgm:t>
    </dgm:pt>
    <dgm:pt modelId="{162DD613-4939-443A-86E1-D04BEA6E0950}" type="sibTrans" cxnId="{7A50D879-D490-4EA1-AD34-6A7054E6596B}">
      <dgm:prSet/>
      <dgm:spPr/>
      <dgm:t>
        <a:bodyPr/>
        <a:lstStyle/>
        <a:p>
          <a:endParaRPr lang="en-US"/>
        </a:p>
      </dgm:t>
    </dgm:pt>
    <dgm:pt modelId="{BE022BA4-265C-4806-B171-5A4B5898B53F}">
      <dgm:prSet/>
      <dgm:spPr/>
      <dgm:t>
        <a:bodyPr/>
        <a:lstStyle/>
        <a:p>
          <a:r>
            <a:rPr lang="en-US" dirty="0" err="1"/>
            <a:t>Estrutura</a:t>
          </a:r>
          <a:r>
            <a:rPr lang="en-US" dirty="0"/>
            <a:t> da </a:t>
          </a:r>
          <a:r>
            <a:rPr lang="en-US" dirty="0" err="1"/>
            <a:t>pesquisa</a:t>
          </a:r>
          <a:r>
            <a:rPr lang="en-US" dirty="0"/>
            <a:t> e </a:t>
          </a:r>
          <a:r>
            <a:rPr lang="en-US" dirty="0" err="1"/>
            <a:t>justificativa</a:t>
          </a:r>
          <a:r>
            <a:rPr lang="en-US" dirty="0"/>
            <a:t> para a </a:t>
          </a:r>
          <a:r>
            <a:rPr lang="en-US" dirty="0" err="1"/>
            <a:t>escolha</a:t>
          </a:r>
          <a:r>
            <a:rPr lang="en-US" dirty="0"/>
            <a:t> da </a:t>
          </a:r>
          <a:r>
            <a:rPr lang="en-US" dirty="0" err="1"/>
            <a:t>tecnologia</a:t>
          </a:r>
          <a:endParaRPr lang="en-US" dirty="0"/>
        </a:p>
      </dgm:t>
    </dgm:pt>
    <dgm:pt modelId="{F70FDD42-8A96-4C1F-9372-67007B4DB00B}" type="parTrans" cxnId="{2674BC35-7170-4B74-9840-4C31BA47301F}">
      <dgm:prSet/>
      <dgm:spPr/>
      <dgm:t>
        <a:bodyPr/>
        <a:lstStyle/>
        <a:p>
          <a:endParaRPr lang="en-US"/>
        </a:p>
      </dgm:t>
    </dgm:pt>
    <dgm:pt modelId="{2150F8F7-DE89-4C9C-9B5A-AB041BE3970D}" type="sibTrans" cxnId="{2674BC35-7170-4B74-9840-4C31BA47301F}">
      <dgm:prSet/>
      <dgm:spPr/>
      <dgm:t>
        <a:bodyPr/>
        <a:lstStyle/>
        <a:p>
          <a:endParaRPr lang="en-US"/>
        </a:p>
      </dgm:t>
    </dgm:pt>
    <dgm:pt modelId="{33B23773-2079-49B6-97B6-7E86A872BC00}">
      <dgm:prSet/>
      <dgm:spPr/>
      <dgm:t>
        <a:bodyPr/>
        <a:lstStyle/>
        <a:p>
          <a:r>
            <a:rPr lang="en-US" dirty="0" err="1"/>
            <a:t>Momento</a:t>
          </a:r>
          <a:r>
            <a:rPr lang="en-US" dirty="0"/>
            <a:t> para </a:t>
          </a:r>
          <a:r>
            <a:rPr lang="en-US" dirty="0" err="1"/>
            <a:t>esclarecimento</a:t>
          </a:r>
          <a:r>
            <a:rPr lang="en-US" dirty="0"/>
            <a:t> de </a:t>
          </a:r>
          <a:r>
            <a:rPr lang="en-US" dirty="0" err="1"/>
            <a:t>dúvidas</a:t>
          </a:r>
          <a:endParaRPr lang="en-US" dirty="0"/>
        </a:p>
      </dgm:t>
    </dgm:pt>
    <dgm:pt modelId="{E4CF28C4-0C8F-4534-B53B-500D103C4E39}" type="parTrans" cxnId="{4D6DEBA3-DDF9-4793-B987-0548F4EAB7A8}">
      <dgm:prSet/>
      <dgm:spPr/>
      <dgm:t>
        <a:bodyPr/>
        <a:lstStyle/>
        <a:p>
          <a:endParaRPr lang="en-US"/>
        </a:p>
      </dgm:t>
    </dgm:pt>
    <dgm:pt modelId="{87F06F75-4E1B-4BB4-8C37-C22F56649981}" type="sibTrans" cxnId="{4D6DEBA3-DDF9-4793-B987-0548F4EAB7A8}">
      <dgm:prSet/>
      <dgm:spPr/>
      <dgm:t>
        <a:bodyPr/>
        <a:lstStyle/>
        <a:p>
          <a:endParaRPr lang="en-US"/>
        </a:p>
      </dgm:t>
    </dgm:pt>
    <dgm:pt modelId="{DFC91F5D-1CCA-4D7C-B06B-C2B921C0F57D}" type="pres">
      <dgm:prSet presAssocID="{6FBE3AC9-70C3-41C3-87C0-419BA2F58126}" presName="root" presStyleCnt="0">
        <dgm:presLayoutVars>
          <dgm:dir/>
          <dgm:resizeHandles val="exact"/>
        </dgm:presLayoutVars>
      </dgm:prSet>
      <dgm:spPr/>
    </dgm:pt>
    <dgm:pt modelId="{3180E63A-F647-46DE-BB2A-72084EBAA508}" type="pres">
      <dgm:prSet presAssocID="{0DA144A0-3133-492F-AED6-B46EAB557D3E}" presName="compNode" presStyleCnt="0"/>
      <dgm:spPr/>
    </dgm:pt>
    <dgm:pt modelId="{29626BAE-4A13-431A-AB96-628CCE1E4D49}" type="pres">
      <dgm:prSet presAssocID="{0DA144A0-3133-492F-AED6-B46EAB557D3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E0884976-481F-41B0-A5C8-B196EB736CD2}" type="pres">
      <dgm:prSet presAssocID="{0DA144A0-3133-492F-AED6-B46EAB557D3E}" presName="spaceRect" presStyleCnt="0"/>
      <dgm:spPr/>
    </dgm:pt>
    <dgm:pt modelId="{3C636CE0-278E-413C-B7C6-5FAF8E286E1E}" type="pres">
      <dgm:prSet presAssocID="{0DA144A0-3133-492F-AED6-B46EAB557D3E}" presName="textRect" presStyleLbl="revTx" presStyleIdx="0" presStyleCnt="3">
        <dgm:presLayoutVars>
          <dgm:chMax val="1"/>
          <dgm:chPref val="1"/>
        </dgm:presLayoutVars>
      </dgm:prSet>
      <dgm:spPr/>
    </dgm:pt>
    <dgm:pt modelId="{1C4A6A95-7FF3-42F2-ACDD-97DE8ACCCC9B}" type="pres">
      <dgm:prSet presAssocID="{162DD613-4939-443A-86E1-D04BEA6E0950}" presName="sibTrans" presStyleCnt="0"/>
      <dgm:spPr/>
    </dgm:pt>
    <dgm:pt modelId="{F9C150CF-00B9-4F29-B36B-6AB42E325E53}" type="pres">
      <dgm:prSet presAssocID="{BE022BA4-265C-4806-B171-5A4B5898B53F}" presName="compNode" presStyleCnt="0"/>
      <dgm:spPr/>
    </dgm:pt>
    <dgm:pt modelId="{3994A6BD-DC7E-4CB9-81FC-D4481B4E7760}" type="pres">
      <dgm:prSet presAssocID="{BE022BA4-265C-4806-B171-5A4B5898B53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2141242-9898-4D0B-9D98-385F8F0003E1}" type="pres">
      <dgm:prSet presAssocID="{BE022BA4-265C-4806-B171-5A4B5898B53F}" presName="spaceRect" presStyleCnt="0"/>
      <dgm:spPr/>
    </dgm:pt>
    <dgm:pt modelId="{64BEB4BB-D6D5-4E74-827D-47F9CD627D76}" type="pres">
      <dgm:prSet presAssocID="{BE022BA4-265C-4806-B171-5A4B5898B53F}" presName="textRect" presStyleLbl="revTx" presStyleIdx="1" presStyleCnt="3">
        <dgm:presLayoutVars>
          <dgm:chMax val="1"/>
          <dgm:chPref val="1"/>
        </dgm:presLayoutVars>
      </dgm:prSet>
      <dgm:spPr/>
    </dgm:pt>
    <dgm:pt modelId="{4487907D-5A37-4743-842E-3C1F4081064F}" type="pres">
      <dgm:prSet presAssocID="{2150F8F7-DE89-4C9C-9B5A-AB041BE3970D}" presName="sibTrans" presStyleCnt="0"/>
      <dgm:spPr/>
    </dgm:pt>
    <dgm:pt modelId="{18A7B716-67EF-46C4-BA8D-DB580E1CF48F}" type="pres">
      <dgm:prSet presAssocID="{33B23773-2079-49B6-97B6-7E86A872BC00}" presName="compNode" presStyleCnt="0"/>
      <dgm:spPr/>
    </dgm:pt>
    <dgm:pt modelId="{F70981AA-14B1-43E4-9134-14113A31B561}" type="pres">
      <dgm:prSet presAssocID="{33B23773-2079-49B6-97B6-7E86A872BC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guntas"/>
        </a:ext>
      </dgm:extLst>
    </dgm:pt>
    <dgm:pt modelId="{9FA2AEFE-2D48-42B8-B490-091E03A4138C}" type="pres">
      <dgm:prSet presAssocID="{33B23773-2079-49B6-97B6-7E86A872BC00}" presName="spaceRect" presStyleCnt="0"/>
      <dgm:spPr/>
    </dgm:pt>
    <dgm:pt modelId="{8579BF94-1324-4C28-AB8A-E6E5E7EE4C56}" type="pres">
      <dgm:prSet presAssocID="{33B23773-2079-49B6-97B6-7E86A872BC0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674BC35-7170-4B74-9840-4C31BA47301F}" srcId="{6FBE3AC9-70C3-41C3-87C0-419BA2F58126}" destId="{BE022BA4-265C-4806-B171-5A4B5898B53F}" srcOrd="1" destOrd="0" parTransId="{F70FDD42-8A96-4C1F-9372-67007B4DB00B}" sibTransId="{2150F8F7-DE89-4C9C-9B5A-AB041BE3970D}"/>
    <dgm:cxn modelId="{7A50D879-D490-4EA1-AD34-6A7054E6596B}" srcId="{6FBE3AC9-70C3-41C3-87C0-419BA2F58126}" destId="{0DA144A0-3133-492F-AED6-B46EAB557D3E}" srcOrd="0" destOrd="0" parTransId="{E7B9B3D4-EEA1-4D94-9618-80E94B6D02F8}" sibTransId="{162DD613-4939-443A-86E1-D04BEA6E0950}"/>
    <dgm:cxn modelId="{4D6DEBA3-DDF9-4793-B987-0548F4EAB7A8}" srcId="{6FBE3AC9-70C3-41C3-87C0-419BA2F58126}" destId="{33B23773-2079-49B6-97B6-7E86A872BC00}" srcOrd="2" destOrd="0" parTransId="{E4CF28C4-0C8F-4534-B53B-500D103C4E39}" sibTransId="{87F06F75-4E1B-4BB4-8C37-C22F56649981}"/>
    <dgm:cxn modelId="{E7B856A8-37A5-4562-AB0B-CA3DFEDF626A}" type="presOf" srcId="{BE022BA4-265C-4806-B171-5A4B5898B53F}" destId="{64BEB4BB-D6D5-4E74-827D-47F9CD627D76}" srcOrd="0" destOrd="0" presId="urn:microsoft.com/office/officeart/2018/2/layout/IconLabelList"/>
    <dgm:cxn modelId="{0CFF6DC6-098B-481B-B7C1-4FD55FE840DB}" type="presOf" srcId="{6FBE3AC9-70C3-41C3-87C0-419BA2F58126}" destId="{DFC91F5D-1CCA-4D7C-B06B-C2B921C0F57D}" srcOrd="0" destOrd="0" presId="urn:microsoft.com/office/officeart/2018/2/layout/IconLabelList"/>
    <dgm:cxn modelId="{015640E8-2301-4396-B2CD-16F29ED6FFCB}" type="presOf" srcId="{33B23773-2079-49B6-97B6-7E86A872BC00}" destId="{8579BF94-1324-4C28-AB8A-E6E5E7EE4C56}" srcOrd="0" destOrd="0" presId="urn:microsoft.com/office/officeart/2018/2/layout/IconLabelList"/>
    <dgm:cxn modelId="{5EBAB9F9-FB96-4829-90EF-E54BB04162A2}" type="presOf" srcId="{0DA144A0-3133-492F-AED6-B46EAB557D3E}" destId="{3C636CE0-278E-413C-B7C6-5FAF8E286E1E}" srcOrd="0" destOrd="0" presId="urn:microsoft.com/office/officeart/2018/2/layout/IconLabelList"/>
    <dgm:cxn modelId="{F595E823-8149-4A92-9E2B-029E8044D974}" type="presParOf" srcId="{DFC91F5D-1CCA-4D7C-B06B-C2B921C0F57D}" destId="{3180E63A-F647-46DE-BB2A-72084EBAA508}" srcOrd="0" destOrd="0" presId="urn:microsoft.com/office/officeart/2018/2/layout/IconLabelList"/>
    <dgm:cxn modelId="{27D64C75-A318-4460-88AA-4828D9F0575D}" type="presParOf" srcId="{3180E63A-F647-46DE-BB2A-72084EBAA508}" destId="{29626BAE-4A13-431A-AB96-628CCE1E4D49}" srcOrd="0" destOrd="0" presId="urn:microsoft.com/office/officeart/2018/2/layout/IconLabelList"/>
    <dgm:cxn modelId="{138F6014-C08A-420B-9822-D26F6FD47181}" type="presParOf" srcId="{3180E63A-F647-46DE-BB2A-72084EBAA508}" destId="{E0884976-481F-41B0-A5C8-B196EB736CD2}" srcOrd="1" destOrd="0" presId="urn:microsoft.com/office/officeart/2018/2/layout/IconLabelList"/>
    <dgm:cxn modelId="{B834A803-854C-4EB2-B147-C8F2C8062AFF}" type="presParOf" srcId="{3180E63A-F647-46DE-BB2A-72084EBAA508}" destId="{3C636CE0-278E-413C-B7C6-5FAF8E286E1E}" srcOrd="2" destOrd="0" presId="urn:microsoft.com/office/officeart/2018/2/layout/IconLabelList"/>
    <dgm:cxn modelId="{7204AC0E-30D8-4BEE-B92E-A3092C5C40E6}" type="presParOf" srcId="{DFC91F5D-1CCA-4D7C-B06B-C2B921C0F57D}" destId="{1C4A6A95-7FF3-42F2-ACDD-97DE8ACCCC9B}" srcOrd="1" destOrd="0" presId="urn:microsoft.com/office/officeart/2018/2/layout/IconLabelList"/>
    <dgm:cxn modelId="{7EEC16EC-48A4-4B6D-B24C-1CEE373A028F}" type="presParOf" srcId="{DFC91F5D-1CCA-4D7C-B06B-C2B921C0F57D}" destId="{F9C150CF-00B9-4F29-B36B-6AB42E325E53}" srcOrd="2" destOrd="0" presId="urn:microsoft.com/office/officeart/2018/2/layout/IconLabelList"/>
    <dgm:cxn modelId="{0A0D63F3-9A97-4B72-B529-A3024A406EFE}" type="presParOf" srcId="{F9C150CF-00B9-4F29-B36B-6AB42E325E53}" destId="{3994A6BD-DC7E-4CB9-81FC-D4481B4E7760}" srcOrd="0" destOrd="0" presId="urn:microsoft.com/office/officeart/2018/2/layout/IconLabelList"/>
    <dgm:cxn modelId="{A3BE8977-8751-46D1-88AA-528D31B5EC1A}" type="presParOf" srcId="{F9C150CF-00B9-4F29-B36B-6AB42E325E53}" destId="{B2141242-9898-4D0B-9D98-385F8F0003E1}" srcOrd="1" destOrd="0" presId="urn:microsoft.com/office/officeart/2018/2/layout/IconLabelList"/>
    <dgm:cxn modelId="{C3D4E58B-11BA-47FF-8BEE-1EB26D3C2A53}" type="presParOf" srcId="{F9C150CF-00B9-4F29-B36B-6AB42E325E53}" destId="{64BEB4BB-D6D5-4E74-827D-47F9CD627D76}" srcOrd="2" destOrd="0" presId="urn:microsoft.com/office/officeart/2018/2/layout/IconLabelList"/>
    <dgm:cxn modelId="{0D704A3A-E245-46F8-911A-C342D55E82DB}" type="presParOf" srcId="{DFC91F5D-1CCA-4D7C-B06B-C2B921C0F57D}" destId="{4487907D-5A37-4743-842E-3C1F4081064F}" srcOrd="3" destOrd="0" presId="urn:microsoft.com/office/officeart/2018/2/layout/IconLabelList"/>
    <dgm:cxn modelId="{AFBBBB14-8DF6-453E-82A6-5ECE7110BE83}" type="presParOf" srcId="{DFC91F5D-1CCA-4D7C-B06B-C2B921C0F57D}" destId="{18A7B716-67EF-46C4-BA8D-DB580E1CF48F}" srcOrd="4" destOrd="0" presId="urn:microsoft.com/office/officeart/2018/2/layout/IconLabelList"/>
    <dgm:cxn modelId="{0A43B544-72A2-4124-951B-A37C1865D1EA}" type="presParOf" srcId="{18A7B716-67EF-46C4-BA8D-DB580E1CF48F}" destId="{F70981AA-14B1-43E4-9134-14113A31B561}" srcOrd="0" destOrd="0" presId="urn:microsoft.com/office/officeart/2018/2/layout/IconLabelList"/>
    <dgm:cxn modelId="{38FF0559-D4B1-44B4-B5B4-F41313221FD4}" type="presParOf" srcId="{18A7B716-67EF-46C4-BA8D-DB580E1CF48F}" destId="{9FA2AEFE-2D48-42B8-B490-091E03A4138C}" srcOrd="1" destOrd="0" presId="urn:microsoft.com/office/officeart/2018/2/layout/IconLabelList"/>
    <dgm:cxn modelId="{ADDE3DA3-61EE-4EA2-8647-7D0F7F2BD325}" type="presParOf" srcId="{18A7B716-67EF-46C4-BA8D-DB580E1CF48F}" destId="{8579BF94-1324-4C28-AB8A-E6E5E7EE4C5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3BABDE5-9441-4398-A7DB-C1A626511E8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2CAD3BF-E232-4F63-A1F4-F6D4B9B455C9}">
      <dgm:prSet/>
      <dgm:spPr/>
      <dgm:t>
        <a:bodyPr/>
        <a:lstStyle/>
        <a:p>
          <a:r>
            <a:rPr lang="en-US" dirty="0" err="1"/>
            <a:t>Discussão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as </a:t>
          </a:r>
          <a:r>
            <a:rPr lang="en-US" dirty="0" err="1"/>
            <a:t>soluções</a:t>
          </a:r>
          <a:r>
            <a:rPr lang="en-US" dirty="0"/>
            <a:t> </a:t>
          </a:r>
          <a:r>
            <a:rPr lang="en-US" dirty="0" err="1"/>
            <a:t>propostas</a:t>
          </a:r>
          <a:endParaRPr lang="en-US" dirty="0"/>
        </a:p>
      </dgm:t>
    </dgm:pt>
    <dgm:pt modelId="{0BAED13B-F4C2-462C-8619-EDD15547B909}" type="parTrans" cxnId="{1A7935E6-0A20-4470-9A89-89D3058AE456}">
      <dgm:prSet/>
      <dgm:spPr/>
      <dgm:t>
        <a:bodyPr/>
        <a:lstStyle/>
        <a:p>
          <a:endParaRPr lang="en-US"/>
        </a:p>
      </dgm:t>
    </dgm:pt>
    <dgm:pt modelId="{3CE89013-8A3F-4BBB-BE39-532003BF6F54}" type="sibTrans" cxnId="{1A7935E6-0A20-4470-9A89-89D3058AE456}">
      <dgm:prSet/>
      <dgm:spPr/>
      <dgm:t>
        <a:bodyPr/>
        <a:lstStyle/>
        <a:p>
          <a:endParaRPr lang="en-US"/>
        </a:p>
      </dgm:t>
    </dgm:pt>
    <dgm:pt modelId="{3E6090B0-FE36-478A-9F7C-75655994BEB9}">
      <dgm:prSet/>
      <dgm:spPr/>
      <dgm:t>
        <a:bodyPr/>
        <a:lstStyle/>
        <a:p>
          <a:r>
            <a:rPr lang="en-US" dirty="0" err="1"/>
            <a:t>Reflexão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</a:t>
          </a:r>
          <a:r>
            <a:rPr lang="en-US" dirty="0" err="1"/>
            <a:t>como</a:t>
          </a:r>
          <a:r>
            <a:rPr lang="en-US" dirty="0"/>
            <a:t> Streaming de Dados </a:t>
          </a:r>
          <a:r>
            <a:rPr lang="en-US" dirty="0" err="1"/>
            <a:t>pode</a:t>
          </a:r>
          <a:r>
            <a:rPr lang="en-US" dirty="0"/>
            <a:t> ser </a:t>
          </a:r>
          <a:r>
            <a:rPr lang="en-US" dirty="0" err="1"/>
            <a:t>aplicado</a:t>
          </a:r>
          <a:r>
            <a:rPr lang="en-US" dirty="0"/>
            <a:t> no </a:t>
          </a:r>
          <a:r>
            <a:rPr lang="en-US" dirty="0" err="1"/>
            <a:t>projeto</a:t>
          </a:r>
          <a:r>
            <a:rPr lang="en-US" dirty="0"/>
            <a:t> final</a:t>
          </a:r>
        </a:p>
      </dgm:t>
    </dgm:pt>
    <dgm:pt modelId="{F210E782-98B9-476A-9167-291A667909E5}" type="parTrans" cxnId="{2D771D10-8AE1-493E-8ED2-A6404E14460E}">
      <dgm:prSet/>
      <dgm:spPr/>
      <dgm:t>
        <a:bodyPr/>
        <a:lstStyle/>
        <a:p>
          <a:endParaRPr lang="en-US"/>
        </a:p>
      </dgm:t>
    </dgm:pt>
    <dgm:pt modelId="{2E063582-C953-416A-A958-FEF2A66B23DC}" type="sibTrans" cxnId="{2D771D10-8AE1-493E-8ED2-A6404E14460E}">
      <dgm:prSet/>
      <dgm:spPr/>
      <dgm:t>
        <a:bodyPr/>
        <a:lstStyle/>
        <a:p>
          <a:endParaRPr lang="en-US"/>
        </a:p>
      </dgm:t>
    </dgm:pt>
    <dgm:pt modelId="{5746C903-2D7F-4C80-971D-6C4212D67FB7}">
      <dgm:prSet/>
      <dgm:spPr/>
      <dgm:t>
        <a:bodyPr/>
        <a:lstStyle/>
        <a:p>
          <a:r>
            <a:rPr lang="en-US" dirty="0" err="1"/>
            <a:t>Próximos</a:t>
          </a:r>
          <a:r>
            <a:rPr lang="en-US" dirty="0"/>
            <a:t> </a:t>
          </a:r>
          <a:r>
            <a:rPr lang="en-US" dirty="0" err="1"/>
            <a:t>passos</a:t>
          </a:r>
          <a:r>
            <a:rPr lang="en-US" dirty="0"/>
            <a:t>:</a:t>
          </a:r>
        </a:p>
        <a:p>
          <a:r>
            <a:rPr lang="pt-BR" dirty="0"/>
            <a:t>Aprendizado de Máquina</a:t>
          </a:r>
        </a:p>
        <a:p>
          <a:r>
            <a:rPr lang="pt-BR" dirty="0"/>
            <a:t>em Big Data e Ética e Privacidade em</a:t>
          </a:r>
        </a:p>
        <a:p>
          <a:r>
            <a:rPr lang="pt-BR" dirty="0"/>
            <a:t>Big Data</a:t>
          </a:r>
          <a:endParaRPr lang="en-US" dirty="0"/>
        </a:p>
      </dgm:t>
    </dgm:pt>
    <dgm:pt modelId="{9AFC24F5-401C-4B7B-9B93-BDEC00EE8A8F}" type="parTrans" cxnId="{F7FB188B-2C03-4D61-A6D5-B139479CF335}">
      <dgm:prSet/>
      <dgm:spPr/>
      <dgm:t>
        <a:bodyPr/>
        <a:lstStyle/>
        <a:p>
          <a:endParaRPr lang="en-US"/>
        </a:p>
      </dgm:t>
    </dgm:pt>
    <dgm:pt modelId="{EAE74536-3496-4BCB-A9C1-B796BEBA0930}" type="sibTrans" cxnId="{F7FB188B-2C03-4D61-A6D5-B139479CF335}">
      <dgm:prSet/>
      <dgm:spPr/>
      <dgm:t>
        <a:bodyPr/>
        <a:lstStyle/>
        <a:p>
          <a:endParaRPr lang="en-US"/>
        </a:p>
      </dgm:t>
    </dgm:pt>
    <dgm:pt modelId="{4DD92DDC-5D62-49E8-B05B-23C9DEBAD57F}" type="pres">
      <dgm:prSet presAssocID="{63BABDE5-9441-4398-A7DB-C1A626511E8A}" presName="root" presStyleCnt="0">
        <dgm:presLayoutVars>
          <dgm:dir/>
          <dgm:resizeHandles val="exact"/>
        </dgm:presLayoutVars>
      </dgm:prSet>
      <dgm:spPr/>
    </dgm:pt>
    <dgm:pt modelId="{AC3BBDD4-5BE7-4D3F-8A00-E180DBDF1F27}" type="pres">
      <dgm:prSet presAssocID="{02CAD3BF-E232-4F63-A1F4-F6D4B9B455C9}" presName="compNode" presStyleCnt="0"/>
      <dgm:spPr/>
    </dgm:pt>
    <dgm:pt modelId="{32AED952-DFDE-4941-91E3-FC4749181F7C}" type="pres">
      <dgm:prSet presAssocID="{02CAD3BF-E232-4F63-A1F4-F6D4B9B455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CED2730B-F31D-4169-82C5-931191B82312}" type="pres">
      <dgm:prSet presAssocID="{02CAD3BF-E232-4F63-A1F4-F6D4B9B455C9}" presName="spaceRect" presStyleCnt="0"/>
      <dgm:spPr/>
    </dgm:pt>
    <dgm:pt modelId="{64C34AF6-9B6A-4241-9D8D-D29B93C5781B}" type="pres">
      <dgm:prSet presAssocID="{02CAD3BF-E232-4F63-A1F4-F6D4B9B455C9}" presName="textRect" presStyleLbl="revTx" presStyleIdx="0" presStyleCnt="3">
        <dgm:presLayoutVars>
          <dgm:chMax val="1"/>
          <dgm:chPref val="1"/>
        </dgm:presLayoutVars>
      </dgm:prSet>
      <dgm:spPr/>
    </dgm:pt>
    <dgm:pt modelId="{DDFBE3AA-E353-4B4C-B483-BA1817713FE3}" type="pres">
      <dgm:prSet presAssocID="{3CE89013-8A3F-4BBB-BE39-532003BF6F54}" presName="sibTrans" presStyleCnt="0"/>
      <dgm:spPr/>
    </dgm:pt>
    <dgm:pt modelId="{1593C456-DF96-4865-9B14-8DEAF2D261AC}" type="pres">
      <dgm:prSet presAssocID="{3E6090B0-FE36-478A-9F7C-75655994BEB9}" presName="compNode" presStyleCnt="0"/>
      <dgm:spPr/>
    </dgm:pt>
    <dgm:pt modelId="{36018CEC-D34A-4410-9BB4-F34858DA087C}" type="pres">
      <dgm:prSet presAssocID="{3E6090B0-FE36-478A-9F7C-75655994BE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FD78F759-1665-4F9B-83DE-94BA16D9E2AC}" type="pres">
      <dgm:prSet presAssocID="{3E6090B0-FE36-478A-9F7C-75655994BEB9}" presName="spaceRect" presStyleCnt="0"/>
      <dgm:spPr/>
    </dgm:pt>
    <dgm:pt modelId="{84B548E6-0303-412E-882B-E4185F50A9B8}" type="pres">
      <dgm:prSet presAssocID="{3E6090B0-FE36-478A-9F7C-75655994BEB9}" presName="textRect" presStyleLbl="revTx" presStyleIdx="1" presStyleCnt="3">
        <dgm:presLayoutVars>
          <dgm:chMax val="1"/>
          <dgm:chPref val="1"/>
        </dgm:presLayoutVars>
      </dgm:prSet>
      <dgm:spPr/>
    </dgm:pt>
    <dgm:pt modelId="{8E9596B0-4638-4B60-956A-F757DEFA8F04}" type="pres">
      <dgm:prSet presAssocID="{2E063582-C953-416A-A958-FEF2A66B23DC}" presName="sibTrans" presStyleCnt="0"/>
      <dgm:spPr/>
    </dgm:pt>
    <dgm:pt modelId="{B36491C8-D169-4C7A-85F5-7E7F7997F77B}" type="pres">
      <dgm:prSet presAssocID="{5746C903-2D7F-4C80-971D-6C4212D67FB7}" presName="compNode" presStyleCnt="0"/>
      <dgm:spPr/>
    </dgm:pt>
    <dgm:pt modelId="{809C5AA7-1FF4-4CD0-B2C9-6064EAFF7E30}" type="pres">
      <dgm:prSet presAssocID="{5746C903-2D7F-4C80-971D-6C4212D67F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1472B288-9A0A-4999-96F6-034DDEB9E6D7}" type="pres">
      <dgm:prSet presAssocID="{5746C903-2D7F-4C80-971D-6C4212D67FB7}" presName="spaceRect" presStyleCnt="0"/>
      <dgm:spPr/>
    </dgm:pt>
    <dgm:pt modelId="{D2CC377F-2C19-4FB9-838E-1614F95B607C}" type="pres">
      <dgm:prSet presAssocID="{5746C903-2D7F-4C80-971D-6C4212D67FB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771D10-8AE1-493E-8ED2-A6404E14460E}" srcId="{63BABDE5-9441-4398-A7DB-C1A626511E8A}" destId="{3E6090B0-FE36-478A-9F7C-75655994BEB9}" srcOrd="1" destOrd="0" parTransId="{F210E782-98B9-476A-9167-291A667909E5}" sibTransId="{2E063582-C953-416A-A958-FEF2A66B23DC}"/>
    <dgm:cxn modelId="{A033E534-71A9-4AF4-AC00-D508C8E54D83}" type="presOf" srcId="{5746C903-2D7F-4C80-971D-6C4212D67FB7}" destId="{D2CC377F-2C19-4FB9-838E-1614F95B607C}" srcOrd="0" destOrd="0" presId="urn:microsoft.com/office/officeart/2018/2/layout/IconLabelList"/>
    <dgm:cxn modelId="{F7FB188B-2C03-4D61-A6D5-B139479CF335}" srcId="{63BABDE5-9441-4398-A7DB-C1A626511E8A}" destId="{5746C903-2D7F-4C80-971D-6C4212D67FB7}" srcOrd="2" destOrd="0" parTransId="{9AFC24F5-401C-4B7B-9B93-BDEC00EE8A8F}" sibTransId="{EAE74536-3496-4BCB-A9C1-B796BEBA0930}"/>
    <dgm:cxn modelId="{DBC68D8F-F8A7-4629-AE14-0F5760F531FF}" type="presOf" srcId="{63BABDE5-9441-4398-A7DB-C1A626511E8A}" destId="{4DD92DDC-5D62-49E8-B05B-23C9DEBAD57F}" srcOrd="0" destOrd="0" presId="urn:microsoft.com/office/officeart/2018/2/layout/IconLabelList"/>
    <dgm:cxn modelId="{42D7FDBE-FEF5-4930-A679-EE268A4EAB4E}" type="presOf" srcId="{02CAD3BF-E232-4F63-A1F4-F6D4B9B455C9}" destId="{64C34AF6-9B6A-4241-9D8D-D29B93C5781B}" srcOrd="0" destOrd="0" presId="urn:microsoft.com/office/officeart/2018/2/layout/IconLabelList"/>
    <dgm:cxn modelId="{391CE1D1-FE2B-499E-9088-6F2653D864F7}" type="presOf" srcId="{3E6090B0-FE36-478A-9F7C-75655994BEB9}" destId="{84B548E6-0303-412E-882B-E4185F50A9B8}" srcOrd="0" destOrd="0" presId="urn:microsoft.com/office/officeart/2018/2/layout/IconLabelList"/>
    <dgm:cxn modelId="{1A7935E6-0A20-4470-9A89-89D3058AE456}" srcId="{63BABDE5-9441-4398-A7DB-C1A626511E8A}" destId="{02CAD3BF-E232-4F63-A1F4-F6D4B9B455C9}" srcOrd="0" destOrd="0" parTransId="{0BAED13B-F4C2-462C-8619-EDD15547B909}" sibTransId="{3CE89013-8A3F-4BBB-BE39-532003BF6F54}"/>
    <dgm:cxn modelId="{7A84F29E-C5C3-4B3F-B4FB-6BF2B1D0CC40}" type="presParOf" srcId="{4DD92DDC-5D62-49E8-B05B-23C9DEBAD57F}" destId="{AC3BBDD4-5BE7-4D3F-8A00-E180DBDF1F27}" srcOrd="0" destOrd="0" presId="urn:microsoft.com/office/officeart/2018/2/layout/IconLabelList"/>
    <dgm:cxn modelId="{0579498F-F2D5-42C6-A503-D27A4A542C4E}" type="presParOf" srcId="{AC3BBDD4-5BE7-4D3F-8A00-E180DBDF1F27}" destId="{32AED952-DFDE-4941-91E3-FC4749181F7C}" srcOrd="0" destOrd="0" presId="urn:microsoft.com/office/officeart/2018/2/layout/IconLabelList"/>
    <dgm:cxn modelId="{1B0D61DC-E109-4A57-9906-A1BA935E9FB0}" type="presParOf" srcId="{AC3BBDD4-5BE7-4D3F-8A00-E180DBDF1F27}" destId="{CED2730B-F31D-4169-82C5-931191B82312}" srcOrd="1" destOrd="0" presId="urn:microsoft.com/office/officeart/2018/2/layout/IconLabelList"/>
    <dgm:cxn modelId="{8DE4A2AF-E7AF-4E37-8BC5-75E9C5098686}" type="presParOf" srcId="{AC3BBDD4-5BE7-4D3F-8A00-E180DBDF1F27}" destId="{64C34AF6-9B6A-4241-9D8D-D29B93C5781B}" srcOrd="2" destOrd="0" presId="urn:microsoft.com/office/officeart/2018/2/layout/IconLabelList"/>
    <dgm:cxn modelId="{B883959C-1D46-461F-9062-9276F12FAD82}" type="presParOf" srcId="{4DD92DDC-5D62-49E8-B05B-23C9DEBAD57F}" destId="{DDFBE3AA-E353-4B4C-B483-BA1817713FE3}" srcOrd="1" destOrd="0" presId="urn:microsoft.com/office/officeart/2018/2/layout/IconLabelList"/>
    <dgm:cxn modelId="{C5F3EEE1-BB7D-4F28-BCBB-A4AB5F459951}" type="presParOf" srcId="{4DD92DDC-5D62-49E8-B05B-23C9DEBAD57F}" destId="{1593C456-DF96-4865-9B14-8DEAF2D261AC}" srcOrd="2" destOrd="0" presId="urn:microsoft.com/office/officeart/2018/2/layout/IconLabelList"/>
    <dgm:cxn modelId="{82D5F6D5-01E9-410D-B9A7-605868EAB0B8}" type="presParOf" srcId="{1593C456-DF96-4865-9B14-8DEAF2D261AC}" destId="{36018CEC-D34A-4410-9BB4-F34858DA087C}" srcOrd="0" destOrd="0" presId="urn:microsoft.com/office/officeart/2018/2/layout/IconLabelList"/>
    <dgm:cxn modelId="{6104F5CE-DF89-4987-852A-85849C7DCEBF}" type="presParOf" srcId="{1593C456-DF96-4865-9B14-8DEAF2D261AC}" destId="{FD78F759-1665-4F9B-83DE-94BA16D9E2AC}" srcOrd="1" destOrd="0" presId="urn:microsoft.com/office/officeart/2018/2/layout/IconLabelList"/>
    <dgm:cxn modelId="{1703DD29-A429-4712-B4AE-61323C1F78A7}" type="presParOf" srcId="{1593C456-DF96-4865-9B14-8DEAF2D261AC}" destId="{84B548E6-0303-412E-882B-E4185F50A9B8}" srcOrd="2" destOrd="0" presId="urn:microsoft.com/office/officeart/2018/2/layout/IconLabelList"/>
    <dgm:cxn modelId="{CFDF465B-AD9E-48F1-813E-19DA6C2AFBAC}" type="presParOf" srcId="{4DD92DDC-5D62-49E8-B05B-23C9DEBAD57F}" destId="{8E9596B0-4638-4B60-956A-F757DEFA8F04}" srcOrd="3" destOrd="0" presId="urn:microsoft.com/office/officeart/2018/2/layout/IconLabelList"/>
    <dgm:cxn modelId="{4DA34C08-18F1-4902-93B6-3EA86D4C1B6A}" type="presParOf" srcId="{4DD92DDC-5D62-49E8-B05B-23C9DEBAD57F}" destId="{B36491C8-D169-4C7A-85F5-7E7F7997F77B}" srcOrd="4" destOrd="0" presId="urn:microsoft.com/office/officeart/2018/2/layout/IconLabelList"/>
    <dgm:cxn modelId="{C274BB05-5085-4A76-9FE5-1BF61598AAAC}" type="presParOf" srcId="{B36491C8-D169-4C7A-85F5-7E7F7997F77B}" destId="{809C5AA7-1FF4-4CD0-B2C9-6064EAFF7E30}" srcOrd="0" destOrd="0" presId="urn:microsoft.com/office/officeart/2018/2/layout/IconLabelList"/>
    <dgm:cxn modelId="{A989916A-852B-4C56-96A6-04DAA9ECE141}" type="presParOf" srcId="{B36491C8-D169-4C7A-85F5-7E7F7997F77B}" destId="{1472B288-9A0A-4999-96F6-034DDEB9E6D7}" srcOrd="1" destOrd="0" presId="urn:microsoft.com/office/officeart/2018/2/layout/IconLabelList"/>
    <dgm:cxn modelId="{CC7DD06B-4A57-472E-81E6-B0E218E8AB90}" type="presParOf" srcId="{B36491C8-D169-4C7A-85F5-7E7F7997F77B}" destId="{D2CC377F-2C19-4FB9-838E-1614F95B60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64104-541E-455D-AD44-806C4F104E34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8C7DD-7430-4F64-AEE7-1DE8433C1826}">
      <dsp:nvSpPr>
        <dsp:cNvPr id="0" name=""/>
        <dsp:cNvSpPr/>
      </dsp:nvSpPr>
      <dsp:spPr>
        <a:xfrm>
          <a:off x="0" y="0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Revisão</a:t>
          </a:r>
          <a:endParaRPr lang="en-US" sz="1900" kern="1200"/>
        </a:p>
      </dsp:txBody>
      <dsp:txXfrm>
        <a:off x="0" y="0"/>
        <a:ext cx="4718785" cy="518506"/>
      </dsp:txXfrm>
    </dsp:sp>
    <dsp:sp modelId="{E65A6944-BC4E-4379-AD86-4F4FE22A44BE}">
      <dsp:nvSpPr>
        <dsp:cNvPr id="0" name=""/>
        <dsp:cNvSpPr/>
      </dsp:nvSpPr>
      <dsp:spPr>
        <a:xfrm>
          <a:off x="0" y="518506"/>
          <a:ext cx="4718785" cy="0"/>
        </a:xfrm>
        <a:prstGeom prst="line">
          <a:avLst/>
        </a:prstGeom>
        <a:solidFill>
          <a:schemeClr val="accent2">
            <a:hueOff val="-182482"/>
            <a:satOff val="501"/>
            <a:lumOff val="336"/>
            <a:alphaOff val="0"/>
          </a:schemeClr>
        </a:solidFill>
        <a:ln w="19050" cap="flat" cmpd="sng" algn="ctr">
          <a:solidFill>
            <a:schemeClr val="accent2">
              <a:hueOff val="-182482"/>
              <a:satOff val="501"/>
              <a:lumOff val="3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97511-3D7A-4E27-B1E3-41EE1084D65D}">
      <dsp:nvSpPr>
        <dsp:cNvPr id="0" name=""/>
        <dsp:cNvSpPr/>
      </dsp:nvSpPr>
      <dsp:spPr>
        <a:xfrm>
          <a:off x="0" y="518506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Apresentação dos Trabalhos Individuais </a:t>
          </a:r>
          <a:endParaRPr lang="en-US" sz="1900" kern="1200"/>
        </a:p>
      </dsp:txBody>
      <dsp:txXfrm>
        <a:off x="0" y="518506"/>
        <a:ext cx="4718785" cy="518506"/>
      </dsp:txXfrm>
    </dsp:sp>
    <dsp:sp modelId="{9A61803B-09E2-47AB-AF4E-B4478F09B9D7}">
      <dsp:nvSpPr>
        <dsp:cNvPr id="0" name=""/>
        <dsp:cNvSpPr/>
      </dsp:nvSpPr>
      <dsp:spPr>
        <a:xfrm>
          <a:off x="0" y="1037012"/>
          <a:ext cx="4718785" cy="0"/>
        </a:xfrm>
        <a:prstGeom prst="line">
          <a:avLst/>
        </a:prstGeom>
        <a:solidFill>
          <a:schemeClr val="accent2">
            <a:hueOff val="-364964"/>
            <a:satOff val="1003"/>
            <a:lumOff val="672"/>
            <a:alphaOff val="0"/>
          </a:schemeClr>
        </a:solidFill>
        <a:ln w="19050" cap="flat" cmpd="sng" algn="ctr">
          <a:solidFill>
            <a:schemeClr val="accent2">
              <a:hueOff val="-364964"/>
              <a:satOff val="1003"/>
              <a:lumOff val="6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9697A0-DAE6-42EE-B0CB-D71D6FB6B7CF}">
      <dsp:nvSpPr>
        <dsp:cNvPr id="0" name=""/>
        <dsp:cNvSpPr/>
      </dsp:nvSpPr>
      <dsp:spPr>
        <a:xfrm>
          <a:off x="0" y="1037012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Formação de Grupos </a:t>
          </a:r>
          <a:endParaRPr lang="en-US" sz="1900" kern="1200"/>
        </a:p>
      </dsp:txBody>
      <dsp:txXfrm>
        <a:off x="0" y="1037012"/>
        <a:ext cx="4718785" cy="518506"/>
      </dsp:txXfrm>
    </dsp:sp>
    <dsp:sp modelId="{D715F7DC-E705-499E-91D0-B441883DD896}">
      <dsp:nvSpPr>
        <dsp:cNvPr id="0" name=""/>
        <dsp:cNvSpPr/>
      </dsp:nvSpPr>
      <dsp:spPr>
        <a:xfrm>
          <a:off x="0" y="1555519"/>
          <a:ext cx="4718785" cy="0"/>
        </a:xfrm>
        <a:prstGeom prst="line">
          <a:avLst/>
        </a:prstGeom>
        <a:solidFill>
          <a:schemeClr val="accent2">
            <a:hueOff val="-547446"/>
            <a:satOff val="1504"/>
            <a:lumOff val="1008"/>
            <a:alphaOff val="0"/>
          </a:schemeClr>
        </a:solidFill>
        <a:ln w="19050" cap="flat" cmpd="sng" algn="ctr">
          <a:solidFill>
            <a:schemeClr val="accent2">
              <a:hueOff val="-547446"/>
              <a:satOff val="1504"/>
              <a:lumOff val="10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993A4-2648-4C9D-A90F-46A61750B293}">
      <dsp:nvSpPr>
        <dsp:cNvPr id="0" name=""/>
        <dsp:cNvSpPr/>
      </dsp:nvSpPr>
      <dsp:spPr>
        <a:xfrm>
          <a:off x="0" y="1555519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O que é Streaming de Dados? </a:t>
          </a:r>
          <a:endParaRPr lang="en-US" sz="1900" kern="1200"/>
        </a:p>
      </dsp:txBody>
      <dsp:txXfrm>
        <a:off x="0" y="1555519"/>
        <a:ext cx="4718785" cy="518506"/>
      </dsp:txXfrm>
    </dsp:sp>
    <dsp:sp modelId="{BC99CC8F-7AE6-4A4D-983E-244BB9002AF7}">
      <dsp:nvSpPr>
        <dsp:cNvPr id="0" name=""/>
        <dsp:cNvSpPr/>
      </dsp:nvSpPr>
      <dsp:spPr>
        <a:xfrm>
          <a:off x="0" y="2074025"/>
          <a:ext cx="4718785" cy="0"/>
        </a:xfrm>
        <a:prstGeom prst="line">
          <a:avLst/>
        </a:prstGeom>
        <a:solidFill>
          <a:schemeClr val="accent2">
            <a:hueOff val="-729929"/>
            <a:satOff val="2005"/>
            <a:lumOff val="1344"/>
            <a:alphaOff val="0"/>
          </a:schemeClr>
        </a:solidFill>
        <a:ln w="19050" cap="flat" cmpd="sng" algn="ctr">
          <a:solidFill>
            <a:schemeClr val="accent2">
              <a:hueOff val="-729929"/>
              <a:satOff val="2005"/>
              <a:lumOff val="13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34147-F506-4D7E-9086-F088D25B75E9}">
      <dsp:nvSpPr>
        <dsp:cNvPr id="0" name=""/>
        <dsp:cNvSpPr/>
      </dsp:nvSpPr>
      <dsp:spPr>
        <a:xfrm>
          <a:off x="0" y="2074025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Tecnologias Principais </a:t>
          </a:r>
          <a:endParaRPr lang="en-US" sz="1900" kern="1200"/>
        </a:p>
      </dsp:txBody>
      <dsp:txXfrm>
        <a:off x="0" y="2074025"/>
        <a:ext cx="4718785" cy="518506"/>
      </dsp:txXfrm>
    </dsp:sp>
    <dsp:sp modelId="{3A83714D-9087-48AB-9DA2-E1215CF19A8F}">
      <dsp:nvSpPr>
        <dsp:cNvPr id="0" name=""/>
        <dsp:cNvSpPr/>
      </dsp:nvSpPr>
      <dsp:spPr>
        <a:xfrm>
          <a:off x="0" y="2592531"/>
          <a:ext cx="4718785" cy="0"/>
        </a:xfrm>
        <a:prstGeom prst="line">
          <a:avLst/>
        </a:prstGeom>
        <a:solidFill>
          <a:schemeClr val="accent2">
            <a:hueOff val="-912411"/>
            <a:satOff val="2506"/>
            <a:lumOff val="1680"/>
            <a:alphaOff val="0"/>
          </a:schemeClr>
        </a:solidFill>
        <a:ln w="19050" cap="flat" cmpd="sng" algn="ctr">
          <a:solidFill>
            <a:schemeClr val="accent2">
              <a:hueOff val="-912411"/>
              <a:satOff val="2506"/>
              <a:lumOff val="16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26CCC-BF9D-4EDC-B45B-0D7EBE6FA86B}">
      <dsp:nvSpPr>
        <dsp:cNvPr id="0" name=""/>
        <dsp:cNvSpPr/>
      </dsp:nvSpPr>
      <dsp:spPr>
        <a:xfrm>
          <a:off x="0" y="2592531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Casos de Uso </a:t>
          </a:r>
          <a:endParaRPr lang="en-US" sz="1900" kern="1200"/>
        </a:p>
      </dsp:txBody>
      <dsp:txXfrm>
        <a:off x="0" y="2592531"/>
        <a:ext cx="4718785" cy="518506"/>
      </dsp:txXfrm>
    </dsp:sp>
    <dsp:sp modelId="{068365E4-240B-477D-B4FA-A61EC88E2CBD}">
      <dsp:nvSpPr>
        <dsp:cNvPr id="0" name=""/>
        <dsp:cNvSpPr/>
      </dsp:nvSpPr>
      <dsp:spPr>
        <a:xfrm>
          <a:off x="0" y="3111038"/>
          <a:ext cx="4718785" cy="0"/>
        </a:xfrm>
        <a:prstGeom prst="line">
          <a:avLst/>
        </a:prstGeom>
        <a:solidFill>
          <a:schemeClr val="accent2">
            <a:hueOff val="-1094893"/>
            <a:satOff val="3008"/>
            <a:lumOff val="2016"/>
            <a:alphaOff val="0"/>
          </a:schemeClr>
        </a:solidFill>
        <a:ln w="19050" cap="flat" cmpd="sng" algn="ctr">
          <a:solidFill>
            <a:schemeClr val="accent2">
              <a:hueOff val="-1094893"/>
              <a:satOff val="3008"/>
              <a:lumOff val="20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ACF4A-AC48-4C7E-B45C-8747040D7472}">
      <dsp:nvSpPr>
        <dsp:cNvPr id="0" name=""/>
        <dsp:cNvSpPr/>
      </dsp:nvSpPr>
      <dsp:spPr>
        <a:xfrm>
          <a:off x="0" y="3111038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Atividade Prática em Grupo </a:t>
          </a:r>
          <a:endParaRPr lang="en-US" sz="1900" kern="1200"/>
        </a:p>
      </dsp:txBody>
      <dsp:txXfrm>
        <a:off x="0" y="3111038"/>
        <a:ext cx="4718785" cy="518506"/>
      </dsp:txXfrm>
    </dsp:sp>
    <dsp:sp modelId="{DFC1853E-5FC3-4F50-B97B-D7FF576B0DBC}">
      <dsp:nvSpPr>
        <dsp:cNvPr id="0" name=""/>
        <dsp:cNvSpPr/>
      </dsp:nvSpPr>
      <dsp:spPr>
        <a:xfrm>
          <a:off x="0" y="3629544"/>
          <a:ext cx="4718785" cy="0"/>
        </a:xfrm>
        <a:prstGeom prst="line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accent2">
              <a:hueOff val="-1277375"/>
              <a:satOff val="3509"/>
              <a:lumOff val="23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9BB-75FE-454F-B730-036A8480D100}">
      <dsp:nvSpPr>
        <dsp:cNvPr id="0" name=""/>
        <dsp:cNvSpPr/>
      </dsp:nvSpPr>
      <dsp:spPr>
        <a:xfrm>
          <a:off x="0" y="3629544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Fechamento da Aula </a:t>
          </a:r>
          <a:endParaRPr lang="en-US" sz="1900" kern="1200"/>
        </a:p>
      </dsp:txBody>
      <dsp:txXfrm>
        <a:off x="0" y="3629544"/>
        <a:ext cx="4718785" cy="5185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695EF-4E47-4C3F-8DF4-DF1DB637BB05}">
      <dsp:nvSpPr>
        <dsp:cNvPr id="0" name=""/>
        <dsp:cNvSpPr/>
      </dsp:nvSpPr>
      <dsp:spPr>
        <a:xfrm>
          <a:off x="0" y="3350"/>
          <a:ext cx="4880111" cy="713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562D3-E6D4-4EE1-B08E-8ADD11531FA1}">
      <dsp:nvSpPr>
        <dsp:cNvPr id="0" name=""/>
        <dsp:cNvSpPr/>
      </dsp:nvSpPr>
      <dsp:spPr>
        <a:xfrm>
          <a:off x="215857" y="163905"/>
          <a:ext cx="392468" cy="3924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E9226-43D9-4775-A20E-BC5D2BD8875A}">
      <dsp:nvSpPr>
        <dsp:cNvPr id="0" name=""/>
        <dsp:cNvSpPr/>
      </dsp:nvSpPr>
      <dsp:spPr>
        <a:xfrm>
          <a:off x="824184" y="3350"/>
          <a:ext cx="4055926" cy="713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21" tIns="75521" rIns="75521" bIns="7552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Introdução à Disciplina</a:t>
          </a:r>
          <a:endParaRPr lang="en-US" sz="1800" kern="1200"/>
        </a:p>
      </dsp:txBody>
      <dsp:txXfrm>
        <a:off x="824184" y="3350"/>
        <a:ext cx="4055926" cy="713579"/>
      </dsp:txXfrm>
    </dsp:sp>
    <dsp:sp modelId="{88B8DE9F-BFF9-40F9-827B-E1AB5395B1CC}">
      <dsp:nvSpPr>
        <dsp:cNvPr id="0" name=""/>
        <dsp:cNvSpPr/>
      </dsp:nvSpPr>
      <dsp:spPr>
        <a:xfrm>
          <a:off x="0" y="895324"/>
          <a:ext cx="4880111" cy="713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5A09E-B9AE-4014-B93F-C539F40E6D14}">
      <dsp:nvSpPr>
        <dsp:cNvPr id="0" name=""/>
        <dsp:cNvSpPr/>
      </dsp:nvSpPr>
      <dsp:spPr>
        <a:xfrm>
          <a:off x="215857" y="1055880"/>
          <a:ext cx="392468" cy="3924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D793E-B797-4586-A248-0B1C875C7641}">
      <dsp:nvSpPr>
        <dsp:cNvPr id="0" name=""/>
        <dsp:cNvSpPr/>
      </dsp:nvSpPr>
      <dsp:spPr>
        <a:xfrm>
          <a:off x="824184" y="895324"/>
          <a:ext cx="4055926" cy="713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21" tIns="75521" rIns="75521" bIns="7552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Conceitos Fundamentais do Big Data</a:t>
          </a:r>
          <a:endParaRPr lang="en-US" sz="1800" kern="1200"/>
        </a:p>
      </dsp:txBody>
      <dsp:txXfrm>
        <a:off x="824184" y="895324"/>
        <a:ext cx="4055926" cy="713579"/>
      </dsp:txXfrm>
    </dsp:sp>
    <dsp:sp modelId="{12930027-1F86-4E37-AE86-4A255152A462}">
      <dsp:nvSpPr>
        <dsp:cNvPr id="0" name=""/>
        <dsp:cNvSpPr/>
      </dsp:nvSpPr>
      <dsp:spPr>
        <a:xfrm>
          <a:off x="0" y="1787299"/>
          <a:ext cx="4880111" cy="713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74E8D-0F59-433C-9A33-E1E81D19EBBB}">
      <dsp:nvSpPr>
        <dsp:cNvPr id="0" name=""/>
        <dsp:cNvSpPr/>
      </dsp:nvSpPr>
      <dsp:spPr>
        <a:xfrm>
          <a:off x="215857" y="1947855"/>
          <a:ext cx="392468" cy="3924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AA49A-30A1-441D-BB22-C76B7AD6BADB}">
      <dsp:nvSpPr>
        <dsp:cNvPr id="0" name=""/>
        <dsp:cNvSpPr/>
      </dsp:nvSpPr>
      <dsp:spPr>
        <a:xfrm>
          <a:off x="824184" y="1787299"/>
          <a:ext cx="4055926" cy="713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21" tIns="75521" rIns="75521" bIns="7552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Tecnologias para Big Data</a:t>
          </a:r>
          <a:endParaRPr lang="en-US" sz="1800" kern="1200"/>
        </a:p>
      </dsp:txBody>
      <dsp:txXfrm>
        <a:off x="824184" y="1787299"/>
        <a:ext cx="4055926" cy="713579"/>
      </dsp:txXfrm>
    </dsp:sp>
    <dsp:sp modelId="{401554BA-51F1-4008-8088-AEE5CD916FCC}">
      <dsp:nvSpPr>
        <dsp:cNvPr id="0" name=""/>
        <dsp:cNvSpPr/>
      </dsp:nvSpPr>
      <dsp:spPr>
        <a:xfrm>
          <a:off x="0" y="2679274"/>
          <a:ext cx="4880111" cy="713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90B25-7E39-490C-94B8-5D7CC86616CA}">
      <dsp:nvSpPr>
        <dsp:cNvPr id="0" name=""/>
        <dsp:cNvSpPr/>
      </dsp:nvSpPr>
      <dsp:spPr>
        <a:xfrm>
          <a:off x="215857" y="2839829"/>
          <a:ext cx="392468" cy="39246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238F7-9C4F-4D7E-85AA-0685550F92AD}">
      <dsp:nvSpPr>
        <dsp:cNvPr id="0" name=""/>
        <dsp:cNvSpPr/>
      </dsp:nvSpPr>
      <dsp:spPr>
        <a:xfrm>
          <a:off x="824184" y="2679274"/>
          <a:ext cx="4055926" cy="713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21" tIns="75521" rIns="75521" bIns="7552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Infraestrutura para Big Data</a:t>
          </a:r>
          <a:endParaRPr lang="en-US" sz="1800" kern="1200"/>
        </a:p>
      </dsp:txBody>
      <dsp:txXfrm>
        <a:off x="824184" y="2679274"/>
        <a:ext cx="4055926" cy="713579"/>
      </dsp:txXfrm>
    </dsp:sp>
    <dsp:sp modelId="{3AEC4C33-D60D-498E-916B-2A4705EE4AE4}">
      <dsp:nvSpPr>
        <dsp:cNvPr id="0" name=""/>
        <dsp:cNvSpPr/>
      </dsp:nvSpPr>
      <dsp:spPr>
        <a:xfrm>
          <a:off x="0" y="3571249"/>
          <a:ext cx="4880111" cy="71357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6761A-49C2-42D6-A526-68C3E3C2F9D2}">
      <dsp:nvSpPr>
        <dsp:cNvPr id="0" name=""/>
        <dsp:cNvSpPr/>
      </dsp:nvSpPr>
      <dsp:spPr>
        <a:xfrm>
          <a:off x="215857" y="3731804"/>
          <a:ext cx="392468" cy="39246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27F93-2C26-4D78-85E9-A18B3B4EAA3A}">
      <dsp:nvSpPr>
        <dsp:cNvPr id="0" name=""/>
        <dsp:cNvSpPr/>
      </dsp:nvSpPr>
      <dsp:spPr>
        <a:xfrm>
          <a:off x="824184" y="3571249"/>
          <a:ext cx="4055926" cy="7135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5521" tIns="75521" rIns="75521" bIns="7552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800" b="1" kern="1200"/>
            <a:t>Processamento de Dados em Escala</a:t>
          </a:r>
          <a:endParaRPr lang="en-US" sz="1800" kern="1200"/>
        </a:p>
      </dsp:txBody>
      <dsp:txXfrm>
        <a:off x="824184" y="3571249"/>
        <a:ext cx="4055926" cy="71357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D5FAA2-AA9A-4881-8A8A-B309D371C89C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A30F93-DD0D-4E8C-B6D7-C266EDA4F75F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Apresentação do curso, metodologia e critérios de avaliação.</a:t>
          </a:r>
        </a:p>
      </dsp:txBody>
      <dsp:txXfrm>
        <a:off x="78583" y="1911041"/>
        <a:ext cx="2399612" cy="720000"/>
      </dsp:txXfrm>
    </dsp:sp>
    <dsp:sp modelId="{78D112D3-C889-479C-8994-E03113AAE890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EADBD4-842E-479B-BF53-5D5F7082C7E8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Importância do Big Data e seu impacto em diversas áreas.</a:t>
          </a:r>
        </a:p>
      </dsp:txBody>
      <dsp:txXfrm>
        <a:off x="2898129" y="1911041"/>
        <a:ext cx="2399612" cy="720000"/>
      </dsp:txXfrm>
    </dsp:sp>
    <dsp:sp modelId="{A5CF26FE-85E5-445E-9F7A-3CD2620E24A5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6D0F42-9EC1-4A9B-9E81-4C27374B721C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Introdução ao conceito de dados massivos e como eles influenciam o mundo.</a:t>
          </a:r>
        </a:p>
      </dsp:txBody>
      <dsp:txXfrm>
        <a:off x="5717674" y="1911041"/>
        <a:ext cx="23996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50C666-A98B-48F1-8EF0-4BD9C58FBA8D}">
      <dsp:nvSpPr>
        <dsp:cNvPr id="0" name=""/>
        <dsp:cNvSpPr/>
      </dsp:nvSpPr>
      <dsp:spPr>
        <a:xfrm>
          <a:off x="1228141" y="237072"/>
          <a:ext cx="1317282" cy="95393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5FAEE1-7A5C-4172-9EE7-C5EAB85A4C19}">
      <dsp:nvSpPr>
        <dsp:cNvPr id="0" name=""/>
        <dsp:cNvSpPr/>
      </dsp:nvSpPr>
      <dsp:spPr>
        <a:xfrm>
          <a:off x="4950" y="1288931"/>
          <a:ext cx="3763664" cy="40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Definição e contextualização do Big Data.</a:t>
          </a:r>
        </a:p>
      </dsp:txBody>
      <dsp:txXfrm>
        <a:off x="4950" y="1288931"/>
        <a:ext cx="3763664" cy="408830"/>
      </dsp:txXfrm>
    </dsp:sp>
    <dsp:sp modelId="{5228FFB6-E281-451C-BB74-393CA59D51E9}">
      <dsp:nvSpPr>
        <dsp:cNvPr id="0" name=""/>
        <dsp:cNvSpPr/>
      </dsp:nvSpPr>
      <dsp:spPr>
        <a:xfrm>
          <a:off x="4950" y="1743306"/>
          <a:ext cx="3763664" cy="1164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4EEC5-D1B3-491A-9DE5-DAC10C006F5D}">
      <dsp:nvSpPr>
        <dsp:cNvPr id="0" name=""/>
        <dsp:cNvSpPr/>
      </dsp:nvSpPr>
      <dsp:spPr>
        <a:xfrm>
          <a:off x="5650447" y="237072"/>
          <a:ext cx="1317282" cy="95393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9DC6EA-1700-455E-B05C-7895FFDCBBA9}">
      <dsp:nvSpPr>
        <dsp:cNvPr id="0" name=""/>
        <dsp:cNvSpPr/>
      </dsp:nvSpPr>
      <dsp:spPr>
        <a:xfrm>
          <a:off x="4427256" y="1288931"/>
          <a:ext cx="3763664" cy="4088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Os 5Vs do Big Data:</a:t>
          </a:r>
        </a:p>
      </dsp:txBody>
      <dsp:txXfrm>
        <a:off x="4427256" y="1288931"/>
        <a:ext cx="3763664" cy="408830"/>
      </dsp:txXfrm>
    </dsp:sp>
    <dsp:sp modelId="{96E205D4-02FF-4FE5-9F24-D82D24A04D4A}">
      <dsp:nvSpPr>
        <dsp:cNvPr id="0" name=""/>
        <dsp:cNvSpPr/>
      </dsp:nvSpPr>
      <dsp:spPr>
        <a:xfrm>
          <a:off x="4427256" y="1743306"/>
          <a:ext cx="3763664" cy="1164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Volume: Grande quantidade de dados.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Velocidade: Processamento em tempo real ou lote.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Variedade: Dados estruturados, semiestruturados e não estruturados.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Veracidade: Qualidade e confiabilidade dos dados.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Valor: Como os dados geram insights e impacto.</a:t>
          </a:r>
        </a:p>
      </dsp:txBody>
      <dsp:txXfrm>
        <a:off x="4427256" y="1743306"/>
        <a:ext cx="3763664" cy="11642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65E6E3-87BB-4EB4-B78D-E3E52573B2FC}">
      <dsp:nvSpPr>
        <dsp:cNvPr id="0" name=""/>
        <dsp:cNvSpPr/>
      </dsp:nvSpPr>
      <dsp:spPr>
        <a:xfrm>
          <a:off x="1228141" y="68726"/>
          <a:ext cx="1317282" cy="11164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071F07-3117-4EC1-8D5A-FFEC20E69088}">
      <dsp:nvSpPr>
        <dsp:cNvPr id="0" name=""/>
        <dsp:cNvSpPr/>
      </dsp:nvSpPr>
      <dsp:spPr>
        <a:xfrm>
          <a:off x="4950" y="1299801"/>
          <a:ext cx="3763664" cy="478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Introdução às principais tecnologias:</a:t>
          </a:r>
        </a:p>
      </dsp:txBody>
      <dsp:txXfrm>
        <a:off x="4950" y="1299801"/>
        <a:ext cx="3763664" cy="478487"/>
      </dsp:txXfrm>
    </dsp:sp>
    <dsp:sp modelId="{AB0A8A6F-ACB2-453C-8F98-8C5206C9415F}">
      <dsp:nvSpPr>
        <dsp:cNvPr id="0" name=""/>
        <dsp:cNvSpPr/>
      </dsp:nvSpPr>
      <dsp:spPr>
        <a:xfrm>
          <a:off x="4950" y="1831592"/>
          <a:ext cx="3763664" cy="1244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Apache Hadoop:</a:t>
          </a:r>
          <a:r>
            <a:rPr lang="pt-BR" sz="1300" kern="1200"/>
            <a:t> </a:t>
          </a:r>
          <a:r>
            <a:rPr lang="en-US" sz="1300" kern="1200"/>
            <a:t>Processamento distribuído e armazenamento de grandes volumes de dados.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Spark:</a:t>
          </a:r>
          <a:r>
            <a:rPr lang="pt-BR" sz="1300" kern="1200"/>
            <a:t> </a:t>
          </a:r>
          <a:r>
            <a:rPr lang="en-US" sz="1300" kern="1200"/>
            <a:t>Processamento em memória mais rápido que Hadoop.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Bancos de Dados NoSQL:</a:t>
          </a:r>
          <a:r>
            <a:rPr lang="pt-BR" sz="1300" kern="1200"/>
            <a:t> </a:t>
          </a:r>
          <a:r>
            <a:rPr lang="en-US" sz="1300" kern="1200"/>
            <a:t>Alternativa aos bancos relacionais para Big Data.</a:t>
          </a:r>
        </a:p>
      </dsp:txBody>
      <dsp:txXfrm>
        <a:off x="4950" y="1831592"/>
        <a:ext cx="3763664" cy="1244284"/>
      </dsp:txXfrm>
    </dsp:sp>
    <dsp:sp modelId="{13A6BF50-18A8-45C6-9558-0CFF7E02C4A7}">
      <dsp:nvSpPr>
        <dsp:cNvPr id="0" name=""/>
        <dsp:cNvSpPr/>
      </dsp:nvSpPr>
      <dsp:spPr>
        <a:xfrm>
          <a:off x="5650447" y="68726"/>
          <a:ext cx="1317282" cy="11164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6CA4D-8A73-4D81-B656-296A2BB25D9C}">
      <dsp:nvSpPr>
        <dsp:cNvPr id="0" name=""/>
        <dsp:cNvSpPr/>
      </dsp:nvSpPr>
      <dsp:spPr>
        <a:xfrm>
          <a:off x="4427256" y="1299801"/>
          <a:ext cx="3763664" cy="478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700" kern="1200"/>
            <a:t>Conceito de computação distribuída e paralela.</a:t>
          </a:r>
        </a:p>
      </dsp:txBody>
      <dsp:txXfrm>
        <a:off x="4427256" y="1299801"/>
        <a:ext cx="3763664" cy="478487"/>
      </dsp:txXfrm>
    </dsp:sp>
    <dsp:sp modelId="{D5DA2CAA-05AE-4444-8C3A-3DC38DEC4AD6}">
      <dsp:nvSpPr>
        <dsp:cNvPr id="0" name=""/>
        <dsp:cNvSpPr/>
      </dsp:nvSpPr>
      <dsp:spPr>
        <a:xfrm>
          <a:off x="4427256" y="1831592"/>
          <a:ext cx="3763664" cy="1244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BE4EF-12EB-40BF-AC80-2A19C4F078DD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F4C9B-60E5-42E7-BCBE-A21D7E956891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Aplicações práticas de Big Data.</a:t>
          </a:r>
        </a:p>
      </dsp:txBody>
      <dsp:txXfrm>
        <a:off x="78583" y="1911041"/>
        <a:ext cx="2399612" cy="720000"/>
      </dsp:txXfrm>
    </dsp:sp>
    <dsp:sp modelId="{24A61AAD-0F85-4401-827E-4B4EB26ECA5F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671F41-1B37-47DD-870B-CF078236B52B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Introdução ao trabalho final e pesquisa sobre partes interessadas.</a:t>
          </a:r>
        </a:p>
      </dsp:txBody>
      <dsp:txXfrm>
        <a:off x="2898129" y="1911041"/>
        <a:ext cx="2399612" cy="720000"/>
      </dsp:txXfrm>
    </dsp:sp>
    <dsp:sp modelId="{313A17EA-B5B0-44EA-89AA-F7B48CD05C65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8BBB3C-D60A-4AFE-9DFC-A5B13DF384D8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Como escolher a melhor tecnologia para diferentes problemas.</a:t>
          </a:r>
        </a:p>
      </dsp:txBody>
      <dsp:txXfrm>
        <a:off x="5717674" y="1911041"/>
        <a:ext cx="2399612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247C88-2D37-4B41-B64B-5F6CD3BB674D}">
      <dsp:nvSpPr>
        <dsp:cNvPr id="0" name=""/>
        <dsp:cNvSpPr/>
      </dsp:nvSpPr>
      <dsp:spPr>
        <a:xfrm>
          <a:off x="594787" y="117737"/>
          <a:ext cx="632826" cy="6328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4CF17-4B46-4BC6-8202-DBDA6FAF2BAF}">
      <dsp:nvSpPr>
        <dsp:cNvPr id="0" name=""/>
        <dsp:cNvSpPr/>
      </dsp:nvSpPr>
      <dsp:spPr>
        <a:xfrm>
          <a:off x="7162" y="875657"/>
          <a:ext cx="1808076" cy="796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Conceito de Processamento Distribuído e Paralelismo.</a:t>
          </a:r>
        </a:p>
      </dsp:txBody>
      <dsp:txXfrm>
        <a:off x="7162" y="875657"/>
        <a:ext cx="1808076" cy="796683"/>
      </dsp:txXfrm>
    </dsp:sp>
    <dsp:sp modelId="{9FBEF2EF-D010-4526-8CBB-51AF69FF50CE}">
      <dsp:nvSpPr>
        <dsp:cNvPr id="0" name=""/>
        <dsp:cNvSpPr/>
      </dsp:nvSpPr>
      <dsp:spPr>
        <a:xfrm>
          <a:off x="7162" y="1730523"/>
          <a:ext cx="1808076" cy="1296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09D042-8CB6-4D05-B89E-2C7FD253A483}">
      <dsp:nvSpPr>
        <dsp:cNvPr id="0" name=""/>
        <dsp:cNvSpPr/>
      </dsp:nvSpPr>
      <dsp:spPr>
        <a:xfrm>
          <a:off x="2719277" y="117737"/>
          <a:ext cx="632826" cy="6328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0776D9-A012-4647-A7F9-B21E6EB7EC21}">
      <dsp:nvSpPr>
        <dsp:cNvPr id="0" name=""/>
        <dsp:cNvSpPr/>
      </dsp:nvSpPr>
      <dsp:spPr>
        <a:xfrm>
          <a:off x="2131652" y="875657"/>
          <a:ext cx="1808076" cy="796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Diferença entre:</a:t>
          </a:r>
        </a:p>
      </dsp:txBody>
      <dsp:txXfrm>
        <a:off x="2131652" y="875657"/>
        <a:ext cx="1808076" cy="796683"/>
      </dsp:txXfrm>
    </dsp:sp>
    <dsp:sp modelId="{96ECD82A-7BB8-4CD7-B07F-5D183485FC32}">
      <dsp:nvSpPr>
        <dsp:cNvPr id="0" name=""/>
        <dsp:cNvSpPr/>
      </dsp:nvSpPr>
      <dsp:spPr>
        <a:xfrm>
          <a:off x="2131652" y="1730523"/>
          <a:ext cx="1808076" cy="1296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Batch Processing: Processamento em lotes (dados processados periodicamente).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Stream Pro</a:t>
          </a:r>
          <a:r>
            <a:rPr lang="pt-BR" sz="1100" kern="1200"/>
            <a:t>ce</a:t>
          </a:r>
          <a:r>
            <a:rPr lang="en-US" sz="1100" kern="1200"/>
            <a:t>ssing: Processamento contínuo e em tempo real.</a:t>
          </a:r>
        </a:p>
      </dsp:txBody>
      <dsp:txXfrm>
        <a:off x="2131652" y="1730523"/>
        <a:ext cx="1808076" cy="1296342"/>
      </dsp:txXfrm>
    </dsp:sp>
    <dsp:sp modelId="{B2B7CFEA-71C0-4BC0-9F26-25F123F2E23A}">
      <dsp:nvSpPr>
        <dsp:cNvPr id="0" name=""/>
        <dsp:cNvSpPr/>
      </dsp:nvSpPr>
      <dsp:spPr>
        <a:xfrm>
          <a:off x="4843766" y="117737"/>
          <a:ext cx="632826" cy="6328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858CAA-9860-48F2-B7E6-33C4CACB7844}">
      <dsp:nvSpPr>
        <dsp:cNvPr id="0" name=""/>
        <dsp:cNvSpPr/>
      </dsp:nvSpPr>
      <dsp:spPr>
        <a:xfrm>
          <a:off x="4256142" y="875657"/>
          <a:ext cx="1808076" cy="796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Exemplos de uso:</a:t>
          </a:r>
        </a:p>
      </dsp:txBody>
      <dsp:txXfrm>
        <a:off x="4256142" y="875657"/>
        <a:ext cx="1808076" cy="796683"/>
      </dsp:txXfrm>
    </dsp:sp>
    <dsp:sp modelId="{15B27867-6CA7-4169-82AC-A08AE7E99641}">
      <dsp:nvSpPr>
        <dsp:cNvPr id="0" name=""/>
        <dsp:cNvSpPr/>
      </dsp:nvSpPr>
      <dsp:spPr>
        <a:xfrm>
          <a:off x="4256142" y="1730523"/>
          <a:ext cx="1808076" cy="1296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Batch Processing: Relatórios financeiros, análise de logs, treinamento de modelos de IA.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Stream Processing: Monitoramento de redes sociais, detecção de fraudes bancárias, IoT.</a:t>
          </a:r>
        </a:p>
      </dsp:txBody>
      <dsp:txXfrm>
        <a:off x="4256142" y="1730523"/>
        <a:ext cx="1808076" cy="1296342"/>
      </dsp:txXfrm>
    </dsp:sp>
    <dsp:sp modelId="{607A02DC-5A98-4795-AC1D-648604A22BFA}">
      <dsp:nvSpPr>
        <dsp:cNvPr id="0" name=""/>
        <dsp:cNvSpPr/>
      </dsp:nvSpPr>
      <dsp:spPr>
        <a:xfrm>
          <a:off x="6968256" y="117737"/>
          <a:ext cx="632826" cy="6328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3349AB-E866-48AE-9017-1CC664010D6D}">
      <dsp:nvSpPr>
        <dsp:cNvPr id="0" name=""/>
        <dsp:cNvSpPr/>
      </dsp:nvSpPr>
      <dsp:spPr>
        <a:xfrm>
          <a:off x="6380631" y="875657"/>
          <a:ext cx="1808076" cy="7966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Tecnologias de Streaming: Apache Kafka, Flink, Spark Streaming.</a:t>
          </a:r>
        </a:p>
      </dsp:txBody>
      <dsp:txXfrm>
        <a:off x="6380631" y="875657"/>
        <a:ext cx="1808076" cy="796683"/>
      </dsp:txXfrm>
    </dsp:sp>
    <dsp:sp modelId="{EBAD9561-8455-4208-952B-0076C087BD60}">
      <dsp:nvSpPr>
        <dsp:cNvPr id="0" name=""/>
        <dsp:cNvSpPr/>
      </dsp:nvSpPr>
      <dsp:spPr>
        <a:xfrm>
          <a:off x="6380631" y="1730523"/>
          <a:ext cx="1808076" cy="12963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1884C-64BB-460B-8BA1-8D824EB2AC9B}">
      <dsp:nvSpPr>
        <dsp:cNvPr id="0" name=""/>
        <dsp:cNvSpPr/>
      </dsp:nvSpPr>
      <dsp:spPr>
        <a:xfrm>
          <a:off x="0" y="2468797"/>
          <a:ext cx="5000124" cy="16197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Elementos esperados:</a:t>
          </a:r>
        </a:p>
      </dsp:txBody>
      <dsp:txXfrm>
        <a:off x="0" y="2468797"/>
        <a:ext cx="5000124" cy="874691"/>
      </dsp:txXfrm>
    </dsp:sp>
    <dsp:sp modelId="{6AD964B1-F631-43B1-A681-0CA5BD695E43}">
      <dsp:nvSpPr>
        <dsp:cNvPr id="0" name=""/>
        <dsp:cNvSpPr/>
      </dsp:nvSpPr>
      <dsp:spPr>
        <a:xfrm>
          <a:off x="610" y="3311092"/>
          <a:ext cx="714129" cy="74510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Título do Projeto</a:t>
          </a:r>
        </a:p>
      </dsp:txBody>
      <dsp:txXfrm>
        <a:off x="610" y="3311092"/>
        <a:ext cx="714129" cy="745107"/>
      </dsp:txXfrm>
    </dsp:sp>
    <dsp:sp modelId="{1AF20B4F-3DB7-4B2C-805F-15062417B71A}">
      <dsp:nvSpPr>
        <dsp:cNvPr id="0" name=""/>
        <dsp:cNvSpPr/>
      </dsp:nvSpPr>
      <dsp:spPr>
        <a:xfrm>
          <a:off x="714739" y="3311092"/>
          <a:ext cx="714129" cy="745107"/>
        </a:xfrm>
        <a:prstGeom prst="rect">
          <a:avLst/>
        </a:prstGeom>
        <a:solidFill>
          <a:schemeClr val="accent2">
            <a:tint val="40000"/>
            <a:alpha val="90000"/>
            <a:hueOff val="-187447"/>
            <a:satOff val="735"/>
            <a:lumOff val="94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87447"/>
              <a:satOff val="735"/>
              <a:lumOff val="9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Descrição do Tema</a:t>
          </a:r>
        </a:p>
      </dsp:txBody>
      <dsp:txXfrm>
        <a:off x="714739" y="3311092"/>
        <a:ext cx="714129" cy="745107"/>
      </dsp:txXfrm>
    </dsp:sp>
    <dsp:sp modelId="{3A9105CB-8144-4EE8-BFB6-2F79DAF91110}">
      <dsp:nvSpPr>
        <dsp:cNvPr id="0" name=""/>
        <dsp:cNvSpPr/>
      </dsp:nvSpPr>
      <dsp:spPr>
        <a:xfrm>
          <a:off x="1428868" y="3311092"/>
          <a:ext cx="714129" cy="745107"/>
        </a:xfrm>
        <a:prstGeom prst="rect">
          <a:avLst/>
        </a:prstGeom>
        <a:solidFill>
          <a:schemeClr val="accent2">
            <a:tint val="40000"/>
            <a:alpha val="90000"/>
            <a:hueOff val="-374893"/>
            <a:satOff val="1471"/>
            <a:lumOff val="18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374893"/>
              <a:satOff val="1471"/>
              <a:lumOff val="18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5Vs do Big Data</a:t>
          </a:r>
        </a:p>
      </dsp:txBody>
      <dsp:txXfrm>
        <a:off x="1428868" y="3311092"/>
        <a:ext cx="714129" cy="745107"/>
      </dsp:txXfrm>
    </dsp:sp>
    <dsp:sp modelId="{BABF7A86-68B1-4C09-AFDA-1D78A6A84247}">
      <dsp:nvSpPr>
        <dsp:cNvPr id="0" name=""/>
        <dsp:cNvSpPr/>
      </dsp:nvSpPr>
      <dsp:spPr>
        <a:xfrm>
          <a:off x="2142997" y="3311092"/>
          <a:ext cx="714129" cy="745107"/>
        </a:xfrm>
        <a:prstGeom prst="rect">
          <a:avLst/>
        </a:prstGeom>
        <a:solidFill>
          <a:schemeClr val="accent2">
            <a:tint val="40000"/>
            <a:alpha val="90000"/>
            <a:hueOff val="-562340"/>
            <a:satOff val="2206"/>
            <a:lumOff val="28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562340"/>
              <a:satOff val="2206"/>
              <a:lumOff val="28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Partes Interessadas</a:t>
          </a:r>
        </a:p>
      </dsp:txBody>
      <dsp:txXfrm>
        <a:off x="2142997" y="3311092"/>
        <a:ext cx="714129" cy="745107"/>
      </dsp:txXfrm>
    </dsp:sp>
    <dsp:sp modelId="{39C519A5-0217-4E4E-BAC9-6DB51081AA31}">
      <dsp:nvSpPr>
        <dsp:cNvPr id="0" name=""/>
        <dsp:cNvSpPr/>
      </dsp:nvSpPr>
      <dsp:spPr>
        <a:xfrm>
          <a:off x="2857126" y="3311092"/>
          <a:ext cx="714129" cy="745107"/>
        </a:xfrm>
        <a:prstGeom prst="rect">
          <a:avLst/>
        </a:prstGeom>
        <a:solidFill>
          <a:schemeClr val="accent2">
            <a:tint val="40000"/>
            <a:alpha val="90000"/>
            <a:hueOff val="-749786"/>
            <a:satOff val="2942"/>
            <a:lumOff val="377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49786"/>
              <a:satOff val="2942"/>
              <a:lumOff val="37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Base de Dados</a:t>
          </a:r>
        </a:p>
      </dsp:txBody>
      <dsp:txXfrm>
        <a:off x="2857126" y="3311092"/>
        <a:ext cx="714129" cy="745107"/>
      </dsp:txXfrm>
    </dsp:sp>
    <dsp:sp modelId="{8B98EB4F-29AA-4E3D-8884-12E4B65E23F7}">
      <dsp:nvSpPr>
        <dsp:cNvPr id="0" name=""/>
        <dsp:cNvSpPr/>
      </dsp:nvSpPr>
      <dsp:spPr>
        <a:xfrm>
          <a:off x="3571255" y="3311092"/>
          <a:ext cx="714129" cy="745107"/>
        </a:xfrm>
        <a:prstGeom prst="rect">
          <a:avLst/>
        </a:prstGeom>
        <a:solidFill>
          <a:schemeClr val="accent2">
            <a:tint val="40000"/>
            <a:alpha val="90000"/>
            <a:hueOff val="-937233"/>
            <a:satOff val="3677"/>
            <a:lumOff val="47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937233"/>
              <a:satOff val="3677"/>
              <a:lumOff val="47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Tecnologia Indicada</a:t>
          </a:r>
        </a:p>
      </dsp:txBody>
      <dsp:txXfrm>
        <a:off x="3571255" y="3311092"/>
        <a:ext cx="714129" cy="745107"/>
      </dsp:txXfrm>
    </dsp:sp>
    <dsp:sp modelId="{490882A8-D75C-49B8-AB9C-F124C2FC1E01}">
      <dsp:nvSpPr>
        <dsp:cNvPr id="0" name=""/>
        <dsp:cNvSpPr/>
      </dsp:nvSpPr>
      <dsp:spPr>
        <a:xfrm>
          <a:off x="4285384" y="3311092"/>
          <a:ext cx="714129" cy="745107"/>
        </a:xfrm>
        <a:prstGeom prst="rect">
          <a:avLst/>
        </a:prstGeom>
        <a:solidFill>
          <a:schemeClr val="accent2">
            <a:tint val="40000"/>
            <a:alpha val="90000"/>
            <a:hueOff val="-1124680"/>
            <a:satOff val="4413"/>
            <a:lumOff val="56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24680"/>
              <a:satOff val="4413"/>
              <a:lumOff val="56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896" tIns="10160" rIns="56896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/>
            <a:t>Conclusão e Impacto</a:t>
          </a:r>
        </a:p>
      </dsp:txBody>
      <dsp:txXfrm>
        <a:off x="4285384" y="3311092"/>
        <a:ext cx="714129" cy="745107"/>
      </dsp:txXfrm>
    </dsp:sp>
    <dsp:sp modelId="{AF790F43-AAAE-4970-87B9-216400C55E9D}">
      <dsp:nvSpPr>
        <dsp:cNvPr id="0" name=""/>
        <dsp:cNvSpPr/>
      </dsp:nvSpPr>
      <dsp:spPr>
        <a:xfrm rot="10800000">
          <a:off x="0" y="1844"/>
          <a:ext cx="5000124" cy="2491249"/>
        </a:xfrm>
        <a:prstGeom prst="upArrowCallout">
          <a:avLst/>
        </a:prstGeom>
        <a:gradFill rotWithShape="0">
          <a:gsLst>
            <a:gs pos="0">
              <a:schemeClr val="accent2">
                <a:hueOff val="-1277375"/>
                <a:satOff val="3509"/>
                <a:lumOff val="23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77375"/>
                <a:satOff val="3509"/>
                <a:lumOff val="23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77375"/>
                <a:satOff val="3509"/>
                <a:lumOff val="23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Cada aluno apresenta sua ideia de projeto em 2 minutos</a:t>
          </a:r>
        </a:p>
      </dsp:txBody>
      <dsp:txXfrm rot="10800000">
        <a:off x="0" y="1844"/>
        <a:ext cx="5000124" cy="161873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226F6-5ED6-482D-B356-153969F24E32}">
      <dsp:nvSpPr>
        <dsp:cNvPr id="0" name=""/>
        <dsp:cNvSpPr/>
      </dsp:nvSpPr>
      <dsp:spPr>
        <a:xfrm>
          <a:off x="518185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4B4FE-BBBA-4647-B5B8-E63EFBF8375A}">
      <dsp:nvSpPr>
        <dsp:cNvPr id="0" name=""/>
        <dsp:cNvSpPr/>
      </dsp:nvSpPr>
      <dsp:spPr>
        <a:xfrm>
          <a:off x="832623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59515C-AD65-4E90-BBBE-3074C940E094}">
      <dsp:nvSpPr>
        <dsp:cNvPr id="0" name=""/>
        <dsp:cNvSpPr/>
      </dsp:nvSpPr>
      <dsp:spPr>
        <a:xfrm>
          <a:off x="46529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Organizar grupos baseados em temas similares</a:t>
          </a:r>
        </a:p>
      </dsp:txBody>
      <dsp:txXfrm>
        <a:off x="46529" y="2179802"/>
        <a:ext cx="2418750" cy="720000"/>
      </dsp:txXfrm>
    </dsp:sp>
    <dsp:sp modelId="{1D14A3FF-E51F-43BB-B57F-D8422FDF42AD}">
      <dsp:nvSpPr>
        <dsp:cNvPr id="0" name=""/>
        <dsp:cNvSpPr/>
      </dsp:nvSpPr>
      <dsp:spPr>
        <a:xfrm>
          <a:off x="3360216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F28CC-15E3-4181-91A9-B27002C7AFF7}">
      <dsp:nvSpPr>
        <dsp:cNvPr id="0" name=""/>
        <dsp:cNvSpPr/>
      </dsp:nvSpPr>
      <dsp:spPr>
        <a:xfrm>
          <a:off x="3674654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94D60C-CA7B-4AB7-B405-DB40494120A9}">
      <dsp:nvSpPr>
        <dsp:cNvPr id="0" name=""/>
        <dsp:cNvSpPr/>
      </dsp:nvSpPr>
      <dsp:spPr>
        <a:xfrm>
          <a:off x="2888560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Discutir desafios e oportunidades do projeto</a:t>
          </a:r>
        </a:p>
      </dsp:txBody>
      <dsp:txXfrm>
        <a:off x="2888560" y="2179802"/>
        <a:ext cx="2418750" cy="720000"/>
      </dsp:txXfrm>
    </dsp:sp>
    <dsp:sp modelId="{B4F0F246-CCDF-4B15-9478-B211D19C51B7}">
      <dsp:nvSpPr>
        <dsp:cNvPr id="0" name=""/>
        <dsp:cNvSpPr/>
      </dsp:nvSpPr>
      <dsp:spPr>
        <a:xfrm>
          <a:off x="6202248" y="244801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4C715-FE39-42C4-8C18-6A1F263AC0FC}">
      <dsp:nvSpPr>
        <dsp:cNvPr id="0" name=""/>
        <dsp:cNvSpPr/>
      </dsp:nvSpPr>
      <dsp:spPr>
        <a:xfrm>
          <a:off x="6516685" y="559239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EDF34-9EFD-4839-90CC-CCCC7AE31F89}">
      <dsp:nvSpPr>
        <dsp:cNvPr id="0" name=""/>
        <dsp:cNvSpPr/>
      </dsp:nvSpPr>
      <dsp:spPr>
        <a:xfrm>
          <a:off x="5730591" y="21798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Registrar os integrantes e objetivos principais</a:t>
          </a:r>
        </a:p>
      </dsp:txBody>
      <dsp:txXfrm>
        <a:off x="5730591" y="2179802"/>
        <a:ext cx="241875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AF528-B363-4712-BA48-B0EB45DF4DD0}">
      <dsp:nvSpPr>
        <dsp:cNvPr id="0" name=""/>
        <dsp:cNvSpPr/>
      </dsp:nvSpPr>
      <dsp:spPr>
        <a:xfrm>
          <a:off x="0" y="538"/>
          <a:ext cx="4726201" cy="12594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FE6466-8BA2-42D2-BC13-C75754B5339E}">
      <dsp:nvSpPr>
        <dsp:cNvPr id="0" name=""/>
        <dsp:cNvSpPr/>
      </dsp:nvSpPr>
      <dsp:spPr>
        <a:xfrm>
          <a:off x="380979" y="283911"/>
          <a:ext cx="692690" cy="692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0D0561-7F77-4221-807C-AEAD7A0E61D2}">
      <dsp:nvSpPr>
        <dsp:cNvPr id="0" name=""/>
        <dsp:cNvSpPr/>
      </dsp:nvSpPr>
      <dsp:spPr>
        <a:xfrm>
          <a:off x="1454649" y="538"/>
          <a:ext cx="3271551" cy="125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90" tIns="133290" rIns="133290" bIns="13329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Processamento</a:t>
          </a:r>
          <a:r>
            <a:rPr lang="en-US" sz="2000" kern="1200" dirty="0"/>
            <a:t> </a:t>
          </a:r>
          <a:r>
            <a:rPr lang="en-US" sz="2000" kern="1200" dirty="0" err="1"/>
            <a:t>contínuo</a:t>
          </a:r>
          <a:r>
            <a:rPr lang="en-US" sz="2000" kern="1200" dirty="0"/>
            <a:t> de dados </a:t>
          </a:r>
          <a:r>
            <a:rPr lang="en-US" sz="2000" kern="1200" dirty="0" err="1"/>
            <a:t>em</a:t>
          </a:r>
          <a:r>
            <a:rPr lang="en-US" sz="2000" kern="1200" dirty="0"/>
            <a:t> tempo real</a:t>
          </a:r>
        </a:p>
      </dsp:txBody>
      <dsp:txXfrm>
        <a:off x="1454649" y="538"/>
        <a:ext cx="3271551" cy="1259437"/>
      </dsp:txXfrm>
    </dsp:sp>
    <dsp:sp modelId="{398717A2-385E-4F3A-BABC-169999486A4E}">
      <dsp:nvSpPr>
        <dsp:cNvPr id="0" name=""/>
        <dsp:cNvSpPr/>
      </dsp:nvSpPr>
      <dsp:spPr>
        <a:xfrm>
          <a:off x="0" y="1574834"/>
          <a:ext cx="4726201" cy="12594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14E0A0-DC04-4E1D-B602-EEBE3E85A3C3}">
      <dsp:nvSpPr>
        <dsp:cNvPr id="0" name=""/>
        <dsp:cNvSpPr/>
      </dsp:nvSpPr>
      <dsp:spPr>
        <a:xfrm>
          <a:off x="380979" y="1858207"/>
          <a:ext cx="692690" cy="692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64AFD-B884-4480-B2C4-8EF614839D98}">
      <dsp:nvSpPr>
        <dsp:cNvPr id="0" name=""/>
        <dsp:cNvSpPr/>
      </dsp:nvSpPr>
      <dsp:spPr>
        <a:xfrm>
          <a:off x="1454649" y="1574834"/>
          <a:ext cx="3271551" cy="125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90" tIns="133290" rIns="133290" bIns="13329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Diferença</a:t>
          </a:r>
          <a:r>
            <a:rPr lang="en-US" sz="2000" kern="1200" dirty="0"/>
            <a:t> entre Batch Processing e Stream Processing</a:t>
          </a:r>
        </a:p>
      </dsp:txBody>
      <dsp:txXfrm>
        <a:off x="1454649" y="1574834"/>
        <a:ext cx="3271551" cy="1259437"/>
      </dsp:txXfrm>
    </dsp:sp>
    <dsp:sp modelId="{42EF9BBF-F8D4-4815-8CB9-BE969824448E}">
      <dsp:nvSpPr>
        <dsp:cNvPr id="0" name=""/>
        <dsp:cNvSpPr/>
      </dsp:nvSpPr>
      <dsp:spPr>
        <a:xfrm>
          <a:off x="0" y="3149130"/>
          <a:ext cx="4726201" cy="125943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9793EC-7EB9-4F64-B17F-C2870578CB2C}">
      <dsp:nvSpPr>
        <dsp:cNvPr id="0" name=""/>
        <dsp:cNvSpPr/>
      </dsp:nvSpPr>
      <dsp:spPr>
        <a:xfrm>
          <a:off x="380979" y="3432504"/>
          <a:ext cx="692690" cy="692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10EE46-4C70-4246-A667-437F30D9933D}">
      <dsp:nvSpPr>
        <dsp:cNvPr id="0" name=""/>
        <dsp:cNvSpPr/>
      </dsp:nvSpPr>
      <dsp:spPr>
        <a:xfrm>
          <a:off x="1454649" y="3149130"/>
          <a:ext cx="3271551" cy="1259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290" tIns="133290" rIns="133290" bIns="13329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Benefícios</a:t>
          </a:r>
          <a:r>
            <a:rPr lang="en-US" sz="2000" kern="1200" dirty="0"/>
            <a:t>: </a:t>
          </a:r>
          <a:r>
            <a:rPr lang="en-US" sz="2000" kern="1200" dirty="0" err="1"/>
            <a:t>baixa</a:t>
          </a:r>
          <a:r>
            <a:rPr lang="en-US" sz="2000" kern="1200" dirty="0"/>
            <a:t> </a:t>
          </a:r>
          <a:r>
            <a:rPr lang="en-US" sz="2000" kern="1200" dirty="0" err="1"/>
            <a:t>latência</a:t>
          </a:r>
          <a:r>
            <a:rPr lang="en-US" sz="2000" kern="1200" dirty="0"/>
            <a:t>, insights </a:t>
          </a:r>
          <a:r>
            <a:rPr lang="en-US" sz="2000" kern="1200" dirty="0" err="1"/>
            <a:t>rápidos</a:t>
          </a:r>
          <a:r>
            <a:rPr lang="en-US" sz="2000" kern="1200" dirty="0"/>
            <a:t> e </a:t>
          </a:r>
          <a:r>
            <a:rPr lang="en-US" sz="2000" kern="1200" dirty="0" err="1"/>
            <a:t>processamento</a:t>
          </a:r>
          <a:r>
            <a:rPr lang="en-US" sz="2000" kern="1200" dirty="0"/>
            <a:t> </a:t>
          </a:r>
          <a:r>
            <a:rPr lang="en-US" sz="2000" kern="1200" dirty="0" err="1"/>
            <a:t>contínuo</a:t>
          </a:r>
          <a:endParaRPr lang="en-US" sz="2000" kern="1200" dirty="0"/>
        </a:p>
      </dsp:txBody>
      <dsp:txXfrm>
        <a:off x="1454649" y="3149130"/>
        <a:ext cx="3271551" cy="125943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B6EB08-1908-497E-960D-1809EB295BAD}">
      <dsp:nvSpPr>
        <dsp:cNvPr id="0" name=""/>
        <dsp:cNvSpPr/>
      </dsp:nvSpPr>
      <dsp:spPr>
        <a:xfrm>
          <a:off x="0" y="1829"/>
          <a:ext cx="4726201" cy="92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F0D5EE-2E59-4E07-AB81-0095D62EA793}">
      <dsp:nvSpPr>
        <dsp:cNvPr id="0" name=""/>
        <dsp:cNvSpPr/>
      </dsp:nvSpPr>
      <dsp:spPr>
        <a:xfrm>
          <a:off x="280557" y="210508"/>
          <a:ext cx="510104" cy="510104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l="-4000" r="-4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85652-BDCD-4960-929C-5B808C7F5606}">
      <dsp:nvSpPr>
        <dsp:cNvPr id="0" name=""/>
        <dsp:cNvSpPr/>
      </dsp:nvSpPr>
      <dsp:spPr>
        <a:xfrm>
          <a:off x="1071218" y="1829"/>
          <a:ext cx="3654982" cy="92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156" tIns="98156" rIns="98156" bIns="9815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Apache Kafka: </a:t>
          </a:r>
          <a:r>
            <a:rPr lang="en-US" sz="1700" kern="1200" dirty="0" err="1"/>
            <a:t>Mensageria</a:t>
          </a:r>
          <a:r>
            <a:rPr lang="en-US" sz="1700" kern="1200" dirty="0"/>
            <a:t> </a:t>
          </a:r>
          <a:r>
            <a:rPr lang="en-US" sz="1700" kern="1200" dirty="0" err="1"/>
            <a:t>distribuída</a:t>
          </a:r>
          <a:r>
            <a:rPr lang="en-US" sz="1700" kern="1200" dirty="0"/>
            <a:t> para </a:t>
          </a:r>
          <a:r>
            <a:rPr lang="en-US" sz="1700" kern="1200" dirty="0" err="1"/>
            <a:t>ingestão</a:t>
          </a:r>
          <a:r>
            <a:rPr lang="en-US" sz="1700" kern="1200" dirty="0"/>
            <a:t> de dados</a:t>
          </a:r>
        </a:p>
      </dsp:txBody>
      <dsp:txXfrm>
        <a:off x="1071218" y="1829"/>
        <a:ext cx="3654982" cy="927462"/>
      </dsp:txXfrm>
    </dsp:sp>
    <dsp:sp modelId="{E0BC6421-DABB-46F2-BEB3-56B04A607E19}">
      <dsp:nvSpPr>
        <dsp:cNvPr id="0" name=""/>
        <dsp:cNvSpPr/>
      </dsp:nvSpPr>
      <dsp:spPr>
        <a:xfrm>
          <a:off x="0" y="1161157"/>
          <a:ext cx="4726201" cy="92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03E2BC-D849-40CB-8335-50817A8260EE}">
      <dsp:nvSpPr>
        <dsp:cNvPr id="0" name=""/>
        <dsp:cNvSpPr/>
      </dsp:nvSpPr>
      <dsp:spPr>
        <a:xfrm>
          <a:off x="280557" y="1369836"/>
          <a:ext cx="510104" cy="510104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3000" r="-3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79B259-76FD-4C28-83DB-28D3E8C5E2B7}">
      <dsp:nvSpPr>
        <dsp:cNvPr id="0" name=""/>
        <dsp:cNvSpPr/>
      </dsp:nvSpPr>
      <dsp:spPr>
        <a:xfrm>
          <a:off x="1071218" y="1161157"/>
          <a:ext cx="3654982" cy="92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156" tIns="98156" rIns="98156" bIns="9815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Spark Streaming: </a:t>
          </a:r>
          <a:r>
            <a:rPr lang="en-US" sz="1700" kern="1200" dirty="0" err="1"/>
            <a:t>Processamento</a:t>
          </a:r>
          <a:r>
            <a:rPr lang="en-US" sz="1700" kern="1200" dirty="0"/>
            <a:t> </a:t>
          </a:r>
          <a:r>
            <a:rPr lang="en-US" sz="1700" kern="1200" dirty="0" err="1"/>
            <a:t>em</a:t>
          </a:r>
          <a:r>
            <a:rPr lang="en-US" sz="1700" kern="1200" dirty="0"/>
            <a:t> tempo real </a:t>
          </a:r>
          <a:r>
            <a:rPr lang="en-US" sz="1700" kern="1200" dirty="0" err="1"/>
            <a:t>dentro</a:t>
          </a:r>
          <a:r>
            <a:rPr lang="en-US" sz="1700" kern="1200" dirty="0"/>
            <a:t> do Apache Spark</a:t>
          </a:r>
        </a:p>
      </dsp:txBody>
      <dsp:txXfrm>
        <a:off x="1071218" y="1161157"/>
        <a:ext cx="3654982" cy="927462"/>
      </dsp:txXfrm>
    </dsp:sp>
    <dsp:sp modelId="{2158B3F9-A48E-4B01-9BDA-D01EF10C812E}">
      <dsp:nvSpPr>
        <dsp:cNvPr id="0" name=""/>
        <dsp:cNvSpPr/>
      </dsp:nvSpPr>
      <dsp:spPr>
        <a:xfrm>
          <a:off x="0" y="2320485"/>
          <a:ext cx="4726201" cy="92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F21B7-2A05-4DD7-B975-13D993F2193E}">
      <dsp:nvSpPr>
        <dsp:cNvPr id="0" name=""/>
        <dsp:cNvSpPr/>
      </dsp:nvSpPr>
      <dsp:spPr>
        <a:xfrm>
          <a:off x="280557" y="2529164"/>
          <a:ext cx="510104" cy="510104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94C501-7306-473C-9816-E802AE05785C}">
      <dsp:nvSpPr>
        <dsp:cNvPr id="0" name=""/>
        <dsp:cNvSpPr/>
      </dsp:nvSpPr>
      <dsp:spPr>
        <a:xfrm>
          <a:off x="1071218" y="2320485"/>
          <a:ext cx="3654982" cy="92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156" tIns="98156" rIns="98156" bIns="9815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Apache Flink: </a:t>
          </a:r>
          <a:r>
            <a:rPr lang="en-US" sz="1700" kern="1200" dirty="0" err="1"/>
            <a:t>Processamento</a:t>
          </a:r>
          <a:r>
            <a:rPr lang="en-US" sz="1700" kern="1200" dirty="0"/>
            <a:t> de </a:t>
          </a:r>
          <a:r>
            <a:rPr lang="en-US" sz="1700" kern="1200" dirty="0" err="1"/>
            <a:t>eventos</a:t>
          </a:r>
          <a:r>
            <a:rPr lang="en-US" sz="1700" kern="1200" dirty="0"/>
            <a:t> de </a:t>
          </a:r>
          <a:r>
            <a:rPr lang="en-US" sz="1700" kern="1200" dirty="0" err="1"/>
            <a:t>baixa</a:t>
          </a:r>
          <a:r>
            <a:rPr lang="en-US" sz="1700" kern="1200" dirty="0"/>
            <a:t> </a:t>
          </a:r>
          <a:r>
            <a:rPr lang="en-US" sz="1700" kern="1200" dirty="0" err="1"/>
            <a:t>latência</a:t>
          </a:r>
          <a:endParaRPr lang="en-US" sz="1700" kern="1200" dirty="0"/>
        </a:p>
      </dsp:txBody>
      <dsp:txXfrm>
        <a:off x="1071218" y="2320485"/>
        <a:ext cx="3654982" cy="927462"/>
      </dsp:txXfrm>
    </dsp:sp>
    <dsp:sp modelId="{6CC229BF-AE8E-4C71-81CE-A815CC6AE95A}">
      <dsp:nvSpPr>
        <dsp:cNvPr id="0" name=""/>
        <dsp:cNvSpPr/>
      </dsp:nvSpPr>
      <dsp:spPr>
        <a:xfrm>
          <a:off x="0" y="3479813"/>
          <a:ext cx="4726201" cy="92746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5684C-9ECA-4BD2-9804-0C62A921FF89}">
      <dsp:nvSpPr>
        <dsp:cNvPr id="0" name=""/>
        <dsp:cNvSpPr/>
      </dsp:nvSpPr>
      <dsp:spPr>
        <a:xfrm>
          <a:off x="280557" y="3688492"/>
          <a:ext cx="510104" cy="510104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902233-27CD-4C4E-B1D9-96A8A7DF0C02}">
      <dsp:nvSpPr>
        <dsp:cNvPr id="0" name=""/>
        <dsp:cNvSpPr/>
      </dsp:nvSpPr>
      <dsp:spPr>
        <a:xfrm>
          <a:off x="1071218" y="3479813"/>
          <a:ext cx="3654982" cy="9274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156" tIns="98156" rIns="98156" bIns="9815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Google Dataflow: </a:t>
          </a:r>
          <a:r>
            <a:rPr lang="en-US" sz="1700" kern="1200" dirty="0" err="1"/>
            <a:t>Solução</a:t>
          </a:r>
          <a:r>
            <a:rPr lang="en-US" sz="1700" kern="1200" dirty="0"/>
            <a:t> de Streaming </a:t>
          </a:r>
          <a:r>
            <a:rPr lang="en-US" sz="1700" kern="1200" dirty="0" err="1"/>
            <a:t>na</a:t>
          </a:r>
          <a:r>
            <a:rPr lang="en-US" sz="1700" kern="1200" dirty="0"/>
            <a:t> </a:t>
          </a:r>
          <a:r>
            <a:rPr lang="en-US" sz="1700" kern="1200" dirty="0" err="1"/>
            <a:t>nuvem</a:t>
          </a:r>
          <a:endParaRPr lang="en-US" sz="1700" kern="1200" dirty="0"/>
        </a:p>
      </dsp:txBody>
      <dsp:txXfrm>
        <a:off x="1071218" y="3479813"/>
        <a:ext cx="3654982" cy="92746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AFFEA-A48B-4434-92DC-00281A6A37E0}">
      <dsp:nvSpPr>
        <dsp:cNvPr id="0" name=""/>
        <dsp:cNvSpPr/>
      </dsp:nvSpPr>
      <dsp:spPr>
        <a:xfrm>
          <a:off x="376435" y="492301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FD68EF-90B7-46A0-92B4-FE0196724CA6}">
      <dsp:nvSpPr>
        <dsp:cNvPr id="0" name=""/>
        <dsp:cNvSpPr/>
      </dsp:nvSpPr>
      <dsp:spPr>
        <a:xfrm>
          <a:off x="61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39E9ED-1B2B-46A3-81F1-9BDB318B8A54}">
      <dsp:nvSpPr>
        <dsp:cNvPr id="0" name=""/>
        <dsp:cNvSpPr/>
      </dsp:nvSpPr>
      <dsp:spPr>
        <a:xfrm>
          <a:off x="2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 err="1"/>
            <a:t>Monitoramento</a:t>
          </a:r>
          <a:r>
            <a:rPr lang="en-US" sz="1600" kern="1200" dirty="0"/>
            <a:t> de redes </a:t>
          </a:r>
          <a:r>
            <a:rPr lang="en-US" sz="1600" kern="1200" dirty="0" err="1"/>
            <a:t>sociais</a:t>
          </a:r>
          <a:endParaRPr lang="en-US" sz="1600" kern="1200" dirty="0"/>
        </a:p>
      </dsp:txBody>
      <dsp:txXfrm>
        <a:off x="25435" y="1932302"/>
        <a:ext cx="1800000" cy="720000"/>
      </dsp:txXfrm>
    </dsp:sp>
    <dsp:sp modelId="{A51952D3-50F0-4F9A-AF10-E60EFADF3AC0}">
      <dsp:nvSpPr>
        <dsp:cNvPr id="0" name=""/>
        <dsp:cNvSpPr/>
      </dsp:nvSpPr>
      <dsp:spPr>
        <a:xfrm>
          <a:off x="2491435" y="492301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13B474-8D50-4648-AF78-5D8C8A68B8A1}">
      <dsp:nvSpPr>
        <dsp:cNvPr id="0" name=""/>
        <dsp:cNvSpPr/>
      </dsp:nvSpPr>
      <dsp:spPr>
        <a:xfrm>
          <a:off x="272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665FB-BC39-4B76-94F8-ED7F84B3B05C}">
      <dsp:nvSpPr>
        <dsp:cNvPr id="0" name=""/>
        <dsp:cNvSpPr/>
      </dsp:nvSpPr>
      <dsp:spPr>
        <a:xfrm>
          <a:off x="214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 err="1"/>
            <a:t>Análise</a:t>
          </a:r>
          <a:r>
            <a:rPr lang="en-US" sz="1600" kern="1200" dirty="0"/>
            <a:t> de </a:t>
          </a:r>
          <a:r>
            <a:rPr lang="en-US" sz="1600" kern="1200" dirty="0" err="1"/>
            <a:t>fraudes</a:t>
          </a:r>
          <a:r>
            <a:rPr lang="en-US" sz="1600" kern="1200" dirty="0"/>
            <a:t> </a:t>
          </a:r>
          <a:r>
            <a:rPr lang="en-US" sz="1600" kern="1200" dirty="0" err="1"/>
            <a:t>bancárias</a:t>
          </a:r>
          <a:endParaRPr lang="en-US" sz="1600" kern="1200" dirty="0"/>
        </a:p>
      </dsp:txBody>
      <dsp:txXfrm>
        <a:off x="2140435" y="1932302"/>
        <a:ext cx="1800000" cy="720000"/>
      </dsp:txXfrm>
    </dsp:sp>
    <dsp:sp modelId="{E0A70D58-7403-4FBB-93D7-2EB8BB0D8991}">
      <dsp:nvSpPr>
        <dsp:cNvPr id="0" name=""/>
        <dsp:cNvSpPr/>
      </dsp:nvSpPr>
      <dsp:spPr>
        <a:xfrm>
          <a:off x="4606435" y="492301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0B67E-2FD5-4F0B-95DE-ADB35728F906}">
      <dsp:nvSpPr>
        <dsp:cNvPr id="0" name=""/>
        <dsp:cNvSpPr/>
      </dsp:nvSpPr>
      <dsp:spPr>
        <a:xfrm>
          <a:off x="484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A9EB9A-7EF9-42E9-B05C-747513AC7BB6}">
      <dsp:nvSpPr>
        <dsp:cNvPr id="0" name=""/>
        <dsp:cNvSpPr/>
      </dsp:nvSpPr>
      <dsp:spPr>
        <a:xfrm>
          <a:off x="425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 err="1"/>
            <a:t>Sensores</a:t>
          </a:r>
          <a:r>
            <a:rPr lang="en-US" sz="1600" kern="1200" dirty="0"/>
            <a:t> IoT e </a:t>
          </a:r>
          <a:r>
            <a:rPr lang="en-US" sz="1600" kern="1200" dirty="0" err="1"/>
            <a:t>análise</a:t>
          </a:r>
          <a:r>
            <a:rPr lang="en-US" sz="1600" kern="1200" dirty="0"/>
            <a:t> </a:t>
          </a:r>
          <a:r>
            <a:rPr lang="en-US" sz="1600" kern="1200" dirty="0" err="1"/>
            <a:t>em</a:t>
          </a:r>
          <a:r>
            <a:rPr lang="en-US" sz="1600" kern="1200" dirty="0"/>
            <a:t> tempo real</a:t>
          </a:r>
        </a:p>
      </dsp:txBody>
      <dsp:txXfrm>
        <a:off x="4255435" y="1932302"/>
        <a:ext cx="1800000" cy="720000"/>
      </dsp:txXfrm>
    </dsp:sp>
    <dsp:sp modelId="{A4984F26-C108-4602-A2BD-E3CB53370B91}">
      <dsp:nvSpPr>
        <dsp:cNvPr id="0" name=""/>
        <dsp:cNvSpPr/>
      </dsp:nvSpPr>
      <dsp:spPr>
        <a:xfrm>
          <a:off x="6721435" y="492301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815DDF-E070-4B36-9BE2-43845EB5F643}">
      <dsp:nvSpPr>
        <dsp:cNvPr id="0" name=""/>
        <dsp:cNvSpPr/>
      </dsp:nvSpPr>
      <dsp:spPr>
        <a:xfrm>
          <a:off x="695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E13E0C-ED7C-4CD6-B0F7-9B25649E67B0}">
      <dsp:nvSpPr>
        <dsp:cNvPr id="0" name=""/>
        <dsp:cNvSpPr/>
      </dsp:nvSpPr>
      <dsp:spPr>
        <a:xfrm>
          <a:off x="637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Streaming de </a:t>
          </a:r>
          <a:r>
            <a:rPr lang="en-US" sz="1600" kern="1200" dirty="0" err="1"/>
            <a:t>vídeos</a:t>
          </a:r>
          <a:r>
            <a:rPr lang="en-US" sz="1600" kern="1200" dirty="0"/>
            <a:t> e </a:t>
          </a:r>
          <a:r>
            <a:rPr lang="en-US" sz="1600" kern="1200" dirty="0" err="1"/>
            <a:t>recomendações</a:t>
          </a:r>
          <a:endParaRPr lang="en-US" sz="1600" kern="1200" dirty="0"/>
        </a:p>
      </dsp:txBody>
      <dsp:txXfrm>
        <a:off x="6370435" y="1932302"/>
        <a:ext cx="1800000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26BAE-4A13-431A-AB96-628CCE1E4D49}">
      <dsp:nvSpPr>
        <dsp:cNvPr id="0" name=""/>
        <dsp:cNvSpPr/>
      </dsp:nvSpPr>
      <dsp:spPr>
        <a:xfrm>
          <a:off x="73847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636CE0-278E-413C-B7C6-5FAF8E286E1E}">
      <dsp:nvSpPr>
        <dsp:cNvPr id="0" name=""/>
        <dsp:cNvSpPr/>
      </dsp:nvSpPr>
      <dsp:spPr>
        <a:xfrm>
          <a:off x="78583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Explicação</a:t>
          </a:r>
          <a:r>
            <a:rPr lang="en-US" sz="1700" kern="1200" dirty="0"/>
            <a:t> </a:t>
          </a:r>
          <a:r>
            <a:rPr lang="en-US" sz="1700" kern="1200" dirty="0" err="1"/>
            <a:t>sobre</a:t>
          </a:r>
          <a:r>
            <a:rPr lang="en-US" sz="1700" kern="1200" dirty="0"/>
            <a:t> partes </a:t>
          </a:r>
          <a:r>
            <a:rPr lang="en-US" sz="1700" kern="1200" dirty="0" err="1"/>
            <a:t>interessadas</a:t>
          </a:r>
          <a:r>
            <a:rPr lang="en-US" sz="1700" kern="1200" dirty="0"/>
            <a:t> e base de dados</a:t>
          </a:r>
        </a:p>
      </dsp:txBody>
      <dsp:txXfrm>
        <a:off x="78583" y="1911041"/>
        <a:ext cx="2399612" cy="720000"/>
      </dsp:txXfrm>
    </dsp:sp>
    <dsp:sp modelId="{3994A6BD-DC7E-4CB9-81FC-D4481B4E7760}">
      <dsp:nvSpPr>
        <dsp:cNvPr id="0" name=""/>
        <dsp:cNvSpPr/>
      </dsp:nvSpPr>
      <dsp:spPr>
        <a:xfrm>
          <a:off x="3558022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EB4BB-D6D5-4E74-827D-47F9CD627D76}">
      <dsp:nvSpPr>
        <dsp:cNvPr id="0" name=""/>
        <dsp:cNvSpPr/>
      </dsp:nvSpPr>
      <dsp:spPr>
        <a:xfrm>
          <a:off x="2898129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Estrutura</a:t>
          </a:r>
          <a:r>
            <a:rPr lang="en-US" sz="1700" kern="1200" dirty="0"/>
            <a:t> da </a:t>
          </a:r>
          <a:r>
            <a:rPr lang="en-US" sz="1700" kern="1200" dirty="0" err="1"/>
            <a:t>pesquisa</a:t>
          </a:r>
          <a:r>
            <a:rPr lang="en-US" sz="1700" kern="1200" dirty="0"/>
            <a:t> e </a:t>
          </a:r>
          <a:r>
            <a:rPr lang="en-US" sz="1700" kern="1200" dirty="0" err="1"/>
            <a:t>justificativa</a:t>
          </a:r>
          <a:r>
            <a:rPr lang="en-US" sz="1700" kern="1200" dirty="0"/>
            <a:t> para a </a:t>
          </a:r>
          <a:r>
            <a:rPr lang="en-US" sz="1700" kern="1200" dirty="0" err="1"/>
            <a:t>escolha</a:t>
          </a:r>
          <a:r>
            <a:rPr lang="en-US" sz="1700" kern="1200" dirty="0"/>
            <a:t> da </a:t>
          </a:r>
          <a:r>
            <a:rPr lang="en-US" sz="1700" kern="1200" dirty="0" err="1"/>
            <a:t>tecnologia</a:t>
          </a:r>
          <a:endParaRPr lang="en-US" sz="1700" kern="1200" dirty="0"/>
        </a:p>
      </dsp:txBody>
      <dsp:txXfrm>
        <a:off x="2898129" y="1911041"/>
        <a:ext cx="2399612" cy="720000"/>
      </dsp:txXfrm>
    </dsp:sp>
    <dsp:sp modelId="{F70981AA-14B1-43E4-9134-14113A31B561}">
      <dsp:nvSpPr>
        <dsp:cNvPr id="0" name=""/>
        <dsp:cNvSpPr/>
      </dsp:nvSpPr>
      <dsp:spPr>
        <a:xfrm>
          <a:off x="6377567" y="5135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9BF94-1324-4C28-AB8A-E6E5E7EE4C56}">
      <dsp:nvSpPr>
        <dsp:cNvPr id="0" name=""/>
        <dsp:cNvSpPr/>
      </dsp:nvSpPr>
      <dsp:spPr>
        <a:xfrm>
          <a:off x="5717674" y="1911041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Momento</a:t>
          </a:r>
          <a:r>
            <a:rPr lang="en-US" sz="1700" kern="1200" dirty="0"/>
            <a:t> para </a:t>
          </a:r>
          <a:r>
            <a:rPr lang="en-US" sz="1700" kern="1200" dirty="0" err="1"/>
            <a:t>esclarecimento</a:t>
          </a:r>
          <a:r>
            <a:rPr lang="en-US" sz="1700" kern="1200" dirty="0"/>
            <a:t> de </a:t>
          </a:r>
          <a:r>
            <a:rPr lang="en-US" sz="1700" kern="1200" dirty="0" err="1"/>
            <a:t>dúvidas</a:t>
          </a:r>
          <a:endParaRPr lang="en-US" sz="1700" kern="1200" dirty="0"/>
        </a:p>
      </dsp:txBody>
      <dsp:txXfrm>
        <a:off x="5717674" y="1911041"/>
        <a:ext cx="2399612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ED952-DFDE-4941-91E3-FC4749181F7C}">
      <dsp:nvSpPr>
        <dsp:cNvPr id="0" name=""/>
        <dsp:cNvSpPr/>
      </dsp:nvSpPr>
      <dsp:spPr>
        <a:xfrm>
          <a:off x="738477" y="460417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34AF6-9B6A-4241-9D8D-D29B93C5781B}">
      <dsp:nvSpPr>
        <dsp:cNvPr id="0" name=""/>
        <dsp:cNvSpPr/>
      </dsp:nvSpPr>
      <dsp:spPr>
        <a:xfrm>
          <a:off x="78583" y="1874186"/>
          <a:ext cx="2399612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Discussão</a:t>
          </a:r>
          <a:r>
            <a:rPr lang="en-US" sz="1100" kern="1200" dirty="0"/>
            <a:t> </a:t>
          </a:r>
          <a:r>
            <a:rPr lang="en-US" sz="1100" kern="1200" dirty="0" err="1"/>
            <a:t>sobre</a:t>
          </a:r>
          <a:r>
            <a:rPr lang="en-US" sz="1100" kern="1200" dirty="0"/>
            <a:t> as </a:t>
          </a:r>
          <a:r>
            <a:rPr lang="en-US" sz="1100" kern="1200" dirty="0" err="1"/>
            <a:t>soluções</a:t>
          </a:r>
          <a:r>
            <a:rPr lang="en-US" sz="1100" kern="1200" dirty="0"/>
            <a:t> </a:t>
          </a:r>
          <a:r>
            <a:rPr lang="en-US" sz="1100" kern="1200" dirty="0" err="1"/>
            <a:t>propostas</a:t>
          </a:r>
          <a:endParaRPr lang="en-US" sz="1100" kern="1200" dirty="0"/>
        </a:p>
      </dsp:txBody>
      <dsp:txXfrm>
        <a:off x="78583" y="1874186"/>
        <a:ext cx="2399612" cy="810000"/>
      </dsp:txXfrm>
    </dsp:sp>
    <dsp:sp modelId="{36018CEC-D34A-4410-9BB4-F34858DA087C}">
      <dsp:nvSpPr>
        <dsp:cNvPr id="0" name=""/>
        <dsp:cNvSpPr/>
      </dsp:nvSpPr>
      <dsp:spPr>
        <a:xfrm>
          <a:off x="3558022" y="460417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548E6-0303-412E-882B-E4185F50A9B8}">
      <dsp:nvSpPr>
        <dsp:cNvPr id="0" name=""/>
        <dsp:cNvSpPr/>
      </dsp:nvSpPr>
      <dsp:spPr>
        <a:xfrm>
          <a:off x="2898129" y="1874186"/>
          <a:ext cx="2399612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Reflexão</a:t>
          </a:r>
          <a:r>
            <a:rPr lang="en-US" sz="1100" kern="1200" dirty="0"/>
            <a:t> </a:t>
          </a:r>
          <a:r>
            <a:rPr lang="en-US" sz="1100" kern="1200" dirty="0" err="1"/>
            <a:t>sobre</a:t>
          </a:r>
          <a:r>
            <a:rPr lang="en-US" sz="1100" kern="1200" dirty="0"/>
            <a:t> </a:t>
          </a:r>
          <a:r>
            <a:rPr lang="en-US" sz="1100" kern="1200" dirty="0" err="1"/>
            <a:t>como</a:t>
          </a:r>
          <a:r>
            <a:rPr lang="en-US" sz="1100" kern="1200" dirty="0"/>
            <a:t> Streaming de Dados </a:t>
          </a:r>
          <a:r>
            <a:rPr lang="en-US" sz="1100" kern="1200" dirty="0" err="1"/>
            <a:t>pode</a:t>
          </a:r>
          <a:r>
            <a:rPr lang="en-US" sz="1100" kern="1200" dirty="0"/>
            <a:t> ser </a:t>
          </a:r>
          <a:r>
            <a:rPr lang="en-US" sz="1100" kern="1200" dirty="0" err="1"/>
            <a:t>aplicado</a:t>
          </a:r>
          <a:r>
            <a:rPr lang="en-US" sz="1100" kern="1200" dirty="0"/>
            <a:t> no </a:t>
          </a:r>
          <a:r>
            <a:rPr lang="en-US" sz="1100" kern="1200" dirty="0" err="1"/>
            <a:t>projeto</a:t>
          </a:r>
          <a:r>
            <a:rPr lang="en-US" sz="1100" kern="1200" dirty="0"/>
            <a:t> final</a:t>
          </a:r>
        </a:p>
      </dsp:txBody>
      <dsp:txXfrm>
        <a:off x="2898129" y="1874186"/>
        <a:ext cx="2399612" cy="810000"/>
      </dsp:txXfrm>
    </dsp:sp>
    <dsp:sp modelId="{809C5AA7-1FF4-4CD0-B2C9-6064EAFF7E30}">
      <dsp:nvSpPr>
        <dsp:cNvPr id="0" name=""/>
        <dsp:cNvSpPr/>
      </dsp:nvSpPr>
      <dsp:spPr>
        <a:xfrm>
          <a:off x="6377567" y="460417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C377F-2C19-4FB9-838E-1614F95B607C}">
      <dsp:nvSpPr>
        <dsp:cNvPr id="0" name=""/>
        <dsp:cNvSpPr/>
      </dsp:nvSpPr>
      <dsp:spPr>
        <a:xfrm>
          <a:off x="5717674" y="1874186"/>
          <a:ext cx="2399612" cy="81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Próximos</a:t>
          </a:r>
          <a:r>
            <a:rPr lang="en-US" sz="1100" kern="1200" dirty="0"/>
            <a:t> </a:t>
          </a:r>
          <a:r>
            <a:rPr lang="en-US" sz="1100" kern="1200" dirty="0" err="1"/>
            <a:t>passos</a:t>
          </a:r>
          <a:r>
            <a:rPr lang="en-US" sz="1100" kern="1200" dirty="0"/>
            <a:t>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Aprendizado de Máquina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em Big Data e Ética e Privacidade em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Big Data</a:t>
          </a:r>
          <a:endParaRPr lang="en-US" sz="1100" kern="1200" dirty="0"/>
        </a:p>
      </dsp:txBody>
      <dsp:txXfrm>
        <a:off x="5717674" y="1874186"/>
        <a:ext cx="2399612" cy="81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kafka.apache.org/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.apache.org/docs/latest/streaming-programming-guide.html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hyperlink" Target="https://flink.apache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hyperlink" Target="https://cloud.google.com/dataflow/docs?hl=pt-br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Revisar os conteúdos abordados até o momento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Compreender o conceito de Streaming de Dados e suas aplicações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Explorar tecnologias como Apache Kafka e Spark Streaming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Analisar casos de uso e arquiteturas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pt-BR" sz="1500" dirty="0">
                <a:solidFill>
                  <a:srgbClr val="000000"/>
                </a:solidFill>
                <a:latin typeface="Calibri" panose="020F0502020204030204" pitchFamily="34" charset="0"/>
              </a:rPr>
              <a:t>Desenvolver pensamento crítico sobre fluxo de dados</a:t>
            </a: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0E2D-3287-C16B-E1CB-E4E54457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20AAD-40FA-D7F8-820F-DB2F37950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3BAB6D-2138-C22C-A6B7-F325CDD0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F72596-1C5C-72E4-23AC-CB521A509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20AFA1E8-0C06-C3A0-AFAF-B336623129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6557124"/>
              </p:ext>
            </p:extLst>
          </p:nvPr>
        </p:nvGraphicFramePr>
        <p:xfrm>
          <a:off x="3927501" y="919149"/>
          <a:ext cx="4718785" cy="4148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58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7C64104-541E-455D-AD44-806C4F104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27C64104-541E-455D-AD44-806C4F104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27C64104-541E-455D-AD44-806C4F104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E8C7DD-7430-4F64-AEE7-1DE8433C1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E3E8C7DD-7430-4F64-AEE7-1DE8433C1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E3E8C7DD-7430-4F64-AEE7-1DE8433C1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65A6944-BC4E-4379-AD86-4F4FE22A4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E65A6944-BC4E-4379-AD86-4F4FE22A4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E65A6944-BC4E-4379-AD86-4F4FE22A4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3B97511-3D7A-4E27-B1E3-41EE1084D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graphicEl>
                                              <a:dgm id="{63B97511-3D7A-4E27-B1E3-41EE1084D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graphicEl>
                                              <a:dgm id="{63B97511-3D7A-4E27-B1E3-41EE1084D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9A61803B-09E2-47AB-AF4E-B4478F09B9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9A61803B-09E2-47AB-AF4E-B4478F09B9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9A61803B-09E2-47AB-AF4E-B4478F09B9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A9697A0-DAE6-42EE-B0CB-D71D6FB6B7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8A9697A0-DAE6-42EE-B0CB-D71D6FB6B7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8A9697A0-DAE6-42EE-B0CB-D71D6FB6B7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715F7DC-E705-499E-91D0-B441883DD8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dgm id="{D715F7DC-E705-499E-91D0-B441883DD8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dgm id="{D715F7DC-E705-499E-91D0-B441883DD8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14993A4-2648-4C9D-A90F-46A61750B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graphicEl>
                                              <a:dgm id="{C14993A4-2648-4C9D-A90F-46A61750B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graphicEl>
                                              <a:dgm id="{C14993A4-2648-4C9D-A90F-46A61750B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99CC8F-7AE6-4A4D-983E-244BB9002A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graphicEl>
                                              <a:dgm id="{BC99CC8F-7AE6-4A4D-983E-244BB9002A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graphicEl>
                                              <a:dgm id="{BC99CC8F-7AE6-4A4D-983E-244BB9002A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1134147-F506-4D7E-9086-F088D25B7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graphicEl>
                                              <a:dgm id="{41134147-F506-4D7E-9086-F088D25B7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graphicEl>
                                              <a:dgm id="{41134147-F506-4D7E-9086-F088D25B7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A83714D-9087-48AB-9DA2-E1215CF19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graphicEl>
                                              <a:dgm id="{3A83714D-9087-48AB-9DA2-E1215CF19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graphicEl>
                                              <a:dgm id="{3A83714D-9087-48AB-9DA2-E1215CF19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CB26CCC-BF9D-4EDC-B45B-0D7EBE6FA8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graphicEl>
                                              <a:dgm id="{4CB26CCC-BF9D-4EDC-B45B-0D7EBE6FA8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graphicEl>
                                              <a:dgm id="{4CB26CCC-BF9D-4EDC-B45B-0D7EBE6FA8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68365E4-240B-477D-B4FA-A61EC88E2C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graphicEl>
                                              <a:dgm id="{068365E4-240B-477D-B4FA-A61EC88E2C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graphicEl>
                                              <a:dgm id="{068365E4-240B-477D-B4FA-A61EC88E2C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D9ACF4A-AC48-4C7E-B45C-8747040D74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>
                                            <p:graphicEl>
                                              <a:dgm id="{4D9ACF4A-AC48-4C7E-B45C-8747040D74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>
                                            <p:graphicEl>
                                              <a:dgm id="{4D9ACF4A-AC48-4C7E-B45C-8747040D74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FC1853E-5FC3-4F50-B97B-D7FF576B0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>
                                            <p:graphicEl>
                                              <a:dgm id="{DFC1853E-5FC3-4F50-B97B-D7FF576B0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>
                                            <p:graphicEl>
                                              <a:dgm id="{DFC1853E-5FC3-4F50-B97B-D7FF576B0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D13C9BB-75FE-454F-B730-036A8480D1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>
                                            <p:graphicEl>
                                              <a:dgm id="{FD13C9BB-75FE-454F-B730-036A8480D1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>
                                            <p:graphicEl>
                                              <a:dgm id="{FD13C9BB-75FE-454F-B730-036A8480D1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 fontScale="90000"/>
          </a:bodyPr>
          <a:lstStyle/>
          <a:p>
            <a:pPr algn="r"/>
            <a:r>
              <a:rPr lang="pt-BR" sz="5600" dirty="0"/>
              <a:t>Revisão: O que Vimos até o momento?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405E97C-BAA0-D6D2-E575-0D688D3EB2A1}"/>
              </a:ext>
            </a:extLst>
          </p:cNvPr>
          <p:cNvSpPr txBox="1">
            <a:spLocks/>
          </p:cNvSpPr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2700" dirty="0">
              <a:solidFill>
                <a:schemeClr val="tx2"/>
              </a:solidFill>
            </a:endParaRPr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18ACB36A-1D6D-9C77-41FD-2D1E463AC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9126419"/>
              </p:ext>
            </p:extLst>
          </p:nvPr>
        </p:nvGraphicFramePr>
        <p:xfrm>
          <a:off x="3904342" y="849084"/>
          <a:ext cx="4880111" cy="4288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Aula 1 - Introdução à Disciplina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F39018-2E3E-EAAC-5818-6426897DD9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1428188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5D5FAA2-AA9A-4881-8A8A-B309D371C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85D5FAA2-AA9A-4881-8A8A-B309D371C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85D5FAA2-AA9A-4881-8A8A-B309D371C8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A30F93-DD0D-4E8C-B6D7-C266EDA4F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D5A30F93-DD0D-4E8C-B6D7-C266EDA4F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D5A30F93-DD0D-4E8C-B6D7-C266EDA4F7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8D112D3-C889-479C-8994-E03113AAE8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78D112D3-C889-479C-8994-E03113AAE8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78D112D3-C889-479C-8994-E03113AAE89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9EADBD4-842E-479B-BF53-5D5F7082C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F9EADBD4-842E-479B-BF53-5D5F7082C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F9EADBD4-842E-479B-BF53-5D5F7082C7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5CF26FE-85E5-445E-9F7A-3CD2620E24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A5CF26FE-85E5-445E-9F7A-3CD2620E24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A5CF26FE-85E5-445E-9F7A-3CD2620E24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6D0F42-9EC1-4A9B-9E81-4C27374B72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CC6D0F42-9EC1-4A9B-9E81-4C27374B72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CC6D0F42-9EC1-4A9B-9E81-4C27374B72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Aula 2 - Conceitos Fundamentais do Big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E4A6E3-3450-3630-DA48-965551E6D2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05570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750C666-A98B-48F1-8EF0-4BD9C58FBA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7750C666-A98B-48F1-8EF0-4BD9C58FBA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7750C666-A98B-48F1-8EF0-4BD9C58FBA8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5FAEE1-7A5C-4172-9EE7-C5EAB85A4C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245FAEE1-7A5C-4172-9EE7-C5EAB85A4C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245FAEE1-7A5C-4172-9EE7-C5EAB85A4C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228FFB6-E281-451C-BB74-393CA59D5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5228FFB6-E281-451C-BB74-393CA59D5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5228FFB6-E281-451C-BB74-393CA59D51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364EEC5-D1B3-491A-9DE5-DAC10C006F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9364EEC5-D1B3-491A-9DE5-DAC10C006F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9364EEC5-D1B3-491A-9DE5-DAC10C006F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89DC6EA-1700-455E-B05C-7895FFDCBB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889DC6EA-1700-455E-B05C-7895FFDCBB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889DC6EA-1700-455E-B05C-7895FFDCBB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6E205D4-02FF-4FE5-9F24-D82D24A04D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graphicEl>
                                              <a:dgm id="{96E205D4-02FF-4FE5-9F24-D82D24A04D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96E205D4-02FF-4FE5-9F24-D82D24A04D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Aula 3 - Tecnologias para Big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261D2B-92F2-1865-9158-602DB92BE1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564395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265E6E3-87BB-4EB4-B78D-E3E52573B2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4265E6E3-87BB-4EB4-B78D-E3E52573B2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4265E6E3-87BB-4EB4-B78D-E3E52573B2F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9071F07-3117-4EC1-8D5A-FFEC20E690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D9071F07-3117-4EC1-8D5A-FFEC20E690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D9071F07-3117-4EC1-8D5A-FFEC20E690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B0A8A6F-ACB2-453C-8F98-8C5206C941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AB0A8A6F-ACB2-453C-8F98-8C5206C941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AB0A8A6F-ACB2-453C-8F98-8C5206C941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3A6BF50-18A8-45C6-9558-0CFF7E02C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13A6BF50-18A8-45C6-9558-0CFF7E02C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13A6BF50-18A8-45C6-9558-0CFF7E02C4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956CA4D-8A73-4D81-B656-296A2BB25D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6956CA4D-8A73-4D81-B656-296A2BB25D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6956CA4D-8A73-4D81-B656-296A2BB25D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5DA2CAA-05AE-4444-8C3A-3DC38DEC4A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graphicEl>
                                              <a:dgm id="{D5DA2CAA-05AE-4444-8C3A-3DC38DEC4A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D5DA2CAA-05AE-4444-8C3A-3DC38DEC4A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Aula 4 - Infraestrutura para Big Data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CF0106-980E-FFBB-A3AF-F741711C73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386087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FFBE4EF-12EB-40BF-AC80-2A19C4F078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EFFBE4EF-12EB-40BF-AC80-2A19C4F078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EFFBE4EF-12EB-40BF-AC80-2A19C4F078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6CF4C9B-60E5-42E7-BCBE-A21D7E9568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86CF4C9B-60E5-42E7-BCBE-A21D7E9568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86CF4C9B-60E5-42E7-BCBE-A21D7E9568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A61AAD-0F85-4401-827E-4B4EB26EC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24A61AAD-0F85-4401-827E-4B4EB26EC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24A61AAD-0F85-4401-827E-4B4EB26EC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6671F41-1B37-47DD-870B-CF078236B5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76671F41-1B37-47DD-870B-CF078236B5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76671F41-1B37-47DD-870B-CF078236B5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13A17EA-B5B0-44EA-89AA-F7B48CD05C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313A17EA-B5B0-44EA-89AA-F7B48CD05C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313A17EA-B5B0-44EA-89AA-F7B48CD05C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48BBB3C-D60A-4AFE-9DFC-A5B13DF38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548BBB3C-D60A-4AFE-9DFC-A5B13DF38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548BBB3C-D60A-4AFE-9DFC-A5B13DF38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Aula 5 - Processamento de Dados em Escala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4B3AE7-9723-86C8-9818-04146F156E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03666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1247C88-2D37-4B41-B64B-5F6CD3BB6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61247C88-2D37-4B41-B64B-5F6CD3BB6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61247C88-2D37-4B41-B64B-5F6CD3BB67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404CF17-4B46-4BC6-8202-DBDA6FAF2B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9404CF17-4B46-4BC6-8202-DBDA6FAF2B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9404CF17-4B46-4BC6-8202-DBDA6FAF2B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FBEF2EF-D010-4526-8CBB-51AF69FF5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9FBEF2EF-D010-4526-8CBB-51AF69FF5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9FBEF2EF-D010-4526-8CBB-51AF69FF50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309D042-8CB6-4D05-B89E-2C7FD253A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graphicEl>
                                              <a:dgm id="{6309D042-8CB6-4D05-B89E-2C7FD253A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graphicEl>
                                              <a:dgm id="{6309D042-8CB6-4D05-B89E-2C7FD253A4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60776D9-A012-4647-A7F9-B21E6EB7EC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A60776D9-A012-4647-A7F9-B21E6EB7EC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A60776D9-A012-4647-A7F9-B21E6EB7EC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6ECD82A-7BB8-4CD7-B07F-5D183485FC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graphicEl>
                                              <a:dgm id="{96ECD82A-7BB8-4CD7-B07F-5D183485FC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graphicEl>
                                              <a:dgm id="{96ECD82A-7BB8-4CD7-B07F-5D183485FC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B7CFEA-71C0-4BC0-9F26-25F123F2E2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B2B7CFEA-71C0-4BC0-9F26-25F123F2E2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B2B7CFEA-71C0-4BC0-9F26-25F123F2E2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3858CAA-9860-48F2-B7E6-33C4CACB78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93858CAA-9860-48F2-B7E6-33C4CACB78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93858CAA-9860-48F2-B7E6-33C4CACB78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5B27867-6CA7-4169-82AC-A08AE7E99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15B27867-6CA7-4169-82AC-A08AE7E99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15B27867-6CA7-4169-82AC-A08AE7E99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7A02DC-5A98-4795-AC1D-648604A22B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graphicEl>
                                              <a:dgm id="{607A02DC-5A98-4795-AC1D-648604A22B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graphicEl>
                                              <a:dgm id="{607A02DC-5A98-4795-AC1D-648604A22B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3349AB-E866-48AE-9017-1CC664010D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>
                                            <p:graphicEl>
                                              <a:dgm id="{CD3349AB-E866-48AE-9017-1CC664010D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>
                                            <p:graphicEl>
                                              <a:dgm id="{CD3349AB-E866-48AE-9017-1CC664010D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AD9561-8455-4208-952B-0076C087BD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>
                                            <p:graphicEl>
                                              <a:dgm id="{EBAD9561-8455-4208-952B-0076C087BD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>
                                            <p:graphicEl>
                                              <a:dgm id="{EBAD9561-8455-4208-952B-0076C087BD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262817"/>
            <a:ext cx="2336449" cy="1797269"/>
          </a:xfrm>
        </p:spPr>
        <p:txBody>
          <a:bodyPr anchor="b">
            <a:normAutofit/>
          </a:bodyPr>
          <a:lstStyle/>
          <a:p>
            <a:pPr algn="r"/>
            <a:r>
              <a:rPr lang="pt-BR" sz="3000">
                <a:solidFill>
                  <a:srgbClr val="FFFFFF"/>
                </a:solidFill>
              </a:rPr>
              <a:t>Apresentação dos Trabalhos Individuais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0B3BFA52-6EBC-C96F-6254-C8AB796210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451047"/>
              </p:ext>
            </p:extLst>
          </p:nvPr>
        </p:nvGraphicFramePr>
        <p:xfrm>
          <a:off x="3678789" y="562830"/>
          <a:ext cx="5000124" cy="409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AF790F43-AAAE-4970-87B9-216400C55E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graphicEl>
                                              <a:dgm id="{AF790F43-AAAE-4970-87B9-216400C55E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5981884C-64BB-460B-8BA1-8D824EB2AC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">
                                            <p:graphicEl>
                                              <a:dgm id="{5981884C-64BB-460B-8BA1-8D824EB2AC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6AD964B1-F631-43B1-A681-0CA5BD695E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>
                                            <p:graphicEl>
                                              <a:dgm id="{6AD964B1-F631-43B1-A681-0CA5BD695E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1AF20B4F-3DB7-4B2C-805F-15062417B7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>
                                            <p:graphicEl>
                                              <a:dgm id="{1AF20B4F-3DB7-4B2C-805F-15062417B7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3A9105CB-8144-4EE8-BFB6-2F79DAF911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">
                                            <p:graphicEl>
                                              <a:dgm id="{3A9105CB-8144-4EE8-BFB6-2F79DAF9111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BABF7A86-68B1-4C09-AFDA-1D78A6A842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3">
                                            <p:graphicEl>
                                              <a:dgm id="{BABF7A86-68B1-4C09-AFDA-1D78A6A8424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39C519A5-0217-4E4E-BAC9-6DB51081AA3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3">
                                            <p:graphicEl>
                                              <a:dgm id="{39C519A5-0217-4E4E-BAC9-6DB51081AA3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8B98EB4F-29AA-4E3D-8884-12E4B65E23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3">
                                            <p:graphicEl>
                                              <a:dgm id="{8B98EB4F-29AA-4E3D-8884-12E4B65E23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490882A8-D75C-49B8-AB9C-F124C2FC1E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3">
                                            <p:graphicEl>
                                              <a:dgm id="{490882A8-D75C-49B8-AB9C-F124C2FC1E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Sub>
          <a:bldDgm bld="lvl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Formação de Grupos (4-5 alunos)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2B3A3C-AD1F-B7ED-EEDC-B2789BB98B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16124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96772"/>
            <a:ext cx="2400300" cy="3178589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O que é Streaming de Dados?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4154935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3D1F296-A264-0232-05AA-51FB27D95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268087"/>
              </p:ext>
            </p:extLst>
          </p:nvPr>
        </p:nvGraphicFramePr>
        <p:xfrm>
          <a:off x="4113104" y="358155"/>
          <a:ext cx="4726201" cy="4409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FE6466-8BA2-42D2-BC13-C75754B533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F5FE6466-8BA2-42D2-BC13-C75754B533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F5FE6466-8BA2-42D2-BC13-C75754B533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F5FE6466-8BA2-42D2-BC13-C75754B533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5AF528-B363-4712-BA48-B0EB45DF4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D25AF528-B363-4712-BA48-B0EB45DF4D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D25AF528-B363-4712-BA48-B0EB45DF4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D25AF528-B363-4712-BA48-B0EB45DF4D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50D0561-7F77-4221-807C-AEAD7A0E61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550D0561-7F77-4221-807C-AEAD7A0E61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550D0561-7F77-4221-807C-AEAD7A0E61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550D0561-7F77-4221-807C-AEAD7A0E61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8717A2-385E-4F3A-BABC-169999486A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398717A2-385E-4F3A-BABC-169999486A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398717A2-385E-4F3A-BABC-169999486A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398717A2-385E-4F3A-BABC-169999486A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A14E0A0-DC04-4E1D-B602-EEBE3E85A3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4A14E0A0-DC04-4E1D-B602-EEBE3E85A3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4A14E0A0-DC04-4E1D-B602-EEBE3E85A3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4A14E0A0-DC04-4E1D-B602-EEBE3E85A3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3C64AFD-B884-4480-B2C4-8EF614839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83C64AFD-B884-4480-B2C4-8EF614839D9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83C64AFD-B884-4480-B2C4-8EF614839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83C64AFD-B884-4480-B2C4-8EF614839D9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09793EC-7EB9-4F64-B17F-C2870578CB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D09793EC-7EB9-4F64-B17F-C2870578CB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D09793EC-7EB9-4F64-B17F-C2870578CB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D09793EC-7EB9-4F64-B17F-C2870578CB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2EF9BBF-F8D4-4815-8CB9-BE96982444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42EF9BBF-F8D4-4815-8CB9-BE96982444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42EF9BBF-F8D4-4815-8CB9-BE96982444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42EF9BBF-F8D4-4815-8CB9-BE96982444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910EE46-4C70-4246-A667-437F30D993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D910EE46-4C70-4246-A667-437F30D993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D910EE46-4C70-4246-A667-437F30D993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D910EE46-4C70-4246-A667-437F30D993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96772"/>
            <a:ext cx="2400300" cy="3178589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Tecnologias Principais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4154935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347795-D8EC-024E-94BA-D5795EBE5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997499"/>
              </p:ext>
            </p:extLst>
          </p:nvPr>
        </p:nvGraphicFramePr>
        <p:xfrm>
          <a:off x="4113104" y="358155"/>
          <a:ext cx="4726201" cy="4409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BB6EB08-1908-497E-960D-1809EB295B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FBB6EB08-1908-497E-960D-1809EB295B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FBB6EB08-1908-497E-960D-1809EB295B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FBB6EB08-1908-497E-960D-1809EB295B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F0D5EE-2E59-4E07-AB81-0095D62EA7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4CF0D5EE-2E59-4E07-AB81-0095D62EA79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4CF0D5EE-2E59-4E07-AB81-0095D62EA7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4CF0D5EE-2E59-4E07-AB81-0095D62EA7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B185652-BDCD-4960-929C-5B808C7F56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>
                                            <p:graphicEl>
                                              <a:dgm id="{0B185652-BDCD-4960-929C-5B808C7F56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>
                                            <p:graphicEl>
                                              <a:dgm id="{0B185652-BDCD-4960-929C-5B808C7F56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>
                                            <p:graphicEl>
                                              <a:dgm id="{0B185652-BDCD-4960-929C-5B808C7F56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0BC6421-DABB-46F2-BEB3-56B04A607E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E0BC6421-DABB-46F2-BEB3-56B04A607E1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E0BC6421-DABB-46F2-BEB3-56B04A607E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E0BC6421-DABB-46F2-BEB3-56B04A607E1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03E2BC-D849-40CB-8335-50817A8260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>
                                            <p:graphicEl>
                                              <a:dgm id="{A203E2BC-D849-40CB-8335-50817A8260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>
                                            <p:graphicEl>
                                              <a:dgm id="{A203E2BC-D849-40CB-8335-50817A8260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>
                                            <p:graphicEl>
                                              <a:dgm id="{A203E2BC-D849-40CB-8335-50817A8260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E79B259-76FD-4C28-83DB-28D3E8C5E2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>
                                            <p:graphicEl>
                                              <a:dgm id="{2E79B259-76FD-4C28-83DB-28D3E8C5E2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>
                                            <p:graphicEl>
                                              <a:dgm id="{2E79B259-76FD-4C28-83DB-28D3E8C5E2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graphicEl>
                                              <a:dgm id="{2E79B259-76FD-4C28-83DB-28D3E8C5E2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158B3F9-A48E-4B01-9BDA-D01EF10C81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">
                                            <p:graphicEl>
                                              <a:dgm id="{2158B3F9-A48E-4B01-9BDA-D01EF10C812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">
                                            <p:graphicEl>
                                              <a:dgm id="{2158B3F9-A48E-4B01-9BDA-D01EF10C81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graphicEl>
                                              <a:dgm id="{2158B3F9-A48E-4B01-9BDA-D01EF10C812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BBF21B7-2A05-4DD7-B975-13D993F21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graphicEl>
                                              <a:dgm id="{0BBF21B7-2A05-4DD7-B975-13D993F219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graphicEl>
                                              <a:dgm id="{0BBF21B7-2A05-4DD7-B975-13D993F21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graphicEl>
                                              <a:dgm id="{0BBF21B7-2A05-4DD7-B975-13D993F219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B94C501-7306-473C-9816-E802AE057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graphicEl>
                                              <a:dgm id="{BB94C501-7306-473C-9816-E802AE0578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graphicEl>
                                              <a:dgm id="{BB94C501-7306-473C-9816-E802AE057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graphicEl>
                                              <a:dgm id="{BB94C501-7306-473C-9816-E802AE0578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CC229BF-AE8E-4C71-81CE-A815CC6AE9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graphicEl>
                                              <a:dgm id="{6CC229BF-AE8E-4C71-81CE-A815CC6AE9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graphicEl>
                                              <a:dgm id="{6CC229BF-AE8E-4C71-81CE-A815CC6AE9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graphicEl>
                                              <a:dgm id="{6CC229BF-AE8E-4C71-81CE-A815CC6AE9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255684C-9ECA-4BD2-9804-0C62A921FF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graphicEl>
                                              <a:dgm id="{6255684C-9ECA-4BD2-9804-0C62A921FF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graphicEl>
                                              <a:dgm id="{6255684C-9ECA-4BD2-9804-0C62A921FF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graphicEl>
                                              <a:dgm id="{6255684C-9ECA-4BD2-9804-0C62A921FF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8902233-27CD-4C4E-B1D9-96A8A7DF0C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">
                                            <p:graphicEl>
                                              <a:dgm id="{98902233-27CD-4C4E-B1D9-96A8A7DF0C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98902233-27CD-4C4E-B1D9-96A8A7DF0C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">
                                            <p:graphicEl>
                                              <a:dgm id="{98902233-27CD-4C4E-B1D9-96A8A7DF0C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DF4C32-B89D-25D1-A613-52FC8961A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12" y="157730"/>
            <a:ext cx="7886700" cy="994172"/>
          </a:xfrm>
        </p:spPr>
        <p:txBody>
          <a:bodyPr/>
          <a:lstStyle/>
          <a:p>
            <a:r>
              <a:rPr lang="pt-BR" dirty="0"/>
              <a:t>Apache Kafka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DD54BEB-2B86-E3ED-A4DE-747CF8C33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712" y="1347622"/>
            <a:ext cx="2528774" cy="3262312"/>
          </a:xfrm>
        </p:spPr>
      </p:pic>
      <p:pic>
        <p:nvPicPr>
          <p:cNvPr id="1026" name="Picture 2" descr="Afinal, o que é Apache Kafka ?">
            <a:hlinkClick r:id="rId3"/>
            <a:extLst>
              <a:ext uri="{FF2B5EF4-FFF2-40B4-BE49-F238E27FC236}">
                <a16:creationId xmlns:a16="http://schemas.microsoft.com/office/drawing/2014/main" id="{E8582F2B-74A6-178E-92E8-5EA8D28129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0" r="17987"/>
          <a:stretch/>
        </p:blipFill>
        <p:spPr bwMode="auto">
          <a:xfrm>
            <a:off x="2779486" y="353450"/>
            <a:ext cx="6139543" cy="452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610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80C91A-111F-125A-560A-98A81313D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Spark Streaming</a:t>
            </a:r>
          </a:p>
        </p:txBody>
      </p:sp>
      <p:pic>
        <p:nvPicPr>
          <p:cNvPr id="2052" name="Picture 4" descr="apache spark">
            <a:extLst>
              <a:ext uri="{FF2B5EF4-FFF2-40B4-BE49-F238E27FC236}">
                <a16:creationId xmlns:a16="http://schemas.microsoft.com/office/drawing/2014/main" id="{F80646B0-4B32-844D-86BE-410C5E0CA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416" y="273844"/>
            <a:ext cx="3402013" cy="191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park Streaming | Working and Operation of Apache Spark Streaming">
            <a:hlinkClick r:id="rId3"/>
            <a:extLst>
              <a:ext uri="{FF2B5EF4-FFF2-40B4-BE49-F238E27FC236}">
                <a16:creationId xmlns:a16="http://schemas.microsoft.com/office/drawing/2014/main" id="{5619F95E-4464-0B9B-CF9F-565317A7D8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34"/>
          <a:stretch/>
        </p:blipFill>
        <p:spPr bwMode="auto">
          <a:xfrm>
            <a:off x="1783644" y="2102700"/>
            <a:ext cx="5879899" cy="291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6438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88AA5-1EEF-A064-EB71-77DE36C2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E9A4B-F43D-CAF1-BF26-6DBB1F18F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12" y="157730"/>
            <a:ext cx="7886700" cy="994172"/>
          </a:xfrm>
        </p:spPr>
        <p:txBody>
          <a:bodyPr/>
          <a:lstStyle/>
          <a:p>
            <a:pPr lvl="0"/>
            <a:r>
              <a:rPr lang="en-US" dirty="0"/>
              <a:t>Apache Flink</a:t>
            </a:r>
            <a:endParaRPr lang="pt-BR" dirty="0"/>
          </a:p>
        </p:txBody>
      </p:sp>
      <p:pic>
        <p:nvPicPr>
          <p:cNvPr id="5" name="Espaço Reservado para Conteúdo 4">
            <a:hlinkClick r:id="rId2"/>
            <a:extLst>
              <a:ext uri="{FF2B5EF4-FFF2-40B4-BE49-F238E27FC236}">
                <a16:creationId xmlns:a16="http://schemas.microsoft.com/office/drawing/2014/main" id="{00515E81-B64D-9E96-9A77-5530F94445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50712" y="1347622"/>
            <a:ext cx="2528774" cy="3262312"/>
          </a:xfrm>
        </p:spPr>
      </p:pic>
      <p:pic>
        <p:nvPicPr>
          <p:cNvPr id="4100" name="Picture 4" descr="Apache Flink: Conquering Real-Time Data Challenges | by Ravish ...">
            <a:hlinkClick r:id="rId2"/>
            <a:extLst>
              <a:ext uri="{FF2B5EF4-FFF2-40B4-BE49-F238E27FC236}">
                <a16:creationId xmlns:a16="http://schemas.microsoft.com/office/drawing/2014/main" id="{5273DCF4-7B0D-D45F-863E-A9B755E6D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188" y="1434410"/>
            <a:ext cx="5699067" cy="227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720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5CCBB-32EA-EA99-42E4-06BCCA9F1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FC6B2E-939F-1FEA-6735-DCC36C0AA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712" y="157730"/>
            <a:ext cx="7886700" cy="994172"/>
          </a:xfrm>
        </p:spPr>
        <p:txBody>
          <a:bodyPr/>
          <a:lstStyle/>
          <a:p>
            <a:r>
              <a:rPr lang="pt-BR" dirty="0"/>
              <a:t>Google Cloud </a:t>
            </a:r>
            <a:r>
              <a:rPr lang="pt-BR" dirty="0" err="1"/>
              <a:t>Dataflow</a:t>
            </a:r>
            <a:endParaRPr lang="pt-BR" dirty="0"/>
          </a:p>
        </p:txBody>
      </p:sp>
      <p:pic>
        <p:nvPicPr>
          <p:cNvPr id="5" name="Espaço Reservado para Conteúdo 4">
            <a:hlinkClick r:id="rId2"/>
            <a:extLst>
              <a:ext uri="{FF2B5EF4-FFF2-40B4-BE49-F238E27FC236}">
                <a16:creationId xmlns:a16="http://schemas.microsoft.com/office/drawing/2014/main" id="{75E3BDDE-49DC-C61D-3694-8A659FF38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50712" y="1347622"/>
            <a:ext cx="2528774" cy="3262312"/>
          </a:xfrm>
        </p:spPr>
      </p:pic>
      <p:sp>
        <p:nvSpPr>
          <p:cNvPr id="6" name="AutoShape 2" descr="Apache Spark vs Flink, a detailed comparison">
            <a:extLst>
              <a:ext uri="{FF2B5EF4-FFF2-40B4-BE49-F238E27FC236}">
                <a16:creationId xmlns:a16="http://schemas.microsoft.com/office/drawing/2014/main" id="{A74930AD-0E5D-14F3-3BAA-BCCA5FD674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80" name="Picture 8" descr="Navigating GCP's Data Processing Pipeline Options | by Prosenjit ...">
            <a:extLst>
              <a:ext uri="{FF2B5EF4-FFF2-40B4-BE49-F238E27FC236}">
                <a16:creationId xmlns:a16="http://schemas.microsoft.com/office/drawing/2014/main" id="{D36760F8-A362-5F1C-CF00-B52F5075C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9516" y="1031667"/>
            <a:ext cx="6154484" cy="338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9430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Casos de Uso de Streaming de Dados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9106A1-B57A-8A21-34B3-103465DC59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7921327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7DAFFEA-A48B-4434-92DC-00281A6A37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97DAFFEA-A48B-4434-92DC-00281A6A37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97DAFFEA-A48B-4434-92DC-00281A6A37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FD68EF-90B7-46A0-92B4-FE0196724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81FD68EF-90B7-46A0-92B4-FE0196724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81FD68EF-90B7-46A0-92B4-FE0196724CA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839E9ED-1B2B-46A3-81F1-9BDB318B8A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3839E9ED-1B2B-46A3-81F1-9BDB318B8A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3839E9ED-1B2B-46A3-81F1-9BDB318B8A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51952D3-50F0-4F9A-AF10-E60EFADF3A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A51952D3-50F0-4F9A-AF10-E60EFADF3A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A51952D3-50F0-4F9A-AF10-E60EFADF3A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13B474-8D50-4648-AF78-5D8C8A68B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B913B474-8D50-4648-AF78-5D8C8A68B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B913B474-8D50-4648-AF78-5D8C8A68B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4E665FB-BC39-4B76-94F8-ED7F84B3B0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C4E665FB-BC39-4B76-94F8-ED7F84B3B0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C4E665FB-BC39-4B76-94F8-ED7F84B3B0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4A0B67E-2FD5-4F0B-95DE-ADB35728F9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B4A0B67E-2FD5-4F0B-95DE-ADB35728F9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B4A0B67E-2FD5-4F0B-95DE-ADB35728F9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0A70D58-7403-4FBB-93D7-2EB8BB0D8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E0A70D58-7403-4FBB-93D7-2EB8BB0D8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E0A70D58-7403-4FBB-93D7-2EB8BB0D89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A9EB9A-7EF9-42E9-B05C-747513AC7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DBA9EB9A-7EF9-42E9-B05C-747513AC7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DBA9EB9A-7EF9-42E9-B05C-747513AC7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815DDF-E070-4B36-9BE2-43845EB5F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5F815DDF-E070-4B36-9BE2-43845EB5F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5F815DDF-E070-4B36-9BE2-43845EB5F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984F26-C108-4602-A2BD-E3CB53370B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A4984F26-C108-4602-A2BD-E3CB53370B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A4984F26-C108-4602-A2BD-E3CB53370B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DE13E0C-ED7C-4CD6-B0F7-9B25649E67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3DE13E0C-ED7C-4CD6-B0F7-9B25649E67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3DE13E0C-ED7C-4CD6-B0F7-9B25649E67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6F66A4-C502-34DE-3D6C-72F10ED07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19" y="834726"/>
            <a:ext cx="2952974" cy="3124508"/>
          </a:xfrm>
        </p:spPr>
        <p:txBody>
          <a:bodyPr>
            <a:normAutofit/>
          </a:bodyPr>
          <a:lstStyle/>
          <a:p>
            <a:r>
              <a:rPr lang="pt-BR">
                <a:solidFill>
                  <a:srgbClr val="FFFFFF"/>
                </a:solidFill>
              </a:rPr>
              <a:t>Desafio de Análise de Comentários sobre o CEUB na Web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7BC2B0-1087-7EAB-FE88-75E2D1D7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900" b="1" dirty="0"/>
              <a:t>Objetivo:</a:t>
            </a:r>
          </a:p>
          <a:p>
            <a:pPr marL="0" indent="0">
              <a:buNone/>
            </a:pPr>
            <a:r>
              <a:rPr lang="pt-BR" sz="1900" b="1" dirty="0"/>
              <a:t>	</a:t>
            </a:r>
            <a:r>
              <a:rPr lang="pt-BR" sz="1900" dirty="0"/>
              <a:t>Os alunos deverão projetar um </a:t>
            </a:r>
            <a:r>
              <a:rPr lang="pt-BR" sz="1900" b="1" dirty="0"/>
              <a:t>fluxo de dados em tempo real</a:t>
            </a:r>
            <a:r>
              <a:rPr lang="pt-BR" sz="1900" dirty="0"/>
              <a:t> para monitorar e analisar comentários sobre o CEUB em diferentes plataformas digitais. </a:t>
            </a:r>
          </a:p>
          <a:p>
            <a:pPr marL="0" indent="0">
              <a:buNone/>
            </a:pPr>
            <a:r>
              <a:rPr lang="pt-BR" sz="1900" dirty="0"/>
              <a:t>	Cada grupo será responsável por uma rede social específica e deverá propor uma solução para capturar, processar e gerar insights a partir dos dados coletados.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698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6455C-3F72-1C4B-9052-157C78035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Tarefa por Grupo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9B4B17-0A01-E7D2-3B95-A160A9DC6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pt-BR" dirty="0"/>
              <a:t>Cada grupo será designado para uma </a:t>
            </a:r>
            <a:r>
              <a:rPr lang="pt-BR" b="1" dirty="0"/>
              <a:t>rede social</a:t>
            </a:r>
            <a:r>
              <a:rPr lang="pt-BR" dirty="0"/>
              <a:t> específica e deverá responder às seguintes perguntas:</a:t>
            </a:r>
          </a:p>
          <a:p>
            <a:pPr marL="0" indent="0">
              <a:buNone/>
            </a:pPr>
            <a:r>
              <a:rPr lang="pt-BR" b="1" dirty="0"/>
              <a:t>Quais são as principais características dos dados dessa plataforma?</a:t>
            </a:r>
            <a:endParaRPr lang="pt-BR" dirty="0"/>
          </a:p>
          <a:p>
            <a:pPr marL="342900" lvl="1" indent="0">
              <a:buNone/>
            </a:pPr>
            <a:r>
              <a:rPr lang="pt-BR" dirty="0"/>
              <a:t>O conteúdo é </a:t>
            </a:r>
            <a:r>
              <a:rPr lang="pt-BR" b="1" dirty="0"/>
              <a:t>estruturado, semiestruturado ou não estruturado</a:t>
            </a:r>
            <a:r>
              <a:rPr lang="pt-BR" dirty="0"/>
              <a:t>?</a:t>
            </a:r>
          </a:p>
          <a:p>
            <a:pPr marL="342900" lvl="1" indent="0">
              <a:buNone/>
            </a:pPr>
            <a:r>
              <a:rPr lang="pt-BR" dirty="0"/>
              <a:t>Qual o </a:t>
            </a:r>
            <a:r>
              <a:rPr lang="pt-BR" b="1" dirty="0"/>
              <a:t>formato dos dados</a:t>
            </a:r>
            <a:r>
              <a:rPr lang="pt-BR" dirty="0"/>
              <a:t> (texto, imagens, vídeos, emojis)?</a:t>
            </a:r>
          </a:p>
          <a:p>
            <a:pPr marL="342900" lvl="1" indent="0">
              <a:buNone/>
            </a:pPr>
            <a:r>
              <a:rPr lang="pt-BR" dirty="0"/>
              <a:t>Há </a:t>
            </a:r>
            <a:r>
              <a:rPr lang="pt-BR" b="1" dirty="0"/>
              <a:t>dados públicos e privados</a:t>
            </a:r>
            <a:r>
              <a:rPr lang="pt-BR" dirty="0"/>
              <a:t>?</a:t>
            </a:r>
          </a:p>
          <a:p>
            <a:pPr marL="0" indent="0">
              <a:buNone/>
            </a:pPr>
            <a:r>
              <a:rPr lang="pt-BR" b="1" dirty="0"/>
              <a:t>Como os dados podem ser coletados em tempo real?</a:t>
            </a:r>
            <a:endParaRPr lang="pt-BR" dirty="0"/>
          </a:p>
          <a:p>
            <a:pPr marL="342900" lvl="1" indent="0">
              <a:buNone/>
            </a:pPr>
            <a:r>
              <a:rPr lang="pt-BR" dirty="0"/>
              <a:t>Existem </a:t>
            </a:r>
            <a:r>
              <a:rPr lang="pt-BR" b="1" dirty="0"/>
              <a:t>APIs disponíveis</a:t>
            </a:r>
            <a:r>
              <a:rPr lang="pt-BR" dirty="0"/>
              <a:t> para essa plataforma?</a:t>
            </a:r>
          </a:p>
          <a:p>
            <a:pPr marL="342900" lvl="1" indent="0">
              <a:buNone/>
            </a:pPr>
            <a:r>
              <a:rPr lang="pt-BR" dirty="0"/>
              <a:t>Se não houver API pública, quais são os </a:t>
            </a:r>
            <a:r>
              <a:rPr lang="pt-BR" b="1" dirty="0"/>
              <a:t>métodos alternativos</a:t>
            </a:r>
            <a:r>
              <a:rPr lang="pt-BR" dirty="0"/>
              <a:t> de extração?</a:t>
            </a:r>
          </a:p>
          <a:p>
            <a:pPr marL="0" indent="0">
              <a:buNone/>
            </a:pPr>
            <a:r>
              <a:rPr lang="pt-BR" b="1" dirty="0"/>
              <a:t>Quais desafios existem na análise desses dados?</a:t>
            </a:r>
            <a:endParaRPr lang="pt-BR" dirty="0"/>
          </a:p>
          <a:p>
            <a:pPr marL="342900" lvl="1" indent="0">
              <a:buNone/>
            </a:pPr>
            <a:r>
              <a:rPr lang="pt-BR" dirty="0"/>
              <a:t>Como lidar com </a:t>
            </a:r>
            <a:r>
              <a:rPr lang="pt-BR" b="1" dirty="0"/>
              <a:t>fake </a:t>
            </a:r>
            <a:r>
              <a:rPr lang="pt-BR" b="1" dirty="0" err="1"/>
              <a:t>news</a:t>
            </a:r>
            <a:r>
              <a:rPr lang="pt-BR" b="1" dirty="0"/>
              <a:t>, spam e ironia</a:t>
            </a:r>
            <a:r>
              <a:rPr lang="pt-BR" dirty="0"/>
              <a:t> nos comentários?</a:t>
            </a:r>
          </a:p>
          <a:p>
            <a:pPr marL="342900" lvl="1" indent="0">
              <a:buNone/>
            </a:pPr>
            <a:r>
              <a:rPr lang="pt-BR" dirty="0"/>
              <a:t>Há </a:t>
            </a:r>
            <a:r>
              <a:rPr lang="pt-BR" b="1" dirty="0"/>
              <a:t>limitações legais ou de privacidade</a:t>
            </a:r>
            <a:r>
              <a:rPr lang="pt-BR" dirty="0"/>
              <a:t> para a coleta e análise dos dados?</a:t>
            </a:r>
          </a:p>
          <a:p>
            <a:pPr marL="0" indent="0">
              <a:buNone/>
            </a:pPr>
            <a:r>
              <a:rPr lang="pt-BR" b="1" dirty="0"/>
              <a:t>Quais insights podem ser gerados?</a:t>
            </a:r>
            <a:endParaRPr lang="pt-BR" dirty="0"/>
          </a:p>
          <a:p>
            <a:pPr marL="342900" lvl="1" indent="0">
              <a:buNone/>
            </a:pPr>
            <a:r>
              <a:rPr lang="pt-BR" dirty="0"/>
              <a:t>Como esses dados podem ajudar o CEUB a </a:t>
            </a:r>
            <a:r>
              <a:rPr lang="pt-BR" b="1" dirty="0"/>
              <a:t>melhorar sua reputação e tomar decisões estratégicas</a:t>
            </a:r>
            <a:r>
              <a:rPr lang="pt-BR" dirty="0"/>
              <a:t>?</a:t>
            </a:r>
          </a:p>
          <a:p>
            <a:pPr marL="342900" lvl="1" indent="0">
              <a:buNone/>
            </a:pPr>
            <a:r>
              <a:rPr lang="pt-BR" dirty="0"/>
              <a:t>Quais </a:t>
            </a:r>
            <a:r>
              <a:rPr lang="pt-BR" b="1" dirty="0"/>
              <a:t>indicadores e métricas</a:t>
            </a:r>
            <a:r>
              <a:rPr lang="pt-BR" dirty="0"/>
              <a:t> podem ser gerados a partir da análise dos comentários?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2420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C333D-6D2B-A062-24B4-62291CDF1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Redes e Objetivos Específicos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25D70A-65E6-56EC-0781-0C7EE2AFF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3673527" cy="326350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pt-BR" dirty="0"/>
              <a:t>1️⃣ </a:t>
            </a:r>
            <a:r>
              <a:rPr lang="pt-BR" b="1" dirty="0"/>
              <a:t>Twitter </a:t>
            </a:r>
            <a:r>
              <a:rPr lang="pt-BR" dirty="0"/>
              <a:t>– </a:t>
            </a:r>
            <a:r>
              <a:rPr lang="pt-BR" b="1" dirty="0"/>
              <a:t>Monitoramento de opiniões em tempo real</a:t>
            </a:r>
          </a:p>
          <a:p>
            <a:pPr marL="0" indent="0">
              <a:buNone/>
            </a:pPr>
            <a:r>
              <a:rPr lang="pt-BR" b="1" dirty="0"/>
              <a:t>	</a:t>
            </a:r>
            <a:r>
              <a:rPr lang="pt-BR" dirty="0"/>
              <a:t>Coletar tweets que mencionam o CEUB</a:t>
            </a:r>
          </a:p>
          <a:p>
            <a:pPr marL="0" indent="0">
              <a:buNone/>
            </a:pPr>
            <a:r>
              <a:rPr lang="pt-BR" dirty="0"/>
              <a:t>	Identificar tendências e sentimentos</a:t>
            </a:r>
          </a:p>
          <a:p>
            <a:pPr marL="0" indent="0">
              <a:buNone/>
            </a:pPr>
            <a:r>
              <a:rPr lang="pt-BR" dirty="0"/>
              <a:t>	Mapear picos de interação positiva/negativa</a:t>
            </a:r>
          </a:p>
          <a:p>
            <a:pPr marL="0" indent="0">
              <a:buNone/>
            </a:pPr>
            <a:r>
              <a:rPr lang="pt-BR" dirty="0"/>
              <a:t>2️⃣ </a:t>
            </a:r>
            <a:r>
              <a:rPr lang="pt-BR" b="1" dirty="0"/>
              <a:t>Instagram </a:t>
            </a:r>
            <a:r>
              <a:rPr lang="pt-BR" dirty="0"/>
              <a:t>– </a:t>
            </a:r>
            <a:r>
              <a:rPr lang="pt-BR" b="1" dirty="0"/>
              <a:t>Análise de interações e engajamento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	Monitorar comentários e hashtags</a:t>
            </a:r>
          </a:p>
          <a:p>
            <a:pPr marL="0" indent="0">
              <a:buNone/>
            </a:pPr>
            <a:r>
              <a:rPr lang="pt-BR" dirty="0"/>
              <a:t>	Avaliar o impacto de campanhas e postagens</a:t>
            </a:r>
          </a:p>
          <a:p>
            <a:pPr marL="0" indent="0">
              <a:buNone/>
            </a:pPr>
            <a:r>
              <a:rPr lang="pt-BR" dirty="0"/>
              <a:t>	Identificar padrões de sentimento nos stories e </a:t>
            </a:r>
            <a:r>
              <a:rPr lang="pt-BR" dirty="0" err="1"/>
              <a:t>reels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3️⃣ </a:t>
            </a:r>
            <a:r>
              <a:rPr lang="pt-BR" b="1" dirty="0"/>
              <a:t>Facebook </a:t>
            </a:r>
            <a:r>
              <a:rPr lang="pt-BR" dirty="0"/>
              <a:t>– </a:t>
            </a:r>
            <a:r>
              <a:rPr lang="pt-BR" b="1" dirty="0"/>
              <a:t>Discussões e feedbacks em grupos e páginas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	Capturar postagens e comentários em grupos públicos</a:t>
            </a:r>
          </a:p>
          <a:p>
            <a:pPr marL="0" indent="0">
              <a:buNone/>
            </a:pPr>
            <a:r>
              <a:rPr lang="pt-BR" dirty="0"/>
              <a:t>	Analisar debates e feedbacks sobre infraestrutura, professores e cursos</a:t>
            </a:r>
          </a:p>
          <a:p>
            <a:pPr marL="0" indent="0">
              <a:buNone/>
            </a:pPr>
            <a:r>
              <a:rPr lang="pt-BR" dirty="0"/>
              <a:t>	Identificar tópicos mais discutidos sobre o CEUB</a:t>
            </a:r>
          </a:p>
          <a:p>
            <a:pPr marL="0" indent="0">
              <a:buNone/>
            </a:pPr>
            <a:r>
              <a:rPr lang="pt-BR" dirty="0"/>
              <a:t>4️⃣ </a:t>
            </a:r>
            <a:r>
              <a:rPr lang="pt-BR" b="1" dirty="0"/>
              <a:t>WhatsApp </a:t>
            </a:r>
            <a:r>
              <a:rPr lang="pt-BR" dirty="0"/>
              <a:t>– </a:t>
            </a:r>
            <a:r>
              <a:rPr lang="pt-BR" b="1" dirty="0"/>
              <a:t>Monitoramento de feedback interno</a:t>
            </a:r>
          </a:p>
          <a:p>
            <a:pPr marL="0" indent="0">
              <a:buNone/>
            </a:pPr>
            <a:r>
              <a:rPr lang="pt-BR" b="1" dirty="0"/>
              <a:t>	</a:t>
            </a:r>
            <a:r>
              <a:rPr lang="pt-BR" dirty="0"/>
              <a:t>Simular um grupo de WhatsApp do CEUB e analisar mensagens trocadas</a:t>
            </a:r>
          </a:p>
          <a:p>
            <a:pPr marL="0" indent="0">
              <a:buNone/>
            </a:pPr>
            <a:r>
              <a:rPr lang="pt-BR" dirty="0"/>
              <a:t>	Detectar padrões de dúvidas e reclamações mais frequentes</a:t>
            </a:r>
          </a:p>
          <a:p>
            <a:pPr marL="0" indent="0">
              <a:buNone/>
            </a:pPr>
            <a:r>
              <a:rPr lang="pt-BR" dirty="0"/>
              <a:t>	Identificar possíveis melhorias na comunicação interna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DC1049-06B6-827F-4300-9DF8B6C5C56F}"/>
              </a:ext>
            </a:extLst>
          </p:cNvPr>
          <p:cNvSpPr txBox="1"/>
          <p:nvPr/>
        </p:nvSpPr>
        <p:spPr>
          <a:xfrm>
            <a:off x="4468006" y="1355576"/>
            <a:ext cx="4340238" cy="298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pt-BR" sz="800" dirty="0"/>
              <a:t>5️⃣ </a:t>
            </a:r>
            <a:r>
              <a:rPr lang="pt-BR" sz="800" b="1" dirty="0"/>
              <a:t>LinkedIn </a:t>
            </a:r>
            <a:r>
              <a:rPr lang="pt-BR" sz="800" dirty="0"/>
              <a:t>– </a:t>
            </a:r>
            <a:r>
              <a:rPr lang="pt-BR" sz="800" b="1" dirty="0"/>
              <a:t>Percepção profissional do CEUB</a:t>
            </a:r>
          </a:p>
          <a:p>
            <a:pPr marL="0" indent="0">
              <a:buNone/>
            </a:pPr>
            <a:r>
              <a:rPr lang="pt-BR" sz="800" b="1" dirty="0"/>
              <a:t>	</a:t>
            </a:r>
          </a:p>
          <a:p>
            <a:pPr marL="0" indent="0">
              <a:buNone/>
            </a:pPr>
            <a:r>
              <a:rPr lang="pt-BR" sz="800" dirty="0"/>
              <a:t>	Analisar postagens de alunos e ex-alunos sobre a experiência acadêmica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800" dirty="0"/>
              <a:t>	Identificar o impacto do CEUB no mercado de trabalho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800" dirty="0"/>
              <a:t>	Verificar a reputação da instituição entre profissionais</a:t>
            </a:r>
          </a:p>
          <a:p>
            <a:pPr marL="0" indent="0">
              <a:buNone/>
            </a:pPr>
            <a:endParaRPr lang="pt-BR" sz="800" dirty="0"/>
          </a:p>
          <a:p>
            <a:pPr marL="0" indent="0">
              <a:buNone/>
            </a:pPr>
            <a:r>
              <a:rPr lang="pt-BR" sz="800" dirty="0"/>
              <a:t>6️⃣ </a:t>
            </a:r>
            <a:r>
              <a:rPr lang="pt-BR" sz="800" b="1" dirty="0"/>
              <a:t>Reclame Aqui </a:t>
            </a:r>
            <a:r>
              <a:rPr lang="pt-BR" sz="800" dirty="0"/>
              <a:t>– </a:t>
            </a:r>
            <a:r>
              <a:rPr lang="pt-BR" sz="800" b="1" dirty="0"/>
              <a:t>Análise de problemas institucionais</a:t>
            </a:r>
          </a:p>
          <a:p>
            <a:pPr marL="0" indent="0">
              <a:buNone/>
            </a:pPr>
            <a:r>
              <a:rPr lang="pt-BR" sz="800" b="1" dirty="0"/>
              <a:t>	</a:t>
            </a:r>
          </a:p>
          <a:p>
            <a:pPr marL="0" indent="0">
              <a:buNone/>
            </a:pPr>
            <a:r>
              <a:rPr lang="pt-BR" sz="800" b="1" dirty="0"/>
              <a:t>	</a:t>
            </a:r>
            <a:r>
              <a:rPr lang="pt-BR" sz="800" dirty="0"/>
              <a:t>Capturar reclamações de alunos sobre processos administrativos</a:t>
            </a:r>
          </a:p>
          <a:p>
            <a:pPr marL="0" indent="0">
              <a:buNone/>
            </a:pPr>
            <a:r>
              <a:rPr lang="pt-BR" sz="800" dirty="0"/>
              <a:t>	</a:t>
            </a:r>
          </a:p>
          <a:p>
            <a:pPr marL="0" indent="0">
              <a:buNone/>
            </a:pPr>
            <a:r>
              <a:rPr lang="pt-BR" sz="800" dirty="0"/>
              <a:t>	Identificar padrões de insatisfação e tempo de resposta</a:t>
            </a:r>
          </a:p>
          <a:p>
            <a:pPr marL="0" indent="0">
              <a:buNone/>
            </a:pPr>
            <a:r>
              <a:rPr lang="pt-BR" sz="800" dirty="0"/>
              <a:t>	</a:t>
            </a:r>
          </a:p>
          <a:p>
            <a:pPr marL="0" indent="0">
              <a:buNone/>
            </a:pPr>
            <a:r>
              <a:rPr lang="pt-BR" sz="800" dirty="0"/>
              <a:t>	Propor melhorias baseadas na análise de dados</a:t>
            </a:r>
          </a:p>
          <a:p>
            <a:pPr defTabSz="685800">
              <a:lnSpc>
                <a:spcPct val="70000"/>
              </a:lnSpc>
              <a:spcBef>
                <a:spcPts val="750"/>
              </a:spcBef>
            </a:pPr>
            <a:endParaRPr lang="pt-BR" sz="800" dirty="0"/>
          </a:p>
          <a:p>
            <a:r>
              <a:rPr lang="pt-BR" sz="800" dirty="0"/>
              <a:t>7️⃣ </a:t>
            </a:r>
            <a:r>
              <a:rPr lang="pt-BR" sz="800" b="1" dirty="0"/>
              <a:t>Google Reviews - Avaliação da reputação geral do CEUB</a:t>
            </a:r>
          </a:p>
          <a:p>
            <a:r>
              <a:rPr lang="pt-BR" sz="800" b="1" dirty="0"/>
              <a:t>	</a:t>
            </a:r>
          </a:p>
          <a:p>
            <a:r>
              <a:rPr lang="pt-BR" sz="800" b="1" dirty="0"/>
              <a:t>	</a:t>
            </a:r>
            <a:r>
              <a:rPr lang="pt-BR" sz="800" dirty="0"/>
              <a:t>Monitorar avaliações deixadas no Google Maps</a:t>
            </a:r>
          </a:p>
          <a:p>
            <a:r>
              <a:rPr lang="pt-BR" sz="800" dirty="0"/>
              <a:t>	</a:t>
            </a:r>
          </a:p>
          <a:p>
            <a:r>
              <a:rPr lang="pt-BR" sz="800" dirty="0"/>
              <a:t>	Identificar os pontos mais elogiados e criticados</a:t>
            </a:r>
          </a:p>
          <a:p>
            <a:r>
              <a:rPr lang="pt-BR" sz="800" dirty="0"/>
              <a:t>	</a:t>
            </a:r>
          </a:p>
          <a:p>
            <a:r>
              <a:rPr lang="pt-BR" sz="800" dirty="0"/>
              <a:t>	Comparar a nota do CEUB com outras faculdades concorrentes</a:t>
            </a:r>
          </a:p>
        </p:txBody>
      </p:sp>
    </p:spTree>
    <p:extLst>
      <p:ext uri="{BB962C8B-B14F-4D97-AF65-F5344CB8AC3E}">
        <p14:creationId xmlns:p14="http://schemas.microsoft.com/office/powerpoint/2010/main" val="957184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0C1DAF-3C78-C038-58C9-75E8743EF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619" y="834726"/>
            <a:ext cx="2952974" cy="3124508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Entrega Final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9BBA1E-EC2C-A5C3-67E8-7F21F1D02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615660"/>
            <a:ext cx="3943349" cy="3667012"/>
          </a:xfrm>
        </p:spPr>
        <p:txBody>
          <a:bodyPr anchor="t">
            <a:normAutofit/>
          </a:bodyPr>
          <a:lstStyle/>
          <a:p>
            <a:r>
              <a:rPr lang="pt-BR" dirty="0"/>
              <a:t>Cada grupo deverá apresentar: </a:t>
            </a:r>
          </a:p>
          <a:p>
            <a:pPr lvl="1"/>
            <a:r>
              <a:rPr lang="pt-BR" b="1" dirty="0"/>
              <a:t>Fluxo de dados sugerido</a:t>
            </a:r>
            <a:r>
              <a:rPr lang="pt-BR" dirty="0"/>
              <a:t>: Como os dados serão coletados e analisados</a:t>
            </a:r>
          </a:p>
          <a:p>
            <a:pPr lvl="1"/>
            <a:r>
              <a:rPr lang="pt-BR" b="1" dirty="0"/>
              <a:t>Principais desafios e soluções</a:t>
            </a:r>
          </a:p>
          <a:p>
            <a:pPr lvl="1"/>
            <a:r>
              <a:rPr lang="pt-BR" b="1" dirty="0" err="1"/>
              <a:t>Porváveis</a:t>
            </a:r>
            <a:r>
              <a:rPr lang="pt-BR" b="1" dirty="0"/>
              <a:t> insights gerados e impacto da análise</a:t>
            </a:r>
          </a:p>
          <a:p>
            <a:pPr lvl="1"/>
            <a:r>
              <a:rPr lang="pt-BR" b="1" dirty="0"/>
              <a:t>Diagrama da arquitetura de dados proposta</a:t>
            </a:r>
            <a:r>
              <a:rPr lang="pt-BR" dirty="0"/>
              <a:t> (pode ser feito no Miro, Google </a:t>
            </a:r>
            <a:r>
              <a:rPr lang="pt-BR" dirty="0" err="1"/>
              <a:t>Docs</a:t>
            </a:r>
            <a:r>
              <a:rPr lang="pt-BR" dirty="0"/>
              <a:t>, </a:t>
            </a:r>
            <a:r>
              <a:rPr lang="pt-BR" dirty="0" err="1"/>
              <a:t>Trello</a:t>
            </a:r>
            <a:r>
              <a:rPr lang="pt-BR" dirty="0"/>
              <a:t> ou à mão)</a:t>
            </a:r>
          </a:p>
          <a:p>
            <a:pPr lvl="1"/>
            <a:r>
              <a:rPr lang="pt-BR" b="1" dirty="0"/>
              <a:t>Apresentação </a:t>
            </a:r>
            <a:r>
              <a:rPr lang="pt-BR" b="1" dirty="0" err="1"/>
              <a:t>Pitch</a:t>
            </a:r>
            <a:r>
              <a:rPr lang="pt-BR" b="1" dirty="0"/>
              <a:t> de 3 a 5 min por grupo </a:t>
            </a:r>
            <a:r>
              <a:rPr lang="pt-BR" dirty="0"/>
              <a:t>na próxima aula.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234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 dirty="0">
                <a:solidFill>
                  <a:srgbClr val="FFFFFF"/>
                </a:solidFill>
              </a:rPr>
              <a:t>Construção do Trabalho Final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905E12-6852-0275-D235-A143CFAA32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7594022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626BAE-4A13-431A-AB96-628CCE1E4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29626BAE-4A13-431A-AB96-628CCE1E4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29626BAE-4A13-431A-AB96-628CCE1E4D4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C636CE0-278E-413C-B7C6-5FAF8E286E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3C636CE0-278E-413C-B7C6-5FAF8E286E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3C636CE0-278E-413C-B7C6-5FAF8E286E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994A6BD-DC7E-4CB9-81FC-D4481B4E77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3994A6BD-DC7E-4CB9-81FC-D4481B4E77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3994A6BD-DC7E-4CB9-81FC-D4481B4E77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4BEB4BB-D6D5-4E74-827D-47F9CD627D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64BEB4BB-D6D5-4E74-827D-47F9CD627D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64BEB4BB-D6D5-4E74-827D-47F9CD627D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70981AA-14B1-43E4-9134-14113A31B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F70981AA-14B1-43E4-9134-14113A31B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F70981AA-14B1-43E4-9134-14113A31B5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579BF94-1324-4C28-AB8A-E6E5E7EE4C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8579BF94-1324-4C28-AB8A-E6E5E7EE4C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8579BF94-1324-4C28-AB8A-E6E5E7EE4C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Fechamento da Aula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141E8A-014A-1FE7-B843-764B3434C8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4311026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1777268" y="2392507"/>
            <a:ext cx="6359680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endParaRPr lang="pt-BR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r"/>
            <a:r>
              <a:rPr lang="pt-BR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“O Big Data é como a mineração de ouro: a mina de dados é vasta, mas é preciso encontrar o ouro.” – Marc Goodman, autor e futurista</a:t>
            </a:r>
            <a:endParaRPr lang="pt-BR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12094</TotalTime>
  <Words>1202</Words>
  <Application>Microsoft Office PowerPoint</Application>
  <PresentationFormat>Apresentação na tela (16:9)</PresentationFormat>
  <Paragraphs>171</Paragraphs>
  <Slides>30</Slides>
  <Notes>7</Notes>
  <HiddenSlides>5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7" baseType="lpstr">
      <vt:lpstr>Aptos</vt:lpstr>
      <vt:lpstr>Wingdings</vt:lpstr>
      <vt:lpstr>Arial</vt:lpstr>
      <vt:lpstr>Aptos Display</vt:lpstr>
      <vt:lpstr>Calibri</vt:lpstr>
      <vt:lpstr>Tahoma</vt:lpstr>
      <vt:lpstr>Tema do Office</vt:lpstr>
      <vt:lpstr>Fundamentos de Big Data</vt:lpstr>
      <vt:lpstr>Objetivo da aula</vt:lpstr>
      <vt:lpstr>Agenda</vt:lpstr>
      <vt:lpstr>Revisão: O que Vimos até o momento?</vt:lpstr>
      <vt:lpstr>Aula 1 - Introdução à Disciplina</vt:lpstr>
      <vt:lpstr>Aula 2 - Conceitos Fundamentais do Big Data</vt:lpstr>
      <vt:lpstr>Aula 3 - Tecnologias para Big Data</vt:lpstr>
      <vt:lpstr>Aula 4 - Infraestrutura para Big Data</vt:lpstr>
      <vt:lpstr>Aula 5 - Processamento de Dados em Escala</vt:lpstr>
      <vt:lpstr>Apresentação dos Trabalhos Individuais</vt:lpstr>
      <vt:lpstr>Formação de Grupos (4-5 alunos)</vt:lpstr>
      <vt:lpstr>O que é Streaming de Dados?</vt:lpstr>
      <vt:lpstr>Tecnologias Principais</vt:lpstr>
      <vt:lpstr>Apache Kafka</vt:lpstr>
      <vt:lpstr>Spark Streaming</vt:lpstr>
      <vt:lpstr>Apache Flink</vt:lpstr>
      <vt:lpstr>Google Cloud Dataflow</vt:lpstr>
      <vt:lpstr>Casos de Uso de Streaming de Dados</vt:lpstr>
      <vt:lpstr>Desafio de Análise de Comentários sobre o CEUB na Web</vt:lpstr>
      <vt:lpstr> Tarefa por Grupo</vt:lpstr>
      <vt:lpstr>Redes e Objetivos Específicos</vt:lpstr>
      <vt:lpstr>Entrega Final</vt:lpstr>
      <vt:lpstr>Construção do Trabalho Final</vt:lpstr>
      <vt:lpstr>Fechamento da Aula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13</cp:revision>
  <dcterms:modified xsi:type="dcterms:W3CDTF">2025-03-14T05:13:57Z</dcterms:modified>
</cp:coreProperties>
</file>