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9"/>
  </p:notesMasterIdLst>
  <p:sldIdLst>
    <p:sldId id="256" r:id="rId2"/>
    <p:sldId id="319" r:id="rId3"/>
    <p:sldId id="988" r:id="rId4"/>
    <p:sldId id="958" r:id="rId5"/>
    <p:sldId id="1003" r:id="rId6"/>
    <p:sldId id="1009" r:id="rId7"/>
    <p:sldId id="984" r:id="rId8"/>
    <p:sldId id="261" r:id="rId9"/>
    <p:sldId id="258" r:id="rId10"/>
    <p:sldId id="1011" r:id="rId11"/>
    <p:sldId id="260" r:id="rId12"/>
    <p:sldId id="262" r:id="rId13"/>
    <p:sldId id="1013" r:id="rId14"/>
    <p:sldId id="1014" r:id="rId15"/>
    <p:sldId id="1006" r:id="rId16"/>
    <p:sldId id="1012" r:id="rId17"/>
    <p:sldId id="263" r:id="rId18"/>
    <p:sldId id="1015" r:id="rId19"/>
    <p:sldId id="1008" r:id="rId20"/>
    <p:sldId id="265" r:id="rId21"/>
    <p:sldId id="1004" r:id="rId22"/>
    <p:sldId id="298" r:id="rId23"/>
    <p:sldId id="302" r:id="rId24"/>
    <p:sldId id="300" r:id="rId25"/>
    <p:sldId id="299" r:id="rId26"/>
    <p:sldId id="259" r:id="rId27"/>
    <p:sldId id="257" r:id="rId28"/>
  </p:sldIdLst>
  <p:sldSz cx="9144000" cy="5143500" type="screen16x9"/>
  <p:notesSz cx="6858000" cy="9144000"/>
  <p:embeddedFontLst>
    <p:embeddedFont>
      <p:font typeface="Tahoma" panose="020B0604030504040204" pitchFamily="34" charset="0"/>
      <p:regular r:id="rId30"/>
      <p:bold r:id="rId31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2E62"/>
    <a:srgbClr val="9227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57E84F-BC56-4556-BE77-938D1D318633}" v="532" dt="2025-03-21T03:53:32.078"/>
  </p1510:revLst>
</p1510:revInfo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Pedro Calistro Torres de Miranda" userId="82558bf5-0a7c-4071-b398-5925c96dbeb2" providerId="ADAL" clId="{A357E84F-BC56-4556-BE77-938D1D318633}"/>
    <pc:docChg chg="undo custSel addSld delSld modSld sldOrd">
      <pc:chgData name="José Pedro Calistro Torres de Miranda" userId="82558bf5-0a7c-4071-b398-5925c96dbeb2" providerId="ADAL" clId="{A357E84F-BC56-4556-BE77-938D1D318633}" dt="2025-03-21T03:53:32.078" v="666"/>
      <pc:docMkLst>
        <pc:docMk/>
      </pc:docMkLst>
      <pc:sldChg chg="addSp delSp modSp add mod setBg modAnim">
        <pc:chgData name="José Pedro Calistro Torres de Miranda" userId="82558bf5-0a7c-4071-b398-5925c96dbeb2" providerId="ADAL" clId="{A357E84F-BC56-4556-BE77-938D1D318633}" dt="2025-03-21T03:42:27.940" v="579"/>
        <pc:sldMkLst>
          <pc:docMk/>
          <pc:sldMk cId="0" sldId="258"/>
        </pc:sldMkLst>
        <pc:spChg chg="mod">
          <ac:chgData name="José Pedro Calistro Torres de Miranda" userId="82558bf5-0a7c-4071-b398-5925c96dbeb2" providerId="ADAL" clId="{A357E84F-BC56-4556-BE77-938D1D318633}" dt="2025-03-21T03:42:20.895" v="577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A357E84F-BC56-4556-BE77-938D1D318633}" dt="2025-03-21T03:42:20.895" v="577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A357E84F-BC56-4556-BE77-938D1D318633}" dt="2025-03-21T03:42:20.895" v="577" actId="26606"/>
          <ac:spMkLst>
            <pc:docMk/>
            <pc:sldMk cId="0" sldId="258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A357E84F-BC56-4556-BE77-938D1D318633}" dt="2025-03-21T03:42:20.895" v="577" actId="26606"/>
          <ac:spMkLst>
            <pc:docMk/>
            <pc:sldMk cId="0" sldId="258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A357E84F-BC56-4556-BE77-938D1D318633}" dt="2025-03-21T03:42:20.895" v="577" actId="26606"/>
          <ac:spMkLst>
            <pc:docMk/>
            <pc:sldMk cId="0" sldId="258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A357E84F-BC56-4556-BE77-938D1D318633}" dt="2025-03-21T03:42:20.895" v="577" actId="26606"/>
          <ac:spMkLst>
            <pc:docMk/>
            <pc:sldMk cId="0" sldId="258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A357E84F-BC56-4556-BE77-938D1D318633}" dt="2025-03-21T03:42:20.895" v="577" actId="26606"/>
          <ac:graphicFrameMkLst>
            <pc:docMk/>
            <pc:sldMk cId="0" sldId="258"/>
            <ac:graphicFrameMk id="5" creationId="{9F2D88DD-2E9F-75FE-7BC2-82A8D759CC38}"/>
          </ac:graphicFrameMkLst>
        </pc:graphicFrameChg>
      </pc:sldChg>
      <pc:sldChg chg="addSp delSp modSp add mod setBg modAnim">
        <pc:chgData name="José Pedro Calistro Torres de Miranda" userId="82558bf5-0a7c-4071-b398-5925c96dbeb2" providerId="ADAL" clId="{A357E84F-BC56-4556-BE77-938D1D318633}" dt="2025-03-21T03:43:32.024" v="587"/>
        <pc:sldMkLst>
          <pc:docMk/>
          <pc:sldMk cId="0" sldId="260"/>
        </pc:sldMkLst>
        <pc:spChg chg="mod">
          <ac:chgData name="José Pedro Calistro Torres de Miranda" userId="82558bf5-0a7c-4071-b398-5925c96dbeb2" providerId="ADAL" clId="{A357E84F-BC56-4556-BE77-938D1D318633}" dt="2025-03-21T03:43:21.442" v="585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A357E84F-BC56-4556-BE77-938D1D318633}" dt="2025-03-21T03:43:21.442" v="585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A357E84F-BC56-4556-BE77-938D1D318633}" dt="2025-03-21T03:43:21.442" v="585" actId="26606"/>
          <ac:spMkLst>
            <pc:docMk/>
            <pc:sldMk cId="0" sldId="260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A357E84F-BC56-4556-BE77-938D1D318633}" dt="2025-03-21T03:43:21.442" v="585" actId="26606"/>
          <ac:spMkLst>
            <pc:docMk/>
            <pc:sldMk cId="0" sldId="260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A357E84F-BC56-4556-BE77-938D1D318633}" dt="2025-03-21T03:43:21.442" v="585" actId="26606"/>
          <ac:spMkLst>
            <pc:docMk/>
            <pc:sldMk cId="0" sldId="260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A357E84F-BC56-4556-BE77-938D1D318633}" dt="2025-03-21T03:43:21.442" v="585" actId="26606"/>
          <ac:spMkLst>
            <pc:docMk/>
            <pc:sldMk cId="0" sldId="260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A357E84F-BC56-4556-BE77-938D1D318633}" dt="2025-03-21T03:43:21.442" v="585" actId="26606"/>
          <ac:graphicFrameMkLst>
            <pc:docMk/>
            <pc:sldMk cId="0" sldId="260"/>
            <ac:graphicFrameMk id="5" creationId="{673D09D7-51CB-09A1-B5C0-8C2332C1411A}"/>
          </ac:graphicFrameMkLst>
        </pc:graphicFrameChg>
      </pc:sldChg>
      <pc:sldChg chg="addSp delSp modSp mod delAnim delDesignElem chgLayout">
        <pc:chgData name="José Pedro Calistro Torres de Miranda" userId="82558bf5-0a7c-4071-b398-5925c96dbeb2" providerId="ADAL" clId="{A357E84F-BC56-4556-BE77-938D1D318633}" dt="2025-03-21T03:43:10.493" v="584" actId="5793"/>
        <pc:sldMkLst>
          <pc:docMk/>
          <pc:sldMk cId="0" sldId="261"/>
        </pc:sldMkLst>
        <pc:spChg chg="mod ord">
          <ac:chgData name="José Pedro Calistro Torres de Miranda" userId="82558bf5-0a7c-4071-b398-5925c96dbeb2" providerId="ADAL" clId="{A357E84F-BC56-4556-BE77-938D1D318633}" dt="2025-03-21T03:34:17.451" v="559" actId="26606"/>
          <ac:spMkLst>
            <pc:docMk/>
            <pc:sldMk cId="0" sldId="261"/>
            <ac:spMk id="2" creationId="{00000000-0000-0000-0000-000000000000}"/>
          </ac:spMkLst>
        </pc:spChg>
        <pc:spChg chg="add del mod ord">
          <ac:chgData name="José Pedro Calistro Torres de Miranda" userId="82558bf5-0a7c-4071-b398-5925c96dbeb2" providerId="ADAL" clId="{A357E84F-BC56-4556-BE77-938D1D318633}" dt="2025-03-21T03:33:02.194" v="545" actId="700"/>
          <ac:spMkLst>
            <pc:docMk/>
            <pc:sldMk cId="0" sldId="261"/>
            <ac:spMk id="3" creationId="{FA05942C-4232-78E9-D9B4-3DEAE4A3F678}"/>
          </ac:spMkLst>
        </pc:spChg>
        <pc:spChg chg="add del mod">
          <ac:chgData name="José Pedro Calistro Torres de Miranda" userId="82558bf5-0a7c-4071-b398-5925c96dbeb2" providerId="ADAL" clId="{A357E84F-BC56-4556-BE77-938D1D318633}" dt="2025-03-21T02:07:50.623" v="464" actId="478"/>
          <ac:spMkLst>
            <pc:docMk/>
            <pc:sldMk cId="0" sldId="261"/>
            <ac:spMk id="4" creationId="{D3A71C8E-2B5B-BAF9-11E2-59BCAE5C143D}"/>
          </ac:spMkLst>
        </pc:spChg>
        <pc:spChg chg="add del">
          <ac:chgData name="José Pedro Calistro Torres de Miranda" userId="82558bf5-0a7c-4071-b398-5925c96dbeb2" providerId="ADAL" clId="{A357E84F-BC56-4556-BE77-938D1D318633}" dt="2025-03-21T03:33:15.789" v="548" actId="26606"/>
          <ac:spMkLst>
            <pc:docMk/>
            <pc:sldMk cId="0" sldId="261"/>
            <ac:spMk id="8" creationId="{1B15ED52-F352-441B-82BF-E0EA34836D08}"/>
          </ac:spMkLst>
        </pc:spChg>
        <pc:spChg chg="add del">
          <ac:chgData name="José Pedro Calistro Torres de Miranda" userId="82558bf5-0a7c-4071-b398-5925c96dbeb2" providerId="ADAL" clId="{A357E84F-BC56-4556-BE77-938D1D318633}" dt="2025-03-21T03:33:15.789" v="548" actId="26606"/>
          <ac:spMkLst>
            <pc:docMk/>
            <pc:sldMk cId="0" sldId="261"/>
            <ac:spMk id="9" creationId="{0C541B88-1AE9-40C3-AFD5-967787C1979F}"/>
          </ac:spMkLst>
        </pc:spChg>
        <pc:spChg chg="add">
          <ac:chgData name="José Pedro Calistro Torres de Miranda" userId="82558bf5-0a7c-4071-b398-5925c96dbeb2" providerId="ADAL" clId="{A357E84F-BC56-4556-BE77-938D1D318633}" dt="2025-03-21T03:33:07.546" v="546" actId="26606"/>
          <ac:spMkLst>
            <pc:docMk/>
            <pc:sldMk cId="0" sldId="261"/>
            <ac:spMk id="10" creationId="{3B2E3793-BFE6-45A2-9B7B-E18844431C99}"/>
          </ac:spMkLst>
        </pc:spChg>
        <pc:spChg chg="add del">
          <ac:chgData name="José Pedro Calistro Torres de Miranda" userId="82558bf5-0a7c-4071-b398-5925c96dbeb2" providerId="ADAL" clId="{A357E84F-BC56-4556-BE77-938D1D318633}" dt="2025-03-21T03:33:15.789" v="548" actId="26606"/>
          <ac:spMkLst>
            <pc:docMk/>
            <pc:sldMk cId="0" sldId="261"/>
            <ac:spMk id="11" creationId="{E5F17139-31EE-46AC-B04F-DBBD852DD6CB}"/>
          </ac:spMkLst>
        </pc:spChg>
        <pc:spChg chg="add del">
          <ac:chgData name="José Pedro Calistro Torres de Miranda" userId="82558bf5-0a7c-4071-b398-5925c96dbeb2" providerId="ADAL" clId="{A357E84F-BC56-4556-BE77-938D1D318633}" dt="2025-03-21T03:33:15.789" v="548" actId="26606"/>
          <ac:spMkLst>
            <pc:docMk/>
            <pc:sldMk cId="0" sldId="261"/>
            <ac:spMk id="12" creationId="{BC4C4868-CB8F-4AF9-9CDB-8108F2C19B67}"/>
          </ac:spMkLst>
        </pc:spChg>
        <pc:spChg chg="add del">
          <ac:chgData name="José Pedro Calistro Torres de Miranda" userId="82558bf5-0a7c-4071-b398-5925c96dbeb2" providerId="ADAL" clId="{A357E84F-BC56-4556-BE77-938D1D318633}" dt="2025-03-21T03:33:15.789" v="548" actId="26606"/>
          <ac:spMkLst>
            <pc:docMk/>
            <pc:sldMk cId="0" sldId="261"/>
            <ac:spMk id="16" creationId="{53E5B1A8-3AC9-4BD1-9BBC-78CA94F2D1BA}"/>
          </ac:spMkLst>
        </pc:spChg>
        <pc:spChg chg="add del">
          <ac:chgData name="José Pedro Calistro Torres de Miranda" userId="82558bf5-0a7c-4071-b398-5925c96dbeb2" providerId="ADAL" clId="{A357E84F-BC56-4556-BE77-938D1D318633}" dt="2025-03-21T03:33:15.789" v="548" actId="26606"/>
          <ac:spMkLst>
            <pc:docMk/>
            <pc:sldMk cId="0" sldId="261"/>
            <ac:spMk id="17" creationId="{89D16701-DA76-4F72-BB63-E2C3FFBDFE0F}"/>
          </ac:spMkLst>
        </pc:spChg>
        <pc:spChg chg="add del">
          <ac:chgData name="José Pedro Calistro Torres de Miranda" userId="82558bf5-0a7c-4071-b398-5925c96dbeb2" providerId="ADAL" clId="{A357E84F-BC56-4556-BE77-938D1D318633}" dt="2025-03-21T03:33:15.789" v="548" actId="26606"/>
          <ac:spMkLst>
            <pc:docMk/>
            <pc:sldMk cId="0" sldId="261"/>
            <ac:spMk id="19" creationId="{1CC28BE1-9DC6-43FE-9582-39F091098D77}"/>
          </ac:spMkLst>
        </pc:spChg>
        <pc:spChg chg="add del">
          <ac:chgData name="José Pedro Calistro Torres de Miranda" userId="82558bf5-0a7c-4071-b398-5925c96dbeb2" providerId="ADAL" clId="{A357E84F-BC56-4556-BE77-938D1D318633}" dt="2025-03-21T03:33:15.789" v="548" actId="26606"/>
          <ac:spMkLst>
            <pc:docMk/>
            <pc:sldMk cId="0" sldId="261"/>
            <ac:spMk id="36" creationId="{375E0459-6403-40CD-989D-56A4407CA12E}"/>
          </ac:spMkLst>
        </pc:spChg>
        <pc:spChg chg="add mod">
          <ac:chgData name="José Pedro Calistro Torres de Miranda" userId="82558bf5-0a7c-4071-b398-5925c96dbeb2" providerId="ADAL" clId="{A357E84F-BC56-4556-BE77-938D1D318633}" dt="2025-03-21T03:43:10.493" v="584" actId="5793"/>
          <ac:spMkLst>
            <pc:docMk/>
            <pc:sldMk cId="0" sldId="261"/>
            <ac:spMk id="37" creationId="{FA05942C-4232-78E9-D9B4-3DEAE4A3F678}"/>
          </ac:spMkLst>
        </pc:spChg>
        <pc:spChg chg="add del">
          <ac:chgData name="José Pedro Calistro Torres de Miranda" userId="82558bf5-0a7c-4071-b398-5925c96dbeb2" providerId="ADAL" clId="{A357E84F-BC56-4556-BE77-938D1D318633}" dt="2025-03-21T03:34:17.451" v="559" actId="26606"/>
          <ac:spMkLst>
            <pc:docMk/>
            <pc:sldMk cId="0" sldId="261"/>
            <ac:spMk id="44" creationId="{EDDBB197-D710-4A4F-A9CA-FD2177498BE8}"/>
          </ac:spMkLst>
        </pc:spChg>
        <pc:spChg chg="del">
          <ac:chgData name="José Pedro Calistro Torres de Miranda" userId="82558bf5-0a7c-4071-b398-5925c96dbeb2" providerId="ADAL" clId="{A357E84F-BC56-4556-BE77-938D1D318633}" dt="2025-03-21T03:34:17.451" v="559" actId="26606"/>
          <ac:spMkLst>
            <pc:docMk/>
            <pc:sldMk cId="0" sldId="261"/>
            <ac:spMk id="46" creationId="{975D1CFA-2CDB-4B64-BD9F-85744E8DA12F}"/>
          </ac:spMkLst>
        </pc:spChg>
        <pc:spChg chg="add">
          <ac:chgData name="José Pedro Calistro Torres de Miranda" userId="82558bf5-0a7c-4071-b398-5925c96dbeb2" providerId="ADAL" clId="{A357E84F-BC56-4556-BE77-938D1D318633}" dt="2025-03-21T03:34:17.451" v="559" actId="26606"/>
          <ac:spMkLst>
            <pc:docMk/>
            <pc:sldMk cId="0" sldId="261"/>
            <ac:spMk id="57" creationId="{B6FACB3C-9069-4791-BC5C-0DB7CD19B853}"/>
          </ac:spMkLst>
        </pc:spChg>
        <pc:spChg chg="add">
          <ac:chgData name="José Pedro Calistro Torres de Miranda" userId="82558bf5-0a7c-4071-b398-5925c96dbeb2" providerId="ADAL" clId="{A357E84F-BC56-4556-BE77-938D1D318633}" dt="2025-03-21T03:34:17.451" v="559" actId="26606"/>
          <ac:spMkLst>
            <pc:docMk/>
            <pc:sldMk cId="0" sldId="261"/>
            <ac:spMk id="59" creationId="{71F2038E-D777-4B76-81DD-DD13EE91B9DD}"/>
          </ac:spMkLst>
        </pc:spChg>
        <pc:grpChg chg="add del">
          <ac:chgData name="José Pedro Calistro Torres de Miranda" userId="82558bf5-0a7c-4071-b398-5925c96dbeb2" providerId="ADAL" clId="{A357E84F-BC56-4556-BE77-938D1D318633}" dt="2025-03-21T03:33:02.194" v="545" actId="700"/>
          <ac:grpSpMkLst>
            <pc:docMk/>
            <pc:sldMk cId="0" sldId="261"/>
            <ac:grpSpMk id="13" creationId="{7CF625D3-71A3-4F30-A096-8EF334E959D0}"/>
          </ac:grpSpMkLst>
        </pc:grpChg>
        <pc:grpChg chg="add del">
          <ac:chgData name="José Pedro Calistro Torres de Miranda" userId="82558bf5-0a7c-4071-b398-5925c96dbeb2" providerId="ADAL" clId="{A357E84F-BC56-4556-BE77-938D1D318633}" dt="2025-03-21T03:33:02.194" v="545" actId="700"/>
          <ac:grpSpMkLst>
            <pc:docMk/>
            <pc:sldMk cId="0" sldId="261"/>
            <ac:grpSpMk id="21" creationId="{AF9AF3F3-CE0C-4125-BDD7-346487FA0B40}"/>
          </ac:grpSpMkLst>
        </pc:grpChg>
        <pc:grpChg chg="del">
          <ac:chgData name="José Pedro Calistro Torres de Miranda" userId="82558bf5-0a7c-4071-b398-5925c96dbeb2" providerId="ADAL" clId="{A357E84F-BC56-4556-BE77-938D1D318633}" dt="2025-03-21T03:34:17.451" v="559" actId="26606"/>
          <ac:grpSpMkLst>
            <pc:docMk/>
            <pc:sldMk cId="0" sldId="261"/>
            <ac:grpSpMk id="48" creationId="{25EE5136-01F1-466C-962D-BA9B4C6757AA}"/>
          </ac:grpSpMkLst>
        </pc:grpChg>
        <pc:grpChg chg="add">
          <ac:chgData name="José Pedro Calistro Torres de Miranda" userId="82558bf5-0a7c-4071-b398-5925c96dbeb2" providerId="ADAL" clId="{A357E84F-BC56-4556-BE77-938D1D318633}" dt="2025-03-21T03:34:17.451" v="559" actId="26606"/>
          <ac:grpSpMkLst>
            <pc:docMk/>
            <pc:sldMk cId="0" sldId="261"/>
            <ac:grpSpMk id="61" creationId="{DD354807-230F-4402-B1B9-F733A8F1F190}"/>
          </ac:grpSpMkLst>
        </pc:grpChg>
        <pc:graphicFrameChg chg="del mod">
          <ac:chgData name="José Pedro Calistro Torres de Miranda" userId="82558bf5-0a7c-4071-b398-5925c96dbeb2" providerId="ADAL" clId="{A357E84F-BC56-4556-BE77-938D1D318633}" dt="2025-03-21T02:07:47.397" v="463" actId="478"/>
          <ac:graphicFrameMkLst>
            <pc:docMk/>
            <pc:sldMk cId="0" sldId="261"/>
            <ac:graphicFrameMk id="5" creationId="{03D1F296-A264-0232-05AA-51FB27D95001}"/>
          </ac:graphicFrameMkLst>
        </pc:graphicFrameChg>
        <pc:picChg chg="mod">
          <ac:chgData name="José Pedro Calistro Torres de Miranda" userId="82558bf5-0a7c-4071-b398-5925c96dbeb2" providerId="ADAL" clId="{A357E84F-BC56-4556-BE77-938D1D318633}" dt="2025-03-21T03:34:17.451" v="559" actId="26606"/>
          <ac:picMkLst>
            <pc:docMk/>
            <pc:sldMk cId="0" sldId="261"/>
            <ac:picMk id="41" creationId="{2C392FF6-B7F8-C220-2153-AC19B03E1B5B}"/>
          </ac:picMkLst>
        </pc:picChg>
      </pc:sldChg>
      <pc:sldChg chg="addSp delSp modSp mod ord delAnim modAnim">
        <pc:chgData name="José Pedro Calistro Torres de Miranda" userId="82558bf5-0a7c-4071-b398-5925c96dbeb2" providerId="ADAL" clId="{A357E84F-BC56-4556-BE77-938D1D318633}" dt="2025-03-21T03:44:11.782" v="595"/>
        <pc:sldMkLst>
          <pc:docMk/>
          <pc:sldMk cId="0" sldId="262"/>
        </pc:sldMkLst>
        <pc:spChg chg="mod">
          <ac:chgData name="José Pedro Calistro Torres de Miranda" userId="82558bf5-0a7c-4071-b398-5925c96dbeb2" providerId="ADAL" clId="{A357E84F-BC56-4556-BE77-938D1D318633}" dt="2025-03-21T03:35:24.532" v="563" actId="26606"/>
          <ac:spMkLst>
            <pc:docMk/>
            <pc:sldMk cId="0" sldId="262"/>
            <ac:spMk id="2" creationId="{00000000-0000-0000-0000-000000000000}"/>
          </ac:spMkLst>
        </pc:spChg>
        <pc:spChg chg="add del mod">
          <ac:chgData name="José Pedro Calistro Torres de Miranda" userId="82558bf5-0a7c-4071-b398-5925c96dbeb2" providerId="ADAL" clId="{A357E84F-BC56-4556-BE77-938D1D318633}" dt="2025-03-21T03:35:24.532" v="563" actId="26606"/>
          <ac:spMkLst>
            <pc:docMk/>
            <pc:sldMk cId="0" sldId="262"/>
            <ac:spMk id="4" creationId="{7F0EB1E9-C951-D74A-EDDF-98A5BD3AE31D}"/>
          </ac:spMkLst>
        </pc:spChg>
        <pc:spChg chg="add del">
          <ac:chgData name="José Pedro Calistro Torres de Miranda" userId="82558bf5-0a7c-4071-b398-5925c96dbeb2" providerId="ADAL" clId="{A357E84F-BC56-4556-BE77-938D1D318633}" dt="2025-03-21T03:35:24.532" v="563" actId="26606"/>
          <ac:spMkLst>
            <pc:docMk/>
            <pc:sldMk cId="0" sldId="262"/>
            <ac:spMk id="9" creationId="{0C541B88-1AE9-40C3-AFD5-967787C1979F}"/>
          </ac:spMkLst>
        </pc:spChg>
        <pc:spChg chg="add del">
          <ac:chgData name="José Pedro Calistro Torres de Miranda" userId="82558bf5-0a7c-4071-b398-5925c96dbeb2" providerId="ADAL" clId="{A357E84F-BC56-4556-BE77-938D1D318633}" dt="2025-03-21T03:35:24.532" v="563" actId="26606"/>
          <ac:spMkLst>
            <pc:docMk/>
            <pc:sldMk cId="0" sldId="262"/>
            <ac:spMk id="11" creationId="{E5F17139-31EE-46AC-B04F-DBBD852DD6CB}"/>
          </ac:spMkLst>
        </pc:spChg>
        <pc:spChg chg="add del">
          <ac:chgData name="José Pedro Calistro Torres de Miranda" userId="82558bf5-0a7c-4071-b398-5925c96dbeb2" providerId="ADAL" clId="{A357E84F-BC56-4556-BE77-938D1D318633}" dt="2025-03-21T03:35:24.532" v="563" actId="26606"/>
          <ac:spMkLst>
            <pc:docMk/>
            <pc:sldMk cId="0" sldId="262"/>
            <ac:spMk id="17" creationId="{89D16701-DA76-4F72-BB63-E2C3FFBDFE0F}"/>
          </ac:spMkLst>
        </pc:spChg>
        <pc:spChg chg="add del">
          <ac:chgData name="José Pedro Calistro Torres de Miranda" userId="82558bf5-0a7c-4071-b398-5925c96dbeb2" providerId="ADAL" clId="{A357E84F-BC56-4556-BE77-938D1D318633}" dt="2025-03-21T03:35:24.532" v="563" actId="26606"/>
          <ac:spMkLst>
            <pc:docMk/>
            <pc:sldMk cId="0" sldId="262"/>
            <ac:spMk id="19" creationId="{1CC28BE1-9DC6-43FE-9582-39F091098D77}"/>
          </ac:spMkLst>
        </pc:spChg>
        <pc:spChg chg="add">
          <ac:chgData name="José Pedro Calistro Torres de Miranda" userId="82558bf5-0a7c-4071-b398-5925c96dbeb2" providerId="ADAL" clId="{A357E84F-BC56-4556-BE77-938D1D318633}" dt="2025-03-21T03:35:24.532" v="563" actId="26606"/>
          <ac:spMkLst>
            <pc:docMk/>
            <pc:sldMk cId="0" sldId="262"/>
            <ac:spMk id="40" creationId="{16AC3602-3348-4F31-9E43-076B03514ECB}"/>
          </ac:spMkLst>
        </pc:spChg>
        <pc:spChg chg="add del">
          <ac:chgData name="José Pedro Calistro Torres de Miranda" userId="82558bf5-0a7c-4071-b398-5925c96dbeb2" providerId="ADAL" clId="{A357E84F-BC56-4556-BE77-938D1D318633}" dt="2025-03-21T03:35:24.512" v="562" actId="26606"/>
          <ac:spMkLst>
            <pc:docMk/>
            <pc:sldMk cId="0" sldId="262"/>
            <ac:spMk id="41" creationId="{B6FACB3C-9069-4791-BC5C-0DB7CD19B853}"/>
          </ac:spMkLst>
        </pc:spChg>
        <pc:spChg chg="add">
          <ac:chgData name="José Pedro Calistro Torres de Miranda" userId="82558bf5-0a7c-4071-b398-5925c96dbeb2" providerId="ADAL" clId="{A357E84F-BC56-4556-BE77-938D1D318633}" dt="2025-03-21T03:35:24.532" v="563" actId="26606"/>
          <ac:spMkLst>
            <pc:docMk/>
            <pc:sldMk cId="0" sldId="262"/>
            <ac:spMk id="42" creationId="{394094B0-A6C9-44BE-9042-66EF0612F625}"/>
          </ac:spMkLst>
        </pc:spChg>
        <pc:spChg chg="add del">
          <ac:chgData name="José Pedro Calistro Torres de Miranda" userId="82558bf5-0a7c-4071-b398-5925c96dbeb2" providerId="ADAL" clId="{A357E84F-BC56-4556-BE77-938D1D318633}" dt="2025-03-21T03:35:24.512" v="562" actId="26606"/>
          <ac:spMkLst>
            <pc:docMk/>
            <pc:sldMk cId="0" sldId="262"/>
            <ac:spMk id="43" creationId="{71F2038E-D777-4B76-81DD-DD13EE91B9DD}"/>
          </ac:spMkLst>
        </pc:spChg>
        <pc:spChg chg="add">
          <ac:chgData name="José Pedro Calistro Torres de Miranda" userId="82558bf5-0a7c-4071-b398-5925c96dbeb2" providerId="ADAL" clId="{A357E84F-BC56-4556-BE77-938D1D318633}" dt="2025-03-21T03:35:24.532" v="563" actId="26606"/>
          <ac:spMkLst>
            <pc:docMk/>
            <pc:sldMk cId="0" sldId="262"/>
            <ac:spMk id="44" creationId="{64C2CA96-0B16-4AA7-B340-33044D238597}"/>
          </ac:spMkLst>
        </pc:spChg>
        <pc:spChg chg="add">
          <ac:chgData name="José Pedro Calistro Torres de Miranda" userId="82558bf5-0a7c-4071-b398-5925c96dbeb2" providerId="ADAL" clId="{A357E84F-BC56-4556-BE77-938D1D318633}" dt="2025-03-21T03:35:24.532" v="563" actId="26606"/>
          <ac:spMkLst>
            <pc:docMk/>
            <pc:sldMk cId="0" sldId="262"/>
            <ac:spMk id="51" creationId="{1D50D7A8-F1D5-4306-8A9B-DD7A73EB8BCE}"/>
          </ac:spMkLst>
        </pc:spChg>
        <pc:grpChg chg="add del">
          <ac:chgData name="José Pedro Calistro Torres de Miranda" userId="82558bf5-0a7c-4071-b398-5925c96dbeb2" providerId="ADAL" clId="{A357E84F-BC56-4556-BE77-938D1D318633}" dt="2025-03-21T03:35:24.512" v="562" actId="26606"/>
          <ac:grpSpMkLst>
            <pc:docMk/>
            <pc:sldMk cId="0" sldId="262"/>
            <ac:grpSpMk id="45" creationId="{DD354807-230F-4402-B1B9-F733A8F1F190}"/>
          </ac:grpSpMkLst>
        </pc:grpChg>
        <pc:graphicFrameChg chg="del">
          <ac:chgData name="José Pedro Calistro Torres de Miranda" userId="82558bf5-0a7c-4071-b398-5925c96dbeb2" providerId="ADAL" clId="{A357E84F-BC56-4556-BE77-938D1D318633}" dt="2025-03-21T02:08:11.886" v="478" actId="478"/>
          <ac:graphicFrameMkLst>
            <pc:docMk/>
            <pc:sldMk cId="0" sldId="262"/>
            <ac:graphicFrameMk id="5" creationId="{31347795-D8EC-024E-94BA-D5795EBE59F2}"/>
          </ac:graphicFrameMkLst>
        </pc:graphicFrameChg>
        <pc:picChg chg="add del">
          <ac:chgData name="José Pedro Calistro Torres de Miranda" userId="82558bf5-0a7c-4071-b398-5925c96dbeb2" providerId="ADAL" clId="{A357E84F-BC56-4556-BE77-938D1D318633}" dt="2025-03-21T03:35:24.512" v="562" actId="26606"/>
          <ac:picMkLst>
            <pc:docMk/>
            <pc:sldMk cId="0" sldId="262"/>
            <ac:picMk id="38" creationId="{11362416-F570-4242-8D62-B1309382F9B9}"/>
          </ac:picMkLst>
        </pc:picChg>
      </pc:sldChg>
      <pc:sldChg chg="addSp delSp modSp add mod setBg modAnim">
        <pc:chgData name="José Pedro Calistro Torres de Miranda" userId="82558bf5-0a7c-4071-b398-5925c96dbeb2" providerId="ADAL" clId="{A357E84F-BC56-4556-BE77-938D1D318633}" dt="2025-03-21T02:37:08.532" v="513"/>
        <pc:sldMkLst>
          <pc:docMk/>
          <pc:sldMk cId="0" sldId="263"/>
        </pc:sldMkLst>
        <pc:spChg chg="mod">
          <ac:chgData name="José Pedro Calistro Torres de Miranda" userId="82558bf5-0a7c-4071-b398-5925c96dbeb2" providerId="ADAL" clId="{A357E84F-BC56-4556-BE77-938D1D318633}" dt="2025-03-21T02:35:11.425" v="493" actId="26606"/>
          <ac:spMkLst>
            <pc:docMk/>
            <pc:sldMk cId="0" sldId="263"/>
            <ac:spMk id="2" creationId="{00000000-0000-0000-0000-000000000000}"/>
          </ac:spMkLst>
        </pc:spChg>
        <pc:spChg chg="add del mod">
          <ac:chgData name="José Pedro Calistro Torres de Miranda" userId="82558bf5-0a7c-4071-b398-5925c96dbeb2" providerId="ADAL" clId="{A357E84F-BC56-4556-BE77-938D1D318633}" dt="2025-03-21T02:35:11.425" v="493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José Pedro Calistro Torres de Miranda" userId="82558bf5-0a7c-4071-b398-5925c96dbeb2" providerId="ADAL" clId="{A357E84F-BC56-4556-BE77-938D1D318633}" dt="2025-03-21T02:35:11.405" v="492" actId="26606"/>
          <ac:spMkLst>
            <pc:docMk/>
            <pc:sldMk cId="0" sldId="263"/>
            <ac:spMk id="9" creationId="{BACC6370-2D7E-4714-9D71-7542949D7D5D}"/>
          </ac:spMkLst>
        </pc:spChg>
        <pc:spChg chg="add del">
          <ac:chgData name="José Pedro Calistro Torres de Miranda" userId="82558bf5-0a7c-4071-b398-5925c96dbeb2" providerId="ADAL" clId="{A357E84F-BC56-4556-BE77-938D1D318633}" dt="2025-03-21T02:35:11.405" v="492" actId="26606"/>
          <ac:spMkLst>
            <pc:docMk/>
            <pc:sldMk cId="0" sldId="263"/>
            <ac:spMk id="11" creationId="{F68B3F68-107C-434F-AA38-110D5EA91B85}"/>
          </ac:spMkLst>
        </pc:spChg>
        <pc:spChg chg="add del">
          <ac:chgData name="José Pedro Calistro Torres de Miranda" userId="82558bf5-0a7c-4071-b398-5925c96dbeb2" providerId="ADAL" clId="{A357E84F-BC56-4556-BE77-938D1D318633}" dt="2025-03-21T02:35:11.405" v="492" actId="26606"/>
          <ac:spMkLst>
            <pc:docMk/>
            <pc:sldMk cId="0" sldId="263"/>
            <ac:spMk id="13" creationId="{AAD0DBB9-1A4B-4391-81D4-CB19F9AB918A}"/>
          </ac:spMkLst>
        </pc:spChg>
        <pc:spChg chg="add del">
          <ac:chgData name="José Pedro Calistro Torres de Miranda" userId="82558bf5-0a7c-4071-b398-5925c96dbeb2" providerId="ADAL" clId="{A357E84F-BC56-4556-BE77-938D1D318633}" dt="2025-03-21T02:35:11.405" v="492" actId="26606"/>
          <ac:spMkLst>
            <pc:docMk/>
            <pc:sldMk cId="0" sldId="263"/>
            <ac:spMk id="15" creationId="{063BBA22-50EA-4C4D-BE05-F1CE4E63AA56}"/>
          </ac:spMkLst>
        </pc:spChg>
        <pc:spChg chg="add">
          <ac:chgData name="José Pedro Calistro Torres de Miranda" userId="82558bf5-0a7c-4071-b398-5925c96dbeb2" providerId="ADAL" clId="{A357E84F-BC56-4556-BE77-938D1D318633}" dt="2025-03-21T02:35:11.425" v="493" actId="26606"/>
          <ac:spMkLst>
            <pc:docMk/>
            <pc:sldMk cId="0" sldId="263"/>
            <ac:spMk id="17" creationId="{BACC6370-2D7E-4714-9D71-7542949D7D5D}"/>
          </ac:spMkLst>
        </pc:spChg>
        <pc:spChg chg="add">
          <ac:chgData name="José Pedro Calistro Torres de Miranda" userId="82558bf5-0a7c-4071-b398-5925c96dbeb2" providerId="ADAL" clId="{A357E84F-BC56-4556-BE77-938D1D318633}" dt="2025-03-21T02:35:11.425" v="493" actId="26606"/>
          <ac:spMkLst>
            <pc:docMk/>
            <pc:sldMk cId="0" sldId="263"/>
            <ac:spMk id="18" creationId="{F68B3F68-107C-434F-AA38-110D5EA91B85}"/>
          </ac:spMkLst>
        </pc:spChg>
        <pc:spChg chg="add">
          <ac:chgData name="José Pedro Calistro Torres de Miranda" userId="82558bf5-0a7c-4071-b398-5925c96dbeb2" providerId="ADAL" clId="{A357E84F-BC56-4556-BE77-938D1D318633}" dt="2025-03-21T02:35:11.425" v="493" actId="26606"/>
          <ac:spMkLst>
            <pc:docMk/>
            <pc:sldMk cId="0" sldId="263"/>
            <ac:spMk id="19" creationId="{AAD0DBB9-1A4B-4391-81D4-CB19F9AB918A}"/>
          </ac:spMkLst>
        </pc:spChg>
        <pc:spChg chg="add">
          <ac:chgData name="José Pedro Calistro Torres de Miranda" userId="82558bf5-0a7c-4071-b398-5925c96dbeb2" providerId="ADAL" clId="{A357E84F-BC56-4556-BE77-938D1D318633}" dt="2025-03-21T02:35:11.425" v="493" actId="26606"/>
          <ac:spMkLst>
            <pc:docMk/>
            <pc:sldMk cId="0" sldId="263"/>
            <ac:spMk id="20" creationId="{063BBA22-50EA-4C4D-BE05-F1CE4E63AA56}"/>
          </ac:spMkLst>
        </pc:spChg>
        <pc:graphicFrameChg chg="add del">
          <ac:chgData name="José Pedro Calistro Torres de Miranda" userId="82558bf5-0a7c-4071-b398-5925c96dbeb2" providerId="ADAL" clId="{A357E84F-BC56-4556-BE77-938D1D318633}" dt="2025-03-21T02:35:11.405" v="492" actId="26606"/>
          <ac:graphicFrameMkLst>
            <pc:docMk/>
            <pc:sldMk cId="0" sldId="263"/>
            <ac:graphicFrameMk id="5" creationId="{EC922CAB-F0FA-B5EE-BF09-2DAB38C0F6AB}"/>
          </ac:graphicFrameMkLst>
        </pc:graphicFrameChg>
        <pc:graphicFrameChg chg="add mod">
          <ac:chgData name="José Pedro Calistro Torres de Miranda" userId="82558bf5-0a7c-4071-b398-5925c96dbeb2" providerId="ADAL" clId="{A357E84F-BC56-4556-BE77-938D1D318633}" dt="2025-03-21T02:36:08.411" v="502"/>
          <ac:graphicFrameMkLst>
            <pc:docMk/>
            <pc:sldMk cId="0" sldId="263"/>
            <ac:graphicFrameMk id="21" creationId="{F2A2CCB9-5E6C-56DB-E7A6-2A7B1A64CE6D}"/>
          </ac:graphicFrameMkLst>
        </pc:graphicFrameChg>
      </pc:sldChg>
      <pc:sldChg chg="modSp del mod ord">
        <pc:chgData name="José Pedro Calistro Torres de Miranda" userId="82558bf5-0a7c-4071-b398-5925c96dbeb2" providerId="ADAL" clId="{A357E84F-BC56-4556-BE77-938D1D318633}" dt="2025-03-21T03:36:11.622" v="567" actId="47"/>
        <pc:sldMkLst>
          <pc:docMk/>
          <pc:sldMk cId="0" sldId="264"/>
        </pc:sldMkLst>
        <pc:spChg chg="mod">
          <ac:chgData name="José Pedro Calistro Torres de Miranda" userId="82558bf5-0a7c-4071-b398-5925c96dbeb2" providerId="ADAL" clId="{A357E84F-BC56-4556-BE77-938D1D318633}" dt="2025-03-21T03:20:46.731" v="517"/>
          <ac:spMkLst>
            <pc:docMk/>
            <pc:sldMk cId="0" sldId="264"/>
            <ac:spMk id="2" creationId="{00000000-0000-0000-0000-000000000000}"/>
          </ac:spMkLst>
        </pc:spChg>
      </pc:sldChg>
      <pc:sldChg chg="modSp">
        <pc:chgData name="José Pedro Calistro Torres de Miranda" userId="82558bf5-0a7c-4071-b398-5925c96dbeb2" providerId="ADAL" clId="{A357E84F-BC56-4556-BE77-938D1D318633}" dt="2025-03-21T03:23:18.821" v="543" actId="20577"/>
        <pc:sldMkLst>
          <pc:docMk/>
          <pc:sldMk cId="0" sldId="265"/>
        </pc:sldMkLst>
        <pc:graphicFrameChg chg="mod">
          <ac:chgData name="José Pedro Calistro Torres de Miranda" userId="82558bf5-0a7c-4071-b398-5925c96dbeb2" providerId="ADAL" clId="{A357E84F-BC56-4556-BE77-938D1D318633}" dt="2025-03-21T03:23:18.821" v="543" actId="20577"/>
          <ac:graphicFrameMkLst>
            <pc:docMk/>
            <pc:sldMk cId="0" sldId="265"/>
            <ac:graphicFrameMk id="5" creationId="{98141E8A-014A-1FE7-B843-764B3434C82D}"/>
          </ac:graphicFrameMkLst>
        </pc:graphicFrameChg>
      </pc:sldChg>
      <pc:sldChg chg="modSp modAnim">
        <pc:chgData name="José Pedro Calistro Torres de Miranda" userId="82558bf5-0a7c-4071-b398-5925c96dbeb2" providerId="ADAL" clId="{A357E84F-BC56-4556-BE77-938D1D318633}" dt="2025-03-21T01:50:49.886" v="0"/>
        <pc:sldMkLst>
          <pc:docMk/>
          <pc:sldMk cId="3917579560" sldId="319"/>
        </pc:sldMkLst>
        <pc:spChg chg="mod">
          <ac:chgData name="José Pedro Calistro Torres de Miranda" userId="82558bf5-0a7c-4071-b398-5925c96dbeb2" providerId="ADAL" clId="{A357E84F-BC56-4556-BE77-938D1D318633}" dt="2025-03-21T01:50:49.886" v="0"/>
          <ac:spMkLst>
            <pc:docMk/>
            <pc:sldMk cId="3917579560" sldId="319"/>
            <ac:spMk id="3" creationId="{D8726801-AA1F-7181-A680-DBA3E16E4C55}"/>
          </ac:spMkLst>
        </pc:spChg>
      </pc:sldChg>
      <pc:sldChg chg="modSp modAnim">
        <pc:chgData name="José Pedro Calistro Torres de Miranda" userId="82558bf5-0a7c-4071-b398-5925c96dbeb2" providerId="ADAL" clId="{A357E84F-BC56-4556-BE77-938D1D318633}" dt="2025-03-21T01:52:03.682" v="3"/>
        <pc:sldMkLst>
          <pc:docMk/>
          <pc:sldMk cId="0" sldId="958"/>
        </pc:sldMkLst>
        <pc:graphicFrameChg chg="mod">
          <ac:chgData name="José Pedro Calistro Torres de Miranda" userId="82558bf5-0a7c-4071-b398-5925c96dbeb2" providerId="ADAL" clId="{A357E84F-BC56-4556-BE77-938D1D318633}" dt="2025-03-21T01:52:03.682" v="3"/>
          <ac:graphicFrameMkLst>
            <pc:docMk/>
            <pc:sldMk cId="0" sldId="958"/>
            <ac:graphicFrameMk id="3" creationId="{18ACB36A-1D6D-9C77-41FD-2D1E463AC96D}"/>
          </ac:graphicFrameMkLst>
        </pc:graphicFrameChg>
      </pc:sldChg>
      <pc:sldChg chg="modSp mod modAnim">
        <pc:chgData name="José Pedro Calistro Torres de Miranda" userId="82558bf5-0a7c-4071-b398-5925c96dbeb2" providerId="ADAL" clId="{A357E84F-BC56-4556-BE77-938D1D318633}" dt="2025-03-21T01:54:59.463" v="98" actId="20577"/>
        <pc:sldMkLst>
          <pc:docMk/>
          <pc:sldMk cId="0" sldId="984"/>
        </pc:sldMkLst>
        <pc:spChg chg="mod">
          <ac:chgData name="José Pedro Calistro Torres de Miranda" userId="82558bf5-0a7c-4071-b398-5925c96dbeb2" providerId="ADAL" clId="{A357E84F-BC56-4556-BE77-938D1D318633}" dt="2025-03-21T01:53:12.023" v="8"/>
          <ac:spMkLst>
            <pc:docMk/>
            <pc:sldMk cId="0" sldId="984"/>
            <ac:spMk id="2" creationId="{00000000-0000-0000-0000-000000000000}"/>
          </ac:spMkLst>
        </pc:spChg>
        <pc:graphicFrameChg chg="mod">
          <ac:chgData name="José Pedro Calistro Torres de Miranda" userId="82558bf5-0a7c-4071-b398-5925c96dbeb2" providerId="ADAL" clId="{A357E84F-BC56-4556-BE77-938D1D318633}" dt="2025-03-21T01:54:59.463" v="98" actId="20577"/>
          <ac:graphicFrameMkLst>
            <pc:docMk/>
            <pc:sldMk cId="0" sldId="984"/>
            <ac:graphicFrameMk id="23" creationId="{0B3BFA52-6EBC-C96F-6254-C8AB79621032}"/>
          </ac:graphicFrameMkLst>
        </pc:graphicFrameChg>
      </pc:sldChg>
      <pc:sldChg chg="del">
        <pc:chgData name="José Pedro Calistro Torres de Miranda" userId="82558bf5-0a7c-4071-b398-5925c96dbeb2" providerId="ADAL" clId="{A357E84F-BC56-4556-BE77-938D1D318633}" dt="2025-03-21T02:07:39.792" v="461" actId="47"/>
        <pc:sldMkLst>
          <pc:docMk/>
          <pc:sldMk cId="0" sldId="985"/>
        </pc:sldMkLst>
      </pc:sldChg>
      <pc:sldChg chg="del">
        <pc:chgData name="José Pedro Calistro Torres de Miranda" userId="82558bf5-0a7c-4071-b398-5925c96dbeb2" providerId="ADAL" clId="{A357E84F-BC56-4556-BE77-938D1D318633}" dt="2025-03-21T02:32:47.395" v="480" actId="47"/>
        <pc:sldMkLst>
          <pc:docMk/>
          <pc:sldMk cId="0" sldId="986"/>
        </pc:sldMkLst>
      </pc:sldChg>
      <pc:sldChg chg="modSp modAnim">
        <pc:chgData name="José Pedro Calistro Torres de Miranda" userId="82558bf5-0a7c-4071-b398-5925c96dbeb2" providerId="ADAL" clId="{A357E84F-BC56-4556-BE77-938D1D318633}" dt="2025-03-21T02:07:28.894" v="460" actId="20577"/>
        <pc:sldMkLst>
          <pc:docMk/>
          <pc:sldMk cId="1971581788" sldId="988"/>
        </pc:sldMkLst>
        <pc:graphicFrameChg chg="mod">
          <ac:chgData name="José Pedro Calistro Torres de Miranda" userId="82558bf5-0a7c-4071-b398-5925c96dbeb2" providerId="ADAL" clId="{A357E84F-BC56-4556-BE77-938D1D318633}" dt="2025-03-21T02:07:28.894" v="460" actId="20577"/>
          <ac:graphicFrameMkLst>
            <pc:docMk/>
            <pc:sldMk cId="1971581788" sldId="988"/>
            <ac:graphicFrameMk id="6" creationId="{20AFA1E8-0C06-C3A0-AFAF-B336623129AF}"/>
          </ac:graphicFrameMkLst>
        </pc:graphicFrameChg>
      </pc:sldChg>
      <pc:sldChg chg="del">
        <pc:chgData name="José Pedro Calistro Torres de Miranda" userId="82558bf5-0a7c-4071-b398-5925c96dbeb2" providerId="ADAL" clId="{A357E84F-BC56-4556-BE77-938D1D318633}" dt="2025-03-21T01:52:35.946" v="4" actId="47"/>
        <pc:sldMkLst>
          <pc:docMk/>
          <pc:sldMk cId="0" sldId="990"/>
        </pc:sldMkLst>
      </pc:sldChg>
      <pc:sldChg chg="del">
        <pc:chgData name="José Pedro Calistro Torres de Miranda" userId="82558bf5-0a7c-4071-b398-5925c96dbeb2" providerId="ADAL" clId="{A357E84F-BC56-4556-BE77-938D1D318633}" dt="2025-03-21T01:52:35.946" v="4" actId="47"/>
        <pc:sldMkLst>
          <pc:docMk/>
          <pc:sldMk cId="0" sldId="991"/>
        </pc:sldMkLst>
      </pc:sldChg>
      <pc:sldChg chg="del">
        <pc:chgData name="José Pedro Calistro Torres de Miranda" userId="82558bf5-0a7c-4071-b398-5925c96dbeb2" providerId="ADAL" clId="{A357E84F-BC56-4556-BE77-938D1D318633}" dt="2025-03-21T01:52:35.946" v="4" actId="47"/>
        <pc:sldMkLst>
          <pc:docMk/>
          <pc:sldMk cId="0" sldId="992"/>
        </pc:sldMkLst>
      </pc:sldChg>
      <pc:sldChg chg="del">
        <pc:chgData name="José Pedro Calistro Torres de Miranda" userId="82558bf5-0a7c-4071-b398-5925c96dbeb2" providerId="ADAL" clId="{A357E84F-BC56-4556-BE77-938D1D318633}" dt="2025-03-21T01:52:35.946" v="4" actId="47"/>
        <pc:sldMkLst>
          <pc:docMk/>
          <pc:sldMk cId="0" sldId="993"/>
        </pc:sldMkLst>
      </pc:sldChg>
      <pc:sldChg chg="del">
        <pc:chgData name="José Pedro Calistro Torres de Miranda" userId="82558bf5-0a7c-4071-b398-5925c96dbeb2" providerId="ADAL" clId="{A357E84F-BC56-4556-BE77-938D1D318633}" dt="2025-03-21T01:52:35.946" v="4" actId="47"/>
        <pc:sldMkLst>
          <pc:docMk/>
          <pc:sldMk cId="0" sldId="994"/>
        </pc:sldMkLst>
      </pc:sldChg>
      <pc:sldChg chg="del">
        <pc:chgData name="José Pedro Calistro Torres de Miranda" userId="82558bf5-0a7c-4071-b398-5925c96dbeb2" providerId="ADAL" clId="{A357E84F-BC56-4556-BE77-938D1D318633}" dt="2025-03-21T02:08:26.422" v="479" actId="47"/>
        <pc:sldMkLst>
          <pc:docMk/>
          <pc:sldMk cId="3841610715" sldId="995"/>
        </pc:sldMkLst>
      </pc:sldChg>
      <pc:sldChg chg="del">
        <pc:chgData name="José Pedro Calistro Torres de Miranda" userId="82558bf5-0a7c-4071-b398-5925c96dbeb2" providerId="ADAL" clId="{A357E84F-BC56-4556-BE77-938D1D318633}" dt="2025-03-21T02:08:26.422" v="479" actId="47"/>
        <pc:sldMkLst>
          <pc:docMk/>
          <pc:sldMk cId="2566438712" sldId="996"/>
        </pc:sldMkLst>
      </pc:sldChg>
      <pc:sldChg chg="del">
        <pc:chgData name="José Pedro Calistro Torres de Miranda" userId="82558bf5-0a7c-4071-b398-5925c96dbeb2" providerId="ADAL" clId="{A357E84F-BC56-4556-BE77-938D1D318633}" dt="2025-03-21T02:08:26.422" v="479" actId="47"/>
        <pc:sldMkLst>
          <pc:docMk/>
          <pc:sldMk cId="2399430800" sldId="997"/>
        </pc:sldMkLst>
      </pc:sldChg>
      <pc:sldChg chg="del">
        <pc:chgData name="José Pedro Calistro Torres de Miranda" userId="82558bf5-0a7c-4071-b398-5925c96dbeb2" providerId="ADAL" clId="{A357E84F-BC56-4556-BE77-938D1D318633}" dt="2025-03-21T02:32:47.395" v="480" actId="47"/>
        <pc:sldMkLst>
          <pc:docMk/>
          <pc:sldMk cId="1126698103" sldId="998"/>
        </pc:sldMkLst>
      </pc:sldChg>
      <pc:sldChg chg="del">
        <pc:chgData name="José Pedro Calistro Torres de Miranda" userId="82558bf5-0a7c-4071-b398-5925c96dbeb2" providerId="ADAL" clId="{A357E84F-BC56-4556-BE77-938D1D318633}" dt="2025-03-21T02:32:47.395" v="480" actId="47"/>
        <pc:sldMkLst>
          <pc:docMk/>
          <pc:sldMk cId="702420558" sldId="999"/>
        </pc:sldMkLst>
      </pc:sldChg>
      <pc:sldChg chg="del">
        <pc:chgData name="José Pedro Calistro Torres de Miranda" userId="82558bf5-0a7c-4071-b398-5925c96dbeb2" providerId="ADAL" clId="{A357E84F-BC56-4556-BE77-938D1D318633}" dt="2025-03-21T02:32:47.395" v="480" actId="47"/>
        <pc:sldMkLst>
          <pc:docMk/>
          <pc:sldMk cId="957184704" sldId="1000"/>
        </pc:sldMkLst>
      </pc:sldChg>
      <pc:sldChg chg="del">
        <pc:chgData name="José Pedro Calistro Torres de Miranda" userId="82558bf5-0a7c-4071-b398-5925c96dbeb2" providerId="ADAL" clId="{A357E84F-BC56-4556-BE77-938D1D318633}" dt="2025-03-21T02:08:26.422" v="479" actId="47"/>
        <pc:sldMkLst>
          <pc:docMk/>
          <pc:sldMk cId="2189720538" sldId="1001"/>
        </pc:sldMkLst>
      </pc:sldChg>
      <pc:sldChg chg="del">
        <pc:chgData name="José Pedro Calistro Torres de Miranda" userId="82558bf5-0a7c-4071-b398-5925c96dbeb2" providerId="ADAL" clId="{A357E84F-BC56-4556-BE77-938D1D318633}" dt="2025-03-21T02:32:47.395" v="480" actId="47"/>
        <pc:sldMkLst>
          <pc:docMk/>
          <pc:sldMk cId="3621234637" sldId="1002"/>
        </pc:sldMkLst>
      </pc:sldChg>
      <pc:sldChg chg="addSp delSp modSp new mod modTransition setBg modAnim">
        <pc:chgData name="José Pedro Calistro Torres de Miranda" userId="82558bf5-0a7c-4071-b398-5925c96dbeb2" providerId="ADAL" clId="{A357E84F-BC56-4556-BE77-938D1D318633}" dt="2025-03-21T03:53:32.078" v="666"/>
        <pc:sldMkLst>
          <pc:docMk/>
          <pc:sldMk cId="1830486173" sldId="1003"/>
        </pc:sldMkLst>
        <pc:spChg chg="mod">
          <ac:chgData name="José Pedro Calistro Torres de Miranda" userId="82558bf5-0a7c-4071-b398-5925c96dbeb2" providerId="ADAL" clId="{A357E84F-BC56-4556-BE77-938D1D318633}" dt="2025-03-21T01:57:51.717" v="110" actId="26606"/>
          <ac:spMkLst>
            <pc:docMk/>
            <pc:sldMk cId="1830486173" sldId="1003"/>
            <ac:spMk id="2" creationId="{DAFD5F61-513D-EE48-A290-CA84B1441C93}"/>
          </ac:spMkLst>
        </pc:spChg>
        <pc:spChg chg="del">
          <ac:chgData name="José Pedro Calistro Torres de Miranda" userId="82558bf5-0a7c-4071-b398-5925c96dbeb2" providerId="ADAL" clId="{A357E84F-BC56-4556-BE77-938D1D318633}" dt="2025-03-21T01:57:13.806" v="109" actId="478"/>
          <ac:spMkLst>
            <pc:docMk/>
            <pc:sldMk cId="1830486173" sldId="1003"/>
            <ac:spMk id="3" creationId="{49683C1D-67E4-461A-7A69-D18CA489855F}"/>
          </ac:spMkLst>
        </pc:spChg>
        <pc:spChg chg="add">
          <ac:chgData name="José Pedro Calistro Torres de Miranda" userId="82558bf5-0a7c-4071-b398-5925c96dbeb2" providerId="ADAL" clId="{A357E84F-BC56-4556-BE77-938D1D318633}" dt="2025-03-21T01:57:51.717" v="110" actId="26606"/>
          <ac:spMkLst>
            <pc:docMk/>
            <pc:sldMk cId="1830486173" sldId="1003"/>
            <ac:spMk id="7" creationId="{577D6B2E-37A3-429E-A37C-F30ED6487282}"/>
          </ac:spMkLst>
        </pc:spChg>
        <pc:spChg chg="add">
          <ac:chgData name="José Pedro Calistro Torres de Miranda" userId="82558bf5-0a7c-4071-b398-5925c96dbeb2" providerId="ADAL" clId="{A357E84F-BC56-4556-BE77-938D1D318633}" dt="2025-03-21T01:57:51.717" v="110" actId="26606"/>
          <ac:spMkLst>
            <pc:docMk/>
            <pc:sldMk cId="1830486173" sldId="1003"/>
            <ac:spMk id="9" creationId="{5CEAD642-85CF-4750-8432-7C80C901F001}"/>
          </ac:spMkLst>
        </pc:spChg>
        <pc:spChg chg="add">
          <ac:chgData name="José Pedro Calistro Torres de Miranda" userId="82558bf5-0a7c-4071-b398-5925c96dbeb2" providerId="ADAL" clId="{A357E84F-BC56-4556-BE77-938D1D318633}" dt="2025-03-21T01:57:51.717" v="110" actId="26606"/>
          <ac:spMkLst>
            <pc:docMk/>
            <pc:sldMk cId="1830486173" sldId="1003"/>
            <ac:spMk id="11" creationId="{FA33EEAE-15D5-4119-8C1E-89D943F911EF}"/>
          </ac:spMkLst>
        </pc:spChg>
        <pc:spChg chg="add">
          <ac:chgData name="José Pedro Calistro Torres de Miranda" userId="82558bf5-0a7c-4071-b398-5925c96dbeb2" providerId="ADAL" clId="{A357E84F-BC56-4556-BE77-938D1D318633}" dt="2025-03-21T01:57:51.717" v="110" actId="26606"/>
          <ac:spMkLst>
            <pc:docMk/>
            <pc:sldMk cId="1830486173" sldId="1003"/>
            <ac:spMk id="13" creationId="{730D8B3B-9B80-4025-B934-26DC7D7CD231}"/>
          </ac:spMkLst>
        </pc:spChg>
        <pc:spChg chg="add">
          <ac:chgData name="José Pedro Calistro Torres de Miranda" userId="82558bf5-0a7c-4071-b398-5925c96dbeb2" providerId="ADAL" clId="{A357E84F-BC56-4556-BE77-938D1D318633}" dt="2025-03-21T01:57:51.717" v="110" actId="26606"/>
          <ac:spMkLst>
            <pc:docMk/>
            <pc:sldMk cId="1830486173" sldId="1003"/>
            <ac:spMk id="15" creationId="{1064D5D5-227B-4F66-9AEA-46F570E793BD}"/>
          </ac:spMkLst>
        </pc:spChg>
        <pc:spChg chg="add">
          <ac:chgData name="José Pedro Calistro Torres de Miranda" userId="82558bf5-0a7c-4071-b398-5925c96dbeb2" providerId="ADAL" clId="{A357E84F-BC56-4556-BE77-938D1D318633}" dt="2025-03-21T01:57:51.717" v="110" actId="26606"/>
          <ac:spMkLst>
            <pc:docMk/>
            <pc:sldMk cId="1830486173" sldId="1003"/>
            <ac:spMk id="17" creationId="{646B67A4-D328-4747-A82B-65E84FA46368}"/>
          </ac:spMkLst>
        </pc:spChg>
        <pc:spChg chg="add">
          <ac:chgData name="José Pedro Calistro Torres de Miranda" userId="82558bf5-0a7c-4071-b398-5925c96dbeb2" providerId="ADAL" clId="{A357E84F-BC56-4556-BE77-938D1D318633}" dt="2025-03-21T01:57:51.717" v="110" actId="26606"/>
          <ac:spMkLst>
            <pc:docMk/>
            <pc:sldMk cId="1830486173" sldId="1003"/>
            <ac:spMk id="19" creationId="{B5A1B09C-1565-46F8-B70F-621C5EB48A09}"/>
          </ac:spMkLst>
        </pc:spChg>
        <pc:spChg chg="add">
          <ac:chgData name="José Pedro Calistro Torres de Miranda" userId="82558bf5-0a7c-4071-b398-5925c96dbeb2" providerId="ADAL" clId="{A357E84F-BC56-4556-BE77-938D1D318633}" dt="2025-03-21T01:57:51.717" v="110" actId="26606"/>
          <ac:spMkLst>
            <pc:docMk/>
            <pc:sldMk cId="1830486173" sldId="1003"/>
            <ac:spMk id="21" creationId="{8C516CC8-80AC-446C-A56E-9F54B7210402}"/>
          </ac:spMkLst>
        </pc:spChg>
      </pc:sldChg>
      <pc:sldChg chg="addSp delSp modSp new mod ord modTransition setBg">
        <pc:chgData name="José Pedro Calistro Torres de Miranda" userId="82558bf5-0a7c-4071-b398-5925c96dbeb2" providerId="ADAL" clId="{A357E84F-BC56-4556-BE77-938D1D318633}" dt="2025-03-21T03:23:06.232" v="535"/>
        <pc:sldMkLst>
          <pc:docMk/>
          <pc:sldMk cId="166465338" sldId="1004"/>
        </pc:sldMkLst>
        <pc:spChg chg="mod">
          <ac:chgData name="José Pedro Calistro Torres de Miranda" userId="82558bf5-0a7c-4071-b398-5925c96dbeb2" providerId="ADAL" clId="{A357E84F-BC56-4556-BE77-938D1D318633}" dt="2025-03-21T02:33:39.998" v="484" actId="26606"/>
          <ac:spMkLst>
            <pc:docMk/>
            <pc:sldMk cId="166465338" sldId="1004"/>
            <ac:spMk id="2" creationId="{8D622260-6966-460B-2E1A-AADE0A3DCD64}"/>
          </ac:spMkLst>
        </pc:spChg>
        <pc:spChg chg="del">
          <ac:chgData name="José Pedro Calistro Torres de Miranda" userId="82558bf5-0a7c-4071-b398-5925c96dbeb2" providerId="ADAL" clId="{A357E84F-BC56-4556-BE77-938D1D318633}" dt="2025-03-21T02:33:39.998" v="484" actId="26606"/>
          <ac:spMkLst>
            <pc:docMk/>
            <pc:sldMk cId="166465338" sldId="1004"/>
            <ac:spMk id="3" creationId="{8D6B33D5-7273-2F3B-F415-05B29DA2BA39}"/>
          </ac:spMkLst>
        </pc:spChg>
        <pc:spChg chg="add">
          <ac:chgData name="José Pedro Calistro Torres de Miranda" userId="82558bf5-0a7c-4071-b398-5925c96dbeb2" providerId="ADAL" clId="{A357E84F-BC56-4556-BE77-938D1D318633}" dt="2025-03-21T02:33:39.998" v="484" actId="26606"/>
          <ac:spMkLst>
            <pc:docMk/>
            <pc:sldMk cId="166465338" sldId="1004"/>
            <ac:spMk id="12" creationId="{74751229-0244-4FBB-BED1-407467F4C951}"/>
          </ac:spMkLst>
        </pc:spChg>
        <pc:picChg chg="add">
          <ac:chgData name="José Pedro Calistro Torres de Miranda" userId="82558bf5-0a7c-4071-b398-5925c96dbeb2" providerId="ADAL" clId="{A357E84F-BC56-4556-BE77-938D1D318633}" dt="2025-03-21T02:33:39.998" v="484" actId="26606"/>
          <ac:picMkLst>
            <pc:docMk/>
            <pc:sldMk cId="166465338" sldId="1004"/>
            <ac:picMk id="7" creationId="{7F3832AA-62E4-E01C-F645-C2F867460C5B}"/>
          </ac:picMkLst>
        </pc:picChg>
        <pc:picChg chg="add">
          <ac:chgData name="José Pedro Calistro Torres de Miranda" userId="82558bf5-0a7c-4071-b398-5925c96dbeb2" providerId="ADAL" clId="{A357E84F-BC56-4556-BE77-938D1D318633}" dt="2025-03-21T02:33:39.998" v="484" actId="26606"/>
          <ac:picMkLst>
            <pc:docMk/>
            <pc:sldMk cId="166465338" sldId="1004"/>
            <ac:picMk id="9" creationId="{0D741EC4-F4CF-43B0-BFB2-AC2F1D9BCFE3}"/>
          </ac:picMkLst>
        </pc:picChg>
      </pc:sldChg>
      <pc:sldChg chg="new del">
        <pc:chgData name="José Pedro Calistro Torres de Miranda" userId="82558bf5-0a7c-4071-b398-5925c96dbeb2" providerId="ADAL" clId="{A357E84F-BC56-4556-BE77-938D1D318633}" dt="2025-03-21T02:34:15.255" v="489" actId="47"/>
        <pc:sldMkLst>
          <pc:docMk/>
          <pc:sldMk cId="2199495078" sldId="1005"/>
        </pc:sldMkLst>
      </pc:sldChg>
      <pc:sldChg chg="addSp delSp modSp add mod setBg modAnim">
        <pc:chgData name="José Pedro Calistro Torres de Miranda" userId="82558bf5-0a7c-4071-b398-5925c96dbeb2" providerId="ADAL" clId="{A357E84F-BC56-4556-BE77-938D1D318633}" dt="2025-03-21T02:37:02.342" v="511"/>
        <pc:sldMkLst>
          <pc:docMk/>
          <pc:sldMk cId="0" sldId="1006"/>
        </pc:sldMkLst>
        <pc:spChg chg="mod">
          <ac:chgData name="José Pedro Calistro Torres de Miranda" userId="82558bf5-0a7c-4071-b398-5925c96dbeb2" providerId="ADAL" clId="{A357E84F-BC56-4556-BE77-938D1D318633}" dt="2025-03-21T02:36:39.443" v="509" actId="26606"/>
          <ac:spMkLst>
            <pc:docMk/>
            <pc:sldMk cId="0" sldId="1006"/>
            <ac:spMk id="2" creationId="{00000000-0000-0000-0000-000000000000}"/>
          </ac:spMkLst>
        </pc:spChg>
        <pc:spChg chg="del mod">
          <ac:chgData name="José Pedro Calistro Torres de Miranda" userId="82558bf5-0a7c-4071-b398-5925c96dbeb2" providerId="ADAL" clId="{A357E84F-BC56-4556-BE77-938D1D318633}" dt="2025-03-21T02:36:39.443" v="509" actId="26606"/>
          <ac:spMkLst>
            <pc:docMk/>
            <pc:sldMk cId="0" sldId="1006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A357E84F-BC56-4556-BE77-938D1D318633}" dt="2025-03-21T02:36:39.443" v="509" actId="26606"/>
          <ac:spMkLst>
            <pc:docMk/>
            <pc:sldMk cId="0" sldId="1006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A357E84F-BC56-4556-BE77-938D1D318633}" dt="2025-03-21T02:36:39.443" v="509" actId="26606"/>
          <ac:spMkLst>
            <pc:docMk/>
            <pc:sldMk cId="0" sldId="1006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A357E84F-BC56-4556-BE77-938D1D318633}" dt="2025-03-21T02:36:39.443" v="509" actId="26606"/>
          <ac:spMkLst>
            <pc:docMk/>
            <pc:sldMk cId="0" sldId="1006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A357E84F-BC56-4556-BE77-938D1D318633}" dt="2025-03-21T02:36:39.443" v="509" actId="26606"/>
          <ac:spMkLst>
            <pc:docMk/>
            <pc:sldMk cId="0" sldId="1006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A357E84F-BC56-4556-BE77-938D1D318633}" dt="2025-03-21T02:36:39.443" v="509" actId="26606"/>
          <ac:graphicFrameMkLst>
            <pc:docMk/>
            <pc:sldMk cId="0" sldId="1006"/>
            <ac:graphicFrameMk id="5" creationId="{9163B617-5F3D-2691-D2EA-74E43E95052B}"/>
          </ac:graphicFrameMkLst>
        </pc:graphicFrameChg>
      </pc:sldChg>
      <pc:sldChg chg="new del">
        <pc:chgData name="José Pedro Calistro Torres de Miranda" userId="82558bf5-0a7c-4071-b398-5925c96dbeb2" providerId="ADAL" clId="{A357E84F-BC56-4556-BE77-938D1D318633}" dt="2025-03-21T03:35:32.955" v="564" actId="47"/>
        <pc:sldMkLst>
          <pc:docMk/>
          <pc:sldMk cId="3750984115" sldId="1007"/>
        </pc:sldMkLst>
      </pc:sldChg>
      <pc:sldChg chg="addSp delSp modSp add mod setBg">
        <pc:chgData name="José Pedro Calistro Torres de Miranda" userId="82558bf5-0a7c-4071-b398-5925c96dbeb2" providerId="ADAL" clId="{A357E84F-BC56-4556-BE77-938D1D318633}" dt="2025-03-21T03:22:09.360" v="532" actId="26606"/>
        <pc:sldMkLst>
          <pc:docMk/>
          <pc:sldMk cId="0" sldId="1008"/>
        </pc:sldMkLst>
        <pc:spChg chg="mod">
          <ac:chgData name="José Pedro Calistro Torres de Miranda" userId="82558bf5-0a7c-4071-b398-5925c96dbeb2" providerId="ADAL" clId="{A357E84F-BC56-4556-BE77-938D1D318633}" dt="2025-03-21T03:22:09.348" v="531" actId="26606"/>
          <ac:spMkLst>
            <pc:docMk/>
            <pc:sldMk cId="0" sldId="1008"/>
            <ac:spMk id="2" creationId="{00000000-0000-0000-0000-000000000000}"/>
          </ac:spMkLst>
        </pc:spChg>
        <pc:spChg chg="add del mod">
          <ac:chgData name="José Pedro Calistro Torres de Miranda" userId="82558bf5-0a7c-4071-b398-5925c96dbeb2" providerId="ADAL" clId="{A357E84F-BC56-4556-BE77-938D1D318633}" dt="2025-03-21T03:22:09.360" v="532" actId="26606"/>
          <ac:spMkLst>
            <pc:docMk/>
            <pc:sldMk cId="0" sldId="1008"/>
            <ac:spMk id="3" creationId="{00000000-0000-0000-0000-000000000000}"/>
          </ac:spMkLst>
        </pc:spChg>
        <pc:spChg chg="add del">
          <ac:chgData name="José Pedro Calistro Torres de Miranda" userId="82558bf5-0a7c-4071-b398-5925c96dbeb2" providerId="ADAL" clId="{A357E84F-BC56-4556-BE77-938D1D318633}" dt="2025-03-21T03:22:09.348" v="531" actId="26606"/>
          <ac:spMkLst>
            <pc:docMk/>
            <pc:sldMk cId="0" sldId="1008"/>
            <ac:spMk id="9" creationId="{E5F17139-31EE-46AC-B04F-DBBD852DD6CB}"/>
          </ac:spMkLst>
        </pc:spChg>
        <pc:spChg chg="add del">
          <ac:chgData name="José Pedro Calistro Torres de Miranda" userId="82558bf5-0a7c-4071-b398-5925c96dbeb2" providerId="ADAL" clId="{A357E84F-BC56-4556-BE77-938D1D318633}" dt="2025-03-21T03:22:09.348" v="531" actId="26606"/>
          <ac:spMkLst>
            <pc:docMk/>
            <pc:sldMk cId="0" sldId="1008"/>
            <ac:spMk id="11" creationId="{3CCA69EF-E8B5-4598-BEAD-258F15765D44}"/>
          </ac:spMkLst>
        </pc:spChg>
        <pc:spChg chg="add del">
          <ac:chgData name="José Pedro Calistro Torres de Miranda" userId="82558bf5-0a7c-4071-b398-5925c96dbeb2" providerId="ADAL" clId="{A357E84F-BC56-4556-BE77-938D1D318633}" dt="2025-03-21T03:22:09.348" v="531" actId="26606"/>
          <ac:spMkLst>
            <pc:docMk/>
            <pc:sldMk cId="0" sldId="1008"/>
            <ac:spMk id="13" creationId="{685D65ED-8248-4E7D-AF41-C2685CAE7021}"/>
          </ac:spMkLst>
        </pc:spChg>
        <pc:spChg chg="add del">
          <ac:chgData name="José Pedro Calistro Torres de Miranda" userId="82558bf5-0a7c-4071-b398-5925c96dbeb2" providerId="ADAL" clId="{A357E84F-BC56-4556-BE77-938D1D318633}" dt="2025-03-21T03:22:09.348" v="531" actId="26606"/>
          <ac:spMkLst>
            <pc:docMk/>
            <pc:sldMk cId="0" sldId="1008"/>
            <ac:spMk id="15" creationId="{76A8F9C6-ED35-4E0A-AC66-5241CA2067A0}"/>
          </ac:spMkLst>
        </pc:spChg>
        <pc:spChg chg="add del">
          <ac:chgData name="José Pedro Calistro Torres de Miranda" userId="82558bf5-0a7c-4071-b398-5925c96dbeb2" providerId="ADAL" clId="{A357E84F-BC56-4556-BE77-938D1D318633}" dt="2025-03-21T03:22:09.348" v="531" actId="26606"/>
          <ac:spMkLst>
            <pc:docMk/>
            <pc:sldMk cId="0" sldId="1008"/>
            <ac:spMk id="17" creationId="{4F71A736-42D6-4F11-8A7B-633C40624864}"/>
          </ac:spMkLst>
        </pc:spChg>
        <pc:spChg chg="add del">
          <ac:chgData name="José Pedro Calistro Torres de Miranda" userId="82558bf5-0a7c-4071-b398-5925c96dbeb2" providerId="ADAL" clId="{A357E84F-BC56-4556-BE77-938D1D318633}" dt="2025-03-21T03:22:09.348" v="531" actId="26606"/>
          <ac:spMkLst>
            <pc:docMk/>
            <pc:sldMk cId="0" sldId="1008"/>
            <ac:spMk id="34" creationId="{82571B16-D62A-4B37-A469-E72C79D6935D}"/>
          </ac:spMkLst>
        </pc:spChg>
        <pc:spChg chg="add del">
          <ac:chgData name="José Pedro Calistro Torres de Miranda" userId="82558bf5-0a7c-4071-b398-5925c96dbeb2" providerId="ADAL" clId="{A357E84F-BC56-4556-BE77-938D1D318633}" dt="2025-03-21T03:22:09.348" v="531" actId="26606"/>
          <ac:spMkLst>
            <pc:docMk/>
            <pc:sldMk cId="0" sldId="1008"/>
            <ac:spMk id="36" creationId="{49E0A0BC-3EE4-4453-9522-08FF2DE30DFB}"/>
          </ac:spMkLst>
        </pc:spChg>
        <pc:spChg chg="add del">
          <ac:chgData name="José Pedro Calistro Torres de Miranda" userId="82558bf5-0a7c-4071-b398-5925c96dbeb2" providerId="ADAL" clId="{A357E84F-BC56-4556-BE77-938D1D318633}" dt="2025-03-21T03:22:09.348" v="531" actId="26606"/>
          <ac:spMkLst>
            <pc:docMk/>
            <pc:sldMk cId="0" sldId="1008"/>
            <ac:spMk id="38" creationId="{9FBE36BD-9903-4FB5-BBE7-1023D7F73E70}"/>
          </ac:spMkLst>
        </pc:spChg>
        <pc:graphicFrameChg chg="add">
          <ac:chgData name="José Pedro Calistro Torres de Miranda" userId="82558bf5-0a7c-4071-b398-5925c96dbeb2" providerId="ADAL" clId="{A357E84F-BC56-4556-BE77-938D1D318633}" dt="2025-03-21T03:22:09.360" v="532" actId="26606"/>
          <ac:graphicFrameMkLst>
            <pc:docMk/>
            <pc:sldMk cId="0" sldId="1008"/>
            <ac:graphicFrameMk id="40" creationId="{00E774EE-909B-C791-8171-B62D89DFD056}"/>
          </ac:graphicFrameMkLst>
        </pc:graphicFrameChg>
      </pc:sldChg>
      <pc:sldChg chg="modSp add mod ord">
        <pc:chgData name="José Pedro Calistro Torres de Miranda" userId="82558bf5-0a7c-4071-b398-5925c96dbeb2" providerId="ADAL" clId="{A357E84F-BC56-4556-BE77-938D1D318633}" dt="2025-03-21T03:37:57.032" v="573"/>
        <pc:sldMkLst>
          <pc:docMk/>
          <pc:sldMk cId="2926144403" sldId="1009"/>
        </pc:sldMkLst>
        <pc:spChg chg="mod">
          <ac:chgData name="José Pedro Calistro Torres de Miranda" userId="82558bf5-0a7c-4071-b398-5925c96dbeb2" providerId="ADAL" clId="{A357E84F-BC56-4556-BE77-938D1D318633}" dt="2025-03-21T03:37:57.032" v="573"/>
          <ac:spMkLst>
            <pc:docMk/>
            <pc:sldMk cId="2926144403" sldId="1009"/>
            <ac:spMk id="2" creationId="{EC34DE2E-3D37-3E67-48F5-A09D44846E65}"/>
          </ac:spMkLst>
        </pc:spChg>
      </pc:sldChg>
      <pc:sldChg chg="new del">
        <pc:chgData name="José Pedro Calistro Torres de Miranda" userId="82558bf5-0a7c-4071-b398-5925c96dbeb2" providerId="ADAL" clId="{A357E84F-BC56-4556-BE77-938D1D318633}" dt="2025-03-21T03:41:24.478" v="576" actId="47"/>
        <pc:sldMkLst>
          <pc:docMk/>
          <pc:sldMk cId="2360039491" sldId="1010"/>
        </pc:sldMkLst>
      </pc:sldChg>
      <pc:sldChg chg="addSp delSp modSp add mod setBg modAnim">
        <pc:chgData name="José Pedro Calistro Torres de Miranda" userId="82558bf5-0a7c-4071-b398-5925c96dbeb2" providerId="ADAL" clId="{A357E84F-BC56-4556-BE77-938D1D318633}" dt="2025-03-21T03:42:45.575" v="582"/>
        <pc:sldMkLst>
          <pc:docMk/>
          <pc:sldMk cId="0" sldId="1011"/>
        </pc:sldMkLst>
        <pc:spChg chg="mod">
          <ac:chgData name="José Pedro Calistro Torres de Miranda" userId="82558bf5-0a7c-4071-b398-5925c96dbeb2" providerId="ADAL" clId="{A357E84F-BC56-4556-BE77-938D1D318633}" dt="2025-03-21T03:42:38.585" v="580" actId="26606"/>
          <ac:spMkLst>
            <pc:docMk/>
            <pc:sldMk cId="0" sldId="1011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A357E84F-BC56-4556-BE77-938D1D318633}" dt="2025-03-21T03:42:38.585" v="580" actId="26606"/>
          <ac:spMkLst>
            <pc:docMk/>
            <pc:sldMk cId="0" sldId="1011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A357E84F-BC56-4556-BE77-938D1D318633}" dt="2025-03-21T03:42:38.585" v="580" actId="26606"/>
          <ac:spMkLst>
            <pc:docMk/>
            <pc:sldMk cId="0" sldId="1011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A357E84F-BC56-4556-BE77-938D1D318633}" dt="2025-03-21T03:42:38.585" v="580" actId="26606"/>
          <ac:spMkLst>
            <pc:docMk/>
            <pc:sldMk cId="0" sldId="1011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A357E84F-BC56-4556-BE77-938D1D318633}" dt="2025-03-21T03:42:38.585" v="580" actId="26606"/>
          <ac:spMkLst>
            <pc:docMk/>
            <pc:sldMk cId="0" sldId="1011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A357E84F-BC56-4556-BE77-938D1D318633}" dt="2025-03-21T03:42:38.585" v="580" actId="26606"/>
          <ac:spMkLst>
            <pc:docMk/>
            <pc:sldMk cId="0" sldId="1011"/>
            <ac:spMk id="15" creationId="{063BBA22-50EA-4C4D-BE05-F1CE4E63AA56}"/>
          </ac:spMkLst>
        </pc:spChg>
        <pc:graphicFrameChg chg="add">
          <ac:chgData name="José Pedro Calistro Torres de Miranda" userId="82558bf5-0a7c-4071-b398-5925c96dbeb2" providerId="ADAL" clId="{A357E84F-BC56-4556-BE77-938D1D318633}" dt="2025-03-21T03:42:38.585" v="580" actId="26606"/>
          <ac:graphicFrameMkLst>
            <pc:docMk/>
            <pc:sldMk cId="0" sldId="1011"/>
            <ac:graphicFrameMk id="5" creationId="{C59912B4-9971-3061-DD9C-4282D64315F1}"/>
          </ac:graphicFrameMkLst>
        </pc:graphicFrameChg>
      </pc:sldChg>
      <pc:sldChg chg="addSp delSp modSp add mod ord setBg modAnim">
        <pc:chgData name="José Pedro Calistro Torres de Miranda" userId="82558bf5-0a7c-4071-b398-5925c96dbeb2" providerId="ADAL" clId="{A357E84F-BC56-4556-BE77-938D1D318633}" dt="2025-03-21T03:53:02.372" v="662"/>
        <pc:sldMkLst>
          <pc:docMk/>
          <pc:sldMk cId="0" sldId="1012"/>
        </pc:sldMkLst>
        <pc:spChg chg="mod">
          <ac:chgData name="José Pedro Calistro Torres de Miranda" userId="82558bf5-0a7c-4071-b398-5925c96dbeb2" providerId="ADAL" clId="{A357E84F-BC56-4556-BE77-938D1D318633}" dt="2025-03-21T03:47:16.139" v="619" actId="26606"/>
          <ac:spMkLst>
            <pc:docMk/>
            <pc:sldMk cId="0" sldId="1012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A357E84F-BC56-4556-BE77-938D1D318633}" dt="2025-03-21T03:47:16.139" v="619" actId="26606"/>
          <ac:spMkLst>
            <pc:docMk/>
            <pc:sldMk cId="0" sldId="1012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A357E84F-BC56-4556-BE77-938D1D318633}" dt="2025-03-21T03:47:16.139" v="619" actId="26606"/>
          <ac:spMkLst>
            <pc:docMk/>
            <pc:sldMk cId="0" sldId="1012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A357E84F-BC56-4556-BE77-938D1D318633}" dt="2025-03-21T03:47:16.139" v="619" actId="26606"/>
          <ac:spMkLst>
            <pc:docMk/>
            <pc:sldMk cId="0" sldId="1012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A357E84F-BC56-4556-BE77-938D1D318633}" dt="2025-03-21T03:47:16.139" v="619" actId="26606"/>
          <ac:spMkLst>
            <pc:docMk/>
            <pc:sldMk cId="0" sldId="1012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A357E84F-BC56-4556-BE77-938D1D318633}" dt="2025-03-21T03:47:16.139" v="619" actId="26606"/>
          <ac:spMkLst>
            <pc:docMk/>
            <pc:sldMk cId="0" sldId="1012"/>
            <ac:spMk id="15" creationId="{063BBA22-50EA-4C4D-BE05-F1CE4E63AA56}"/>
          </ac:spMkLst>
        </pc:spChg>
        <pc:graphicFrameChg chg="add mod">
          <ac:chgData name="José Pedro Calistro Torres de Miranda" userId="82558bf5-0a7c-4071-b398-5925c96dbeb2" providerId="ADAL" clId="{A357E84F-BC56-4556-BE77-938D1D318633}" dt="2025-03-21T03:47:21.993" v="620" actId="14100"/>
          <ac:graphicFrameMkLst>
            <pc:docMk/>
            <pc:sldMk cId="0" sldId="1012"/>
            <ac:graphicFrameMk id="5" creationId="{0794A7AC-13B6-AAED-0CDC-386815D932B1}"/>
          </ac:graphicFrameMkLst>
        </pc:graphicFrameChg>
      </pc:sldChg>
      <pc:sldChg chg="addSp delSp add mod modAnim">
        <pc:chgData name="José Pedro Calistro Torres de Miranda" userId="82558bf5-0a7c-4071-b398-5925c96dbeb2" providerId="ADAL" clId="{A357E84F-BC56-4556-BE77-938D1D318633}" dt="2025-03-21T03:45:30.751" v="601"/>
        <pc:sldMkLst>
          <pc:docMk/>
          <pc:sldMk cId="0" sldId="1013"/>
        </pc:sldMkLst>
        <pc:spChg chg="add del">
          <ac:chgData name="José Pedro Calistro Torres de Miranda" userId="82558bf5-0a7c-4071-b398-5925c96dbeb2" providerId="ADAL" clId="{A357E84F-BC56-4556-BE77-938D1D318633}" dt="2025-03-21T03:45:06.013" v="598" actId="26606"/>
          <ac:spMkLst>
            <pc:docMk/>
            <pc:sldMk cId="0" sldId="1013"/>
            <ac:spMk id="3" creationId="{00000000-0000-0000-0000-000000000000}"/>
          </ac:spMkLst>
        </pc:spChg>
        <pc:graphicFrameChg chg="add del">
          <ac:chgData name="José Pedro Calistro Torres de Miranda" userId="82558bf5-0a7c-4071-b398-5925c96dbeb2" providerId="ADAL" clId="{A357E84F-BC56-4556-BE77-938D1D318633}" dt="2025-03-21T03:45:05.995" v="597" actId="26606"/>
          <ac:graphicFrameMkLst>
            <pc:docMk/>
            <pc:sldMk cId="0" sldId="1013"/>
            <ac:graphicFrameMk id="5" creationId="{48587449-165F-7475-25FE-5039F99873D0}"/>
          </ac:graphicFrameMkLst>
        </pc:graphicFrameChg>
        <pc:graphicFrameChg chg="add">
          <ac:chgData name="José Pedro Calistro Torres de Miranda" userId="82558bf5-0a7c-4071-b398-5925c96dbeb2" providerId="ADAL" clId="{A357E84F-BC56-4556-BE77-938D1D318633}" dt="2025-03-21T03:45:06.013" v="598" actId="26606"/>
          <ac:graphicFrameMkLst>
            <pc:docMk/>
            <pc:sldMk cId="0" sldId="1013"/>
            <ac:graphicFrameMk id="7" creationId="{D7A9ED58-145E-F666-4182-83BE35EE1F95}"/>
          </ac:graphicFrameMkLst>
        </pc:graphicFrameChg>
      </pc:sldChg>
      <pc:sldChg chg="addSp delSp modSp add mod setBg">
        <pc:chgData name="José Pedro Calistro Torres de Miranda" userId="82558bf5-0a7c-4071-b398-5925c96dbeb2" providerId="ADAL" clId="{A357E84F-BC56-4556-BE77-938D1D318633}" dt="2025-03-21T03:46:55.377" v="617" actId="20577"/>
        <pc:sldMkLst>
          <pc:docMk/>
          <pc:sldMk cId="0" sldId="1014"/>
        </pc:sldMkLst>
        <pc:spChg chg="mod">
          <ac:chgData name="José Pedro Calistro Torres de Miranda" userId="82558bf5-0a7c-4071-b398-5925c96dbeb2" providerId="ADAL" clId="{A357E84F-BC56-4556-BE77-938D1D318633}" dt="2025-03-21T03:46:45.197" v="610" actId="26606"/>
          <ac:spMkLst>
            <pc:docMk/>
            <pc:sldMk cId="0" sldId="1014"/>
            <ac:spMk id="2" creationId="{00000000-0000-0000-0000-000000000000}"/>
          </ac:spMkLst>
        </pc:spChg>
        <pc:spChg chg="del">
          <ac:chgData name="José Pedro Calistro Torres de Miranda" userId="82558bf5-0a7c-4071-b398-5925c96dbeb2" providerId="ADAL" clId="{A357E84F-BC56-4556-BE77-938D1D318633}" dt="2025-03-21T03:46:45.197" v="610" actId="26606"/>
          <ac:spMkLst>
            <pc:docMk/>
            <pc:sldMk cId="0" sldId="1014"/>
            <ac:spMk id="3" creationId="{00000000-0000-0000-0000-000000000000}"/>
          </ac:spMkLst>
        </pc:spChg>
        <pc:spChg chg="add">
          <ac:chgData name="José Pedro Calistro Torres de Miranda" userId="82558bf5-0a7c-4071-b398-5925c96dbeb2" providerId="ADAL" clId="{A357E84F-BC56-4556-BE77-938D1D318633}" dt="2025-03-21T03:46:45.197" v="610" actId="26606"/>
          <ac:spMkLst>
            <pc:docMk/>
            <pc:sldMk cId="0" sldId="1014"/>
            <ac:spMk id="9" creationId="{BACC6370-2D7E-4714-9D71-7542949D7D5D}"/>
          </ac:spMkLst>
        </pc:spChg>
        <pc:spChg chg="add">
          <ac:chgData name="José Pedro Calistro Torres de Miranda" userId="82558bf5-0a7c-4071-b398-5925c96dbeb2" providerId="ADAL" clId="{A357E84F-BC56-4556-BE77-938D1D318633}" dt="2025-03-21T03:46:45.197" v="610" actId="26606"/>
          <ac:spMkLst>
            <pc:docMk/>
            <pc:sldMk cId="0" sldId="1014"/>
            <ac:spMk id="11" creationId="{F68B3F68-107C-434F-AA38-110D5EA91B85}"/>
          </ac:spMkLst>
        </pc:spChg>
        <pc:spChg chg="add">
          <ac:chgData name="José Pedro Calistro Torres de Miranda" userId="82558bf5-0a7c-4071-b398-5925c96dbeb2" providerId="ADAL" clId="{A357E84F-BC56-4556-BE77-938D1D318633}" dt="2025-03-21T03:46:45.197" v="610" actId="26606"/>
          <ac:spMkLst>
            <pc:docMk/>
            <pc:sldMk cId="0" sldId="1014"/>
            <ac:spMk id="13" creationId="{AAD0DBB9-1A4B-4391-81D4-CB19F9AB918A}"/>
          </ac:spMkLst>
        </pc:spChg>
        <pc:spChg chg="add">
          <ac:chgData name="José Pedro Calistro Torres de Miranda" userId="82558bf5-0a7c-4071-b398-5925c96dbeb2" providerId="ADAL" clId="{A357E84F-BC56-4556-BE77-938D1D318633}" dt="2025-03-21T03:46:45.197" v="610" actId="26606"/>
          <ac:spMkLst>
            <pc:docMk/>
            <pc:sldMk cId="0" sldId="1014"/>
            <ac:spMk id="15" creationId="{063BBA22-50EA-4C4D-BE05-F1CE4E63AA56}"/>
          </ac:spMkLst>
        </pc:spChg>
        <pc:graphicFrameChg chg="add mod">
          <ac:chgData name="José Pedro Calistro Torres de Miranda" userId="82558bf5-0a7c-4071-b398-5925c96dbeb2" providerId="ADAL" clId="{A357E84F-BC56-4556-BE77-938D1D318633}" dt="2025-03-21T03:46:55.377" v="617" actId="20577"/>
          <ac:graphicFrameMkLst>
            <pc:docMk/>
            <pc:sldMk cId="0" sldId="1014"/>
            <ac:graphicFrameMk id="5" creationId="{E7F9FE7D-E038-2A36-6DE0-228FEE225882}"/>
          </ac:graphicFrameMkLst>
        </pc:graphicFrameChg>
      </pc:sldChg>
      <pc:sldChg chg="addSp delSp modSp add mod delAnim">
        <pc:chgData name="José Pedro Calistro Torres de Miranda" userId="82558bf5-0a7c-4071-b398-5925c96dbeb2" providerId="ADAL" clId="{A357E84F-BC56-4556-BE77-938D1D318633}" dt="2025-03-21T03:52:22.239" v="660"/>
        <pc:sldMkLst>
          <pc:docMk/>
          <pc:sldMk cId="1290983898" sldId="1015"/>
        </pc:sldMkLst>
        <pc:spChg chg="mod">
          <ac:chgData name="José Pedro Calistro Torres de Miranda" userId="82558bf5-0a7c-4071-b398-5925c96dbeb2" providerId="ADAL" clId="{A357E84F-BC56-4556-BE77-938D1D318633}" dt="2025-03-21T03:51:28.241" v="646" actId="26606"/>
          <ac:spMkLst>
            <pc:docMk/>
            <pc:sldMk cId="1290983898" sldId="1015"/>
            <ac:spMk id="2" creationId="{31B761FD-2546-FF95-FFAF-0CD74DEC9F01}"/>
          </ac:spMkLst>
        </pc:spChg>
        <pc:spChg chg="add del mod">
          <ac:chgData name="José Pedro Calistro Torres de Miranda" userId="82558bf5-0a7c-4071-b398-5925c96dbeb2" providerId="ADAL" clId="{A357E84F-BC56-4556-BE77-938D1D318633}" dt="2025-03-21T03:50:44.489" v="623"/>
          <ac:spMkLst>
            <pc:docMk/>
            <pc:sldMk cId="1290983898" sldId="1015"/>
            <ac:spMk id="4" creationId="{4A4D5400-F800-836A-F7BF-3101F8EC47F2}"/>
          </ac:spMkLst>
        </pc:spChg>
        <pc:spChg chg="add del mod">
          <ac:chgData name="José Pedro Calistro Torres de Miranda" userId="82558bf5-0a7c-4071-b398-5925c96dbeb2" providerId="ADAL" clId="{A357E84F-BC56-4556-BE77-938D1D318633}" dt="2025-03-21T03:51:28.241" v="646" actId="26606"/>
          <ac:spMkLst>
            <pc:docMk/>
            <pc:sldMk cId="1290983898" sldId="1015"/>
            <ac:spMk id="5" creationId="{110FCEDC-6E89-5EC7-E59A-A5CA981E9CF0}"/>
          </ac:spMkLst>
        </pc:spChg>
        <pc:spChg chg="del">
          <ac:chgData name="José Pedro Calistro Torres de Miranda" userId="82558bf5-0a7c-4071-b398-5925c96dbeb2" providerId="ADAL" clId="{A357E84F-BC56-4556-BE77-938D1D318633}" dt="2025-03-21T03:51:28.241" v="646" actId="26606"/>
          <ac:spMkLst>
            <pc:docMk/>
            <pc:sldMk cId="1290983898" sldId="1015"/>
            <ac:spMk id="17" creationId="{F04215ED-8B63-AFA1-C876-302831E5B10E}"/>
          </ac:spMkLst>
        </pc:spChg>
        <pc:spChg chg="del">
          <ac:chgData name="José Pedro Calistro Torres de Miranda" userId="82558bf5-0a7c-4071-b398-5925c96dbeb2" providerId="ADAL" clId="{A357E84F-BC56-4556-BE77-938D1D318633}" dt="2025-03-21T03:51:28.241" v="646" actId="26606"/>
          <ac:spMkLst>
            <pc:docMk/>
            <pc:sldMk cId="1290983898" sldId="1015"/>
            <ac:spMk id="18" creationId="{82B10214-9932-7DB4-E97C-9D19CEF4D750}"/>
          </ac:spMkLst>
        </pc:spChg>
        <pc:spChg chg="del">
          <ac:chgData name="José Pedro Calistro Torres de Miranda" userId="82558bf5-0a7c-4071-b398-5925c96dbeb2" providerId="ADAL" clId="{A357E84F-BC56-4556-BE77-938D1D318633}" dt="2025-03-21T03:51:28.241" v="646" actId="26606"/>
          <ac:spMkLst>
            <pc:docMk/>
            <pc:sldMk cId="1290983898" sldId="1015"/>
            <ac:spMk id="19" creationId="{4346E53C-5089-6A0B-8347-E07BA4E6947A}"/>
          </ac:spMkLst>
        </pc:spChg>
        <pc:spChg chg="del">
          <ac:chgData name="José Pedro Calistro Torres de Miranda" userId="82558bf5-0a7c-4071-b398-5925c96dbeb2" providerId="ADAL" clId="{A357E84F-BC56-4556-BE77-938D1D318633}" dt="2025-03-21T03:51:28.241" v="646" actId="26606"/>
          <ac:spMkLst>
            <pc:docMk/>
            <pc:sldMk cId="1290983898" sldId="1015"/>
            <ac:spMk id="20" creationId="{4CA8774A-9089-8FC1-2295-F43D155B2E20}"/>
          </ac:spMkLst>
        </pc:spChg>
        <pc:spChg chg="add">
          <ac:chgData name="José Pedro Calistro Torres de Miranda" userId="82558bf5-0a7c-4071-b398-5925c96dbeb2" providerId="ADAL" clId="{A357E84F-BC56-4556-BE77-938D1D318633}" dt="2025-03-21T03:51:28.241" v="646" actId="26606"/>
          <ac:spMkLst>
            <pc:docMk/>
            <pc:sldMk cId="1290983898" sldId="1015"/>
            <ac:spMk id="26" creationId="{0C541B88-1AE9-40C3-AFD5-967787C1979F}"/>
          </ac:spMkLst>
        </pc:spChg>
        <pc:spChg chg="add">
          <ac:chgData name="José Pedro Calistro Torres de Miranda" userId="82558bf5-0a7c-4071-b398-5925c96dbeb2" providerId="ADAL" clId="{A357E84F-BC56-4556-BE77-938D1D318633}" dt="2025-03-21T03:51:28.241" v="646" actId="26606"/>
          <ac:spMkLst>
            <pc:docMk/>
            <pc:sldMk cId="1290983898" sldId="1015"/>
            <ac:spMk id="28" creationId="{E5F17139-31EE-46AC-B04F-DBBD852DD6CB}"/>
          </ac:spMkLst>
        </pc:spChg>
        <pc:spChg chg="add">
          <ac:chgData name="José Pedro Calistro Torres de Miranda" userId="82558bf5-0a7c-4071-b398-5925c96dbeb2" providerId="ADAL" clId="{A357E84F-BC56-4556-BE77-938D1D318633}" dt="2025-03-21T03:51:28.241" v="646" actId="26606"/>
          <ac:spMkLst>
            <pc:docMk/>
            <pc:sldMk cId="1290983898" sldId="1015"/>
            <ac:spMk id="34" creationId="{89D16701-DA76-4F72-BB63-E2C3FFBDFE0F}"/>
          </ac:spMkLst>
        </pc:spChg>
        <pc:spChg chg="add">
          <ac:chgData name="José Pedro Calistro Torres de Miranda" userId="82558bf5-0a7c-4071-b398-5925c96dbeb2" providerId="ADAL" clId="{A357E84F-BC56-4556-BE77-938D1D318633}" dt="2025-03-21T03:51:28.241" v="646" actId="26606"/>
          <ac:spMkLst>
            <pc:docMk/>
            <pc:sldMk cId="1290983898" sldId="1015"/>
            <ac:spMk id="36" creationId="{1CC28BE1-9DC6-43FE-9582-39F091098D77}"/>
          </ac:spMkLst>
        </pc:spChg>
        <pc:graphicFrameChg chg="del">
          <ac:chgData name="José Pedro Calistro Torres de Miranda" userId="82558bf5-0a7c-4071-b398-5925c96dbeb2" providerId="ADAL" clId="{A357E84F-BC56-4556-BE77-938D1D318633}" dt="2025-03-21T03:50:43.151" v="622" actId="478"/>
          <ac:graphicFrameMkLst>
            <pc:docMk/>
            <pc:sldMk cId="1290983898" sldId="1015"/>
            <ac:graphicFrameMk id="21" creationId="{75309738-58CA-68B5-9167-43F319B93142}"/>
          </ac:graphicFrameMkLst>
        </pc:graphicFrameChg>
        <pc:graphicFrameChg chg="mod">
          <ac:chgData name="José Pedro Calistro Torres de Miranda" userId="82558bf5-0a7c-4071-b398-5925c96dbeb2" providerId="ADAL" clId="{A357E84F-BC56-4556-BE77-938D1D318633}" dt="2025-03-21T03:52:22.239" v="660"/>
          <ac:graphicFrameMkLst>
            <pc:docMk/>
            <pc:sldMk cId="1290983898" sldId="1015"/>
            <ac:graphicFrameMk id="22" creationId="{80164AC0-0EAD-5632-7F5D-2706F22E4C29}"/>
          </ac:graphicFrameMkLst>
        </pc:graphicFrameChg>
      </pc:sldChg>
      <pc:sldChg chg="modSp add del mod">
        <pc:chgData name="José Pedro Calistro Torres de Miranda" userId="82558bf5-0a7c-4071-b398-5925c96dbeb2" providerId="ADAL" clId="{A357E84F-BC56-4556-BE77-938D1D318633}" dt="2025-03-21T03:47:01.798" v="618" actId="47"/>
        <pc:sldMkLst>
          <pc:docMk/>
          <pc:sldMk cId="3525684233" sldId="1015"/>
        </pc:sldMkLst>
        <pc:spChg chg="mod">
          <ac:chgData name="José Pedro Calistro Torres de Miranda" userId="82558bf5-0a7c-4071-b398-5925c96dbeb2" providerId="ADAL" clId="{A357E84F-BC56-4556-BE77-938D1D318633}" dt="2025-03-21T03:46:18.892" v="609" actId="20577"/>
          <ac:spMkLst>
            <pc:docMk/>
            <pc:sldMk cId="3525684233" sldId="1015"/>
            <ac:spMk id="3" creationId="{6C355477-2FA4-8F1D-FD80-A94DEC0F45DC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3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sv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svg"/><Relationship Id="rId4" Type="http://schemas.openxmlformats.org/officeDocument/2006/relationships/image" Target="../media/image44.svg"/><Relationship Id="rId9" Type="http://schemas.openxmlformats.org/officeDocument/2006/relationships/image" Target="../media/image49.pn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37.png"/><Relationship Id="rId4" Type="http://schemas.openxmlformats.org/officeDocument/2006/relationships/image" Target="../media/image55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_rels/data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4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4" Type="http://schemas.openxmlformats.org/officeDocument/2006/relationships/image" Target="../media/image28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3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4" Type="http://schemas.openxmlformats.org/officeDocument/2006/relationships/image" Target="../media/image38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sv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svg"/><Relationship Id="rId4" Type="http://schemas.openxmlformats.org/officeDocument/2006/relationships/image" Target="../media/image44.svg"/><Relationship Id="rId9" Type="http://schemas.openxmlformats.org/officeDocument/2006/relationships/image" Target="../media/image49.pn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svg"/><Relationship Id="rId1" Type="http://schemas.openxmlformats.org/officeDocument/2006/relationships/image" Target="../media/image37.png"/><Relationship Id="rId4" Type="http://schemas.openxmlformats.org/officeDocument/2006/relationships/image" Target="../media/image55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svg"/><Relationship Id="rId1" Type="http://schemas.openxmlformats.org/officeDocument/2006/relationships/image" Target="../media/image56.png"/><Relationship Id="rId6" Type="http://schemas.openxmlformats.org/officeDocument/2006/relationships/image" Target="../media/image61.svg"/><Relationship Id="rId5" Type="http://schemas.openxmlformats.org/officeDocument/2006/relationships/image" Target="../media/image60.png"/><Relationship Id="rId4" Type="http://schemas.openxmlformats.org/officeDocument/2006/relationships/image" Target="../media/image59.svg"/></Relationships>
</file>

<file path=ppt/diagrams/_rels/drawing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63.svg"/><Relationship Id="rId1" Type="http://schemas.openxmlformats.org/officeDocument/2006/relationships/image" Target="../media/image62.png"/><Relationship Id="rId6" Type="http://schemas.openxmlformats.org/officeDocument/2006/relationships/image" Target="../media/image65.svg"/><Relationship Id="rId5" Type="http://schemas.openxmlformats.org/officeDocument/2006/relationships/image" Target="../media/image64.png"/><Relationship Id="rId4" Type="http://schemas.openxmlformats.org/officeDocument/2006/relationships/image" Target="../media/image4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B5ED91-88E1-4BD9-B1DF-F8DFF2B13DA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90732C6-A589-4848-9965-C518E5449D7F}">
      <dgm:prSet/>
      <dgm:spPr/>
      <dgm:t>
        <a:bodyPr/>
        <a:lstStyle/>
        <a:p>
          <a:pPr algn="l"/>
          <a:r>
            <a:rPr lang="pt-BR" b="1" dirty="0"/>
            <a:t>O que vimos até o momento?</a:t>
          </a:r>
        </a:p>
        <a:p>
          <a:pPr algn="l"/>
          <a:r>
            <a:rPr lang="pt-BR" b="1" dirty="0"/>
            <a:t>	</a:t>
          </a:r>
          <a:r>
            <a:rPr lang="pt-BR" b="0" dirty="0"/>
            <a:t>Revisão e reflexão da relação com o tema da aula</a:t>
          </a:r>
          <a:endParaRPr lang="pt-BR" b="1" dirty="0"/>
        </a:p>
      </dgm:t>
    </dgm:pt>
    <dgm:pt modelId="{807E8761-9C8D-418B-992C-B9B666A9637A}" type="parTrans" cxnId="{6BB78FCC-41D6-4998-81C0-9A740743145E}">
      <dgm:prSet/>
      <dgm:spPr/>
      <dgm:t>
        <a:bodyPr/>
        <a:lstStyle/>
        <a:p>
          <a:endParaRPr lang="en-US"/>
        </a:p>
      </dgm:t>
    </dgm:pt>
    <dgm:pt modelId="{824774B6-D5A4-4882-853B-15C8995140AF}" type="sibTrans" cxnId="{6BB78FCC-41D6-4998-81C0-9A740743145E}">
      <dgm:prSet/>
      <dgm:spPr/>
      <dgm:t>
        <a:bodyPr/>
        <a:lstStyle/>
        <a:p>
          <a:endParaRPr lang="en-US"/>
        </a:p>
      </dgm:t>
    </dgm:pt>
    <dgm:pt modelId="{112E74BE-677D-4D83-9A21-1E9033EF3CC0}">
      <dgm:prSet/>
      <dgm:spPr/>
      <dgm:t>
        <a:bodyPr/>
        <a:lstStyle/>
        <a:p>
          <a:r>
            <a:rPr lang="pt-BR" b="1" dirty="0"/>
            <a:t>Apresentação dos grupos</a:t>
          </a:r>
        </a:p>
        <a:p>
          <a:r>
            <a:rPr lang="pt-BR" b="1" dirty="0"/>
            <a:t>	</a:t>
          </a:r>
          <a:r>
            <a:rPr lang="pt-BR" dirty="0" err="1"/>
            <a:t>Pitch</a:t>
          </a:r>
          <a:r>
            <a:rPr lang="pt-BR" dirty="0"/>
            <a:t> Elevator: Duração: 3 a 5 minutos por grupo.</a:t>
          </a:r>
          <a:endParaRPr lang="en-US" dirty="0"/>
        </a:p>
      </dgm:t>
    </dgm:pt>
    <dgm:pt modelId="{885E050B-D514-42F5-8A11-262E7A92EB06}" type="parTrans" cxnId="{00679F56-E8FF-4018-98A0-4B4F6C1B38BA}">
      <dgm:prSet/>
      <dgm:spPr/>
      <dgm:t>
        <a:bodyPr/>
        <a:lstStyle/>
        <a:p>
          <a:endParaRPr lang="en-US"/>
        </a:p>
      </dgm:t>
    </dgm:pt>
    <dgm:pt modelId="{93BC75ED-2579-4982-B9FE-E6E727275CC2}" type="sibTrans" cxnId="{00679F56-E8FF-4018-98A0-4B4F6C1B38BA}">
      <dgm:prSet/>
      <dgm:spPr/>
      <dgm:t>
        <a:bodyPr/>
        <a:lstStyle/>
        <a:p>
          <a:endParaRPr lang="en-US"/>
        </a:p>
      </dgm:t>
    </dgm:pt>
    <dgm:pt modelId="{9407FFA9-039F-474C-AD0B-D85407506EA2}">
      <dgm:prSet/>
      <dgm:spPr/>
      <dgm:t>
        <a:bodyPr/>
        <a:lstStyle/>
        <a:p>
          <a:r>
            <a:rPr lang="pt-BR" b="1" dirty="0"/>
            <a:t>O que é Machine Learning?</a:t>
          </a:r>
        </a:p>
        <a:p>
          <a:r>
            <a:rPr lang="pt-BR" b="1" dirty="0"/>
            <a:t>	</a:t>
          </a:r>
          <a:r>
            <a:rPr lang="pt-BR" b="0" dirty="0"/>
            <a:t>Principais conceitos</a:t>
          </a:r>
          <a:endParaRPr lang="en-US" dirty="0"/>
        </a:p>
      </dgm:t>
    </dgm:pt>
    <dgm:pt modelId="{8A8AF8C5-CF2E-4B62-B899-AAA58AD17DFB}" type="parTrans" cxnId="{A41C244F-4CC1-4CBC-B8CF-2020E9593E74}">
      <dgm:prSet/>
      <dgm:spPr/>
      <dgm:t>
        <a:bodyPr/>
        <a:lstStyle/>
        <a:p>
          <a:endParaRPr lang="en-US"/>
        </a:p>
      </dgm:t>
    </dgm:pt>
    <dgm:pt modelId="{5876E1B6-E961-4717-9A02-44D9F794D6AD}" type="sibTrans" cxnId="{A41C244F-4CC1-4CBC-B8CF-2020E9593E74}">
      <dgm:prSet/>
      <dgm:spPr/>
      <dgm:t>
        <a:bodyPr/>
        <a:lstStyle/>
        <a:p>
          <a:endParaRPr lang="en-US"/>
        </a:p>
      </dgm:t>
    </dgm:pt>
    <dgm:pt modelId="{B4ECC663-125C-4609-A3BD-BE390A70B981}">
      <dgm:prSet/>
      <dgm:spPr/>
      <dgm:t>
        <a:bodyPr/>
        <a:lstStyle/>
        <a:p>
          <a:r>
            <a:rPr lang="pt-BR" b="1" dirty="0"/>
            <a:t>Tipos de Aprendizagem</a:t>
          </a:r>
        </a:p>
        <a:p>
          <a:r>
            <a:rPr lang="pt-BR" b="1" dirty="0"/>
            <a:t>	</a:t>
          </a:r>
          <a:r>
            <a:rPr lang="pt-BR" dirty="0"/>
            <a:t>Supervisionado vs. Não supervisionado</a:t>
          </a:r>
          <a:endParaRPr lang="en-US" dirty="0"/>
        </a:p>
      </dgm:t>
    </dgm:pt>
    <dgm:pt modelId="{3440B6F2-3EBA-4DC0-A60A-4F75BD09AF7C}" type="parTrans" cxnId="{E8EA6985-90B1-41A4-8704-7A5435B021B5}">
      <dgm:prSet/>
      <dgm:spPr/>
      <dgm:t>
        <a:bodyPr/>
        <a:lstStyle/>
        <a:p>
          <a:endParaRPr lang="en-US"/>
        </a:p>
      </dgm:t>
    </dgm:pt>
    <dgm:pt modelId="{349CAE34-3B11-4F08-8B76-0D41EBBC4790}" type="sibTrans" cxnId="{E8EA6985-90B1-41A4-8704-7A5435B021B5}">
      <dgm:prSet/>
      <dgm:spPr/>
      <dgm:t>
        <a:bodyPr/>
        <a:lstStyle/>
        <a:p>
          <a:endParaRPr lang="en-US"/>
        </a:p>
      </dgm:t>
    </dgm:pt>
    <dgm:pt modelId="{57F8A3F7-0B13-4DF8-A860-5236BAE183A4}">
      <dgm:prSet/>
      <dgm:spPr/>
      <dgm:t>
        <a:bodyPr/>
        <a:lstStyle/>
        <a:p>
          <a:r>
            <a:rPr lang="pt-BR" b="1" dirty="0"/>
            <a:t>Ferramentas</a:t>
          </a:r>
        </a:p>
        <a:p>
          <a:r>
            <a:rPr lang="pt-BR" b="1" dirty="0"/>
            <a:t>	</a:t>
          </a:r>
          <a:r>
            <a:rPr lang="pt-BR" dirty="0" err="1"/>
            <a:t>Scikit-learn</a:t>
          </a:r>
          <a:r>
            <a:rPr lang="pt-BR" dirty="0"/>
            <a:t>, </a:t>
          </a:r>
          <a:r>
            <a:rPr lang="pt-BR" dirty="0" err="1"/>
            <a:t>TensorFlow</a:t>
          </a:r>
          <a:r>
            <a:rPr lang="pt-BR" dirty="0"/>
            <a:t>, </a:t>
          </a:r>
          <a:r>
            <a:rPr lang="pt-BR" dirty="0" err="1"/>
            <a:t>MLlib</a:t>
          </a:r>
          <a:endParaRPr lang="en-US" dirty="0"/>
        </a:p>
      </dgm:t>
    </dgm:pt>
    <dgm:pt modelId="{4EB6C8B3-AF04-4657-A6C4-9778D149E9C8}" type="parTrans" cxnId="{599E43A2-11B6-420E-AAA4-C4AD0F066AFA}">
      <dgm:prSet/>
      <dgm:spPr/>
      <dgm:t>
        <a:bodyPr/>
        <a:lstStyle/>
        <a:p>
          <a:endParaRPr lang="en-US"/>
        </a:p>
      </dgm:t>
    </dgm:pt>
    <dgm:pt modelId="{8F9C4448-F091-44ED-97E4-5572CEA116E4}" type="sibTrans" cxnId="{599E43A2-11B6-420E-AAA4-C4AD0F066AFA}">
      <dgm:prSet/>
      <dgm:spPr/>
      <dgm:t>
        <a:bodyPr/>
        <a:lstStyle/>
        <a:p>
          <a:endParaRPr lang="en-US"/>
        </a:p>
      </dgm:t>
    </dgm:pt>
    <dgm:pt modelId="{56AAA1BE-2A36-4C05-B094-06E0F3505594}">
      <dgm:prSet/>
      <dgm:spPr/>
      <dgm:t>
        <a:bodyPr/>
        <a:lstStyle/>
        <a:p>
          <a:r>
            <a:rPr lang="pt-BR" b="1" dirty="0"/>
            <a:t>Exemplos de Modelos de Machine Learning</a:t>
          </a:r>
        </a:p>
        <a:p>
          <a:r>
            <a:rPr lang="pt-BR" b="1" dirty="0"/>
            <a:t>	</a:t>
          </a:r>
          <a:r>
            <a:rPr lang="pt-BR" dirty="0"/>
            <a:t>Classificação, Regressão, Clusterização</a:t>
          </a:r>
          <a:endParaRPr lang="en-US" dirty="0"/>
        </a:p>
      </dgm:t>
    </dgm:pt>
    <dgm:pt modelId="{F96C7FAC-2500-46D5-9613-367B0905D5FA}" type="parTrans" cxnId="{224498C9-8340-4111-BB23-AFE63F1F8F35}">
      <dgm:prSet/>
      <dgm:spPr/>
      <dgm:t>
        <a:bodyPr/>
        <a:lstStyle/>
        <a:p>
          <a:endParaRPr lang="en-US"/>
        </a:p>
      </dgm:t>
    </dgm:pt>
    <dgm:pt modelId="{05272E15-76C2-4EA5-B751-B459E70A2F1A}" type="sibTrans" cxnId="{224498C9-8340-4111-BB23-AFE63F1F8F35}">
      <dgm:prSet/>
      <dgm:spPr/>
      <dgm:t>
        <a:bodyPr/>
        <a:lstStyle/>
        <a:p>
          <a:endParaRPr lang="en-US"/>
        </a:p>
      </dgm:t>
    </dgm:pt>
    <dgm:pt modelId="{0272D42A-34FD-4221-AF86-9E7AAA588D9B}">
      <dgm:prSet/>
      <dgm:spPr/>
      <dgm:t>
        <a:bodyPr/>
        <a:lstStyle/>
        <a:p>
          <a:r>
            <a:rPr lang="pt-BR" b="1" dirty="0"/>
            <a:t>Fechamento da Aula</a:t>
          </a:r>
        </a:p>
        <a:p>
          <a:r>
            <a:rPr lang="pt-BR" b="1" dirty="0"/>
            <a:t>	</a:t>
          </a:r>
          <a:r>
            <a:rPr lang="pt-BR" b="0" dirty="0"/>
            <a:t>Overview e checkout</a:t>
          </a:r>
          <a:r>
            <a:rPr lang="pt-BR" b="1" dirty="0"/>
            <a:t> </a:t>
          </a:r>
          <a:endParaRPr lang="en-US" dirty="0"/>
        </a:p>
      </dgm:t>
    </dgm:pt>
    <dgm:pt modelId="{A112261A-C157-4FC0-807A-1C4A6EC8A17D}" type="parTrans" cxnId="{A26E2B2E-0E75-4D65-9797-EB26CA13F525}">
      <dgm:prSet/>
      <dgm:spPr/>
      <dgm:t>
        <a:bodyPr/>
        <a:lstStyle/>
        <a:p>
          <a:endParaRPr lang="en-US"/>
        </a:p>
      </dgm:t>
    </dgm:pt>
    <dgm:pt modelId="{0CA9E6E2-D11A-4D54-AAA2-2B909E00B37D}" type="sibTrans" cxnId="{A26E2B2E-0E75-4D65-9797-EB26CA13F525}">
      <dgm:prSet/>
      <dgm:spPr/>
      <dgm:t>
        <a:bodyPr/>
        <a:lstStyle/>
        <a:p>
          <a:endParaRPr lang="en-US"/>
        </a:p>
      </dgm:t>
    </dgm:pt>
    <dgm:pt modelId="{AF5C12AE-4F5B-45B6-B12C-6C717792D442}">
      <dgm:prSet custT="1"/>
      <dgm:spPr/>
      <dgm:t>
        <a:bodyPr/>
        <a:lstStyle/>
        <a:p>
          <a:r>
            <a:rPr lang="pt-BR" sz="1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Atividade Prática em Grupo</a:t>
          </a:r>
        </a:p>
        <a:p>
          <a:r>
            <a:rPr lang="pt-BR" sz="1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	</a:t>
          </a:r>
          <a:r>
            <a:rPr lang="pt-BR" sz="1200" kern="1200" dirty="0"/>
            <a:t>Definir um problema real resolvido com ML</a:t>
          </a:r>
          <a:endParaRPr lang="en-US" sz="12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852F2794-611C-4C7F-B5E6-ABFAF217B182}" type="parTrans" cxnId="{C7DE7CA7-2E87-4C9C-9CE5-F0517D074FA9}">
      <dgm:prSet/>
      <dgm:spPr/>
      <dgm:t>
        <a:bodyPr/>
        <a:lstStyle/>
        <a:p>
          <a:endParaRPr lang="pt-BR"/>
        </a:p>
      </dgm:t>
    </dgm:pt>
    <dgm:pt modelId="{44AB9AA5-98CC-4886-A722-0F7043287785}" type="sibTrans" cxnId="{C7DE7CA7-2E87-4C9C-9CE5-F0517D074FA9}">
      <dgm:prSet/>
      <dgm:spPr/>
      <dgm:t>
        <a:bodyPr/>
        <a:lstStyle/>
        <a:p>
          <a:endParaRPr lang="pt-BR"/>
        </a:p>
      </dgm:t>
    </dgm:pt>
    <dgm:pt modelId="{E71DA6FF-A1D1-405C-86C0-8AE61605B3E9}" type="pres">
      <dgm:prSet presAssocID="{94B5ED91-88E1-4BD9-B1DF-F8DFF2B13DA1}" presName="vert0" presStyleCnt="0">
        <dgm:presLayoutVars>
          <dgm:dir/>
          <dgm:animOne val="branch"/>
          <dgm:animLvl val="lvl"/>
        </dgm:presLayoutVars>
      </dgm:prSet>
      <dgm:spPr/>
    </dgm:pt>
    <dgm:pt modelId="{27C64104-541E-455D-AD44-806C4F104E34}" type="pres">
      <dgm:prSet presAssocID="{190732C6-A589-4848-9965-C518E5449D7F}" presName="thickLine" presStyleLbl="alignNode1" presStyleIdx="0" presStyleCnt="8"/>
      <dgm:spPr/>
    </dgm:pt>
    <dgm:pt modelId="{0AAC4D51-8622-429B-BA57-7AA429B05C6F}" type="pres">
      <dgm:prSet presAssocID="{190732C6-A589-4848-9965-C518E5449D7F}" presName="horz1" presStyleCnt="0"/>
      <dgm:spPr/>
    </dgm:pt>
    <dgm:pt modelId="{E3E8C7DD-7430-4F64-AEE7-1DE8433C1826}" type="pres">
      <dgm:prSet presAssocID="{190732C6-A589-4848-9965-C518E5449D7F}" presName="tx1" presStyleLbl="revTx" presStyleIdx="0" presStyleCnt="8"/>
      <dgm:spPr/>
    </dgm:pt>
    <dgm:pt modelId="{74F5967A-D9B3-4F5E-A995-192FE6990321}" type="pres">
      <dgm:prSet presAssocID="{190732C6-A589-4848-9965-C518E5449D7F}" presName="vert1" presStyleCnt="0"/>
      <dgm:spPr/>
    </dgm:pt>
    <dgm:pt modelId="{E65A6944-BC4E-4379-AD86-4F4FE22A44BE}" type="pres">
      <dgm:prSet presAssocID="{112E74BE-677D-4D83-9A21-1E9033EF3CC0}" presName="thickLine" presStyleLbl="alignNode1" presStyleIdx="1" presStyleCnt="8"/>
      <dgm:spPr/>
    </dgm:pt>
    <dgm:pt modelId="{66163072-9DCB-4F0B-A6D3-B4B663B73B61}" type="pres">
      <dgm:prSet presAssocID="{112E74BE-677D-4D83-9A21-1E9033EF3CC0}" presName="horz1" presStyleCnt="0"/>
      <dgm:spPr/>
    </dgm:pt>
    <dgm:pt modelId="{63B97511-3D7A-4E27-B1E3-41EE1084D65D}" type="pres">
      <dgm:prSet presAssocID="{112E74BE-677D-4D83-9A21-1E9033EF3CC0}" presName="tx1" presStyleLbl="revTx" presStyleIdx="1" presStyleCnt="8"/>
      <dgm:spPr/>
    </dgm:pt>
    <dgm:pt modelId="{ECB62632-0E92-4FBC-BCDB-046DE008C060}" type="pres">
      <dgm:prSet presAssocID="{112E74BE-677D-4D83-9A21-1E9033EF3CC0}" presName="vert1" presStyleCnt="0"/>
      <dgm:spPr/>
    </dgm:pt>
    <dgm:pt modelId="{D715F7DC-E705-499E-91D0-B441883DD896}" type="pres">
      <dgm:prSet presAssocID="{9407FFA9-039F-474C-AD0B-D85407506EA2}" presName="thickLine" presStyleLbl="alignNode1" presStyleIdx="2" presStyleCnt="8"/>
      <dgm:spPr/>
    </dgm:pt>
    <dgm:pt modelId="{836F4AB3-9D2A-4E12-A7BA-359074562CA6}" type="pres">
      <dgm:prSet presAssocID="{9407FFA9-039F-474C-AD0B-D85407506EA2}" presName="horz1" presStyleCnt="0"/>
      <dgm:spPr/>
    </dgm:pt>
    <dgm:pt modelId="{C14993A4-2648-4C9D-A90F-46A61750B293}" type="pres">
      <dgm:prSet presAssocID="{9407FFA9-039F-474C-AD0B-D85407506EA2}" presName="tx1" presStyleLbl="revTx" presStyleIdx="2" presStyleCnt="8"/>
      <dgm:spPr/>
    </dgm:pt>
    <dgm:pt modelId="{EDA0C6F5-3845-4FB0-AEBB-CE5DC3BDBF1C}" type="pres">
      <dgm:prSet presAssocID="{9407FFA9-039F-474C-AD0B-D85407506EA2}" presName="vert1" presStyleCnt="0"/>
      <dgm:spPr/>
    </dgm:pt>
    <dgm:pt modelId="{BC99CC8F-7AE6-4A4D-983E-244BB9002AF7}" type="pres">
      <dgm:prSet presAssocID="{B4ECC663-125C-4609-A3BD-BE390A70B981}" presName="thickLine" presStyleLbl="alignNode1" presStyleIdx="3" presStyleCnt="8"/>
      <dgm:spPr/>
    </dgm:pt>
    <dgm:pt modelId="{33F28637-D148-48E9-BE33-2EB8F93E2B0B}" type="pres">
      <dgm:prSet presAssocID="{B4ECC663-125C-4609-A3BD-BE390A70B981}" presName="horz1" presStyleCnt="0"/>
      <dgm:spPr/>
    </dgm:pt>
    <dgm:pt modelId="{41134147-F506-4D7E-9086-F088D25B75E9}" type="pres">
      <dgm:prSet presAssocID="{B4ECC663-125C-4609-A3BD-BE390A70B981}" presName="tx1" presStyleLbl="revTx" presStyleIdx="3" presStyleCnt="8"/>
      <dgm:spPr/>
    </dgm:pt>
    <dgm:pt modelId="{1B8C224E-A0A9-44CA-A860-6E379DB99C93}" type="pres">
      <dgm:prSet presAssocID="{B4ECC663-125C-4609-A3BD-BE390A70B981}" presName="vert1" presStyleCnt="0"/>
      <dgm:spPr/>
    </dgm:pt>
    <dgm:pt modelId="{3A83714D-9087-48AB-9DA2-E1215CF19A8F}" type="pres">
      <dgm:prSet presAssocID="{57F8A3F7-0B13-4DF8-A860-5236BAE183A4}" presName="thickLine" presStyleLbl="alignNode1" presStyleIdx="4" presStyleCnt="8"/>
      <dgm:spPr/>
    </dgm:pt>
    <dgm:pt modelId="{874B286C-321D-4A18-99BF-EE97B1394B55}" type="pres">
      <dgm:prSet presAssocID="{57F8A3F7-0B13-4DF8-A860-5236BAE183A4}" presName="horz1" presStyleCnt="0"/>
      <dgm:spPr/>
    </dgm:pt>
    <dgm:pt modelId="{4CB26CCC-BF9D-4EDC-B45B-0D7EBE6FA86B}" type="pres">
      <dgm:prSet presAssocID="{57F8A3F7-0B13-4DF8-A860-5236BAE183A4}" presName="tx1" presStyleLbl="revTx" presStyleIdx="4" presStyleCnt="8"/>
      <dgm:spPr/>
    </dgm:pt>
    <dgm:pt modelId="{67048E09-7BBC-41E9-99B5-690031AB3C5A}" type="pres">
      <dgm:prSet presAssocID="{57F8A3F7-0B13-4DF8-A860-5236BAE183A4}" presName="vert1" presStyleCnt="0"/>
      <dgm:spPr/>
    </dgm:pt>
    <dgm:pt modelId="{068365E4-240B-477D-B4FA-A61EC88E2CBD}" type="pres">
      <dgm:prSet presAssocID="{56AAA1BE-2A36-4C05-B094-06E0F3505594}" presName="thickLine" presStyleLbl="alignNode1" presStyleIdx="5" presStyleCnt="8"/>
      <dgm:spPr/>
    </dgm:pt>
    <dgm:pt modelId="{948C59F0-D50C-4821-8F91-C52C86E53A8F}" type="pres">
      <dgm:prSet presAssocID="{56AAA1BE-2A36-4C05-B094-06E0F3505594}" presName="horz1" presStyleCnt="0"/>
      <dgm:spPr/>
    </dgm:pt>
    <dgm:pt modelId="{4D9ACF4A-AC48-4C7E-B45C-8747040D7472}" type="pres">
      <dgm:prSet presAssocID="{56AAA1BE-2A36-4C05-B094-06E0F3505594}" presName="tx1" presStyleLbl="revTx" presStyleIdx="5" presStyleCnt="8"/>
      <dgm:spPr/>
    </dgm:pt>
    <dgm:pt modelId="{7E6AC777-D2ED-4836-93C8-0C673391FC00}" type="pres">
      <dgm:prSet presAssocID="{56AAA1BE-2A36-4C05-B094-06E0F3505594}" presName="vert1" presStyleCnt="0"/>
      <dgm:spPr/>
    </dgm:pt>
    <dgm:pt modelId="{01CA33BA-462B-4402-8A1E-1474278D20AA}" type="pres">
      <dgm:prSet presAssocID="{AF5C12AE-4F5B-45B6-B12C-6C717792D442}" presName="thickLine" presStyleLbl="alignNode1" presStyleIdx="6" presStyleCnt="8"/>
      <dgm:spPr/>
    </dgm:pt>
    <dgm:pt modelId="{9CACE7A6-44B9-4F30-AFA4-C33A659B330E}" type="pres">
      <dgm:prSet presAssocID="{AF5C12AE-4F5B-45B6-B12C-6C717792D442}" presName="horz1" presStyleCnt="0"/>
      <dgm:spPr/>
    </dgm:pt>
    <dgm:pt modelId="{3A5B342D-3BF8-4670-A27D-82CCF2828E96}" type="pres">
      <dgm:prSet presAssocID="{AF5C12AE-4F5B-45B6-B12C-6C717792D442}" presName="tx1" presStyleLbl="revTx" presStyleIdx="6" presStyleCnt="8"/>
      <dgm:spPr/>
    </dgm:pt>
    <dgm:pt modelId="{B0CFC59F-EA12-4C81-A32E-953122DBF258}" type="pres">
      <dgm:prSet presAssocID="{AF5C12AE-4F5B-45B6-B12C-6C717792D442}" presName="vert1" presStyleCnt="0"/>
      <dgm:spPr/>
    </dgm:pt>
    <dgm:pt modelId="{DFC1853E-5FC3-4F50-B97B-D7FF576B0DBC}" type="pres">
      <dgm:prSet presAssocID="{0272D42A-34FD-4221-AF86-9E7AAA588D9B}" presName="thickLine" presStyleLbl="alignNode1" presStyleIdx="7" presStyleCnt="8"/>
      <dgm:spPr/>
    </dgm:pt>
    <dgm:pt modelId="{CBA7E06C-7F9F-4009-9097-6A7E413AE019}" type="pres">
      <dgm:prSet presAssocID="{0272D42A-34FD-4221-AF86-9E7AAA588D9B}" presName="horz1" presStyleCnt="0"/>
      <dgm:spPr/>
    </dgm:pt>
    <dgm:pt modelId="{FD13C9BB-75FE-454F-B730-036A8480D100}" type="pres">
      <dgm:prSet presAssocID="{0272D42A-34FD-4221-AF86-9E7AAA588D9B}" presName="tx1" presStyleLbl="revTx" presStyleIdx="7" presStyleCnt="8"/>
      <dgm:spPr/>
    </dgm:pt>
    <dgm:pt modelId="{F7F0B025-B1AD-4179-8FB3-035E322F5BE6}" type="pres">
      <dgm:prSet presAssocID="{0272D42A-34FD-4221-AF86-9E7AAA588D9B}" presName="vert1" presStyleCnt="0"/>
      <dgm:spPr/>
    </dgm:pt>
  </dgm:ptLst>
  <dgm:cxnLst>
    <dgm:cxn modelId="{FABD0101-DBB5-4666-90C1-328A005C70E8}" type="presOf" srcId="{0272D42A-34FD-4221-AF86-9E7AAA588D9B}" destId="{FD13C9BB-75FE-454F-B730-036A8480D100}" srcOrd="0" destOrd="0" presId="urn:microsoft.com/office/officeart/2008/layout/LinedList"/>
    <dgm:cxn modelId="{7C685B28-7DD1-4BBF-8D12-544A2BAC5304}" type="presOf" srcId="{57F8A3F7-0B13-4DF8-A860-5236BAE183A4}" destId="{4CB26CCC-BF9D-4EDC-B45B-0D7EBE6FA86B}" srcOrd="0" destOrd="0" presId="urn:microsoft.com/office/officeart/2008/layout/LinedList"/>
    <dgm:cxn modelId="{308C662B-0EF9-4E2A-9DE9-812001CE737C}" type="presOf" srcId="{9407FFA9-039F-474C-AD0B-D85407506EA2}" destId="{C14993A4-2648-4C9D-A90F-46A61750B293}" srcOrd="0" destOrd="0" presId="urn:microsoft.com/office/officeart/2008/layout/LinedList"/>
    <dgm:cxn modelId="{A26E2B2E-0E75-4D65-9797-EB26CA13F525}" srcId="{94B5ED91-88E1-4BD9-B1DF-F8DFF2B13DA1}" destId="{0272D42A-34FD-4221-AF86-9E7AAA588D9B}" srcOrd="7" destOrd="0" parTransId="{A112261A-C157-4FC0-807A-1C4A6EC8A17D}" sibTransId="{0CA9E6E2-D11A-4D54-AAA2-2B909E00B37D}"/>
    <dgm:cxn modelId="{A41C244F-4CC1-4CBC-B8CF-2020E9593E74}" srcId="{94B5ED91-88E1-4BD9-B1DF-F8DFF2B13DA1}" destId="{9407FFA9-039F-474C-AD0B-D85407506EA2}" srcOrd="2" destOrd="0" parTransId="{8A8AF8C5-CF2E-4B62-B899-AAA58AD17DFB}" sibTransId="{5876E1B6-E961-4717-9A02-44D9F794D6AD}"/>
    <dgm:cxn modelId="{00679F56-E8FF-4018-98A0-4B4F6C1B38BA}" srcId="{94B5ED91-88E1-4BD9-B1DF-F8DFF2B13DA1}" destId="{112E74BE-677D-4D83-9A21-1E9033EF3CC0}" srcOrd="1" destOrd="0" parTransId="{885E050B-D514-42F5-8A11-262E7A92EB06}" sibTransId="{93BC75ED-2579-4982-B9FE-E6E727275CC2}"/>
    <dgm:cxn modelId="{E8EA6985-90B1-41A4-8704-7A5435B021B5}" srcId="{94B5ED91-88E1-4BD9-B1DF-F8DFF2B13DA1}" destId="{B4ECC663-125C-4609-A3BD-BE390A70B981}" srcOrd="3" destOrd="0" parTransId="{3440B6F2-3EBA-4DC0-A60A-4F75BD09AF7C}" sibTransId="{349CAE34-3B11-4F08-8B76-0D41EBBC4790}"/>
    <dgm:cxn modelId="{0A792290-5700-4CA0-BC01-8110CDC63704}" type="presOf" srcId="{112E74BE-677D-4D83-9A21-1E9033EF3CC0}" destId="{63B97511-3D7A-4E27-B1E3-41EE1084D65D}" srcOrd="0" destOrd="0" presId="urn:microsoft.com/office/officeart/2008/layout/LinedList"/>
    <dgm:cxn modelId="{599E43A2-11B6-420E-AAA4-C4AD0F066AFA}" srcId="{94B5ED91-88E1-4BD9-B1DF-F8DFF2B13DA1}" destId="{57F8A3F7-0B13-4DF8-A860-5236BAE183A4}" srcOrd="4" destOrd="0" parTransId="{4EB6C8B3-AF04-4657-A6C4-9778D149E9C8}" sibTransId="{8F9C4448-F091-44ED-97E4-5572CEA116E4}"/>
    <dgm:cxn modelId="{C7DE7CA7-2E87-4C9C-9CE5-F0517D074FA9}" srcId="{94B5ED91-88E1-4BD9-B1DF-F8DFF2B13DA1}" destId="{AF5C12AE-4F5B-45B6-B12C-6C717792D442}" srcOrd="6" destOrd="0" parTransId="{852F2794-611C-4C7F-B5E6-ABFAF217B182}" sibTransId="{44AB9AA5-98CC-4886-A722-0F7043287785}"/>
    <dgm:cxn modelId="{4408A9AD-9FB3-4A70-A943-A897B7842C76}" type="presOf" srcId="{56AAA1BE-2A36-4C05-B094-06E0F3505594}" destId="{4D9ACF4A-AC48-4C7E-B45C-8747040D7472}" srcOrd="0" destOrd="0" presId="urn:microsoft.com/office/officeart/2008/layout/LinedList"/>
    <dgm:cxn modelId="{224498C9-8340-4111-BB23-AFE63F1F8F35}" srcId="{94B5ED91-88E1-4BD9-B1DF-F8DFF2B13DA1}" destId="{56AAA1BE-2A36-4C05-B094-06E0F3505594}" srcOrd="5" destOrd="0" parTransId="{F96C7FAC-2500-46D5-9613-367B0905D5FA}" sibTransId="{05272E15-76C2-4EA5-B751-B459E70A2F1A}"/>
    <dgm:cxn modelId="{6BB78FCC-41D6-4998-81C0-9A740743145E}" srcId="{94B5ED91-88E1-4BD9-B1DF-F8DFF2B13DA1}" destId="{190732C6-A589-4848-9965-C518E5449D7F}" srcOrd="0" destOrd="0" parTransId="{807E8761-9C8D-418B-992C-B9B666A9637A}" sibTransId="{824774B6-D5A4-4882-853B-15C8995140AF}"/>
    <dgm:cxn modelId="{FB6A2EDD-227E-445A-8D5B-CD99A86CFFA6}" type="presOf" srcId="{AF5C12AE-4F5B-45B6-B12C-6C717792D442}" destId="{3A5B342D-3BF8-4670-A27D-82CCF2828E96}" srcOrd="0" destOrd="0" presId="urn:microsoft.com/office/officeart/2008/layout/LinedList"/>
    <dgm:cxn modelId="{BD3C36F1-58B5-4ED0-99DC-2B3B6A33773F}" type="presOf" srcId="{94B5ED91-88E1-4BD9-B1DF-F8DFF2B13DA1}" destId="{E71DA6FF-A1D1-405C-86C0-8AE61605B3E9}" srcOrd="0" destOrd="0" presId="urn:microsoft.com/office/officeart/2008/layout/LinedList"/>
    <dgm:cxn modelId="{A93722FA-9098-4E05-8794-3FE48E6665A6}" type="presOf" srcId="{B4ECC663-125C-4609-A3BD-BE390A70B981}" destId="{41134147-F506-4D7E-9086-F088D25B75E9}" srcOrd="0" destOrd="0" presId="urn:microsoft.com/office/officeart/2008/layout/LinedList"/>
    <dgm:cxn modelId="{DEA7DEFA-BFC0-4B7E-B1FC-1B6A380E059F}" type="presOf" srcId="{190732C6-A589-4848-9965-C518E5449D7F}" destId="{E3E8C7DD-7430-4F64-AEE7-1DE8433C1826}" srcOrd="0" destOrd="0" presId="urn:microsoft.com/office/officeart/2008/layout/LinedList"/>
    <dgm:cxn modelId="{E5BADBC0-8BED-48E3-957A-5FB6DEB51904}" type="presParOf" srcId="{E71DA6FF-A1D1-405C-86C0-8AE61605B3E9}" destId="{27C64104-541E-455D-AD44-806C4F104E34}" srcOrd="0" destOrd="0" presId="urn:microsoft.com/office/officeart/2008/layout/LinedList"/>
    <dgm:cxn modelId="{7379453C-B65E-4924-B412-1EA00F672BCE}" type="presParOf" srcId="{E71DA6FF-A1D1-405C-86C0-8AE61605B3E9}" destId="{0AAC4D51-8622-429B-BA57-7AA429B05C6F}" srcOrd="1" destOrd="0" presId="urn:microsoft.com/office/officeart/2008/layout/LinedList"/>
    <dgm:cxn modelId="{B7F2A73D-971B-4712-A34B-89B039FE5434}" type="presParOf" srcId="{0AAC4D51-8622-429B-BA57-7AA429B05C6F}" destId="{E3E8C7DD-7430-4F64-AEE7-1DE8433C1826}" srcOrd="0" destOrd="0" presId="urn:microsoft.com/office/officeart/2008/layout/LinedList"/>
    <dgm:cxn modelId="{CB01707C-0BBC-40AA-81E2-3EAA24757432}" type="presParOf" srcId="{0AAC4D51-8622-429B-BA57-7AA429B05C6F}" destId="{74F5967A-D9B3-4F5E-A995-192FE6990321}" srcOrd="1" destOrd="0" presId="urn:microsoft.com/office/officeart/2008/layout/LinedList"/>
    <dgm:cxn modelId="{07E19910-EFB7-4166-8C72-74BD85637FA8}" type="presParOf" srcId="{E71DA6FF-A1D1-405C-86C0-8AE61605B3E9}" destId="{E65A6944-BC4E-4379-AD86-4F4FE22A44BE}" srcOrd="2" destOrd="0" presId="urn:microsoft.com/office/officeart/2008/layout/LinedList"/>
    <dgm:cxn modelId="{1E1B03FD-E9D6-45AC-AFBD-821F1071E67C}" type="presParOf" srcId="{E71DA6FF-A1D1-405C-86C0-8AE61605B3E9}" destId="{66163072-9DCB-4F0B-A6D3-B4B663B73B61}" srcOrd="3" destOrd="0" presId="urn:microsoft.com/office/officeart/2008/layout/LinedList"/>
    <dgm:cxn modelId="{B6562FFD-933B-460C-8984-071E549D60B7}" type="presParOf" srcId="{66163072-9DCB-4F0B-A6D3-B4B663B73B61}" destId="{63B97511-3D7A-4E27-B1E3-41EE1084D65D}" srcOrd="0" destOrd="0" presId="urn:microsoft.com/office/officeart/2008/layout/LinedList"/>
    <dgm:cxn modelId="{25DCEFFE-A058-4F08-B23B-0BE544DB1624}" type="presParOf" srcId="{66163072-9DCB-4F0B-A6D3-B4B663B73B61}" destId="{ECB62632-0E92-4FBC-BCDB-046DE008C060}" srcOrd="1" destOrd="0" presId="urn:microsoft.com/office/officeart/2008/layout/LinedList"/>
    <dgm:cxn modelId="{24B8636E-EE9F-450E-ACBA-4C8C7FC605E8}" type="presParOf" srcId="{E71DA6FF-A1D1-405C-86C0-8AE61605B3E9}" destId="{D715F7DC-E705-499E-91D0-B441883DD896}" srcOrd="4" destOrd="0" presId="urn:microsoft.com/office/officeart/2008/layout/LinedList"/>
    <dgm:cxn modelId="{43971BBF-961B-4121-BAAE-4F48538346B5}" type="presParOf" srcId="{E71DA6FF-A1D1-405C-86C0-8AE61605B3E9}" destId="{836F4AB3-9D2A-4E12-A7BA-359074562CA6}" srcOrd="5" destOrd="0" presId="urn:microsoft.com/office/officeart/2008/layout/LinedList"/>
    <dgm:cxn modelId="{9B8EB48D-7288-4618-A8B8-EECAC817BA3E}" type="presParOf" srcId="{836F4AB3-9D2A-4E12-A7BA-359074562CA6}" destId="{C14993A4-2648-4C9D-A90F-46A61750B293}" srcOrd="0" destOrd="0" presId="urn:microsoft.com/office/officeart/2008/layout/LinedList"/>
    <dgm:cxn modelId="{F252A0A3-AA06-47A6-A01B-824B476168AF}" type="presParOf" srcId="{836F4AB3-9D2A-4E12-A7BA-359074562CA6}" destId="{EDA0C6F5-3845-4FB0-AEBB-CE5DC3BDBF1C}" srcOrd="1" destOrd="0" presId="urn:microsoft.com/office/officeart/2008/layout/LinedList"/>
    <dgm:cxn modelId="{9224011A-4B57-41E1-BD16-421C50DD1B5A}" type="presParOf" srcId="{E71DA6FF-A1D1-405C-86C0-8AE61605B3E9}" destId="{BC99CC8F-7AE6-4A4D-983E-244BB9002AF7}" srcOrd="6" destOrd="0" presId="urn:microsoft.com/office/officeart/2008/layout/LinedList"/>
    <dgm:cxn modelId="{D650AA55-CC8C-4A44-A33A-172CBF5C4BB4}" type="presParOf" srcId="{E71DA6FF-A1D1-405C-86C0-8AE61605B3E9}" destId="{33F28637-D148-48E9-BE33-2EB8F93E2B0B}" srcOrd="7" destOrd="0" presId="urn:microsoft.com/office/officeart/2008/layout/LinedList"/>
    <dgm:cxn modelId="{53818C2E-5844-45EA-BBCE-6EC17B409B2B}" type="presParOf" srcId="{33F28637-D148-48E9-BE33-2EB8F93E2B0B}" destId="{41134147-F506-4D7E-9086-F088D25B75E9}" srcOrd="0" destOrd="0" presId="urn:microsoft.com/office/officeart/2008/layout/LinedList"/>
    <dgm:cxn modelId="{0DE2D751-F758-4CA1-8336-B14290A88F1C}" type="presParOf" srcId="{33F28637-D148-48E9-BE33-2EB8F93E2B0B}" destId="{1B8C224E-A0A9-44CA-A860-6E379DB99C93}" srcOrd="1" destOrd="0" presId="urn:microsoft.com/office/officeart/2008/layout/LinedList"/>
    <dgm:cxn modelId="{10442C24-7034-428E-9873-6A33DBB958A1}" type="presParOf" srcId="{E71DA6FF-A1D1-405C-86C0-8AE61605B3E9}" destId="{3A83714D-9087-48AB-9DA2-E1215CF19A8F}" srcOrd="8" destOrd="0" presId="urn:microsoft.com/office/officeart/2008/layout/LinedList"/>
    <dgm:cxn modelId="{FBFD8753-FE0E-4004-9D31-DC5444EBCEC5}" type="presParOf" srcId="{E71DA6FF-A1D1-405C-86C0-8AE61605B3E9}" destId="{874B286C-321D-4A18-99BF-EE97B1394B55}" srcOrd="9" destOrd="0" presId="urn:microsoft.com/office/officeart/2008/layout/LinedList"/>
    <dgm:cxn modelId="{AD4603C1-A8F4-4C00-B15D-1AF6B5042C30}" type="presParOf" srcId="{874B286C-321D-4A18-99BF-EE97B1394B55}" destId="{4CB26CCC-BF9D-4EDC-B45B-0D7EBE6FA86B}" srcOrd="0" destOrd="0" presId="urn:microsoft.com/office/officeart/2008/layout/LinedList"/>
    <dgm:cxn modelId="{6998DD57-419F-4EF6-B34D-80E4BD3CC8CB}" type="presParOf" srcId="{874B286C-321D-4A18-99BF-EE97B1394B55}" destId="{67048E09-7BBC-41E9-99B5-690031AB3C5A}" srcOrd="1" destOrd="0" presId="urn:microsoft.com/office/officeart/2008/layout/LinedList"/>
    <dgm:cxn modelId="{2D71E033-8C89-4943-B5BC-A1B332A7D71A}" type="presParOf" srcId="{E71DA6FF-A1D1-405C-86C0-8AE61605B3E9}" destId="{068365E4-240B-477D-B4FA-A61EC88E2CBD}" srcOrd="10" destOrd="0" presId="urn:microsoft.com/office/officeart/2008/layout/LinedList"/>
    <dgm:cxn modelId="{F851094C-E8E7-4CB8-BC6B-33D05A17BAD5}" type="presParOf" srcId="{E71DA6FF-A1D1-405C-86C0-8AE61605B3E9}" destId="{948C59F0-D50C-4821-8F91-C52C86E53A8F}" srcOrd="11" destOrd="0" presId="urn:microsoft.com/office/officeart/2008/layout/LinedList"/>
    <dgm:cxn modelId="{C3DC44EF-9DF9-4008-B8B9-BAA78E040328}" type="presParOf" srcId="{948C59F0-D50C-4821-8F91-C52C86E53A8F}" destId="{4D9ACF4A-AC48-4C7E-B45C-8747040D7472}" srcOrd="0" destOrd="0" presId="urn:microsoft.com/office/officeart/2008/layout/LinedList"/>
    <dgm:cxn modelId="{56433AEC-6E8A-496C-BEDA-CCFD3BA75734}" type="presParOf" srcId="{948C59F0-D50C-4821-8F91-C52C86E53A8F}" destId="{7E6AC777-D2ED-4836-93C8-0C673391FC00}" srcOrd="1" destOrd="0" presId="urn:microsoft.com/office/officeart/2008/layout/LinedList"/>
    <dgm:cxn modelId="{C9426B86-2465-4D8E-BB66-A35660FDF6EA}" type="presParOf" srcId="{E71DA6FF-A1D1-405C-86C0-8AE61605B3E9}" destId="{01CA33BA-462B-4402-8A1E-1474278D20AA}" srcOrd="12" destOrd="0" presId="urn:microsoft.com/office/officeart/2008/layout/LinedList"/>
    <dgm:cxn modelId="{C05DF0C3-0B6A-46E9-A943-6B6031EE4529}" type="presParOf" srcId="{E71DA6FF-A1D1-405C-86C0-8AE61605B3E9}" destId="{9CACE7A6-44B9-4F30-AFA4-C33A659B330E}" srcOrd="13" destOrd="0" presId="urn:microsoft.com/office/officeart/2008/layout/LinedList"/>
    <dgm:cxn modelId="{0A3A58BF-FCBF-4793-BBFD-89FC022CD12F}" type="presParOf" srcId="{9CACE7A6-44B9-4F30-AFA4-C33A659B330E}" destId="{3A5B342D-3BF8-4670-A27D-82CCF2828E96}" srcOrd="0" destOrd="0" presId="urn:microsoft.com/office/officeart/2008/layout/LinedList"/>
    <dgm:cxn modelId="{7E42481D-D689-4F37-B51A-0CB7CAA2CED1}" type="presParOf" srcId="{9CACE7A6-44B9-4F30-AFA4-C33A659B330E}" destId="{B0CFC59F-EA12-4C81-A32E-953122DBF258}" srcOrd="1" destOrd="0" presId="urn:microsoft.com/office/officeart/2008/layout/LinedList"/>
    <dgm:cxn modelId="{A738A493-A966-4F3C-B4D4-106EF85B69E5}" type="presParOf" srcId="{E71DA6FF-A1D1-405C-86C0-8AE61605B3E9}" destId="{DFC1853E-5FC3-4F50-B97B-D7FF576B0DBC}" srcOrd="14" destOrd="0" presId="urn:microsoft.com/office/officeart/2008/layout/LinedList"/>
    <dgm:cxn modelId="{065B7A57-97CF-4522-AF6E-AEED98FF72B1}" type="presParOf" srcId="{E71DA6FF-A1D1-405C-86C0-8AE61605B3E9}" destId="{CBA7E06C-7F9F-4009-9097-6A7E413AE019}" srcOrd="15" destOrd="0" presId="urn:microsoft.com/office/officeart/2008/layout/LinedList"/>
    <dgm:cxn modelId="{94A113CF-A343-4331-AE34-08C581C2B878}" type="presParOf" srcId="{CBA7E06C-7F9F-4009-9097-6A7E413AE019}" destId="{FD13C9BB-75FE-454F-B730-036A8480D100}" srcOrd="0" destOrd="0" presId="urn:microsoft.com/office/officeart/2008/layout/LinedList"/>
    <dgm:cxn modelId="{E477777A-6506-47D0-8035-46700BFB99CD}" type="presParOf" srcId="{CBA7E06C-7F9F-4009-9097-6A7E413AE019}" destId="{F7F0B025-B1AD-4179-8FB3-035E322F5BE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AFFAAD6-23A2-4170-B72E-15B505743C9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92B9C494-10CC-4F61-9069-71613D5E3736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Introdução à Disciplina</a:t>
          </a:r>
          <a:endParaRPr lang="en-US"/>
        </a:p>
      </dgm:t>
    </dgm:pt>
    <dgm:pt modelId="{24C26D46-EE37-403B-9E89-0D9B964A244C}" type="parTrans" cxnId="{68DDCE79-FB39-406B-9A33-4C54A640DBFA}">
      <dgm:prSet/>
      <dgm:spPr/>
      <dgm:t>
        <a:bodyPr/>
        <a:lstStyle/>
        <a:p>
          <a:endParaRPr lang="en-US"/>
        </a:p>
      </dgm:t>
    </dgm:pt>
    <dgm:pt modelId="{294F7E5E-4EDC-440D-BB30-F031C820C3F5}" type="sibTrans" cxnId="{68DDCE79-FB39-406B-9A33-4C54A640DBFA}">
      <dgm:prSet/>
      <dgm:spPr/>
      <dgm:t>
        <a:bodyPr/>
        <a:lstStyle/>
        <a:p>
          <a:endParaRPr lang="en-US"/>
        </a:p>
      </dgm:t>
    </dgm:pt>
    <dgm:pt modelId="{78EA0DEB-C4E7-4530-82C3-38F5D5F5871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Conceitos Fundamentais do Big Data</a:t>
          </a:r>
          <a:endParaRPr lang="en-US"/>
        </a:p>
      </dgm:t>
    </dgm:pt>
    <dgm:pt modelId="{52AF9BA1-A16A-40ED-B5F6-27A87F89571A}" type="parTrans" cxnId="{3C1C50D5-B50F-4A8F-8F18-CE943DA06CE0}">
      <dgm:prSet/>
      <dgm:spPr/>
      <dgm:t>
        <a:bodyPr/>
        <a:lstStyle/>
        <a:p>
          <a:endParaRPr lang="en-US"/>
        </a:p>
      </dgm:t>
    </dgm:pt>
    <dgm:pt modelId="{C3EF660D-BABE-46A9-B9F6-D4DD6E9A8B08}" type="sibTrans" cxnId="{3C1C50D5-B50F-4A8F-8F18-CE943DA06CE0}">
      <dgm:prSet/>
      <dgm:spPr/>
      <dgm:t>
        <a:bodyPr/>
        <a:lstStyle/>
        <a:p>
          <a:endParaRPr lang="en-US"/>
        </a:p>
      </dgm:t>
    </dgm:pt>
    <dgm:pt modelId="{E78B0644-B1DF-43FF-AF62-065CF917815F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Tecnologias para Big Data</a:t>
          </a:r>
          <a:endParaRPr lang="en-US"/>
        </a:p>
      </dgm:t>
    </dgm:pt>
    <dgm:pt modelId="{4E7F3F2F-9C54-40DF-BE71-7F430E0582D3}" type="parTrans" cxnId="{24826FDC-5918-4D20-B49D-1B522F3D1F05}">
      <dgm:prSet/>
      <dgm:spPr/>
      <dgm:t>
        <a:bodyPr/>
        <a:lstStyle/>
        <a:p>
          <a:endParaRPr lang="en-US"/>
        </a:p>
      </dgm:t>
    </dgm:pt>
    <dgm:pt modelId="{BB43EFF6-6338-45A7-955C-EED362771463}" type="sibTrans" cxnId="{24826FDC-5918-4D20-B49D-1B522F3D1F05}">
      <dgm:prSet/>
      <dgm:spPr/>
      <dgm:t>
        <a:bodyPr/>
        <a:lstStyle/>
        <a:p>
          <a:endParaRPr lang="en-US"/>
        </a:p>
      </dgm:t>
    </dgm:pt>
    <dgm:pt modelId="{D60ACF92-21B5-45C7-9587-549A85AA87F2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Infraestrutura para Big Data</a:t>
          </a:r>
          <a:endParaRPr lang="en-US" dirty="0"/>
        </a:p>
      </dgm:t>
    </dgm:pt>
    <dgm:pt modelId="{FB2CB69E-C810-44FA-95A9-B9DB93FACE6E}" type="parTrans" cxnId="{7E7ED465-4ECC-4454-9733-8BD3BD16B999}">
      <dgm:prSet/>
      <dgm:spPr/>
      <dgm:t>
        <a:bodyPr/>
        <a:lstStyle/>
        <a:p>
          <a:endParaRPr lang="en-US"/>
        </a:p>
      </dgm:t>
    </dgm:pt>
    <dgm:pt modelId="{544EE065-FE43-4F0B-A026-FAFC189C1977}" type="sibTrans" cxnId="{7E7ED465-4ECC-4454-9733-8BD3BD16B999}">
      <dgm:prSet/>
      <dgm:spPr/>
      <dgm:t>
        <a:bodyPr/>
        <a:lstStyle/>
        <a:p>
          <a:endParaRPr lang="en-US"/>
        </a:p>
      </dgm:t>
    </dgm:pt>
    <dgm:pt modelId="{F46B5934-A3BB-4DDC-BA3F-425595E724DE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 dirty="0"/>
            <a:t>Processamento de Dados em Escala</a:t>
          </a:r>
          <a:endParaRPr lang="en-US" dirty="0"/>
        </a:p>
      </dgm:t>
    </dgm:pt>
    <dgm:pt modelId="{C6907365-8B9E-4E89-9004-457C5AF347C2}" type="parTrans" cxnId="{A49099EA-9530-4600-8DE6-3BAF558F952E}">
      <dgm:prSet/>
      <dgm:spPr/>
      <dgm:t>
        <a:bodyPr/>
        <a:lstStyle/>
        <a:p>
          <a:endParaRPr lang="en-US"/>
        </a:p>
      </dgm:t>
    </dgm:pt>
    <dgm:pt modelId="{CA04E64C-D352-4CFB-A6F4-BDEECDAD0063}" type="sibTrans" cxnId="{A49099EA-9530-4600-8DE6-3BAF558F952E}">
      <dgm:prSet/>
      <dgm:spPr/>
      <dgm:t>
        <a:bodyPr/>
        <a:lstStyle/>
        <a:p>
          <a:endParaRPr lang="en-US"/>
        </a:p>
      </dgm:t>
    </dgm:pt>
    <dgm:pt modelId="{6EC0A287-C64B-4757-B852-8087249853EB}">
      <dgm:prSet/>
      <dgm:spPr/>
      <dgm:t>
        <a:bodyPr/>
        <a:lstStyle/>
        <a:p>
          <a:pPr>
            <a:lnSpc>
              <a:spcPct val="100000"/>
            </a:lnSpc>
          </a:pPr>
          <a:r>
            <a:rPr lang="pt-BR" b="1"/>
            <a:t>Streaming de Dados</a:t>
          </a:r>
          <a:endParaRPr lang="en-US" dirty="0"/>
        </a:p>
      </dgm:t>
    </dgm:pt>
    <dgm:pt modelId="{36BB961F-B43B-4B4C-8272-8B94FA72A022}" type="parTrans" cxnId="{938286A2-F460-406E-ADD9-B5B820EE72BB}">
      <dgm:prSet/>
      <dgm:spPr/>
      <dgm:t>
        <a:bodyPr/>
        <a:lstStyle/>
        <a:p>
          <a:endParaRPr lang="pt-BR"/>
        </a:p>
      </dgm:t>
    </dgm:pt>
    <dgm:pt modelId="{A470AB96-F8EF-438F-B32F-2342EC5A4FE4}" type="sibTrans" cxnId="{938286A2-F460-406E-ADD9-B5B820EE72BB}">
      <dgm:prSet/>
      <dgm:spPr/>
      <dgm:t>
        <a:bodyPr/>
        <a:lstStyle/>
        <a:p>
          <a:endParaRPr lang="pt-BR"/>
        </a:p>
      </dgm:t>
    </dgm:pt>
    <dgm:pt modelId="{BCAA5659-811A-4ECE-B9C9-BBDBD99F1F2A}" type="pres">
      <dgm:prSet presAssocID="{CAFFAAD6-23A2-4170-B72E-15B505743C95}" presName="root" presStyleCnt="0">
        <dgm:presLayoutVars>
          <dgm:dir/>
          <dgm:resizeHandles val="exact"/>
        </dgm:presLayoutVars>
      </dgm:prSet>
      <dgm:spPr/>
    </dgm:pt>
    <dgm:pt modelId="{3E6B942D-17FC-4F9B-9CF0-8F3764B88E21}" type="pres">
      <dgm:prSet presAssocID="{92B9C494-10CC-4F61-9069-71613D5E3736}" presName="compNode" presStyleCnt="0"/>
      <dgm:spPr/>
    </dgm:pt>
    <dgm:pt modelId="{3ED695EF-4E47-4C3F-8DF4-DF1DB637BB05}" type="pres">
      <dgm:prSet presAssocID="{92B9C494-10CC-4F61-9069-71613D5E3736}" presName="bgRect" presStyleLbl="bgShp" presStyleIdx="0" presStyleCnt="6"/>
      <dgm:spPr/>
    </dgm:pt>
    <dgm:pt modelId="{1F8562D3-E6D4-4EE1-B08E-8ADD11531FA1}" type="pres">
      <dgm:prSet presAssocID="{92B9C494-10CC-4F61-9069-71613D5E373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35682939-A37D-4296-9AD7-3AA17A4E42E7}" type="pres">
      <dgm:prSet presAssocID="{92B9C494-10CC-4F61-9069-71613D5E3736}" presName="spaceRect" presStyleCnt="0"/>
      <dgm:spPr/>
    </dgm:pt>
    <dgm:pt modelId="{243E9226-43D9-4775-A20E-BC5D2BD8875A}" type="pres">
      <dgm:prSet presAssocID="{92B9C494-10CC-4F61-9069-71613D5E3736}" presName="parTx" presStyleLbl="revTx" presStyleIdx="0" presStyleCnt="6">
        <dgm:presLayoutVars>
          <dgm:chMax val="0"/>
          <dgm:chPref val="0"/>
        </dgm:presLayoutVars>
      </dgm:prSet>
      <dgm:spPr/>
    </dgm:pt>
    <dgm:pt modelId="{FA858C04-C8D6-4205-A010-2B4CAC043176}" type="pres">
      <dgm:prSet presAssocID="{294F7E5E-4EDC-440D-BB30-F031C820C3F5}" presName="sibTrans" presStyleCnt="0"/>
      <dgm:spPr/>
    </dgm:pt>
    <dgm:pt modelId="{D80CABC3-3F84-43F4-B574-0D026D6D65E1}" type="pres">
      <dgm:prSet presAssocID="{78EA0DEB-C4E7-4530-82C3-38F5D5F5871B}" presName="compNode" presStyleCnt="0"/>
      <dgm:spPr/>
    </dgm:pt>
    <dgm:pt modelId="{88B8DE9F-BFF9-40F9-827B-E1AB5395B1CC}" type="pres">
      <dgm:prSet presAssocID="{78EA0DEB-C4E7-4530-82C3-38F5D5F5871B}" presName="bgRect" presStyleLbl="bgShp" presStyleIdx="1" presStyleCnt="6"/>
      <dgm:spPr/>
    </dgm:pt>
    <dgm:pt modelId="{69C5A09E-B9AE-4014-B93F-C539F40E6D14}" type="pres">
      <dgm:prSet presAssocID="{78EA0DEB-C4E7-4530-82C3-38F5D5F5871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B5042474-A7DA-49BB-A7EA-F88789CD8A9A}" type="pres">
      <dgm:prSet presAssocID="{78EA0DEB-C4E7-4530-82C3-38F5D5F5871B}" presName="spaceRect" presStyleCnt="0"/>
      <dgm:spPr/>
    </dgm:pt>
    <dgm:pt modelId="{2D6D793E-B797-4586-A248-0B1C875C7641}" type="pres">
      <dgm:prSet presAssocID="{78EA0DEB-C4E7-4530-82C3-38F5D5F5871B}" presName="parTx" presStyleLbl="revTx" presStyleIdx="1" presStyleCnt="6">
        <dgm:presLayoutVars>
          <dgm:chMax val="0"/>
          <dgm:chPref val="0"/>
        </dgm:presLayoutVars>
      </dgm:prSet>
      <dgm:spPr/>
    </dgm:pt>
    <dgm:pt modelId="{5EE9E149-E9AE-4910-80C7-1C5581D09323}" type="pres">
      <dgm:prSet presAssocID="{C3EF660D-BABE-46A9-B9F6-D4DD6E9A8B08}" presName="sibTrans" presStyleCnt="0"/>
      <dgm:spPr/>
    </dgm:pt>
    <dgm:pt modelId="{8B03034F-301E-4B37-A1A4-48C01603F758}" type="pres">
      <dgm:prSet presAssocID="{E78B0644-B1DF-43FF-AF62-065CF917815F}" presName="compNode" presStyleCnt="0"/>
      <dgm:spPr/>
    </dgm:pt>
    <dgm:pt modelId="{12930027-1F86-4E37-AE86-4A255152A462}" type="pres">
      <dgm:prSet presAssocID="{E78B0644-B1DF-43FF-AF62-065CF917815F}" presName="bgRect" presStyleLbl="bgShp" presStyleIdx="2" presStyleCnt="6"/>
      <dgm:spPr/>
    </dgm:pt>
    <dgm:pt modelId="{10B74E8D-0F59-433C-9A33-E1E81D19EBBB}" type="pres">
      <dgm:prSet presAssocID="{E78B0644-B1DF-43FF-AF62-065CF917815F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ador"/>
        </a:ext>
      </dgm:extLst>
    </dgm:pt>
    <dgm:pt modelId="{5177647B-2874-473D-B700-AA43BE45D447}" type="pres">
      <dgm:prSet presAssocID="{E78B0644-B1DF-43FF-AF62-065CF917815F}" presName="spaceRect" presStyleCnt="0"/>
      <dgm:spPr/>
    </dgm:pt>
    <dgm:pt modelId="{9F7AA49A-30A1-441D-BB22-C76B7AD6BADB}" type="pres">
      <dgm:prSet presAssocID="{E78B0644-B1DF-43FF-AF62-065CF917815F}" presName="parTx" presStyleLbl="revTx" presStyleIdx="2" presStyleCnt="6">
        <dgm:presLayoutVars>
          <dgm:chMax val="0"/>
          <dgm:chPref val="0"/>
        </dgm:presLayoutVars>
      </dgm:prSet>
      <dgm:spPr/>
    </dgm:pt>
    <dgm:pt modelId="{92C06756-CA9A-44DB-AB68-1133918192A1}" type="pres">
      <dgm:prSet presAssocID="{BB43EFF6-6338-45A7-955C-EED362771463}" presName="sibTrans" presStyleCnt="0"/>
      <dgm:spPr/>
    </dgm:pt>
    <dgm:pt modelId="{73D314F4-41BC-40A1-8FD7-B898A81E79A2}" type="pres">
      <dgm:prSet presAssocID="{D60ACF92-21B5-45C7-9587-549A85AA87F2}" presName="compNode" presStyleCnt="0"/>
      <dgm:spPr/>
    </dgm:pt>
    <dgm:pt modelId="{401554BA-51F1-4008-8088-AEE5CD916FCC}" type="pres">
      <dgm:prSet presAssocID="{D60ACF92-21B5-45C7-9587-549A85AA87F2}" presName="bgRect" presStyleLbl="bgShp" presStyleIdx="3" presStyleCnt="6"/>
      <dgm:spPr/>
    </dgm:pt>
    <dgm:pt modelId="{0AA90B25-7E39-490C-94B8-5D7CC86616CA}" type="pres">
      <dgm:prSet presAssocID="{D60ACF92-21B5-45C7-9587-549A85AA87F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1EEBE39F-912B-497B-8CF0-4498CD978813}" type="pres">
      <dgm:prSet presAssocID="{D60ACF92-21B5-45C7-9587-549A85AA87F2}" presName="spaceRect" presStyleCnt="0"/>
      <dgm:spPr/>
    </dgm:pt>
    <dgm:pt modelId="{2BD238F7-9C4F-4D7E-85AA-0685550F92AD}" type="pres">
      <dgm:prSet presAssocID="{D60ACF92-21B5-45C7-9587-549A85AA87F2}" presName="parTx" presStyleLbl="revTx" presStyleIdx="3" presStyleCnt="6">
        <dgm:presLayoutVars>
          <dgm:chMax val="0"/>
          <dgm:chPref val="0"/>
        </dgm:presLayoutVars>
      </dgm:prSet>
      <dgm:spPr/>
    </dgm:pt>
    <dgm:pt modelId="{2BE591CF-2895-4F42-B2B7-6C7B348F52D2}" type="pres">
      <dgm:prSet presAssocID="{544EE065-FE43-4F0B-A026-FAFC189C1977}" presName="sibTrans" presStyleCnt="0"/>
      <dgm:spPr/>
    </dgm:pt>
    <dgm:pt modelId="{DED5CF21-4790-47DF-B38F-095A2FC66C34}" type="pres">
      <dgm:prSet presAssocID="{F46B5934-A3BB-4DDC-BA3F-425595E724DE}" presName="compNode" presStyleCnt="0"/>
      <dgm:spPr/>
    </dgm:pt>
    <dgm:pt modelId="{3AEC4C33-D60D-498E-916B-2A4705EE4AE4}" type="pres">
      <dgm:prSet presAssocID="{F46B5934-A3BB-4DDC-BA3F-425595E724DE}" presName="bgRect" presStyleLbl="bgShp" presStyleIdx="4" presStyleCnt="6"/>
      <dgm:spPr/>
    </dgm:pt>
    <dgm:pt modelId="{D676761A-49C2-42D6-A526-68C3E3C2F9D2}" type="pres">
      <dgm:prSet presAssocID="{F46B5934-A3BB-4DDC-BA3F-425595E724D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grenagens"/>
        </a:ext>
      </dgm:extLst>
    </dgm:pt>
    <dgm:pt modelId="{00556EE3-5D73-4D3A-8CDD-2B0B2B9961F5}" type="pres">
      <dgm:prSet presAssocID="{F46B5934-A3BB-4DDC-BA3F-425595E724DE}" presName="spaceRect" presStyleCnt="0"/>
      <dgm:spPr/>
    </dgm:pt>
    <dgm:pt modelId="{5CA27F93-2C26-4D78-85E9-A18B3B4EAA3A}" type="pres">
      <dgm:prSet presAssocID="{F46B5934-A3BB-4DDC-BA3F-425595E724DE}" presName="parTx" presStyleLbl="revTx" presStyleIdx="4" presStyleCnt="6">
        <dgm:presLayoutVars>
          <dgm:chMax val="0"/>
          <dgm:chPref val="0"/>
        </dgm:presLayoutVars>
      </dgm:prSet>
      <dgm:spPr/>
    </dgm:pt>
    <dgm:pt modelId="{20D40910-B169-4A22-8BF2-D44A6FDBC544}" type="pres">
      <dgm:prSet presAssocID="{CA04E64C-D352-4CFB-A6F4-BDEECDAD0063}" presName="sibTrans" presStyleCnt="0"/>
      <dgm:spPr/>
    </dgm:pt>
    <dgm:pt modelId="{03E3226B-19FC-49EB-91AE-8D36E69849B3}" type="pres">
      <dgm:prSet presAssocID="{6EC0A287-C64B-4757-B852-8087249853EB}" presName="compNode" presStyleCnt="0"/>
      <dgm:spPr/>
    </dgm:pt>
    <dgm:pt modelId="{3735C041-C77B-44F0-AC3F-EEA071678FFA}" type="pres">
      <dgm:prSet presAssocID="{6EC0A287-C64B-4757-B852-8087249853EB}" presName="bgRect" presStyleLbl="bgShp" presStyleIdx="5" presStyleCnt="6"/>
      <dgm:spPr/>
    </dgm:pt>
    <dgm:pt modelId="{9EC68228-A6F2-4FAC-80E6-17F8DCD63DF3}" type="pres">
      <dgm:prSet presAssocID="{6EC0A287-C64B-4757-B852-8087249853EB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onômetro 75% com preenchimento sólido"/>
        </a:ext>
      </dgm:extLst>
    </dgm:pt>
    <dgm:pt modelId="{0E4F19B6-A5C7-4D5A-8A70-44C3AC8822A3}" type="pres">
      <dgm:prSet presAssocID="{6EC0A287-C64B-4757-B852-8087249853EB}" presName="spaceRect" presStyleCnt="0"/>
      <dgm:spPr/>
    </dgm:pt>
    <dgm:pt modelId="{D4BF9A34-7B3A-4E60-B139-CFE6A68B2E02}" type="pres">
      <dgm:prSet presAssocID="{6EC0A287-C64B-4757-B852-8087249853EB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8A61C00C-8AA9-4143-A31E-8152BE0BBEA6}" type="presOf" srcId="{6EC0A287-C64B-4757-B852-8087249853EB}" destId="{D4BF9A34-7B3A-4E60-B139-CFE6A68B2E02}" srcOrd="0" destOrd="0" presId="urn:microsoft.com/office/officeart/2018/2/layout/IconVerticalSolidList"/>
    <dgm:cxn modelId="{A35EF712-3541-4F5D-8E22-2B7D23177F9B}" type="presOf" srcId="{E78B0644-B1DF-43FF-AF62-065CF917815F}" destId="{9F7AA49A-30A1-441D-BB22-C76B7AD6BADB}" srcOrd="0" destOrd="0" presId="urn:microsoft.com/office/officeart/2018/2/layout/IconVerticalSolidList"/>
    <dgm:cxn modelId="{7E7ED465-4ECC-4454-9733-8BD3BD16B999}" srcId="{CAFFAAD6-23A2-4170-B72E-15B505743C95}" destId="{D60ACF92-21B5-45C7-9587-549A85AA87F2}" srcOrd="3" destOrd="0" parTransId="{FB2CB69E-C810-44FA-95A9-B9DB93FACE6E}" sibTransId="{544EE065-FE43-4F0B-A026-FAFC189C1977}"/>
    <dgm:cxn modelId="{280B2967-3275-46ED-BB4E-4FC3C55B1BEF}" type="presOf" srcId="{92B9C494-10CC-4F61-9069-71613D5E3736}" destId="{243E9226-43D9-4775-A20E-BC5D2BD8875A}" srcOrd="0" destOrd="0" presId="urn:microsoft.com/office/officeart/2018/2/layout/IconVerticalSolidList"/>
    <dgm:cxn modelId="{68DDCE79-FB39-406B-9A33-4C54A640DBFA}" srcId="{CAFFAAD6-23A2-4170-B72E-15B505743C95}" destId="{92B9C494-10CC-4F61-9069-71613D5E3736}" srcOrd="0" destOrd="0" parTransId="{24C26D46-EE37-403B-9E89-0D9B964A244C}" sibTransId="{294F7E5E-4EDC-440D-BB30-F031C820C3F5}"/>
    <dgm:cxn modelId="{F0A3469A-3C7A-4E87-9EBB-473987796DB0}" type="presOf" srcId="{F46B5934-A3BB-4DDC-BA3F-425595E724DE}" destId="{5CA27F93-2C26-4D78-85E9-A18B3B4EAA3A}" srcOrd="0" destOrd="0" presId="urn:microsoft.com/office/officeart/2018/2/layout/IconVerticalSolidList"/>
    <dgm:cxn modelId="{909687A1-D764-414B-8010-17006966C35D}" type="presOf" srcId="{D60ACF92-21B5-45C7-9587-549A85AA87F2}" destId="{2BD238F7-9C4F-4D7E-85AA-0685550F92AD}" srcOrd="0" destOrd="0" presId="urn:microsoft.com/office/officeart/2018/2/layout/IconVerticalSolidList"/>
    <dgm:cxn modelId="{938286A2-F460-406E-ADD9-B5B820EE72BB}" srcId="{CAFFAAD6-23A2-4170-B72E-15B505743C95}" destId="{6EC0A287-C64B-4757-B852-8087249853EB}" srcOrd="5" destOrd="0" parTransId="{36BB961F-B43B-4B4C-8272-8B94FA72A022}" sibTransId="{A470AB96-F8EF-438F-B32F-2342EC5A4FE4}"/>
    <dgm:cxn modelId="{B384C2BA-0257-4AC6-9B61-E804546FDE45}" type="presOf" srcId="{78EA0DEB-C4E7-4530-82C3-38F5D5F5871B}" destId="{2D6D793E-B797-4586-A248-0B1C875C7641}" srcOrd="0" destOrd="0" presId="urn:microsoft.com/office/officeart/2018/2/layout/IconVerticalSolidList"/>
    <dgm:cxn modelId="{6CFD5DC7-9479-4D6C-8F16-A668B4C7FA84}" type="presOf" srcId="{CAFFAAD6-23A2-4170-B72E-15B505743C95}" destId="{BCAA5659-811A-4ECE-B9C9-BBDBD99F1F2A}" srcOrd="0" destOrd="0" presId="urn:microsoft.com/office/officeart/2018/2/layout/IconVerticalSolidList"/>
    <dgm:cxn modelId="{3C1C50D5-B50F-4A8F-8F18-CE943DA06CE0}" srcId="{CAFFAAD6-23A2-4170-B72E-15B505743C95}" destId="{78EA0DEB-C4E7-4530-82C3-38F5D5F5871B}" srcOrd="1" destOrd="0" parTransId="{52AF9BA1-A16A-40ED-B5F6-27A87F89571A}" sibTransId="{C3EF660D-BABE-46A9-B9F6-D4DD6E9A8B08}"/>
    <dgm:cxn modelId="{24826FDC-5918-4D20-B49D-1B522F3D1F05}" srcId="{CAFFAAD6-23A2-4170-B72E-15B505743C95}" destId="{E78B0644-B1DF-43FF-AF62-065CF917815F}" srcOrd="2" destOrd="0" parTransId="{4E7F3F2F-9C54-40DF-BE71-7F430E0582D3}" sibTransId="{BB43EFF6-6338-45A7-955C-EED362771463}"/>
    <dgm:cxn modelId="{A49099EA-9530-4600-8DE6-3BAF558F952E}" srcId="{CAFFAAD6-23A2-4170-B72E-15B505743C95}" destId="{F46B5934-A3BB-4DDC-BA3F-425595E724DE}" srcOrd="4" destOrd="0" parTransId="{C6907365-8B9E-4E89-9004-457C5AF347C2}" sibTransId="{CA04E64C-D352-4CFB-A6F4-BDEECDAD0063}"/>
    <dgm:cxn modelId="{10D61AA4-472A-4385-B7F0-80008A0C407B}" type="presParOf" srcId="{BCAA5659-811A-4ECE-B9C9-BBDBD99F1F2A}" destId="{3E6B942D-17FC-4F9B-9CF0-8F3764B88E21}" srcOrd="0" destOrd="0" presId="urn:microsoft.com/office/officeart/2018/2/layout/IconVerticalSolidList"/>
    <dgm:cxn modelId="{17724C5F-08F9-41E6-BB32-A57721E91A4A}" type="presParOf" srcId="{3E6B942D-17FC-4F9B-9CF0-8F3764B88E21}" destId="{3ED695EF-4E47-4C3F-8DF4-DF1DB637BB05}" srcOrd="0" destOrd="0" presId="urn:microsoft.com/office/officeart/2018/2/layout/IconVerticalSolidList"/>
    <dgm:cxn modelId="{8E18331B-6893-45F6-95E5-924228905EE8}" type="presParOf" srcId="{3E6B942D-17FC-4F9B-9CF0-8F3764B88E21}" destId="{1F8562D3-E6D4-4EE1-B08E-8ADD11531FA1}" srcOrd="1" destOrd="0" presId="urn:microsoft.com/office/officeart/2018/2/layout/IconVerticalSolidList"/>
    <dgm:cxn modelId="{515AA1E0-369C-465F-A0D1-9152879A4117}" type="presParOf" srcId="{3E6B942D-17FC-4F9B-9CF0-8F3764B88E21}" destId="{35682939-A37D-4296-9AD7-3AA17A4E42E7}" srcOrd="2" destOrd="0" presId="urn:microsoft.com/office/officeart/2018/2/layout/IconVerticalSolidList"/>
    <dgm:cxn modelId="{5807A1A2-DBA5-40C7-9248-72C8DA21B053}" type="presParOf" srcId="{3E6B942D-17FC-4F9B-9CF0-8F3764B88E21}" destId="{243E9226-43D9-4775-A20E-BC5D2BD8875A}" srcOrd="3" destOrd="0" presId="urn:microsoft.com/office/officeart/2018/2/layout/IconVerticalSolidList"/>
    <dgm:cxn modelId="{FA7F0F32-8450-454D-B686-09FED498F099}" type="presParOf" srcId="{BCAA5659-811A-4ECE-B9C9-BBDBD99F1F2A}" destId="{FA858C04-C8D6-4205-A010-2B4CAC043176}" srcOrd="1" destOrd="0" presId="urn:microsoft.com/office/officeart/2018/2/layout/IconVerticalSolidList"/>
    <dgm:cxn modelId="{5F3D5769-6376-49F0-A2F5-E88B587BDBC8}" type="presParOf" srcId="{BCAA5659-811A-4ECE-B9C9-BBDBD99F1F2A}" destId="{D80CABC3-3F84-43F4-B574-0D026D6D65E1}" srcOrd="2" destOrd="0" presId="urn:microsoft.com/office/officeart/2018/2/layout/IconVerticalSolidList"/>
    <dgm:cxn modelId="{46D97A1C-0C00-474D-949C-558813E436CE}" type="presParOf" srcId="{D80CABC3-3F84-43F4-B574-0D026D6D65E1}" destId="{88B8DE9F-BFF9-40F9-827B-E1AB5395B1CC}" srcOrd="0" destOrd="0" presId="urn:microsoft.com/office/officeart/2018/2/layout/IconVerticalSolidList"/>
    <dgm:cxn modelId="{FA2748AF-1A7E-4BA8-B816-8B569995803A}" type="presParOf" srcId="{D80CABC3-3F84-43F4-B574-0D026D6D65E1}" destId="{69C5A09E-B9AE-4014-B93F-C539F40E6D14}" srcOrd="1" destOrd="0" presId="urn:microsoft.com/office/officeart/2018/2/layout/IconVerticalSolidList"/>
    <dgm:cxn modelId="{16E61D62-2DD6-4447-8B25-55992904F24D}" type="presParOf" srcId="{D80CABC3-3F84-43F4-B574-0D026D6D65E1}" destId="{B5042474-A7DA-49BB-A7EA-F88789CD8A9A}" srcOrd="2" destOrd="0" presId="urn:microsoft.com/office/officeart/2018/2/layout/IconVerticalSolidList"/>
    <dgm:cxn modelId="{4EF91659-423E-4C08-ABCB-EC7413064D12}" type="presParOf" srcId="{D80CABC3-3F84-43F4-B574-0D026D6D65E1}" destId="{2D6D793E-B797-4586-A248-0B1C875C7641}" srcOrd="3" destOrd="0" presId="urn:microsoft.com/office/officeart/2018/2/layout/IconVerticalSolidList"/>
    <dgm:cxn modelId="{190240D3-C249-4EDD-856F-254EE36B681A}" type="presParOf" srcId="{BCAA5659-811A-4ECE-B9C9-BBDBD99F1F2A}" destId="{5EE9E149-E9AE-4910-80C7-1C5581D09323}" srcOrd="3" destOrd="0" presId="urn:microsoft.com/office/officeart/2018/2/layout/IconVerticalSolidList"/>
    <dgm:cxn modelId="{6637B674-4DDC-45A3-A5CC-E2AECDDF4C7C}" type="presParOf" srcId="{BCAA5659-811A-4ECE-B9C9-BBDBD99F1F2A}" destId="{8B03034F-301E-4B37-A1A4-48C01603F758}" srcOrd="4" destOrd="0" presId="urn:microsoft.com/office/officeart/2018/2/layout/IconVerticalSolidList"/>
    <dgm:cxn modelId="{C464408D-EBB2-4291-9965-EDA237B6BD32}" type="presParOf" srcId="{8B03034F-301E-4B37-A1A4-48C01603F758}" destId="{12930027-1F86-4E37-AE86-4A255152A462}" srcOrd="0" destOrd="0" presId="urn:microsoft.com/office/officeart/2018/2/layout/IconVerticalSolidList"/>
    <dgm:cxn modelId="{5C04F949-FA32-49A2-8010-3AD02CDA60D3}" type="presParOf" srcId="{8B03034F-301E-4B37-A1A4-48C01603F758}" destId="{10B74E8D-0F59-433C-9A33-E1E81D19EBBB}" srcOrd="1" destOrd="0" presId="urn:microsoft.com/office/officeart/2018/2/layout/IconVerticalSolidList"/>
    <dgm:cxn modelId="{98B3568F-FA0D-4FCB-AC1E-806A041B3CB5}" type="presParOf" srcId="{8B03034F-301E-4B37-A1A4-48C01603F758}" destId="{5177647B-2874-473D-B700-AA43BE45D447}" srcOrd="2" destOrd="0" presId="urn:microsoft.com/office/officeart/2018/2/layout/IconVerticalSolidList"/>
    <dgm:cxn modelId="{05F4688B-6850-4E1F-841F-8DB566435FC8}" type="presParOf" srcId="{8B03034F-301E-4B37-A1A4-48C01603F758}" destId="{9F7AA49A-30A1-441D-BB22-C76B7AD6BADB}" srcOrd="3" destOrd="0" presId="urn:microsoft.com/office/officeart/2018/2/layout/IconVerticalSolidList"/>
    <dgm:cxn modelId="{19A62B42-22F4-4712-851E-B1D0C1983EBE}" type="presParOf" srcId="{BCAA5659-811A-4ECE-B9C9-BBDBD99F1F2A}" destId="{92C06756-CA9A-44DB-AB68-1133918192A1}" srcOrd="5" destOrd="0" presId="urn:microsoft.com/office/officeart/2018/2/layout/IconVerticalSolidList"/>
    <dgm:cxn modelId="{C1CFAE92-7991-4885-B6CC-2109B723BD2F}" type="presParOf" srcId="{BCAA5659-811A-4ECE-B9C9-BBDBD99F1F2A}" destId="{73D314F4-41BC-40A1-8FD7-B898A81E79A2}" srcOrd="6" destOrd="0" presId="urn:microsoft.com/office/officeart/2018/2/layout/IconVerticalSolidList"/>
    <dgm:cxn modelId="{9F386F8B-5D58-4198-B673-2A9789218372}" type="presParOf" srcId="{73D314F4-41BC-40A1-8FD7-B898A81E79A2}" destId="{401554BA-51F1-4008-8088-AEE5CD916FCC}" srcOrd="0" destOrd="0" presId="urn:microsoft.com/office/officeart/2018/2/layout/IconVerticalSolidList"/>
    <dgm:cxn modelId="{A0127FEF-CB8F-4FAB-9DF5-7D5B75B42373}" type="presParOf" srcId="{73D314F4-41BC-40A1-8FD7-B898A81E79A2}" destId="{0AA90B25-7E39-490C-94B8-5D7CC86616CA}" srcOrd="1" destOrd="0" presId="urn:microsoft.com/office/officeart/2018/2/layout/IconVerticalSolidList"/>
    <dgm:cxn modelId="{6F925634-29A4-4C4B-8032-B270C9FF9AB7}" type="presParOf" srcId="{73D314F4-41BC-40A1-8FD7-B898A81E79A2}" destId="{1EEBE39F-912B-497B-8CF0-4498CD978813}" srcOrd="2" destOrd="0" presId="urn:microsoft.com/office/officeart/2018/2/layout/IconVerticalSolidList"/>
    <dgm:cxn modelId="{B823F2CA-38F9-4E11-A207-7ACD5BC7BFCF}" type="presParOf" srcId="{73D314F4-41BC-40A1-8FD7-B898A81E79A2}" destId="{2BD238F7-9C4F-4D7E-85AA-0685550F92AD}" srcOrd="3" destOrd="0" presId="urn:microsoft.com/office/officeart/2018/2/layout/IconVerticalSolidList"/>
    <dgm:cxn modelId="{334DE66D-DB1B-4D25-B996-90C274AA2746}" type="presParOf" srcId="{BCAA5659-811A-4ECE-B9C9-BBDBD99F1F2A}" destId="{2BE591CF-2895-4F42-B2B7-6C7B348F52D2}" srcOrd="7" destOrd="0" presId="urn:microsoft.com/office/officeart/2018/2/layout/IconVerticalSolidList"/>
    <dgm:cxn modelId="{E02101AA-5FAE-4514-B5C3-31C58D04384E}" type="presParOf" srcId="{BCAA5659-811A-4ECE-B9C9-BBDBD99F1F2A}" destId="{DED5CF21-4790-47DF-B38F-095A2FC66C34}" srcOrd="8" destOrd="0" presId="urn:microsoft.com/office/officeart/2018/2/layout/IconVerticalSolidList"/>
    <dgm:cxn modelId="{3ED350BA-4AB0-44BC-9B22-29955A4134E4}" type="presParOf" srcId="{DED5CF21-4790-47DF-B38F-095A2FC66C34}" destId="{3AEC4C33-D60D-498E-916B-2A4705EE4AE4}" srcOrd="0" destOrd="0" presId="urn:microsoft.com/office/officeart/2018/2/layout/IconVerticalSolidList"/>
    <dgm:cxn modelId="{274FB4F4-BACF-4C15-B38E-580F55A70523}" type="presParOf" srcId="{DED5CF21-4790-47DF-B38F-095A2FC66C34}" destId="{D676761A-49C2-42D6-A526-68C3E3C2F9D2}" srcOrd="1" destOrd="0" presId="urn:microsoft.com/office/officeart/2018/2/layout/IconVerticalSolidList"/>
    <dgm:cxn modelId="{EECA9A14-DAAF-4132-A10D-7DE2166525E0}" type="presParOf" srcId="{DED5CF21-4790-47DF-B38F-095A2FC66C34}" destId="{00556EE3-5D73-4D3A-8CDD-2B0B2B9961F5}" srcOrd="2" destOrd="0" presId="urn:microsoft.com/office/officeart/2018/2/layout/IconVerticalSolidList"/>
    <dgm:cxn modelId="{B8DF3FC9-77B2-49F0-BE8D-B0549490DACA}" type="presParOf" srcId="{DED5CF21-4790-47DF-B38F-095A2FC66C34}" destId="{5CA27F93-2C26-4D78-85E9-A18B3B4EAA3A}" srcOrd="3" destOrd="0" presId="urn:microsoft.com/office/officeart/2018/2/layout/IconVerticalSolidList"/>
    <dgm:cxn modelId="{E7945399-1D9C-4727-B6BE-D9726EA51DAE}" type="presParOf" srcId="{BCAA5659-811A-4ECE-B9C9-BBDBD99F1F2A}" destId="{20D40910-B169-4A22-8BF2-D44A6FDBC544}" srcOrd="9" destOrd="0" presId="urn:microsoft.com/office/officeart/2018/2/layout/IconVerticalSolidList"/>
    <dgm:cxn modelId="{A42F9AC4-B8BC-435B-A966-59D2F5C9511D}" type="presParOf" srcId="{BCAA5659-811A-4ECE-B9C9-BBDBD99F1F2A}" destId="{03E3226B-19FC-49EB-91AE-8D36E69849B3}" srcOrd="10" destOrd="0" presId="urn:microsoft.com/office/officeart/2018/2/layout/IconVerticalSolidList"/>
    <dgm:cxn modelId="{6791D0F8-E2BC-4CD7-8F3D-0577687984BF}" type="presParOf" srcId="{03E3226B-19FC-49EB-91AE-8D36E69849B3}" destId="{3735C041-C77B-44F0-AC3F-EEA071678FFA}" srcOrd="0" destOrd="0" presId="urn:microsoft.com/office/officeart/2018/2/layout/IconVerticalSolidList"/>
    <dgm:cxn modelId="{497306D3-82F0-47E8-92E8-9E5AE03BB46D}" type="presParOf" srcId="{03E3226B-19FC-49EB-91AE-8D36E69849B3}" destId="{9EC68228-A6F2-4FAC-80E6-17F8DCD63DF3}" srcOrd="1" destOrd="0" presId="urn:microsoft.com/office/officeart/2018/2/layout/IconVerticalSolidList"/>
    <dgm:cxn modelId="{F1834E8F-4CE3-478F-AE8E-932DACEDDF43}" type="presParOf" srcId="{03E3226B-19FC-49EB-91AE-8D36E69849B3}" destId="{0E4F19B6-A5C7-4D5A-8A70-44C3AC8822A3}" srcOrd="2" destOrd="0" presId="urn:microsoft.com/office/officeart/2018/2/layout/IconVerticalSolidList"/>
    <dgm:cxn modelId="{B9FD1FEA-0682-48C1-A399-D04D968F6C9E}" type="presParOf" srcId="{03E3226B-19FC-49EB-91AE-8D36E69849B3}" destId="{D4BF9A34-7B3A-4E60-B139-CFE6A68B2E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16AD4C7-4D28-41E5-854B-6369079C5671}" type="doc">
      <dgm:prSet loTypeId="urn:microsoft.com/office/officeart/2005/8/layout/process4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8557DA9-DBDB-4825-9F04-F5282240DD6D}">
      <dgm:prSet/>
      <dgm:spPr/>
      <dgm:t>
        <a:bodyPr/>
        <a:lstStyle/>
        <a:p>
          <a:r>
            <a:rPr lang="en-US" dirty="0"/>
            <a:t>Cada </a:t>
          </a:r>
          <a:r>
            <a:rPr lang="en-US" dirty="0" err="1"/>
            <a:t>grupo</a:t>
          </a:r>
          <a:r>
            <a:rPr lang="en-US" dirty="0"/>
            <a:t> </a:t>
          </a:r>
          <a:r>
            <a:rPr lang="en-US" dirty="0" err="1"/>
            <a:t>deve</a:t>
          </a:r>
          <a:r>
            <a:rPr lang="en-US" dirty="0"/>
            <a:t> </a:t>
          </a:r>
          <a:r>
            <a:rPr lang="en-US" dirty="0" err="1"/>
            <a:t>apresentar</a:t>
          </a:r>
          <a:r>
            <a:rPr lang="en-US" dirty="0"/>
            <a:t>:</a:t>
          </a:r>
        </a:p>
      </dgm:t>
    </dgm:pt>
    <dgm:pt modelId="{E3C2BC03-456B-48C6-8A65-B2C3986A65CB}" type="parTrans" cxnId="{5C98BCEC-C28F-4284-B2C4-93189E0DF443}">
      <dgm:prSet/>
      <dgm:spPr/>
      <dgm:t>
        <a:bodyPr/>
        <a:lstStyle/>
        <a:p>
          <a:endParaRPr lang="en-US"/>
        </a:p>
      </dgm:t>
    </dgm:pt>
    <dgm:pt modelId="{87BC34A9-7798-4721-80C2-7DA73FE19BCF}" type="sibTrans" cxnId="{5C98BCEC-C28F-4284-B2C4-93189E0DF443}">
      <dgm:prSet/>
      <dgm:spPr/>
      <dgm:t>
        <a:bodyPr/>
        <a:lstStyle/>
        <a:p>
          <a:endParaRPr lang="en-US"/>
        </a:p>
      </dgm:t>
    </dgm:pt>
    <dgm:pt modelId="{7D2310ED-2C21-4FF0-B341-370C944D9B71}">
      <dgm:prSet/>
      <dgm:spPr/>
      <dgm:t>
        <a:bodyPr/>
        <a:lstStyle/>
        <a:p>
          <a:r>
            <a:rPr lang="pt-BR" dirty="0" err="1"/>
            <a:t>Pitch</a:t>
          </a:r>
          <a:r>
            <a:rPr lang="pt-BR" dirty="0"/>
            <a:t> Elevator: Duração: 3 a 5 minutos por grupo.</a:t>
          </a:r>
          <a:endParaRPr lang="en-US" dirty="0"/>
        </a:p>
      </dgm:t>
    </dgm:pt>
    <dgm:pt modelId="{FD96E034-C1DB-4AA7-8346-92EB8C99D43B}" type="parTrans" cxnId="{F7380EA9-3C3F-4A9F-88D0-68DFC4DDF208}">
      <dgm:prSet/>
      <dgm:spPr/>
      <dgm:t>
        <a:bodyPr/>
        <a:lstStyle/>
        <a:p>
          <a:endParaRPr lang="en-US"/>
        </a:p>
      </dgm:t>
    </dgm:pt>
    <dgm:pt modelId="{C4494B36-95E7-4BB4-859D-E743AE72BB1B}" type="sibTrans" cxnId="{F7380EA9-3C3F-4A9F-88D0-68DFC4DDF208}">
      <dgm:prSet/>
      <dgm:spPr/>
      <dgm:t>
        <a:bodyPr/>
        <a:lstStyle/>
        <a:p>
          <a:endParaRPr lang="en-US"/>
        </a:p>
      </dgm:t>
    </dgm:pt>
    <dgm:pt modelId="{0F3D7972-D032-4FF4-A2FA-D26D0CEB064E}">
      <dgm:prSet/>
      <dgm:spPr/>
      <dgm:t>
        <a:bodyPr/>
        <a:lstStyle/>
        <a:p>
          <a:r>
            <a:rPr lang="pt-BR" dirty="0"/>
            <a:t>Fluxo de dados sugerido</a:t>
          </a:r>
          <a:endParaRPr lang="en-US" dirty="0"/>
        </a:p>
      </dgm:t>
    </dgm:pt>
    <dgm:pt modelId="{EEEB5502-216A-4BCF-B63B-E306E27DA2C6}" type="parTrans" cxnId="{4FA76507-A24A-4C17-AD95-C97D312590DC}">
      <dgm:prSet/>
      <dgm:spPr/>
      <dgm:t>
        <a:bodyPr/>
        <a:lstStyle/>
        <a:p>
          <a:endParaRPr lang="en-US"/>
        </a:p>
      </dgm:t>
    </dgm:pt>
    <dgm:pt modelId="{72A24043-B60E-4C23-B6D0-C9F3EE1BEC5B}" type="sibTrans" cxnId="{4FA76507-A24A-4C17-AD95-C97D312590DC}">
      <dgm:prSet/>
      <dgm:spPr/>
      <dgm:t>
        <a:bodyPr/>
        <a:lstStyle/>
        <a:p>
          <a:endParaRPr lang="en-US"/>
        </a:p>
      </dgm:t>
    </dgm:pt>
    <dgm:pt modelId="{E7E4827F-A374-40F7-8915-68EC4D34B98E}">
      <dgm:prSet/>
      <dgm:spPr/>
      <dgm:t>
        <a:bodyPr/>
        <a:lstStyle/>
        <a:p>
          <a:r>
            <a:rPr lang="pt-BR" dirty="0"/>
            <a:t>Forma de coleta dos comentários</a:t>
          </a:r>
        </a:p>
      </dgm:t>
    </dgm:pt>
    <dgm:pt modelId="{6D87F72C-12DF-48A5-89B3-1EE44DB3C0E7}" type="parTrans" cxnId="{1E0F7257-0410-45F4-A818-67C2C0F9BED9}">
      <dgm:prSet/>
      <dgm:spPr/>
      <dgm:t>
        <a:bodyPr/>
        <a:lstStyle/>
        <a:p>
          <a:endParaRPr lang="pt-BR"/>
        </a:p>
      </dgm:t>
    </dgm:pt>
    <dgm:pt modelId="{B5278763-FD8F-4E0F-B336-A7CF66EC4491}" type="sibTrans" cxnId="{1E0F7257-0410-45F4-A818-67C2C0F9BED9}">
      <dgm:prSet/>
      <dgm:spPr/>
      <dgm:t>
        <a:bodyPr/>
        <a:lstStyle/>
        <a:p>
          <a:endParaRPr lang="pt-BR"/>
        </a:p>
      </dgm:t>
    </dgm:pt>
    <dgm:pt modelId="{90A96E48-5422-4ED2-B8E8-E4FFC0B96DEB}">
      <dgm:prSet/>
      <dgm:spPr/>
      <dgm:t>
        <a:bodyPr/>
        <a:lstStyle/>
        <a:p>
          <a:r>
            <a:rPr lang="pt-BR" dirty="0"/>
            <a:t>Principais desafios e soluções</a:t>
          </a:r>
        </a:p>
      </dgm:t>
    </dgm:pt>
    <dgm:pt modelId="{11E7F134-AE0A-402E-97E0-355E4EDCF16C}" type="parTrans" cxnId="{25A880BF-119E-4DEA-92D2-38CF91106CA6}">
      <dgm:prSet/>
      <dgm:spPr/>
      <dgm:t>
        <a:bodyPr/>
        <a:lstStyle/>
        <a:p>
          <a:endParaRPr lang="pt-BR"/>
        </a:p>
      </dgm:t>
    </dgm:pt>
    <dgm:pt modelId="{0FAFCDCD-A14B-460D-8E84-797D4C3CDA26}" type="sibTrans" cxnId="{25A880BF-119E-4DEA-92D2-38CF91106CA6}">
      <dgm:prSet/>
      <dgm:spPr/>
      <dgm:t>
        <a:bodyPr/>
        <a:lstStyle/>
        <a:p>
          <a:endParaRPr lang="pt-BR"/>
        </a:p>
      </dgm:t>
    </dgm:pt>
    <dgm:pt modelId="{457EBAE1-EE67-42C3-83D8-48DE18C1570E}">
      <dgm:prSet/>
      <dgm:spPr/>
      <dgm:t>
        <a:bodyPr/>
        <a:lstStyle/>
        <a:p>
          <a:r>
            <a:rPr lang="pt-BR" dirty="0"/>
            <a:t>Prints e exemplos reais</a:t>
          </a:r>
        </a:p>
      </dgm:t>
    </dgm:pt>
    <dgm:pt modelId="{D2A8ACCA-7A2B-4764-A920-9C151FE54658}" type="parTrans" cxnId="{213D1FFD-6C0C-4FAD-AA37-C7C050AE4E38}">
      <dgm:prSet/>
      <dgm:spPr/>
      <dgm:t>
        <a:bodyPr/>
        <a:lstStyle/>
        <a:p>
          <a:endParaRPr lang="pt-BR"/>
        </a:p>
      </dgm:t>
    </dgm:pt>
    <dgm:pt modelId="{6A6CDBBF-9AC3-46F3-9FB9-DCD653E708AF}" type="sibTrans" cxnId="{213D1FFD-6C0C-4FAD-AA37-C7C050AE4E38}">
      <dgm:prSet/>
      <dgm:spPr/>
      <dgm:t>
        <a:bodyPr/>
        <a:lstStyle/>
        <a:p>
          <a:endParaRPr lang="pt-BR"/>
        </a:p>
      </dgm:t>
    </dgm:pt>
    <dgm:pt modelId="{8DD0BBF4-458C-4B40-9573-C4059A6D47D9}">
      <dgm:prSet/>
      <dgm:spPr/>
      <dgm:t>
        <a:bodyPr/>
        <a:lstStyle/>
        <a:p>
          <a:r>
            <a:rPr lang="pt-BR" dirty="0"/>
            <a:t>Diagrama da arquitetura de dados</a:t>
          </a:r>
        </a:p>
      </dgm:t>
    </dgm:pt>
    <dgm:pt modelId="{467CDF1C-AFF1-4B55-845D-4F7C6E3E5EB5}" type="parTrans" cxnId="{3CE65074-0364-4C8D-8E2B-8D7E6127E6BB}">
      <dgm:prSet/>
      <dgm:spPr/>
      <dgm:t>
        <a:bodyPr/>
        <a:lstStyle/>
        <a:p>
          <a:endParaRPr lang="pt-BR"/>
        </a:p>
      </dgm:t>
    </dgm:pt>
    <dgm:pt modelId="{F37D50DA-4536-47F8-A877-B5C7F79ADE3F}" type="sibTrans" cxnId="{3CE65074-0364-4C8D-8E2B-8D7E6127E6BB}">
      <dgm:prSet/>
      <dgm:spPr/>
      <dgm:t>
        <a:bodyPr/>
        <a:lstStyle/>
        <a:p>
          <a:endParaRPr lang="pt-BR"/>
        </a:p>
      </dgm:t>
    </dgm:pt>
    <dgm:pt modelId="{43EEAEE9-A095-4A92-952B-201DBD3465FD}">
      <dgm:prSet/>
      <dgm:spPr/>
      <dgm:t>
        <a:bodyPr/>
        <a:lstStyle/>
        <a:p>
          <a:r>
            <a:rPr lang="pt-BR" dirty="0"/>
            <a:t>Insights gerados</a:t>
          </a:r>
        </a:p>
      </dgm:t>
    </dgm:pt>
    <dgm:pt modelId="{C1AFD399-6123-428E-B0A6-C8231066B725}" type="parTrans" cxnId="{414938B8-0E36-4E26-A8F5-B72D2D468B25}">
      <dgm:prSet/>
      <dgm:spPr/>
      <dgm:t>
        <a:bodyPr/>
        <a:lstStyle/>
        <a:p>
          <a:endParaRPr lang="pt-BR"/>
        </a:p>
      </dgm:t>
    </dgm:pt>
    <dgm:pt modelId="{B061DDAE-A613-4D29-ABEE-0DB83B6B9ADF}" type="sibTrans" cxnId="{414938B8-0E36-4E26-A8F5-B72D2D468B25}">
      <dgm:prSet/>
      <dgm:spPr/>
      <dgm:t>
        <a:bodyPr/>
        <a:lstStyle/>
        <a:p>
          <a:endParaRPr lang="pt-BR"/>
        </a:p>
      </dgm:t>
    </dgm:pt>
    <dgm:pt modelId="{596BA3FF-869C-44AF-AC73-2019F1D243E3}" type="pres">
      <dgm:prSet presAssocID="{116AD4C7-4D28-41E5-854B-6369079C5671}" presName="Name0" presStyleCnt="0">
        <dgm:presLayoutVars>
          <dgm:dir/>
          <dgm:animLvl val="lvl"/>
          <dgm:resizeHandles val="exact"/>
        </dgm:presLayoutVars>
      </dgm:prSet>
      <dgm:spPr/>
    </dgm:pt>
    <dgm:pt modelId="{29233115-98C7-40BF-879C-74428C9AA89D}" type="pres">
      <dgm:prSet presAssocID="{7D2310ED-2C21-4FF0-B341-370C944D9B71}" presName="boxAndChildren" presStyleCnt="0"/>
      <dgm:spPr/>
    </dgm:pt>
    <dgm:pt modelId="{AE195D0E-122B-4897-9C30-096DB81533C7}" type="pres">
      <dgm:prSet presAssocID="{7D2310ED-2C21-4FF0-B341-370C944D9B71}" presName="parentTextBox" presStyleLbl="node1" presStyleIdx="0" presStyleCnt="2"/>
      <dgm:spPr/>
    </dgm:pt>
    <dgm:pt modelId="{5981884C-64BB-460B-8BA1-8D824EB2AC9B}" type="pres">
      <dgm:prSet presAssocID="{7D2310ED-2C21-4FF0-B341-370C944D9B71}" presName="entireBox" presStyleLbl="node1" presStyleIdx="0" presStyleCnt="2"/>
      <dgm:spPr/>
    </dgm:pt>
    <dgm:pt modelId="{C582081D-5EA2-4E9E-AADE-B07F4FEB80F1}" type="pres">
      <dgm:prSet presAssocID="{7D2310ED-2C21-4FF0-B341-370C944D9B71}" presName="descendantBox" presStyleCnt="0"/>
      <dgm:spPr/>
    </dgm:pt>
    <dgm:pt modelId="{6AD964B1-F631-43B1-A681-0CA5BD695E43}" type="pres">
      <dgm:prSet presAssocID="{0F3D7972-D032-4FF4-A2FA-D26D0CEB064E}" presName="childTextBox" presStyleLbl="fgAccFollowNode1" presStyleIdx="0" presStyleCnt="6">
        <dgm:presLayoutVars>
          <dgm:bulletEnabled val="1"/>
        </dgm:presLayoutVars>
      </dgm:prSet>
      <dgm:spPr/>
    </dgm:pt>
    <dgm:pt modelId="{1D3BC7C5-AD08-40E4-BF51-DBA3ABAAEE6D}" type="pres">
      <dgm:prSet presAssocID="{E7E4827F-A374-40F7-8915-68EC4D34B98E}" presName="childTextBox" presStyleLbl="fgAccFollowNode1" presStyleIdx="1" presStyleCnt="6">
        <dgm:presLayoutVars>
          <dgm:bulletEnabled val="1"/>
        </dgm:presLayoutVars>
      </dgm:prSet>
      <dgm:spPr/>
    </dgm:pt>
    <dgm:pt modelId="{FD7D8BB1-962F-4C7B-8E24-8B0C9193219D}" type="pres">
      <dgm:prSet presAssocID="{90A96E48-5422-4ED2-B8E8-E4FFC0B96DEB}" presName="childTextBox" presStyleLbl="fgAccFollowNode1" presStyleIdx="2" presStyleCnt="6">
        <dgm:presLayoutVars>
          <dgm:bulletEnabled val="1"/>
        </dgm:presLayoutVars>
      </dgm:prSet>
      <dgm:spPr/>
    </dgm:pt>
    <dgm:pt modelId="{1530900B-7754-4827-A8A4-019795FE454A}" type="pres">
      <dgm:prSet presAssocID="{457EBAE1-EE67-42C3-83D8-48DE18C1570E}" presName="childTextBox" presStyleLbl="fgAccFollowNode1" presStyleIdx="3" presStyleCnt="6">
        <dgm:presLayoutVars>
          <dgm:bulletEnabled val="1"/>
        </dgm:presLayoutVars>
      </dgm:prSet>
      <dgm:spPr/>
    </dgm:pt>
    <dgm:pt modelId="{F4C887FE-2E97-4CB7-B853-87BFC9292C27}" type="pres">
      <dgm:prSet presAssocID="{8DD0BBF4-458C-4B40-9573-C4059A6D47D9}" presName="childTextBox" presStyleLbl="fgAccFollowNode1" presStyleIdx="4" presStyleCnt="6">
        <dgm:presLayoutVars>
          <dgm:bulletEnabled val="1"/>
        </dgm:presLayoutVars>
      </dgm:prSet>
      <dgm:spPr/>
    </dgm:pt>
    <dgm:pt modelId="{32AB3231-5D80-46E0-A688-24F39E8A0B55}" type="pres">
      <dgm:prSet presAssocID="{43EEAEE9-A095-4A92-952B-201DBD3465FD}" presName="childTextBox" presStyleLbl="fgAccFollowNode1" presStyleIdx="5" presStyleCnt="6">
        <dgm:presLayoutVars>
          <dgm:bulletEnabled val="1"/>
        </dgm:presLayoutVars>
      </dgm:prSet>
      <dgm:spPr/>
    </dgm:pt>
    <dgm:pt modelId="{4A0FFF6E-E588-4CB5-AEBD-09C23CEF219E}" type="pres">
      <dgm:prSet presAssocID="{87BC34A9-7798-4721-80C2-7DA73FE19BCF}" presName="sp" presStyleCnt="0"/>
      <dgm:spPr/>
    </dgm:pt>
    <dgm:pt modelId="{7B70BD5C-4BB6-46EA-95AC-42948DE8809C}" type="pres">
      <dgm:prSet presAssocID="{B8557DA9-DBDB-4825-9F04-F5282240DD6D}" presName="arrowAndChildren" presStyleCnt="0"/>
      <dgm:spPr/>
    </dgm:pt>
    <dgm:pt modelId="{AF790F43-AAAE-4970-87B9-216400C55E9D}" type="pres">
      <dgm:prSet presAssocID="{B8557DA9-DBDB-4825-9F04-F5282240DD6D}" presName="parentTextArrow" presStyleLbl="node1" presStyleIdx="1" presStyleCnt="2"/>
      <dgm:spPr/>
    </dgm:pt>
  </dgm:ptLst>
  <dgm:cxnLst>
    <dgm:cxn modelId="{4FA76507-A24A-4C17-AD95-C97D312590DC}" srcId="{7D2310ED-2C21-4FF0-B341-370C944D9B71}" destId="{0F3D7972-D032-4FF4-A2FA-D26D0CEB064E}" srcOrd="0" destOrd="0" parTransId="{EEEB5502-216A-4BCF-B63B-E306E27DA2C6}" sibTransId="{72A24043-B60E-4C23-B6D0-C9F3EE1BEC5B}"/>
    <dgm:cxn modelId="{81C08C09-F482-4440-A1E2-2526585AE3D8}" type="presOf" srcId="{43EEAEE9-A095-4A92-952B-201DBD3465FD}" destId="{32AB3231-5D80-46E0-A688-24F39E8A0B55}" srcOrd="0" destOrd="0" presId="urn:microsoft.com/office/officeart/2005/8/layout/process4"/>
    <dgm:cxn modelId="{BAE33F37-18EC-41D5-9350-2028179A46BC}" type="presOf" srcId="{7D2310ED-2C21-4FF0-B341-370C944D9B71}" destId="{AE195D0E-122B-4897-9C30-096DB81533C7}" srcOrd="0" destOrd="0" presId="urn:microsoft.com/office/officeart/2005/8/layout/process4"/>
    <dgm:cxn modelId="{37761244-9B3E-4B22-BC0A-F2D379A30AF6}" type="presOf" srcId="{7D2310ED-2C21-4FF0-B341-370C944D9B71}" destId="{5981884C-64BB-460B-8BA1-8D824EB2AC9B}" srcOrd="1" destOrd="0" presId="urn:microsoft.com/office/officeart/2005/8/layout/process4"/>
    <dgm:cxn modelId="{5A0F5364-E347-4A97-B1A9-5E0CBA83C1D5}" type="presOf" srcId="{457EBAE1-EE67-42C3-83D8-48DE18C1570E}" destId="{1530900B-7754-4827-A8A4-019795FE454A}" srcOrd="0" destOrd="0" presId="urn:microsoft.com/office/officeart/2005/8/layout/process4"/>
    <dgm:cxn modelId="{0B34D848-6C7C-4BCE-B716-B51D5F6898D3}" type="presOf" srcId="{116AD4C7-4D28-41E5-854B-6369079C5671}" destId="{596BA3FF-869C-44AF-AC73-2019F1D243E3}" srcOrd="0" destOrd="0" presId="urn:microsoft.com/office/officeart/2005/8/layout/process4"/>
    <dgm:cxn modelId="{FC01F36F-1E10-40F4-AF24-A3854F8B2023}" type="presOf" srcId="{B8557DA9-DBDB-4825-9F04-F5282240DD6D}" destId="{AF790F43-AAAE-4970-87B9-216400C55E9D}" srcOrd="0" destOrd="0" presId="urn:microsoft.com/office/officeart/2005/8/layout/process4"/>
    <dgm:cxn modelId="{CA7F3A74-A2A2-446A-A6CA-5946E79E9C05}" type="presOf" srcId="{0F3D7972-D032-4FF4-A2FA-D26D0CEB064E}" destId="{6AD964B1-F631-43B1-A681-0CA5BD695E43}" srcOrd="0" destOrd="0" presId="urn:microsoft.com/office/officeart/2005/8/layout/process4"/>
    <dgm:cxn modelId="{3CE65074-0364-4C8D-8E2B-8D7E6127E6BB}" srcId="{7D2310ED-2C21-4FF0-B341-370C944D9B71}" destId="{8DD0BBF4-458C-4B40-9573-C4059A6D47D9}" srcOrd="4" destOrd="0" parTransId="{467CDF1C-AFF1-4B55-845D-4F7C6E3E5EB5}" sibTransId="{F37D50DA-4536-47F8-A877-B5C7F79ADE3F}"/>
    <dgm:cxn modelId="{1E0F7257-0410-45F4-A818-67C2C0F9BED9}" srcId="{7D2310ED-2C21-4FF0-B341-370C944D9B71}" destId="{E7E4827F-A374-40F7-8915-68EC4D34B98E}" srcOrd="1" destOrd="0" parTransId="{6D87F72C-12DF-48A5-89B3-1EE44DB3C0E7}" sibTransId="{B5278763-FD8F-4E0F-B336-A7CF66EC4491}"/>
    <dgm:cxn modelId="{3BBB7681-B4EC-4C0A-9067-C7466A8B77B9}" type="presOf" srcId="{E7E4827F-A374-40F7-8915-68EC4D34B98E}" destId="{1D3BC7C5-AD08-40E4-BF51-DBA3ABAAEE6D}" srcOrd="0" destOrd="0" presId="urn:microsoft.com/office/officeart/2005/8/layout/process4"/>
    <dgm:cxn modelId="{031F1D8C-0D68-4AF4-AA95-65E8CCBB367C}" type="presOf" srcId="{8DD0BBF4-458C-4B40-9573-C4059A6D47D9}" destId="{F4C887FE-2E97-4CB7-B853-87BFC9292C27}" srcOrd="0" destOrd="0" presId="urn:microsoft.com/office/officeart/2005/8/layout/process4"/>
    <dgm:cxn modelId="{F7380EA9-3C3F-4A9F-88D0-68DFC4DDF208}" srcId="{116AD4C7-4D28-41E5-854B-6369079C5671}" destId="{7D2310ED-2C21-4FF0-B341-370C944D9B71}" srcOrd="1" destOrd="0" parTransId="{FD96E034-C1DB-4AA7-8346-92EB8C99D43B}" sibTransId="{C4494B36-95E7-4BB4-859D-E743AE72BB1B}"/>
    <dgm:cxn modelId="{414938B8-0E36-4E26-A8F5-B72D2D468B25}" srcId="{7D2310ED-2C21-4FF0-B341-370C944D9B71}" destId="{43EEAEE9-A095-4A92-952B-201DBD3465FD}" srcOrd="5" destOrd="0" parTransId="{C1AFD399-6123-428E-B0A6-C8231066B725}" sibTransId="{B061DDAE-A613-4D29-ABEE-0DB83B6B9ADF}"/>
    <dgm:cxn modelId="{25A880BF-119E-4DEA-92D2-38CF91106CA6}" srcId="{7D2310ED-2C21-4FF0-B341-370C944D9B71}" destId="{90A96E48-5422-4ED2-B8E8-E4FFC0B96DEB}" srcOrd="2" destOrd="0" parTransId="{11E7F134-AE0A-402E-97E0-355E4EDCF16C}" sibTransId="{0FAFCDCD-A14B-460D-8E84-797D4C3CDA26}"/>
    <dgm:cxn modelId="{5C98BCEC-C28F-4284-B2C4-93189E0DF443}" srcId="{116AD4C7-4D28-41E5-854B-6369079C5671}" destId="{B8557DA9-DBDB-4825-9F04-F5282240DD6D}" srcOrd="0" destOrd="0" parTransId="{E3C2BC03-456B-48C6-8A65-B2C3986A65CB}" sibTransId="{87BC34A9-7798-4721-80C2-7DA73FE19BCF}"/>
    <dgm:cxn modelId="{67A00FFD-007D-4BE2-A92D-4A8652C64C79}" type="presOf" srcId="{90A96E48-5422-4ED2-B8E8-E4FFC0B96DEB}" destId="{FD7D8BB1-962F-4C7B-8E24-8B0C9193219D}" srcOrd="0" destOrd="0" presId="urn:microsoft.com/office/officeart/2005/8/layout/process4"/>
    <dgm:cxn modelId="{213D1FFD-6C0C-4FAD-AA37-C7C050AE4E38}" srcId="{7D2310ED-2C21-4FF0-B341-370C944D9B71}" destId="{457EBAE1-EE67-42C3-83D8-48DE18C1570E}" srcOrd="3" destOrd="0" parTransId="{D2A8ACCA-7A2B-4764-A920-9C151FE54658}" sibTransId="{6A6CDBBF-9AC3-46F3-9FB9-DCD653E708AF}"/>
    <dgm:cxn modelId="{0D1BF0E5-B15A-4514-8D18-EEDA7235993B}" type="presParOf" srcId="{596BA3FF-869C-44AF-AC73-2019F1D243E3}" destId="{29233115-98C7-40BF-879C-74428C9AA89D}" srcOrd="0" destOrd="0" presId="urn:microsoft.com/office/officeart/2005/8/layout/process4"/>
    <dgm:cxn modelId="{2DB9BEE0-8A8D-48C8-B4C0-9BB51FD6DE84}" type="presParOf" srcId="{29233115-98C7-40BF-879C-74428C9AA89D}" destId="{AE195D0E-122B-4897-9C30-096DB81533C7}" srcOrd="0" destOrd="0" presId="urn:microsoft.com/office/officeart/2005/8/layout/process4"/>
    <dgm:cxn modelId="{72BB30A2-3952-4E0A-B4A3-DCD740AE7929}" type="presParOf" srcId="{29233115-98C7-40BF-879C-74428C9AA89D}" destId="{5981884C-64BB-460B-8BA1-8D824EB2AC9B}" srcOrd="1" destOrd="0" presId="urn:microsoft.com/office/officeart/2005/8/layout/process4"/>
    <dgm:cxn modelId="{256F87B1-A325-4391-9115-13BFAAEE25CC}" type="presParOf" srcId="{29233115-98C7-40BF-879C-74428C9AA89D}" destId="{C582081D-5EA2-4E9E-AADE-B07F4FEB80F1}" srcOrd="2" destOrd="0" presId="urn:microsoft.com/office/officeart/2005/8/layout/process4"/>
    <dgm:cxn modelId="{85A28AF4-D241-4A35-AEF8-9AF82EFBB982}" type="presParOf" srcId="{C582081D-5EA2-4E9E-AADE-B07F4FEB80F1}" destId="{6AD964B1-F631-43B1-A681-0CA5BD695E43}" srcOrd="0" destOrd="0" presId="urn:microsoft.com/office/officeart/2005/8/layout/process4"/>
    <dgm:cxn modelId="{0341352D-A750-48B7-859C-7D092B74D0EB}" type="presParOf" srcId="{C582081D-5EA2-4E9E-AADE-B07F4FEB80F1}" destId="{1D3BC7C5-AD08-40E4-BF51-DBA3ABAAEE6D}" srcOrd="1" destOrd="0" presId="urn:microsoft.com/office/officeart/2005/8/layout/process4"/>
    <dgm:cxn modelId="{7A9D3AE1-38F5-4283-B381-4D89BD1E9974}" type="presParOf" srcId="{C582081D-5EA2-4E9E-AADE-B07F4FEB80F1}" destId="{FD7D8BB1-962F-4C7B-8E24-8B0C9193219D}" srcOrd="2" destOrd="0" presId="urn:microsoft.com/office/officeart/2005/8/layout/process4"/>
    <dgm:cxn modelId="{9F33AC83-EB99-4963-9CC4-346B769E8382}" type="presParOf" srcId="{C582081D-5EA2-4E9E-AADE-B07F4FEB80F1}" destId="{1530900B-7754-4827-A8A4-019795FE454A}" srcOrd="3" destOrd="0" presId="urn:microsoft.com/office/officeart/2005/8/layout/process4"/>
    <dgm:cxn modelId="{972C9971-3DCC-4EF2-ABE2-95751CD4AA86}" type="presParOf" srcId="{C582081D-5EA2-4E9E-AADE-B07F4FEB80F1}" destId="{F4C887FE-2E97-4CB7-B853-87BFC9292C27}" srcOrd="4" destOrd="0" presId="urn:microsoft.com/office/officeart/2005/8/layout/process4"/>
    <dgm:cxn modelId="{FBE0FA91-27D3-4A75-B4E0-2E7FD98DA95D}" type="presParOf" srcId="{C582081D-5EA2-4E9E-AADE-B07F4FEB80F1}" destId="{32AB3231-5D80-46E0-A688-24F39E8A0B55}" srcOrd="5" destOrd="0" presId="urn:microsoft.com/office/officeart/2005/8/layout/process4"/>
    <dgm:cxn modelId="{340ECBAF-EC7E-4342-9E38-7042454B5A96}" type="presParOf" srcId="{596BA3FF-869C-44AF-AC73-2019F1D243E3}" destId="{4A0FFF6E-E588-4CB5-AEBD-09C23CEF219E}" srcOrd="1" destOrd="0" presId="urn:microsoft.com/office/officeart/2005/8/layout/process4"/>
    <dgm:cxn modelId="{DF41CC7F-9088-4090-B4E8-24C330C50260}" type="presParOf" srcId="{596BA3FF-869C-44AF-AC73-2019F1D243E3}" destId="{7B70BD5C-4BB6-46EA-95AC-42948DE8809C}" srcOrd="2" destOrd="0" presId="urn:microsoft.com/office/officeart/2005/8/layout/process4"/>
    <dgm:cxn modelId="{148419D3-C2E7-4EC5-9B64-AC71BE448333}" type="presParOf" srcId="{7B70BD5C-4BB6-46EA-95AC-42948DE8809C}" destId="{AF790F43-AAAE-4970-87B9-216400C55E9D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A58CFCA-6097-475D-BDA1-C4DA3AC7CE9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0859BC2-53C3-4121-9570-AB3E7BCAD6CA}">
      <dgm:prSet/>
      <dgm:spPr/>
      <dgm:t>
        <a:bodyPr/>
        <a:lstStyle/>
        <a:p>
          <a:r>
            <a:rPr lang="en-US"/>
            <a:t>Aprender é adquirir conhecimento com base em dados, experiências e observações.</a:t>
          </a:r>
        </a:p>
      </dgm:t>
    </dgm:pt>
    <dgm:pt modelId="{86F4B943-3D73-4631-9E5C-E43B69D1679C}" type="parTrans" cxnId="{C531BE70-E60E-43D4-9E4B-D9E01B7B5D1B}">
      <dgm:prSet/>
      <dgm:spPr/>
      <dgm:t>
        <a:bodyPr/>
        <a:lstStyle/>
        <a:p>
          <a:endParaRPr lang="en-US"/>
        </a:p>
      </dgm:t>
    </dgm:pt>
    <dgm:pt modelId="{F8BE379F-44A0-40B1-AF5A-053EB6559B3E}" type="sibTrans" cxnId="{C531BE70-E60E-43D4-9E4B-D9E01B7B5D1B}">
      <dgm:prSet/>
      <dgm:spPr/>
      <dgm:t>
        <a:bodyPr/>
        <a:lstStyle/>
        <a:p>
          <a:endParaRPr lang="en-US"/>
        </a:p>
      </dgm:t>
    </dgm:pt>
    <dgm:pt modelId="{4906D528-4A71-401D-839E-E02326D11E48}">
      <dgm:prSet/>
      <dgm:spPr/>
      <dgm:t>
        <a:bodyPr/>
        <a:lstStyle/>
        <a:p>
          <a:r>
            <a:rPr lang="en-US"/>
            <a:t>➡️ Em ML, aprendemos a partir de dados históricos para prever ou classificar novas informações.</a:t>
          </a:r>
        </a:p>
      </dgm:t>
    </dgm:pt>
    <dgm:pt modelId="{F33600D1-26AF-4482-A75E-59D61602BCEE}" type="parTrans" cxnId="{A61BFA56-61C3-42C9-AEEF-CA49CB840495}">
      <dgm:prSet/>
      <dgm:spPr/>
      <dgm:t>
        <a:bodyPr/>
        <a:lstStyle/>
        <a:p>
          <a:endParaRPr lang="en-US"/>
        </a:p>
      </dgm:t>
    </dgm:pt>
    <dgm:pt modelId="{F5A84F94-C698-4F95-9FA8-274AA0598B49}" type="sibTrans" cxnId="{A61BFA56-61C3-42C9-AEEF-CA49CB840495}">
      <dgm:prSet/>
      <dgm:spPr/>
      <dgm:t>
        <a:bodyPr/>
        <a:lstStyle/>
        <a:p>
          <a:endParaRPr lang="en-US"/>
        </a:p>
      </dgm:t>
    </dgm:pt>
    <dgm:pt modelId="{33BDBF7C-AC7B-4061-995E-A5B28D948D4D}" type="pres">
      <dgm:prSet presAssocID="{2A58CFCA-6097-475D-BDA1-C4DA3AC7CE9A}" presName="root" presStyleCnt="0">
        <dgm:presLayoutVars>
          <dgm:dir/>
          <dgm:resizeHandles val="exact"/>
        </dgm:presLayoutVars>
      </dgm:prSet>
      <dgm:spPr/>
    </dgm:pt>
    <dgm:pt modelId="{6AE5D182-7105-42CA-B601-4AFED74ED985}" type="pres">
      <dgm:prSet presAssocID="{90859BC2-53C3-4121-9570-AB3E7BCAD6CA}" presName="compNode" presStyleCnt="0"/>
      <dgm:spPr/>
    </dgm:pt>
    <dgm:pt modelId="{F56A628B-F46F-49B3-B29A-7DB4D1451CCF}" type="pres">
      <dgm:prSet presAssocID="{90859BC2-53C3-4121-9570-AB3E7BCAD6CA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373DD265-936A-4FCF-9F72-6051067409D1}" type="pres">
      <dgm:prSet presAssocID="{90859BC2-53C3-4121-9570-AB3E7BCAD6CA}" presName="spaceRect" presStyleCnt="0"/>
      <dgm:spPr/>
    </dgm:pt>
    <dgm:pt modelId="{E43A0E2E-973F-4ED3-99B0-FC08A8F1100F}" type="pres">
      <dgm:prSet presAssocID="{90859BC2-53C3-4121-9570-AB3E7BCAD6CA}" presName="textRect" presStyleLbl="revTx" presStyleIdx="0" presStyleCnt="2">
        <dgm:presLayoutVars>
          <dgm:chMax val="1"/>
          <dgm:chPref val="1"/>
        </dgm:presLayoutVars>
      </dgm:prSet>
      <dgm:spPr/>
    </dgm:pt>
    <dgm:pt modelId="{5FEDE733-1D9C-495D-883F-A0255F6BC0EA}" type="pres">
      <dgm:prSet presAssocID="{F8BE379F-44A0-40B1-AF5A-053EB6559B3E}" presName="sibTrans" presStyleCnt="0"/>
      <dgm:spPr/>
    </dgm:pt>
    <dgm:pt modelId="{62E820F5-DB6D-461F-AE19-145437EA3C0A}" type="pres">
      <dgm:prSet presAssocID="{4906D528-4A71-401D-839E-E02326D11E48}" presName="compNode" presStyleCnt="0"/>
      <dgm:spPr/>
    </dgm:pt>
    <dgm:pt modelId="{C08A8B52-7B7F-4E26-86C7-D6A709213000}" type="pres">
      <dgm:prSet presAssocID="{4906D528-4A71-401D-839E-E02326D11E4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statísticas"/>
        </a:ext>
      </dgm:extLst>
    </dgm:pt>
    <dgm:pt modelId="{32C55898-81F0-4A45-ABFD-73708A6BC0BC}" type="pres">
      <dgm:prSet presAssocID="{4906D528-4A71-401D-839E-E02326D11E48}" presName="spaceRect" presStyleCnt="0"/>
      <dgm:spPr/>
    </dgm:pt>
    <dgm:pt modelId="{D1A20A91-1698-4869-A374-ECA058B3F325}" type="pres">
      <dgm:prSet presAssocID="{4906D528-4A71-401D-839E-E02326D11E48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D1509341-4936-44C0-940B-A047A0CA72E6}" type="presOf" srcId="{4906D528-4A71-401D-839E-E02326D11E48}" destId="{D1A20A91-1698-4869-A374-ECA058B3F325}" srcOrd="0" destOrd="0" presId="urn:microsoft.com/office/officeart/2018/2/layout/IconLabelList"/>
    <dgm:cxn modelId="{C531BE70-E60E-43D4-9E4B-D9E01B7B5D1B}" srcId="{2A58CFCA-6097-475D-BDA1-C4DA3AC7CE9A}" destId="{90859BC2-53C3-4121-9570-AB3E7BCAD6CA}" srcOrd="0" destOrd="0" parTransId="{86F4B943-3D73-4631-9E5C-E43B69D1679C}" sibTransId="{F8BE379F-44A0-40B1-AF5A-053EB6559B3E}"/>
    <dgm:cxn modelId="{A61BFA56-61C3-42C9-AEEF-CA49CB840495}" srcId="{2A58CFCA-6097-475D-BDA1-C4DA3AC7CE9A}" destId="{4906D528-4A71-401D-839E-E02326D11E48}" srcOrd="1" destOrd="0" parTransId="{F33600D1-26AF-4482-A75E-59D61602BCEE}" sibTransId="{F5A84F94-C698-4F95-9FA8-274AA0598B49}"/>
    <dgm:cxn modelId="{85AD51B4-8402-4071-9637-2D3D09C1EC41}" type="presOf" srcId="{90859BC2-53C3-4121-9570-AB3E7BCAD6CA}" destId="{E43A0E2E-973F-4ED3-99B0-FC08A8F1100F}" srcOrd="0" destOrd="0" presId="urn:microsoft.com/office/officeart/2018/2/layout/IconLabelList"/>
    <dgm:cxn modelId="{30AA6AD8-D9B5-4B89-8821-DF1747563DB9}" type="presOf" srcId="{2A58CFCA-6097-475D-BDA1-C4DA3AC7CE9A}" destId="{33BDBF7C-AC7B-4061-995E-A5B28D948D4D}" srcOrd="0" destOrd="0" presId="urn:microsoft.com/office/officeart/2018/2/layout/IconLabelList"/>
    <dgm:cxn modelId="{372DD98C-FEAD-4FC9-BC39-5413764041C3}" type="presParOf" srcId="{33BDBF7C-AC7B-4061-995E-A5B28D948D4D}" destId="{6AE5D182-7105-42CA-B601-4AFED74ED985}" srcOrd="0" destOrd="0" presId="urn:microsoft.com/office/officeart/2018/2/layout/IconLabelList"/>
    <dgm:cxn modelId="{E648836B-422D-4C9D-B2D0-EB3F2DF642FB}" type="presParOf" srcId="{6AE5D182-7105-42CA-B601-4AFED74ED985}" destId="{F56A628B-F46F-49B3-B29A-7DB4D1451CCF}" srcOrd="0" destOrd="0" presId="urn:microsoft.com/office/officeart/2018/2/layout/IconLabelList"/>
    <dgm:cxn modelId="{E8CAD05C-7F6C-4FF7-B724-C3972B315338}" type="presParOf" srcId="{6AE5D182-7105-42CA-B601-4AFED74ED985}" destId="{373DD265-936A-4FCF-9F72-6051067409D1}" srcOrd="1" destOrd="0" presId="urn:microsoft.com/office/officeart/2018/2/layout/IconLabelList"/>
    <dgm:cxn modelId="{33D288BA-6933-4F5B-AF3F-080F4626CC0A}" type="presParOf" srcId="{6AE5D182-7105-42CA-B601-4AFED74ED985}" destId="{E43A0E2E-973F-4ED3-99B0-FC08A8F1100F}" srcOrd="2" destOrd="0" presId="urn:microsoft.com/office/officeart/2018/2/layout/IconLabelList"/>
    <dgm:cxn modelId="{933C7C18-A43C-4DF6-B894-764F6A639497}" type="presParOf" srcId="{33BDBF7C-AC7B-4061-995E-A5B28D948D4D}" destId="{5FEDE733-1D9C-495D-883F-A0255F6BC0EA}" srcOrd="1" destOrd="0" presId="urn:microsoft.com/office/officeart/2018/2/layout/IconLabelList"/>
    <dgm:cxn modelId="{EA0D346A-DECA-498D-9124-0E1B53DE6600}" type="presParOf" srcId="{33BDBF7C-AC7B-4061-995E-A5B28D948D4D}" destId="{62E820F5-DB6D-461F-AE19-145437EA3C0A}" srcOrd="2" destOrd="0" presId="urn:microsoft.com/office/officeart/2018/2/layout/IconLabelList"/>
    <dgm:cxn modelId="{A372C743-A5AD-4A97-91E9-D184D8B684EC}" type="presParOf" srcId="{62E820F5-DB6D-461F-AE19-145437EA3C0A}" destId="{C08A8B52-7B7F-4E26-86C7-D6A709213000}" srcOrd="0" destOrd="0" presId="urn:microsoft.com/office/officeart/2018/2/layout/IconLabelList"/>
    <dgm:cxn modelId="{4121B19D-80A7-47EC-9AB7-6072B3048F74}" type="presParOf" srcId="{62E820F5-DB6D-461F-AE19-145437EA3C0A}" destId="{32C55898-81F0-4A45-ABFD-73708A6BC0BC}" srcOrd="1" destOrd="0" presId="urn:microsoft.com/office/officeart/2018/2/layout/IconLabelList"/>
    <dgm:cxn modelId="{9FC228F5-F512-4E7D-B9E1-6E86A99A705A}" type="presParOf" srcId="{62E820F5-DB6D-461F-AE19-145437EA3C0A}" destId="{D1A20A91-1698-4869-A374-ECA058B3F32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24F2D85-67F2-42BE-88F2-B5950E03AAE5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0A42531-14FD-4F3C-8267-9A00A6FFDF58}">
      <dgm:prSet/>
      <dgm:spPr/>
      <dgm:t>
        <a:bodyPr/>
        <a:lstStyle/>
        <a:p>
          <a:r>
            <a:rPr lang="en-US"/>
            <a:t>- Inteligência: capacidade de resolver problemas ou adaptar-se</a:t>
          </a:r>
        </a:p>
      </dgm:t>
    </dgm:pt>
    <dgm:pt modelId="{C5A02C80-D87C-467F-9A57-CAE2DA7ADB89}" type="parTrans" cxnId="{B184244C-7A52-40F6-8E60-3FCB244C8427}">
      <dgm:prSet/>
      <dgm:spPr/>
      <dgm:t>
        <a:bodyPr/>
        <a:lstStyle/>
        <a:p>
          <a:endParaRPr lang="en-US"/>
        </a:p>
      </dgm:t>
    </dgm:pt>
    <dgm:pt modelId="{5CE87557-FF22-4FE1-9DF6-3CF672ED89D5}" type="sibTrans" cxnId="{B184244C-7A52-40F6-8E60-3FCB244C8427}">
      <dgm:prSet/>
      <dgm:spPr/>
      <dgm:t>
        <a:bodyPr/>
        <a:lstStyle/>
        <a:p>
          <a:endParaRPr lang="en-US"/>
        </a:p>
      </dgm:t>
    </dgm:pt>
    <dgm:pt modelId="{F5206949-E3EB-4742-8BF0-FF0230B70729}">
      <dgm:prSet/>
      <dgm:spPr/>
      <dgm:t>
        <a:bodyPr/>
        <a:lstStyle/>
        <a:p>
          <a:r>
            <a:rPr lang="en-US"/>
            <a:t>- Machine Learning: quando sistemas usam dados para aprender sem serem explicitamente programados</a:t>
          </a:r>
        </a:p>
      </dgm:t>
    </dgm:pt>
    <dgm:pt modelId="{D4E9F6BA-3B48-4D64-8BB6-9B8987A76182}" type="parTrans" cxnId="{7E1FE5C4-56DE-49CB-B630-C38466869DB2}">
      <dgm:prSet/>
      <dgm:spPr/>
      <dgm:t>
        <a:bodyPr/>
        <a:lstStyle/>
        <a:p>
          <a:endParaRPr lang="en-US"/>
        </a:p>
      </dgm:t>
    </dgm:pt>
    <dgm:pt modelId="{99BCCDA7-6D7D-4D21-9ABA-4F404456A646}" type="sibTrans" cxnId="{7E1FE5C4-56DE-49CB-B630-C38466869DB2}">
      <dgm:prSet/>
      <dgm:spPr/>
      <dgm:t>
        <a:bodyPr/>
        <a:lstStyle/>
        <a:p>
          <a:endParaRPr lang="en-US"/>
        </a:p>
      </dgm:t>
    </dgm:pt>
    <dgm:pt modelId="{77742599-14AA-4C04-8EB1-DA2CED6E8107}" type="pres">
      <dgm:prSet presAssocID="{024F2D85-67F2-42BE-88F2-B5950E03AAE5}" presName="root" presStyleCnt="0">
        <dgm:presLayoutVars>
          <dgm:dir/>
          <dgm:resizeHandles val="exact"/>
        </dgm:presLayoutVars>
      </dgm:prSet>
      <dgm:spPr/>
    </dgm:pt>
    <dgm:pt modelId="{2E8A6740-F247-434B-8E9E-7C2FFB7C5F5E}" type="pres">
      <dgm:prSet presAssocID="{90A42531-14FD-4F3C-8267-9A00A6FFDF58}" presName="compNode" presStyleCnt="0"/>
      <dgm:spPr/>
    </dgm:pt>
    <dgm:pt modelId="{1A1E8CFD-0FCF-4B7C-A433-6DE963F5BD54}" type="pres">
      <dgm:prSet presAssocID="{90A42531-14FD-4F3C-8267-9A00A6FFDF5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9B25627-1FDE-476B-968C-A1BFFED5C011}" type="pres">
      <dgm:prSet presAssocID="{90A42531-14FD-4F3C-8267-9A00A6FFDF58}" presName="spaceRect" presStyleCnt="0"/>
      <dgm:spPr/>
    </dgm:pt>
    <dgm:pt modelId="{AE0A44F1-BD8A-4B9A-BA0B-2BCEDAD9B022}" type="pres">
      <dgm:prSet presAssocID="{90A42531-14FD-4F3C-8267-9A00A6FFDF58}" presName="textRect" presStyleLbl="revTx" presStyleIdx="0" presStyleCnt="2">
        <dgm:presLayoutVars>
          <dgm:chMax val="1"/>
          <dgm:chPref val="1"/>
        </dgm:presLayoutVars>
      </dgm:prSet>
      <dgm:spPr/>
    </dgm:pt>
    <dgm:pt modelId="{CCB29957-8B7B-499D-A7D4-A092AEF0908B}" type="pres">
      <dgm:prSet presAssocID="{5CE87557-FF22-4FE1-9DF6-3CF672ED89D5}" presName="sibTrans" presStyleCnt="0"/>
      <dgm:spPr/>
    </dgm:pt>
    <dgm:pt modelId="{593E0257-53D5-41C0-ACC4-8666BFF719F3}" type="pres">
      <dgm:prSet presAssocID="{F5206949-E3EB-4742-8BF0-FF0230B70729}" presName="compNode" presStyleCnt="0"/>
      <dgm:spPr/>
    </dgm:pt>
    <dgm:pt modelId="{12DBDD6A-385D-4867-8F2B-E24D867A439B}" type="pres">
      <dgm:prSet presAssocID="{F5206949-E3EB-4742-8BF0-FF0230B7072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ador"/>
        </a:ext>
      </dgm:extLst>
    </dgm:pt>
    <dgm:pt modelId="{394AB364-31DB-44BE-B51F-32CAC8117BD5}" type="pres">
      <dgm:prSet presAssocID="{F5206949-E3EB-4742-8BF0-FF0230B70729}" presName="spaceRect" presStyleCnt="0"/>
      <dgm:spPr/>
    </dgm:pt>
    <dgm:pt modelId="{7E700941-33D1-4498-9CC9-B24F6BBD135C}" type="pres">
      <dgm:prSet presAssocID="{F5206949-E3EB-4742-8BF0-FF0230B70729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47C3415-1346-49F8-B165-A0D84F4BD68E}" type="presOf" srcId="{F5206949-E3EB-4742-8BF0-FF0230B70729}" destId="{7E700941-33D1-4498-9CC9-B24F6BBD135C}" srcOrd="0" destOrd="0" presId="urn:microsoft.com/office/officeart/2018/2/layout/IconLabelList"/>
    <dgm:cxn modelId="{B184244C-7A52-40F6-8E60-3FCB244C8427}" srcId="{024F2D85-67F2-42BE-88F2-B5950E03AAE5}" destId="{90A42531-14FD-4F3C-8267-9A00A6FFDF58}" srcOrd="0" destOrd="0" parTransId="{C5A02C80-D87C-467F-9A57-CAE2DA7ADB89}" sibTransId="{5CE87557-FF22-4FE1-9DF6-3CF672ED89D5}"/>
    <dgm:cxn modelId="{46FC726D-FCB1-4574-BE81-D14FFD93212B}" type="presOf" srcId="{90A42531-14FD-4F3C-8267-9A00A6FFDF58}" destId="{AE0A44F1-BD8A-4B9A-BA0B-2BCEDAD9B022}" srcOrd="0" destOrd="0" presId="urn:microsoft.com/office/officeart/2018/2/layout/IconLabelList"/>
    <dgm:cxn modelId="{7E1FE5C4-56DE-49CB-B630-C38466869DB2}" srcId="{024F2D85-67F2-42BE-88F2-B5950E03AAE5}" destId="{F5206949-E3EB-4742-8BF0-FF0230B70729}" srcOrd="1" destOrd="0" parTransId="{D4E9F6BA-3B48-4D64-8BB6-9B8987A76182}" sibTransId="{99BCCDA7-6D7D-4D21-9ABA-4F404456A646}"/>
    <dgm:cxn modelId="{AF69F7F5-801F-4DC5-88CD-AAF57BD42F7D}" type="presOf" srcId="{024F2D85-67F2-42BE-88F2-B5950E03AAE5}" destId="{77742599-14AA-4C04-8EB1-DA2CED6E8107}" srcOrd="0" destOrd="0" presId="urn:microsoft.com/office/officeart/2018/2/layout/IconLabelList"/>
    <dgm:cxn modelId="{E97D3B2F-4A14-4BE2-A460-536B39BA503B}" type="presParOf" srcId="{77742599-14AA-4C04-8EB1-DA2CED6E8107}" destId="{2E8A6740-F247-434B-8E9E-7C2FFB7C5F5E}" srcOrd="0" destOrd="0" presId="urn:microsoft.com/office/officeart/2018/2/layout/IconLabelList"/>
    <dgm:cxn modelId="{C24E338B-6369-4C34-BAD0-EB0373770C3E}" type="presParOf" srcId="{2E8A6740-F247-434B-8E9E-7C2FFB7C5F5E}" destId="{1A1E8CFD-0FCF-4B7C-A433-6DE963F5BD54}" srcOrd="0" destOrd="0" presId="urn:microsoft.com/office/officeart/2018/2/layout/IconLabelList"/>
    <dgm:cxn modelId="{04C8D950-C553-4A0F-B4D4-1599C8755019}" type="presParOf" srcId="{2E8A6740-F247-434B-8E9E-7C2FFB7C5F5E}" destId="{E9B25627-1FDE-476B-968C-A1BFFED5C011}" srcOrd="1" destOrd="0" presId="urn:microsoft.com/office/officeart/2018/2/layout/IconLabelList"/>
    <dgm:cxn modelId="{46DDAB30-AEDE-475F-8F98-B676BEDDEBD0}" type="presParOf" srcId="{2E8A6740-F247-434B-8E9E-7C2FFB7C5F5E}" destId="{AE0A44F1-BD8A-4B9A-BA0B-2BCEDAD9B022}" srcOrd="2" destOrd="0" presId="urn:microsoft.com/office/officeart/2018/2/layout/IconLabelList"/>
    <dgm:cxn modelId="{388CE01B-DB6D-4872-8959-B35B3979632E}" type="presParOf" srcId="{77742599-14AA-4C04-8EB1-DA2CED6E8107}" destId="{CCB29957-8B7B-499D-A7D4-A092AEF0908B}" srcOrd="1" destOrd="0" presId="urn:microsoft.com/office/officeart/2018/2/layout/IconLabelList"/>
    <dgm:cxn modelId="{1CD2111A-0B41-42C1-9340-94D56C80564F}" type="presParOf" srcId="{77742599-14AA-4C04-8EB1-DA2CED6E8107}" destId="{593E0257-53D5-41C0-ACC4-8666BFF719F3}" srcOrd="2" destOrd="0" presId="urn:microsoft.com/office/officeart/2018/2/layout/IconLabelList"/>
    <dgm:cxn modelId="{30A22B16-A726-4107-9BDE-AD3CC4700819}" type="presParOf" srcId="{593E0257-53D5-41C0-ACC4-8666BFF719F3}" destId="{12DBDD6A-385D-4867-8F2B-E24D867A439B}" srcOrd="0" destOrd="0" presId="urn:microsoft.com/office/officeart/2018/2/layout/IconLabelList"/>
    <dgm:cxn modelId="{B2525505-6874-4497-8515-2E7BC1EDE2A4}" type="presParOf" srcId="{593E0257-53D5-41C0-ACC4-8666BFF719F3}" destId="{394AB364-31DB-44BE-B51F-32CAC8117BD5}" srcOrd="1" destOrd="0" presId="urn:microsoft.com/office/officeart/2018/2/layout/IconLabelList"/>
    <dgm:cxn modelId="{F4646FB6-EC3D-473D-B178-F5CCB1516CDA}" type="presParOf" srcId="{593E0257-53D5-41C0-ACC4-8666BFF719F3}" destId="{7E700941-33D1-4498-9CC9-B24F6BBD135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E04201D-2CB2-4E69-9152-7C11E9D98341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B2CD476-5444-432E-BE14-A703795E4EFC}">
      <dgm:prSet/>
      <dgm:spPr/>
      <dgm:t>
        <a:bodyPr/>
        <a:lstStyle/>
        <a:p>
          <a:pPr>
            <a:defRPr cap="all"/>
          </a:pPr>
          <a:r>
            <a:rPr lang="en-US"/>
            <a:t>- Supervisionado: aprende com dados rotulados</a:t>
          </a:r>
        </a:p>
      </dgm:t>
    </dgm:pt>
    <dgm:pt modelId="{F2CAF000-617C-4947-B0AF-C286BD985A57}" type="parTrans" cxnId="{4AE76128-9A9B-4102-B2CA-7CC971EA16DC}">
      <dgm:prSet/>
      <dgm:spPr/>
      <dgm:t>
        <a:bodyPr/>
        <a:lstStyle/>
        <a:p>
          <a:endParaRPr lang="en-US"/>
        </a:p>
      </dgm:t>
    </dgm:pt>
    <dgm:pt modelId="{80684273-C63E-4532-B5EB-4F89C4898CF7}" type="sibTrans" cxnId="{4AE76128-9A9B-4102-B2CA-7CC971EA16DC}">
      <dgm:prSet/>
      <dgm:spPr/>
      <dgm:t>
        <a:bodyPr/>
        <a:lstStyle/>
        <a:p>
          <a:endParaRPr lang="en-US"/>
        </a:p>
      </dgm:t>
    </dgm:pt>
    <dgm:pt modelId="{CCC75DA1-05B3-43DC-B75E-28A26C3C0986}">
      <dgm:prSet/>
      <dgm:spPr/>
      <dgm:t>
        <a:bodyPr/>
        <a:lstStyle/>
        <a:p>
          <a:pPr>
            <a:defRPr cap="all"/>
          </a:pPr>
          <a:r>
            <a:rPr lang="en-US"/>
            <a:t>- Não supervisionado: encontra padrões sem rótulos</a:t>
          </a:r>
        </a:p>
      </dgm:t>
    </dgm:pt>
    <dgm:pt modelId="{3C80BF5E-7B35-44DD-B1A9-1FFD5C228841}" type="parTrans" cxnId="{19683765-8CFB-4FCC-B521-D92990EEAF90}">
      <dgm:prSet/>
      <dgm:spPr/>
      <dgm:t>
        <a:bodyPr/>
        <a:lstStyle/>
        <a:p>
          <a:endParaRPr lang="en-US"/>
        </a:p>
      </dgm:t>
    </dgm:pt>
    <dgm:pt modelId="{82752AE9-19AA-4996-8742-D9F7F525597E}" type="sibTrans" cxnId="{19683765-8CFB-4FCC-B521-D92990EEAF90}">
      <dgm:prSet/>
      <dgm:spPr/>
      <dgm:t>
        <a:bodyPr/>
        <a:lstStyle/>
        <a:p>
          <a:endParaRPr lang="en-US"/>
        </a:p>
      </dgm:t>
    </dgm:pt>
    <dgm:pt modelId="{FBCC2491-FE77-4792-8202-4491595F8308}">
      <dgm:prSet/>
      <dgm:spPr/>
      <dgm:t>
        <a:bodyPr/>
        <a:lstStyle/>
        <a:p>
          <a:pPr>
            <a:defRPr cap="all"/>
          </a:pPr>
          <a:r>
            <a:rPr lang="en-US"/>
            <a:t>- Reforço: aprende com tentativa e erro</a:t>
          </a:r>
        </a:p>
      </dgm:t>
    </dgm:pt>
    <dgm:pt modelId="{EDC26B79-383B-4C72-BF67-932D081AA702}" type="parTrans" cxnId="{E38D1764-6579-4A6C-AE4A-954C5A5EBBEF}">
      <dgm:prSet/>
      <dgm:spPr/>
      <dgm:t>
        <a:bodyPr/>
        <a:lstStyle/>
        <a:p>
          <a:endParaRPr lang="en-US"/>
        </a:p>
      </dgm:t>
    </dgm:pt>
    <dgm:pt modelId="{10AD7CFC-D627-419D-860A-75CAA2A3D9A8}" type="sibTrans" cxnId="{E38D1764-6579-4A6C-AE4A-954C5A5EBBEF}">
      <dgm:prSet/>
      <dgm:spPr/>
      <dgm:t>
        <a:bodyPr/>
        <a:lstStyle/>
        <a:p>
          <a:endParaRPr lang="en-US"/>
        </a:p>
      </dgm:t>
    </dgm:pt>
    <dgm:pt modelId="{8811A8BA-447D-465A-A007-AC02DD1C41E6}">
      <dgm:prSet/>
      <dgm:spPr/>
      <dgm:t>
        <a:bodyPr/>
        <a:lstStyle/>
        <a:p>
          <a:pPr>
            <a:defRPr cap="all"/>
          </a:pPr>
          <a:r>
            <a:rPr lang="en-US"/>
            <a:t>- Semi-supervisionado e Deep Learning (avançados)</a:t>
          </a:r>
        </a:p>
      </dgm:t>
    </dgm:pt>
    <dgm:pt modelId="{CD049F32-B86C-4676-9E7F-5332CA4551B0}" type="parTrans" cxnId="{B4D7F31B-A6A4-4325-9432-21B47F8B4819}">
      <dgm:prSet/>
      <dgm:spPr/>
      <dgm:t>
        <a:bodyPr/>
        <a:lstStyle/>
        <a:p>
          <a:endParaRPr lang="en-US"/>
        </a:p>
      </dgm:t>
    </dgm:pt>
    <dgm:pt modelId="{6A75C081-4A83-48E6-BFAE-67196FB8BB70}" type="sibTrans" cxnId="{B4D7F31B-A6A4-4325-9432-21B47F8B4819}">
      <dgm:prSet/>
      <dgm:spPr/>
      <dgm:t>
        <a:bodyPr/>
        <a:lstStyle/>
        <a:p>
          <a:endParaRPr lang="en-US"/>
        </a:p>
      </dgm:t>
    </dgm:pt>
    <dgm:pt modelId="{074800A8-8DA1-4834-B678-AE7B63F8E387}" type="pres">
      <dgm:prSet presAssocID="{3E04201D-2CB2-4E69-9152-7C11E9D98341}" presName="root" presStyleCnt="0">
        <dgm:presLayoutVars>
          <dgm:dir/>
          <dgm:resizeHandles val="exact"/>
        </dgm:presLayoutVars>
      </dgm:prSet>
      <dgm:spPr/>
    </dgm:pt>
    <dgm:pt modelId="{25CE56F5-2B41-4FD1-ABDA-7679D0B1A2D4}" type="pres">
      <dgm:prSet presAssocID="{7B2CD476-5444-432E-BE14-A703795E4EFC}" presName="compNode" presStyleCnt="0"/>
      <dgm:spPr/>
    </dgm:pt>
    <dgm:pt modelId="{9FBA3040-E853-4C58-9ED3-E412740B872F}" type="pres">
      <dgm:prSet presAssocID="{7B2CD476-5444-432E-BE14-A703795E4EFC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9D25636-0E06-42F7-84D5-777FF452A22D}" type="pres">
      <dgm:prSet presAssocID="{7B2CD476-5444-432E-BE14-A703795E4EF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vros"/>
        </a:ext>
      </dgm:extLst>
    </dgm:pt>
    <dgm:pt modelId="{C5BBB40B-BAC7-4D37-BF52-5C2E18B70181}" type="pres">
      <dgm:prSet presAssocID="{7B2CD476-5444-432E-BE14-A703795E4EFC}" presName="spaceRect" presStyleCnt="0"/>
      <dgm:spPr/>
    </dgm:pt>
    <dgm:pt modelId="{9481233F-614C-4CA1-81BC-6D1BCAE92D7B}" type="pres">
      <dgm:prSet presAssocID="{7B2CD476-5444-432E-BE14-A703795E4EFC}" presName="textRect" presStyleLbl="revTx" presStyleIdx="0" presStyleCnt="4">
        <dgm:presLayoutVars>
          <dgm:chMax val="1"/>
          <dgm:chPref val="1"/>
        </dgm:presLayoutVars>
      </dgm:prSet>
      <dgm:spPr/>
    </dgm:pt>
    <dgm:pt modelId="{87119483-8EEC-42A2-92F5-708672BF9AE3}" type="pres">
      <dgm:prSet presAssocID="{80684273-C63E-4532-B5EB-4F89C4898CF7}" presName="sibTrans" presStyleCnt="0"/>
      <dgm:spPr/>
    </dgm:pt>
    <dgm:pt modelId="{F5A4BC4F-C668-4235-B4C8-3F829FF9951D}" type="pres">
      <dgm:prSet presAssocID="{CCC75DA1-05B3-43DC-B75E-28A26C3C0986}" presName="compNode" presStyleCnt="0"/>
      <dgm:spPr/>
    </dgm:pt>
    <dgm:pt modelId="{63CA6633-4027-4E1B-A8FC-67F238973D6E}" type="pres">
      <dgm:prSet presAssocID="{CCC75DA1-05B3-43DC-B75E-28A26C3C0986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EFEC192-486A-487F-8B14-DB6E9AB99A94}" type="pres">
      <dgm:prSet presAssocID="{CCC75DA1-05B3-43DC-B75E-28A26C3C0986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ficiente visual"/>
        </a:ext>
      </dgm:extLst>
    </dgm:pt>
    <dgm:pt modelId="{4443C09E-928F-4519-B0B5-49204A218705}" type="pres">
      <dgm:prSet presAssocID="{CCC75DA1-05B3-43DC-B75E-28A26C3C0986}" presName="spaceRect" presStyleCnt="0"/>
      <dgm:spPr/>
    </dgm:pt>
    <dgm:pt modelId="{F1B6DBBF-32E5-4C57-8742-9E925AD964C4}" type="pres">
      <dgm:prSet presAssocID="{CCC75DA1-05B3-43DC-B75E-28A26C3C0986}" presName="textRect" presStyleLbl="revTx" presStyleIdx="1" presStyleCnt="4">
        <dgm:presLayoutVars>
          <dgm:chMax val="1"/>
          <dgm:chPref val="1"/>
        </dgm:presLayoutVars>
      </dgm:prSet>
      <dgm:spPr/>
    </dgm:pt>
    <dgm:pt modelId="{C631A035-C8A0-4A25-B9CE-6D4C1BAB20EE}" type="pres">
      <dgm:prSet presAssocID="{82752AE9-19AA-4996-8742-D9F7F525597E}" presName="sibTrans" presStyleCnt="0"/>
      <dgm:spPr/>
    </dgm:pt>
    <dgm:pt modelId="{3CA56FFE-FE93-4BF8-9EB4-5CEB8028B572}" type="pres">
      <dgm:prSet presAssocID="{FBCC2491-FE77-4792-8202-4491595F8308}" presName="compNode" presStyleCnt="0"/>
      <dgm:spPr/>
    </dgm:pt>
    <dgm:pt modelId="{E850E851-170B-4FDD-AC5E-125EF2587F7A}" type="pres">
      <dgm:prSet presAssocID="{FBCC2491-FE77-4792-8202-4491595F8308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7E037905-D2A6-4DD3-9A5C-D02CADE007F2}" type="pres">
      <dgm:prSet presAssocID="{FBCC2491-FE77-4792-8202-4491595F830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60B8614-EEDF-4EF5-AC9E-EB908012C024}" type="pres">
      <dgm:prSet presAssocID="{FBCC2491-FE77-4792-8202-4491595F8308}" presName="spaceRect" presStyleCnt="0"/>
      <dgm:spPr/>
    </dgm:pt>
    <dgm:pt modelId="{0E9E3425-61BB-4794-A518-C0214B26C5E2}" type="pres">
      <dgm:prSet presAssocID="{FBCC2491-FE77-4792-8202-4491595F8308}" presName="textRect" presStyleLbl="revTx" presStyleIdx="2" presStyleCnt="4">
        <dgm:presLayoutVars>
          <dgm:chMax val="1"/>
          <dgm:chPref val="1"/>
        </dgm:presLayoutVars>
      </dgm:prSet>
      <dgm:spPr/>
    </dgm:pt>
    <dgm:pt modelId="{C5DCA94E-9531-44DC-9452-C62B7CEACF22}" type="pres">
      <dgm:prSet presAssocID="{10AD7CFC-D627-419D-860A-75CAA2A3D9A8}" presName="sibTrans" presStyleCnt="0"/>
      <dgm:spPr/>
    </dgm:pt>
    <dgm:pt modelId="{CF860026-ED5D-4E72-A426-47CF67D11D27}" type="pres">
      <dgm:prSet presAssocID="{8811A8BA-447D-465A-A007-AC02DD1C41E6}" presName="compNode" presStyleCnt="0"/>
      <dgm:spPr/>
    </dgm:pt>
    <dgm:pt modelId="{063F563D-3066-476E-885C-9B117E603D37}" type="pres">
      <dgm:prSet presAssocID="{8811A8BA-447D-465A-A007-AC02DD1C41E6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A1E80DDD-90F0-4F34-9FD4-92C45160318A}" type="pres">
      <dgm:prSet presAssocID="{8811A8BA-447D-465A-A007-AC02DD1C41E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la de aula"/>
        </a:ext>
      </dgm:extLst>
    </dgm:pt>
    <dgm:pt modelId="{8A67C981-4CDE-49E3-801E-484AF3E68E35}" type="pres">
      <dgm:prSet presAssocID="{8811A8BA-447D-465A-A007-AC02DD1C41E6}" presName="spaceRect" presStyleCnt="0"/>
      <dgm:spPr/>
    </dgm:pt>
    <dgm:pt modelId="{676C0D10-3C3E-4DFF-85E7-A36842C3A5FB}" type="pres">
      <dgm:prSet presAssocID="{8811A8BA-447D-465A-A007-AC02DD1C41E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F1EDA02-B0FB-47B3-9857-7361866C3DB1}" type="presOf" srcId="{8811A8BA-447D-465A-A007-AC02DD1C41E6}" destId="{676C0D10-3C3E-4DFF-85E7-A36842C3A5FB}" srcOrd="0" destOrd="0" presId="urn:microsoft.com/office/officeart/2018/5/layout/IconLeafLabelList"/>
    <dgm:cxn modelId="{9A585B14-57AF-4875-B0A0-F69AF1FB8F4D}" type="presOf" srcId="{3E04201D-2CB2-4E69-9152-7C11E9D98341}" destId="{074800A8-8DA1-4834-B678-AE7B63F8E387}" srcOrd="0" destOrd="0" presId="urn:microsoft.com/office/officeart/2018/5/layout/IconLeafLabelList"/>
    <dgm:cxn modelId="{B4D7F31B-A6A4-4325-9432-21B47F8B4819}" srcId="{3E04201D-2CB2-4E69-9152-7C11E9D98341}" destId="{8811A8BA-447D-465A-A007-AC02DD1C41E6}" srcOrd="3" destOrd="0" parTransId="{CD049F32-B86C-4676-9E7F-5332CA4551B0}" sibTransId="{6A75C081-4A83-48E6-BFAE-67196FB8BB70}"/>
    <dgm:cxn modelId="{4AE76128-9A9B-4102-B2CA-7CC971EA16DC}" srcId="{3E04201D-2CB2-4E69-9152-7C11E9D98341}" destId="{7B2CD476-5444-432E-BE14-A703795E4EFC}" srcOrd="0" destOrd="0" parTransId="{F2CAF000-617C-4947-B0AF-C286BD985A57}" sibTransId="{80684273-C63E-4532-B5EB-4F89C4898CF7}"/>
    <dgm:cxn modelId="{B079B25C-C615-41D9-9880-F5D0A16836D0}" type="presOf" srcId="{CCC75DA1-05B3-43DC-B75E-28A26C3C0986}" destId="{F1B6DBBF-32E5-4C57-8742-9E925AD964C4}" srcOrd="0" destOrd="0" presId="urn:microsoft.com/office/officeart/2018/5/layout/IconLeafLabelList"/>
    <dgm:cxn modelId="{E38D1764-6579-4A6C-AE4A-954C5A5EBBEF}" srcId="{3E04201D-2CB2-4E69-9152-7C11E9D98341}" destId="{FBCC2491-FE77-4792-8202-4491595F8308}" srcOrd="2" destOrd="0" parTransId="{EDC26B79-383B-4C72-BF67-932D081AA702}" sibTransId="{10AD7CFC-D627-419D-860A-75CAA2A3D9A8}"/>
    <dgm:cxn modelId="{19683765-8CFB-4FCC-B521-D92990EEAF90}" srcId="{3E04201D-2CB2-4E69-9152-7C11E9D98341}" destId="{CCC75DA1-05B3-43DC-B75E-28A26C3C0986}" srcOrd="1" destOrd="0" parTransId="{3C80BF5E-7B35-44DD-B1A9-1FFD5C228841}" sibTransId="{82752AE9-19AA-4996-8742-D9F7F525597E}"/>
    <dgm:cxn modelId="{4080D791-6C88-45D0-8A64-FB3D3093A2CC}" type="presOf" srcId="{FBCC2491-FE77-4792-8202-4491595F8308}" destId="{0E9E3425-61BB-4794-A518-C0214B26C5E2}" srcOrd="0" destOrd="0" presId="urn:microsoft.com/office/officeart/2018/5/layout/IconLeafLabelList"/>
    <dgm:cxn modelId="{68E889F2-D6CE-473C-81A2-7D7738D25669}" type="presOf" srcId="{7B2CD476-5444-432E-BE14-A703795E4EFC}" destId="{9481233F-614C-4CA1-81BC-6D1BCAE92D7B}" srcOrd="0" destOrd="0" presId="urn:microsoft.com/office/officeart/2018/5/layout/IconLeafLabelList"/>
    <dgm:cxn modelId="{1298442D-B99F-48E9-B736-5BD7F7855A1E}" type="presParOf" srcId="{074800A8-8DA1-4834-B678-AE7B63F8E387}" destId="{25CE56F5-2B41-4FD1-ABDA-7679D0B1A2D4}" srcOrd="0" destOrd="0" presId="urn:microsoft.com/office/officeart/2018/5/layout/IconLeafLabelList"/>
    <dgm:cxn modelId="{A56901A3-0AF1-471D-AC14-41382FACCE5C}" type="presParOf" srcId="{25CE56F5-2B41-4FD1-ABDA-7679D0B1A2D4}" destId="{9FBA3040-E853-4C58-9ED3-E412740B872F}" srcOrd="0" destOrd="0" presId="urn:microsoft.com/office/officeart/2018/5/layout/IconLeafLabelList"/>
    <dgm:cxn modelId="{683BEF7E-B1F3-48B1-81FB-A3F45C971908}" type="presParOf" srcId="{25CE56F5-2B41-4FD1-ABDA-7679D0B1A2D4}" destId="{19D25636-0E06-42F7-84D5-777FF452A22D}" srcOrd="1" destOrd="0" presId="urn:microsoft.com/office/officeart/2018/5/layout/IconLeafLabelList"/>
    <dgm:cxn modelId="{179D9E62-B0FA-47C5-8CC2-B68DEA6F11DB}" type="presParOf" srcId="{25CE56F5-2B41-4FD1-ABDA-7679D0B1A2D4}" destId="{C5BBB40B-BAC7-4D37-BF52-5C2E18B70181}" srcOrd="2" destOrd="0" presId="urn:microsoft.com/office/officeart/2018/5/layout/IconLeafLabelList"/>
    <dgm:cxn modelId="{847EB8C1-B151-4602-B514-FB162D55852A}" type="presParOf" srcId="{25CE56F5-2B41-4FD1-ABDA-7679D0B1A2D4}" destId="{9481233F-614C-4CA1-81BC-6D1BCAE92D7B}" srcOrd="3" destOrd="0" presId="urn:microsoft.com/office/officeart/2018/5/layout/IconLeafLabelList"/>
    <dgm:cxn modelId="{D0CE84EA-BD4B-4867-9CF8-0A3CB3338288}" type="presParOf" srcId="{074800A8-8DA1-4834-B678-AE7B63F8E387}" destId="{87119483-8EEC-42A2-92F5-708672BF9AE3}" srcOrd="1" destOrd="0" presId="urn:microsoft.com/office/officeart/2018/5/layout/IconLeafLabelList"/>
    <dgm:cxn modelId="{CEFEE96F-4B2D-4DEA-A583-E0514695596D}" type="presParOf" srcId="{074800A8-8DA1-4834-B678-AE7B63F8E387}" destId="{F5A4BC4F-C668-4235-B4C8-3F829FF9951D}" srcOrd="2" destOrd="0" presId="urn:microsoft.com/office/officeart/2018/5/layout/IconLeafLabelList"/>
    <dgm:cxn modelId="{62FEECD2-03F4-463D-AB96-96673288D26B}" type="presParOf" srcId="{F5A4BC4F-C668-4235-B4C8-3F829FF9951D}" destId="{63CA6633-4027-4E1B-A8FC-67F238973D6E}" srcOrd="0" destOrd="0" presId="urn:microsoft.com/office/officeart/2018/5/layout/IconLeafLabelList"/>
    <dgm:cxn modelId="{DF867B79-BD88-4D3F-BFEB-8967A3C0CF33}" type="presParOf" srcId="{F5A4BC4F-C668-4235-B4C8-3F829FF9951D}" destId="{1EFEC192-486A-487F-8B14-DB6E9AB99A94}" srcOrd="1" destOrd="0" presId="urn:microsoft.com/office/officeart/2018/5/layout/IconLeafLabelList"/>
    <dgm:cxn modelId="{C635B0A7-E4B0-4CA1-B2B5-F7DB3C1EA758}" type="presParOf" srcId="{F5A4BC4F-C668-4235-B4C8-3F829FF9951D}" destId="{4443C09E-928F-4519-B0B5-49204A218705}" srcOrd="2" destOrd="0" presId="urn:microsoft.com/office/officeart/2018/5/layout/IconLeafLabelList"/>
    <dgm:cxn modelId="{7D3F0341-9F9E-4F9E-8DEC-BDAAD1347769}" type="presParOf" srcId="{F5A4BC4F-C668-4235-B4C8-3F829FF9951D}" destId="{F1B6DBBF-32E5-4C57-8742-9E925AD964C4}" srcOrd="3" destOrd="0" presId="urn:microsoft.com/office/officeart/2018/5/layout/IconLeafLabelList"/>
    <dgm:cxn modelId="{643BDADC-280C-4570-9A10-BDF445B3DC12}" type="presParOf" srcId="{074800A8-8DA1-4834-B678-AE7B63F8E387}" destId="{C631A035-C8A0-4A25-B9CE-6D4C1BAB20EE}" srcOrd="3" destOrd="0" presId="urn:microsoft.com/office/officeart/2018/5/layout/IconLeafLabelList"/>
    <dgm:cxn modelId="{ED54726E-0370-488A-9F66-48A534B6CFB7}" type="presParOf" srcId="{074800A8-8DA1-4834-B678-AE7B63F8E387}" destId="{3CA56FFE-FE93-4BF8-9EB4-5CEB8028B572}" srcOrd="4" destOrd="0" presId="urn:microsoft.com/office/officeart/2018/5/layout/IconLeafLabelList"/>
    <dgm:cxn modelId="{CB340E96-3BBB-4CCC-98D2-F1A86716AD47}" type="presParOf" srcId="{3CA56FFE-FE93-4BF8-9EB4-5CEB8028B572}" destId="{E850E851-170B-4FDD-AC5E-125EF2587F7A}" srcOrd="0" destOrd="0" presId="urn:microsoft.com/office/officeart/2018/5/layout/IconLeafLabelList"/>
    <dgm:cxn modelId="{DAD2D1AE-AA29-4BA9-AC87-F57D20183E61}" type="presParOf" srcId="{3CA56FFE-FE93-4BF8-9EB4-5CEB8028B572}" destId="{7E037905-D2A6-4DD3-9A5C-D02CADE007F2}" srcOrd="1" destOrd="0" presId="urn:microsoft.com/office/officeart/2018/5/layout/IconLeafLabelList"/>
    <dgm:cxn modelId="{19251776-EF52-49F7-AD6B-208ADF3E69B0}" type="presParOf" srcId="{3CA56FFE-FE93-4BF8-9EB4-5CEB8028B572}" destId="{260B8614-EEDF-4EF5-AC9E-EB908012C024}" srcOrd="2" destOrd="0" presId="urn:microsoft.com/office/officeart/2018/5/layout/IconLeafLabelList"/>
    <dgm:cxn modelId="{850685B0-6436-4C01-897F-877154E3EDF3}" type="presParOf" srcId="{3CA56FFE-FE93-4BF8-9EB4-5CEB8028B572}" destId="{0E9E3425-61BB-4794-A518-C0214B26C5E2}" srcOrd="3" destOrd="0" presId="urn:microsoft.com/office/officeart/2018/5/layout/IconLeafLabelList"/>
    <dgm:cxn modelId="{C024B5D8-1BDA-49E2-9396-DD739F2758DA}" type="presParOf" srcId="{074800A8-8DA1-4834-B678-AE7B63F8E387}" destId="{C5DCA94E-9531-44DC-9452-C62B7CEACF22}" srcOrd="5" destOrd="0" presId="urn:microsoft.com/office/officeart/2018/5/layout/IconLeafLabelList"/>
    <dgm:cxn modelId="{C224D8F3-C136-47D3-B259-0E8F4AE1D236}" type="presParOf" srcId="{074800A8-8DA1-4834-B678-AE7B63F8E387}" destId="{CF860026-ED5D-4E72-A426-47CF67D11D27}" srcOrd="6" destOrd="0" presId="urn:microsoft.com/office/officeart/2018/5/layout/IconLeafLabelList"/>
    <dgm:cxn modelId="{A81FCFF7-DC39-483C-B0EB-09F2E87D7528}" type="presParOf" srcId="{CF860026-ED5D-4E72-A426-47CF67D11D27}" destId="{063F563D-3066-476E-885C-9B117E603D37}" srcOrd="0" destOrd="0" presId="urn:microsoft.com/office/officeart/2018/5/layout/IconLeafLabelList"/>
    <dgm:cxn modelId="{0F9D272A-21AA-4075-B9D4-1955C62DA9A1}" type="presParOf" srcId="{CF860026-ED5D-4E72-A426-47CF67D11D27}" destId="{A1E80DDD-90F0-4F34-9FD4-92C45160318A}" srcOrd="1" destOrd="0" presId="urn:microsoft.com/office/officeart/2018/5/layout/IconLeafLabelList"/>
    <dgm:cxn modelId="{FC5C6AC8-DA58-4191-81DB-85F14EF9E9A9}" type="presParOf" srcId="{CF860026-ED5D-4E72-A426-47CF67D11D27}" destId="{8A67C981-4CDE-49E3-801E-484AF3E68E35}" srcOrd="2" destOrd="0" presId="urn:microsoft.com/office/officeart/2018/5/layout/IconLeafLabelList"/>
    <dgm:cxn modelId="{6EE061DD-B73B-4AAA-9A5A-6FFE61E18BCD}" type="presParOf" srcId="{CF860026-ED5D-4E72-A426-47CF67D11D27}" destId="{676C0D10-3C3E-4DFF-85E7-A36842C3A5FB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8722514-EA29-4855-AD78-8BA45DC3370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58CC745-720B-4A4D-AF8C-B3642B1AD0CC}">
      <dgm:prSet/>
      <dgm:spPr/>
      <dgm:t>
        <a:bodyPr/>
        <a:lstStyle/>
        <a:p>
          <a:pPr>
            <a:defRPr cap="all"/>
          </a:pPr>
          <a:r>
            <a:rPr lang="pt-BR"/>
            <a:t>- Scikit-learn: Fácil, ideal para iniciantes</a:t>
          </a:r>
          <a:endParaRPr lang="en-US"/>
        </a:p>
      </dgm:t>
    </dgm:pt>
    <dgm:pt modelId="{92B8AA19-2F1E-47BB-BB8F-65F8637352C8}" type="parTrans" cxnId="{3A9C046A-AE88-40A7-BBDB-5470B8C43CA3}">
      <dgm:prSet/>
      <dgm:spPr/>
      <dgm:t>
        <a:bodyPr/>
        <a:lstStyle/>
        <a:p>
          <a:endParaRPr lang="en-US"/>
        </a:p>
      </dgm:t>
    </dgm:pt>
    <dgm:pt modelId="{50920B31-C6DF-40C6-8D27-BAE2248A90C4}" type="sibTrans" cxnId="{3A9C046A-AE88-40A7-BBDB-5470B8C43CA3}">
      <dgm:prSet/>
      <dgm:spPr/>
      <dgm:t>
        <a:bodyPr/>
        <a:lstStyle/>
        <a:p>
          <a:endParaRPr lang="en-US"/>
        </a:p>
      </dgm:t>
    </dgm:pt>
    <dgm:pt modelId="{B0798390-02FF-440A-84AE-60500F6C2DA6}">
      <dgm:prSet/>
      <dgm:spPr/>
      <dgm:t>
        <a:bodyPr/>
        <a:lstStyle/>
        <a:p>
          <a:pPr>
            <a:defRPr cap="all"/>
          </a:pPr>
          <a:r>
            <a:rPr lang="pt-BR"/>
            <a:t>- TensorFlow: Avançado, voltado a Deep Learning</a:t>
          </a:r>
          <a:endParaRPr lang="en-US"/>
        </a:p>
      </dgm:t>
    </dgm:pt>
    <dgm:pt modelId="{066071E9-1FF1-4887-A651-C5892A689A17}" type="parTrans" cxnId="{EC1AA177-D9B6-4252-824F-F03FC952AD30}">
      <dgm:prSet/>
      <dgm:spPr/>
      <dgm:t>
        <a:bodyPr/>
        <a:lstStyle/>
        <a:p>
          <a:endParaRPr lang="en-US"/>
        </a:p>
      </dgm:t>
    </dgm:pt>
    <dgm:pt modelId="{DC1C437F-80FE-4E3E-94B5-ACAA08D66442}" type="sibTrans" cxnId="{EC1AA177-D9B6-4252-824F-F03FC952AD30}">
      <dgm:prSet/>
      <dgm:spPr/>
      <dgm:t>
        <a:bodyPr/>
        <a:lstStyle/>
        <a:p>
          <a:endParaRPr lang="en-US"/>
        </a:p>
      </dgm:t>
    </dgm:pt>
    <dgm:pt modelId="{688F912F-BA2D-413A-B335-500F6F609732}">
      <dgm:prSet/>
      <dgm:spPr/>
      <dgm:t>
        <a:bodyPr/>
        <a:lstStyle/>
        <a:p>
          <a:pPr>
            <a:defRPr cap="all"/>
          </a:pPr>
          <a:r>
            <a:rPr lang="pt-BR"/>
            <a:t>- MLlib: Integrado ao Apache Spark (distribuído)</a:t>
          </a:r>
          <a:endParaRPr lang="en-US"/>
        </a:p>
      </dgm:t>
    </dgm:pt>
    <dgm:pt modelId="{520A8113-0147-4E61-AB24-B4890C0905C3}" type="parTrans" cxnId="{FD076A17-3C79-4082-A17B-2E4F1743953A}">
      <dgm:prSet/>
      <dgm:spPr/>
      <dgm:t>
        <a:bodyPr/>
        <a:lstStyle/>
        <a:p>
          <a:endParaRPr lang="en-US"/>
        </a:p>
      </dgm:t>
    </dgm:pt>
    <dgm:pt modelId="{88E7A08C-6002-48ED-9931-B7F0EC65B671}" type="sibTrans" cxnId="{FD076A17-3C79-4082-A17B-2E4F1743953A}">
      <dgm:prSet/>
      <dgm:spPr/>
      <dgm:t>
        <a:bodyPr/>
        <a:lstStyle/>
        <a:p>
          <a:endParaRPr lang="en-US"/>
        </a:p>
      </dgm:t>
    </dgm:pt>
    <dgm:pt modelId="{9BA00A7A-B4AE-4968-81B0-E4E00535C225}" type="pres">
      <dgm:prSet presAssocID="{48722514-EA29-4855-AD78-8BA45DC3370C}" presName="root" presStyleCnt="0">
        <dgm:presLayoutVars>
          <dgm:dir/>
          <dgm:resizeHandles val="exact"/>
        </dgm:presLayoutVars>
      </dgm:prSet>
      <dgm:spPr/>
    </dgm:pt>
    <dgm:pt modelId="{D6A3DF4D-AF72-4365-AC19-A53E3B2D4247}" type="pres">
      <dgm:prSet presAssocID="{A58CC745-720B-4A4D-AF8C-B3642B1AD0CC}" presName="compNode" presStyleCnt="0"/>
      <dgm:spPr/>
    </dgm:pt>
    <dgm:pt modelId="{2EE7D079-3AF1-4D9E-8191-527B79EEE38E}" type="pres">
      <dgm:prSet presAssocID="{A58CC745-720B-4A4D-AF8C-B3642B1AD0CC}" presName="iconBgRect" presStyleLbl="bgShp" presStyleIdx="0" presStyleCnt="3"/>
      <dgm:spPr/>
    </dgm:pt>
    <dgm:pt modelId="{567A8BD4-B6A1-4331-9CF5-A0299A33917F}" type="pres">
      <dgm:prSet presAssocID="{A58CC745-720B-4A4D-AF8C-B3642B1AD0C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rramentas"/>
        </a:ext>
      </dgm:extLst>
    </dgm:pt>
    <dgm:pt modelId="{EEF084FC-159B-48EF-9A9B-5CC592132348}" type="pres">
      <dgm:prSet presAssocID="{A58CC745-720B-4A4D-AF8C-B3642B1AD0CC}" presName="spaceRect" presStyleCnt="0"/>
      <dgm:spPr/>
    </dgm:pt>
    <dgm:pt modelId="{B072AB87-9EDB-409D-946A-3D672A72E41F}" type="pres">
      <dgm:prSet presAssocID="{A58CC745-720B-4A4D-AF8C-B3642B1AD0CC}" presName="textRect" presStyleLbl="revTx" presStyleIdx="0" presStyleCnt="3">
        <dgm:presLayoutVars>
          <dgm:chMax val="1"/>
          <dgm:chPref val="1"/>
        </dgm:presLayoutVars>
      </dgm:prSet>
      <dgm:spPr/>
    </dgm:pt>
    <dgm:pt modelId="{4ACC008A-1DFD-48EA-AF2D-D727B4D91955}" type="pres">
      <dgm:prSet presAssocID="{50920B31-C6DF-40C6-8D27-BAE2248A90C4}" presName="sibTrans" presStyleCnt="0"/>
      <dgm:spPr/>
    </dgm:pt>
    <dgm:pt modelId="{E63374B3-3C04-45BC-BE6A-DD62113CB607}" type="pres">
      <dgm:prSet presAssocID="{B0798390-02FF-440A-84AE-60500F6C2DA6}" presName="compNode" presStyleCnt="0"/>
      <dgm:spPr/>
    </dgm:pt>
    <dgm:pt modelId="{B6B4EB36-DDC3-4D21-B882-2C1DE095AE0C}" type="pres">
      <dgm:prSet presAssocID="{B0798390-02FF-440A-84AE-60500F6C2DA6}" presName="iconBgRect" presStyleLbl="bgShp" presStyleIdx="1" presStyleCnt="3"/>
      <dgm:spPr/>
    </dgm:pt>
    <dgm:pt modelId="{01DB831D-487F-49E8-8EA4-580053C11739}" type="pres">
      <dgm:prSet presAssocID="{B0798390-02FF-440A-84AE-60500F6C2DA6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ô"/>
        </a:ext>
      </dgm:extLst>
    </dgm:pt>
    <dgm:pt modelId="{52FD9045-BF98-4C82-8FFE-B7F4E5C34CFF}" type="pres">
      <dgm:prSet presAssocID="{B0798390-02FF-440A-84AE-60500F6C2DA6}" presName="spaceRect" presStyleCnt="0"/>
      <dgm:spPr/>
    </dgm:pt>
    <dgm:pt modelId="{047A886B-D11B-40AF-BD46-4C2D01F2F9F0}" type="pres">
      <dgm:prSet presAssocID="{B0798390-02FF-440A-84AE-60500F6C2DA6}" presName="textRect" presStyleLbl="revTx" presStyleIdx="1" presStyleCnt="3">
        <dgm:presLayoutVars>
          <dgm:chMax val="1"/>
          <dgm:chPref val="1"/>
        </dgm:presLayoutVars>
      </dgm:prSet>
      <dgm:spPr/>
    </dgm:pt>
    <dgm:pt modelId="{8DDDA7EE-A10B-49AC-829D-0BAE05471116}" type="pres">
      <dgm:prSet presAssocID="{DC1C437F-80FE-4E3E-94B5-ACAA08D66442}" presName="sibTrans" presStyleCnt="0"/>
      <dgm:spPr/>
    </dgm:pt>
    <dgm:pt modelId="{11553332-4B25-457B-BDD5-47F69B3DAB63}" type="pres">
      <dgm:prSet presAssocID="{688F912F-BA2D-413A-B335-500F6F609732}" presName="compNode" presStyleCnt="0"/>
      <dgm:spPr/>
    </dgm:pt>
    <dgm:pt modelId="{7B39FD2D-AD13-4A27-9984-E501956237BC}" type="pres">
      <dgm:prSet presAssocID="{688F912F-BA2D-413A-B335-500F6F609732}" presName="iconBgRect" presStyleLbl="bgShp" presStyleIdx="2" presStyleCnt="3"/>
      <dgm:spPr/>
    </dgm:pt>
    <dgm:pt modelId="{E6FEE30E-F0B8-4320-AA40-9FDE328A5BA4}" type="pres">
      <dgm:prSet presAssocID="{688F912F-BA2D-413A-B335-500F6F60973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EB041772-215A-4FBF-9D6C-73B42C0A9DF9}" type="pres">
      <dgm:prSet presAssocID="{688F912F-BA2D-413A-B335-500F6F609732}" presName="spaceRect" presStyleCnt="0"/>
      <dgm:spPr/>
    </dgm:pt>
    <dgm:pt modelId="{6EDD3C13-0E18-4CDE-B2B8-31BEC6A445A3}" type="pres">
      <dgm:prSet presAssocID="{688F912F-BA2D-413A-B335-500F6F60973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D076A17-3C79-4082-A17B-2E4F1743953A}" srcId="{48722514-EA29-4855-AD78-8BA45DC3370C}" destId="{688F912F-BA2D-413A-B335-500F6F609732}" srcOrd="2" destOrd="0" parTransId="{520A8113-0147-4E61-AB24-B4890C0905C3}" sibTransId="{88E7A08C-6002-48ED-9931-B7F0EC65B671}"/>
    <dgm:cxn modelId="{3A9C046A-AE88-40A7-BBDB-5470B8C43CA3}" srcId="{48722514-EA29-4855-AD78-8BA45DC3370C}" destId="{A58CC745-720B-4A4D-AF8C-B3642B1AD0CC}" srcOrd="0" destOrd="0" parTransId="{92B8AA19-2F1E-47BB-BB8F-65F8637352C8}" sibTransId="{50920B31-C6DF-40C6-8D27-BAE2248A90C4}"/>
    <dgm:cxn modelId="{EC1AA177-D9B6-4252-824F-F03FC952AD30}" srcId="{48722514-EA29-4855-AD78-8BA45DC3370C}" destId="{B0798390-02FF-440A-84AE-60500F6C2DA6}" srcOrd="1" destOrd="0" parTransId="{066071E9-1FF1-4887-A651-C5892A689A17}" sibTransId="{DC1C437F-80FE-4E3E-94B5-ACAA08D66442}"/>
    <dgm:cxn modelId="{C9C2F059-613B-40B9-A18E-FB80D81AED98}" type="presOf" srcId="{B0798390-02FF-440A-84AE-60500F6C2DA6}" destId="{047A886B-D11B-40AF-BD46-4C2D01F2F9F0}" srcOrd="0" destOrd="0" presId="urn:microsoft.com/office/officeart/2018/5/layout/IconCircleLabelList"/>
    <dgm:cxn modelId="{67F81D7B-6801-4501-B554-BB1E4DBB1E19}" type="presOf" srcId="{688F912F-BA2D-413A-B335-500F6F609732}" destId="{6EDD3C13-0E18-4CDE-B2B8-31BEC6A445A3}" srcOrd="0" destOrd="0" presId="urn:microsoft.com/office/officeart/2018/5/layout/IconCircleLabelList"/>
    <dgm:cxn modelId="{53267EA3-C9A4-4FFE-9A35-F252EA832AFB}" type="presOf" srcId="{A58CC745-720B-4A4D-AF8C-B3642B1AD0CC}" destId="{B072AB87-9EDB-409D-946A-3D672A72E41F}" srcOrd="0" destOrd="0" presId="urn:microsoft.com/office/officeart/2018/5/layout/IconCircleLabelList"/>
    <dgm:cxn modelId="{40C9E8CB-DEFF-4DFD-B699-EA867FF3EFFC}" type="presOf" srcId="{48722514-EA29-4855-AD78-8BA45DC3370C}" destId="{9BA00A7A-B4AE-4968-81B0-E4E00535C225}" srcOrd="0" destOrd="0" presId="urn:microsoft.com/office/officeart/2018/5/layout/IconCircleLabelList"/>
    <dgm:cxn modelId="{6811D837-060E-4CA3-867B-530990F67563}" type="presParOf" srcId="{9BA00A7A-B4AE-4968-81B0-E4E00535C225}" destId="{D6A3DF4D-AF72-4365-AC19-A53E3B2D4247}" srcOrd="0" destOrd="0" presId="urn:microsoft.com/office/officeart/2018/5/layout/IconCircleLabelList"/>
    <dgm:cxn modelId="{7564C890-91F6-4B5C-BA1A-82A8C95A1E85}" type="presParOf" srcId="{D6A3DF4D-AF72-4365-AC19-A53E3B2D4247}" destId="{2EE7D079-3AF1-4D9E-8191-527B79EEE38E}" srcOrd="0" destOrd="0" presId="urn:microsoft.com/office/officeart/2018/5/layout/IconCircleLabelList"/>
    <dgm:cxn modelId="{99D0171D-8370-4CF2-B64D-883E4FFC2B90}" type="presParOf" srcId="{D6A3DF4D-AF72-4365-AC19-A53E3B2D4247}" destId="{567A8BD4-B6A1-4331-9CF5-A0299A33917F}" srcOrd="1" destOrd="0" presId="urn:microsoft.com/office/officeart/2018/5/layout/IconCircleLabelList"/>
    <dgm:cxn modelId="{E849BE5A-5DAB-4D66-AD31-36C1FB96FD89}" type="presParOf" srcId="{D6A3DF4D-AF72-4365-AC19-A53E3B2D4247}" destId="{EEF084FC-159B-48EF-9A9B-5CC592132348}" srcOrd="2" destOrd="0" presId="urn:microsoft.com/office/officeart/2018/5/layout/IconCircleLabelList"/>
    <dgm:cxn modelId="{8BBEDF60-7744-4DFD-B091-0ACD25962F9C}" type="presParOf" srcId="{D6A3DF4D-AF72-4365-AC19-A53E3B2D4247}" destId="{B072AB87-9EDB-409D-946A-3D672A72E41F}" srcOrd="3" destOrd="0" presId="urn:microsoft.com/office/officeart/2018/5/layout/IconCircleLabelList"/>
    <dgm:cxn modelId="{09D4D067-9EE2-4124-B978-02CD683DB305}" type="presParOf" srcId="{9BA00A7A-B4AE-4968-81B0-E4E00535C225}" destId="{4ACC008A-1DFD-48EA-AF2D-D727B4D91955}" srcOrd="1" destOrd="0" presId="urn:microsoft.com/office/officeart/2018/5/layout/IconCircleLabelList"/>
    <dgm:cxn modelId="{248F7E85-4653-4822-829B-C395AD2E4343}" type="presParOf" srcId="{9BA00A7A-B4AE-4968-81B0-E4E00535C225}" destId="{E63374B3-3C04-45BC-BE6A-DD62113CB607}" srcOrd="2" destOrd="0" presId="urn:microsoft.com/office/officeart/2018/5/layout/IconCircleLabelList"/>
    <dgm:cxn modelId="{2E1C18DB-67B8-480E-B00D-A2D3953B8C87}" type="presParOf" srcId="{E63374B3-3C04-45BC-BE6A-DD62113CB607}" destId="{B6B4EB36-DDC3-4D21-B882-2C1DE095AE0C}" srcOrd="0" destOrd="0" presId="urn:microsoft.com/office/officeart/2018/5/layout/IconCircleLabelList"/>
    <dgm:cxn modelId="{3A1F716D-0698-49E7-A4D0-BCDAA102779A}" type="presParOf" srcId="{E63374B3-3C04-45BC-BE6A-DD62113CB607}" destId="{01DB831D-487F-49E8-8EA4-580053C11739}" srcOrd="1" destOrd="0" presId="urn:microsoft.com/office/officeart/2018/5/layout/IconCircleLabelList"/>
    <dgm:cxn modelId="{4B26A187-4208-40B4-987D-72D654ED85C4}" type="presParOf" srcId="{E63374B3-3C04-45BC-BE6A-DD62113CB607}" destId="{52FD9045-BF98-4C82-8FFE-B7F4E5C34CFF}" srcOrd="2" destOrd="0" presId="urn:microsoft.com/office/officeart/2018/5/layout/IconCircleLabelList"/>
    <dgm:cxn modelId="{065C1BD2-8198-4336-9B0D-DC9413D4094B}" type="presParOf" srcId="{E63374B3-3C04-45BC-BE6A-DD62113CB607}" destId="{047A886B-D11B-40AF-BD46-4C2D01F2F9F0}" srcOrd="3" destOrd="0" presId="urn:microsoft.com/office/officeart/2018/5/layout/IconCircleLabelList"/>
    <dgm:cxn modelId="{87B6B38E-FC0C-42C9-AD13-894E2CE3CC9E}" type="presParOf" srcId="{9BA00A7A-B4AE-4968-81B0-E4E00535C225}" destId="{8DDDA7EE-A10B-49AC-829D-0BAE05471116}" srcOrd="3" destOrd="0" presId="urn:microsoft.com/office/officeart/2018/5/layout/IconCircleLabelList"/>
    <dgm:cxn modelId="{9CC0CA92-2390-477A-AA4F-950C4A1EC646}" type="presParOf" srcId="{9BA00A7A-B4AE-4968-81B0-E4E00535C225}" destId="{11553332-4B25-457B-BDD5-47F69B3DAB63}" srcOrd="4" destOrd="0" presId="urn:microsoft.com/office/officeart/2018/5/layout/IconCircleLabelList"/>
    <dgm:cxn modelId="{5A028678-0E84-4166-B24B-CB87FEE7C4C3}" type="presParOf" srcId="{11553332-4B25-457B-BDD5-47F69B3DAB63}" destId="{7B39FD2D-AD13-4A27-9984-E501956237BC}" srcOrd="0" destOrd="0" presId="urn:microsoft.com/office/officeart/2018/5/layout/IconCircleLabelList"/>
    <dgm:cxn modelId="{F3079E85-20EF-4AC6-9E0A-604193378422}" type="presParOf" srcId="{11553332-4B25-457B-BDD5-47F69B3DAB63}" destId="{E6FEE30E-F0B8-4320-AA40-9FDE328A5BA4}" srcOrd="1" destOrd="0" presId="urn:microsoft.com/office/officeart/2018/5/layout/IconCircleLabelList"/>
    <dgm:cxn modelId="{23FD5CB1-DB44-4703-8CF5-0D381E1EC987}" type="presParOf" srcId="{11553332-4B25-457B-BDD5-47F69B3DAB63}" destId="{EB041772-215A-4FBF-9D6C-73B42C0A9DF9}" srcOrd="2" destOrd="0" presId="urn:microsoft.com/office/officeart/2018/5/layout/IconCircleLabelList"/>
    <dgm:cxn modelId="{2591D182-394B-4905-AF0C-218055A0AD93}" type="presParOf" srcId="{11553332-4B25-457B-BDD5-47F69B3DAB63}" destId="{6EDD3C13-0E18-4CDE-B2B8-31BEC6A445A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042805E-188C-426C-BF86-B31624B300C6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3609D0D-E6AB-4F09-8D13-393D904140D6}">
      <dgm:prSet/>
      <dgm:spPr/>
      <dgm:t>
        <a:bodyPr/>
        <a:lstStyle/>
        <a:p>
          <a:r>
            <a:rPr lang="en-US"/>
            <a:t>1. Definir o problema</a:t>
          </a:r>
        </a:p>
      </dgm:t>
    </dgm:pt>
    <dgm:pt modelId="{5FA5CBA0-8290-4D95-AFFB-2EF500DA61DE}" type="parTrans" cxnId="{B03DBAF4-59D0-4A37-B0B6-4B9322DE138C}">
      <dgm:prSet/>
      <dgm:spPr/>
      <dgm:t>
        <a:bodyPr/>
        <a:lstStyle/>
        <a:p>
          <a:endParaRPr lang="en-US"/>
        </a:p>
      </dgm:t>
    </dgm:pt>
    <dgm:pt modelId="{9CD1F986-9513-494A-A439-A0F2003FA6DF}" type="sibTrans" cxnId="{B03DBAF4-59D0-4A37-B0B6-4B9322DE138C}">
      <dgm:prSet/>
      <dgm:spPr/>
      <dgm:t>
        <a:bodyPr/>
        <a:lstStyle/>
        <a:p>
          <a:endParaRPr lang="en-US"/>
        </a:p>
      </dgm:t>
    </dgm:pt>
    <dgm:pt modelId="{D9E91BC3-12BC-459B-A8AD-3514925D6442}">
      <dgm:prSet/>
      <dgm:spPr/>
      <dgm:t>
        <a:bodyPr/>
        <a:lstStyle/>
        <a:p>
          <a:r>
            <a:rPr lang="en-US"/>
            <a:t>2. Obter os dados</a:t>
          </a:r>
        </a:p>
      </dgm:t>
    </dgm:pt>
    <dgm:pt modelId="{C5033478-F4E6-41D5-93FA-2C6158E7FE36}" type="parTrans" cxnId="{26704187-803D-4EF3-9501-5F679EF1DC21}">
      <dgm:prSet/>
      <dgm:spPr/>
      <dgm:t>
        <a:bodyPr/>
        <a:lstStyle/>
        <a:p>
          <a:endParaRPr lang="en-US"/>
        </a:p>
      </dgm:t>
    </dgm:pt>
    <dgm:pt modelId="{629D95F7-3262-4836-B417-F02979903B31}" type="sibTrans" cxnId="{26704187-803D-4EF3-9501-5F679EF1DC21}">
      <dgm:prSet/>
      <dgm:spPr/>
      <dgm:t>
        <a:bodyPr/>
        <a:lstStyle/>
        <a:p>
          <a:endParaRPr lang="en-US"/>
        </a:p>
      </dgm:t>
    </dgm:pt>
    <dgm:pt modelId="{94C7466C-1C95-4195-8BC2-60DA0488A1C1}">
      <dgm:prSet/>
      <dgm:spPr/>
      <dgm:t>
        <a:bodyPr/>
        <a:lstStyle/>
        <a:p>
          <a:r>
            <a:rPr lang="en-US"/>
            <a:t>3. Limpar/preparar os dados</a:t>
          </a:r>
        </a:p>
      </dgm:t>
    </dgm:pt>
    <dgm:pt modelId="{F4C95B0F-9154-4D25-AE16-4695212F135A}" type="parTrans" cxnId="{E0363659-3CD4-434E-A5B8-838C7BC5DC55}">
      <dgm:prSet/>
      <dgm:spPr/>
      <dgm:t>
        <a:bodyPr/>
        <a:lstStyle/>
        <a:p>
          <a:endParaRPr lang="en-US"/>
        </a:p>
      </dgm:t>
    </dgm:pt>
    <dgm:pt modelId="{FF70A567-AAB8-478C-95B0-F76556A9AE32}" type="sibTrans" cxnId="{E0363659-3CD4-434E-A5B8-838C7BC5DC55}">
      <dgm:prSet/>
      <dgm:spPr/>
      <dgm:t>
        <a:bodyPr/>
        <a:lstStyle/>
        <a:p>
          <a:endParaRPr lang="en-US"/>
        </a:p>
      </dgm:t>
    </dgm:pt>
    <dgm:pt modelId="{87BED715-48C9-4637-83D8-05E3035AC805}">
      <dgm:prSet/>
      <dgm:spPr/>
      <dgm:t>
        <a:bodyPr/>
        <a:lstStyle/>
        <a:p>
          <a:r>
            <a:rPr lang="en-US"/>
            <a:t>4. Escolher o algoritmo</a:t>
          </a:r>
        </a:p>
      </dgm:t>
    </dgm:pt>
    <dgm:pt modelId="{CEF995D5-7D11-4816-9C3D-A0B7B5D6B4CB}" type="parTrans" cxnId="{BA383CFC-12AB-48E8-9C6D-E41B6A5BE4B4}">
      <dgm:prSet/>
      <dgm:spPr/>
      <dgm:t>
        <a:bodyPr/>
        <a:lstStyle/>
        <a:p>
          <a:endParaRPr lang="en-US"/>
        </a:p>
      </dgm:t>
    </dgm:pt>
    <dgm:pt modelId="{7BC4596A-22C2-47A2-93DB-C8DEE921E222}" type="sibTrans" cxnId="{BA383CFC-12AB-48E8-9C6D-E41B6A5BE4B4}">
      <dgm:prSet/>
      <dgm:spPr/>
      <dgm:t>
        <a:bodyPr/>
        <a:lstStyle/>
        <a:p>
          <a:endParaRPr lang="en-US"/>
        </a:p>
      </dgm:t>
    </dgm:pt>
    <dgm:pt modelId="{1160C9E2-6360-4A3E-97A4-AE311D5FD716}">
      <dgm:prSet/>
      <dgm:spPr/>
      <dgm:t>
        <a:bodyPr/>
        <a:lstStyle/>
        <a:p>
          <a:r>
            <a:rPr lang="en-US"/>
            <a:t>5. Treinar o modelo</a:t>
          </a:r>
        </a:p>
      </dgm:t>
    </dgm:pt>
    <dgm:pt modelId="{11384232-36F5-46B5-86A6-41BDBE4DA1AC}" type="parTrans" cxnId="{5A1AA4CB-8343-47FB-BA9C-364FE7164D37}">
      <dgm:prSet/>
      <dgm:spPr/>
      <dgm:t>
        <a:bodyPr/>
        <a:lstStyle/>
        <a:p>
          <a:endParaRPr lang="en-US"/>
        </a:p>
      </dgm:t>
    </dgm:pt>
    <dgm:pt modelId="{97960A1C-4F79-4DC2-8170-434C71FDC3EB}" type="sibTrans" cxnId="{5A1AA4CB-8343-47FB-BA9C-364FE7164D37}">
      <dgm:prSet/>
      <dgm:spPr/>
      <dgm:t>
        <a:bodyPr/>
        <a:lstStyle/>
        <a:p>
          <a:endParaRPr lang="en-US"/>
        </a:p>
      </dgm:t>
    </dgm:pt>
    <dgm:pt modelId="{B3A4AFF8-BA93-4675-BF2F-5CC49EF1064A}">
      <dgm:prSet/>
      <dgm:spPr/>
      <dgm:t>
        <a:bodyPr/>
        <a:lstStyle/>
        <a:p>
          <a:r>
            <a:rPr lang="en-US"/>
            <a:t>6. Avaliar e ajustar</a:t>
          </a:r>
        </a:p>
      </dgm:t>
    </dgm:pt>
    <dgm:pt modelId="{545353BA-55D4-445C-AB53-C9428559B8FF}" type="parTrans" cxnId="{F1A0336F-0821-40A5-AE47-BA94204CD511}">
      <dgm:prSet/>
      <dgm:spPr/>
      <dgm:t>
        <a:bodyPr/>
        <a:lstStyle/>
        <a:p>
          <a:endParaRPr lang="en-US"/>
        </a:p>
      </dgm:t>
    </dgm:pt>
    <dgm:pt modelId="{236E38A1-A250-4306-BADC-3D051FAB40E3}" type="sibTrans" cxnId="{F1A0336F-0821-40A5-AE47-BA94204CD511}">
      <dgm:prSet/>
      <dgm:spPr/>
      <dgm:t>
        <a:bodyPr/>
        <a:lstStyle/>
        <a:p>
          <a:endParaRPr lang="en-US"/>
        </a:p>
      </dgm:t>
    </dgm:pt>
    <dgm:pt modelId="{25898C4D-C1A5-46C7-ABAD-E3306AFB92A6}">
      <dgm:prSet/>
      <dgm:spPr/>
      <dgm:t>
        <a:bodyPr/>
        <a:lstStyle/>
        <a:p>
          <a:r>
            <a:rPr lang="en-US"/>
            <a:t>7. Implantar e monitorar</a:t>
          </a:r>
        </a:p>
      </dgm:t>
    </dgm:pt>
    <dgm:pt modelId="{A118124F-3B0A-48C6-BAF2-4476F7B77ABC}" type="parTrans" cxnId="{5C482DB2-BAE1-46F9-9F98-F211F44DECDC}">
      <dgm:prSet/>
      <dgm:spPr/>
      <dgm:t>
        <a:bodyPr/>
        <a:lstStyle/>
        <a:p>
          <a:endParaRPr lang="en-US"/>
        </a:p>
      </dgm:t>
    </dgm:pt>
    <dgm:pt modelId="{336E11BE-FA5C-4BB4-A224-8116B6A786AF}" type="sibTrans" cxnId="{5C482DB2-BAE1-46F9-9F98-F211F44DECDC}">
      <dgm:prSet/>
      <dgm:spPr/>
      <dgm:t>
        <a:bodyPr/>
        <a:lstStyle/>
        <a:p>
          <a:endParaRPr lang="en-US"/>
        </a:p>
      </dgm:t>
    </dgm:pt>
    <dgm:pt modelId="{37D74927-473D-441B-BBE6-6BE935E535E6}" type="pres">
      <dgm:prSet presAssocID="{D042805E-188C-426C-BF86-B31624B300C6}" presName="linear" presStyleCnt="0">
        <dgm:presLayoutVars>
          <dgm:dir/>
          <dgm:animLvl val="lvl"/>
          <dgm:resizeHandles val="exact"/>
        </dgm:presLayoutVars>
      </dgm:prSet>
      <dgm:spPr/>
    </dgm:pt>
    <dgm:pt modelId="{53F6256B-3CAD-4DEA-A9D4-922F20747353}" type="pres">
      <dgm:prSet presAssocID="{D3609D0D-E6AB-4F09-8D13-393D904140D6}" presName="parentLin" presStyleCnt="0"/>
      <dgm:spPr/>
    </dgm:pt>
    <dgm:pt modelId="{E8D19ACF-5BF3-491A-8CEF-E05454A7AC4E}" type="pres">
      <dgm:prSet presAssocID="{D3609D0D-E6AB-4F09-8D13-393D904140D6}" presName="parentLeftMargin" presStyleLbl="node1" presStyleIdx="0" presStyleCnt="7"/>
      <dgm:spPr/>
    </dgm:pt>
    <dgm:pt modelId="{FA2008B0-DA64-441B-A731-1A167A76F1FE}" type="pres">
      <dgm:prSet presAssocID="{D3609D0D-E6AB-4F09-8D13-393D904140D6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165D0E86-8684-4A7E-82A2-4DE46A021F32}" type="pres">
      <dgm:prSet presAssocID="{D3609D0D-E6AB-4F09-8D13-393D904140D6}" presName="negativeSpace" presStyleCnt="0"/>
      <dgm:spPr/>
    </dgm:pt>
    <dgm:pt modelId="{2ABE040B-65D5-4ECD-92D5-41F9F6D16B16}" type="pres">
      <dgm:prSet presAssocID="{D3609D0D-E6AB-4F09-8D13-393D904140D6}" presName="childText" presStyleLbl="conFgAcc1" presStyleIdx="0" presStyleCnt="7">
        <dgm:presLayoutVars>
          <dgm:bulletEnabled val="1"/>
        </dgm:presLayoutVars>
      </dgm:prSet>
      <dgm:spPr/>
    </dgm:pt>
    <dgm:pt modelId="{7E953355-D7BB-4259-BD24-BFB702A7ABBD}" type="pres">
      <dgm:prSet presAssocID="{9CD1F986-9513-494A-A439-A0F2003FA6DF}" presName="spaceBetweenRectangles" presStyleCnt="0"/>
      <dgm:spPr/>
    </dgm:pt>
    <dgm:pt modelId="{28366048-F98E-4E80-B0A0-F129FC1A93E2}" type="pres">
      <dgm:prSet presAssocID="{D9E91BC3-12BC-459B-A8AD-3514925D6442}" presName="parentLin" presStyleCnt="0"/>
      <dgm:spPr/>
    </dgm:pt>
    <dgm:pt modelId="{7BB8D20A-5D20-4CEA-830A-35F76E3C55F9}" type="pres">
      <dgm:prSet presAssocID="{D9E91BC3-12BC-459B-A8AD-3514925D6442}" presName="parentLeftMargin" presStyleLbl="node1" presStyleIdx="0" presStyleCnt="7"/>
      <dgm:spPr/>
    </dgm:pt>
    <dgm:pt modelId="{EDCB3683-6CA2-489B-A75B-6D9928151920}" type="pres">
      <dgm:prSet presAssocID="{D9E91BC3-12BC-459B-A8AD-3514925D6442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3B2123E6-7DED-44D5-A828-137CAF41B272}" type="pres">
      <dgm:prSet presAssocID="{D9E91BC3-12BC-459B-A8AD-3514925D6442}" presName="negativeSpace" presStyleCnt="0"/>
      <dgm:spPr/>
    </dgm:pt>
    <dgm:pt modelId="{6D04A968-C0F5-4EB9-AAA2-C508DD42D766}" type="pres">
      <dgm:prSet presAssocID="{D9E91BC3-12BC-459B-A8AD-3514925D6442}" presName="childText" presStyleLbl="conFgAcc1" presStyleIdx="1" presStyleCnt="7">
        <dgm:presLayoutVars>
          <dgm:bulletEnabled val="1"/>
        </dgm:presLayoutVars>
      </dgm:prSet>
      <dgm:spPr/>
    </dgm:pt>
    <dgm:pt modelId="{656D8F1C-E90C-4240-983E-CA9DBE18DEC6}" type="pres">
      <dgm:prSet presAssocID="{629D95F7-3262-4836-B417-F02979903B31}" presName="spaceBetweenRectangles" presStyleCnt="0"/>
      <dgm:spPr/>
    </dgm:pt>
    <dgm:pt modelId="{444E6B90-D6E8-4ADC-859A-C2FB5DFF9916}" type="pres">
      <dgm:prSet presAssocID="{94C7466C-1C95-4195-8BC2-60DA0488A1C1}" presName="parentLin" presStyleCnt="0"/>
      <dgm:spPr/>
    </dgm:pt>
    <dgm:pt modelId="{2CE6EE2E-FA44-44A5-9B79-7BF8FBB090BB}" type="pres">
      <dgm:prSet presAssocID="{94C7466C-1C95-4195-8BC2-60DA0488A1C1}" presName="parentLeftMargin" presStyleLbl="node1" presStyleIdx="1" presStyleCnt="7"/>
      <dgm:spPr/>
    </dgm:pt>
    <dgm:pt modelId="{A6203FA2-3B9C-404B-838F-FC76A31C92B6}" type="pres">
      <dgm:prSet presAssocID="{94C7466C-1C95-4195-8BC2-60DA0488A1C1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675C8FF7-A170-425C-9E99-BB874854EF15}" type="pres">
      <dgm:prSet presAssocID="{94C7466C-1C95-4195-8BC2-60DA0488A1C1}" presName="negativeSpace" presStyleCnt="0"/>
      <dgm:spPr/>
    </dgm:pt>
    <dgm:pt modelId="{B8242A3A-0C86-4C4A-8F79-97182F0603BB}" type="pres">
      <dgm:prSet presAssocID="{94C7466C-1C95-4195-8BC2-60DA0488A1C1}" presName="childText" presStyleLbl="conFgAcc1" presStyleIdx="2" presStyleCnt="7">
        <dgm:presLayoutVars>
          <dgm:bulletEnabled val="1"/>
        </dgm:presLayoutVars>
      </dgm:prSet>
      <dgm:spPr/>
    </dgm:pt>
    <dgm:pt modelId="{BF2FA13B-8754-4966-AF89-7F3905BA1743}" type="pres">
      <dgm:prSet presAssocID="{FF70A567-AAB8-478C-95B0-F76556A9AE32}" presName="spaceBetweenRectangles" presStyleCnt="0"/>
      <dgm:spPr/>
    </dgm:pt>
    <dgm:pt modelId="{997BC665-3E58-4813-8C62-DDB0B6DA7F35}" type="pres">
      <dgm:prSet presAssocID="{87BED715-48C9-4637-83D8-05E3035AC805}" presName="parentLin" presStyleCnt="0"/>
      <dgm:spPr/>
    </dgm:pt>
    <dgm:pt modelId="{E3A8582C-921C-43D1-B36D-8C84C70591B6}" type="pres">
      <dgm:prSet presAssocID="{87BED715-48C9-4637-83D8-05E3035AC805}" presName="parentLeftMargin" presStyleLbl="node1" presStyleIdx="2" presStyleCnt="7"/>
      <dgm:spPr/>
    </dgm:pt>
    <dgm:pt modelId="{889C9F58-E5B1-4809-A2E4-75BDA71B91E2}" type="pres">
      <dgm:prSet presAssocID="{87BED715-48C9-4637-83D8-05E3035AC805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C59A8C52-E3AC-4724-BA67-F2819B8FC17E}" type="pres">
      <dgm:prSet presAssocID="{87BED715-48C9-4637-83D8-05E3035AC805}" presName="negativeSpace" presStyleCnt="0"/>
      <dgm:spPr/>
    </dgm:pt>
    <dgm:pt modelId="{2F1A28B4-C60F-4E09-9AA4-9FD959D0D602}" type="pres">
      <dgm:prSet presAssocID="{87BED715-48C9-4637-83D8-05E3035AC805}" presName="childText" presStyleLbl="conFgAcc1" presStyleIdx="3" presStyleCnt="7">
        <dgm:presLayoutVars>
          <dgm:bulletEnabled val="1"/>
        </dgm:presLayoutVars>
      </dgm:prSet>
      <dgm:spPr/>
    </dgm:pt>
    <dgm:pt modelId="{5DB30A6A-31B4-48EB-BD44-86075C96D77E}" type="pres">
      <dgm:prSet presAssocID="{7BC4596A-22C2-47A2-93DB-C8DEE921E222}" presName="spaceBetweenRectangles" presStyleCnt="0"/>
      <dgm:spPr/>
    </dgm:pt>
    <dgm:pt modelId="{C732F232-5350-4F73-96D3-EFF46FFC5D8A}" type="pres">
      <dgm:prSet presAssocID="{1160C9E2-6360-4A3E-97A4-AE311D5FD716}" presName="parentLin" presStyleCnt="0"/>
      <dgm:spPr/>
    </dgm:pt>
    <dgm:pt modelId="{71913EF0-8483-44A1-8760-44950AFE991B}" type="pres">
      <dgm:prSet presAssocID="{1160C9E2-6360-4A3E-97A4-AE311D5FD716}" presName="parentLeftMargin" presStyleLbl="node1" presStyleIdx="3" presStyleCnt="7"/>
      <dgm:spPr/>
    </dgm:pt>
    <dgm:pt modelId="{2E12E8BF-F240-42CE-BA33-6D1655CBB254}" type="pres">
      <dgm:prSet presAssocID="{1160C9E2-6360-4A3E-97A4-AE311D5FD716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4510A60B-77D2-4FAB-B551-77E4BACBF696}" type="pres">
      <dgm:prSet presAssocID="{1160C9E2-6360-4A3E-97A4-AE311D5FD716}" presName="negativeSpace" presStyleCnt="0"/>
      <dgm:spPr/>
    </dgm:pt>
    <dgm:pt modelId="{3BBC5D9E-223D-46B7-AA9E-31981CA90951}" type="pres">
      <dgm:prSet presAssocID="{1160C9E2-6360-4A3E-97A4-AE311D5FD716}" presName="childText" presStyleLbl="conFgAcc1" presStyleIdx="4" presStyleCnt="7">
        <dgm:presLayoutVars>
          <dgm:bulletEnabled val="1"/>
        </dgm:presLayoutVars>
      </dgm:prSet>
      <dgm:spPr/>
    </dgm:pt>
    <dgm:pt modelId="{DBA9D132-69BB-49D2-AEE6-F6258FB546DC}" type="pres">
      <dgm:prSet presAssocID="{97960A1C-4F79-4DC2-8170-434C71FDC3EB}" presName="spaceBetweenRectangles" presStyleCnt="0"/>
      <dgm:spPr/>
    </dgm:pt>
    <dgm:pt modelId="{C7E1F0B5-F584-4683-AF17-FD7A061DDB91}" type="pres">
      <dgm:prSet presAssocID="{B3A4AFF8-BA93-4675-BF2F-5CC49EF1064A}" presName="parentLin" presStyleCnt="0"/>
      <dgm:spPr/>
    </dgm:pt>
    <dgm:pt modelId="{62C8CCF3-42B6-4D9A-AC25-33E6BCF08CF2}" type="pres">
      <dgm:prSet presAssocID="{B3A4AFF8-BA93-4675-BF2F-5CC49EF1064A}" presName="parentLeftMargin" presStyleLbl="node1" presStyleIdx="4" presStyleCnt="7"/>
      <dgm:spPr/>
    </dgm:pt>
    <dgm:pt modelId="{DBECC729-291D-446E-9F43-C1A3F946FD5B}" type="pres">
      <dgm:prSet presAssocID="{B3A4AFF8-BA93-4675-BF2F-5CC49EF1064A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88D7E0DE-8B2D-48BD-A692-24915C557CF0}" type="pres">
      <dgm:prSet presAssocID="{B3A4AFF8-BA93-4675-BF2F-5CC49EF1064A}" presName="negativeSpace" presStyleCnt="0"/>
      <dgm:spPr/>
    </dgm:pt>
    <dgm:pt modelId="{5FEE185C-9264-4DE7-9C3D-825C09D0EEC2}" type="pres">
      <dgm:prSet presAssocID="{B3A4AFF8-BA93-4675-BF2F-5CC49EF1064A}" presName="childText" presStyleLbl="conFgAcc1" presStyleIdx="5" presStyleCnt="7">
        <dgm:presLayoutVars>
          <dgm:bulletEnabled val="1"/>
        </dgm:presLayoutVars>
      </dgm:prSet>
      <dgm:spPr/>
    </dgm:pt>
    <dgm:pt modelId="{F1C609E6-3B36-4234-8C79-237294A15BBF}" type="pres">
      <dgm:prSet presAssocID="{236E38A1-A250-4306-BADC-3D051FAB40E3}" presName="spaceBetweenRectangles" presStyleCnt="0"/>
      <dgm:spPr/>
    </dgm:pt>
    <dgm:pt modelId="{F68AEEA6-01E3-4AD2-9EAA-C9B8DFB95FC0}" type="pres">
      <dgm:prSet presAssocID="{25898C4D-C1A5-46C7-ABAD-E3306AFB92A6}" presName="parentLin" presStyleCnt="0"/>
      <dgm:spPr/>
    </dgm:pt>
    <dgm:pt modelId="{B3A15BC5-B8A8-40B5-BC86-AEF119826BF1}" type="pres">
      <dgm:prSet presAssocID="{25898C4D-C1A5-46C7-ABAD-E3306AFB92A6}" presName="parentLeftMargin" presStyleLbl="node1" presStyleIdx="5" presStyleCnt="7"/>
      <dgm:spPr/>
    </dgm:pt>
    <dgm:pt modelId="{6E24B210-AF8F-4A2A-A353-A718E519E67D}" type="pres">
      <dgm:prSet presAssocID="{25898C4D-C1A5-46C7-ABAD-E3306AFB92A6}" presName="parentText" presStyleLbl="node1" presStyleIdx="6" presStyleCnt="7">
        <dgm:presLayoutVars>
          <dgm:chMax val="0"/>
          <dgm:bulletEnabled val="1"/>
        </dgm:presLayoutVars>
      </dgm:prSet>
      <dgm:spPr/>
    </dgm:pt>
    <dgm:pt modelId="{A5C3ED21-1DFF-41E8-BD5C-949ECA3390C8}" type="pres">
      <dgm:prSet presAssocID="{25898C4D-C1A5-46C7-ABAD-E3306AFB92A6}" presName="negativeSpace" presStyleCnt="0"/>
      <dgm:spPr/>
    </dgm:pt>
    <dgm:pt modelId="{074696FF-FC40-4323-998D-29EC1368742A}" type="pres">
      <dgm:prSet presAssocID="{25898C4D-C1A5-46C7-ABAD-E3306AFB92A6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057B4F27-9F25-4E4D-B99D-1DE1A974D4EC}" type="presOf" srcId="{94C7466C-1C95-4195-8BC2-60DA0488A1C1}" destId="{A6203FA2-3B9C-404B-838F-FC76A31C92B6}" srcOrd="1" destOrd="0" presId="urn:microsoft.com/office/officeart/2005/8/layout/list1"/>
    <dgm:cxn modelId="{F8C04C41-D105-4761-AFA9-F4D8807DD172}" type="presOf" srcId="{1160C9E2-6360-4A3E-97A4-AE311D5FD716}" destId="{71913EF0-8483-44A1-8760-44950AFE991B}" srcOrd="0" destOrd="0" presId="urn:microsoft.com/office/officeart/2005/8/layout/list1"/>
    <dgm:cxn modelId="{ECE29F69-C91E-4B50-8127-86273DDB2E06}" type="presOf" srcId="{87BED715-48C9-4637-83D8-05E3035AC805}" destId="{889C9F58-E5B1-4809-A2E4-75BDA71B91E2}" srcOrd="1" destOrd="0" presId="urn:microsoft.com/office/officeart/2005/8/layout/list1"/>
    <dgm:cxn modelId="{35F4434E-23C0-436F-A97C-C8091151925C}" type="presOf" srcId="{D3609D0D-E6AB-4F09-8D13-393D904140D6}" destId="{E8D19ACF-5BF3-491A-8CEF-E05454A7AC4E}" srcOrd="0" destOrd="0" presId="urn:microsoft.com/office/officeart/2005/8/layout/list1"/>
    <dgm:cxn modelId="{F1A0336F-0821-40A5-AE47-BA94204CD511}" srcId="{D042805E-188C-426C-BF86-B31624B300C6}" destId="{B3A4AFF8-BA93-4675-BF2F-5CC49EF1064A}" srcOrd="5" destOrd="0" parTransId="{545353BA-55D4-445C-AB53-C9428559B8FF}" sibTransId="{236E38A1-A250-4306-BADC-3D051FAB40E3}"/>
    <dgm:cxn modelId="{4F20EB74-0355-44FE-9CB6-DFFDB97D791F}" type="presOf" srcId="{94C7466C-1C95-4195-8BC2-60DA0488A1C1}" destId="{2CE6EE2E-FA44-44A5-9B79-7BF8FBB090BB}" srcOrd="0" destOrd="0" presId="urn:microsoft.com/office/officeart/2005/8/layout/list1"/>
    <dgm:cxn modelId="{E0363659-3CD4-434E-A5B8-838C7BC5DC55}" srcId="{D042805E-188C-426C-BF86-B31624B300C6}" destId="{94C7466C-1C95-4195-8BC2-60DA0488A1C1}" srcOrd="2" destOrd="0" parTransId="{F4C95B0F-9154-4D25-AE16-4695212F135A}" sibTransId="{FF70A567-AAB8-478C-95B0-F76556A9AE32}"/>
    <dgm:cxn modelId="{DE2C0D83-63A6-4D3A-A2A3-B6AB5C6E7423}" type="presOf" srcId="{D9E91BC3-12BC-459B-A8AD-3514925D6442}" destId="{EDCB3683-6CA2-489B-A75B-6D9928151920}" srcOrd="1" destOrd="0" presId="urn:microsoft.com/office/officeart/2005/8/layout/list1"/>
    <dgm:cxn modelId="{26704187-803D-4EF3-9501-5F679EF1DC21}" srcId="{D042805E-188C-426C-BF86-B31624B300C6}" destId="{D9E91BC3-12BC-459B-A8AD-3514925D6442}" srcOrd="1" destOrd="0" parTransId="{C5033478-F4E6-41D5-93FA-2C6158E7FE36}" sibTransId="{629D95F7-3262-4836-B417-F02979903B31}"/>
    <dgm:cxn modelId="{5FCAF497-5DFF-4477-AAB6-588CDAB1BE60}" type="presOf" srcId="{25898C4D-C1A5-46C7-ABAD-E3306AFB92A6}" destId="{B3A15BC5-B8A8-40B5-BC86-AEF119826BF1}" srcOrd="0" destOrd="0" presId="urn:microsoft.com/office/officeart/2005/8/layout/list1"/>
    <dgm:cxn modelId="{52847C9E-7C6C-45F7-AEF8-0A4E90430A5B}" type="presOf" srcId="{1160C9E2-6360-4A3E-97A4-AE311D5FD716}" destId="{2E12E8BF-F240-42CE-BA33-6D1655CBB254}" srcOrd="1" destOrd="0" presId="urn:microsoft.com/office/officeart/2005/8/layout/list1"/>
    <dgm:cxn modelId="{5C482DB2-BAE1-46F9-9F98-F211F44DECDC}" srcId="{D042805E-188C-426C-BF86-B31624B300C6}" destId="{25898C4D-C1A5-46C7-ABAD-E3306AFB92A6}" srcOrd="6" destOrd="0" parTransId="{A118124F-3B0A-48C6-BAF2-4476F7B77ABC}" sibTransId="{336E11BE-FA5C-4BB4-A224-8116B6A786AF}"/>
    <dgm:cxn modelId="{851A01BF-D12F-417C-8273-52064BF7B61B}" type="presOf" srcId="{25898C4D-C1A5-46C7-ABAD-E3306AFB92A6}" destId="{6E24B210-AF8F-4A2A-A353-A718E519E67D}" srcOrd="1" destOrd="0" presId="urn:microsoft.com/office/officeart/2005/8/layout/list1"/>
    <dgm:cxn modelId="{5A1AA4CB-8343-47FB-BA9C-364FE7164D37}" srcId="{D042805E-188C-426C-BF86-B31624B300C6}" destId="{1160C9E2-6360-4A3E-97A4-AE311D5FD716}" srcOrd="4" destOrd="0" parTransId="{11384232-36F5-46B5-86A6-41BDBE4DA1AC}" sibTransId="{97960A1C-4F79-4DC2-8170-434C71FDC3EB}"/>
    <dgm:cxn modelId="{53A024D8-A086-49DF-B5E0-E9105545C63B}" type="presOf" srcId="{B3A4AFF8-BA93-4675-BF2F-5CC49EF1064A}" destId="{DBECC729-291D-446E-9F43-C1A3F946FD5B}" srcOrd="1" destOrd="0" presId="urn:microsoft.com/office/officeart/2005/8/layout/list1"/>
    <dgm:cxn modelId="{4B7625E3-3F02-4B44-989E-7CDAEE53A2A9}" type="presOf" srcId="{D042805E-188C-426C-BF86-B31624B300C6}" destId="{37D74927-473D-441B-BBE6-6BE935E535E6}" srcOrd="0" destOrd="0" presId="urn:microsoft.com/office/officeart/2005/8/layout/list1"/>
    <dgm:cxn modelId="{1FCDF8E5-EF6D-4943-B57D-CA4E1A05B27E}" type="presOf" srcId="{D3609D0D-E6AB-4F09-8D13-393D904140D6}" destId="{FA2008B0-DA64-441B-A731-1A167A76F1FE}" srcOrd="1" destOrd="0" presId="urn:microsoft.com/office/officeart/2005/8/layout/list1"/>
    <dgm:cxn modelId="{CDF909EE-0293-4901-A56E-94D60DADA77D}" type="presOf" srcId="{D9E91BC3-12BC-459B-A8AD-3514925D6442}" destId="{7BB8D20A-5D20-4CEA-830A-35F76E3C55F9}" srcOrd="0" destOrd="0" presId="urn:microsoft.com/office/officeart/2005/8/layout/list1"/>
    <dgm:cxn modelId="{036032F4-DD25-41BC-8271-ACF59C372038}" type="presOf" srcId="{B3A4AFF8-BA93-4675-BF2F-5CC49EF1064A}" destId="{62C8CCF3-42B6-4D9A-AC25-33E6BCF08CF2}" srcOrd="0" destOrd="0" presId="urn:microsoft.com/office/officeart/2005/8/layout/list1"/>
    <dgm:cxn modelId="{B03DBAF4-59D0-4A37-B0B6-4B9322DE138C}" srcId="{D042805E-188C-426C-BF86-B31624B300C6}" destId="{D3609D0D-E6AB-4F09-8D13-393D904140D6}" srcOrd="0" destOrd="0" parTransId="{5FA5CBA0-8290-4D95-AFFB-2EF500DA61DE}" sibTransId="{9CD1F986-9513-494A-A439-A0F2003FA6DF}"/>
    <dgm:cxn modelId="{68B471F5-C4F8-4BEE-A7CD-99B2666638E4}" type="presOf" srcId="{87BED715-48C9-4637-83D8-05E3035AC805}" destId="{E3A8582C-921C-43D1-B36D-8C84C70591B6}" srcOrd="0" destOrd="0" presId="urn:microsoft.com/office/officeart/2005/8/layout/list1"/>
    <dgm:cxn modelId="{BA383CFC-12AB-48E8-9C6D-E41B6A5BE4B4}" srcId="{D042805E-188C-426C-BF86-B31624B300C6}" destId="{87BED715-48C9-4637-83D8-05E3035AC805}" srcOrd="3" destOrd="0" parTransId="{CEF995D5-7D11-4816-9C3D-A0B7B5D6B4CB}" sibTransId="{7BC4596A-22C2-47A2-93DB-C8DEE921E222}"/>
    <dgm:cxn modelId="{65235E55-0523-4DEA-9DD6-BC95559C49F8}" type="presParOf" srcId="{37D74927-473D-441B-BBE6-6BE935E535E6}" destId="{53F6256B-3CAD-4DEA-A9D4-922F20747353}" srcOrd="0" destOrd="0" presId="urn:microsoft.com/office/officeart/2005/8/layout/list1"/>
    <dgm:cxn modelId="{F56AAF76-280C-4C5D-8B7F-F3EEDA6DD0D1}" type="presParOf" srcId="{53F6256B-3CAD-4DEA-A9D4-922F20747353}" destId="{E8D19ACF-5BF3-491A-8CEF-E05454A7AC4E}" srcOrd="0" destOrd="0" presId="urn:microsoft.com/office/officeart/2005/8/layout/list1"/>
    <dgm:cxn modelId="{3A9A94DC-158E-4349-8B53-86EE6AAA9607}" type="presParOf" srcId="{53F6256B-3CAD-4DEA-A9D4-922F20747353}" destId="{FA2008B0-DA64-441B-A731-1A167A76F1FE}" srcOrd="1" destOrd="0" presId="urn:microsoft.com/office/officeart/2005/8/layout/list1"/>
    <dgm:cxn modelId="{91B1063F-88D0-458D-B7F9-5F176B7BAED0}" type="presParOf" srcId="{37D74927-473D-441B-BBE6-6BE935E535E6}" destId="{165D0E86-8684-4A7E-82A2-4DE46A021F32}" srcOrd="1" destOrd="0" presId="urn:microsoft.com/office/officeart/2005/8/layout/list1"/>
    <dgm:cxn modelId="{3AFC4387-171B-4089-90B3-ED23A7E4F581}" type="presParOf" srcId="{37D74927-473D-441B-BBE6-6BE935E535E6}" destId="{2ABE040B-65D5-4ECD-92D5-41F9F6D16B16}" srcOrd="2" destOrd="0" presId="urn:microsoft.com/office/officeart/2005/8/layout/list1"/>
    <dgm:cxn modelId="{6001B341-DA97-496B-9D8D-F1D6F588C43D}" type="presParOf" srcId="{37D74927-473D-441B-BBE6-6BE935E535E6}" destId="{7E953355-D7BB-4259-BD24-BFB702A7ABBD}" srcOrd="3" destOrd="0" presId="urn:microsoft.com/office/officeart/2005/8/layout/list1"/>
    <dgm:cxn modelId="{46E605E5-3406-422A-AFE4-4AA2FCD1671F}" type="presParOf" srcId="{37D74927-473D-441B-BBE6-6BE935E535E6}" destId="{28366048-F98E-4E80-B0A0-F129FC1A93E2}" srcOrd="4" destOrd="0" presId="urn:microsoft.com/office/officeart/2005/8/layout/list1"/>
    <dgm:cxn modelId="{545053C2-1B8F-444B-8C83-F03BC025F407}" type="presParOf" srcId="{28366048-F98E-4E80-B0A0-F129FC1A93E2}" destId="{7BB8D20A-5D20-4CEA-830A-35F76E3C55F9}" srcOrd="0" destOrd="0" presId="urn:microsoft.com/office/officeart/2005/8/layout/list1"/>
    <dgm:cxn modelId="{C281A901-F132-4561-A17E-2DBD29FE94E6}" type="presParOf" srcId="{28366048-F98E-4E80-B0A0-F129FC1A93E2}" destId="{EDCB3683-6CA2-489B-A75B-6D9928151920}" srcOrd="1" destOrd="0" presId="urn:microsoft.com/office/officeart/2005/8/layout/list1"/>
    <dgm:cxn modelId="{D2E1320D-61D0-4934-A22F-5B2C0EBBFE17}" type="presParOf" srcId="{37D74927-473D-441B-BBE6-6BE935E535E6}" destId="{3B2123E6-7DED-44D5-A828-137CAF41B272}" srcOrd="5" destOrd="0" presId="urn:microsoft.com/office/officeart/2005/8/layout/list1"/>
    <dgm:cxn modelId="{3E2CB97C-E74A-492A-B2DB-1E410BAAB2E0}" type="presParOf" srcId="{37D74927-473D-441B-BBE6-6BE935E535E6}" destId="{6D04A968-C0F5-4EB9-AAA2-C508DD42D766}" srcOrd="6" destOrd="0" presId="urn:microsoft.com/office/officeart/2005/8/layout/list1"/>
    <dgm:cxn modelId="{7C7E153E-A8D7-4C6E-A24F-19A5567732E5}" type="presParOf" srcId="{37D74927-473D-441B-BBE6-6BE935E535E6}" destId="{656D8F1C-E90C-4240-983E-CA9DBE18DEC6}" srcOrd="7" destOrd="0" presId="urn:microsoft.com/office/officeart/2005/8/layout/list1"/>
    <dgm:cxn modelId="{789EC32F-AA15-41F2-A60C-FAD13BDC2C59}" type="presParOf" srcId="{37D74927-473D-441B-BBE6-6BE935E535E6}" destId="{444E6B90-D6E8-4ADC-859A-C2FB5DFF9916}" srcOrd="8" destOrd="0" presId="urn:microsoft.com/office/officeart/2005/8/layout/list1"/>
    <dgm:cxn modelId="{443D0026-C4C8-4AEE-B863-E56520DBDDEB}" type="presParOf" srcId="{444E6B90-D6E8-4ADC-859A-C2FB5DFF9916}" destId="{2CE6EE2E-FA44-44A5-9B79-7BF8FBB090BB}" srcOrd="0" destOrd="0" presId="urn:microsoft.com/office/officeart/2005/8/layout/list1"/>
    <dgm:cxn modelId="{1B8BAED5-33E7-49CC-A46E-EE5D40446B0C}" type="presParOf" srcId="{444E6B90-D6E8-4ADC-859A-C2FB5DFF9916}" destId="{A6203FA2-3B9C-404B-838F-FC76A31C92B6}" srcOrd="1" destOrd="0" presId="urn:microsoft.com/office/officeart/2005/8/layout/list1"/>
    <dgm:cxn modelId="{57DA0AA4-6F68-4D89-964F-2E7F684EC07D}" type="presParOf" srcId="{37D74927-473D-441B-BBE6-6BE935E535E6}" destId="{675C8FF7-A170-425C-9E99-BB874854EF15}" srcOrd="9" destOrd="0" presId="urn:microsoft.com/office/officeart/2005/8/layout/list1"/>
    <dgm:cxn modelId="{13C5E78E-7D8C-4593-80B5-97AB668CBE0F}" type="presParOf" srcId="{37D74927-473D-441B-BBE6-6BE935E535E6}" destId="{B8242A3A-0C86-4C4A-8F79-97182F0603BB}" srcOrd="10" destOrd="0" presId="urn:microsoft.com/office/officeart/2005/8/layout/list1"/>
    <dgm:cxn modelId="{D625E82D-88AC-4F4D-AA17-9D746F311985}" type="presParOf" srcId="{37D74927-473D-441B-BBE6-6BE935E535E6}" destId="{BF2FA13B-8754-4966-AF89-7F3905BA1743}" srcOrd="11" destOrd="0" presId="urn:microsoft.com/office/officeart/2005/8/layout/list1"/>
    <dgm:cxn modelId="{DB022626-8A50-49A5-AA73-ACBC4A484F2E}" type="presParOf" srcId="{37D74927-473D-441B-BBE6-6BE935E535E6}" destId="{997BC665-3E58-4813-8C62-DDB0B6DA7F35}" srcOrd="12" destOrd="0" presId="urn:microsoft.com/office/officeart/2005/8/layout/list1"/>
    <dgm:cxn modelId="{CF948742-1215-4339-B558-731792482AEC}" type="presParOf" srcId="{997BC665-3E58-4813-8C62-DDB0B6DA7F35}" destId="{E3A8582C-921C-43D1-B36D-8C84C70591B6}" srcOrd="0" destOrd="0" presId="urn:microsoft.com/office/officeart/2005/8/layout/list1"/>
    <dgm:cxn modelId="{6D0FBA1C-9102-4DE9-90DD-12B34C556231}" type="presParOf" srcId="{997BC665-3E58-4813-8C62-DDB0B6DA7F35}" destId="{889C9F58-E5B1-4809-A2E4-75BDA71B91E2}" srcOrd="1" destOrd="0" presId="urn:microsoft.com/office/officeart/2005/8/layout/list1"/>
    <dgm:cxn modelId="{A09898DF-19AC-4EC2-99D7-807185EEEE73}" type="presParOf" srcId="{37D74927-473D-441B-BBE6-6BE935E535E6}" destId="{C59A8C52-E3AC-4724-BA67-F2819B8FC17E}" srcOrd="13" destOrd="0" presId="urn:microsoft.com/office/officeart/2005/8/layout/list1"/>
    <dgm:cxn modelId="{C8E663C3-889C-4009-8376-EC65767881D3}" type="presParOf" srcId="{37D74927-473D-441B-BBE6-6BE935E535E6}" destId="{2F1A28B4-C60F-4E09-9AA4-9FD959D0D602}" srcOrd="14" destOrd="0" presId="urn:microsoft.com/office/officeart/2005/8/layout/list1"/>
    <dgm:cxn modelId="{79DC599D-3BEF-4DBB-9948-F047E5E773DF}" type="presParOf" srcId="{37D74927-473D-441B-BBE6-6BE935E535E6}" destId="{5DB30A6A-31B4-48EB-BD44-86075C96D77E}" srcOrd="15" destOrd="0" presId="urn:microsoft.com/office/officeart/2005/8/layout/list1"/>
    <dgm:cxn modelId="{0B8C8E5E-12B4-41C1-AEDA-67D5499D2096}" type="presParOf" srcId="{37D74927-473D-441B-BBE6-6BE935E535E6}" destId="{C732F232-5350-4F73-96D3-EFF46FFC5D8A}" srcOrd="16" destOrd="0" presId="urn:microsoft.com/office/officeart/2005/8/layout/list1"/>
    <dgm:cxn modelId="{377107EF-712A-4E06-BDCD-29C0D08A6F14}" type="presParOf" srcId="{C732F232-5350-4F73-96D3-EFF46FFC5D8A}" destId="{71913EF0-8483-44A1-8760-44950AFE991B}" srcOrd="0" destOrd="0" presId="urn:microsoft.com/office/officeart/2005/8/layout/list1"/>
    <dgm:cxn modelId="{4AD39086-5BEC-48C0-AF48-96E3A44A0844}" type="presParOf" srcId="{C732F232-5350-4F73-96D3-EFF46FFC5D8A}" destId="{2E12E8BF-F240-42CE-BA33-6D1655CBB254}" srcOrd="1" destOrd="0" presId="urn:microsoft.com/office/officeart/2005/8/layout/list1"/>
    <dgm:cxn modelId="{107119A5-D6E2-4E3A-90C2-403423D17D1E}" type="presParOf" srcId="{37D74927-473D-441B-BBE6-6BE935E535E6}" destId="{4510A60B-77D2-4FAB-B551-77E4BACBF696}" srcOrd="17" destOrd="0" presId="urn:microsoft.com/office/officeart/2005/8/layout/list1"/>
    <dgm:cxn modelId="{04E8B319-D0AB-4344-9DAA-33B8BA2FBEC5}" type="presParOf" srcId="{37D74927-473D-441B-BBE6-6BE935E535E6}" destId="{3BBC5D9E-223D-46B7-AA9E-31981CA90951}" srcOrd="18" destOrd="0" presId="urn:microsoft.com/office/officeart/2005/8/layout/list1"/>
    <dgm:cxn modelId="{7484202C-B308-4A90-940D-5842C798DF3C}" type="presParOf" srcId="{37D74927-473D-441B-BBE6-6BE935E535E6}" destId="{DBA9D132-69BB-49D2-AEE6-F6258FB546DC}" srcOrd="19" destOrd="0" presId="urn:microsoft.com/office/officeart/2005/8/layout/list1"/>
    <dgm:cxn modelId="{317CC8ED-194E-4FB4-9D90-26C38D080E28}" type="presParOf" srcId="{37D74927-473D-441B-BBE6-6BE935E535E6}" destId="{C7E1F0B5-F584-4683-AF17-FD7A061DDB91}" srcOrd="20" destOrd="0" presId="urn:microsoft.com/office/officeart/2005/8/layout/list1"/>
    <dgm:cxn modelId="{19DB7033-CD34-466D-A73E-3C3C62E8BA28}" type="presParOf" srcId="{C7E1F0B5-F584-4683-AF17-FD7A061DDB91}" destId="{62C8CCF3-42B6-4D9A-AC25-33E6BCF08CF2}" srcOrd="0" destOrd="0" presId="urn:microsoft.com/office/officeart/2005/8/layout/list1"/>
    <dgm:cxn modelId="{BA98A69C-E3C3-4EA4-B958-59AF823C2B9F}" type="presParOf" srcId="{C7E1F0B5-F584-4683-AF17-FD7A061DDB91}" destId="{DBECC729-291D-446E-9F43-C1A3F946FD5B}" srcOrd="1" destOrd="0" presId="urn:microsoft.com/office/officeart/2005/8/layout/list1"/>
    <dgm:cxn modelId="{997E59A3-439B-4227-A89D-D8D6611C9C9C}" type="presParOf" srcId="{37D74927-473D-441B-BBE6-6BE935E535E6}" destId="{88D7E0DE-8B2D-48BD-A692-24915C557CF0}" srcOrd="21" destOrd="0" presId="urn:microsoft.com/office/officeart/2005/8/layout/list1"/>
    <dgm:cxn modelId="{E2D874F4-1FC7-45CD-85BA-3E021827138E}" type="presParOf" srcId="{37D74927-473D-441B-BBE6-6BE935E535E6}" destId="{5FEE185C-9264-4DE7-9C3D-825C09D0EEC2}" srcOrd="22" destOrd="0" presId="urn:microsoft.com/office/officeart/2005/8/layout/list1"/>
    <dgm:cxn modelId="{19857161-87A3-46F5-87B9-F3BF6643C954}" type="presParOf" srcId="{37D74927-473D-441B-BBE6-6BE935E535E6}" destId="{F1C609E6-3B36-4234-8C79-237294A15BBF}" srcOrd="23" destOrd="0" presId="urn:microsoft.com/office/officeart/2005/8/layout/list1"/>
    <dgm:cxn modelId="{53CD6080-59C8-4C58-90B4-992D4D126EE1}" type="presParOf" srcId="{37D74927-473D-441B-BBE6-6BE935E535E6}" destId="{F68AEEA6-01E3-4AD2-9EAA-C9B8DFB95FC0}" srcOrd="24" destOrd="0" presId="urn:microsoft.com/office/officeart/2005/8/layout/list1"/>
    <dgm:cxn modelId="{BA16FA1A-3381-4B21-9F75-62F37A17EB6B}" type="presParOf" srcId="{F68AEEA6-01E3-4AD2-9EAA-C9B8DFB95FC0}" destId="{B3A15BC5-B8A8-40B5-BC86-AEF119826BF1}" srcOrd="0" destOrd="0" presId="urn:microsoft.com/office/officeart/2005/8/layout/list1"/>
    <dgm:cxn modelId="{43A979C1-E0CB-46B3-B769-B44808F12CE6}" type="presParOf" srcId="{F68AEEA6-01E3-4AD2-9EAA-C9B8DFB95FC0}" destId="{6E24B210-AF8F-4A2A-A353-A718E519E67D}" srcOrd="1" destOrd="0" presId="urn:microsoft.com/office/officeart/2005/8/layout/list1"/>
    <dgm:cxn modelId="{F931C3C1-D18C-421B-BA05-C6BACB05EDB6}" type="presParOf" srcId="{37D74927-473D-441B-BBE6-6BE935E535E6}" destId="{A5C3ED21-1DFF-41E8-BD5C-949ECA3390C8}" srcOrd="25" destOrd="0" presId="urn:microsoft.com/office/officeart/2005/8/layout/list1"/>
    <dgm:cxn modelId="{81AD1740-3168-4757-8263-914DBC9E9B29}" type="presParOf" srcId="{37D74927-473D-441B-BBE6-6BE935E535E6}" destId="{074696FF-FC40-4323-998D-29EC1368742A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2803237-3901-4B4B-8AB2-B0A975177DA1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4FA2D35-B4DD-4F0D-B4A9-4EA28427B0EE}">
      <dgm:prSet/>
      <dgm:spPr/>
      <dgm:t>
        <a:bodyPr/>
        <a:lstStyle/>
        <a:p>
          <a:r>
            <a:rPr lang="en-US" dirty="0" err="1"/>
            <a:t>Classificação</a:t>
          </a:r>
          <a:r>
            <a:rPr lang="en-US" dirty="0"/>
            <a:t>: </a:t>
          </a:r>
          <a:r>
            <a:rPr lang="en-US" dirty="0" err="1"/>
            <a:t>Árvore</a:t>
          </a:r>
          <a:r>
            <a:rPr lang="en-US" dirty="0"/>
            <a:t>, KNN, SVM</a:t>
          </a:r>
        </a:p>
      </dgm:t>
    </dgm:pt>
    <dgm:pt modelId="{02CB8040-F8D8-45E1-98E9-C14EEDA026D6}" type="parTrans" cxnId="{AA771FCA-9F60-4D09-AF2E-C93E060F531E}">
      <dgm:prSet/>
      <dgm:spPr/>
      <dgm:t>
        <a:bodyPr/>
        <a:lstStyle/>
        <a:p>
          <a:endParaRPr lang="en-US"/>
        </a:p>
      </dgm:t>
    </dgm:pt>
    <dgm:pt modelId="{A6D29607-E20E-472D-9BF9-4A18C13B03C3}" type="sibTrans" cxnId="{AA771FCA-9F60-4D09-AF2E-C93E060F531E}">
      <dgm:prSet/>
      <dgm:spPr/>
      <dgm:t>
        <a:bodyPr/>
        <a:lstStyle/>
        <a:p>
          <a:endParaRPr lang="en-US"/>
        </a:p>
      </dgm:t>
    </dgm:pt>
    <dgm:pt modelId="{02822743-A5EA-49ED-92C2-85DC74DDE9C1}">
      <dgm:prSet/>
      <dgm:spPr/>
      <dgm:t>
        <a:bodyPr/>
        <a:lstStyle/>
        <a:p>
          <a:r>
            <a:rPr lang="en-US" dirty="0" err="1"/>
            <a:t>Regressão</a:t>
          </a:r>
          <a:r>
            <a:rPr lang="en-US" dirty="0"/>
            <a:t>: </a:t>
          </a:r>
          <a:r>
            <a:rPr lang="en-US" dirty="0" err="1"/>
            <a:t>Regressão</a:t>
          </a:r>
          <a:r>
            <a:rPr lang="en-US" dirty="0"/>
            <a:t> linear, Lasso, Ridge</a:t>
          </a:r>
        </a:p>
      </dgm:t>
    </dgm:pt>
    <dgm:pt modelId="{BBD6276E-8D41-4EB6-BD4C-4C6C07C9F092}" type="parTrans" cxnId="{1765B918-12FC-499E-B939-589CA33235FC}">
      <dgm:prSet/>
      <dgm:spPr/>
      <dgm:t>
        <a:bodyPr/>
        <a:lstStyle/>
        <a:p>
          <a:endParaRPr lang="en-US"/>
        </a:p>
      </dgm:t>
    </dgm:pt>
    <dgm:pt modelId="{5C51CF17-E343-4558-9412-49436B802B62}" type="sibTrans" cxnId="{1765B918-12FC-499E-B939-589CA33235FC}">
      <dgm:prSet/>
      <dgm:spPr/>
      <dgm:t>
        <a:bodyPr/>
        <a:lstStyle/>
        <a:p>
          <a:endParaRPr lang="en-US"/>
        </a:p>
      </dgm:t>
    </dgm:pt>
    <dgm:pt modelId="{7B78C12B-36CB-4876-8B79-07ED810AC47D}">
      <dgm:prSet/>
      <dgm:spPr/>
      <dgm:t>
        <a:bodyPr/>
        <a:lstStyle/>
        <a:p>
          <a:r>
            <a:rPr lang="en-US" dirty="0" err="1"/>
            <a:t>Clusterização</a:t>
          </a:r>
          <a:r>
            <a:rPr lang="en-US" dirty="0"/>
            <a:t>: K-Means, DBSCAN</a:t>
          </a:r>
        </a:p>
      </dgm:t>
    </dgm:pt>
    <dgm:pt modelId="{733A8763-0067-43C5-8837-DF435E5899E9}" type="parTrans" cxnId="{95B19688-0BDE-494B-A108-2FB554B4359A}">
      <dgm:prSet/>
      <dgm:spPr/>
      <dgm:t>
        <a:bodyPr/>
        <a:lstStyle/>
        <a:p>
          <a:endParaRPr lang="en-US"/>
        </a:p>
      </dgm:t>
    </dgm:pt>
    <dgm:pt modelId="{D777EB3A-6A76-4F53-83D0-F42A9FB37F3F}" type="sibTrans" cxnId="{95B19688-0BDE-494B-A108-2FB554B4359A}">
      <dgm:prSet/>
      <dgm:spPr/>
      <dgm:t>
        <a:bodyPr/>
        <a:lstStyle/>
        <a:p>
          <a:endParaRPr lang="en-US"/>
        </a:p>
      </dgm:t>
    </dgm:pt>
    <dgm:pt modelId="{2ED06C08-CE40-4B22-ADBA-D90BF8B325B5}">
      <dgm:prSet/>
      <dgm:spPr/>
      <dgm:t>
        <a:bodyPr/>
        <a:lstStyle/>
        <a:p>
          <a:r>
            <a:rPr lang="en-US"/>
            <a:t>Critérios: tipo de dado, tempo de treino, interpretabilidade, precisão</a:t>
          </a:r>
        </a:p>
      </dgm:t>
    </dgm:pt>
    <dgm:pt modelId="{438D3D42-2425-4461-B9A8-58FA93386330}" type="parTrans" cxnId="{576364AC-1396-4E5F-B9A9-BACAD9576300}">
      <dgm:prSet/>
      <dgm:spPr/>
      <dgm:t>
        <a:bodyPr/>
        <a:lstStyle/>
        <a:p>
          <a:endParaRPr lang="en-US"/>
        </a:p>
      </dgm:t>
    </dgm:pt>
    <dgm:pt modelId="{9DB9A8D0-D7CB-4050-8A62-BEEBE4177ED7}" type="sibTrans" cxnId="{576364AC-1396-4E5F-B9A9-BACAD9576300}">
      <dgm:prSet/>
      <dgm:spPr/>
      <dgm:t>
        <a:bodyPr/>
        <a:lstStyle/>
        <a:p>
          <a:endParaRPr lang="en-US"/>
        </a:p>
      </dgm:t>
    </dgm:pt>
    <dgm:pt modelId="{30A1EF65-1892-49C0-9213-8D917C0464C5}" type="pres">
      <dgm:prSet presAssocID="{B2803237-3901-4B4B-8AB2-B0A975177DA1}" presName="outerComposite" presStyleCnt="0">
        <dgm:presLayoutVars>
          <dgm:chMax val="5"/>
          <dgm:dir/>
          <dgm:resizeHandles val="exact"/>
        </dgm:presLayoutVars>
      </dgm:prSet>
      <dgm:spPr/>
    </dgm:pt>
    <dgm:pt modelId="{B80311B8-6843-4EA4-8D9C-54E8B54C24AA}" type="pres">
      <dgm:prSet presAssocID="{B2803237-3901-4B4B-8AB2-B0A975177DA1}" presName="dummyMaxCanvas" presStyleCnt="0">
        <dgm:presLayoutVars/>
      </dgm:prSet>
      <dgm:spPr/>
    </dgm:pt>
    <dgm:pt modelId="{6D974084-553F-475F-9595-D8FF353A33F6}" type="pres">
      <dgm:prSet presAssocID="{B2803237-3901-4B4B-8AB2-B0A975177DA1}" presName="FourNodes_1" presStyleLbl="node1" presStyleIdx="0" presStyleCnt="4">
        <dgm:presLayoutVars>
          <dgm:bulletEnabled val="1"/>
        </dgm:presLayoutVars>
      </dgm:prSet>
      <dgm:spPr/>
    </dgm:pt>
    <dgm:pt modelId="{37B4E291-C803-4F0C-8BA3-8484390243F9}" type="pres">
      <dgm:prSet presAssocID="{B2803237-3901-4B4B-8AB2-B0A975177DA1}" presName="FourNodes_2" presStyleLbl="node1" presStyleIdx="1" presStyleCnt="4">
        <dgm:presLayoutVars>
          <dgm:bulletEnabled val="1"/>
        </dgm:presLayoutVars>
      </dgm:prSet>
      <dgm:spPr/>
    </dgm:pt>
    <dgm:pt modelId="{A86201A4-96E8-4323-A1F8-3B14C5977C0D}" type="pres">
      <dgm:prSet presAssocID="{B2803237-3901-4B4B-8AB2-B0A975177DA1}" presName="FourNodes_3" presStyleLbl="node1" presStyleIdx="2" presStyleCnt="4">
        <dgm:presLayoutVars>
          <dgm:bulletEnabled val="1"/>
        </dgm:presLayoutVars>
      </dgm:prSet>
      <dgm:spPr/>
    </dgm:pt>
    <dgm:pt modelId="{9D05B3DB-6341-4E89-BDC1-48C87DC83729}" type="pres">
      <dgm:prSet presAssocID="{B2803237-3901-4B4B-8AB2-B0A975177DA1}" presName="FourNodes_4" presStyleLbl="node1" presStyleIdx="3" presStyleCnt="4">
        <dgm:presLayoutVars>
          <dgm:bulletEnabled val="1"/>
        </dgm:presLayoutVars>
      </dgm:prSet>
      <dgm:spPr/>
    </dgm:pt>
    <dgm:pt modelId="{28D829C2-6CB7-4972-8DDE-A41D0DB79A83}" type="pres">
      <dgm:prSet presAssocID="{B2803237-3901-4B4B-8AB2-B0A975177DA1}" presName="FourConn_1-2" presStyleLbl="fgAccFollowNode1" presStyleIdx="0" presStyleCnt="3">
        <dgm:presLayoutVars>
          <dgm:bulletEnabled val="1"/>
        </dgm:presLayoutVars>
      </dgm:prSet>
      <dgm:spPr/>
    </dgm:pt>
    <dgm:pt modelId="{16B9BE8B-6E6E-4261-BC46-4C3BE2395934}" type="pres">
      <dgm:prSet presAssocID="{B2803237-3901-4B4B-8AB2-B0A975177DA1}" presName="FourConn_2-3" presStyleLbl="fgAccFollowNode1" presStyleIdx="1" presStyleCnt="3">
        <dgm:presLayoutVars>
          <dgm:bulletEnabled val="1"/>
        </dgm:presLayoutVars>
      </dgm:prSet>
      <dgm:spPr/>
    </dgm:pt>
    <dgm:pt modelId="{B49C19DD-DFC3-4A33-9C87-6F71E2DA44FA}" type="pres">
      <dgm:prSet presAssocID="{B2803237-3901-4B4B-8AB2-B0A975177DA1}" presName="FourConn_3-4" presStyleLbl="fgAccFollowNode1" presStyleIdx="2" presStyleCnt="3">
        <dgm:presLayoutVars>
          <dgm:bulletEnabled val="1"/>
        </dgm:presLayoutVars>
      </dgm:prSet>
      <dgm:spPr/>
    </dgm:pt>
    <dgm:pt modelId="{2B1346C5-5996-4BD8-A862-7A3791CE7C4A}" type="pres">
      <dgm:prSet presAssocID="{B2803237-3901-4B4B-8AB2-B0A975177DA1}" presName="FourNodes_1_text" presStyleLbl="node1" presStyleIdx="3" presStyleCnt="4">
        <dgm:presLayoutVars>
          <dgm:bulletEnabled val="1"/>
        </dgm:presLayoutVars>
      </dgm:prSet>
      <dgm:spPr/>
    </dgm:pt>
    <dgm:pt modelId="{309265AC-FA40-4CF8-94A7-A9041A2B2301}" type="pres">
      <dgm:prSet presAssocID="{B2803237-3901-4B4B-8AB2-B0A975177DA1}" presName="FourNodes_2_text" presStyleLbl="node1" presStyleIdx="3" presStyleCnt="4">
        <dgm:presLayoutVars>
          <dgm:bulletEnabled val="1"/>
        </dgm:presLayoutVars>
      </dgm:prSet>
      <dgm:spPr/>
    </dgm:pt>
    <dgm:pt modelId="{04BDFBF6-DB8D-4C81-A9C7-88D7C7BB5CB8}" type="pres">
      <dgm:prSet presAssocID="{B2803237-3901-4B4B-8AB2-B0A975177DA1}" presName="FourNodes_3_text" presStyleLbl="node1" presStyleIdx="3" presStyleCnt="4">
        <dgm:presLayoutVars>
          <dgm:bulletEnabled val="1"/>
        </dgm:presLayoutVars>
      </dgm:prSet>
      <dgm:spPr/>
    </dgm:pt>
    <dgm:pt modelId="{4C78E1B8-959E-4504-94AE-B871C610021B}" type="pres">
      <dgm:prSet presAssocID="{B2803237-3901-4B4B-8AB2-B0A975177DA1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765B918-12FC-499E-B939-589CA33235FC}" srcId="{B2803237-3901-4B4B-8AB2-B0A975177DA1}" destId="{02822743-A5EA-49ED-92C2-85DC74DDE9C1}" srcOrd="1" destOrd="0" parTransId="{BBD6276E-8D41-4EB6-BD4C-4C6C07C9F092}" sibTransId="{5C51CF17-E343-4558-9412-49436B802B62}"/>
    <dgm:cxn modelId="{B042CB28-24B6-456B-BEF7-9478F4041A34}" type="presOf" srcId="{7B78C12B-36CB-4876-8B79-07ED810AC47D}" destId="{04BDFBF6-DB8D-4C81-A9C7-88D7C7BB5CB8}" srcOrd="1" destOrd="0" presId="urn:microsoft.com/office/officeart/2005/8/layout/vProcess5"/>
    <dgm:cxn modelId="{D8D17743-74EA-4A18-8899-A12CD423432A}" type="presOf" srcId="{04FA2D35-B4DD-4F0D-B4A9-4EA28427B0EE}" destId="{2B1346C5-5996-4BD8-A862-7A3791CE7C4A}" srcOrd="1" destOrd="0" presId="urn:microsoft.com/office/officeart/2005/8/layout/vProcess5"/>
    <dgm:cxn modelId="{25E8EF64-05E5-43F8-BF25-809A8C404F80}" type="presOf" srcId="{7B78C12B-36CB-4876-8B79-07ED810AC47D}" destId="{A86201A4-96E8-4323-A1F8-3B14C5977C0D}" srcOrd="0" destOrd="0" presId="urn:microsoft.com/office/officeart/2005/8/layout/vProcess5"/>
    <dgm:cxn modelId="{D732AE49-EC90-412D-AFB2-13974561EC8D}" type="presOf" srcId="{2ED06C08-CE40-4B22-ADBA-D90BF8B325B5}" destId="{4C78E1B8-959E-4504-94AE-B871C610021B}" srcOrd="1" destOrd="0" presId="urn:microsoft.com/office/officeart/2005/8/layout/vProcess5"/>
    <dgm:cxn modelId="{2751F04D-EDE6-4B25-AE87-B45259189612}" type="presOf" srcId="{02822743-A5EA-49ED-92C2-85DC74DDE9C1}" destId="{37B4E291-C803-4F0C-8BA3-8484390243F9}" srcOrd="0" destOrd="0" presId="urn:microsoft.com/office/officeart/2005/8/layout/vProcess5"/>
    <dgm:cxn modelId="{64480C59-EF3A-41EF-A2FC-989D2A282694}" type="presOf" srcId="{A6D29607-E20E-472D-9BF9-4A18C13B03C3}" destId="{28D829C2-6CB7-4972-8DDE-A41D0DB79A83}" srcOrd="0" destOrd="0" presId="urn:microsoft.com/office/officeart/2005/8/layout/vProcess5"/>
    <dgm:cxn modelId="{99956787-8132-4D9A-A793-2C3928A38F80}" type="presOf" srcId="{02822743-A5EA-49ED-92C2-85DC74DDE9C1}" destId="{309265AC-FA40-4CF8-94A7-A9041A2B2301}" srcOrd="1" destOrd="0" presId="urn:microsoft.com/office/officeart/2005/8/layout/vProcess5"/>
    <dgm:cxn modelId="{95B19688-0BDE-494B-A108-2FB554B4359A}" srcId="{B2803237-3901-4B4B-8AB2-B0A975177DA1}" destId="{7B78C12B-36CB-4876-8B79-07ED810AC47D}" srcOrd="2" destOrd="0" parTransId="{733A8763-0067-43C5-8837-DF435E5899E9}" sibTransId="{D777EB3A-6A76-4F53-83D0-F42A9FB37F3F}"/>
    <dgm:cxn modelId="{F31F4091-8CCE-4AB7-B981-FB4209FD9AA0}" type="presOf" srcId="{04FA2D35-B4DD-4F0D-B4A9-4EA28427B0EE}" destId="{6D974084-553F-475F-9595-D8FF353A33F6}" srcOrd="0" destOrd="0" presId="urn:microsoft.com/office/officeart/2005/8/layout/vProcess5"/>
    <dgm:cxn modelId="{44FAAFAB-AFA9-4CBB-A61D-6A717DD2D6AA}" type="presOf" srcId="{D777EB3A-6A76-4F53-83D0-F42A9FB37F3F}" destId="{B49C19DD-DFC3-4A33-9C87-6F71E2DA44FA}" srcOrd="0" destOrd="0" presId="urn:microsoft.com/office/officeart/2005/8/layout/vProcess5"/>
    <dgm:cxn modelId="{576364AC-1396-4E5F-B9A9-BACAD9576300}" srcId="{B2803237-3901-4B4B-8AB2-B0A975177DA1}" destId="{2ED06C08-CE40-4B22-ADBA-D90BF8B325B5}" srcOrd="3" destOrd="0" parTransId="{438D3D42-2425-4461-B9A8-58FA93386330}" sibTransId="{9DB9A8D0-D7CB-4050-8A62-BEEBE4177ED7}"/>
    <dgm:cxn modelId="{0BB901AD-713F-4298-99C6-8010090C7DF5}" type="presOf" srcId="{2ED06C08-CE40-4B22-ADBA-D90BF8B325B5}" destId="{9D05B3DB-6341-4E89-BDC1-48C87DC83729}" srcOrd="0" destOrd="0" presId="urn:microsoft.com/office/officeart/2005/8/layout/vProcess5"/>
    <dgm:cxn modelId="{FD4AF9BB-2F20-40FD-ABE2-675960FF3C44}" type="presOf" srcId="{5C51CF17-E343-4558-9412-49436B802B62}" destId="{16B9BE8B-6E6E-4261-BC46-4C3BE2395934}" srcOrd="0" destOrd="0" presId="urn:microsoft.com/office/officeart/2005/8/layout/vProcess5"/>
    <dgm:cxn modelId="{AA771FCA-9F60-4D09-AF2E-C93E060F531E}" srcId="{B2803237-3901-4B4B-8AB2-B0A975177DA1}" destId="{04FA2D35-B4DD-4F0D-B4A9-4EA28427B0EE}" srcOrd="0" destOrd="0" parTransId="{02CB8040-F8D8-45E1-98E9-C14EEDA026D6}" sibTransId="{A6D29607-E20E-472D-9BF9-4A18C13B03C3}"/>
    <dgm:cxn modelId="{2A0C07F1-0397-4D4B-A650-5DD3960E0D1D}" type="presOf" srcId="{B2803237-3901-4B4B-8AB2-B0A975177DA1}" destId="{30A1EF65-1892-49C0-9213-8D917C0464C5}" srcOrd="0" destOrd="0" presId="urn:microsoft.com/office/officeart/2005/8/layout/vProcess5"/>
    <dgm:cxn modelId="{6DBD2A6B-75B7-4E47-9CA0-B2B227ABABD0}" type="presParOf" srcId="{30A1EF65-1892-49C0-9213-8D917C0464C5}" destId="{B80311B8-6843-4EA4-8D9C-54E8B54C24AA}" srcOrd="0" destOrd="0" presId="urn:microsoft.com/office/officeart/2005/8/layout/vProcess5"/>
    <dgm:cxn modelId="{CE1DE22E-F371-436F-ACDF-3203D826FC2B}" type="presParOf" srcId="{30A1EF65-1892-49C0-9213-8D917C0464C5}" destId="{6D974084-553F-475F-9595-D8FF353A33F6}" srcOrd="1" destOrd="0" presId="urn:microsoft.com/office/officeart/2005/8/layout/vProcess5"/>
    <dgm:cxn modelId="{2CC4D936-13D8-414A-8E7F-953D6C71B95F}" type="presParOf" srcId="{30A1EF65-1892-49C0-9213-8D917C0464C5}" destId="{37B4E291-C803-4F0C-8BA3-8484390243F9}" srcOrd="2" destOrd="0" presId="urn:microsoft.com/office/officeart/2005/8/layout/vProcess5"/>
    <dgm:cxn modelId="{EFB5799E-D804-4F07-83AE-87C0802262FB}" type="presParOf" srcId="{30A1EF65-1892-49C0-9213-8D917C0464C5}" destId="{A86201A4-96E8-4323-A1F8-3B14C5977C0D}" srcOrd="3" destOrd="0" presId="urn:microsoft.com/office/officeart/2005/8/layout/vProcess5"/>
    <dgm:cxn modelId="{E1C107FB-14F4-479D-AD4E-E5236349E30A}" type="presParOf" srcId="{30A1EF65-1892-49C0-9213-8D917C0464C5}" destId="{9D05B3DB-6341-4E89-BDC1-48C87DC83729}" srcOrd="4" destOrd="0" presId="urn:microsoft.com/office/officeart/2005/8/layout/vProcess5"/>
    <dgm:cxn modelId="{3816A536-769D-4711-8CD2-6DB54AD0303D}" type="presParOf" srcId="{30A1EF65-1892-49C0-9213-8D917C0464C5}" destId="{28D829C2-6CB7-4972-8DDE-A41D0DB79A83}" srcOrd="5" destOrd="0" presId="urn:microsoft.com/office/officeart/2005/8/layout/vProcess5"/>
    <dgm:cxn modelId="{B4C8B0F9-AE18-4AF9-9B2B-4A576D7C5D64}" type="presParOf" srcId="{30A1EF65-1892-49C0-9213-8D917C0464C5}" destId="{16B9BE8B-6E6E-4261-BC46-4C3BE2395934}" srcOrd="6" destOrd="0" presId="urn:microsoft.com/office/officeart/2005/8/layout/vProcess5"/>
    <dgm:cxn modelId="{97E16452-7F65-4306-AFB9-3B5FDE97FE7A}" type="presParOf" srcId="{30A1EF65-1892-49C0-9213-8D917C0464C5}" destId="{B49C19DD-DFC3-4A33-9C87-6F71E2DA44FA}" srcOrd="7" destOrd="0" presId="urn:microsoft.com/office/officeart/2005/8/layout/vProcess5"/>
    <dgm:cxn modelId="{72F48E32-B40B-4FB7-A0C9-A10057C8A9BF}" type="presParOf" srcId="{30A1EF65-1892-49C0-9213-8D917C0464C5}" destId="{2B1346C5-5996-4BD8-A862-7A3791CE7C4A}" srcOrd="8" destOrd="0" presId="urn:microsoft.com/office/officeart/2005/8/layout/vProcess5"/>
    <dgm:cxn modelId="{40AD3988-4C98-4DAE-8F64-495FA0F34B0E}" type="presParOf" srcId="{30A1EF65-1892-49C0-9213-8D917C0464C5}" destId="{309265AC-FA40-4CF8-94A7-A9041A2B2301}" srcOrd="9" destOrd="0" presId="urn:microsoft.com/office/officeart/2005/8/layout/vProcess5"/>
    <dgm:cxn modelId="{D8E426A7-F0E5-4F86-B8B5-042576C45E23}" type="presParOf" srcId="{30A1EF65-1892-49C0-9213-8D917C0464C5}" destId="{04BDFBF6-DB8D-4C81-A9C7-88D7C7BB5CB8}" srcOrd="10" destOrd="0" presId="urn:microsoft.com/office/officeart/2005/8/layout/vProcess5"/>
    <dgm:cxn modelId="{100868CB-B4C8-4B37-A790-1C5C73DA37C2}" type="presParOf" srcId="{30A1EF65-1892-49C0-9213-8D917C0464C5}" destId="{4C78E1B8-959E-4504-94AE-B871C610021B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E9F8C37-6CFD-4CDA-A5C6-D93202FA73F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8C02E98-D6F5-4CF9-ACE7-63DF02C23427}">
      <dgm:prSet/>
      <dgm:spPr/>
      <dgm:t>
        <a:bodyPr/>
        <a:lstStyle/>
        <a:p>
          <a:r>
            <a:rPr lang="en-US"/>
            <a:t>Classificação: Exemplo de e-mails Spam x Não-Spam</a:t>
          </a:r>
        </a:p>
      </dgm:t>
    </dgm:pt>
    <dgm:pt modelId="{EF9D3EC0-791C-4C4D-A60C-8AF5FF655239}" type="parTrans" cxnId="{260BE57C-E3F1-4CA4-85B8-E3C9DC35024D}">
      <dgm:prSet/>
      <dgm:spPr/>
      <dgm:t>
        <a:bodyPr/>
        <a:lstStyle/>
        <a:p>
          <a:endParaRPr lang="en-US"/>
        </a:p>
      </dgm:t>
    </dgm:pt>
    <dgm:pt modelId="{BE6EB149-A8F1-47D3-830A-99954ED8F904}" type="sibTrans" cxnId="{260BE57C-E3F1-4CA4-85B8-E3C9DC35024D}">
      <dgm:prSet/>
      <dgm:spPr/>
      <dgm:t>
        <a:bodyPr/>
        <a:lstStyle/>
        <a:p>
          <a:endParaRPr lang="en-US"/>
        </a:p>
      </dgm:t>
    </dgm:pt>
    <dgm:pt modelId="{584844E3-D12D-4659-86D9-74C7227703D5}">
      <dgm:prSet/>
      <dgm:spPr/>
      <dgm:t>
        <a:bodyPr/>
        <a:lstStyle/>
        <a:p>
          <a:r>
            <a:rPr lang="en-US"/>
            <a:t>Regressão: Previsão de preços de imóveis</a:t>
          </a:r>
        </a:p>
      </dgm:t>
    </dgm:pt>
    <dgm:pt modelId="{E0C27B5D-E557-48E6-B5C3-7AFB44D2F52E}" type="parTrans" cxnId="{D2A0D2FA-2FC9-4BD4-895D-76869C28CBA1}">
      <dgm:prSet/>
      <dgm:spPr/>
      <dgm:t>
        <a:bodyPr/>
        <a:lstStyle/>
        <a:p>
          <a:endParaRPr lang="en-US"/>
        </a:p>
      </dgm:t>
    </dgm:pt>
    <dgm:pt modelId="{5758EE20-6C3E-4794-A0CC-49F9033FA868}" type="sibTrans" cxnId="{D2A0D2FA-2FC9-4BD4-895D-76869C28CBA1}">
      <dgm:prSet/>
      <dgm:spPr/>
      <dgm:t>
        <a:bodyPr/>
        <a:lstStyle/>
        <a:p>
          <a:endParaRPr lang="en-US"/>
        </a:p>
      </dgm:t>
    </dgm:pt>
    <dgm:pt modelId="{D756FE12-7297-470D-BF1E-817895550845}">
      <dgm:prSet/>
      <dgm:spPr/>
      <dgm:t>
        <a:bodyPr/>
        <a:lstStyle/>
        <a:p>
          <a:r>
            <a:rPr lang="en-US"/>
            <a:t>Clusterização: Agrupamento de clientes em e-commerce</a:t>
          </a:r>
        </a:p>
      </dgm:t>
    </dgm:pt>
    <dgm:pt modelId="{516EDBE1-40D2-4794-A897-91F2A2D8BC9D}" type="parTrans" cxnId="{88B7D898-CBB6-4F12-912B-B02587897DFA}">
      <dgm:prSet/>
      <dgm:spPr/>
      <dgm:t>
        <a:bodyPr/>
        <a:lstStyle/>
        <a:p>
          <a:endParaRPr lang="en-US"/>
        </a:p>
      </dgm:t>
    </dgm:pt>
    <dgm:pt modelId="{CDF271B7-5D30-4C4D-ABB0-31CEEBC2592F}" type="sibTrans" cxnId="{88B7D898-CBB6-4F12-912B-B02587897DFA}">
      <dgm:prSet/>
      <dgm:spPr/>
      <dgm:t>
        <a:bodyPr/>
        <a:lstStyle/>
        <a:p>
          <a:endParaRPr lang="en-US"/>
        </a:p>
      </dgm:t>
    </dgm:pt>
    <dgm:pt modelId="{90C49427-BEEA-440C-AC3B-23F3AA2A1DE3}" type="pres">
      <dgm:prSet presAssocID="{FE9F8C37-6CFD-4CDA-A5C6-D93202FA73F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8D1492B-899C-4677-B4C8-9C4BB25C994E}" type="pres">
      <dgm:prSet presAssocID="{58C02E98-D6F5-4CF9-ACE7-63DF02C23427}" presName="hierRoot1" presStyleCnt="0"/>
      <dgm:spPr/>
    </dgm:pt>
    <dgm:pt modelId="{2658AEEB-CBDD-4ABA-9BB5-0E44819828AF}" type="pres">
      <dgm:prSet presAssocID="{58C02E98-D6F5-4CF9-ACE7-63DF02C23427}" presName="composite" presStyleCnt="0"/>
      <dgm:spPr/>
    </dgm:pt>
    <dgm:pt modelId="{B13B4B5C-1459-495E-BC05-B6D729104D82}" type="pres">
      <dgm:prSet presAssocID="{58C02E98-D6F5-4CF9-ACE7-63DF02C23427}" presName="background" presStyleLbl="node0" presStyleIdx="0" presStyleCnt="3"/>
      <dgm:spPr/>
    </dgm:pt>
    <dgm:pt modelId="{11FD2571-8229-4872-817F-7D0889B59B85}" type="pres">
      <dgm:prSet presAssocID="{58C02E98-D6F5-4CF9-ACE7-63DF02C23427}" presName="text" presStyleLbl="fgAcc0" presStyleIdx="0" presStyleCnt="3">
        <dgm:presLayoutVars>
          <dgm:chPref val="3"/>
        </dgm:presLayoutVars>
      </dgm:prSet>
      <dgm:spPr/>
    </dgm:pt>
    <dgm:pt modelId="{B91E6063-3656-4531-A470-83F93B17B682}" type="pres">
      <dgm:prSet presAssocID="{58C02E98-D6F5-4CF9-ACE7-63DF02C23427}" presName="hierChild2" presStyleCnt="0"/>
      <dgm:spPr/>
    </dgm:pt>
    <dgm:pt modelId="{91C86926-7EF1-43B2-8C73-0F209D18BE6D}" type="pres">
      <dgm:prSet presAssocID="{584844E3-D12D-4659-86D9-74C7227703D5}" presName="hierRoot1" presStyleCnt="0"/>
      <dgm:spPr/>
    </dgm:pt>
    <dgm:pt modelId="{95919750-069D-4123-B922-DFFE5D184C41}" type="pres">
      <dgm:prSet presAssocID="{584844E3-D12D-4659-86D9-74C7227703D5}" presName="composite" presStyleCnt="0"/>
      <dgm:spPr/>
    </dgm:pt>
    <dgm:pt modelId="{C9D59EF8-4915-465E-A877-FE0915CE45C4}" type="pres">
      <dgm:prSet presAssocID="{584844E3-D12D-4659-86D9-74C7227703D5}" presName="background" presStyleLbl="node0" presStyleIdx="1" presStyleCnt="3"/>
      <dgm:spPr/>
    </dgm:pt>
    <dgm:pt modelId="{D8A37607-E7F3-4788-B325-52177E02ED11}" type="pres">
      <dgm:prSet presAssocID="{584844E3-D12D-4659-86D9-74C7227703D5}" presName="text" presStyleLbl="fgAcc0" presStyleIdx="1" presStyleCnt="3">
        <dgm:presLayoutVars>
          <dgm:chPref val="3"/>
        </dgm:presLayoutVars>
      </dgm:prSet>
      <dgm:spPr/>
    </dgm:pt>
    <dgm:pt modelId="{CE57C09E-4B42-4EFE-842E-ABFC5B6D20B9}" type="pres">
      <dgm:prSet presAssocID="{584844E3-D12D-4659-86D9-74C7227703D5}" presName="hierChild2" presStyleCnt="0"/>
      <dgm:spPr/>
    </dgm:pt>
    <dgm:pt modelId="{2A6F0EEF-E517-4128-9B6E-CC4BEE82D9BF}" type="pres">
      <dgm:prSet presAssocID="{D756FE12-7297-470D-BF1E-817895550845}" presName="hierRoot1" presStyleCnt="0"/>
      <dgm:spPr/>
    </dgm:pt>
    <dgm:pt modelId="{C3831B19-E595-4DB8-B4D2-F93C31B85C10}" type="pres">
      <dgm:prSet presAssocID="{D756FE12-7297-470D-BF1E-817895550845}" presName="composite" presStyleCnt="0"/>
      <dgm:spPr/>
    </dgm:pt>
    <dgm:pt modelId="{406C458B-67A5-4F35-9165-022604A5C491}" type="pres">
      <dgm:prSet presAssocID="{D756FE12-7297-470D-BF1E-817895550845}" presName="background" presStyleLbl="node0" presStyleIdx="2" presStyleCnt="3"/>
      <dgm:spPr/>
    </dgm:pt>
    <dgm:pt modelId="{244C295B-A5D8-4376-A9CF-33FE99AC052A}" type="pres">
      <dgm:prSet presAssocID="{D756FE12-7297-470D-BF1E-817895550845}" presName="text" presStyleLbl="fgAcc0" presStyleIdx="2" presStyleCnt="3">
        <dgm:presLayoutVars>
          <dgm:chPref val="3"/>
        </dgm:presLayoutVars>
      </dgm:prSet>
      <dgm:spPr/>
    </dgm:pt>
    <dgm:pt modelId="{2B88D80D-CB84-4FA0-8978-56B4BFDFF277}" type="pres">
      <dgm:prSet presAssocID="{D756FE12-7297-470D-BF1E-817895550845}" presName="hierChild2" presStyleCnt="0"/>
      <dgm:spPr/>
    </dgm:pt>
  </dgm:ptLst>
  <dgm:cxnLst>
    <dgm:cxn modelId="{BD15BB63-DFF1-4402-B7BA-93D13932F4D0}" type="presOf" srcId="{D756FE12-7297-470D-BF1E-817895550845}" destId="{244C295B-A5D8-4376-A9CF-33FE99AC052A}" srcOrd="0" destOrd="0" presId="urn:microsoft.com/office/officeart/2005/8/layout/hierarchy1"/>
    <dgm:cxn modelId="{260BE57C-E3F1-4CA4-85B8-E3C9DC35024D}" srcId="{FE9F8C37-6CFD-4CDA-A5C6-D93202FA73FF}" destId="{58C02E98-D6F5-4CF9-ACE7-63DF02C23427}" srcOrd="0" destOrd="0" parTransId="{EF9D3EC0-791C-4C4D-A60C-8AF5FF655239}" sibTransId="{BE6EB149-A8F1-47D3-830A-99954ED8F904}"/>
    <dgm:cxn modelId="{88B7D898-CBB6-4F12-912B-B02587897DFA}" srcId="{FE9F8C37-6CFD-4CDA-A5C6-D93202FA73FF}" destId="{D756FE12-7297-470D-BF1E-817895550845}" srcOrd="2" destOrd="0" parTransId="{516EDBE1-40D2-4794-A897-91F2A2D8BC9D}" sibTransId="{CDF271B7-5D30-4C4D-ABB0-31CEEBC2592F}"/>
    <dgm:cxn modelId="{B9BF71B0-896C-457D-8502-5DF166945306}" type="presOf" srcId="{58C02E98-D6F5-4CF9-ACE7-63DF02C23427}" destId="{11FD2571-8229-4872-817F-7D0889B59B85}" srcOrd="0" destOrd="0" presId="urn:microsoft.com/office/officeart/2005/8/layout/hierarchy1"/>
    <dgm:cxn modelId="{747EEDE6-33D7-484D-A147-E636C97CAED2}" type="presOf" srcId="{584844E3-D12D-4659-86D9-74C7227703D5}" destId="{D8A37607-E7F3-4788-B325-52177E02ED11}" srcOrd="0" destOrd="0" presId="urn:microsoft.com/office/officeart/2005/8/layout/hierarchy1"/>
    <dgm:cxn modelId="{A85D72F3-6F53-41A2-A308-234FBB0C3D2E}" type="presOf" srcId="{FE9F8C37-6CFD-4CDA-A5C6-D93202FA73FF}" destId="{90C49427-BEEA-440C-AC3B-23F3AA2A1DE3}" srcOrd="0" destOrd="0" presId="urn:microsoft.com/office/officeart/2005/8/layout/hierarchy1"/>
    <dgm:cxn modelId="{D2A0D2FA-2FC9-4BD4-895D-76869C28CBA1}" srcId="{FE9F8C37-6CFD-4CDA-A5C6-D93202FA73FF}" destId="{584844E3-D12D-4659-86D9-74C7227703D5}" srcOrd="1" destOrd="0" parTransId="{E0C27B5D-E557-48E6-B5C3-7AFB44D2F52E}" sibTransId="{5758EE20-6C3E-4794-A0CC-49F9033FA868}"/>
    <dgm:cxn modelId="{755BFCFF-BEC9-4892-9935-BB6694239550}" type="presParOf" srcId="{90C49427-BEEA-440C-AC3B-23F3AA2A1DE3}" destId="{68D1492B-899C-4677-B4C8-9C4BB25C994E}" srcOrd="0" destOrd="0" presId="urn:microsoft.com/office/officeart/2005/8/layout/hierarchy1"/>
    <dgm:cxn modelId="{3F0971E8-0D99-41CD-9AC8-007AD90E5AAF}" type="presParOf" srcId="{68D1492B-899C-4677-B4C8-9C4BB25C994E}" destId="{2658AEEB-CBDD-4ABA-9BB5-0E44819828AF}" srcOrd="0" destOrd="0" presId="urn:microsoft.com/office/officeart/2005/8/layout/hierarchy1"/>
    <dgm:cxn modelId="{22470F1E-F0CC-4013-9EC3-A2B48ABBFCBC}" type="presParOf" srcId="{2658AEEB-CBDD-4ABA-9BB5-0E44819828AF}" destId="{B13B4B5C-1459-495E-BC05-B6D729104D82}" srcOrd="0" destOrd="0" presId="urn:microsoft.com/office/officeart/2005/8/layout/hierarchy1"/>
    <dgm:cxn modelId="{91E974B3-E667-423B-9C10-9921EA82CA5C}" type="presParOf" srcId="{2658AEEB-CBDD-4ABA-9BB5-0E44819828AF}" destId="{11FD2571-8229-4872-817F-7D0889B59B85}" srcOrd="1" destOrd="0" presId="urn:microsoft.com/office/officeart/2005/8/layout/hierarchy1"/>
    <dgm:cxn modelId="{1042B75B-F3E7-4B82-A290-D67F534846A1}" type="presParOf" srcId="{68D1492B-899C-4677-B4C8-9C4BB25C994E}" destId="{B91E6063-3656-4531-A470-83F93B17B682}" srcOrd="1" destOrd="0" presId="urn:microsoft.com/office/officeart/2005/8/layout/hierarchy1"/>
    <dgm:cxn modelId="{3C43A74E-B6EE-4B47-9F99-A1775F2FAE1C}" type="presParOf" srcId="{90C49427-BEEA-440C-AC3B-23F3AA2A1DE3}" destId="{91C86926-7EF1-43B2-8C73-0F209D18BE6D}" srcOrd="1" destOrd="0" presId="urn:microsoft.com/office/officeart/2005/8/layout/hierarchy1"/>
    <dgm:cxn modelId="{572CB8DF-AD2B-49CA-B5F9-F883FC1477CF}" type="presParOf" srcId="{91C86926-7EF1-43B2-8C73-0F209D18BE6D}" destId="{95919750-069D-4123-B922-DFFE5D184C41}" srcOrd="0" destOrd="0" presId="urn:microsoft.com/office/officeart/2005/8/layout/hierarchy1"/>
    <dgm:cxn modelId="{6A9E4714-64D1-4677-9304-57688987CA69}" type="presParOf" srcId="{95919750-069D-4123-B922-DFFE5D184C41}" destId="{C9D59EF8-4915-465E-A877-FE0915CE45C4}" srcOrd="0" destOrd="0" presId="urn:microsoft.com/office/officeart/2005/8/layout/hierarchy1"/>
    <dgm:cxn modelId="{6827C6AD-84EB-4BBD-B0ED-437D0ED7D995}" type="presParOf" srcId="{95919750-069D-4123-B922-DFFE5D184C41}" destId="{D8A37607-E7F3-4788-B325-52177E02ED11}" srcOrd="1" destOrd="0" presId="urn:microsoft.com/office/officeart/2005/8/layout/hierarchy1"/>
    <dgm:cxn modelId="{6FD18220-3BDE-4D5B-BBC0-9654D1EF1B75}" type="presParOf" srcId="{91C86926-7EF1-43B2-8C73-0F209D18BE6D}" destId="{CE57C09E-4B42-4EFE-842E-ABFC5B6D20B9}" srcOrd="1" destOrd="0" presId="urn:microsoft.com/office/officeart/2005/8/layout/hierarchy1"/>
    <dgm:cxn modelId="{5F96EC62-F497-4FD2-A0B3-DDE65F2E69AB}" type="presParOf" srcId="{90C49427-BEEA-440C-AC3B-23F3AA2A1DE3}" destId="{2A6F0EEF-E517-4128-9B6E-CC4BEE82D9BF}" srcOrd="2" destOrd="0" presId="urn:microsoft.com/office/officeart/2005/8/layout/hierarchy1"/>
    <dgm:cxn modelId="{8ADB136E-8C5C-4F7F-AD4A-083365A6BDBE}" type="presParOf" srcId="{2A6F0EEF-E517-4128-9B6E-CC4BEE82D9BF}" destId="{C3831B19-E595-4DB8-B4D2-F93C31B85C10}" srcOrd="0" destOrd="0" presId="urn:microsoft.com/office/officeart/2005/8/layout/hierarchy1"/>
    <dgm:cxn modelId="{E2862B7C-BE2F-43DA-A16F-A2C1B98B689F}" type="presParOf" srcId="{C3831B19-E595-4DB8-B4D2-F93C31B85C10}" destId="{406C458B-67A5-4F35-9165-022604A5C491}" srcOrd="0" destOrd="0" presId="urn:microsoft.com/office/officeart/2005/8/layout/hierarchy1"/>
    <dgm:cxn modelId="{23793FA0-7B79-4FA8-9B45-27576CDC17AA}" type="presParOf" srcId="{C3831B19-E595-4DB8-B4D2-F93C31B85C10}" destId="{244C295B-A5D8-4376-A9CF-33FE99AC052A}" srcOrd="1" destOrd="0" presId="urn:microsoft.com/office/officeart/2005/8/layout/hierarchy1"/>
    <dgm:cxn modelId="{C5C63B3E-6760-4872-8EA9-4C31E68459D9}" type="presParOf" srcId="{2A6F0EEF-E517-4128-9B6E-CC4BEE82D9BF}" destId="{2B88D80D-CB84-4FA0-8978-56B4BFDFF27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BB59CBC-1543-4C9E-AAEC-3F49789A6BC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3519F34-B150-46C9-B829-198F342478EA}">
      <dgm:prSet/>
      <dgm:spPr/>
      <dgm:t>
        <a:bodyPr/>
        <a:lstStyle/>
        <a:p>
          <a:r>
            <a:rPr lang="en-US"/>
            <a:t>- Diagnóstico de doenças</a:t>
          </a:r>
        </a:p>
      </dgm:t>
    </dgm:pt>
    <dgm:pt modelId="{3BC87EBE-714F-4238-916B-E67642B0E519}" type="parTrans" cxnId="{4CB4673C-FB00-4BE6-910B-44F2AE036A6E}">
      <dgm:prSet/>
      <dgm:spPr/>
      <dgm:t>
        <a:bodyPr/>
        <a:lstStyle/>
        <a:p>
          <a:endParaRPr lang="en-US"/>
        </a:p>
      </dgm:t>
    </dgm:pt>
    <dgm:pt modelId="{5528523F-17B9-4D15-A232-8AD44E59B340}" type="sibTrans" cxnId="{4CB4673C-FB00-4BE6-910B-44F2AE036A6E}">
      <dgm:prSet/>
      <dgm:spPr/>
      <dgm:t>
        <a:bodyPr/>
        <a:lstStyle/>
        <a:p>
          <a:endParaRPr lang="en-US"/>
        </a:p>
      </dgm:t>
    </dgm:pt>
    <dgm:pt modelId="{1E0853CD-D591-4A81-85C8-7CB111C8D51B}">
      <dgm:prSet/>
      <dgm:spPr/>
      <dgm:t>
        <a:bodyPr/>
        <a:lstStyle/>
        <a:p>
          <a:r>
            <a:rPr lang="en-US"/>
            <a:t>- Previsão de falhas</a:t>
          </a:r>
        </a:p>
      </dgm:t>
    </dgm:pt>
    <dgm:pt modelId="{F0D4CF38-88D8-4862-A363-64EDD85D064E}" type="parTrans" cxnId="{FA11AC4A-FD68-4B5B-9819-A3E28B36FED2}">
      <dgm:prSet/>
      <dgm:spPr/>
      <dgm:t>
        <a:bodyPr/>
        <a:lstStyle/>
        <a:p>
          <a:endParaRPr lang="en-US"/>
        </a:p>
      </dgm:t>
    </dgm:pt>
    <dgm:pt modelId="{41A84E38-5DB5-4F67-8AAA-B91E4D7589EA}" type="sibTrans" cxnId="{FA11AC4A-FD68-4B5B-9819-A3E28B36FED2}">
      <dgm:prSet/>
      <dgm:spPr/>
      <dgm:t>
        <a:bodyPr/>
        <a:lstStyle/>
        <a:p>
          <a:endParaRPr lang="en-US"/>
        </a:p>
      </dgm:t>
    </dgm:pt>
    <dgm:pt modelId="{2C2F4F1E-1F77-4062-A162-E6CB60FFA321}">
      <dgm:prSet/>
      <dgm:spPr/>
      <dgm:t>
        <a:bodyPr/>
        <a:lstStyle/>
        <a:p>
          <a:r>
            <a:rPr lang="en-US"/>
            <a:t>- Recomendação de filmes</a:t>
          </a:r>
        </a:p>
      </dgm:t>
    </dgm:pt>
    <dgm:pt modelId="{8767E2A6-5121-44F7-802A-36E5301F546F}" type="parTrans" cxnId="{57D833E0-D7F0-4963-B068-563E3D8D7E9D}">
      <dgm:prSet/>
      <dgm:spPr/>
      <dgm:t>
        <a:bodyPr/>
        <a:lstStyle/>
        <a:p>
          <a:endParaRPr lang="en-US"/>
        </a:p>
      </dgm:t>
    </dgm:pt>
    <dgm:pt modelId="{B68738A2-9C17-46C2-8678-2D4DC6A6D56B}" type="sibTrans" cxnId="{57D833E0-D7F0-4963-B068-563E3D8D7E9D}">
      <dgm:prSet/>
      <dgm:spPr/>
      <dgm:t>
        <a:bodyPr/>
        <a:lstStyle/>
        <a:p>
          <a:endParaRPr lang="en-US"/>
        </a:p>
      </dgm:t>
    </dgm:pt>
    <dgm:pt modelId="{A38681ED-3DDD-464E-91D7-D49CD64DF262}">
      <dgm:prSet/>
      <dgm:spPr/>
      <dgm:t>
        <a:bodyPr/>
        <a:lstStyle/>
        <a:p>
          <a:r>
            <a:rPr lang="en-US"/>
            <a:t>- Reconhecimento de voz</a:t>
          </a:r>
        </a:p>
      </dgm:t>
    </dgm:pt>
    <dgm:pt modelId="{BE4DC181-EC61-4557-B159-DE754D1131E4}" type="parTrans" cxnId="{756641D9-F02E-4BEF-BE0D-1E3B1C697E77}">
      <dgm:prSet/>
      <dgm:spPr/>
      <dgm:t>
        <a:bodyPr/>
        <a:lstStyle/>
        <a:p>
          <a:endParaRPr lang="en-US"/>
        </a:p>
      </dgm:t>
    </dgm:pt>
    <dgm:pt modelId="{F432980C-B99D-418B-B2A6-C079BDE212D4}" type="sibTrans" cxnId="{756641D9-F02E-4BEF-BE0D-1E3B1C697E77}">
      <dgm:prSet/>
      <dgm:spPr/>
      <dgm:t>
        <a:bodyPr/>
        <a:lstStyle/>
        <a:p>
          <a:endParaRPr lang="en-US"/>
        </a:p>
      </dgm:t>
    </dgm:pt>
    <dgm:pt modelId="{B9D92857-4D28-4992-B28B-FE15C8270E85}">
      <dgm:prSet/>
      <dgm:spPr/>
      <dgm:t>
        <a:bodyPr/>
        <a:lstStyle/>
        <a:p>
          <a:r>
            <a:rPr lang="en-US"/>
            <a:t>- Detecção de fraudes</a:t>
          </a:r>
        </a:p>
      </dgm:t>
    </dgm:pt>
    <dgm:pt modelId="{109F16E5-A7EE-4091-8780-544414343020}" type="parTrans" cxnId="{23A0D7E6-8725-41EE-8044-3365E96BF832}">
      <dgm:prSet/>
      <dgm:spPr/>
      <dgm:t>
        <a:bodyPr/>
        <a:lstStyle/>
        <a:p>
          <a:endParaRPr lang="en-US"/>
        </a:p>
      </dgm:t>
    </dgm:pt>
    <dgm:pt modelId="{99091A7C-4713-4323-8159-68EAD5DA6136}" type="sibTrans" cxnId="{23A0D7E6-8725-41EE-8044-3365E96BF832}">
      <dgm:prSet/>
      <dgm:spPr/>
      <dgm:t>
        <a:bodyPr/>
        <a:lstStyle/>
        <a:p>
          <a:endParaRPr lang="en-US"/>
        </a:p>
      </dgm:t>
    </dgm:pt>
    <dgm:pt modelId="{C1C6B6DB-458D-4D01-97B8-AA4A4B34F55A}">
      <dgm:prSet/>
      <dgm:spPr/>
      <dgm:t>
        <a:bodyPr/>
        <a:lstStyle/>
        <a:p>
          <a:r>
            <a:rPr lang="en-US"/>
            <a:t>- Anúncios personalizados</a:t>
          </a:r>
        </a:p>
      </dgm:t>
    </dgm:pt>
    <dgm:pt modelId="{DC71B7C2-C936-47C7-9355-3152A84C0021}" type="parTrans" cxnId="{5A73237D-3B57-4B73-9F76-92643E77CD29}">
      <dgm:prSet/>
      <dgm:spPr/>
      <dgm:t>
        <a:bodyPr/>
        <a:lstStyle/>
        <a:p>
          <a:endParaRPr lang="en-US"/>
        </a:p>
      </dgm:t>
    </dgm:pt>
    <dgm:pt modelId="{95854AF7-6CE9-49DB-9EB3-2E6D0CF16AE3}" type="sibTrans" cxnId="{5A73237D-3B57-4B73-9F76-92643E77CD29}">
      <dgm:prSet/>
      <dgm:spPr/>
      <dgm:t>
        <a:bodyPr/>
        <a:lstStyle/>
        <a:p>
          <a:endParaRPr lang="en-US"/>
        </a:p>
      </dgm:t>
    </dgm:pt>
    <dgm:pt modelId="{FE5D7D37-C502-49C4-89EB-F4E3C3BE08D6}" type="pres">
      <dgm:prSet presAssocID="{4BB59CBC-1543-4C9E-AAEC-3F49789A6BCD}" presName="root" presStyleCnt="0">
        <dgm:presLayoutVars>
          <dgm:dir/>
          <dgm:resizeHandles val="exact"/>
        </dgm:presLayoutVars>
      </dgm:prSet>
      <dgm:spPr/>
    </dgm:pt>
    <dgm:pt modelId="{E9F8694C-21D5-4EDA-9D92-3A662E3A7AB0}" type="pres">
      <dgm:prSet presAssocID="{03519F34-B150-46C9-B829-198F342478EA}" presName="compNode" presStyleCnt="0"/>
      <dgm:spPr/>
    </dgm:pt>
    <dgm:pt modelId="{04F2FB73-6970-48D1-AE30-47E4CC4CB3D7}" type="pres">
      <dgm:prSet presAssocID="{03519F34-B150-46C9-B829-198F342478EA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gnóstico"/>
        </a:ext>
      </dgm:extLst>
    </dgm:pt>
    <dgm:pt modelId="{FF49CFA9-4F50-4108-AF88-2E8FFB9C7F17}" type="pres">
      <dgm:prSet presAssocID="{03519F34-B150-46C9-B829-198F342478EA}" presName="spaceRect" presStyleCnt="0"/>
      <dgm:spPr/>
    </dgm:pt>
    <dgm:pt modelId="{1127D787-FA2F-4D65-A012-BF2995CFCE66}" type="pres">
      <dgm:prSet presAssocID="{03519F34-B150-46C9-B829-198F342478EA}" presName="textRect" presStyleLbl="revTx" presStyleIdx="0" presStyleCnt="6">
        <dgm:presLayoutVars>
          <dgm:chMax val="1"/>
          <dgm:chPref val="1"/>
        </dgm:presLayoutVars>
      </dgm:prSet>
      <dgm:spPr/>
    </dgm:pt>
    <dgm:pt modelId="{5B0CF188-DD42-401E-A978-8D379F0341FF}" type="pres">
      <dgm:prSet presAssocID="{5528523F-17B9-4D15-A232-8AD44E59B340}" presName="sibTrans" presStyleCnt="0"/>
      <dgm:spPr/>
    </dgm:pt>
    <dgm:pt modelId="{429A16A3-4C89-4C93-A305-33403A3B3E6C}" type="pres">
      <dgm:prSet presAssocID="{1E0853CD-D591-4A81-85C8-7CB111C8D51B}" presName="compNode" presStyleCnt="0"/>
      <dgm:spPr/>
    </dgm:pt>
    <dgm:pt modelId="{3F781633-59F4-43F0-B9A9-54A86B6D2E7A}" type="pres">
      <dgm:prSet presAssocID="{1E0853CD-D591-4A81-85C8-7CB111C8D51B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 seguro"/>
        </a:ext>
      </dgm:extLst>
    </dgm:pt>
    <dgm:pt modelId="{4244B6A3-C993-4CFB-A5DF-DC4E02A9B483}" type="pres">
      <dgm:prSet presAssocID="{1E0853CD-D591-4A81-85C8-7CB111C8D51B}" presName="spaceRect" presStyleCnt="0"/>
      <dgm:spPr/>
    </dgm:pt>
    <dgm:pt modelId="{3F4DDD1C-91CA-4291-8325-806710CBD9AD}" type="pres">
      <dgm:prSet presAssocID="{1E0853CD-D591-4A81-85C8-7CB111C8D51B}" presName="textRect" presStyleLbl="revTx" presStyleIdx="1" presStyleCnt="6">
        <dgm:presLayoutVars>
          <dgm:chMax val="1"/>
          <dgm:chPref val="1"/>
        </dgm:presLayoutVars>
      </dgm:prSet>
      <dgm:spPr/>
    </dgm:pt>
    <dgm:pt modelId="{0BE9426A-22F3-401D-BF3D-915F9CD8B388}" type="pres">
      <dgm:prSet presAssocID="{41A84E38-5DB5-4F67-8AAA-B91E4D7589EA}" presName="sibTrans" presStyleCnt="0"/>
      <dgm:spPr/>
    </dgm:pt>
    <dgm:pt modelId="{9307567E-B2A3-4BE0-BE24-9194C25BB85B}" type="pres">
      <dgm:prSet presAssocID="{2C2F4F1E-1F77-4062-A162-E6CB60FFA321}" presName="compNode" presStyleCnt="0"/>
      <dgm:spPr/>
    </dgm:pt>
    <dgm:pt modelId="{A85384BC-AF5B-4A85-8D68-F853752E961B}" type="pres">
      <dgm:prSet presAssocID="{2C2F4F1E-1F77-4062-A162-E6CB60FFA32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teiro"/>
        </a:ext>
      </dgm:extLst>
    </dgm:pt>
    <dgm:pt modelId="{F8B56188-F8E4-49D8-8CBD-7834A8BAC22F}" type="pres">
      <dgm:prSet presAssocID="{2C2F4F1E-1F77-4062-A162-E6CB60FFA321}" presName="spaceRect" presStyleCnt="0"/>
      <dgm:spPr/>
    </dgm:pt>
    <dgm:pt modelId="{0933B7B0-E5F5-4221-86CE-CDA7E4DBEFF7}" type="pres">
      <dgm:prSet presAssocID="{2C2F4F1E-1F77-4062-A162-E6CB60FFA321}" presName="textRect" presStyleLbl="revTx" presStyleIdx="2" presStyleCnt="6">
        <dgm:presLayoutVars>
          <dgm:chMax val="1"/>
          <dgm:chPref val="1"/>
        </dgm:presLayoutVars>
      </dgm:prSet>
      <dgm:spPr/>
    </dgm:pt>
    <dgm:pt modelId="{ED40CF1F-F8F7-4EF6-908D-C1CC473E7091}" type="pres">
      <dgm:prSet presAssocID="{B68738A2-9C17-46C2-8678-2D4DC6A6D56B}" presName="sibTrans" presStyleCnt="0"/>
      <dgm:spPr/>
    </dgm:pt>
    <dgm:pt modelId="{55446827-983B-4C49-ADFE-37B223A2D6E8}" type="pres">
      <dgm:prSet presAssocID="{A38681ED-3DDD-464E-91D7-D49CD64DF262}" presName="compNode" presStyleCnt="0"/>
      <dgm:spPr/>
    </dgm:pt>
    <dgm:pt modelId="{E0B1BF11-D7E3-4CBA-88CC-A85D210F14D8}" type="pres">
      <dgm:prSet presAssocID="{A38681ED-3DDD-464E-91D7-D49CD64DF262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orno de robô"/>
        </a:ext>
      </dgm:extLst>
    </dgm:pt>
    <dgm:pt modelId="{AB139D72-2B86-4729-BC4F-0C52CBE6B927}" type="pres">
      <dgm:prSet presAssocID="{A38681ED-3DDD-464E-91D7-D49CD64DF262}" presName="spaceRect" presStyleCnt="0"/>
      <dgm:spPr/>
    </dgm:pt>
    <dgm:pt modelId="{4BC7AD28-F272-4BED-9809-DBD6F13DE99E}" type="pres">
      <dgm:prSet presAssocID="{A38681ED-3DDD-464E-91D7-D49CD64DF262}" presName="textRect" presStyleLbl="revTx" presStyleIdx="3" presStyleCnt="6">
        <dgm:presLayoutVars>
          <dgm:chMax val="1"/>
          <dgm:chPref val="1"/>
        </dgm:presLayoutVars>
      </dgm:prSet>
      <dgm:spPr/>
    </dgm:pt>
    <dgm:pt modelId="{1BC367C3-E5AC-4D40-997C-F49E28C60D9E}" type="pres">
      <dgm:prSet presAssocID="{F432980C-B99D-418B-B2A6-C079BDE212D4}" presName="sibTrans" presStyleCnt="0"/>
      <dgm:spPr/>
    </dgm:pt>
    <dgm:pt modelId="{76507D3A-1184-42BF-B1DC-830D5FBAAFDF}" type="pres">
      <dgm:prSet presAssocID="{B9D92857-4D28-4992-B28B-FE15C8270E85}" presName="compNode" presStyleCnt="0"/>
      <dgm:spPr/>
    </dgm:pt>
    <dgm:pt modelId="{6F57F40A-A322-4617-9F9D-0199896BF55A}" type="pres">
      <dgm:prSet presAssocID="{B9D92857-4D28-4992-B28B-FE15C8270E85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mpressão digital"/>
        </a:ext>
      </dgm:extLst>
    </dgm:pt>
    <dgm:pt modelId="{24E2A3C1-199C-4DD1-B0D5-8E2A341B6FC2}" type="pres">
      <dgm:prSet presAssocID="{B9D92857-4D28-4992-B28B-FE15C8270E85}" presName="spaceRect" presStyleCnt="0"/>
      <dgm:spPr/>
    </dgm:pt>
    <dgm:pt modelId="{8567047E-D7CD-4852-9FE4-A2780CAD19A3}" type="pres">
      <dgm:prSet presAssocID="{B9D92857-4D28-4992-B28B-FE15C8270E85}" presName="textRect" presStyleLbl="revTx" presStyleIdx="4" presStyleCnt="6">
        <dgm:presLayoutVars>
          <dgm:chMax val="1"/>
          <dgm:chPref val="1"/>
        </dgm:presLayoutVars>
      </dgm:prSet>
      <dgm:spPr/>
    </dgm:pt>
    <dgm:pt modelId="{7EFA364E-4295-4403-B738-FBF82325E579}" type="pres">
      <dgm:prSet presAssocID="{99091A7C-4713-4323-8159-68EAD5DA6136}" presName="sibTrans" presStyleCnt="0"/>
      <dgm:spPr/>
    </dgm:pt>
    <dgm:pt modelId="{F88B755E-91F5-4C59-A435-7B896E7C39D8}" type="pres">
      <dgm:prSet presAssocID="{C1C6B6DB-458D-4D01-97B8-AA4A4B34F55A}" presName="compNode" presStyleCnt="0"/>
      <dgm:spPr/>
    </dgm:pt>
    <dgm:pt modelId="{CD4F0790-A618-48C9-87ED-F747F84B063A}" type="pres">
      <dgm:prSet presAssocID="{C1C6B6DB-458D-4D01-97B8-AA4A4B34F55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hishing"/>
        </a:ext>
      </dgm:extLst>
    </dgm:pt>
    <dgm:pt modelId="{311776D1-D121-4D4A-89B8-ADF53A290BC2}" type="pres">
      <dgm:prSet presAssocID="{C1C6B6DB-458D-4D01-97B8-AA4A4B34F55A}" presName="spaceRect" presStyleCnt="0"/>
      <dgm:spPr/>
    </dgm:pt>
    <dgm:pt modelId="{DEC23945-132A-439E-AA70-61F7889397FD}" type="pres">
      <dgm:prSet presAssocID="{C1C6B6DB-458D-4D01-97B8-AA4A4B34F55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DAD1A0E-1AE5-40BF-9BB2-B06C06843A35}" type="presOf" srcId="{C1C6B6DB-458D-4D01-97B8-AA4A4B34F55A}" destId="{DEC23945-132A-439E-AA70-61F7889397FD}" srcOrd="0" destOrd="0" presId="urn:microsoft.com/office/officeart/2018/2/layout/IconLabelList"/>
    <dgm:cxn modelId="{4CB4673C-FB00-4BE6-910B-44F2AE036A6E}" srcId="{4BB59CBC-1543-4C9E-AAEC-3F49789A6BCD}" destId="{03519F34-B150-46C9-B829-198F342478EA}" srcOrd="0" destOrd="0" parTransId="{3BC87EBE-714F-4238-916B-E67642B0E519}" sibTransId="{5528523F-17B9-4D15-A232-8AD44E59B340}"/>
    <dgm:cxn modelId="{68F0ED45-4E9E-4A90-B9BA-7ED01B7E0449}" type="presOf" srcId="{03519F34-B150-46C9-B829-198F342478EA}" destId="{1127D787-FA2F-4D65-A012-BF2995CFCE66}" srcOrd="0" destOrd="0" presId="urn:microsoft.com/office/officeart/2018/2/layout/IconLabelList"/>
    <dgm:cxn modelId="{FA11AC4A-FD68-4B5B-9819-A3E28B36FED2}" srcId="{4BB59CBC-1543-4C9E-AAEC-3F49789A6BCD}" destId="{1E0853CD-D591-4A81-85C8-7CB111C8D51B}" srcOrd="1" destOrd="0" parTransId="{F0D4CF38-88D8-4862-A363-64EDD85D064E}" sibTransId="{41A84E38-5DB5-4F67-8AAA-B91E4D7589EA}"/>
    <dgm:cxn modelId="{47BF5C4B-3120-4739-9131-1C59EB13DEF6}" type="presOf" srcId="{2C2F4F1E-1F77-4062-A162-E6CB60FFA321}" destId="{0933B7B0-E5F5-4221-86CE-CDA7E4DBEFF7}" srcOrd="0" destOrd="0" presId="urn:microsoft.com/office/officeart/2018/2/layout/IconLabelList"/>
    <dgm:cxn modelId="{ADACC871-C404-4239-AC16-9ADCBDA2B173}" type="presOf" srcId="{1E0853CD-D591-4A81-85C8-7CB111C8D51B}" destId="{3F4DDD1C-91CA-4291-8325-806710CBD9AD}" srcOrd="0" destOrd="0" presId="urn:microsoft.com/office/officeart/2018/2/layout/IconLabelList"/>
    <dgm:cxn modelId="{928D6C72-D092-4AA0-821B-29D583DD6B1C}" type="presOf" srcId="{4BB59CBC-1543-4C9E-AAEC-3F49789A6BCD}" destId="{FE5D7D37-C502-49C4-89EB-F4E3C3BE08D6}" srcOrd="0" destOrd="0" presId="urn:microsoft.com/office/officeart/2018/2/layout/IconLabelList"/>
    <dgm:cxn modelId="{5A73237D-3B57-4B73-9F76-92643E77CD29}" srcId="{4BB59CBC-1543-4C9E-AAEC-3F49789A6BCD}" destId="{C1C6B6DB-458D-4D01-97B8-AA4A4B34F55A}" srcOrd="5" destOrd="0" parTransId="{DC71B7C2-C936-47C7-9355-3152A84C0021}" sibTransId="{95854AF7-6CE9-49DB-9EB3-2E6D0CF16AE3}"/>
    <dgm:cxn modelId="{2BEBAAA1-1F58-484D-B049-B9A3BCC1DBBA}" type="presOf" srcId="{A38681ED-3DDD-464E-91D7-D49CD64DF262}" destId="{4BC7AD28-F272-4BED-9809-DBD6F13DE99E}" srcOrd="0" destOrd="0" presId="urn:microsoft.com/office/officeart/2018/2/layout/IconLabelList"/>
    <dgm:cxn modelId="{CE6CBDAA-1377-4D65-B713-D8AADBC0587C}" type="presOf" srcId="{B9D92857-4D28-4992-B28B-FE15C8270E85}" destId="{8567047E-D7CD-4852-9FE4-A2780CAD19A3}" srcOrd="0" destOrd="0" presId="urn:microsoft.com/office/officeart/2018/2/layout/IconLabelList"/>
    <dgm:cxn modelId="{756641D9-F02E-4BEF-BE0D-1E3B1C697E77}" srcId="{4BB59CBC-1543-4C9E-AAEC-3F49789A6BCD}" destId="{A38681ED-3DDD-464E-91D7-D49CD64DF262}" srcOrd="3" destOrd="0" parTransId="{BE4DC181-EC61-4557-B159-DE754D1131E4}" sibTransId="{F432980C-B99D-418B-B2A6-C079BDE212D4}"/>
    <dgm:cxn modelId="{57D833E0-D7F0-4963-B068-563E3D8D7E9D}" srcId="{4BB59CBC-1543-4C9E-AAEC-3F49789A6BCD}" destId="{2C2F4F1E-1F77-4062-A162-E6CB60FFA321}" srcOrd="2" destOrd="0" parTransId="{8767E2A6-5121-44F7-802A-36E5301F546F}" sibTransId="{B68738A2-9C17-46C2-8678-2D4DC6A6D56B}"/>
    <dgm:cxn modelId="{23A0D7E6-8725-41EE-8044-3365E96BF832}" srcId="{4BB59CBC-1543-4C9E-AAEC-3F49789A6BCD}" destId="{B9D92857-4D28-4992-B28B-FE15C8270E85}" srcOrd="4" destOrd="0" parTransId="{109F16E5-A7EE-4091-8780-544414343020}" sibTransId="{99091A7C-4713-4323-8159-68EAD5DA6136}"/>
    <dgm:cxn modelId="{E5992CD3-783E-4C14-BC70-BEFDEBE435FA}" type="presParOf" srcId="{FE5D7D37-C502-49C4-89EB-F4E3C3BE08D6}" destId="{E9F8694C-21D5-4EDA-9D92-3A662E3A7AB0}" srcOrd="0" destOrd="0" presId="urn:microsoft.com/office/officeart/2018/2/layout/IconLabelList"/>
    <dgm:cxn modelId="{010B7F44-1413-4753-BB84-37271B8621D8}" type="presParOf" srcId="{E9F8694C-21D5-4EDA-9D92-3A662E3A7AB0}" destId="{04F2FB73-6970-48D1-AE30-47E4CC4CB3D7}" srcOrd="0" destOrd="0" presId="urn:microsoft.com/office/officeart/2018/2/layout/IconLabelList"/>
    <dgm:cxn modelId="{B1294D32-E5C8-4936-BEB2-62BCB2FCC289}" type="presParOf" srcId="{E9F8694C-21D5-4EDA-9D92-3A662E3A7AB0}" destId="{FF49CFA9-4F50-4108-AF88-2E8FFB9C7F17}" srcOrd="1" destOrd="0" presId="urn:microsoft.com/office/officeart/2018/2/layout/IconLabelList"/>
    <dgm:cxn modelId="{E2A173F1-CA19-4EF6-8F49-AB7A7D5481BA}" type="presParOf" srcId="{E9F8694C-21D5-4EDA-9D92-3A662E3A7AB0}" destId="{1127D787-FA2F-4D65-A012-BF2995CFCE66}" srcOrd="2" destOrd="0" presId="urn:microsoft.com/office/officeart/2018/2/layout/IconLabelList"/>
    <dgm:cxn modelId="{CB7DFFD4-B4C4-4EBF-9537-8C7D68E2DFDC}" type="presParOf" srcId="{FE5D7D37-C502-49C4-89EB-F4E3C3BE08D6}" destId="{5B0CF188-DD42-401E-A978-8D379F0341FF}" srcOrd="1" destOrd="0" presId="urn:microsoft.com/office/officeart/2018/2/layout/IconLabelList"/>
    <dgm:cxn modelId="{3C269771-E26B-4E1E-843A-ED863425BE68}" type="presParOf" srcId="{FE5D7D37-C502-49C4-89EB-F4E3C3BE08D6}" destId="{429A16A3-4C89-4C93-A305-33403A3B3E6C}" srcOrd="2" destOrd="0" presId="urn:microsoft.com/office/officeart/2018/2/layout/IconLabelList"/>
    <dgm:cxn modelId="{4C6364C5-5422-4FD3-A902-9FC85699F422}" type="presParOf" srcId="{429A16A3-4C89-4C93-A305-33403A3B3E6C}" destId="{3F781633-59F4-43F0-B9A9-54A86B6D2E7A}" srcOrd="0" destOrd="0" presId="urn:microsoft.com/office/officeart/2018/2/layout/IconLabelList"/>
    <dgm:cxn modelId="{863CA615-AF59-4E1B-AEE6-C0BF2954C4FF}" type="presParOf" srcId="{429A16A3-4C89-4C93-A305-33403A3B3E6C}" destId="{4244B6A3-C993-4CFB-A5DF-DC4E02A9B483}" srcOrd="1" destOrd="0" presId="urn:microsoft.com/office/officeart/2018/2/layout/IconLabelList"/>
    <dgm:cxn modelId="{024DA809-97C8-495C-9842-536B61328766}" type="presParOf" srcId="{429A16A3-4C89-4C93-A305-33403A3B3E6C}" destId="{3F4DDD1C-91CA-4291-8325-806710CBD9AD}" srcOrd="2" destOrd="0" presId="urn:microsoft.com/office/officeart/2018/2/layout/IconLabelList"/>
    <dgm:cxn modelId="{6066890C-ADC7-45EC-8BD8-F9488FAD336E}" type="presParOf" srcId="{FE5D7D37-C502-49C4-89EB-F4E3C3BE08D6}" destId="{0BE9426A-22F3-401D-BF3D-915F9CD8B388}" srcOrd="3" destOrd="0" presId="urn:microsoft.com/office/officeart/2018/2/layout/IconLabelList"/>
    <dgm:cxn modelId="{EE11F88B-3DA3-43CD-BF82-74334F40843B}" type="presParOf" srcId="{FE5D7D37-C502-49C4-89EB-F4E3C3BE08D6}" destId="{9307567E-B2A3-4BE0-BE24-9194C25BB85B}" srcOrd="4" destOrd="0" presId="urn:microsoft.com/office/officeart/2018/2/layout/IconLabelList"/>
    <dgm:cxn modelId="{3F0C089A-C1EC-482F-8CCD-2476F81E3B54}" type="presParOf" srcId="{9307567E-B2A3-4BE0-BE24-9194C25BB85B}" destId="{A85384BC-AF5B-4A85-8D68-F853752E961B}" srcOrd="0" destOrd="0" presId="urn:microsoft.com/office/officeart/2018/2/layout/IconLabelList"/>
    <dgm:cxn modelId="{66E93A75-3191-4F79-A5B9-035614552E9A}" type="presParOf" srcId="{9307567E-B2A3-4BE0-BE24-9194C25BB85B}" destId="{F8B56188-F8E4-49D8-8CBD-7834A8BAC22F}" srcOrd="1" destOrd="0" presId="urn:microsoft.com/office/officeart/2018/2/layout/IconLabelList"/>
    <dgm:cxn modelId="{8F539922-1860-48FE-8383-AF219C4A1316}" type="presParOf" srcId="{9307567E-B2A3-4BE0-BE24-9194C25BB85B}" destId="{0933B7B0-E5F5-4221-86CE-CDA7E4DBEFF7}" srcOrd="2" destOrd="0" presId="urn:microsoft.com/office/officeart/2018/2/layout/IconLabelList"/>
    <dgm:cxn modelId="{7B7255F5-F80E-439F-9104-65DDE3EE3CB7}" type="presParOf" srcId="{FE5D7D37-C502-49C4-89EB-F4E3C3BE08D6}" destId="{ED40CF1F-F8F7-4EF6-908D-C1CC473E7091}" srcOrd="5" destOrd="0" presId="urn:microsoft.com/office/officeart/2018/2/layout/IconLabelList"/>
    <dgm:cxn modelId="{43E7637B-223A-4506-B0CD-C41B89A91965}" type="presParOf" srcId="{FE5D7D37-C502-49C4-89EB-F4E3C3BE08D6}" destId="{55446827-983B-4C49-ADFE-37B223A2D6E8}" srcOrd="6" destOrd="0" presId="urn:microsoft.com/office/officeart/2018/2/layout/IconLabelList"/>
    <dgm:cxn modelId="{41C71BD2-E30B-4B86-9D5B-EF00A9FADD7F}" type="presParOf" srcId="{55446827-983B-4C49-ADFE-37B223A2D6E8}" destId="{E0B1BF11-D7E3-4CBA-88CC-A85D210F14D8}" srcOrd="0" destOrd="0" presId="urn:microsoft.com/office/officeart/2018/2/layout/IconLabelList"/>
    <dgm:cxn modelId="{A190B923-877D-401F-88A8-7A8D560DBF68}" type="presParOf" srcId="{55446827-983B-4C49-ADFE-37B223A2D6E8}" destId="{AB139D72-2B86-4729-BC4F-0C52CBE6B927}" srcOrd="1" destOrd="0" presId="urn:microsoft.com/office/officeart/2018/2/layout/IconLabelList"/>
    <dgm:cxn modelId="{218CEF37-BF2F-4BC0-8910-A5DF1A023A57}" type="presParOf" srcId="{55446827-983B-4C49-ADFE-37B223A2D6E8}" destId="{4BC7AD28-F272-4BED-9809-DBD6F13DE99E}" srcOrd="2" destOrd="0" presId="urn:microsoft.com/office/officeart/2018/2/layout/IconLabelList"/>
    <dgm:cxn modelId="{9902FF30-A4F8-4DE2-9F2D-338BA30E832E}" type="presParOf" srcId="{FE5D7D37-C502-49C4-89EB-F4E3C3BE08D6}" destId="{1BC367C3-E5AC-4D40-997C-F49E28C60D9E}" srcOrd="7" destOrd="0" presId="urn:microsoft.com/office/officeart/2018/2/layout/IconLabelList"/>
    <dgm:cxn modelId="{68D7A896-14EF-4279-9160-B641358C4A51}" type="presParOf" srcId="{FE5D7D37-C502-49C4-89EB-F4E3C3BE08D6}" destId="{76507D3A-1184-42BF-B1DC-830D5FBAAFDF}" srcOrd="8" destOrd="0" presId="urn:microsoft.com/office/officeart/2018/2/layout/IconLabelList"/>
    <dgm:cxn modelId="{5CCC3C2D-F645-4154-928F-54383F84272D}" type="presParOf" srcId="{76507D3A-1184-42BF-B1DC-830D5FBAAFDF}" destId="{6F57F40A-A322-4617-9F9D-0199896BF55A}" srcOrd="0" destOrd="0" presId="urn:microsoft.com/office/officeart/2018/2/layout/IconLabelList"/>
    <dgm:cxn modelId="{6EFB0924-C9BB-4D04-B715-5F9F97DE0B1B}" type="presParOf" srcId="{76507D3A-1184-42BF-B1DC-830D5FBAAFDF}" destId="{24E2A3C1-199C-4DD1-B0D5-8E2A341B6FC2}" srcOrd="1" destOrd="0" presId="urn:microsoft.com/office/officeart/2018/2/layout/IconLabelList"/>
    <dgm:cxn modelId="{2EBF1957-A944-42BE-AF94-02CF55FBFDAC}" type="presParOf" srcId="{76507D3A-1184-42BF-B1DC-830D5FBAAFDF}" destId="{8567047E-D7CD-4852-9FE4-A2780CAD19A3}" srcOrd="2" destOrd="0" presId="urn:microsoft.com/office/officeart/2018/2/layout/IconLabelList"/>
    <dgm:cxn modelId="{AE93A8BD-E621-4BF9-A717-DB25E629932E}" type="presParOf" srcId="{FE5D7D37-C502-49C4-89EB-F4E3C3BE08D6}" destId="{7EFA364E-4295-4403-B738-FBF82325E579}" srcOrd="9" destOrd="0" presId="urn:microsoft.com/office/officeart/2018/2/layout/IconLabelList"/>
    <dgm:cxn modelId="{D2CBE90C-4E96-459F-B2E1-CE9A29F806BE}" type="presParOf" srcId="{FE5D7D37-C502-49C4-89EB-F4E3C3BE08D6}" destId="{F88B755E-91F5-4C59-A435-7B896E7C39D8}" srcOrd="10" destOrd="0" presId="urn:microsoft.com/office/officeart/2018/2/layout/IconLabelList"/>
    <dgm:cxn modelId="{45C971F7-2A00-4900-A384-FD43E7DADDA3}" type="presParOf" srcId="{F88B755E-91F5-4C59-A435-7B896E7C39D8}" destId="{CD4F0790-A618-48C9-87ED-F747F84B063A}" srcOrd="0" destOrd="0" presId="urn:microsoft.com/office/officeart/2018/2/layout/IconLabelList"/>
    <dgm:cxn modelId="{579FBBD3-C288-4E75-A672-1B151A0EB158}" type="presParOf" srcId="{F88B755E-91F5-4C59-A435-7B896E7C39D8}" destId="{311776D1-D121-4D4A-89B8-ADF53A290BC2}" srcOrd="1" destOrd="0" presId="urn:microsoft.com/office/officeart/2018/2/layout/IconLabelList"/>
    <dgm:cxn modelId="{445B4E7F-7C2A-4173-BBC3-8566EDDF2378}" type="presParOf" srcId="{F88B755E-91F5-4C59-A435-7B896E7C39D8}" destId="{DEC23945-132A-439E-AA70-61F7889397F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D45E5AA-254A-491F-B380-114D615A4856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931D282-64F1-4589-8EB5-C68080083860}">
      <dgm:prSet/>
      <dgm:spPr/>
      <dgm:t>
        <a:bodyPr/>
        <a:lstStyle/>
        <a:p>
          <a:pPr>
            <a:defRPr b="1"/>
          </a:pPr>
          <a:r>
            <a:rPr lang="en-US"/>
            <a:t>Desafio: Definir um problema real resolvido com ML</a:t>
          </a:r>
        </a:p>
      </dgm:t>
    </dgm:pt>
    <dgm:pt modelId="{D00559F4-EB0D-4FE5-A654-6DCCCB39417A}" type="parTrans" cxnId="{E821FEAD-B5E8-4F99-8990-64CD3EB78864}">
      <dgm:prSet/>
      <dgm:spPr/>
      <dgm:t>
        <a:bodyPr/>
        <a:lstStyle/>
        <a:p>
          <a:endParaRPr lang="en-US"/>
        </a:p>
      </dgm:t>
    </dgm:pt>
    <dgm:pt modelId="{F0CDBC11-B993-4739-A417-F7C25719A13E}" type="sibTrans" cxnId="{E821FEAD-B5E8-4F99-8990-64CD3EB78864}">
      <dgm:prSet/>
      <dgm:spPr/>
      <dgm:t>
        <a:bodyPr/>
        <a:lstStyle/>
        <a:p>
          <a:endParaRPr lang="en-US"/>
        </a:p>
      </dgm:t>
    </dgm:pt>
    <dgm:pt modelId="{EF800874-C186-4D7C-8E9D-CF4D5E05F724}">
      <dgm:prSet/>
      <dgm:spPr/>
      <dgm:t>
        <a:bodyPr/>
        <a:lstStyle/>
        <a:p>
          <a:pPr>
            <a:defRPr b="1"/>
          </a:pPr>
          <a:r>
            <a:rPr lang="en-US"/>
            <a:t>Responder:</a:t>
          </a:r>
        </a:p>
      </dgm:t>
    </dgm:pt>
    <dgm:pt modelId="{F42B84D5-E33B-483B-99D6-6B690A6565ED}" type="parTrans" cxnId="{3B49619B-7456-4AA5-AF47-ADAD324C2FF7}">
      <dgm:prSet/>
      <dgm:spPr/>
      <dgm:t>
        <a:bodyPr/>
        <a:lstStyle/>
        <a:p>
          <a:endParaRPr lang="en-US"/>
        </a:p>
      </dgm:t>
    </dgm:pt>
    <dgm:pt modelId="{2FC70479-ED38-4A8D-AE39-E6DB16195B9E}" type="sibTrans" cxnId="{3B49619B-7456-4AA5-AF47-ADAD324C2FF7}">
      <dgm:prSet/>
      <dgm:spPr/>
      <dgm:t>
        <a:bodyPr/>
        <a:lstStyle/>
        <a:p>
          <a:endParaRPr lang="en-US"/>
        </a:p>
      </dgm:t>
    </dgm:pt>
    <dgm:pt modelId="{9513C1DE-3EF0-4A5C-9D03-FD339B839002}">
      <dgm:prSet/>
      <dgm:spPr/>
      <dgm:t>
        <a:bodyPr/>
        <a:lstStyle/>
        <a:p>
          <a:r>
            <a:rPr lang="en-US" dirty="0"/>
            <a:t>Qual </a:t>
          </a:r>
          <a:r>
            <a:rPr lang="en-US" dirty="0" err="1"/>
            <a:t>problema</a:t>
          </a:r>
          <a:r>
            <a:rPr lang="en-US" dirty="0"/>
            <a:t>?</a:t>
          </a:r>
        </a:p>
      </dgm:t>
    </dgm:pt>
    <dgm:pt modelId="{23B5CC57-18D8-48D7-BD03-7FB2119A5597}" type="parTrans" cxnId="{3AF667E9-25D4-4C27-9EC4-49CD24C53037}">
      <dgm:prSet/>
      <dgm:spPr/>
      <dgm:t>
        <a:bodyPr/>
        <a:lstStyle/>
        <a:p>
          <a:endParaRPr lang="en-US"/>
        </a:p>
      </dgm:t>
    </dgm:pt>
    <dgm:pt modelId="{180CD5D8-BE3B-4A50-82A7-449CD18F3893}" type="sibTrans" cxnId="{3AF667E9-25D4-4C27-9EC4-49CD24C53037}">
      <dgm:prSet/>
      <dgm:spPr/>
      <dgm:t>
        <a:bodyPr/>
        <a:lstStyle/>
        <a:p>
          <a:endParaRPr lang="en-US"/>
        </a:p>
      </dgm:t>
    </dgm:pt>
    <dgm:pt modelId="{B8B65EDB-EEFD-482B-BFBF-8F39F58291CB}">
      <dgm:prSet/>
      <dgm:spPr/>
      <dgm:t>
        <a:bodyPr/>
        <a:lstStyle/>
        <a:p>
          <a:r>
            <a:rPr lang="en-US" dirty="0"/>
            <a:t>Dados </a:t>
          </a:r>
          <a:r>
            <a:rPr lang="en-US" dirty="0" err="1"/>
            <a:t>necessários</a:t>
          </a:r>
          <a:r>
            <a:rPr lang="en-US" dirty="0"/>
            <a:t>?</a:t>
          </a:r>
        </a:p>
      </dgm:t>
    </dgm:pt>
    <dgm:pt modelId="{9CAACFC3-2923-4EF7-9D40-114BBDFFEFAD}" type="parTrans" cxnId="{7971CECE-A4B7-4A00-8933-D79CD3B15778}">
      <dgm:prSet/>
      <dgm:spPr/>
      <dgm:t>
        <a:bodyPr/>
        <a:lstStyle/>
        <a:p>
          <a:endParaRPr lang="en-US"/>
        </a:p>
      </dgm:t>
    </dgm:pt>
    <dgm:pt modelId="{9A162A0B-3607-42DA-9901-D9158C3A8EEE}" type="sibTrans" cxnId="{7971CECE-A4B7-4A00-8933-D79CD3B15778}">
      <dgm:prSet/>
      <dgm:spPr/>
      <dgm:t>
        <a:bodyPr/>
        <a:lstStyle/>
        <a:p>
          <a:endParaRPr lang="en-US"/>
        </a:p>
      </dgm:t>
    </dgm:pt>
    <dgm:pt modelId="{6607D2E2-04AE-49FA-BAF1-F4B555B9BE3B}">
      <dgm:prSet/>
      <dgm:spPr/>
      <dgm:t>
        <a:bodyPr/>
        <a:lstStyle/>
        <a:p>
          <a:r>
            <a:rPr lang="en-US" dirty="0"/>
            <a:t>Tipo de ML?</a:t>
          </a:r>
        </a:p>
      </dgm:t>
    </dgm:pt>
    <dgm:pt modelId="{7A74A661-9D1C-45DB-AB10-BFFDEFACC170}" type="parTrans" cxnId="{2CB6CEB2-B865-4559-AC8B-C2062DD8074F}">
      <dgm:prSet/>
      <dgm:spPr/>
      <dgm:t>
        <a:bodyPr/>
        <a:lstStyle/>
        <a:p>
          <a:endParaRPr lang="en-US"/>
        </a:p>
      </dgm:t>
    </dgm:pt>
    <dgm:pt modelId="{F1F2D0FC-DCBB-46F8-BD47-B779B83C36BB}" type="sibTrans" cxnId="{2CB6CEB2-B865-4559-AC8B-C2062DD8074F}">
      <dgm:prSet/>
      <dgm:spPr/>
      <dgm:t>
        <a:bodyPr/>
        <a:lstStyle/>
        <a:p>
          <a:endParaRPr lang="en-US"/>
        </a:p>
      </dgm:t>
    </dgm:pt>
    <dgm:pt modelId="{D64B9B60-D92B-4287-85B1-E9E8B2290377}">
      <dgm:prSet/>
      <dgm:spPr/>
      <dgm:t>
        <a:bodyPr/>
        <a:lstStyle/>
        <a:p>
          <a:r>
            <a:rPr lang="en-US" dirty="0" err="1"/>
            <a:t>Algoritmo</a:t>
          </a:r>
          <a:r>
            <a:rPr lang="en-US" dirty="0"/>
            <a:t> </a:t>
          </a:r>
          <a:r>
            <a:rPr lang="en-US" dirty="0" err="1"/>
            <a:t>sugerido</a:t>
          </a:r>
          <a:r>
            <a:rPr lang="en-US" dirty="0"/>
            <a:t>?</a:t>
          </a:r>
        </a:p>
      </dgm:t>
    </dgm:pt>
    <dgm:pt modelId="{BFD67121-8C64-4855-8A02-50835F3EF35E}" type="parTrans" cxnId="{6B6FD77B-F720-49C8-B125-0FBBD468DE32}">
      <dgm:prSet/>
      <dgm:spPr/>
      <dgm:t>
        <a:bodyPr/>
        <a:lstStyle/>
        <a:p>
          <a:endParaRPr lang="en-US"/>
        </a:p>
      </dgm:t>
    </dgm:pt>
    <dgm:pt modelId="{DA0413A3-D25A-4DA4-8B3C-022F56B57FA9}" type="sibTrans" cxnId="{6B6FD77B-F720-49C8-B125-0FBBD468DE32}">
      <dgm:prSet/>
      <dgm:spPr/>
      <dgm:t>
        <a:bodyPr/>
        <a:lstStyle/>
        <a:p>
          <a:endParaRPr lang="en-US"/>
        </a:p>
      </dgm:t>
    </dgm:pt>
    <dgm:pt modelId="{29355AD8-26EB-49F8-97A5-82B1FFAF9625}" type="pres">
      <dgm:prSet presAssocID="{2D45E5AA-254A-491F-B380-114D615A4856}" presName="root" presStyleCnt="0">
        <dgm:presLayoutVars>
          <dgm:dir/>
          <dgm:resizeHandles val="exact"/>
        </dgm:presLayoutVars>
      </dgm:prSet>
      <dgm:spPr/>
    </dgm:pt>
    <dgm:pt modelId="{D40E020F-658D-4577-9B67-784249DC36DC}" type="pres">
      <dgm:prSet presAssocID="{2931D282-64F1-4589-8EB5-C68080083860}" presName="compNode" presStyleCnt="0"/>
      <dgm:spPr/>
    </dgm:pt>
    <dgm:pt modelId="{90131E65-1A95-47CD-8EE5-9A114A6B0E28}" type="pres">
      <dgm:prSet presAssocID="{2931D282-64F1-4589-8EB5-C6808008386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000" b="-1000"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ô com preenchimento sólido"/>
        </a:ext>
      </dgm:extLst>
    </dgm:pt>
    <dgm:pt modelId="{135DA67A-9959-4251-959D-1C61694BD410}" type="pres">
      <dgm:prSet presAssocID="{2931D282-64F1-4589-8EB5-C68080083860}" presName="iconSpace" presStyleCnt="0"/>
      <dgm:spPr/>
    </dgm:pt>
    <dgm:pt modelId="{D412DD9B-0FC0-4398-AC84-F5EBD9E1D8A8}" type="pres">
      <dgm:prSet presAssocID="{2931D282-64F1-4589-8EB5-C68080083860}" presName="parTx" presStyleLbl="revTx" presStyleIdx="0" presStyleCnt="4">
        <dgm:presLayoutVars>
          <dgm:chMax val="0"/>
          <dgm:chPref val="0"/>
        </dgm:presLayoutVars>
      </dgm:prSet>
      <dgm:spPr/>
    </dgm:pt>
    <dgm:pt modelId="{2F99A0B6-B44A-4C96-A841-CAAC70871EC9}" type="pres">
      <dgm:prSet presAssocID="{2931D282-64F1-4589-8EB5-C68080083860}" presName="txSpace" presStyleCnt="0"/>
      <dgm:spPr/>
    </dgm:pt>
    <dgm:pt modelId="{6F9969C4-1BA4-47D1-BAF9-5393AA026108}" type="pres">
      <dgm:prSet presAssocID="{2931D282-64F1-4589-8EB5-C68080083860}" presName="desTx" presStyleLbl="revTx" presStyleIdx="1" presStyleCnt="4">
        <dgm:presLayoutVars/>
      </dgm:prSet>
      <dgm:spPr/>
    </dgm:pt>
    <dgm:pt modelId="{49AE24A4-2D5A-4BA8-90E9-7FB5B7679ED0}" type="pres">
      <dgm:prSet presAssocID="{F0CDBC11-B993-4739-A417-F7C25719A13E}" presName="sibTrans" presStyleCnt="0"/>
      <dgm:spPr/>
    </dgm:pt>
    <dgm:pt modelId="{CA4C8232-921E-494C-8C28-B58D9B23A897}" type="pres">
      <dgm:prSet presAssocID="{EF800874-C186-4D7C-8E9D-CF4D5E05F724}" presName="compNode" presStyleCnt="0"/>
      <dgm:spPr/>
    </dgm:pt>
    <dgm:pt modelId="{2EB1781F-BBC4-45BA-888C-CFC5698E3DDE}" type="pres">
      <dgm:prSet presAssocID="{EF800874-C186-4D7C-8E9D-CF4D5E05F72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 Bubble"/>
        </a:ext>
      </dgm:extLst>
    </dgm:pt>
    <dgm:pt modelId="{80063BE5-C58B-4ECE-B086-CA9DB22AABB2}" type="pres">
      <dgm:prSet presAssocID="{EF800874-C186-4D7C-8E9D-CF4D5E05F724}" presName="iconSpace" presStyleCnt="0"/>
      <dgm:spPr/>
    </dgm:pt>
    <dgm:pt modelId="{AA3AE289-C53A-40B5-9F8B-53E0A6E96720}" type="pres">
      <dgm:prSet presAssocID="{EF800874-C186-4D7C-8E9D-CF4D5E05F724}" presName="parTx" presStyleLbl="revTx" presStyleIdx="2" presStyleCnt="4">
        <dgm:presLayoutVars>
          <dgm:chMax val="0"/>
          <dgm:chPref val="0"/>
        </dgm:presLayoutVars>
      </dgm:prSet>
      <dgm:spPr/>
    </dgm:pt>
    <dgm:pt modelId="{E44D8904-F747-4EA6-A8C5-02EA7D9A64EA}" type="pres">
      <dgm:prSet presAssocID="{EF800874-C186-4D7C-8E9D-CF4D5E05F724}" presName="txSpace" presStyleCnt="0"/>
      <dgm:spPr/>
    </dgm:pt>
    <dgm:pt modelId="{33B8A3B3-181C-42F8-B90F-1F7156F519CF}" type="pres">
      <dgm:prSet presAssocID="{EF800874-C186-4D7C-8E9D-CF4D5E05F724}" presName="desTx" presStyleLbl="revTx" presStyleIdx="3" presStyleCnt="4">
        <dgm:presLayoutVars/>
      </dgm:prSet>
      <dgm:spPr/>
    </dgm:pt>
  </dgm:ptLst>
  <dgm:cxnLst>
    <dgm:cxn modelId="{B37A1300-98F3-4677-9004-776798E18842}" type="presOf" srcId="{6607D2E2-04AE-49FA-BAF1-F4B555B9BE3B}" destId="{33B8A3B3-181C-42F8-B90F-1F7156F519CF}" srcOrd="0" destOrd="2" presId="urn:microsoft.com/office/officeart/2018/2/layout/IconLabelDescriptionList"/>
    <dgm:cxn modelId="{DEC43F2B-1A8F-44E1-8717-6690D794B12A}" type="presOf" srcId="{D64B9B60-D92B-4287-85B1-E9E8B2290377}" destId="{33B8A3B3-181C-42F8-B90F-1F7156F519CF}" srcOrd="0" destOrd="3" presId="urn:microsoft.com/office/officeart/2018/2/layout/IconLabelDescriptionList"/>
    <dgm:cxn modelId="{1B908E4A-B7E3-458A-8E23-5C3B5AD42E8C}" type="presOf" srcId="{9513C1DE-3EF0-4A5C-9D03-FD339B839002}" destId="{33B8A3B3-181C-42F8-B90F-1F7156F519CF}" srcOrd="0" destOrd="0" presId="urn:microsoft.com/office/officeart/2018/2/layout/IconLabelDescriptionList"/>
    <dgm:cxn modelId="{6B6FD77B-F720-49C8-B125-0FBBD468DE32}" srcId="{EF800874-C186-4D7C-8E9D-CF4D5E05F724}" destId="{D64B9B60-D92B-4287-85B1-E9E8B2290377}" srcOrd="3" destOrd="0" parTransId="{BFD67121-8C64-4855-8A02-50835F3EF35E}" sibTransId="{DA0413A3-D25A-4DA4-8B3C-022F56B57FA9}"/>
    <dgm:cxn modelId="{3B49619B-7456-4AA5-AF47-ADAD324C2FF7}" srcId="{2D45E5AA-254A-491F-B380-114D615A4856}" destId="{EF800874-C186-4D7C-8E9D-CF4D5E05F724}" srcOrd="1" destOrd="0" parTransId="{F42B84D5-E33B-483B-99D6-6B690A6565ED}" sibTransId="{2FC70479-ED38-4A8D-AE39-E6DB16195B9E}"/>
    <dgm:cxn modelId="{461FCCA0-466F-465A-A5CF-CAE4EC01E1AC}" type="presOf" srcId="{2931D282-64F1-4589-8EB5-C68080083860}" destId="{D412DD9B-0FC0-4398-AC84-F5EBD9E1D8A8}" srcOrd="0" destOrd="0" presId="urn:microsoft.com/office/officeart/2018/2/layout/IconLabelDescriptionList"/>
    <dgm:cxn modelId="{377110A9-C9B9-438C-A7EB-12FE4E21F4B9}" type="presOf" srcId="{EF800874-C186-4D7C-8E9D-CF4D5E05F724}" destId="{AA3AE289-C53A-40B5-9F8B-53E0A6E96720}" srcOrd="0" destOrd="0" presId="urn:microsoft.com/office/officeart/2018/2/layout/IconLabelDescriptionList"/>
    <dgm:cxn modelId="{E821FEAD-B5E8-4F99-8990-64CD3EB78864}" srcId="{2D45E5AA-254A-491F-B380-114D615A4856}" destId="{2931D282-64F1-4589-8EB5-C68080083860}" srcOrd="0" destOrd="0" parTransId="{D00559F4-EB0D-4FE5-A654-6DCCCB39417A}" sibTransId="{F0CDBC11-B993-4739-A417-F7C25719A13E}"/>
    <dgm:cxn modelId="{2CB6CEB2-B865-4559-AC8B-C2062DD8074F}" srcId="{EF800874-C186-4D7C-8E9D-CF4D5E05F724}" destId="{6607D2E2-04AE-49FA-BAF1-F4B555B9BE3B}" srcOrd="2" destOrd="0" parTransId="{7A74A661-9D1C-45DB-AB10-BFFDEFACC170}" sibTransId="{F1F2D0FC-DCBB-46F8-BD47-B779B83C36BB}"/>
    <dgm:cxn modelId="{7971CECE-A4B7-4A00-8933-D79CD3B15778}" srcId="{EF800874-C186-4D7C-8E9D-CF4D5E05F724}" destId="{B8B65EDB-EEFD-482B-BFBF-8F39F58291CB}" srcOrd="1" destOrd="0" parTransId="{9CAACFC3-2923-4EF7-9D40-114BBDFFEFAD}" sibTransId="{9A162A0B-3607-42DA-9901-D9158C3A8EEE}"/>
    <dgm:cxn modelId="{6701E4D5-A21A-47FA-A359-71CED461F705}" type="presOf" srcId="{B8B65EDB-EEFD-482B-BFBF-8F39F58291CB}" destId="{33B8A3B3-181C-42F8-B90F-1F7156F519CF}" srcOrd="0" destOrd="1" presId="urn:microsoft.com/office/officeart/2018/2/layout/IconLabelDescriptionList"/>
    <dgm:cxn modelId="{3AF667E9-25D4-4C27-9EC4-49CD24C53037}" srcId="{EF800874-C186-4D7C-8E9D-CF4D5E05F724}" destId="{9513C1DE-3EF0-4A5C-9D03-FD339B839002}" srcOrd="0" destOrd="0" parTransId="{23B5CC57-18D8-48D7-BD03-7FB2119A5597}" sibTransId="{180CD5D8-BE3B-4A50-82A7-449CD18F3893}"/>
    <dgm:cxn modelId="{4302F8FF-B155-4BF4-A59A-428FB31F89AF}" type="presOf" srcId="{2D45E5AA-254A-491F-B380-114D615A4856}" destId="{29355AD8-26EB-49F8-97A5-82B1FFAF9625}" srcOrd="0" destOrd="0" presId="urn:microsoft.com/office/officeart/2018/2/layout/IconLabelDescriptionList"/>
    <dgm:cxn modelId="{218F819D-EFFF-47A0-ABE4-D67EB08814C5}" type="presParOf" srcId="{29355AD8-26EB-49F8-97A5-82B1FFAF9625}" destId="{D40E020F-658D-4577-9B67-784249DC36DC}" srcOrd="0" destOrd="0" presId="urn:microsoft.com/office/officeart/2018/2/layout/IconLabelDescriptionList"/>
    <dgm:cxn modelId="{C317B689-3032-4A2C-9C9E-78413AB73433}" type="presParOf" srcId="{D40E020F-658D-4577-9B67-784249DC36DC}" destId="{90131E65-1A95-47CD-8EE5-9A114A6B0E28}" srcOrd="0" destOrd="0" presId="urn:microsoft.com/office/officeart/2018/2/layout/IconLabelDescriptionList"/>
    <dgm:cxn modelId="{9EB55F7B-BA29-4D45-A8CD-A023A9C0F66F}" type="presParOf" srcId="{D40E020F-658D-4577-9B67-784249DC36DC}" destId="{135DA67A-9959-4251-959D-1C61694BD410}" srcOrd="1" destOrd="0" presId="urn:microsoft.com/office/officeart/2018/2/layout/IconLabelDescriptionList"/>
    <dgm:cxn modelId="{000CC882-FE22-4DCB-95FE-6441A3D92EF8}" type="presParOf" srcId="{D40E020F-658D-4577-9B67-784249DC36DC}" destId="{D412DD9B-0FC0-4398-AC84-F5EBD9E1D8A8}" srcOrd="2" destOrd="0" presId="urn:microsoft.com/office/officeart/2018/2/layout/IconLabelDescriptionList"/>
    <dgm:cxn modelId="{9D0A8D6B-44F0-4461-9F4E-03F411B9E6B7}" type="presParOf" srcId="{D40E020F-658D-4577-9B67-784249DC36DC}" destId="{2F99A0B6-B44A-4C96-A841-CAAC70871EC9}" srcOrd="3" destOrd="0" presId="urn:microsoft.com/office/officeart/2018/2/layout/IconLabelDescriptionList"/>
    <dgm:cxn modelId="{864AF2F0-2CEE-4924-8D49-8632A54AAF81}" type="presParOf" srcId="{D40E020F-658D-4577-9B67-784249DC36DC}" destId="{6F9969C4-1BA4-47D1-BAF9-5393AA026108}" srcOrd="4" destOrd="0" presId="urn:microsoft.com/office/officeart/2018/2/layout/IconLabelDescriptionList"/>
    <dgm:cxn modelId="{4C25F6AF-E1F7-4BA5-9BF2-494B5232D54F}" type="presParOf" srcId="{29355AD8-26EB-49F8-97A5-82B1FFAF9625}" destId="{49AE24A4-2D5A-4BA8-90E9-7FB5B7679ED0}" srcOrd="1" destOrd="0" presId="urn:microsoft.com/office/officeart/2018/2/layout/IconLabelDescriptionList"/>
    <dgm:cxn modelId="{06B5666B-8C5D-433E-8E00-BE0556EAF0F3}" type="presParOf" srcId="{29355AD8-26EB-49F8-97A5-82B1FFAF9625}" destId="{CA4C8232-921E-494C-8C28-B58D9B23A897}" srcOrd="2" destOrd="0" presId="urn:microsoft.com/office/officeart/2018/2/layout/IconLabelDescriptionList"/>
    <dgm:cxn modelId="{8009D501-FDB0-46CA-B7BB-3B83B172B929}" type="presParOf" srcId="{CA4C8232-921E-494C-8C28-B58D9B23A897}" destId="{2EB1781F-BBC4-45BA-888C-CFC5698E3DDE}" srcOrd="0" destOrd="0" presId="urn:microsoft.com/office/officeart/2018/2/layout/IconLabelDescriptionList"/>
    <dgm:cxn modelId="{7E5341D9-2394-4625-A932-135136CB5E42}" type="presParOf" srcId="{CA4C8232-921E-494C-8C28-B58D9B23A897}" destId="{80063BE5-C58B-4ECE-B086-CA9DB22AABB2}" srcOrd="1" destOrd="0" presId="urn:microsoft.com/office/officeart/2018/2/layout/IconLabelDescriptionList"/>
    <dgm:cxn modelId="{70EB4268-F0EF-443F-92B7-CA3C30AD5B84}" type="presParOf" srcId="{CA4C8232-921E-494C-8C28-B58D9B23A897}" destId="{AA3AE289-C53A-40B5-9F8B-53E0A6E96720}" srcOrd="2" destOrd="0" presId="urn:microsoft.com/office/officeart/2018/2/layout/IconLabelDescriptionList"/>
    <dgm:cxn modelId="{D4427A82-F916-4B99-AD62-833E3937FDF5}" type="presParOf" srcId="{CA4C8232-921E-494C-8C28-B58D9B23A897}" destId="{E44D8904-F747-4EA6-A8C5-02EA7D9A64EA}" srcOrd="3" destOrd="0" presId="urn:microsoft.com/office/officeart/2018/2/layout/IconLabelDescriptionList"/>
    <dgm:cxn modelId="{310B175D-BB71-46D7-A457-81FFF2F744A7}" type="presParOf" srcId="{CA4C8232-921E-494C-8C28-B58D9B23A897}" destId="{33B8A3B3-181C-42F8-B90F-1F7156F519C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EDEF998E-A6AD-4FD7-8FDA-4D827905CEF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E3ABEBF-B8E7-49B2-AAA5-6E425ADC18B7}">
      <dgm:prSet/>
      <dgm:spPr/>
      <dgm:t>
        <a:bodyPr/>
        <a:lstStyle/>
        <a:p>
          <a:r>
            <a:rPr lang="pt-BR" b="0" i="0" baseline="0"/>
            <a:t>Definam um problema real (preferencialmente relacionado ao CEUB ou ao trabalho final) que poderia ser resolvido com Machine Learning.</a:t>
          </a:r>
          <a:endParaRPr lang="en-US"/>
        </a:p>
      </dgm:t>
    </dgm:pt>
    <dgm:pt modelId="{6BCE94FF-BBBC-4058-A810-035764EF7D11}" type="parTrans" cxnId="{C4D51678-5606-4630-9863-1D8C341E9A1C}">
      <dgm:prSet/>
      <dgm:spPr/>
      <dgm:t>
        <a:bodyPr/>
        <a:lstStyle/>
        <a:p>
          <a:endParaRPr lang="en-US"/>
        </a:p>
      </dgm:t>
    </dgm:pt>
    <dgm:pt modelId="{A204340B-C7C0-4E14-B45F-865668752D15}" type="sibTrans" cxnId="{C4D51678-5606-4630-9863-1D8C341E9A1C}">
      <dgm:prSet/>
      <dgm:spPr/>
      <dgm:t>
        <a:bodyPr/>
        <a:lstStyle/>
        <a:p>
          <a:endParaRPr lang="en-US"/>
        </a:p>
      </dgm:t>
    </dgm:pt>
    <dgm:pt modelId="{39239113-4094-466E-90D7-69F86A837C64}">
      <dgm:prSet/>
      <dgm:spPr/>
      <dgm:t>
        <a:bodyPr/>
        <a:lstStyle/>
        <a:p>
          <a:r>
            <a:rPr lang="pt-BR" b="0" i="0" baseline="0" dirty="0"/>
            <a:t>Responder brevemente:</a:t>
          </a:r>
          <a:endParaRPr lang="en-US" dirty="0"/>
        </a:p>
      </dgm:t>
    </dgm:pt>
    <dgm:pt modelId="{ED0132AA-BF6D-4A62-8273-E0CD86BEB69B}" type="parTrans" cxnId="{64A06771-133B-43CF-8C1F-4428FFDBC19A}">
      <dgm:prSet/>
      <dgm:spPr/>
      <dgm:t>
        <a:bodyPr/>
        <a:lstStyle/>
        <a:p>
          <a:endParaRPr lang="en-US"/>
        </a:p>
      </dgm:t>
    </dgm:pt>
    <dgm:pt modelId="{5A656E23-FF5B-4362-9C34-BEE3D20DCBB3}" type="sibTrans" cxnId="{64A06771-133B-43CF-8C1F-4428FFDBC19A}">
      <dgm:prSet/>
      <dgm:spPr/>
      <dgm:t>
        <a:bodyPr/>
        <a:lstStyle/>
        <a:p>
          <a:endParaRPr lang="en-US"/>
        </a:p>
      </dgm:t>
    </dgm:pt>
    <dgm:pt modelId="{572CE3DA-1BA2-4568-8694-9C22770AA3E1}">
      <dgm:prSet/>
      <dgm:spPr/>
      <dgm:t>
        <a:bodyPr/>
        <a:lstStyle/>
        <a:p>
          <a:r>
            <a:rPr lang="pt-BR" b="0" i="0" baseline="0"/>
            <a:t>📤 Entrega da descrição no final da aula (em Word, PDF ou digital via Moodle).</a:t>
          </a:r>
          <a:endParaRPr lang="en-US"/>
        </a:p>
      </dgm:t>
    </dgm:pt>
    <dgm:pt modelId="{F1EF9E01-FC1A-4F9A-AA6E-33BBFA8E418B}" type="parTrans" cxnId="{39AC6530-6FB8-4421-AE52-5A79384956B2}">
      <dgm:prSet/>
      <dgm:spPr/>
      <dgm:t>
        <a:bodyPr/>
        <a:lstStyle/>
        <a:p>
          <a:endParaRPr lang="en-US"/>
        </a:p>
      </dgm:t>
    </dgm:pt>
    <dgm:pt modelId="{8F07F59F-32B9-4A4D-99E5-DA7E4484A60B}" type="sibTrans" cxnId="{39AC6530-6FB8-4421-AE52-5A79384956B2}">
      <dgm:prSet/>
      <dgm:spPr/>
      <dgm:t>
        <a:bodyPr/>
        <a:lstStyle/>
        <a:p>
          <a:endParaRPr lang="en-US"/>
        </a:p>
      </dgm:t>
    </dgm:pt>
    <dgm:pt modelId="{8DC5123D-E83E-4F52-A603-82F2509C5C93}">
      <dgm:prSet/>
      <dgm:spPr/>
      <dgm:t>
        <a:bodyPr/>
        <a:lstStyle/>
        <a:p>
          <a:r>
            <a:rPr lang="pt-BR" b="0" i="0" baseline="0"/>
            <a:t>Qual problema será resolvido? </a:t>
          </a:r>
          <a:endParaRPr lang="en-US"/>
        </a:p>
      </dgm:t>
    </dgm:pt>
    <dgm:pt modelId="{B0398881-B388-4E39-A93A-2FE38592F7EB}" type="sibTrans" cxnId="{F7F5E896-E437-43E3-8AFA-AAA74E01CD80}">
      <dgm:prSet/>
      <dgm:spPr/>
      <dgm:t>
        <a:bodyPr/>
        <a:lstStyle/>
        <a:p>
          <a:endParaRPr lang="en-US"/>
        </a:p>
      </dgm:t>
    </dgm:pt>
    <dgm:pt modelId="{B4AFA835-BA60-435C-A0CB-87B02BD00181}" type="parTrans" cxnId="{F7F5E896-E437-43E3-8AFA-AAA74E01CD80}">
      <dgm:prSet/>
      <dgm:spPr/>
      <dgm:t>
        <a:bodyPr/>
        <a:lstStyle/>
        <a:p>
          <a:endParaRPr lang="en-US"/>
        </a:p>
      </dgm:t>
    </dgm:pt>
    <dgm:pt modelId="{D0F47A2E-1755-40C2-AC89-2E0044E4E610}">
      <dgm:prSet/>
      <dgm:spPr/>
      <dgm:t>
        <a:bodyPr/>
        <a:lstStyle/>
        <a:p>
          <a:r>
            <a:rPr lang="pt-BR" b="0" i="0" baseline="0" dirty="0"/>
            <a:t>Qual tipo de dado é necessário? </a:t>
          </a:r>
          <a:endParaRPr lang="en-US" dirty="0"/>
        </a:p>
      </dgm:t>
    </dgm:pt>
    <dgm:pt modelId="{DB83E3B2-1CB9-4B67-80A8-F0F3E85E67DE}" type="sibTrans" cxnId="{81CBF512-4235-4378-8D39-DEF6B0F9A9FE}">
      <dgm:prSet/>
      <dgm:spPr/>
      <dgm:t>
        <a:bodyPr/>
        <a:lstStyle/>
        <a:p>
          <a:endParaRPr lang="en-US"/>
        </a:p>
      </dgm:t>
    </dgm:pt>
    <dgm:pt modelId="{DE9E650D-7B7B-4389-BD7C-4AF9E652324B}" type="parTrans" cxnId="{81CBF512-4235-4378-8D39-DEF6B0F9A9FE}">
      <dgm:prSet/>
      <dgm:spPr/>
      <dgm:t>
        <a:bodyPr/>
        <a:lstStyle/>
        <a:p>
          <a:endParaRPr lang="en-US"/>
        </a:p>
      </dgm:t>
    </dgm:pt>
    <dgm:pt modelId="{1D15BDE1-B146-4B76-B442-BA3C782147D2}">
      <dgm:prSet/>
      <dgm:spPr/>
      <dgm:t>
        <a:bodyPr/>
        <a:lstStyle/>
        <a:p>
          <a:r>
            <a:rPr lang="pt-BR" b="0" i="0" baseline="0" dirty="0"/>
            <a:t>É supervisionado ou não supervisionado? </a:t>
          </a:r>
          <a:endParaRPr lang="en-US" dirty="0"/>
        </a:p>
      </dgm:t>
    </dgm:pt>
    <dgm:pt modelId="{2BA7E6B4-1CD5-4074-B5C7-5B437917418C}" type="sibTrans" cxnId="{AE5A35A2-EE99-4E3F-88FB-CA0E82394FD4}">
      <dgm:prSet/>
      <dgm:spPr/>
      <dgm:t>
        <a:bodyPr/>
        <a:lstStyle/>
        <a:p>
          <a:endParaRPr lang="en-US"/>
        </a:p>
      </dgm:t>
    </dgm:pt>
    <dgm:pt modelId="{ABF32DBD-D368-44CC-B793-203F210DB5CB}" type="parTrans" cxnId="{AE5A35A2-EE99-4E3F-88FB-CA0E82394FD4}">
      <dgm:prSet/>
      <dgm:spPr/>
      <dgm:t>
        <a:bodyPr/>
        <a:lstStyle/>
        <a:p>
          <a:endParaRPr lang="en-US"/>
        </a:p>
      </dgm:t>
    </dgm:pt>
    <dgm:pt modelId="{DE9E22D8-3A99-476A-B673-01B3EB752FE3}">
      <dgm:prSet/>
      <dgm:spPr/>
      <dgm:t>
        <a:bodyPr/>
        <a:lstStyle/>
        <a:p>
          <a:r>
            <a:rPr lang="pt-BR" b="0" i="0" baseline="0"/>
            <a:t>Qual algoritmo poderia ser aplicado? </a:t>
          </a:r>
          <a:endParaRPr lang="en-US"/>
        </a:p>
      </dgm:t>
    </dgm:pt>
    <dgm:pt modelId="{B5B7A73C-698F-4FD2-A5B0-6F1D4A5DC0CB}" type="sibTrans" cxnId="{73D9BBE4-8739-40BE-ADAC-282FA4E40ED3}">
      <dgm:prSet/>
      <dgm:spPr/>
      <dgm:t>
        <a:bodyPr/>
        <a:lstStyle/>
        <a:p>
          <a:endParaRPr lang="en-US"/>
        </a:p>
      </dgm:t>
    </dgm:pt>
    <dgm:pt modelId="{9EDF25E8-511F-4B7D-939F-A5E4D1C50FD4}" type="parTrans" cxnId="{73D9BBE4-8739-40BE-ADAC-282FA4E40ED3}">
      <dgm:prSet/>
      <dgm:spPr/>
      <dgm:t>
        <a:bodyPr/>
        <a:lstStyle/>
        <a:p>
          <a:endParaRPr lang="en-US"/>
        </a:p>
      </dgm:t>
    </dgm:pt>
    <dgm:pt modelId="{3CE2DFFB-8890-49C1-927D-63E57757C12E}" type="pres">
      <dgm:prSet presAssocID="{EDEF998E-A6AD-4FD7-8FDA-4D827905CEF0}" presName="root" presStyleCnt="0">
        <dgm:presLayoutVars>
          <dgm:dir/>
          <dgm:resizeHandles val="exact"/>
        </dgm:presLayoutVars>
      </dgm:prSet>
      <dgm:spPr/>
    </dgm:pt>
    <dgm:pt modelId="{A8743B87-C9D7-4D18-B68A-25B1A5D5A74A}" type="pres">
      <dgm:prSet presAssocID="{8E3ABEBF-B8E7-49B2-AAA5-6E425ADC18B7}" presName="compNode" presStyleCnt="0"/>
      <dgm:spPr/>
    </dgm:pt>
    <dgm:pt modelId="{3663EEBA-93B1-41EA-8220-7D78F07EFA6E}" type="pres">
      <dgm:prSet presAssocID="{8E3ABEBF-B8E7-49B2-AAA5-6E425ADC18B7}" presName="bgRect" presStyleLbl="bgShp" presStyleIdx="0" presStyleCnt="3"/>
      <dgm:spPr/>
    </dgm:pt>
    <dgm:pt modelId="{95928B07-0DAA-4A78-B61C-5DCC5FC407E0}" type="pres">
      <dgm:prSet presAssocID="{8E3ABEBF-B8E7-49B2-AAA5-6E425ADC18B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seleção"/>
        </a:ext>
      </dgm:extLst>
    </dgm:pt>
    <dgm:pt modelId="{3A0BC232-2DD4-47F9-9C2C-B44C7A82C283}" type="pres">
      <dgm:prSet presAssocID="{8E3ABEBF-B8E7-49B2-AAA5-6E425ADC18B7}" presName="spaceRect" presStyleCnt="0"/>
      <dgm:spPr/>
    </dgm:pt>
    <dgm:pt modelId="{D311E39A-E7CC-4A36-B178-CB05CB2DE2B5}" type="pres">
      <dgm:prSet presAssocID="{8E3ABEBF-B8E7-49B2-AAA5-6E425ADC18B7}" presName="parTx" presStyleLbl="revTx" presStyleIdx="0" presStyleCnt="4">
        <dgm:presLayoutVars>
          <dgm:chMax val="0"/>
          <dgm:chPref val="0"/>
        </dgm:presLayoutVars>
      </dgm:prSet>
      <dgm:spPr/>
    </dgm:pt>
    <dgm:pt modelId="{11BA346C-D87C-4547-9CA6-1D51DCB3576F}" type="pres">
      <dgm:prSet presAssocID="{A204340B-C7C0-4E14-B45F-865668752D15}" presName="sibTrans" presStyleCnt="0"/>
      <dgm:spPr/>
    </dgm:pt>
    <dgm:pt modelId="{8DE3C93C-0688-493C-B687-D5E964BFF5E6}" type="pres">
      <dgm:prSet presAssocID="{39239113-4094-466E-90D7-69F86A837C64}" presName="compNode" presStyleCnt="0"/>
      <dgm:spPr/>
    </dgm:pt>
    <dgm:pt modelId="{7FE063E1-6E18-4F66-95E3-28FDF4ED82E3}" type="pres">
      <dgm:prSet presAssocID="{39239113-4094-466E-90D7-69F86A837C64}" presName="bgRect" presStyleLbl="bgShp" presStyleIdx="1" presStyleCnt="3" custLinFactNeighborX="-6297" custLinFactNeighborY="719"/>
      <dgm:spPr/>
    </dgm:pt>
    <dgm:pt modelId="{8AD8AFAB-F1F8-4E06-82B8-28A1E166E834}" type="pres">
      <dgm:prSet presAssocID="{39239113-4094-466E-90D7-69F86A837C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e"/>
        </a:ext>
      </dgm:extLst>
    </dgm:pt>
    <dgm:pt modelId="{69D2B82F-7E2F-44A7-AAE7-362E6367A4E6}" type="pres">
      <dgm:prSet presAssocID="{39239113-4094-466E-90D7-69F86A837C64}" presName="spaceRect" presStyleCnt="0"/>
      <dgm:spPr/>
    </dgm:pt>
    <dgm:pt modelId="{2E3A298E-933E-49F5-B3E8-229E8C5DCD50}" type="pres">
      <dgm:prSet presAssocID="{39239113-4094-466E-90D7-69F86A837C64}" presName="parTx" presStyleLbl="revTx" presStyleIdx="1" presStyleCnt="4" custScaleX="88118" custLinFactNeighborX="-25741" custLinFactNeighborY="719">
        <dgm:presLayoutVars>
          <dgm:chMax val="0"/>
          <dgm:chPref val="0"/>
        </dgm:presLayoutVars>
      </dgm:prSet>
      <dgm:spPr/>
    </dgm:pt>
    <dgm:pt modelId="{24F7D4E2-2C60-4AD6-A6FD-1AA5C87E3827}" type="pres">
      <dgm:prSet presAssocID="{39239113-4094-466E-90D7-69F86A837C64}" presName="desTx" presStyleLbl="revTx" presStyleIdx="2" presStyleCnt="4" custScaleX="204536" custLinFactNeighborX="-28896" custLinFactNeighborY="720">
        <dgm:presLayoutVars/>
      </dgm:prSet>
      <dgm:spPr/>
    </dgm:pt>
    <dgm:pt modelId="{68A65B15-AF63-439B-A35C-495E188E568A}" type="pres">
      <dgm:prSet presAssocID="{5A656E23-FF5B-4362-9C34-BEE3D20DCBB3}" presName="sibTrans" presStyleCnt="0"/>
      <dgm:spPr/>
    </dgm:pt>
    <dgm:pt modelId="{EEE9FA34-C52D-43E3-BFD6-53BFDDCABE96}" type="pres">
      <dgm:prSet presAssocID="{572CE3DA-1BA2-4568-8694-9C22770AA3E1}" presName="compNode" presStyleCnt="0"/>
      <dgm:spPr/>
    </dgm:pt>
    <dgm:pt modelId="{D68D40B4-9080-487A-BC9F-D3C837CCD1EE}" type="pres">
      <dgm:prSet presAssocID="{572CE3DA-1BA2-4568-8694-9C22770AA3E1}" presName="bgRect" presStyleLbl="bgShp" presStyleIdx="2" presStyleCnt="3"/>
      <dgm:spPr/>
    </dgm:pt>
    <dgm:pt modelId="{F9873EA1-A51C-4B3E-A311-B5A38B6BFA65}" type="pres">
      <dgm:prSet presAssocID="{572CE3DA-1BA2-4568-8694-9C22770AA3E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adro-negro"/>
        </a:ext>
      </dgm:extLst>
    </dgm:pt>
    <dgm:pt modelId="{FCEDD3DC-334E-4D81-B610-E291943B5BDA}" type="pres">
      <dgm:prSet presAssocID="{572CE3DA-1BA2-4568-8694-9C22770AA3E1}" presName="spaceRect" presStyleCnt="0"/>
      <dgm:spPr/>
    </dgm:pt>
    <dgm:pt modelId="{45ABA3B9-FABA-4424-A6D7-A2FD3942E999}" type="pres">
      <dgm:prSet presAssocID="{572CE3DA-1BA2-4568-8694-9C22770AA3E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1CBF512-4235-4378-8D39-DEF6B0F9A9FE}" srcId="{39239113-4094-466E-90D7-69F86A837C64}" destId="{D0F47A2E-1755-40C2-AC89-2E0044E4E610}" srcOrd="1" destOrd="0" parTransId="{DE9E650D-7B7B-4389-BD7C-4AF9E652324B}" sibTransId="{DB83E3B2-1CB9-4B67-80A8-F0F3E85E67DE}"/>
    <dgm:cxn modelId="{39AC6530-6FB8-4421-AE52-5A79384956B2}" srcId="{EDEF998E-A6AD-4FD7-8FDA-4D827905CEF0}" destId="{572CE3DA-1BA2-4568-8694-9C22770AA3E1}" srcOrd="2" destOrd="0" parTransId="{F1EF9E01-FC1A-4F9A-AA6E-33BBFA8E418B}" sibTransId="{8F07F59F-32B9-4A4D-99E5-DA7E4484A60B}"/>
    <dgm:cxn modelId="{23530842-6C40-48E9-BD18-3067DCE75F61}" type="presOf" srcId="{572CE3DA-1BA2-4568-8694-9C22770AA3E1}" destId="{45ABA3B9-FABA-4424-A6D7-A2FD3942E999}" srcOrd="0" destOrd="0" presId="urn:microsoft.com/office/officeart/2018/2/layout/IconVerticalSolidList"/>
    <dgm:cxn modelId="{BF3B246F-46B8-4B6E-BA5D-150912D09696}" type="presOf" srcId="{1D15BDE1-B146-4B76-B442-BA3C782147D2}" destId="{24F7D4E2-2C60-4AD6-A6FD-1AA5C87E3827}" srcOrd="0" destOrd="2" presId="urn:microsoft.com/office/officeart/2018/2/layout/IconVerticalSolidList"/>
    <dgm:cxn modelId="{64A06771-133B-43CF-8C1F-4428FFDBC19A}" srcId="{EDEF998E-A6AD-4FD7-8FDA-4D827905CEF0}" destId="{39239113-4094-466E-90D7-69F86A837C64}" srcOrd="1" destOrd="0" parTransId="{ED0132AA-BF6D-4A62-8273-E0CD86BEB69B}" sibTransId="{5A656E23-FF5B-4362-9C34-BEE3D20DCBB3}"/>
    <dgm:cxn modelId="{D82F0055-C97D-4B67-B537-EB3647DEEA08}" type="presOf" srcId="{8DC5123D-E83E-4F52-A603-82F2509C5C93}" destId="{24F7D4E2-2C60-4AD6-A6FD-1AA5C87E3827}" srcOrd="0" destOrd="0" presId="urn:microsoft.com/office/officeart/2018/2/layout/IconVerticalSolidList"/>
    <dgm:cxn modelId="{C4D51678-5606-4630-9863-1D8C341E9A1C}" srcId="{EDEF998E-A6AD-4FD7-8FDA-4D827905CEF0}" destId="{8E3ABEBF-B8E7-49B2-AAA5-6E425ADC18B7}" srcOrd="0" destOrd="0" parTransId="{6BCE94FF-BBBC-4058-A810-035764EF7D11}" sibTransId="{A204340B-C7C0-4E14-B45F-865668752D15}"/>
    <dgm:cxn modelId="{72B86A86-F368-46F2-B167-E7ACD4F75C58}" type="presOf" srcId="{D0F47A2E-1755-40C2-AC89-2E0044E4E610}" destId="{24F7D4E2-2C60-4AD6-A6FD-1AA5C87E3827}" srcOrd="0" destOrd="1" presId="urn:microsoft.com/office/officeart/2018/2/layout/IconVerticalSolidList"/>
    <dgm:cxn modelId="{F7F5E896-E437-43E3-8AFA-AAA74E01CD80}" srcId="{39239113-4094-466E-90D7-69F86A837C64}" destId="{8DC5123D-E83E-4F52-A603-82F2509C5C93}" srcOrd="0" destOrd="0" parTransId="{B4AFA835-BA60-435C-A0CB-87B02BD00181}" sibTransId="{B0398881-B388-4E39-A93A-2FE38592F7EB}"/>
    <dgm:cxn modelId="{AE5A35A2-EE99-4E3F-88FB-CA0E82394FD4}" srcId="{39239113-4094-466E-90D7-69F86A837C64}" destId="{1D15BDE1-B146-4B76-B442-BA3C782147D2}" srcOrd="2" destOrd="0" parTransId="{ABF32DBD-D368-44CC-B793-203F210DB5CB}" sibTransId="{2BA7E6B4-1CD5-4074-B5C7-5B437917418C}"/>
    <dgm:cxn modelId="{1ED99AAA-4AAE-406C-87B8-7C832414B1AB}" type="presOf" srcId="{39239113-4094-466E-90D7-69F86A837C64}" destId="{2E3A298E-933E-49F5-B3E8-229E8C5DCD50}" srcOrd="0" destOrd="0" presId="urn:microsoft.com/office/officeart/2018/2/layout/IconVerticalSolidList"/>
    <dgm:cxn modelId="{6E81F9B4-F9B0-407C-A2AF-57818F596707}" type="presOf" srcId="{DE9E22D8-3A99-476A-B673-01B3EB752FE3}" destId="{24F7D4E2-2C60-4AD6-A6FD-1AA5C87E3827}" srcOrd="0" destOrd="3" presId="urn:microsoft.com/office/officeart/2018/2/layout/IconVerticalSolidList"/>
    <dgm:cxn modelId="{1C5F0ABB-1835-4FEF-945B-858EBE85FE79}" type="presOf" srcId="{EDEF998E-A6AD-4FD7-8FDA-4D827905CEF0}" destId="{3CE2DFFB-8890-49C1-927D-63E57757C12E}" srcOrd="0" destOrd="0" presId="urn:microsoft.com/office/officeart/2018/2/layout/IconVerticalSolidList"/>
    <dgm:cxn modelId="{31F814C4-E466-4C30-B8F6-0309E26BB0AF}" type="presOf" srcId="{8E3ABEBF-B8E7-49B2-AAA5-6E425ADC18B7}" destId="{D311E39A-E7CC-4A36-B178-CB05CB2DE2B5}" srcOrd="0" destOrd="0" presId="urn:microsoft.com/office/officeart/2018/2/layout/IconVerticalSolidList"/>
    <dgm:cxn modelId="{73D9BBE4-8739-40BE-ADAC-282FA4E40ED3}" srcId="{39239113-4094-466E-90D7-69F86A837C64}" destId="{DE9E22D8-3A99-476A-B673-01B3EB752FE3}" srcOrd="3" destOrd="0" parTransId="{9EDF25E8-511F-4B7D-939F-A5E4D1C50FD4}" sibTransId="{B5B7A73C-698F-4FD2-A5B0-6F1D4A5DC0CB}"/>
    <dgm:cxn modelId="{A5D29BF5-EB4A-4960-A2E8-FE2C2E640721}" type="presParOf" srcId="{3CE2DFFB-8890-49C1-927D-63E57757C12E}" destId="{A8743B87-C9D7-4D18-B68A-25B1A5D5A74A}" srcOrd="0" destOrd="0" presId="urn:microsoft.com/office/officeart/2018/2/layout/IconVerticalSolidList"/>
    <dgm:cxn modelId="{F509FEA6-FF9D-423C-B355-5315A3152C9B}" type="presParOf" srcId="{A8743B87-C9D7-4D18-B68A-25B1A5D5A74A}" destId="{3663EEBA-93B1-41EA-8220-7D78F07EFA6E}" srcOrd="0" destOrd="0" presId="urn:microsoft.com/office/officeart/2018/2/layout/IconVerticalSolidList"/>
    <dgm:cxn modelId="{4458D5EB-C3A8-4922-8B93-7B615EEC1C99}" type="presParOf" srcId="{A8743B87-C9D7-4D18-B68A-25B1A5D5A74A}" destId="{95928B07-0DAA-4A78-B61C-5DCC5FC407E0}" srcOrd="1" destOrd="0" presId="urn:microsoft.com/office/officeart/2018/2/layout/IconVerticalSolidList"/>
    <dgm:cxn modelId="{EBBD04E6-267C-4C88-B0E8-9CD4F67BC982}" type="presParOf" srcId="{A8743B87-C9D7-4D18-B68A-25B1A5D5A74A}" destId="{3A0BC232-2DD4-47F9-9C2C-B44C7A82C283}" srcOrd="2" destOrd="0" presId="urn:microsoft.com/office/officeart/2018/2/layout/IconVerticalSolidList"/>
    <dgm:cxn modelId="{E84C7401-C50D-4781-BAA5-81159624D91A}" type="presParOf" srcId="{A8743B87-C9D7-4D18-B68A-25B1A5D5A74A}" destId="{D311E39A-E7CC-4A36-B178-CB05CB2DE2B5}" srcOrd="3" destOrd="0" presId="urn:microsoft.com/office/officeart/2018/2/layout/IconVerticalSolidList"/>
    <dgm:cxn modelId="{0E643CFA-02B3-48C8-ADCC-87AF3BBCE92D}" type="presParOf" srcId="{3CE2DFFB-8890-49C1-927D-63E57757C12E}" destId="{11BA346C-D87C-4547-9CA6-1D51DCB3576F}" srcOrd="1" destOrd="0" presId="urn:microsoft.com/office/officeart/2018/2/layout/IconVerticalSolidList"/>
    <dgm:cxn modelId="{0B2948A5-7144-4648-8CAF-AEEAF6AB6CED}" type="presParOf" srcId="{3CE2DFFB-8890-49C1-927D-63E57757C12E}" destId="{8DE3C93C-0688-493C-B687-D5E964BFF5E6}" srcOrd="2" destOrd="0" presId="urn:microsoft.com/office/officeart/2018/2/layout/IconVerticalSolidList"/>
    <dgm:cxn modelId="{292F86F6-4334-4244-AC79-E5D549AA27FB}" type="presParOf" srcId="{8DE3C93C-0688-493C-B687-D5E964BFF5E6}" destId="{7FE063E1-6E18-4F66-95E3-28FDF4ED82E3}" srcOrd="0" destOrd="0" presId="urn:microsoft.com/office/officeart/2018/2/layout/IconVerticalSolidList"/>
    <dgm:cxn modelId="{6C075147-51F6-4951-AFE3-42E788BA7635}" type="presParOf" srcId="{8DE3C93C-0688-493C-B687-D5E964BFF5E6}" destId="{8AD8AFAB-F1F8-4E06-82B8-28A1E166E834}" srcOrd="1" destOrd="0" presId="urn:microsoft.com/office/officeart/2018/2/layout/IconVerticalSolidList"/>
    <dgm:cxn modelId="{BEFDB79C-7B9C-4EC8-B7CE-F4CFFD1FA32A}" type="presParOf" srcId="{8DE3C93C-0688-493C-B687-D5E964BFF5E6}" destId="{69D2B82F-7E2F-44A7-AAE7-362E6367A4E6}" srcOrd="2" destOrd="0" presId="urn:microsoft.com/office/officeart/2018/2/layout/IconVerticalSolidList"/>
    <dgm:cxn modelId="{7DE16EDB-E882-48B1-9ACF-5860EB67EEDB}" type="presParOf" srcId="{8DE3C93C-0688-493C-B687-D5E964BFF5E6}" destId="{2E3A298E-933E-49F5-B3E8-229E8C5DCD50}" srcOrd="3" destOrd="0" presId="urn:microsoft.com/office/officeart/2018/2/layout/IconVerticalSolidList"/>
    <dgm:cxn modelId="{62E9F5EA-52C0-45A2-9441-198C2859604F}" type="presParOf" srcId="{8DE3C93C-0688-493C-B687-D5E964BFF5E6}" destId="{24F7D4E2-2C60-4AD6-A6FD-1AA5C87E3827}" srcOrd="4" destOrd="0" presId="urn:microsoft.com/office/officeart/2018/2/layout/IconVerticalSolidList"/>
    <dgm:cxn modelId="{22C2C977-3C41-4E3A-937C-F565F9C50945}" type="presParOf" srcId="{3CE2DFFB-8890-49C1-927D-63E57757C12E}" destId="{68A65B15-AF63-439B-A35C-495E188E568A}" srcOrd="3" destOrd="0" presId="urn:microsoft.com/office/officeart/2018/2/layout/IconVerticalSolidList"/>
    <dgm:cxn modelId="{59352C4D-8C06-4DFA-B1F9-AD25DE8517E3}" type="presParOf" srcId="{3CE2DFFB-8890-49C1-927D-63E57757C12E}" destId="{EEE9FA34-C52D-43E3-BFD6-53BFDDCABE96}" srcOrd="4" destOrd="0" presId="urn:microsoft.com/office/officeart/2018/2/layout/IconVerticalSolidList"/>
    <dgm:cxn modelId="{EC2D9B76-DFCF-4A20-B03F-C47045F043A0}" type="presParOf" srcId="{EEE9FA34-C52D-43E3-BFD6-53BFDDCABE96}" destId="{D68D40B4-9080-487A-BC9F-D3C837CCD1EE}" srcOrd="0" destOrd="0" presId="urn:microsoft.com/office/officeart/2018/2/layout/IconVerticalSolidList"/>
    <dgm:cxn modelId="{C4AF738E-7C63-4214-B266-D5EB0D3D4DB2}" type="presParOf" srcId="{EEE9FA34-C52D-43E3-BFD6-53BFDDCABE96}" destId="{F9873EA1-A51C-4B3E-A311-B5A38B6BFA65}" srcOrd="1" destOrd="0" presId="urn:microsoft.com/office/officeart/2018/2/layout/IconVerticalSolidList"/>
    <dgm:cxn modelId="{4537CB7F-4305-4FA3-AFB7-20911201334F}" type="presParOf" srcId="{EEE9FA34-C52D-43E3-BFD6-53BFDDCABE96}" destId="{FCEDD3DC-334E-4D81-B610-E291943B5BDA}" srcOrd="2" destOrd="0" presId="urn:microsoft.com/office/officeart/2018/2/layout/IconVerticalSolidList"/>
    <dgm:cxn modelId="{907E4CF0-FA5C-44E5-AA3B-A271A49F287F}" type="presParOf" srcId="{EEE9FA34-C52D-43E3-BFD6-53BFDDCABE96}" destId="{45ABA3B9-FABA-4424-A6D7-A2FD3942E99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2F703F7-E2B8-4BC2-BA70-44695D776373}" type="doc">
      <dgm:prSet loTypeId="urn:microsoft.com/office/officeart/2005/8/layout/process4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2D88925-5F33-4350-A9CA-C01B54F51B5C}">
      <dgm:prSet/>
      <dgm:spPr/>
      <dgm:t>
        <a:bodyPr/>
        <a:lstStyle/>
        <a:p>
          <a:r>
            <a:rPr lang="en-US"/>
            <a:t>Criar Trello e adicionar jose.miranda@ceub.edu.br</a:t>
          </a:r>
        </a:p>
      </dgm:t>
    </dgm:pt>
    <dgm:pt modelId="{A902E457-034C-4DB9-918D-08CEA99035C1}" type="parTrans" cxnId="{9264B7F8-697C-4109-BA0E-66316E81AFC1}">
      <dgm:prSet/>
      <dgm:spPr/>
      <dgm:t>
        <a:bodyPr/>
        <a:lstStyle/>
        <a:p>
          <a:endParaRPr lang="en-US"/>
        </a:p>
      </dgm:t>
    </dgm:pt>
    <dgm:pt modelId="{21F6C763-F411-4C55-849D-47E9514D970E}" type="sibTrans" cxnId="{9264B7F8-697C-4109-BA0E-66316E81AFC1}">
      <dgm:prSet/>
      <dgm:spPr/>
      <dgm:t>
        <a:bodyPr/>
        <a:lstStyle/>
        <a:p>
          <a:endParaRPr lang="en-US"/>
        </a:p>
      </dgm:t>
    </dgm:pt>
    <dgm:pt modelId="{DF5105D8-2341-4DF5-9FE5-189150B69F99}">
      <dgm:prSet/>
      <dgm:spPr/>
      <dgm:t>
        <a:bodyPr/>
        <a:lstStyle/>
        <a:p>
          <a:r>
            <a:rPr lang="en-US"/>
            <a:t>Explicação dos capítulos 1, 2 e 3 do roteiro</a:t>
          </a:r>
        </a:p>
      </dgm:t>
    </dgm:pt>
    <dgm:pt modelId="{D34DB23B-DDE5-4943-8A12-2E086249ADB8}" type="parTrans" cxnId="{5EA3D3A6-85C4-403C-888B-BAC87891AA37}">
      <dgm:prSet/>
      <dgm:spPr/>
      <dgm:t>
        <a:bodyPr/>
        <a:lstStyle/>
        <a:p>
          <a:endParaRPr lang="en-US"/>
        </a:p>
      </dgm:t>
    </dgm:pt>
    <dgm:pt modelId="{F5D8F046-BD80-460A-8408-02AB2AF7F5A2}" type="sibTrans" cxnId="{5EA3D3A6-85C4-403C-888B-BAC87891AA37}">
      <dgm:prSet/>
      <dgm:spPr/>
      <dgm:t>
        <a:bodyPr/>
        <a:lstStyle/>
        <a:p>
          <a:endParaRPr lang="en-US"/>
        </a:p>
      </dgm:t>
    </dgm:pt>
    <dgm:pt modelId="{88F55188-B136-4A3C-9191-E5C7160C33CE}">
      <dgm:prSet/>
      <dgm:spPr/>
      <dgm:t>
        <a:bodyPr/>
        <a:lstStyle/>
        <a:p>
          <a:r>
            <a:rPr lang="en-US"/>
            <a:t>Definir prazos de entrega por capítulo:</a:t>
          </a:r>
        </a:p>
      </dgm:t>
    </dgm:pt>
    <dgm:pt modelId="{8C4C40D0-3AE5-4778-8BA4-06D28F52FE5A}" type="parTrans" cxnId="{73421D71-2B93-476A-9869-4E23D5BBF546}">
      <dgm:prSet/>
      <dgm:spPr/>
      <dgm:t>
        <a:bodyPr/>
        <a:lstStyle/>
        <a:p>
          <a:endParaRPr lang="en-US"/>
        </a:p>
      </dgm:t>
    </dgm:pt>
    <dgm:pt modelId="{6B608A0D-EA6D-4AF0-9B9B-37F843BFF169}" type="sibTrans" cxnId="{73421D71-2B93-476A-9869-4E23D5BBF546}">
      <dgm:prSet/>
      <dgm:spPr/>
      <dgm:t>
        <a:bodyPr/>
        <a:lstStyle/>
        <a:p>
          <a:endParaRPr lang="en-US"/>
        </a:p>
      </dgm:t>
    </dgm:pt>
    <dgm:pt modelId="{82ACA667-6367-443A-9460-9A4653F50CD6}">
      <dgm:prSet/>
      <dgm:spPr/>
      <dgm:t>
        <a:bodyPr/>
        <a:lstStyle/>
        <a:p>
          <a:r>
            <a:rPr lang="en-US"/>
            <a:t>Cap.1: </a:t>
          </a:r>
        </a:p>
      </dgm:t>
    </dgm:pt>
    <dgm:pt modelId="{A0FDE9EA-FD52-4059-83C8-C79B52B23BDC}" type="parTrans" cxnId="{79B9D0F0-02E3-4ADE-B311-7A6ACF1AB49A}">
      <dgm:prSet/>
      <dgm:spPr/>
      <dgm:t>
        <a:bodyPr/>
        <a:lstStyle/>
        <a:p>
          <a:endParaRPr lang="en-US"/>
        </a:p>
      </dgm:t>
    </dgm:pt>
    <dgm:pt modelId="{F14C6850-F811-4810-BB54-8ECF16452E3A}" type="sibTrans" cxnId="{79B9D0F0-02E3-4ADE-B311-7A6ACF1AB49A}">
      <dgm:prSet/>
      <dgm:spPr/>
      <dgm:t>
        <a:bodyPr/>
        <a:lstStyle/>
        <a:p>
          <a:endParaRPr lang="en-US"/>
        </a:p>
      </dgm:t>
    </dgm:pt>
    <dgm:pt modelId="{F2374A15-B5D7-4047-9AB3-F100233C3C09}">
      <dgm:prSet/>
      <dgm:spPr/>
      <dgm:t>
        <a:bodyPr/>
        <a:lstStyle/>
        <a:p>
          <a:r>
            <a:rPr lang="en-US"/>
            <a:t>Cap.2: </a:t>
          </a:r>
        </a:p>
      </dgm:t>
    </dgm:pt>
    <dgm:pt modelId="{52B28CD3-C29D-4C05-9D34-DBFD918469D7}" type="parTrans" cxnId="{BEECC481-1B61-4697-B213-225D50A0EA55}">
      <dgm:prSet/>
      <dgm:spPr/>
      <dgm:t>
        <a:bodyPr/>
        <a:lstStyle/>
        <a:p>
          <a:endParaRPr lang="en-US"/>
        </a:p>
      </dgm:t>
    </dgm:pt>
    <dgm:pt modelId="{FAFF69F4-6239-4C33-9BE6-4A0EEE7B9BFF}" type="sibTrans" cxnId="{BEECC481-1B61-4697-B213-225D50A0EA55}">
      <dgm:prSet/>
      <dgm:spPr/>
      <dgm:t>
        <a:bodyPr/>
        <a:lstStyle/>
        <a:p>
          <a:endParaRPr lang="en-US"/>
        </a:p>
      </dgm:t>
    </dgm:pt>
    <dgm:pt modelId="{BFC81D78-4531-4A98-809F-CF4A866A51D0}">
      <dgm:prSet/>
      <dgm:spPr/>
      <dgm:t>
        <a:bodyPr/>
        <a:lstStyle/>
        <a:p>
          <a:r>
            <a:rPr lang="en-US"/>
            <a:t>Cap.3:</a:t>
          </a:r>
        </a:p>
      </dgm:t>
    </dgm:pt>
    <dgm:pt modelId="{5E7C8AE4-7CEC-4AAE-B4CF-D58FE56808F6}" type="parTrans" cxnId="{5199A6DF-8D76-4010-9049-7D547FF6E265}">
      <dgm:prSet/>
      <dgm:spPr/>
      <dgm:t>
        <a:bodyPr/>
        <a:lstStyle/>
        <a:p>
          <a:endParaRPr lang="en-US"/>
        </a:p>
      </dgm:t>
    </dgm:pt>
    <dgm:pt modelId="{63248D6B-B630-4746-8A3B-1F316DAC3A68}" type="sibTrans" cxnId="{5199A6DF-8D76-4010-9049-7D547FF6E265}">
      <dgm:prSet/>
      <dgm:spPr/>
      <dgm:t>
        <a:bodyPr/>
        <a:lstStyle/>
        <a:p>
          <a:endParaRPr lang="en-US"/>
        </a:p>
      </dgm:t>
    </dgm:pt>
    <dgm:pt modelId="{C12343FC-EAB2-4815-B585-95C574B208BD}" type="pres">
      <dgm:prSet presAssocID="{E2F703F7-E2B8-4BC2-BA70-44695D776373}" presName="Name0" presStyleCnt="0">
        <dgm:presLayoutVars>
          <dgm:dir/>
          <dgm:animLvl val="lvl"/>
          <dgm:resizeHandles val="exact"/>
        </dgm:presLayoutVars>
      </dgm:prSet>
      <dgm:spPr/>
    </dgm:pt>
    <dgm:pt modelId="{D5266E43-3C29-4CD8-A8E6-BB3AC2105E24}" type="pres">
      <dgm:prSet presAssocID="{88F55188-B136-4A3C-9191-E5C7160C33CE}" presName="boxAndChildren" presStyleCnt="0"/>
      <dgm:spPr/>
    </dgm:pt>
    <dgm:pt modelId="{DDEF1A44-494B-4DC0-B98E-AE7215044C04}" type="pres">
      <dgm:prSet presAssocID="{88F55188-B136-4A3C-9191-E5C7160C33CE}" presName="parentTextBox" presStyleLbl="node1" presStyleIdx="0" presStyleCnt="3"/>
      <dgm:spPr/>
    </dgm:pt>
    <dgm:pt modelId="{F4614EFC-FFA5-4340-A9F4-84D7736345E1}" type="pres">
      <dgm:prSet presAssocID="{88F55188-B136-4A3C-9191-E5C7160C33CE}" presName="entireBox" presStyleLbl="node1" presStyleIdx="0" presStyleCnt="3"/>
      <dgm:spPr/>
    </dgm:pt>
    <dgm:pt modelId="{A62D014A-7A37-4BB6-A625-38F5F50D7497}" type="pres">
      <dgm:prSet presAssocID="{88F55188-B136-4A3C-9191-E5C7160C33CE}" presName="descendantBox" presStyleCnt="0"/>
      <dgm:spPr/>
    </dgm:pt>
    <dgm:pt modelId="{D2F47607-1936-4C97-B78E-EC319A754013}" type="pres">
      <dgm:prSet presAssocID="{82ACA667-6367-443A-9460-9A4653F50CD6}" presName="childTextBox" presStyleLbl="fgAccFollowNode1" presStyleIdx="0" presStyleCnt="3">
        <dgm:presLayoutVars>
          <dgm:bulletEnabled val="1"/>
        </dgm:presLayoutVars>
      </dgm:prSet>
      <dgm:spPr/>
    </dgm:pt>
    <dgm:pt modelId="{9BEE718F-2232-4734-A560-78AFFCCDC84D}" type="pres">
      <dgm:prSet presAssocID="{F2374A15-B5D7-4047-9AB3-F100233C3C09}" presName="childTextBox" presStyleLbl="fgAccFollowNode1" presStyleIdx="1" presStyleCnt="3">
        <dgm:presLayoutVars>
          <dgm:bulletEnabled val="1"/>
        </dgm:presLayoutVars>
      </dgm:prSet>
      <dgm:spPr/>
    </dgm:pt>
    <dgm:pt modelId="{F023BE8D-C8F9-41B4-860C-1D167545E719}" type="pres">
      <dgm:prSet presAssocID="{BFC81D78-4531-4A98-809F-CF4A866A51D0}" presName="childTextBox" presStyleLbl="fgAccFollowNode1" presStyleIdx="2" presStyleCnt="3">
        <dgm:presLayoutVars>
          <dgm:bulletEnabled val="1"/>
        </dgm:presLayoutVars>
      </dgm:prSet>
      <dgm:spPr/>
    </dgm:pt>
    <dgm:pt modelId="{73DCE344-5252-4567-9F53-4D869F609997}" type="pres">
      <dgm:prSet presAssocID="{F5D8F046-BD80-460A-8408-02AB2AF7F5A2}" presName="sp" presStyleCnt="0"/>
      <dgm:spPr/>
    </dgm:pt>
    <dgm:pt modelId="{60E3BF19-30B7-4A0D-8F06-0DFF09F0FDFF}" type="pres">
      <dgm:prSet presAssocID="{DF5105D8-2341-4DF5-9FE5-189150B69F99}" presName="arrowAndChildren" presStyleCnt="0"/>
      <dgm:spPr/>
    </dgm:pt>
    <dgm:pt modelId="{F6C84C91-80E3-4866-AC80-A38251005DA1}" type="pres">
      <dgm:prSet presAssocID="{DF5105D8-2341-4DF5-9FE5-189150B69F99}" presName="parentTextArrow" presStyleLbl="node1" presStyleIdx="1" presStyleCnt="3"/>
      <dgm:spPr/>
    </dgm:pt>
    <dgm:pt modelId="{9E42F76B-85C3-43AE-88F9-AC09185FC10F}" type="pres">
      <dgm:prSet presAssocID="{21F6C763-F411-4C55-849D-47E9514D970E}" presName="sp" presStyleCnt="0"/>
      <dgm:spPr/>
    </dgm:pt>
    <dgm:pt modelId="{6B9E4AA0-84EF-42A8-893E-360CA78A149D}" type="pres">
      <dgm:prSet presAssocID="{22D88925-5F33-4350-A9CA-C01B54F51B5C}" presName="arrowAndChildren" presStyleCnt="0"/>
      <dgm:spPr/>
    </dgm:pt>
    <dgm:pt modelId="{DD8DDC9E-A932-45E6-9A38-1283115C41AA}" type="pres">
      <dgm:prSet presAssocID="{22D88925-5F33-4350-A9CA-C01B54F51B5C}" presName="parentTextArrow" presStyleLbl="node1" presStyleIdx="2" presStyleCnt="3"/>
      <dgm:spPr/>
    </dgm:pt>
  </dgm:ptLst>
  <dgm:cxnLst>
    <dgm:cxn modelId="{64957704-EF1E-456E-8A26-45E12ADCE870}" type="presOf" srcId="{88F55188-B136-4A3C-9191-E5C7160C33CE}" destId="{DDEF1A44-494B-4DC0-B98E-AE7215044C04}" srcOrd="0" destOrd="0" presId="urn:microsoft.com/office/officeart/2005/8/layout/process4"/>
    <dgm:cxn modelId="{DE081917-20C2-4964-9FB9-7CB356C1129F}" type="presOf" srcId="{DF5105D8-2341-4DF5-9FE5-189150B69F99}" destId="{F6C84C91-80E3-4866-AC80-A38251005DA1}" srcOrd="0" destOrd="0" presId="urn:microsoft.com/office/officeart/2005/8/layout/process4"/>
    <dgm:cxn modelId="{7B103434-16B2-448E-84A6-0E87A6FC4E77}" type="presOf" srcId="{F2374A15-B5D7-4047-9AB3-F100233C3C09}" destId="{9BEE718F-2232-4734-A560-78AFFCCDC84D}" srcOrd="0" destOrd="0" presId="urn:microsoft.com/office/officeart/2005/8/layout/process4"/>
    <dgm:cxn modelId="{07015247-F12C-42C5-80B4-590F611E44D0}" type="presOf" srcId="{BFC81D78-4531-4A98-809F-CF4A866A51D0}" destId="{F023BE8D-C8F9-41B4-860C-1D167545E719}" srcOrd="0" destOrd="0" presId="urn:microsoft.com/office/officeart/2005/8/layout/process4"/>
    <dgm:cxn modelId="{73421D71-2B93-476A-9869-4E23D5BBF546}" srcId="{E2F703F7-E2B8-4BC2-BA70-44695D776373}" destId="{88F55188-B136-4A3C-9191-E5C7160C33CE}" srcOrd="2" destOrd="0" parTransId="{8C4C40D0-3AE5-4778-8BA4-06D28F52FE5A}" sibTransId="{6B608A0D-EA6D-4AF0-9B9B-37F843BFF169}"/>
    <dgm:cxn modelId="{050BB455-FBC0-4FE5-B02F-16F18334BB10}" type="presOf" srcId="{22D88925-5F33-4350-A9CA-C01B54F51B5C}" destId="{DD8DDC9E-A932-45E6-9A38-1283115C41AA}" srcOrd="0" destOrd="0" presId="urn:microsoft.com/office/officeart/2005/8/layout/process4"/>
    <dgm:cxn modelId="{EA109978-4CFB-47C0-933E-F6A82811430C}" type="presOf" srcId="{E2F703F7-E2B8-4BC2-BA70-44695D776373}" destId="{C12343FC-EAB2-4815-B585-95C574B208BD}" srcOrd="0" destOrd="0" presId="urn:microsoft.com/office/officeart/2005/8/layout/process4"/>
    <dgm:cxn modelId="{BEECC481-1B61-4697-B213-225D50A0EA55}" srcId="{88F55188-B136-4A3C-9191-E5C7160C33CE}" destId="{F2374A15-B5D7-4047-9AB3-F100233C3C09}" srcOrd="1" destOrd="0" parTransId="{52B28CD3-C29D-4C05-9D34-DBFD918469D7}" sibTransId="{FAFF69F4-6239-4C33-9BE6-4A0EEE7B9BFF}"/>
    <dgm:cxn modelId="{42CC2384-FEFE-412D-909F-308B0A257990}" type="presOf" srcId="{82ACA667-6367-443A-9460-9A4653F50CD6}" destId="{D2F47607-1936-4C97-B78E-EC319A754013}" srcOrd="0" destOrd="0" presId="urn:microsoft.com/office/officeart/2005/8/layout/process4"/>
    <dgm:cxn modelId="{6E4ACC99-BDEF-4F8B-BE57-AE92CCCEB89D}" type="presOf" srcId="{88F55188-B136-4A3C-9191-E5C7160C33CE}" destId="{F4614EFC-FFA5-4340-A9F4-84D7736345E1}" srcOrd="1" destOrd="0" presId="urn:microsoft.com/office/officeart/2005/8/layout/process4"/>
    <dgm:cxn modelId="{5EA3D3A6-85C4-403C-888B-BAC87891AA37}" srcId="{E2F703F7-E2B8-4BC2-BA70-44695D776373}" destId="{DF5105D8-2341-4DF5-9FE5-189150B69F99}" srcOrd="1" destOrd="0" parTransId="{D34DB23B-DDE5-4943-8A12-2E086249ADB8}" sibTransId="{F5D8F046-BD80-460A-8408-02AB2AF7F5A2}"/>
    <dgm:cxn modelId="{5199A6DF-8D76-4010-9049-7D547FF6E265}" srcId="{88F55188-B136-4A3C-9191-E5C7160C33CE}" destId="{BFC81D78-4531-4A98-809F-CF4A866A51D0}" srcOrd="2" destOrd="0" parTransId="{5E7C8AE4-7CEC-4AAE-B4CF-D58FE56808F6}" sibTransId="{63248D6B-B630-4746-8A3B-1F316DAC3A68}"/>
    <dgm:cxn modelId="{79B9D0F0-02E3-4ADE-B311-7A6ACF1AB49A}" srcId="{88F55188-B136-4A3C-9191-E5C7160C33CE}" destId="{82ACA667-6367-443A-9460-9A4653F50CD6}" srcOrd="0" destOrd="0" parTransId="{A0FDE9EA-FD52-4059-83C8-C79B52B23BDC}" sibTransId="{F14C6850-F811-4810-BB54-8ECF16452E3A}"/>
    <dgm:cxn modelId="{9264B7F8-697C-4109-BA0E-66316E81AFC1}" srcId="{E2F703F7-E2B8-4BC2-BA70-44695D776373}" destId="{22D88925-5F33-4350-A9CA-C01B54F51B5C}" srcOrd="0" destOrd="0" parTransId="{A902E457-034C-4DB9-918D-08CEA99035C1}" sibTransId="{21F6C763-F411-4C55-849D-47E9514D970E}"/>
    <dgm:cxn modelId="{CED2541E-D4D6-430F-BEA5-2C74DABBB3FB}" type="presParOf" srcId="{C12343FC-EAB2-4815-B585-95C574B208BD}" destId="{D5266E43-3C29-4CD8-A8E6-BB3AC2105E24}" srcOrd="0" destOrd="0" presId="urn:microsoft.com/office/officeart/2005/8/layout/process4"/>
    <dgm:cxn modelId="{23ACA971-140A-4B37-99A6-237C631BEF6A}" type="presParOf" srcId="{D5266E43-3C29-4CD8-A8E6-BB3AC2105E24}" destId="{DDEF1A44-494B-4DC0-B98E-AE7215044C04}" srcOrd="0" destOrd="0" presId="urn:microsoft.com/office/officeart/2005/8/layout/process4"/>
    <dgm:cxn modelId="{619131F9-467F-4596-9AF4-C018D39C7A53}" type="presParOf" srcId="{D5266E43-3C29-4CD8-A8E6-BB3AC2105E24}" destId="{F4614EFC-FFA5-4340-A9F4-84D7736345E1}" srcOrd="1" destOrd="0" presId="urn:microsoft.com/office/officeart/2005/8/layout/process4"/>
    <dgm:cxn modelId="{82C4D890-981E-41AE-809C-EFFEFACE59F8}" type="presParOf" srcId="{D5266E43-3C29-4CD8-A8E6-BB3AC2105E24}" destId="{A62D014A-7A37-4BB6-A625-38F5F50D7497}" srcOrd="2" destOrd="0" presId="urn:microsoft.com/office/officeart/2005/8/layout/process4"/>
    <dgm:cxn modelId="{D775D20C-154A-472A-AA46-34928A052F7B}" type="presParOf" srcId="{A62D014A-7A37-4BB6-A625-38F5F50D7497}" destId="{D2F47607-1936-4C97-B78E-EC319A754013}" srcOrd="0" destOrd="0" presId="urn:microsoft.com/office/officeart/2005/8/layout/process4"/>
    <dgm:cxn modelId="{1C2F8D0E-3808-4361-84E2-0AAF8ADAB1D8}" type="presParOf" srcId="{A62D014A-7A37-4BB6-A625-38F5F50D7497}" destId="{9BEE718F-2232-4734-A560-78AFFCCDC84D}" srcOrd="1" destOrd="0" presId="urn:microsoft.com/office/officeart/2005/8/layout/process4"/>
    <dgm:cxn modelId="{6E6AF36F-D301-448A-ADDD-6F8753891376}" type="presParOf" srcId="{A62D014A-7A37-4BB6-A625-38F5F50D7497}" destId="{F023BE8D-C8F9-41B4-860C-1D167545E719}" srcOrd="2" destOrd="0" presId="urn:microsoft.com/office/officeart/2005/8/layout/process4"/>
    <dgm:cxn modelId="{AC4FE598-B654-4BB7-89C1-0C3E0781932E}" type="presParOf" srcId="{C12343FC-EAB2-4815-B585-95C574B208BD}" destId="{73DCE344-5252-4567-9F53-4D869F609997}" srcOrd="1" destOrd="0" presId="urn:microsoft.com/office/officeart/2005/8/layout/process4"/>
    <dgm:cxn modelId="{D92FBA0D-BD00-402F-83E3-3121D1E7FB6A}" type="presParOf" srcId="{C12343FC-EAB2-4815-B585-95C574B208BD}" destId="{60E3BF19-30B7-4A0D-8F06-0DFF09F0FDFF}" srcOrd="2" destOrd="0" presId="urn:microsoft.com/office/officeart/2005/8/layout/process4"/>
    <dgm:cxn modelId="{4E74A760-3190-42E7-B1AD-CD90EE9F1615}" type="presParOf" srcId="{60E3BF19-30B7-4A0D-8F06-0DFF09F0FDFF}" destId="{F6C84C91-80E3-4866-AC80-A38251005DA1}" srcOrd="0" destOrd="0" presId="urn:microsoft.com/office/officeart/2005/8/layout/process4"/>
    <dgm:cxn modelId="{2AB6FAE7-FBCB-4748-B311-659AEC5C539F}" type="presParOf" srcId="{C12343FC-EAB2-4815-B585-95C574B208BD}" destId="{9E42F76B-85C3-43AE-88F9-AC09185FC10F}" srcOrd="3" destOrd="0" presId="urn:microsoft.com/office/officeart/2005/8/layout/process4"/>
    <dgm:cxn modelId="{6AA5668B-AAF8-4040-A5CC-440E17B9BA3D}" type="presParOf" srcId="{C12343FC-EAB2-4815-B585-95C574B208BD}" destId="{6B9E4AA0-84EF-42A8-893E-360CA78A149D}" srcOrd="4" destOrd="0" presId="urn:microsoft.com/office/officeart/2005/8/layout/process4"/>
    <dgm:cxn modelId="{958C37FF-7B50-48B6-B183-5E398C69CE4E}" type="presParOf" srcId="{6B9E4AA0-84EF-42A8-893E-360CA78A149D}" destId="{DD8DDC9E-A932-45E6-9A38-1283115C41AA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3BABDE5-9441-4398-A7DB-C1A626511E8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2CAD3BF-E232-4F63-A1F4-F6D4B9B455C9}">
      <dgm:prSet/>
      <dgm:spPr/>
      <dgm:t>
        <a:bodyPr/>
        <a:lstStyle/>
        <a:p>
          <a:r>
            <a:rPr lang="en-US" dirty="0" err="1"/>
            <a:t>Discussão</a:t>
          </a:r>
          <a:r>
            <a:rPr lang="en-US" dirty="0"/>
            <a:t> </a:t>
          </a:r>
          <a:r>
            <a:rPr lang="en-US" dirty="0" err="1"/>
            <a:t>sobre</a:t>
          </a:r>
          <a:r>
            <a:rPr lang="en-US" dirty="0"/>
            <a:t> as </a:t>
          </a:r>
          <a:r>
            <a:rPr lang="en-US" dirty="0" err="1"/>
            <a:t>soluções</a:t>
          </a:r>
          <a:r>
            <a:rPr lang="en-US" dirty="0"/>
            <a:t> </a:t>
          </a:r>
          <a:r>
            <a:rPr lang="en-US" dirty="0" err="1"/>
            <a:t>propostas</a:t>
          </a:r>
          <a:endParaRPr lang="en-US" dirty="0"/>
        </a:p>
      </dgm:t>
    </dgm:pt>
    <dgm:pt modelId="{0BAED13B-F4C2-462C-8619-EDD15547B909}" type="parTrans" cxnId="{1A7935E6-0A20-4470-9A89-89D3058AE456}">
      <dgm:prSet/>
      <dgm:spPr/>
      <dgm:t>
        <a:bodyPr/>
        <a:lstStyle/>
        <a:p>
          <a:endParaRPr lang="en-US"/>
        </a:p>
      </dgm:t>
    </dgm:pt>
    <dgm:pt modelId="{3CE89013-8A3F-4BBB-BE39-532003BF6F54}" type="sibTrans" cxnId="{1A7935E6-0A20-4470-9A89-89D3058AE456}">
      <dgm:prSet/>
      <dgm:spPr/>
      <dgm:t>
        <a:bodyPr/>
        <a:lstStyle/>
        <a:p>
          <a:endParaRPr lang="en-US"/>
        </a:p>
      </dgm:t>
    </dgm:pt>
    <dgm:pt modelId="{3E6090B0-FE36-478A-9F7C-75655994BEB9}">
      <dgm:prSet/>
      <dgm:spPr/>
      <dgm:t>
        <a:bodyPr/>
        <a:lstStyle/>
        <a:p>
          <a:r>
            <a:rPr lang="en-US" dirty="0" err="1"/>
            <a:t>Reflexão</a:t>
          </a:r>
          <a:r>
            <a:rPr lang="en-US" dirty="0"/>
            <a:t> </a:t>
          </a:r>
          <a:r>
            <a:rPr lang="en-US" dirty="0" err="1"/>
            <a:t>sobre</a:t>
          </a:r>
          <a:r>
            <a:rPr lang="en-US" dirty="0"/>
            <a:t> </a:t>
          </a:r>
          <a:r>
            <a:rPr lang="en-US" dirty="0">
              <a:solidFill>
                <a:schemeClr val="tx1"/>
              </a:solidFill>
              <a:latin typeface="+mj-lt"/>
              <a:ea typeface="+mj-ea"/>
              <a:cs typeface="+mj-cs"/>
            </a:rPr>
            <a:t>"Se </a:t>
          </a:r>
          <a:r>
            <a:rPr lang="en-US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você</a:t>
          </a:r>
          <a:r>
            <a:rPr lang="en-US" dirty="0">
              <a:solidFill>
                <a:schemeClr val="tx1"/>
              </a:solidFill>
              <a:latin typeface="+mj-lt"/>
              <a:ea typeface="+mj-ea"/>
              <a:cs typeface="+mj-cs"/>
            </a:rPr>
            <a:t> </a:t>
          </a:r>
          <a:r>
            <a:rPr lang="en-US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pudesse</a:t>
          </a:r>
          <a:r>
            <a:rPr lang="en-US" dirty="0">
              <a:solidFill>
                <a:schemeClr val="tx1"/>
              </a:solidFill>
              <a:latin typeface="+mj-lt"/>
              <a:ea typeface="+mj-ea"/>
              <a:cs typeface="+mj-cs"/>
            </a:rPr>
            <a:t> </a:t>
          </a:r>
          <a:r>
            <a:rPr lang="en-US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treinar</a:t>
          </a:r>
          <a:r>
            <a:rPr lang="en-US" dirty="0">
              <a:solidFill>
                <a:schemeClr val="tx1"/>
              </a:solidFill>
              <a:latin typeface="+mj-lt"/>
              <a:ea typeface="+mj-ea"/>
              <a:cs typeface="+mj-cs"/>
            </a:rPr>
            <a:t> um </a:t>
          </a:r>
          <a:r>
            <a:rPr lang="en-US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modelo</a:t>
          </a:r>
          <a:r>
            <a:rPr lang="en-US" dirty="0">
              <a:solidFill>
                <a:schemeClr val="tx1"/>
              </a:solidFill>
              <a:latin typeface="+mj-lt"/>
              <a:ea typeface="+mj-ea"/>
              <a:cs typeface="+mj-cs"/>
            </a:rPr>
            <a:t> de ML para </a:t>
          </a:r>
          <a:r>
            <a:rPr lang="en-US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facilitar</a:t>
          </a:r>
          <a:r>
            <a:rPr lang="en-US" dirty="0">
              <a:solidFill>
                <a:schemeClr val="tx1"/>
              </a:solidFill>
              <a:latin typeface="+mj-lt"/>
              <a:ea typeface="+mj-ea"/>
              <a:cs typeface="+mj-cs"/>
            </a:rPr>
            <a:t> </a:t>
          </a:r>
          <a:r>
            <a:rPr lang="en-US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sua</a:t>
          </a:r>
          <a:r>
            <a:rPr lang="en-US" dirty="0">
              <a:solidFill>
                <a:schemeClr val="tx1"/>
              </a:solidFill>
              <a:latin typeface="+mj-lt"/>
              <a:ea typeface="+mj-ea"/>
              <a:cs typeface="+mj-cs"/>
            </a:rPr>
            <a:t> </a:t>
          </a:r>
          <a:r>
            <a:rPr lang="en-US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vida</a:t>
          </a:r>
          <a:r>
            <a:rPr lang="en-US" dirty="0">
              <a:solidFill>
                <a:schemeClr val="tx1"/>
              </a:solidFill>
              <a:latin typeface="+mj-lt"/>
              <a:ea typeface="+mj-ea"/>
              <a:cs typeface="+mj-cs"/>
            </a:rPr>
            <a:t> </a:t>
          </a:r>
          <a:r>
            <a:rPr lang="en-US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acadêmica</a:t>
          </a:r>
          <a:r>
            <a:rPr lang="en-US" dirty="0">
              <a:solidFill>
                <a:schemeClr val="tx1"/>
              </a:solidFill>
              <a:latin typeface="+mj-lt"/>
              <a:ea typeface="+mj-ea"/>
              <a:cs typeface="+mj-cs"/>
            </a:rPr>
            <a:t>, o que </a:t>
          </a:r>
          <a:r>
            <a:rPr lang="en-US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ele</a:t>
          </a:r>
          <a:r>
            <a:rPr lang="en-US" dirty="0">
              <a:solidFill>
                <a:schemeClr val="tx1"/>
              </a:solidFill>
              <a:latin typeface="+mj-lt"/>
              <a:ea typeface="+mj-ea"/>
              <a:cs typeface="+mj-cs"/>
            </a:rPr>
            <a:t> </a:t>
          </a:r>
          <a:r>
            <a:rPr lang="en-US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faria</a:t>
          </a:r>
          <a:r>
            <a:rPr lang="en-US" dirty="0">
              <a:solidFill>
                <a:schemeClr val="tx1"/>
              </a:solidFill>
              <a:latin typeface="+mj-lt"/>
              <a:ea typeface="+mj-ea"/>
              <a:cs typeface="+mj-cs"/>
            </a:rPr>
            <a:t> </a:t>
          </a:r>
          <a:r>
            <a:rPr lang="en-US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por</a:t>
          </a:r>
          <a:r>
            <a:rPr lang="en-US" dirty="0">
              <a:solidFill>
                <a:schemeClr val="tx1"/>
              </a:solidFill>
              <a:latin typeface="+mj-lt"/>
              <a:ea typeface="+mj-ea"/>
              <a:cs typeface="+mj-cs"/>
            </a:rPr>
            <a:t> </a:t>
          </a:r>
          <a:r>
            <a:rPr lang="en-US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você</a:t>
          </a:r>
          <a:r>
            <a:rPr lang="en-US" dirty="0">
              <a:solidFill>
                <a:schemeClr val="tx1"/>
              </a:solidFill>
              <a:latin typeface="+mj-lt"/>
              <a:ea typeface="+mj-ea"/>
              <a:cs typeface="+mj-cs"/>
            </a:rPr>
            <a:t>?"</a:t>
          </a:r>
          <a:endParaRPr lang="en-US" dirty="0"/>
        </a:p>
      </dgm:t>
    </dgm:pt>
    <dgm:pt modelId="{F210E782-98B9-476A-9167-291A667909E5}" type="parTrans" cxnId="{2D771D10-8AE1-493E-8ED2-A6404E14460E}">
      <dgm:prSet/>
      <dgm:spPr/>
      <dgm:t>
        <a:bodyPr/>
        <a:lstStyle/>
        <a:p>
          <a:endParaRPr lang="en-US"/>
        </a:p>
      </dgm:t>
    </dgm:pt>
    <dgm:pt modelId="{2E063582-C953-416A-A958-FEF2A66B23DC}" type="sibTrans" cxnId="{2D771D10-8AE1-493E-8ED2-A6404E14460E}">
      <dgm:prSet/>
      <dgm:spPr/>
      <dgm:t>
        <a:bodyPr/>
        <a:lstStyle/>
        <a:p>
          <a:endParaRPr lang="en-US"/>
        </a:p>
      </dgm:t>
    </dgm:pt>
    <dgm:pt modelId="{5746C903-2D7F-4C80-971D-6C4212D67FB7}">
      <dgm:prSet/>
      <dgm:spPr/>
      <dgm:t>
        <a:bodyPr/>
        <a:lstStyle/>
        <a:p>
          <a:r>
            <a:rPr lang="en-US" dirty="0" err="1"/>
            <a:t>Próximos</a:t>
          </a:r>
          <a:r>
            <a:rPr lang="en-US" dirty="0"/>
            <a:t> </a:t>
          </a:r>
          <a:r>
            <a:rPr lang="en-US" dirty="0" err="1"/>
            <a:t>passos</a:t>
          </a:r>
          <a:r>
            <a:rPr lang="en-US" dirty="0"/>
            <a:t>:</a:t>
          </a:r>
        </a:p>
        <a:p>
          <a:r>
            <a:rPr lang="pt-BR" dirty="0"/>
            <a:t>Aprendizado de Máquina</a:t>
          </a:r>
        </a:p>
        <a:p>
          <a:r>
            <a:rPr lang="pt-BR" dirty="0"/>
            <a:t>em Big </a:t>
          </a:r>
          <a:r>
            <a:rPr lang="pt-BR"/>
            <a:t>Data Parte 2 </a:t>
          </a:r>
          <a:r>
            <a:rPr lang="pt-BR" dirty="0"/>
            <a:t>e Ética e Privacidade em</a:t>
          </a:r>
        </a:p>
        <a:p>
          <a:r>
            <a:rPr lang="pt-BR" dirty="0"/>
            <a:t>Big Data</a:t>
          </a:r>
          <a:endParaRPr lang="en-US" dirty="0"/>
        </a:p>
      </dgm:t>
    </dgm:pt>
    <dgm:pt modelId="{9AFC24F5-401C-4B7B-9B93-BDEC00EE8A8F}" type="parTrans" cxnId="{F7FB188B-2C03-4D61-A6D5-B139479CF335}">
      <dgm:prSet/>
      <dgm:spPr/>
      <dgm:t>
        <a:bodyPr/>
        <a:lstStyle/>
        <a:p>
          <a:endParaRPr lang="en-US"/>
        </a:p>
      </dgm:t>
    </dgm:pt>
    <dgm:pt modelId="{EAE74536-3496-4BCB-A9C1-B796BEBA0930}" type="sibTrans" cxnId="{F7FB188B-2C03-4D61-A6D5-B139479CF335}">
      <dgm:prSet/>
      <dgm:spPr/>
      <dgm:t>
        <a:bodyPr/>
        <a:lstStyle/>
        <a:p>
          <a:endParaRPr lang="en-US"/>
        </a:p>
      </dgm:t>
    </dgm:pt>
    <dgm:pt modelId="{4DD92DDC-5D62-49E8-B05B-23C9DEBAD57F}" type="pres">
      <dgm:prSet presAssocID="{63BABDE5-9441-4398-A7DB-C1A626511E8A}" presName="root" presStyleCnt="0">
        <dgm:presLayoutVars>
          <dgm:dir/>
          <dgm:resizeHandles val="exact"/>
        </dgm:presLayoutVars>
      </dgm:prSet>
      <dgm:spPr/>
    </dgm:pt>
    <dgm:pt modelId="{AC3BBDD4-5BE7-4D3F-8A00-E180DBDF1F27}" type="pres">
      <dgm:prSet presAssocID="{02CAD3BF-E232-4F63-A1F4-F6D4B9B455C9}" presName="compNode" presStyleCnt="0"/>
      <dgm:spPr/>
    </dgm:pt>
    <dgm:pt modelId="{32AED952-DFDE-4941-91E3-FC4749181F7C}" type="pres">
      <dgm:prSet presAssocID="{02CAD3BF-E232-4F63-A1F4-F6D4B9B455C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erto de mão"/>
        </a:ext>
      </dgm:extLst>
    </dgm:pt>
    <dgm:pt modelId="{CED2730B-F31D-4169-82C5-931191B82312}" type="pres">
      <dgm:prSet presAssocID="{02CAD3BF-E232-4F63-A1F4-F6D4B9B455C9}" presName="spaceRect" presStyleCnt="0"/>
      <dgm:spPr/>
    </dgm:pt>
    <dgm:pt modelId="{64C34AF6-9B6A-4241-9D8D-D29B93C5781B}" type="pres">
      <dgm:prSet presAssocID="{02CAD3BF-E232-4F63-A1F4-F6D4B9B455C9}" presName="textRect" presStyleLbl="revTx" presStyleIdx="0" presStyleCnt="3">
        <dgm:presLayoutVars>
          <dgm:chMax val="1"/>
          <dgm:chPref val="1"/>
        </dgm:presLayoutVars>
      </dgm:prSet>
      <dgm:spPr/>
    </dgm:pt>
    <dgm:pt modelId="{DDFBE3AA-E353-4B4C-B483-BA1817713FE3}" type="pres">
      <dgm:prSet presAssocID="{3CE89013-8A3F-4BBB-BE39-532003BF6F54}" presName="sibTrans" presStyleCnt="0"/>
      <dgm:spPr/>
    </dgm:pt>
    <dgm:pt modelId="{1593C456-DF96-4865-9B14-8DEAF2D261AC}" type="pres">
      <dgm:prSet presAssocID="{3E6090B0-FE36-478A-9F7C-75655994BEB9}" presName="compNode" presStyleCnt="0"/>
      <dgm:spPr/>
    </dgm:pt>
    <dgm:pt modelId="{36018CEC-D34A-4410-9BB4-F34858DA087C}" type="pres">
      <dgm:prSet presAssocID="{3E6090B0-FE36-478A-9F7C-75655994BEB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co de dados"/>
        </a:ext>
      </dgm:extLst>
    </dgm:pt>
    <dgm:pt modelId="{FD78F759-1665-4F9B-83DE-94BA16D9E2AC}" type="pres">
      <dgm:prSet presAssocID="{3E6090B0-FE36-478A-9F7C-75655994BEB9}" presName="spaceRect" presStyleCnt="0"/>
      <dgm:spPr/>
    </dgm:pt>
    <dgm:pt modelId="{84B548E6-0303-412E-882B-E4185F50A9B8}" type="pres">
      <dgm:prSet presAssocID="{3E6090B0-FE36-478A-9F7C-75655994BEB9}" presName="textRect" presStyleLbl="revTx" presStyleIdx="1" presStyleCnt="3">
        <dgm:presLayoutVars>
          <dgm:chMax val="1"/>
          <dgm:chPref val="1"/>
        </dgm:presLayoutVars>
      </dgm:prSet>
      <dgm:spPr/>
    </dgm:pt>
    <dgm:pt modelId="{8E9596B0-4638-4B60-956A-F757DEFA8F04}" type="pres">
      <dgm:prSet presAssocID="{2E063582-C953-416A-A958-FEF2A66B23DC}" presName="sibTrans" presStyleCnt="0"/>
      <dgm:spPr/>
    </dgm:pt>
    <dgm:pt modelId="{B36491C8-D169-4C7A-85F5-7E7F7997F77B}" type="pres">
      <dgm:prSet presAssocID="{5746C903-2D7F-4C80-971D-6C4212D67FB7}" presName="compNode" presStyleCnt="0"/>
      <dgm:spPr/>
    </dgm:pt>
    <dgm:pt modelId="{809C5AA7-1FF4-4CD0-B2C9-6064EAFF7E30}" type="pres">
      <dgm:prSet presAssocID="{5746C903-2D7F-4C80-971D-6C4212D67FB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ce Steps"/>
        </a:ext>
      </dgm:extLst>
    </dgm:pt>
    <dgm:pt modelId="{1472B288-9A0A-4999-96F6-034DDEB9E6D7}" type="pres">
      <dgm:prSet presAssocID="{5746C903-2D7F-4C80-971D-6C4212D67FB7}" presName="spaceRect" presStyleCnt="0"/>
      <dgm:spPr/>
    </dgm:pt>
    <dgm:pt modelId="{D2CC377F-2C19-4FB9-838E-1614F95B607C}" type="pres">
      <dgm:prSet presAssocID="{5746C903-2D7F-4C80-971D-6C4212D67FB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D771D10-8AE1-493E-8ED2-A6404E14460E}" srcId="{63BABDE5-9441-4398-A7DB-C1A626511E8A}" destId="{3E6090B0-FE36-478A-9F7C-75655994BEB9}" srcOrd="1" destOrd="0" parTransId="{F210E782-98B9-476A-9167-291A667909E5}" sibTransId="{2E063582-C953-416A-A958-FEF2A66B23DC}"/>
    <dgm:cxn modelId="{A033E534-71A9-4AF4-AC00-D508C8E54D83}" type="presOf" srcId="{5746C903-2D7F-4C80-971D-6C4212D67FB7}" destId="{D2CC377F-2C19-4FB9-838E-1614F95B607C}" srcOrd="0" destOrd="0" presId="urn:microsoft.com/office/officeart/2018/2/layout/IconLabelList"/>
    <dgm:cxn modelId="{F7FB188B-2C03-4D61-A6D5-B139479CF335}" srcId="{63BABDE5-9441-4398-A7DB-C1A626511E8A}" destId="{5746C903-2D7F-4C80-971D-6C4212D67FB7}" srcOrd="2" destOrd="0" parTransId="{9AFC24F5-401C-4B7B-9B93-BDEC00EE8A8F}" sibTransId="{EAE74536-3496-4BCB-A9C1-B796BEBA0930}"/>
    <dgm:cxn modelId="{DBC68D8F-F8A7-4629-AE14-0F5760F531FF}" type="presOf" srcId="{63BABDE5-9441-4398-A7DB-C1A626511E8A}" destId="{4DD92DDC-5D62-49E8-B05B-23C9DEBAD57F}" srcOrd="0" destOrd="0" presId="urn:microsoft.com/office/officeart/2018/2/layout/IconLabelList"/>
    <dgm:cxn modelId="{42D7FDBE-FEF5-4930-A679-EE268A4EAB4E}" type="presOf" srcId="{02CAD3BF-E232-4F63-A1F4-F6D4B9B455C9}" destId="{64C34AF6-9B6A-4241-9D8D-D29B93C5781B}" srcOrd="0" destOrd="0" presId="urn:microsoft.com/office/officeart/2018/2/layout/IconLabelList"/>
    <dgm:cxn modelId="{391CE1D1-FE2B-499E-9088-6F2653D864F7}" type="presOf" srcId="{3E6090B0-FE36-478A-9F7C-75655994BEB9}" destId="{84B548E6-0303-412E-882B-E4185F50A9B8}" srcOrd="0" destOrd="0" presId="urn:microsoft.com/office/officeart/2018/2/layout/IconLabelList"/>
    <dgm:cxn modelId="{1A7935E6-0A20-4470-9A89-89D3058AE456}" srcId="{63BABDE5-9441-4398-A7DB-C1A626511E8A}" destId="{02CAD3BF-E232-4F63-A1F4-F6D4B9B455C9}" srcOrd="0" destOrd="0" parTransId="{0BAED13B-F4C2-462C-8619-EDD15547B909}" sibTransId="{3CE89013-8A3F-4BBB-BE39-532003BF6F54}"/>
    <dgm:cxn modelId="{7A84F29E-C5C3-4B3F-B4FB-6BF2B1D0CC40}" type="presParOf" srcId="{4DD92DDC-5D62-49E8-B05B-23C9DEBAD57F}" destId="{AC3BBDD4-5BE7-4D3F-8A00-E180DBDF1F27}" srcOrd="0" destOrd="0" presId="urn:microsoft.com/office/officeart/2018/2/layout/IconLabelList"/>
    <dgm:cxn modelId="{0579498F-F2D5-42C6-A503-D27A4A542C4E}" type="presParOf" srcId="{AC3BBDD4-5BE7-4D3F-8A00-E180DBDF1F27}" destId="{32AED952-DFDE-4941-91E3-FC4749181F7C}" srcOrd="0" destOrd="0" presId="urn:microsoft.com/office/officeart/2018/2/layout/IconLabelList"/>
    <dgm:cxn modelId="{1B0D61DC-E109-4A57-9906-A1BA935E9FB0}" type="presParOf" srcId="{AC3BBDD4-5BE7-4D3F-8A00-E180DBDF1F27}" destId="{CED2730B-F31D-4169-82C5-931191B82312}" srcOrd="1" destOrd="0" presId="urn:microsoft.com/office/officeart/2018/2/layout/IconLabelList"/>
    <dgm:cxn modelId="{8DE4A2AF-E7AF-4E37-8BC5-75E9C5098686}" type="presParOf" srcId="{AC3BBDD4-5BE7-4D3F-8A00-E180DBDF1F27}" destId="{64C34AF6-9B6A-4241-9D8D-D29B93C5781B}" srcOrd="2" destOrd="0" presId="urn:microsoft.com/office/officeart/2018/2/layout/IconLabelList"/>
    <dgm:cxn modelId="{B883959C-1D46-461F-9062-9276F12FAD82}" type="presParOf" srcId="{4DD92DDC-5D62-49E8-B05B-23C9DEBAD57F}" destId="{DDFBE3AA-E353-4B4C-B483-BA1817713FE3}" srcOrd="1" destOrd="0" presId="urn:microsoft.com/office/officeart/2018/2/layout/IconLabelList"/>
    <dgm:cxn modelId="{C5F3EEE1-BB7D-4F28-BCBB-A4AB5F459951}" type="presParOf" srcId="{4DD92DDC-5D62-49E8-B05B-23C9DEBAD57F}" destId="{1593C456-DF96-4865-9B14-8DEAF2D261AC}" srcOrd="2" destOrd="0" presId="urn:microsoft.com/office/officeart/2018/2/layout/IconLabelList"/>
    <dgm:cxn modelId="{82D5F6D5-01E9-410D-B9A7-605868EAB0B8}" type="presParOf" srcId="{1593C456-DF96-4865-9B14-8DEAF2D261AC}" destId="{36018CEC-D34A-4410-9BB4-F34858DA087C}" srcOrd="0" destOrd="0" presId="urn:microsoft.com/office/officeart/2018/2/layout/IconLabelList"/>
    <dgm:cxn modelId="{6104F5CE-DF89-4987-852A-85849C7DCEBF}" type="presParOf" srcId="{1593C456-DF96-4865-9B14-8DEAF2D261AC}" destId="{FD78F759-1665-4F9B-83DE-94BA16D9E2AC}" srcOrd="1" destOrd="0" presId="urn:microsoft.com/office/officeart/2018/2/layout/IconLabelList"/>
    <dgm:cxn modelId="{1703DD29-A429-4712-B4AE-61323C1F78A7}" type="presParOf" srcId="{1593C456-DF96-4865-9B14-8DEAF2D261AC}" destId="{84B548E6-0303-412E-882B-E4185F50A9B8}" srcOrd="2" destOrd="0" presId="urn:microsoft.com/office/officeart/2018/2/layout/IconLabelList"/>
    <dgm:cxn modelId="{CFDF465B-AD9E-48F1-813E-19DA6C2AFBAC}" type="presParOf" srcId="{4DD92DDC-5D62-49E8-B05B-23C9DEBAD57F}" destId="{8E9596B0-4638-4B60-956A-F757DEFA8F04}" srcOrd="3" destOrd="0" presId="urn:microsoft.com/office/officeart/2018/2/layout/IconLabelList"/>
    <dgm:cxn modelId="{4DA34C08-18F1-4902-93B6-3EA86D4C1B6A}" type="presParOf" srcId="{4DD92DDC-5D62-49E8-B05B-23C9DEBAD57F}" destId="{B36491C8-D169-4C7A-85F5-7E7F7997F77B}" srcOrd="4" destOrd="0" presId="urn:microsoft.com/office/officeart/2018/2/layout/IconLabelList"/>
    <dgm:cxn modelId="{C274BB05-5085-4A76-9FE5-1BF61598AAAC}" type="presParOf" srcId="{B36491C8-D169-4C7A-85F5-7E7F7997F77B}" destId="{809C5AA7-1FF4-4CD0-B2C9-6064EAFF7E30}" srcOrd="0" destOrd="0" presId="urn:microsoft.com/office/officeart/2018/2/layout/IconLabelList"/>
    <dgm:cxn modelId="{A989916A-852B-4C56-96A6-04DAA9ECE141}" type="presParOf" srcId="{B36491C8-D169-4C7A-85F5-7E7F7997F77B}" destId="{1472B288-9A0A-4999-96F6-034DDEB9E6D7}" srcOrd="1" destOrd="0" presId="urn:microsoft.com/office/officeart/2018/2/layout/IconLabelList"/>
    <dgm:cxn modelId="{CC7DD06B-4A57-472E-81E6-B0E218E8AB90}" type="presParOf" srcId="{B36491C8-D169-4C7A-85F5-7E7F7997F77B}" destId="{D2CC377F-2C19-4FB9-838E-1614F95B607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C64104-541E-455D-AD44-806C4F104E34}">
      <dsp:nvSpPr>
        <dsp:cNvPr id="0" name=""/>
        <dsp:cNvSpPr/>
      </dsp:nvSpPr>
      <dsp:spPr>
        <a:xfrm>
          <a:off x="0" y="0"/>
          <a:ext cx="471878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E8C7DD-7430-4F64-AEE7-1DE8433C1826}">
      <dsp:nvSpPr>
        <dsp:cNvPr id="0" name=""/>
        <dsp:cNvSpPr/>
      </dsp:nvSpPr>
      <dsp:spPr>
        <a:xfrm>
          <a:off x="0" y="0"/>
          <a:ext cx="4718785" cy="518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/>
            <a:t>O que vimos até o momento?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/>
            <a:t>	</a:t>
          </a:r>
          <a:r>
            <a:rPr lang="pt-BR" sz="1200" b="0" kern="1200" dirty="0"/>
            <a:t>Revisão e reflexão da relação com o tema da aula</a:t>
          </a:r>
          <a:endParaRPr lang="pt-BR" sz="1200" b="1" kern="1200" dirty="0"/>
        </a:p>
      </dsp:txBody>
      <dsp:txXfrm>
        <a:off x="0" y="0"/>
        <a:ext cx="4718785" cy="518506"/>
      </dsp:txXfrm>
    </dsp:sp>
    <dsp:sp modelId="{E65A6944-BC4E-4379-AD86-4F4FE22A44BE}">
      <dsp:nvSpPr>
        <dsp:cNvPr id="0" name=""/>
        <dsp:cNvSpPr/>
      </dsp:nvSpPr>
      <dsp:spPr>
        <a:xfrm>
          <a:off x="0" y="518506"/>
          <a:ext cx="4718785" cy="0"/>
        </a:xfrm>
        <a:prstGeom prst="line">
          <a:avLst/>
        </a:prstGeom>
        <a:solidFill>
          <a:schemeClr val="accent2">
            <a:hueOff val="-182482"/>
            <a:satOff val="501"/>
            <a:lumOff val="336"/>
            <a:alphaOff val="0"/>
          </a:schemeClr>
        </a:solidFill>
        <a:ln w="19050" cap="flat" cmpd="sng" algn="ctr">
          <a:solidFill>
            <a:schemeClr val="accent2">
              <a:hueOff val="-182482"/>
              <a:satOff val="501"/>
              <a:lumOff val="33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97511-3D7A-4E27-B1E3-41EE1084D65D}">
      <dsp:nvSpPr>
        <dsp:cNvPr id="0" name=""/>
        <dsp:cNvSpPr/>
      </dsp:nvSpPr>
      <dsp:spPr>
        <a:xfrm>
          <a:off x="0" y="518506"/>
          <a:ext cx="4718785" cy="518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/>
            <a:t>Apresentação dos grupos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/>
            <a:t>	</a:t>
          </a:r>
          <a:r>
            <a:rPr lang="pt-BR" sz="1200" kern="1200" dirty="0" err="1"/>
            <a:t>Pitch</a:t>
          </a:r>
          <a:r>
            <a:rPr lang="pt-BR" sz="1200" kern="1200" dirty="0"/>
            <a:t> Elevator: Duração: 3 a 5 minutos por grupo.</a:t>
          </a:r>
          <a:endParaRPr lang="en-US" sz="1200" kern="1200" dirty="0"/>
        </a:p>
      </dsp:txBody>
      <dsp:txXfrm>
        <a:off x="0" y="518506"/>
        <a:ext cx="4718785" cy="518506"/>
      </dsp:txXfrm>
    </dsp:sp>
    <dsp:sp modelId="{D715F7DC-E705-499E-91D0-B441883DD896}">
      <dsp:nvSpPr>
        <dsp:cNvPr id="0" name=""/>
        <dsp:cNvSpPr/>
      </dsp:nvSpPr>
      <dsp:spPr>
        <a:xfrm>
          <a:off x="0" y="1037012"/>
          <a:ext cx="4718785" cy="0"/>
        </a:xfrm>
        <a:prstGeom prst="line">
          <a:avLst/>
        </a:prstGeom>
        <a:solidFill>
          <a:schemeClr val="accent2">
            <a:hueOff val="-364964"/>
            <a:satOff val="1003"/>
            <a:lumOff val="672"/>
            <a:alphaOff val="0"/>
          </a:schemeClr>
        </a:solidFill>
        <a:ln w="19050" cap="flat" cmpd="sng" algn="ctr">
          <a:solidFill>
            <a:schemeClr val="accent2">
              <a:hueOff val="-364964"/>
              <a:satOff val="1003"/>
              <a:lumOff val="67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4993A4-2648-4C9D-A90F-46A61750B293}">
      <dsp:nvSpPr>
        <dsp:cNvPr id="0" name=""/>
        <dsp:cNvSpPr/>
      </dsp:nvSpPr>
      <dsp:spPr>
        <a:xfrm>
          <a:off x="0" y="1037012"/>
          <a:ext cx="4718785" cy="518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/>
            <a:t>O que é Machine Learning?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/>
            <a:t>	</a:t>
          </a:r>
          <a:r>
            <a:rPr lang="pt-BR" sz="1200" b="0" kern="1200" dirty="0"/>
            <a:t>Principais conceitos</a:t>
          </a:r>
          <a:endParaRPr lang="en-US" sz="1200" kern="1200" dirty="0"/>
        </a:p>
      </dsp:txBody>
      <dsp:txXfrm>
        <a:off x="0" y="1037012"/>
        <a:ext cx="4718785" cy="518506"/>
      </dsp:txXfrm>
    </dsp:sp>
    <dsp:sp modelId="{BC99CC8F-7AE6-4A4D-983E-244BB9002AF7}">
      <dsp:nvSpPr>
        <dsp:cNvPr id="0" name=""/>
        <dsp:cNvSpPr/>
      </dsp:nvSpPr>
      <dsp:spPr>
        <a:xfrm>
          <a:off x="0" y="1555519"/>
          <a:ext cx="4718785" cy="0"/>
        </a:xfrm>
        <a:prstGeom prst="line">
          <a:avLst/>
        </a:prstGeom>
        <a:solidFill>
          <a:schemeClr val="accent2">
            <a:hueOff val="-547446"/>
            <a:satOff val="1504"/>
            <a:lumOff val="1008"/>
            <a:alphaOff val="0"/>
          </a:schemeClr>
        </a:solidFill>
        <a:ln w="19050" cap="flat" cmpd="sng" algn="ctr">
          <a:solidFill>
            <a:schemeClr val="accent2">
              <a:hueOff val="-547446"/>
              <a:satOff val="1504"/>
              <a:lumOff val="10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134147-F506-4D7E-9086-F088D25B75E9}">
      <dsp:nvSpPr>
        <dsp:cNvPr id="0" name=""/>
        <dsp:cNvSpPr/>
      </dsp:nvSpPr>
      <dsp:spPr>
        <a:xfrm>
          <a:off x="0" y="1555519"/>
          <a:ext cx="4718785" cy="518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/>
            <a:t>Tipos de Aprendizagem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/>
            <a:t>	</a:t>
          </a:r>
          <a:r>
            <a:rPr lang="pt-BR" sz="1200" kern="1200" dirty="0"/>
            <a:t>Supervisionado vs. Não supervisionado</a:t>
          </a:r>
          <a:endParaRPr lang="en-US" sz="1200" kern="1200" dirty="0"/>
        </a:p>
      </dsp:txBody>
      <dsp:txXfrm>
        <a:off x="0" y="1555519"/>
        <a:ext cx="4718785" cy="518506"/>
      </dsp:txXfrm>
    </dsp:sp>
    <dsp:sp modelId="{3A83714D-9087-48AB-9DA2-E1215CF19A8F}">
      <dsp:nvSpPr>
        <dsp:cNvPr id="0" name=""/>
        <dsp:cNvSpPr/>
      </dsp:nvSpPr>
      <dsp:spPr>
        <a:xfrm>
          <a:off x="0" y="2074025"/>
          <a:ext cx="4718785" cy="0"/>
        </a:xfrm>
        <a:prstGeom prst="line">
          <a:avLst/>
        </a:prstGeom>
        <a:solidFill>
          <a:schemeClr val="accent2">
            <a:hueOff val="-729929"/>
            <a:satOff val="2005"/>
            <a:lumOff val="1344"/>
            <a:alphaOff val="0"/>
          </a:schemeClr>
        </a:solidFill>
        <a:ln w="19050" cap="flat" cmpd="sng" algn="ctr">
          <a:solidFill>
            <a:schemeClr val="accent2">
              <a:hueOff val="-729929"/>
              <a:satOff val="2005"/>
              <a:lumOff val="13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26CCC-BF9D-4EDC-B45B-0D7EBE6FA86B}">
      <dsp:nvSpPr>
        <dsp:cNvPr id="0" name=""/>
        <dsp:cNvSpPr/>
      </dsp:nvSpPr>
      <dsp:spPr>
        <a:xfrm>
          <a:off x="0" y="2074025"/>
          <a:ext cx="4718785" cy="518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/>
            <a:t>Ferramentas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/>
            <a:t>	</a:t>
          </a:r>
          <a:r>
            <a:rPr lang="pt-BR" sz="1200" kern="1200" dirty="0" err="1"/>
            <a:t>Scikit-learn</a:t>
          </a:r>
          <a:r>
            <a:rPr lang="pt-BR" sz="1200" kern="1200" dirty="0"/>
            <a:t>, </a:t>
          </a:r>
          <a:r>
            <a:rPr lang="pt-BR" sz="1200" kern="1200" dirty="0" err="1"/>
            <a:t>TensorFlow</a:t>
          </a:r>
          <a:r>
            <a:rPr lang="pt-BR" sz="1200" kern="1200" dirty="0"/>
            <a:t>, </a:t>
          </a:r>
          <a:r>
            <a:rPr lang="pt-BR" sz="1200" kern="1200" dirty="0" err="1"/>
            <a:t>MLlib</a:t>
          </a:r>
          <a:endParaRPr lang="en-US" sz="1200" kern="1200" dirty="0"/>
        </a:p>
      </dsp:txBody>
      <dsp:txXfrm>
        <a:off x="0" y="2074025"/>
        <a:ext cx="4718785" cy="518506"/>
      </dsp:txXfrm>
    </dsp:sp>
    <dsp:sp modelId="{068365E4-240B-477D-B4FA-A61EC88E2CBD}">
      <dsp:nvSpPr>
        <dsp:cNvPr id="0" name=""/>
        <dsp:cNvSpPr/>
      </dsp:nvSpPr>
      <dsp:spPr>
        <a:xfrm>
          <a:off x="0" y="2592531"/>
          <a:ext cx="4718785" cy="0"/>
        </a:xfrm>
        <a:prstGeom prst="line">
          <a:avLst/>
        </a:prstGeom>
        <a:solidFill>
          <a:schemeClr val="accent2">
            <a:hueOff val="-912411"/>
            <a:satOff val="2506"/>
            <a:lumOff val="1680"/>
            <a:alphaOff val="0"/>
          </a:schemeClr>
        </a:solidFill>
        <a:ln w="19050" cap="flat" cmpd="sng" algn="ctr">
          <a:solidFill>
            <a:schemeClr val="accent2">
              <a:hueOff val="-912411"/>
              <a:satOff val="2506"/>
              <a:lumOff val="168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ACF4A-AC48-4C7E-B45C-8747040D7472}">
      <dsp:nvSpPr>
        <dsp:cNvPr id="0" name=""/>
        <dsp:cNvSpPr/>
      </dsp:nvSpPr>
      <dsp:spPr>
        <a:xfrm>
          <a:off x="0" y="2592531"/>
          <a:ext cx="4718785" cy="518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/>
            <a:t>Exemplos de Modelos de Machine Learning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/>
            <a:t>	</a:t>
          </a:r>
          <a:r>
            <a:rPr lang="pt-BR" sz="1200" kern="1200" dirty="0"/>
            <a:t>Classificação, Regressão, Clusterização</a:t>
          </a:r>
          <a:endParaRPr lang="en-US" sz="1200" kern="1200" dirty="0"/>
        </a:p>
      </dsp:txBody>
      <dsp:txXfrm>
        <a:off x="0" y="2592531"/>
        <a:ext cx="4718785" cy="518506"/>
      </dsp:txXfrm>
    </dsp:sp>
    <dsp:sp modelId="{01CA33BA-462B-4402-8A1E-1474278D20AA}">
      <dsp:nvSpPr>
        <dsp:cNvPr id="0" name=""/>
        <dsp:cNvSpPr/>
      </dsp:nvSpPr>
      <dsp:spPr>
        <a:xfrm>
          <a:off x="0" y="3111038"/>
          <a:ext cx="4718785" cy="0"/>
        </a:xfrm>
        <a:prstGeom prst="line">
          <a:avLst/>
        </a:prstGeom>
        <a:solidFill>
          <a:schemeClr val="accent2">
            <a:hueOff val="-1094893"/>
            <a:satOff val="3008"/>
            <a:lumOff val="2016"/>
            <a:alphaOff val="0"/>
          </a:schemeClr>
        </a:solidFill>
        <a:ln w="19050" cap="flat" cmpd="sng" algn="ctr">
          <a:solidFill>
            <a:schemeClr val="accent2">
              <a:hueOff val="-1094893"/>
              <a:satOff val="3008"/>
              <a:lumOff val="201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5B342D-3BF8-4670-A27D-82CCF2828E96}">
      <dsp:nvSpPr>
        <dsp:cNvPr id="0" name=""/>
        <dsp:cNvSpPr/>
      </dsp:nvSpPr>
      <dsp:spPr>
        <a:xfrm>
          <a:off x="0" y="3111038"/>
          <a:ext cx="4718785" cy="518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Atividade Prática em Grupo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" panose="02110004020202020204"/>
              <a:ea typeface="+mn-ea"/>
              <a:cs typeface="+mn-cs"/>
            </a:rPr>
            <a:t>	</a:t>
          </a:r>
          <a:r>
            <a:rPr lang="pt-BR" sz="1200" kern="1200" dirty="0"/>
            <a:t>Definir um problema real resolvido com ML</a:t>
          </a:r>
          <a:endParaRPr lang="en-US" sz="12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0" y="3111038"/>
        <a:ext cx="4718785" cy="518506"/>
      </dsp:txXfrm>
    </dsp:sp>
    <dsp:sp modelId="{DFC1853E-5FC3-4F50-B97B-D7FF576B0DBC}">
      <dsp:nvSpPr>
        <dsp:cNvPr id="0" name=""/>
        <dsp:cNvSpPr/>
      </dsp:nvSpPr>
      <dsp:spPr>
        <a:xfrm>
          <a:off x="0" y="3629544"/>
          <a:ext cx="4718785" cy="0"/>
        </a:xfrm>
        <a:prstGeom prst="line">
          <a:avLst/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19050" cap="flat" cmpd="sng" algn="ctr">
          <a:solidFill>
            <a:schemeClr val="accent2">
              <a:hueOff val="-1277375"/>
              <a:satOff val="3509"/>
              <a:lumOff val="23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13C9BB-75FE-454F-B730-036A8480D100}">
      <dsp:nvSpPr>
        <dsp:cNvPr id="0" name=""/>
        <dsp:cNvSpPr/>
      </dsp:nvSpPr>
      <dsp:spPr>
        <a:xfrm>
          <a:off x="0" y="3629544"/>
          <a:ext cx="4718785" cy="518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/>
            <a:t>Fechamento da Aula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b="1" kern="1200" dirty="0"/>
            <a:t>	</a:t>
          </a:r>
          <a:r>
            <a:rPr lang="pt-BR" sz="1200" b="0" kern="1200" dirty="0"/>
            <a:t>Overview e checkout</a:t>
          </a:r>
          <a:r>
            <a:rPr lang="pt-BR" sz="1200" b="1" kern="1200" dirty="0"/>
            <a:t> </a:t>
          </a:r>
          <a:endParaRPr lang="en-US" sz="1200" kern="1200" dirty="0"/>
        </a:p>
      </dsp:txBody>
      <dsp:txXfrm>
        <a:off x="0" y="3629544"/>
        <a:ext cx="4718785" cy="5185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D695EF-4E47-4C3F-8DF4-DF1DB637BB05}">
      <dsp:nvSpPr>
        <dsp:cNvPr id="0" name=""/>
        <dsp:cNvSpPr/>
      </dsp:nvSpPr>
      <dsp:spPr>
        <a:xfrm>
          <a:off x="0" y="1387"/>
          <a:ext cx="4880111" cy="5910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562D3-E6D4-4EE1-B08E-8ADD11531FA1}">
      <dsp:nvSpPr>
        <dsp:cNvPr id="0" name=""/>
        <dsp:cNvSpPr/>
      </dsp:nvSpPr>
      <dsp:spPr>
        <a:xfrm>
          <a:off x="178804" y="134382"/>
          <a:ext cx="325099" cy="32509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3E9226-43D9-4775-A20E-BC5D2BD8875A}">
      <dsp:nvSpPr>
        <dsp:cNvPr id="0" name=""/>
        <dsp:cNvSpPr/>
      </dsp:nvSpPr>
      <dsp:spPr>
        <a:xfrm>
          <a:off x="682709" y="1387"/>
          <a:ext cx="4197401" cy="591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557" tIns="62557" rIns="62557" bIns="625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Introdução à Disciplina</a:t>
          </a:r>
          <a:endParaRPr lang="en-US" sz="1900" kern="1200"/>
        </a:p>
      </dsp:txBody>
      <dsp:txXfrm>
        <a:off x="682709" y="1387"/>
        <a:ext cx="4197401" cy="591090"/>
      </dsp:txXfrm>
    </dsp:sp>
    <dsp:sp modelId="{88B8DE9F-BFF9-40F9-827B-E1AB5395B1CC}">
      <dsp:nvSpPr>
        <dsp:cNvPr id="0" name=""/>
        <dsp:cNvSpPr/>
      </dsp:nvSpPr>
      <dsp:spPr>
        <a:xfrm>
          <a:off x="0" y="740250"/>
          <a:ext cx="4880111" cy="5910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C5A09E-B9AE-4014-B93F-C539F40E6D14}">
      <dsp:nvSpPr>
        <dsp:cNvPr id="0" name=""/>
        <dsp:cNvSpPr/>
      </dsp:nvSpPr>
      <dsp:spPr>
        <a:xfrm>
          <a:off x="178804" y="873245"/>
          <a:ext cx="325099" cy="32509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6D793E-B797-4586-A248-0B1C875C7641}">
      <dsp:nvSpPr>
        <dsp:cNvPr id="0" name=""/>
        <dsp:cNvSpPr/>
      </dsp:nvSpPr>
      <dsp:spPr>
        <a:xfrm>
          <a:off x="682709" y="740250"/>
          <a:ext cx="4197401" cy="591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557" tIns="62557" rIns="62557" bIns="625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Conceitos Fundamentais do Big Data</a:t>
          </a:r>
          <a:endParaRPr lang="en-US" sz="1900" kern="1200"/>
        </a:p>
      </dsp:txBody>
      <dsp:txXfrm>
        <a:off x="682709" y="740250"/>
        <a:ext cx="4197401" cy="591090"/>
      </dsp:txXfrm>
    </dsp:sp>
    <dsp:sp modelId="{12930027-1F86-4E37-AE86-4A255152A462}">
      <dsp:nvSpPr>
        <dsp:cNvPr id="0" name=""/>
        <dsp:cNvSpPr/>
      </dsp:nvSpPr>
      <dsp:spPr>
        <a:xfrm>
          <a:off x="0" y="1479112"/>
          <a:ext cx="4880111" cy="5910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B74E8D-0F59-433C-9A33-E1E81D19EBBB}">
      <dsp:nvSpPr>
        <dsp:cNvPr id="0" name=""/>
        <dsp:cNvSpPr/>
      </dsp:nvSpPr>
      <dsp:spPr>
        <a:xfrm>
          <a:off x="178804" y="1612108"/>
          <a:ext cx="325099" cy="32509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7AA49A-30A1-441D-BB22-C76B7AD6BADB}">
      <dsp:nvSpPr>
        <dsp:cNvPr id="0" name=""/>
        <dsp:cNvSpPr/>
      </dsp:nvSpPr>
      <dsp:spPr>
        <a:xfrm>
          <a:off x="682709" y="1479112"/>
          <a:ext cx="4197401" cy="591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557" tIns="62557" rIns="62557" bIns="625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Tecnologias para Big Data</a:t>
          </a:r>
          <a:endParaRPr lang="en-US" sz="1900" kern="1200"/>
        </a:p>
      </dsp:txBody>
      <dsp:txXfrm>
        <a:off x="682709" y="1479112"/>
        <a:ext cx="4197401" cy="591090"/>
      </dsp:txXfrm>
    </dsp:sp>
    <dsp:sp modelId="{401554BA-51F1-4008-8088-AEE5CD916FCC}">
      <dsp:nvSpPr>
        <dsp:cNvPr id="0" name=""/>
        <dsp:cNvSpPr/>
      </dsp:nvSpPr>
      <dsp:spPr>
        <a:xfrm>
          <a:off x="0" y="2217975"/>
          <a:ext cx="4880111" cy="5910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A90B25-7E39-490C-94B8-5D7CC86616CA}">
      <dsp:nvSpPr>
        <dsp:cNvPr id="0" name=""/>
        <dsp:cNvSpPr/>
      </dsp:nvSpPr>
      <dsp:spPr>
        <a:xfrm>
          <a:off x="178804" y="2350971"/>
          <a:ext cx="325099" cy="32509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238F7-9C4F-4D7E-85AA-0685550F92AD}">
      <dsp:nvSpPr>
        <dsp:cNvPr id="0" name=""/>
        <dsp:cNvSpPr/>
      </dsp:nvSpPr>
      <dsp:spPr>
        <a:xfrm>
          <a:off x="682709" y="2217975"/>
          <a:ext cx="4197401" cy="591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557" tIns="62557" rIns="62557" bIns="625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/>
            <a:t>Infraestrutura para Big Data</a:t>
          </a:r>
          <a:endParaRPr lang="en-US" sz="1900" kern="1200" dirty="0"/>
        </a:p>
      </dsp:txBody>
      <dsp:txXfrm>
        <a:off x="682709" y="2217975"/>
        <a:ext cx="4197401" cy="591090"/>
      </dsp:txXfrm>
    </dsp:sp>
    <dsp:sp modelId="{3AEC4C33-D60D-498E-916B-2A4705EE4AE4}">
      <dsp:nvSpPr>
        <dsp:cNvPr id="0" name=""/>
        <dsp:cNvSpPr/>
      </dsp:nvSpPr>
      <dsp:spPr>
        <a:xfrm>
          <a:off x="0" y="2956838"/>
          <a:ext cx="4880111" cy="5910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76761A-49C2-42D6-A526-68C3E3C2F9D2}">
      <dsp:nvSpPr>
        <dsp:cNvPr id="0" name=""/>
        <dsp:cNvSpPr/>
      </dsp:nvSpPr>
      <dsp:spPr>
        <a:xfrm>
          <a:off x="178804" y="3089833"/>
          <a:ext cx="325099" cy="32509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A27F93-2C26-4D78-85E9-A18B3B4EAA3A}">
      <dsp:nvSpPr>
        <dsp:cNvPr id="0" name=""/>
        <dsp:cNvSpPr/>
      </dsp:nvSpPr>
      <dsp:spPr>
        <a:xfrm>
          <a:off x="682709" y="2956838"/>
          <a:ext cx="4197401" cy="591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557" tIns="62557" rIns="62557" bIns="625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 dirty="0"/>
            <a:t>Processamento de Dados em Escala</a:t>
          </a:r>
          <a:endParaRPr lang="en-US" sz="1900" kern="1200" dirty="0"/>
        </a:p>
      </dsp:txBody>
      <dsp:txXfrm>
        <a:off x="682709" y="2956838"/>
        <a:ext cx="4197401" cy="591090"/>
      </dsp:txXfrm>
    </dsp:sp>
    <dsp:sp modelId="{3735C041-C77B-44F0-AC3F-EEA071678FFA}">
      <dsp:nvSpPr>
        <dsp:cNvPr id="0" name=""/>
        <dsp:cNvSpPr/>
      </dsp:nvSpPr>
      <dsp:spPr>
        <a:xfrm>
          <a:off x="0" y="3695701"/>
          <a:ext cx="4880111" cy="59109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C68228-A6F2-4FAC-80E6-17F8DCD63DF3}">
      <dsp:nvSpPr>
        <dsp:cNvPr id="0" name=""/>
        <dsp:cNvSpPr/>
      </dsp:nvSpPr>
      <dsp:spPr>
        <a:xfrm>
          <a:off x="178804" y="3828696"/>
          <a:ext cx="325099" cy="32509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BF9A34-7B3A-4E60-B139-CFE6A68B2E02}">
      <dsp:nvSpPr>
        <dsp:cNvPr id="0" name=""/>
        <dsp:cNvSpPr/>
      </dsp:nvSpPr>
      <dsp:spPr>
        <a:xfrm>
          <a:off x="682709" y="3695701"/>
          <a:ext cx="4197401" cy="5910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557" tIns="62557" rIns="62557" bIns="6255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kern="1200"/>
            <a:t>Streaming de Dados</a:t>
          </a:r>
          <a:endParaRPr lang="en-US" sz="1900" kern="1200" dirty="0"/>
        </a:p>
      </dsp:txBody>
      <dsp:txXfrm>
        <a:off x="682709" y="3695701"/>
        <a:ext cx="4197401" cy="5910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81884C-64BB-460B-8BA1-8D824EB2AC9B}">
      <dsp:nvSpPr>
        <dsp:cNvPr id="0" name=""/>
        <dsp:cNvSpPr/>
      </dsp:nvSpPr>
      <dsp:spPr>
        <a:xfrm>
          <a:off x="0" y="2468797"/>
          <a:ext cx="5000124" cy="1619798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 err="1"/>
            <a:t>Pitch</a:t>
          </a:r>
          <a:r>
            <a:rPr lang="pt-BR" sz="2000" kern="1200" dirty="0"/>
            <a:t> Elevator: Duração: 3 a 5 minutos por grupo.</a:t>
          </a:r>
          <a:endParaRPr lang="en-US" sz="2000" kern="1200" dirty="0"/>
        </a:p>
      </dsp:txBody>
      <dsp:txXfrm>
        <a:off x="0" y="2468797"/>
        <a:ext cx="5000124" cy="874691"/>
      </dsp:txXfrm>
    </dsp:sp>
    <dsp:sp modelId="{6AD964B1-F631-43B1-A681-0CA5BD695E43}">
      <dsp:nvSpPr>
        <dsp:cNvPr id="0" name=""/>
        <dsp:cNvSpPr/>
      </dsp:nvSpPr>
      <dsp:spPr>
        <a:xfrm>
          <a:off x="2441" y="3311092"/>
          <a:ext cx="832540" cy="745107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Fluxo de dados sugerido</a:t>
          </a:r>
          <a:endParaRPr lang="en-US" sz="900" kern="1200" dirty="0"/>
        </a:p>
      </dsp:txBody>
      <dsp:txXfrm>
        <a:off x="2441" y="3311092"/>
        <a:ext cx="832540" cy="745107"/>
      </dsp:txXfrm>
    </dsp:sp>
    <dsp:sp modelId="{1D3BC7C5-AD08-40E4-BF51-DBA3ABAAEE6D}">
      <dsp:nvSpPr>
        <dsp:cNvPr id="0" name=""/>
        <dsp:cNvSpPr/>
      </dsp:nvSpPr>
      <dsp:spPr>
        <a:xfrm>
          <a:off x="834981" y="3311092"/>
          <a:ext cx="832540" cy="745107"/>
        </a:xfrm>
        <a:prstGeom prst="rect">
          <a:avLst/>
        </a:prstGeom>
        <a:solidFill>
          <a:schemeClr val="accent2">
            <a:tint val="40000"/>
            <a:alpha val="90000"/>
            <a:hueOff val="-224936"/>
            <a:satOff val="883"/>
            <a:lumOff val="11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224936"/>
              <a:satOff val="883"/>
              <a:lumOff val="11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Forma de coleta dos comentários</a:t>
          </a:r>
        </a:p>
      </dsp:txBody>
      <dsp:txXfrm>
        <a:off x="834981" y="3311092"/>
        <a:ext cx="832540" cy="745107"/>
      </dsp:txXfrm>
    </dsp:sp>
    <dsp:sp modelId="{FD7D8BB1-962F-4C7B-8E24-8B0C9193219D}">
      <dsp:nvSpPr>
        <dsp:cNvPr id="0" name=""/>
        <dsp:cNvSpPr/>
      </dsp:nvSpPr>
      <dsp:spPr>
        <a:xfrm>
          <a:off x="1667521" y="3311092"/>
          <a:ext cx="832540" cy="745107"/>
        </a:xfrm>
        <a:prstGeom prst="rect">
          <a:avLst/>
        </a:prstGeom>
        <a:solidFill>
          <a:schemeClr val="accent2">
            <a:tint val="40000"/>
            <a:alpha val="90000"/>
            <a:hueOff val="-449872"/>
            <a:satOff val="1765"/>
            <a:lumOff val="22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49872"/>
              <a:satOff val="1765"/>
              <a:lumOff val="22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Principais desafios e soluções</a:t>
          </a:r>
        </a:p>
      </dsp:txBody>
      <dsp:txXfrm>
        <a:off x="1667521" y="3311092"/>
        <a:ext cx="832540" cy="745107"/>
      </dsp:txXfrm>
    </dsp:sp>
    <dsp:sp modelId="{1530900B-7754-4827-A8A4-019795FE454A}">
      <dsp:nvSpPr>
        <dsp:cNvPr id="0" name=""/>
        <dsp:cNvSpPr/>
      </dsp:nvSpPr>
      <dsp:spPr>
        <a:xfrm>
          <a:off x="2500062" y="3311092"/>
          <a:ext cx="832540" cy="745107"/>
        </a:xfrm>
        <a:prstGeom prst="rect">
          <a:avLst/>
        </a:prstGeom>
        <a:solidFill>
          <a:schemeClr val="accent2">
            <a:tint val="40000"/>
            <a:alpha val="90000"/>
            <a:hueOff val="-674808"/>
            <a:satOff val="2648"/>
            <a:lumOff val="34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674808"/>
              <a:satOff val="2648"/>
              <a:lumOff val="34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Prints e exemplos reais</a:t>
          </a:r>
        </a:p>
      </dsp:txBody>
      <dsp:txXfrm>
        <a:off x="2500062" y="3311092"/>
        <a:ext cx="832540" cy="745107"/>
      </dsp:txXfrm>
    </dsp:sp>
    <dsp:sp modelId="{F4C887FE-2E97-4CB7-B853-87BFC9292C27}">
      <dsp:nvSpPr>
        <dsp:cNvPr id="0" name=""/>
        <dsp:cNvSpPr/>
      </dsp:nvSpPr>
      <dsp:spPr>
        <a:xfrm>
          <a:off x="3332602" y="3311092"/>
          <a:ext cx="832540" cy="745107"/>
        </a:xfrm>
        <a:prstGeom prst="rect">
          <a:avLst/>
        </a:prstGeom>
        <a:solidFill>
          <a:schemeClr val="accent2">
            <a:tint val="40000"/>
            <a:alpha val="90000"/>
            <a:hueOff val="-899744"/>
            <a:satOff val="3530"/>
            <a:lumOff val="453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99744"/>
              <a:satOff val="3530"/>
              <a:lumOff val="453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Diagrama da arquitetura de dados</a:t>
          </a:r>
        </a:p>
      </dsp:txBody>
      <dsp:txXfrm>
        <a:off x="3332602" y="3311092"/>
        <a:ext cx="832540" cy="745107"/>
      </dsp:txXfrm>
    </dsp:sp>
    <dsp:sp modelId="{32AB3231-5D80-46E0-A688-24F39E8A0B55}">
      <dsp:nvSpPr>
        <dsp:cNvPr id="0" name=""/>
        <dsp:cNvSpPr/>
      </dsp:nvSpPr>
      <dsp:spPr>
        <a:xfrm>
          <a:off x="4165142" y="3311092"/>
          <a:ext cx="832540" cy="745107"/>
        </a:xfrm>
        <a:prstGeom prst="rect">
          <a:avLst/>
        </a:prstGeom>
        <a:solidFill>
          <a:schemeClr val="accent2">
            <a:tint val="40000"/>
            <a:alpha val="90000"/>
            <a:hueOff val="-1124680"/>
            <a:satOff val="4413"/>
            <a:lumOff val="566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124680"/>
              <a:satOff val="4413"/>
              <a:lumOff val="56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11430" rIns="64008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Insights gerados</a:t>
          </a:r>
        </a:p>
      </dsp:txBody>
      <dsp:txXfrm>
        <a:off x="4165142" y="3311092"/>
        <a:ext cx="832540" cy="745107"/>
      </dsp:txXfrm>
    </dsp:sp>
    <dsp:sp modelId="{AF790F43-AAAE-4970-87B9-216400C55E9D}">
      <dsp:nvSpPr>
        <dsp:cNvPr id="0" name=""/>
        <dsp:cNvSpPr/>
      </dsp:nvSpPr>
      <dsp:spPr>
        <a:xfrm rot="10800000">
          <a:off x="0" y="1844"/>
          <a:ext cx="5000124" cy="2491249"/>
        </a:xfrm>
        <a:prstGeom prst="upArrowCallout">
          <a:avLst/>
        </a:prstGeom>
        <a:gradFill rotWithShape="0">
          <a:gsLst>
            <a:gs pos="0">
              <a:schemeClr val="accent2">
                <a:hueOff val="-1277375"/>
                <a:satOff val="3509"/>
                <a:lumOff val="235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277375"/>
                <a:satOff val="3509"/>
                <a:lumOff val="235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277375"/>
                <a:satOff val="3509"/>
                <a:lumOff val="235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Cada </a:t>
          </a:r>
          <a:r>
            <a:rPr lang="en-US" sz="2000" kern="1200" dirty="0" err="1"/>
            <a:t>grupo</a:t>
          </a:r>
          <a:r>
            <a:rPr lang="en-US" sz="2000" kern="1200" dirty="0"/>
            <a:t> </a:t>
          </a:r>
          <a:r>
            <a:rPr lang="en-US" sz="2000" kern="1200" dirty="0" err="1"/>
            <a:t>deve</a:t>
          </a:r>
          <a:r>
            <a:rPr lang="en-US" sz="2000" kern="1200" dirty="0"/>
            <a:t> </a:t>
          </a:r>
          <a:r>
            <a:rPr lang="en-US" sz="2000" kern="1200" dirty="0" err="1"/>
            <a:t>apresentar</a:t>
          </a:r>
          <a:r>
            <a:rPr lang="en-US" sz="2000" kern="1200" dirty="0"/>
            <a:t>:</a:t>
          </a:r>
        </a:p>
      </dsp:txBody>
      <dsp:txXfrm rot="10800000">
        <a:off x="0" y="1844"/>
        <a:ext cx="5000124" cy="16187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6A628B-F46F-49B3-B29A-7DB4D1451CCF}">
      <dsp:nvSpPr>
        <dsp:cNvPr id="0" name=""/>
        <dsp:cNvSpPr/>
      </dsp:nvSpPr>
      <dsp:spPr>
        <a:xfrm>
          <a:off x="109981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3A0E2E-973F-4ED3-99B0-FC08A8F1100F}">
      <dsp:nvSpPr>
        <dsp:cNvPr id="0" name=""/>
        <dsp:cNvSpPr/>
      </dsp:nvSpPr>
      <dsp:spPr>
        <a:xfrm>
          <a:off x="8506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Aprender é adquirir conhecimento com base em dados, experiências e observações.</a:t>
          </a:r>
        </a:p>
      </dsp:txBody>
      <dsp:txXfrm>
        <a:off x="85060" y="2252601"/>
        <a:ext cx="3690000" cy="720000"/>
      </dsp:txXfrm>
    </dsp:sp>
    <dsp:sp modelId="{C08A8B52-7B7F-4E26-86C7-D6A709213000}">
      <dsp:nvSpPr>
        <dsp:cNvPr id="0" name=""/>
        <dsp:cNvSpPr/>
      </dsp:nvSpPr>
      <dsp:spPr>
        <a:xfrm>
          <a:off x="543556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20A91-1698-4869-A374-ECA058B3F325}">
      <dsp:nvSpPr>
        <dsp:cNvPr id="0" name=""/>
        <dsp:cNvSpPr/>
      </dsp:nvSpPr>
      <dsp:spPr>
        <a:xfrm>
          <a:off x="442081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➡️ Em ML, aprendemos a partir de dados históricos para prever ou classificar novas informações.</a:t>
          </a:r>
        </a:p>
      </dsp:txBody>
      <dsp:txXfrm>
        <a:off x="4420810" y="2252601"/>
        <a:ext cx="369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1E8CFD-0FCF-4B7C-A433-6DE963F5BD54}">
      <dsp:nvSpPr>
        <dsp:cNvPr id="0" name=""/>
        <dsp:cNvSpPr/>
      </dsp:nvSpPr>
      <dsp:spPr>
        <a:xfrm>
          <a:off x="109981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A44F1-BD8A-4B9A-BA0B-2BCEDAD9B022}">
      <dsp:nvSpPr>
        <dsp:cNvPr id="0" name=""/>
        <dsp:cNvSpPr/>
      </dsp:nvSpPr>
      <dsp:spPr>
        <a:xfrm>
          <a:off x="8506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Inteligência: capacidade de resolver problemas ou adaptar-se</a:t>
          </a:r>
        </a:p>
      </dsp:txBody>
      <dsp:txXfrm>
        <a:off x="85060" y="2252601"/>
        <a:ext cx="3690000" cy="720000"/>
      </dsp:txXfrm>
    </dsp:sp>
    <dsp:sp modelId="{12DBDD6A-385D-4867-8F2B-E24D867A439B}">
      <dsp:nvSpPr>
        <dsp:cNvPr id="0" name=""/>
        <dsp:cNvSpPr/>
      </dsp:nvSpPr>
      <dsp:spPr>
        <a:xfrm>
          <a:off x="5435560" y="1720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00941-33D1-4498-9CC9-B24F6BBD135C}">
      <dsp:nvSpPr>
        <dsp:cNvPr id="0" name=""/>
        <dsp:cNvSpPr/>
      </dsp:nvSpPr>
      <dsp:spPr>
        <a:xfrm>
          <a:off x="4420810" y="2252601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- Machine Learning: quando sistemas usam dados para aprender sem serem explicitamente programados</a:t>
          </a:r>
        </a:p>
      </dsp:txBody>
      <dsp:txXfrm>
        <a:off x="4420810" y="2252601"/>
        <a:ext cx="369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BA3040-E853-4C58-9ED3-E412740B872F}">
      <dsp:nvSpPr>
        <dsp:cNvPr id="0" name=""/>
        <dsp:cNvSpPr/>
      </dsp:nvSpPr>
      <dsp:spPr>
        <a:xfrm>
          <a:off x="376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D25636-0E06-42F7-84D5-777FF452A22D}">
      <dsp:nvSpPr>
        <dsp:cNvPr id="0" name=""/>
        <dsp:cNvSpPr/>
      </dsp:nvSpPr>
      <dsp:spPr>
        <a:xfrm>
          <a:off x="610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81233F-614C-4CA1-81BC-6D1BCAE92D7B}">
      <dsp:nvSpPr>
        <dsp:cNvPr id="0" name=""/>
        <dsp:cNvSpPr/>
      </dsp:nvSpPr>
      <dsp:spPr>
        <a:xfrm>
          <a:off x="25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Supervisionado: aprende com dados rotulados</a:t>
          </a:r>
        </a:p>
      </dsp:txBody>
      <dsp:txXfrm>
        <a:off x="25435" y="1932302"/>
        <a:ext cx="1800000" cy="720000"/>
      </dsp:txXfrm>
    </dsp:sp>
    <dsp:sp modelId="{63CA6633-4027-4E1B-A8FC-67F238973D6E}">
      <dsp:nvSpPr>
        <dsp:cNvPr id="0" name=""/>
        <dsp:cNvSpPr/>
      </dsp:nvSpPr>
      <dsp:spPr>
        <a:xfrm>
          <a:off x="2491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FEC192-486A-487F-8B14-DB6E9AB99A94}">
      <dsp:nvSpPr>
        <dsp:cNvPr id="0" name=""/>
        <dsp:cNvSpPr/>
      </dsp:nvSpPr>
      <dsp:spPr>
        <a:xfrm>
          <a:off x="2725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6DBBF-32E5-4C57-8742-9E925AD964C4}">
      <dsp:nvSpPr>
        <dsp:cNvPr id="0" name=""/>
        <dsp:cNvSpPr/>
      </dsp:nvSpPr>
      <dsp:spPr>
        <a:xfrm>
          <a:off x="2140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Não supervisionado: encontra padrões sem rótulos</a:t>
          </a:r>
        </a:p>
      </dsp:txBody>
      <dsp:txXfrm>
        <a:off x="2140435" y="1932302"/>
        <a:ext cx="1800000" cy="720000"/>
      </dsp:txXfrm>
    </dsp:sp>
    <dsp:sp modelId="{E850E851-170B-4FDD-AC5E-125EF2587F7A}">
      <dsp:nvSpPr>
        <dsp:cNvPr id="0" name=""/>
        <dsp:cNvSpPr/>
      </dsp:nvSpPr>
      <dsp:spPr>
        <a:xfrm>
          <a:off x="4606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037905-D2A6-4DD3-9A5C-D02CADE007F2}">
      <dsp:nvSpPr>
        <dsp:cNvPr id="0" name=""/>
        <dsp:cNvSpPr/>
      </dsp:nvSpPr>
      <dsp:spPr>
        <a:xfrm>
          <a:off x="4840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9E3425-61BB-4794-A518-C0214B26C5E2}">
      <dsp:nvSpPr>
        <dsp:cNvPr id="0" name=""/>
        <dsp:cNvSpPr/>
      </dsp:nvSpPr>
      <dsp:spPr>
        <a:xfrm>
          <a:off x="4255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Reforço: aprende com tentativa e erro</a:t>
          </a:r>
        </a:p>
      </dsp:txBody>
      <dsp:txXfrm>
        <a:off x="4255435" y="1932302"/>
        <a:ext cx="1800000" cy="720000"/>
      </dsp:txXfrm>
    </dsp:sp>
    <dsp:sp modelId="{063F563D-3066-476E-885C-9B117E603D37}">
      <dsp:nvSpPr>
        <dsp:cNvPr id="0" name=""/>
        <dsp:cNvSpPr/>
      </dsp:nvSpPr>
      <dsp:spPr>
        <a:xfrm>
          <a:off x="6721435" y="49230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E80DDD-90F0-4F34-9FD4-92C45160318A}">
      <dsp:nvSpPr>
        <dsp:cNvPr id="0" name=""/>
        <dsp:cNvSpPr/>
      </dsp:nvSpPr>
      <dsp:spPr>
        <a:xfrm>
          <a:off x="6955435" y="726301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6C0D10-3C3E-4DFF-85E7-A36842C3A5FB}">
      <dsp:nvSpPr>
        <dsp:cNvPr id="0" name=""/>
        <dsp:cNvSpPr/>
      </dsp:nvSpPr>
      <dsp:spPr>
        <a:xfrm>
          <a:off x="6370435" y="19323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- Semi-supervisionado e Deep Learning (avançados)</a:t>
          </a:r>
        </a:p>
      </dsp:txBody>
      <dsp:txXfrm>
        <a:off x="6370435" y="1932302"/>
        <a:ext cx="18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E7D079-3AF1-4D9E-8191-527B79EEE38E}">
      <dsp:nvSpPr>
        <dsp:cNvPr id="0" name=""/>
        <dsp:cNvSpPr/>
      </dsp:nvSpPr>
      <dsp:spPr>
        <a:xfrm>
          <a:off x="530099" y="204649"/>
          <a:ext cx="1406812" cy="1406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7A8BD4-B6A1-4331-9CF5-A0299A33917F}">
      <dsp:nvSpPr>
        <dsp:cNvPr id="0" name=""/>
        <dsp:cNvSpPr/>
      </dsp:nvSpPr>
      <dsp:spPr>
        <a:xfrm>
          <a:off x="829912" y="504461"/>
          <a:ext cx="807187" cy="807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72AB87-9EDB-409D-946A-3D672A72E41F}">
      <dsp:nvSpPr>
        <dsp:cNvPr id="0" name=""/>
        <dsp:cNvSpPr/>
      </dsp:nvSpPr>
      <dsp:spPr>
        <a:xfrm>
          <a:off x="80381" y="204964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700" kern="1200"/>
            <a:t>- Scikit-learn: Fácil, ideal para iniciantes</a:t>
          </a:r>
          <a:endParaRPr lang="en-US" sz="1700" kern="1200"/>
        </a:p>
      </dsp:txBody>
      <dsp:txXfrm>
        <a:off x="80381" y="2049649"/>
        <a:ext cx="2306250" cy="720000"/>
      </dsp:txXfrm>
    </dsp:sp>
    <dsp:sp modelId="{B6B4EB36-DDC3-4D21-B882-2C1DE095AE0C}">
      <dsp:nvSpPr>
        <dsp:cNvPr id="0" name=""/>
        <dsp:cNvSpPr/>
      </dsp:nvSpPr>
      <dsp:spPr>
        <a:xfrm>
          <a:off x="3239943" y="204649"/>
          <a:ext cx="1406812" cy="1406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DB831D-487F-49E8-8EA4-580053C11739}">
      <dsp:nvSpPr>
        <dsp:cNvPr id="0" name=""/>
        <dsp:cNvSpPr/>
      </dsp:nvSpPr>
      <dsp:spPr>
        <a:xfrm>
          <a:off x="3539756" y="504461"/>
          <a:ext cx="807187" cy="807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7A886B-D11B-40AF-BD46-4C2D01F2F9F0}">
      <dsp:nvSpPr>
        <dsp:cNvPr id="0" name=""/>
        <dsp:cNvSpPr/>
      </dsp:nvSpPr>
      <dsp:spPr>
        <a:xfrm>
          <a:off x="2790224" y="204964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700" kern="1200"/>
            <a:t>- TensorFlow: Avançado, voltado a Deep Learning</a:t>
          </a:r>
          <a:endParaRPr lang="en-US" sz="1700" kern="1200"/>
        </a:p>
      </dsp:txBody>
      <dsp:txXfrm>
        <a:off x="2790224" y="2049649"/>
        <a:ext cx="2306250" cy="720000"/>
      </dsp:txXfrm>
    </dsp:sp>
    <dsp:sp modelId="{7B39FD2D-AD13-4A27-9984-E501956237BC}">
      <dsp:nvSpPr>
        <dsp:cNvPr id="0" name=""/>
        <dsp:cNvSpPr/>
      </dsp:nvSpPr>
      <dsp:spPr>
        <a:xfrm>
          <a:off x="5949787" y="204649"/>
          <a:ext cx="1406812" cy="1406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FEE30E-F0B8-4320-AA40-9FDE328A5BA4}">
      <dsp:nvSpPr>
        <dsp:cNvPr id="0" name=""/>
        <dsp:cNvSpPr/>
      </dsp:nvSpPr>
      <dsp:spPr>
        <a:xfrm>
          <a:off x="6249600" y="504461"/>
          <a:ext cx="807187" cy="807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D3C13-0E18-4CDE-B2B8-31BEC6A445A3}">
      <dsp:nvSpPr>
        <dsp:cNvPr id="0" name=""/>
        <dsp:cNvSpPr/>
      </dsp:nvSpPr>
      <dsp:spPr>
        <a:xfrm>
          <a:off x="5500068" y="2049649"/>
          <a:ext cx="23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BR" sz="1700" kern="1200"/>
            <a:t>- MLlib: Integrado ao Apache Spark (distribuído)</a:t>
          </a:r>
          <a:endParaRPr lang="en-US" sz="1700" kern="1200"/>
        </a:p>
      </dsp:txBody>
      <dsp:txXfrm>
        <a:off x="5500068" y="2049649"/>
        <a:ext cx="230625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BE040B-65D5-4ECD-92D5-41F9F6D16B16}">
      <dsp:nvSpPr>
        <dsp:cNvPr id="0" name=""/>
        <dsp:cNvSpPr/>
      </dsp:nvSpPr>
      <dsp:spPr>
        <a:xfrm>
          <a:off x="0" y="218751"/>
          <a:ext cx="788670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2008B0-DA64-441B-A731-1A167A76F1FE}">
      <dsp:nvSpPr>
        <dsp:cNvPr id="0" name=""/>
        <dsp:cNvSpPr/>
      </dsp:nvSpPr>
      <dsp:spPr>
        <a:xfrm>
          <a:off x="394335" y="71151"/>
          <a:ext cx="552069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1. Definir o problema</a:t>
          </a:r>
        </a:p>
      </dsp:txBody>
      <dsp:txXfrm>
        <a:off x="408745" y="85561"/>
        <a:ext cx="5491870" cy="266380"/>
      </dsp:txXfrm>
    </dsp:sp>
    <dsp:sp modelId="{6D04A968-C0F5-4EB9-AAA2-C508DD42D766}">
      <dsp:nvSpPr>
        <dsp:cNvPr id="0" name=""/>
        <dsp:cNvSpPr/>
      </dsp:nvSpPr>
      <dsp:spPr>
        <a:xfrm>
          <a:off x="0" y="672351"/>
          <a:ext cx="788670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CB3683-6CA2-489B-A75B-6D9928151920}">
      <dsp:nvSpPr>
        <dsp:cNvPr id="0" name=""/>
        <dsp:cNvSpPr/>
      </dsp:nvSpPr>
      <dsp:spPr>
        <a:xfrm>
          <a:off x="394335" y="524751"/>
          <a:ext cx="552069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2. Obter os dados</a:t>
          </a:r>
        </a:p>
      </dsp:txBody>
      <dsp:txXfrm>
        <a:off x="408745" y="539161"/>
        <a:ext cx="5491870" cy="266380"/>
      </dsp:txXfrm>
    </dsp:sp>
    <dsp:sp modelId="{B8242A3A-0C86-4C4A-8F79-97182F0603BB}">
      <dsp:nvSpPr>
        <dsp:cNvPr id="0" name=""/>
        <dsp:cNvSpPr/>
      </dsp:nvSpPr>
      <dsp:spPr>
        <a:xfrm>
          <a:off x="0" y="1125952"/>
          <a:ext cx="788670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203FA2-3B9C-404B-838F-FC76A31C92B6}">
      <dsp:nvSpPr>
        <dsp:cNvPr id="0" name=""/>
        <dsp:cNvSpPr/>
      </dsp:nvSpPr>
      <dsp:spPr>
        <a:xfrm>
          <a:off x="394335" y="978352"/>
          <a:ext cx="552069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3. Limpar/preparar os dados</a:t>
          </a:r>
        </a:p>
      </dsp:txBody>
      <dsp:txXfrm>
        <a:off x="408745" y="992762"/>
        <a:ext cx="5491870" cy="266380"/>
      </dsp:txXfrm>
    </dsp:sp>
    <dsp:sp modelId="{2F1A28B4-C60F-4E09-9AA4-9FD959D0D602}">
      <dsp:nvSpPr>
        <dsp:cNvPr id="0" name=""/>
        <dsp:cNvSpPr/>
      </dsp:nvSpPr>
      <dsp:spPr>
        <a:xfrm>
          <a:off x="0" y="1579552"/>
          <a:ext cx="788670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9C9F58-E5B1-4809-A2E4-75BDA71B91E2}">
      <dsp:nvSpPr>
        <dsp:cNvPr id="0" name=""/>
        <dsp:cNvSpPr/>
      </dsp:nvSpPr>
      <dsp:spPr>
        <a:xfrm>
          <a:off x="394335" y="1431952"/>
          <a:ext cx="552069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4. Escolher o algoritmo</a:t>
          </a:r>
        </a:p>
      </dsp:txBody>
      <dsp:txXfrm>
        <a:off x="408745" y="1446362"/>
        <a:ext cx="5491870" cy="266380"/>
      </dsp:txXfrm>
    </dsp:sp>
    <dsp:sp modelId="{3BBC5D9E-223D-46B7-AA9E-31981CA90951}">
      <dsp:nvSpPr>
        <dsp:cNvPr id="0" name=""/>
        <dsp:cNvSpPr/>
      </dsp:nvSpPr>
      <dsp:spPr>
        <a:xfrm>
          <a:off x="0" y="2033152"/>
          <a:ext cx="788670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12E8BF-F240-42CE-BA33-6D1655CBB254}">
      <dsp:nvSpPr>
        <dsp:cNvPr id="0" name=""/>
        <dsp:cNvSpPr/>
      </dsp:nvSpPr>
      <dsp:spPr>
        <a:xfrm>
          <a:off x="394335" y="1885552"/>
          <a:ext cx="552069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5. Treinar o modelo</a:t>
          </a:r>
        </a:p>
      </dsp:txBody>
      <dsp:txXfrm>
        <a:off x="408745" y="1899962"/>
        <a:ext cx="5491870" cy="266380"/>
      </dsp:txXfrm>
    </dsp:sp>
    <dsp:sp modelId="{5FEE185C-9264-4DE7-9C3D-825C09D0EEC2}">
      <dsp:nvSpPr>
        <dsp:cNvPr id="0" name=""/>
        <dsp:cNvSpPr/>
      </dsp:nvSpPr>
      <dsp:spPr>
        <a:xfrm>
          <a:off x="0" y="2486752"/>
          <a:ext cx="788670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ECC729-291D-446E-9F43-C1A3F946FD5B}">
      <dsp:nvSpPr>
        <dsp:cNvPr id="0" name=""/>
        <dsp:cNvSpPr/>
      </dsp:nvSpPr>
      <dsp:spPr>
        <a:xfrm>
          <a:off x="394335" y="2339152"/>
          <a:ext cx="552069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6. Avaliar e ajustar</a:t>
          </a:r>
        </a:p>
      </dsp:txBody>
      <dsp:txXfrm>
        <a:off x="408745" y="2353562"/>
        <a:ext cx="5491870" cy="266380"/>
      </dsp:txXfrm>
    </dsp:sp>
    <dsp:sp modelId="{074696FF-FC40-4323-998D-29EC1368742A}">
      <dsp:nvSpPr>
        <dsp:cNvPr id="0" name=""/>
        <dsp:cNvSpPr/>
      </dsp:nvSpPr>
      <dsp:spPr>
        <a:xfrm>
          <a:off x="0" y="2940352"/>
          <a:ext cx="788670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24B210-AF8F-4A2A-A353-A718E519E67D}">
      <dsp:nvSpPr>
        <dsp:cNvPr id="0" name=""/>
        <dsp:cNvSpPr/>
      </dsp:nvSpPr>
      <dsp:spPr>
        <a:xfrm>
          <a:off x="394335" y="2792752"/>
          <a:ext cx="5520690" cy="29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7. Implantar e monitorar</a:t>
          </a:r>
        </a:p>
      </dsp:txBody>
      <dsp:txXfrm>
        <a:off x="408745" y="2807162"/>
        <a:ext cx="5491870" cy="26638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974084-553F-475F-9595-D8FF353A33F6}">
      <dsp:nvSpPr>
        <dsp:cNvPr id="0" name=""/>
        <dsp:cNvSpPr/>
      </dsp:nvSpPr>
      <dsp:spPr>
        <a:xfrm>
          <a:off x="0" y="0"/>
          <a:ext cx="6556696" cy="69181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Classificação</a:t>
          </a:r>
          <a:r>
            <a:rPr lang="en-US" sz="1800" kern="1200" dirty="0"/>
            <a:t>: </a:t>
          </a:r>
          <a:r>
            <a:rPr lang="en-US" sz="1800" kern="1200" dirty="0" err="1"/>
            <a:t>Árvore</a:t>
          </a:r>
          <a:r>
            <a:rPr lang="en-US" sz="1800" kern="1200" dirty="0"/>
            <a:t>, KNN, SVM</a:t>
          </a:r>
        </a:p>
      </dsp:txBody>
      <dsp:txXfrm>
        <a:off x="20262" y="20262"/>
        <a:ext cx="5751719" cy="651288"/>
      </dsp:txXfrm>
    </dsp:sp>
    <dsp:sp modelId="{37B4E291-C803-4F0C-8BA3-8484390243F9}">
      <dsp:nvSpPr>
        <dsp:cNvPr id="0" name=""/>
        <dsp:cNvSpPr/>
      </dsp:nvSpPr>
      <dsp:spPr>
        <a:xfrm>
          <a:off x="549123" y="817597"/>
          <a:ext cx="6556696" cy="691812"/>
        </a:xfrm>
        <a:prstGeom prst="roundRect">
          <a:avLst>
            <a:gd name="adj" fmla="val 10000"/>
          </a:avLst>
        </a:prstGeom>
        <a:solidFill>
          <a:schemeClr val="accent2">
            <a:hueOff val="-425792"/>
            <a:satOff val="117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Regressão</a:t>
          </a:r>
          <a:r>
            <a:rPr lang="en-US" sz="1800" kern="1200" dirty="0"/>
            <a:t>: </a:t>
          </a:r>
          <a:r>
            <a:rPr lang="en-US" sz="1800" kern="1200" dirty="0" err="1"/>
            <a:t>Regressão</a:t>
          </a:r>
          <a:r>
            <a:rPr lang="en-US" sz="1800" kern="1200" dirty="0"/>
            <a:t> linear, Lasso, Ridge</a:t>
          </a:r>
        </a:p>
      </dsp:txBody>
      <dsp:txXfrm>
        <a:off x="569385" y="837859"/>
        <a:ext cx="5517371" cy="651288"/>
      </dsp:txXfrm>
    </dsp:sp>
    <dsp:sp modelId="{A86201A4-96E8-4323-A1F8-3B14C5977C0D}">
      <dsp:nvSpPr>
        <dsp:cNvPr id="0" name=""/>
        <dsp:cNvSpPr/>
      </dsp:nvSpPr>
      <dsp:spPr>
        <a:xfrm>
          <a:off x="1090050" y="1635194"/>
          <a:ext cx="6556696" cy="691812"/>
        </a:xfrm>
        <a:prstGeom prst="roundRect">
          <a:avLst>
            <a:gd name="adj" fmla="val 10000"/>
          </a:avLst>
        </a:prstGeom>
        <a:solidFill>
          <a:schemeClr val="accent2">
            <a:hueOff val="-851583"/>
            <a:satOff val="2339"/>
            <a:lumOff val="156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Clusterização</a:t>
          </a:r>
          <a:r>
            <a:rPr lang="en-US" sz="1800" kern="1200" dirty="0"/>
            <a:t>: K-Means, DBSCAN</a:t>
          </a:r>
        </a:p>
      </dsp:txBody>
      <dsp:txXfrm>
        <a:off x="1110312" y="1655456"/>
        <a:ext cx="5525566" cy="651288"/>
      </dsp:txXfrm>
    </dsp:sp>
    <dsp:sp modelId="{9D05B3DB-6341-4E89-BDC1-48C87DC83729}">
      <dsp:nvSpPr>
        <dsp:cNvPr id="0" name=""/>
        <dsp:cNvSpPr/>
      </dsp:nvSpPr>
      <dsp:spPr>
        <a:xfrm>
          <a:off x="1639174" y="2452791"/>
          <a:ext cx="6556696" cy="691812"/>
        </a:xfrm>
        <a:prstGeom prst="roundRect">
          <a:avLst>
            <a:gd name="adj" fmla="val 10000"/>
          </a:avLst>
        </a:prstGeom>
        <a:solidFill>
          <a:schemeClr val="accent2">
            <a:hueOff val="-1277375"/>
            <a:satOff val="3509"/>
            <a:lumOff val="23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Critérios: tipo de dado, tempo de treino, interpretabilidade, precisão</a:t>
          </a:r>
        </a:p>
      </dsp:txBody>
      <dsp:txXfrm>
        <a:off x="1659436" y="2473053"/>
        <a:ext cx="5517371" cy="651288"/>
      </dsp:txXfrm>
    </dsp:sp>
    <dsp:sp modelId="{28D829C2-6CB7-4972-8DDE-A41D0DB79A83}">
      <dsp:nvSpPr>
        <dsp:cNvPr id="0" name=""/>
        <dsp:cNvSpPr/>
      </dsp:nvSpPr>
      <dsp:spPr>
        <a:xfrm>
          <a:off x="6107018" y="529865"/>
          <a:ext cx="449678" cy="4496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208196" y="529865"/>
        <a:ext cx="247322" cy="338383"/>
      </dsp:txXfrm>
    </dsp:sp>
    <dsp:sp modelId="{16B9BE8B-6E6E-4261-BC46-4C3BE2395934}">
      <dsp:nvSpPr>
        <dsp:cNvPr id="0" name=""/>
        <dsp:cNvSpPr/>
      </dsp:nvSpPr>
      <dsp:spPr>
        <a:xfrm>
          <a:off x="6656141" y="1347462"/>
          <a:ext cx="449678" cy="4496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562340"/>
            <a:satOff val="2206"/>
            <a:lumOff val="28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562340"/>
              <a:satOff val="2206"/>
              <a:lumOff val="2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6757319" y="1347462"/>
        <a:ext cx="247322" cy="338383"/>
      </dsp:txXfrm>
    </dsp:sp>
    <dsp:sp modelId="{B49C19DD-DFC3-4A33-9C87-6F71E2DA44FA}">
      <dsp:nvSpPr>
        <dsp:cNvPr id="0" name=""/>
        <dsp:cNvSpPr/>
      </dsp:nvSpPr>
      <dsp:spPr>
        <a:xfrm>
          <a:off x="7197069" y="2165059"/>
          <a:ext cx="449678" cy="44967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1124680"/>
            <a:satOff val="4413"/>
            <a:lumOff val="56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-1124680"/>
              <a:satOff val="4413"/>
              <a:lumOff val="5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kern="1200"/>
        </a:p>
      </dsp:txBody>
      <dsp:txXfrm>
        <a:off x="7298247" y="2165059"/>
        <a:ext cx="247322" cy="338383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3B4B5C-1459-495E-BC05-B6D729104D82}">
      <dsp:nvSpPr>
        <dsp:cNvPr id="0" name=""/>
        <dsp:cNvSpPr/>
      </dsp:nvSpPr>
      <dsp:spPr>
        <a:xfrm>
          <a:off x="0" y="530003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FD2571-8229-4872-817F-7D0889B59B85}">
      <dsp:nvSpPr>
        <dsp:cNvPr id="0" name=""/>
        <dsp:cNvSpPr/>
      </dsp:nvSpPr>
      <dsp:spPr>
        <a:xfrm>
          <a:off x="256120" y="773318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Classificação: Exemplo de e-mails Spam x Não-Spam</a:t>
          </a:r>
        </a:p>
      </dsp:txBody>
      <dsp:txXfrm>
        <a:off x="298991" y="816189"/>
        <a:ext cx="2219346" cy="1377989"/>
      </dsp:txXfrm>
    </dsp:sp>
    <dsp:sp modelId="{C9D59EF8-4915-465E-A877-FE0915CE45C4}">
      <dsp:nvSpPr>
        <dsp:cNvPr id="0" name=""/>
        <dsp:cNvSpPr/>
      </dsp:nvSpPr>
      <dsp:spPr>
        <a:xfrm>
          <a:off x="2817330" y="530003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A37607-E7F3-4788-B325-52177E02ED11}">
      <dsp:nvSpPr>
        <dsp:cNvPr id="0" name=""/>
        <dsp:cNvSpPr/>
      </dsp:nvSpPr>
      <dsp:spPr>
        <a:xfrm>
          <a:off x="3073451" y="773318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Regressão: Previsão de preços de imóveis</a:t>
          </a:r>
        </a:p>
      </dsp:txBody>
      <dsp:txXfrm>
        <a:off x="3116322" y="816189"/>
        <a:ext cx="2219346" cy="1377989"/>
      </dsp:txXfrm>
    </dsp:sp>
    <dsp:sp modelId="{406C458B-67A5-4F35-9165-022604A5C491}">
      <dsp:nvSpPr>
        <dsp:cNvPr id="0" name=""/>
        <dsp:cNvSpPr/>
      </dsp:nvSpPr>
      <dsp:spPr>
        <a:xfrm>
          <a:off x="5634661" y="530003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4C295B-A5D8-4376-A9CF-33FE99AC052A}">
      <dsp:nvSpPr>
        <dsp:cNvPr id="0" name=""/>
        <dsp:cNvSpPr/>
      </dsp:nvSpPr>
      <dsp:spPr>
        <a:xfrm>
          <a:off x="5890782" y="773318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Clusterização: Agrupamento de clientes em e-commerce</a:t>
          </a:r>
        </a:p>
      </dsp:txBody>
      <dsp:txXfrm>
        <a:off x="5933653" y="816189"/>
        <a:ext cx="2219346" cy="137798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F2FB73-6970-48D1-AE30-47E4CC4CB3D7}">
      <dsp:nvSpPr>
        <dsp:cNvPr id="0" name=""/>
        <dsp:cNvSpPr/>
      </dsp:nvSpPr>
      <dsp:spPr>
        <a:xfrm>
          <a:off x="341150" y="955014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27D787-FA2F-4D65-A012-BF2995CFCE66}">
      <dsp:nvSpPr>
        <dsp:cNvPr id="0" name=""/>
        <dsp:cNvSpPr/>
      </dsp:nvSpPr>
      <dsp:spPr>
        <a:xfrm>
          <a:off x="2771" y="1697401"/>
          <a:ext cx="1230468" cy="49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Diagnóstico de doenças</a:t>
          </a:r>
        </a:p>
      </dsp:txBody>
      <dsp:txXfrm>
        <a:off x="2771" y="1697401"/>
        <a:ext cx="1230468" cy="492187"/>
      </dsp:txXfrm>
    </dsp:sp>
    <dsp:sp modelId="{3F781633-59F4-43F0-B9A9-54A86B6D2E7A}">
      <dsp:nvSpPr>
        <dsp:cNvPr id="0" name=""/>
        <dsp:cNvSpPr/>
      </dsp:nvSpPr>
      <dsp:spPr>
        <a:xfrm>
          <a:off x="1786950" y="955014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DDD1C-91CA-4291-8325-806710CBD9AD}">
      <dsp:nvSpPr>
        <dsp:cNvPr id="0" name=""/>
        <dsp:cNvSpPr/>
      </dsp:nvSpPr>
      <dsp:spPr>
        <a:xfrm>
          <a:off x="1448571" y="1697401"/>
          <a:ext cx="1230468" cy="49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Previsão de falhas</a:t>
          </a:r>
        </a:p>
      </dsp:txBody>
      <dsp:txXfrm>
        <a:off x="1448571" y="1697401"/>
        <a:ext cx="1230468" cy="492187"/>
      </dsp:txXfrm>
    </dsp:sp>
    <dsp:sp modelId="{A85384BC-AF5B-4A85-8D68-F853752E961B}">
      <dsp:nvSpPr>
        <dsp:cNvPr id="0" name=""/>
        <dsp:cNvSpPr/>
      </dsp:nvSpPr>
      <dsp:spPr>
        <a:xfrm>
          <a:off x="3232751" y="955014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3B7B0-E5F5-4221-86CE-CDA7E4DBEFF7}">
      <dsp:nvSpPr>
        <dsp:cNvPr id="0" name=""/>
        <dsp:cNvSpPr/>
      </dsp:nvSpPr>
      <dsp:spPr>
        <a:xfrm>
          <a:off x="2894372" y="1697401"/>
          <a:ext cx="1230468" cy="49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Recomendação de filmes</a:t>
          </a:r>
        </a:p>
      </dsp:txBody>
      <dsp:txXfrm>
        <a:off x="2894372" y="1697401"/>
        <a:ext cx="1230468" cy="492187"/>
      </dsp:txXfrm>
    </dsp:sp>
    <dsp:sp modelId="{E0B1BF11-D7E3-4CBA-88CC-A85D210F14D8}">
      <dsp:nvSpPr>
        <dsp:cNvPr id="0" name=""/>
        <dsp:cNvSpPr/>
      </dsp:nvSpPr>
      <dsp:spPr>
        <a:xfrm>
          <a:off x="4678552" y="955014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7AD28-F272-4BED-9809-DBD6F13DE99E}">
      <dsp:nvSpPr>
        <dsp:cNvPr id="0" name=""/>
        <dsp:cNvSpPr/>
      </dsp:nvSpPr>
      <dsp:spPr>
        <a:xfrm>
          <a:off x="4340173" y="1697401"/>
          <a:ext cx="1230468" cy="49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Reconhecimento de voz</a:t>
          </a:r>
        </a:p>
      </dsp:txBody>
      <dsp:txXfrm>
        <a:off x="4340173" y="1697401"/>
        <a:ext cx="1230468" cy="492187"/>
      </dsp:txXfrm>
    </dsp:sp>
    <dsp:sp modelId="{6F57F40A-A322-4617-9F9D-0199896BF55A}">
      <dsp:nvSpPr>
        <dsp:cNvPr id="0" name=""/>
        <dsp:cNvSpPr/>
      </dsp:nvSpPr>
      <dsp:spPr>
        <a:xfrm>
          <a:off x="6124353" y="955014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67047E-D7CD-4852-9FE4-A2780CAD19A3}">
      <dsp:nvSpPr>
        <dsp:cNvPr id="0" name=""/>
        <dsp:cNvSpPr/>
      </dsp:nvSpPr>
      <dsp:spPr>
        <a:xfrm>
          <a:off x="5785974" y="1697401"/>
          <a:ext cx="1230468" cy="49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Detecção de fraudes</a:t>
          </a:r>
        </a:p>
      </dsp:txBody>
      <dsp:txXfrm>
        <a:off x="5785974" y="1697401"/>
        <a:ext cx="1230468" cy="492187"/>
      </dsp:txXfrm>
    </dsp:sp>
    <dsp:sp modelId="{CD4F0790-A618-48C9-87ED-F747F84B063A}">
      <dsp:nvSpPr>
        <dsp:cNvPr id="0" name=""/>
        <dsp:cNvSpPr/>
      </dsp:nvSpPr>
      <dsp:spPr>
        <a:xfrm>
          <a:off x="7570153" y="955014"/>
          <a:ext cx="553710" cy="55371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C23945-132A-439E-AA70-61F7889397FD}">
      <dsp:nvSpPr>
        <dsp:cNvPr id="0" name=""/>
        <dsp:cNvSpPr/>
      </dsp:nvSpPr>
      <dsp:spPr>
        <a:xfrm>
          <a:off x="7231775" y="1697401"/>
          <a:ext cx="1230468" cy="492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- Anúncios personalizados</a:t>
          </a:r>
        </a:p>
      </dsp:txBody>
      <dsp:txXfrm>
        <a:off x="7231775" y="1697401"/>
        <a:ext cx="1230468" cy="49218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131E65-1A95-47CD-8EE5-9A114A6B0E28}">
      <dsp:nvSpPr>
        <dsp:cNvPr id="0" name=""/>
        <dsp:cNvSpPr/>
      </dsp:nvSpPr>
      <dsp:spPr>
        <a:xfrm>
          <a:off x="4950" y="0"/>
          <a:ext cx="1317282" cy="13034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1000" b="-1000"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12DD9B-0FC0-4398-AC84-F5EBD9E1D8A8}">
      <dsp:nvSpPr>
        <dsp:cNvPr id="0" name=""/>
        <dsp:cNvSpPr/>
      </dsp:nvSpPr>
      <dsp:spPr>
        <a:xfrm>
          <a:off x="4950" y="1437293"/>
          <a:ext cx="3763664" cy="558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Desafio: Definir um problema real resolvido com ML</a:t>
          </a:r>
        </a:p>
      </dsp:txBody>
      <dsp:txXfrm>
        <a:off x="4950" y="1437293"/>
        <a:ext cx="3763664" cy="558639"/>
      </dsp:txXfrm>
    </dsp:sp>
    <dsp:sp modelId="{6F9969C4-1BA4-47D1-BAF9-5393AA026108}">
      <dsp:nvSpPr>
        <dsp:cNvPr id="0" name=""/>
        <dsp:cNvSpPr/>
      </dsp:nvSpPr>
      <dsp:spPr>
        <a:xfrm>
          <a:off x="4950" y="2058166"/>
          <a:ext cx="3763664" cy="1086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EB1781F-BBC4-45BA-888C-CFC5698E3DDE}">
      <dsp:nvSpPr>
        <dsp:cNvPr id="0" name=""/>
        <dsp:cNvSpPr/>
      </dsp:nvSpPr>
      <dsp:spPr>
        <a:xfrm>
          <a:off x="4427256" y="0"/>
          <a:ext cx="1317282" cy="13034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AE289-C53A-40B5-9F8B-53E0A6E96720}">
      <dsp:nvSpPr>
        <dsp:cNvPr id="0" name=""/>
        <dsp:cNvSpPr/>
      </dsp:nvSpPr>
      <dsp:spPr>
        <a:xfrm>
          <a:off x="4427256" y="1437293"/>
          <a:ext cx="3763664" cy="5586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Responder:</a:t>
          </a:r>
        </a:p>
      </dsp:txBody>
      <dsp:txXfrm>
        <a:off x="4427256" y="1437293"/>
        <a:ext cx="3763664" cy="558639"/>
      </dsp:txXfrm>
    </dsp:sp>
    <dsp:sp modelId="{33B8A3B3-181C-42F8-B90F-1F7156F519CF}">
      <dsp:nvSpPr>
        <dsp:cNvPr id="0" name=""/>
        <dsp:cNvSpPr/>
      </dsp:nvSpPr>
      <dsp:spPr>
        <a:xfrm>
          <a:off x="4427256" y="2058166"/>
          <a:ext cx="3763664" cy="1086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Qual </a:t>
          </a:r>
          <a:r>
            <a:rPr lang="en-US" sz="1500" kern="1200" dirty="0" err="1"/>
            <a:t>problema</a:t>
          </a:r>
          <a:r>
            <a:rPr lang="en-US" sz="1500" kern="1200" dirty="0"/>
            <a:t>?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Dados </a:t>
          </a:r>
          <a:r>
            <a:rPr lang="en-US" sz="1500" kern="1200" dirty="0" err="1"/>
            <a:t>necessários</a:t>
          </a:r>
          <a:r>
            <a:rPr lang="en-US" sz="1500" kern="1200" dirty="0"/>
            <a:t>?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Tipo de ML?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Algoritmo</a:t>
          </a:r>
          <a:r>
            <a:rPr lang="en-US" sz="1500" kern="1200" dirty="0"/>
            <a:t> </a:t>
          </a:r>
          <a:r>
            <a:rPr lang="en-US" sz="1500" kern="1200" dirty="0" err="1"/>
            <a:t>sugerido</a:t>
          </a:r>
          <a:r>
            <a:rPr lang="en-US" sz="1500" kern="1200" dirty="0"/>
            <a:t>?</a:t>
          </a:r>
        </a:p>
      </dsp:txBody>
      <dsp:txXfrm>
        <a:off x="4427256" y="2058166"/>
        <a:ext cx="3763664" cy="1086437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63EEBA-93B1-41EA-8220-7D78F07EFA6E}">
      <dsp:nvSpPr>
        <dsp:cNvPr id="0" name=""/>
        <dsp:cNvSpPr/>
      </dsp:nvSpPr>
      <dsp:spPr>
        <a:xfrm>
          <a:off x="-171771" y="6988"/>
          <a:ext cx="4726201" cy="125575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928B07-0DAA-4A78-B61C-5DCC5FC407E0}">
      <dsp:nvSpPr>
        <dsp:cNvPr id="0" name=""/>
        <dsp:cNvSpPr/>
      </dsp:nvSpPr>
      <dsp:spPr>
        <a:xfrm>
          <a:off x="208092" y="289532"/>
          <a:ext cx="690662" cy="6906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11E39A-E7CC-4A36-B178-CB05CB2DE2B5}">
      <dsp:nvSpPr>
        <dsp:cNvPr id="0" name=""/>
        <dsp:cNvSpPr/>
      </dsp:nvSpPr>
      <dsp:spPr>
        <a:xfrm>
          <a:off x="1278620" y="6988"/>
          <a:ext cx="3272971" cy="1255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00" tIns="132900" rIns="132900" bIns="1329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 baseline="0"/>
            <a:t>Definam um problema real (preferencialmente relacionado ao CEUB ou ao trabalho final) que poderia ser resolvido com Machine Learning.</a:t>
          </a:r>
          <a:endParaRPr lang="en-US" sz="1400" kern="1200"/>
        </a:p>
      </dsp:txBody>
      <dsp:txXfrm>
        <a:off x="1278620" y="6988"/>
        <a:ext cx="3272971" cy="1255750"/>
      </dsp:txXfrm>
    </dsp:sp>
    <dsp:sp modelId="{7FE063E1-6E18-4F66-95E3-28FDF4ED82E3}">
      <dsp:nvSpPr>
        <dsp:cNvPr id="0" name=""/>
        <dsp:cNvSpPr/>
      </dsp:nvSpPr>
      <dsp:spPr>
        <a:xfrm>
          <a:off x="-171771" y="1585706"/>
          <a:ext cx="4726201" cy="125575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D8AFAB-F1F8-4E06-82B8-28A1E166E834}">
      <dsp:nvSpPr>
        <dsp:cNvPr id="0" name=""/>
        <dsp:cNvSpPr/>
      </dsp:nvSpPr>
      <dsp:spPr>
        <a:xfrm>
          <a:off x="208092" y="1859221"/>
          <a:ext cx="690662" cy="6906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3A298E-933E-49F5-B3E8-229E8C5DCD50}">
      <dsp:nvSpPr>
        <dsp:cNvPr id="0" name=""/>
        <dsp:cNvSpPr/>
      </dsp:nvSpPr>
      <dsp:spPr>
        <a:xfrm>
          <a:off x="907551" y="1585706"/>
          <a:ext cx="1651406" cy="1255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00" tIns="132900" rIns="132900" bIns="1329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 baseline="0" dirty="0"/>
            <a:t>Responder brevemente:</a:t>
          </a:r>
          <a:endParaRPr lang="en-US" sz="1400" kern="1200" dirty="0"/>
        </a:p>
      </dsp:txBody>
      <dsp:txXfrm>
        <a:off x="907551" y="1585706"/>
        <a:ext cx="1651406" cy="1255750"/>
      </dsp:txXfrm>
    </dsp:sp>
    <dsp:sp modelId="{24F7D4E2-2C60-4AD6-A6FD-1AA5C87E3827}">
      <dsp:nvSpPr>
        <dsp:cNvPr id="0" name=""/>
        <dsp:cNvSpPr/>
      </dsp:nvSpPr>
      <dsp:spPr>
        <a:xfrm>
          <a:off x="2222418" y="1585718"/>
          <a:ext cx="2344353" cy="1255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00" tIns="132900" rIns="132900" bIns="13290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Qual problema será resolvido? 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 dirty="0"/>
            <a:t>Qual tipo de dado é necessário? 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 dirty="0"/>
            <a:t>É supervisionado ou não supervisionado? </a:t>
          </a:r>
          <a:endParaRPr lang="en-US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b="0" i="0" kern="1200" baseline="0"/>
            <a:t>Qual algoritmo poderia ser aplicado? </a:t>
          </a:r>
          <a:endParaRPr lang="en-US" sz="1100" kern="1200"/>
        </a:p>
      </dsp:txBody>
      <dsp:txXfrm>
        <a:off x="2222418" y="1585718"/>
        <a:ext cx="2344353" cy="1255750"/>
      </dsp:txXfrm>
    </dsp:sp>
    <dsp:sp modelId="{D68D40B4-9080-487A-BC9F-D3C837CCD1EE}">
      <dsp:nvSpPr>
        <dsp:cNvPr id="0" name=""/>
        <dsp:cNvSpPr/>
      </dsp:nvSpPr>
      <dsp:spPr>
        <a:xfrm>
          <a:off x="-171771" y="3146366"/>
          <a:ext cx="4726201" cy="125575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873EA1-A51C-4B3E-A311-B5A38B6BFA65}">
      <dsp:nvSpPr>
        <dsp:cNvPr id="0" name=""/>
        <dsp:cNvSpPr/>
      </dsp:nvSpPr>
      <dsp:spPr>
        <a:xfrm>
          <a:off x="208092" y="3428910"/>
          <a:ext cx="690662" cy="6906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ABA3B9-FABA-4424-A6D7-A2FD3942E999}">
      <dsp:nvSpPr>
        <dsp:cNvPr id="0" name=""/>
        <dsp:cNvSpPr/>
      </dsp:nvSpPr>
      <dsp:spPr>
        <a:xfrm>
          <a:off x="1278620" y="3146366"/>
          <a:ext cx="3272971" cy="1255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2900" tIns="132900" rIns="132900" bIns="13290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0" i="0" kern="1200" baseline="0"/>
            <a:t>📤 Entrega da descrição no final da aula (em Word, PDF ou digital via Moodle).</a:t>
          </a:r>
          <a:endParaRPr lang="en-US" sz="1400" kern="1200"/>
        </a:p>
      </dsp:txBody>
      <dsp:txXfrm>
        <a:off x="1278620" y="3146366"/>
        <a:ext cx="3272971" cy="125575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14EFC-FFA5-4340-A9F4-84D7736345E1}">
      <dsp:nvSpPr>
        <dsp:cNvPr id="0" name=""/>
        <dsp:cNvSpPr/>
      </dsp:nvSpPr>
      <dsp:spPr>
        <a:xfrm>
          <a:off x="0" y="2456612"/>
          <a:ext cx="7886700" cy="80631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Definir prazos de entrega por capítulo:</a:t>
          </a:r>
        </a:p>
      </dsp:txBody>
      <dsp:txXfrm>
        <a:off x="0" y="2456612"/>
        <a:ext cx="7886700" cy="435410"/>
      </dsp:txXfrm>
    </dsp:sp>
    <dsp:sp modelId="{D2F47607-1936-4C97-B78E-EC319A754013}">
      <dsp:nvSpPr>
        <dsp:cNvPr id="0" name=""/>
        <dsp:cNvSpPr/>
      </dsp:nvSpPr>
      <dsp:spPr>
        <a:xfrm>
          <a:off x="3850" y="2875895"/>
          <a:ext cx="2626332" cy="37090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Cap.1: </a:t>
          </a:r>
        </a:p>
      </dsp:txBody>
      <dsp:txXfrm>
        <a:off x="3850" y="2875895"/>
        <a:ext cx="2626332" cy="370904"/>
      </dsp:txXfrm>
    </dsp:sp>
    <dsp:sp modelId="{9BEE718F-2232-4734-A560-78AFFCCDC84D}">
      <dsp:nvSpPr>
        <dsp:cNvPr id="0" name=""/>
        <dsp:cNvSpPr/>
      </dsp:nvSpPr>
      <dsp:spPr>
        <a:xfrm>
          <a:off x="2630183" y="2875895"/>
          <a:ext cx="2626332" cy="37090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Cap.2: </a:t>
          </a:r>
        </a:p>
      </dsp:txBody>
      <dsp:txXfrm>
        <a:off x="2630183" y="2875895"/>
        <a:ext cx="2626332" cy="370904"/>
      </dsp:txXfrm>
    </dsp:sp>
    <dsp:sp modelId="{F023BE8D-C8F9-41B4-860C-1D167545E719}">
      <dsp:nvSpPr>
        <dsp:cNvPr id="0" name=""/>
        <dsp:cNvSpPr/>
      </dsp:nvSpPr>
      <dsp:spPr>
        <a:xfrm>
          <a:off x="5256516" y="2875895"/>
          <a:ext cx="2626332" cy="37090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27940" rIns="156464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Cap.3:</a:t>
          </a:r>
        </a:p>
      </dsp:txBody>
      <dsp:txXfrm>
        <a:off x="5256516" y="2875895"/>
        <a:ext cx="2626332" cy="370904"/>
      </dsp:txXfrm>
    </dsp:sp>
    <dsp:sp modelId="{F6C84C91-80E3-4866-AC80-A38251005DA1}">
      <dsp:nvSpPr>
        <dsp:cNvPr id="0" name=""/>
        <dsp:cNvSpPr/>
      </dsp:nvSpPr>
      <dsp:spPr>
        <a:xfrm rot="10800000">
          <a:off x="0" y="1228594"/>
          <a:ext cx="7886700" cy="124011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Explicação dos capítulos 1, 2 e 3 do roteiro</a:t>
          </a:r>
        </a:p>
      </dsp:txBody>
      <dsp:txXfrm rot="10800000">
        <a:off x="0" y="1228594"/>
        <a:ext cx="7886700" cy="805788"/>
      </dsp:txXfrm>
    </dsp:sp>
    <dsp:sp modelId="{DD8DDC9E-A932-45E6-9A38-1283115C41AA}">
      <dsp:nvSpPr>
        <dsp:cNvPr id="0" name=""/>
        <dsp:cNvSpPr/>
      </dsp:nvSpPr>
      <dsp:spPr>
        <a:xfrm rot="10800000">
          <a:off x="0" y="576"/>
          <a:ext cx="7886700" cy="1240112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Criar Trello e adicionar jose.miranda@ceub.edu.br</a:t>
          </a:r>
        </a:p>
      </dsp:txBody>
      <dsp:txXfrm rot="10800000">
        <a:off x="0" y="576"/>
        <a:ext cx="7886700" cy="80578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AED952-DFDE-4941-91E3-FC4749181F7C}">
      <dsp:nvSpPr>
        <dsp:cNvPr id="0" name=""/>
        <dsp:cNvSpPr/>
      </dsp:nvSpPr>
      <dsp:spPr>
        <a:xfrm>
          <a:off x="738477" y="371214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C34AF6-9B6A-4241-9D8D-D29B93C5781B}">
      <dsp:nvSpPr>
        <dsp:cNvPr id="0" name=""/>
        <dsp:cNvSpPr/>
      </dsp:nvSpPr>
      <dsp:spPr>
        <a:xfrm>
          <a:off x="78583" y="1811514"/>
          <a:ext cx="2399612" cy="961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Discussão</a:t>
          </a:r>
          <a:r>
            <a:rPr lang="en-US" sz="1100" kern="1200" dirty="0"/>
            <a:t> </a:t>
          </a:r>
          <a:r>
            <a:rPr lang="en-US" sz="1100" kern="1200" dirty="0" err="1"/>
            <a:t>sobre</a:t>
          </a:r>
          <a:r>
            <a:rPr lang="en-US" sz="1100" kern="1200" dirty="0"/>
            <a:t> as </a:t>
          </a:r>
          <a:r>
            <a:rPr lang="en-US" sz="1100" kern="1200" dirty="0" err="1"/>
            <a:t>soluções</a:t>
          </a:r>
          <a:r>
            <a:rPr lang="en-US" sz="1100" kern="1200" dirty="0"/>
            <a:t> </a:t>
          </a:r>
          <a:r>
            <a:rPr lang="en-US" sz="1100" kern="1200" dirty="0" err="1"/>
            <a:t>propostas</a:t>
          </a:r>
          <a:endParaRPr lang="en-US" sz="1100" kern="1200" dirty="0"/>
        </a:p>
      </dsp:txBody>
      <dsp:txXfrm>
        <a:off x="78583" y="1811514"/>
        <a:ext cx="2399612" cy="961875"/>
      </dsp:txXfrm>
    </dsp:sp>
    <dsp:sp modelId="{36018CEC-D34A-4410-9BB4-F34858DA087C}">
      <dsp:nvSpPr>
        <dsp:cNvPr id="0" name=""/>
        <dsp:cNvSpPr/>
      </dsp:nvSpPr>
      <dsp:spPr>
        <a:xfrm>
          <a:off x="3558022" y="371214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B548E6-0303-412E-882B-E4185F50A9B8}">
      <dsp:nvSpPr>
        <dsp:cNvPr id="0" name=""/>
        <dsp:cNvSpPr/>
      </dsp:nvSpPr>
      <dsp:spPr>
        <a:xfrm>
          <a:off x="2898129" y="1811514"/>
          <a:ext cx="2399612" cy="961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Reflexão</a:t>
          </a:r>
          <a:r>
            <a:rPr lang="en-US" sz="1100" kern="1200" dirty="0"/>
            <a:t> </a:t>
          </a:r>
          <a:r>
            <a:rPr lang="en-US" sz="1100" kern="1200" dirty="0" err="1"/>
            <a:t>sobre</a:t>
          </a:r>
          <a:r>
            <a:rPr lang="en-US" sz="1100" kern="1200" dirty="0"/>
            <a:t> </a:t>
          </a:r>
          <a:r>
            <a:rPr lang="en-US" sz="1100" kern="1200" dirty="0">
              <a:solidFill>
                <a:schemeClr val="tx1"/>
              </a:solidFill>
              <a:latin typeface="+mj-lt"/>
              <a:ea typeface="+mj-ea"/>
              <a:cs typeface="+mj-cs"/>
            </a:rPr>
            <a:t>"Se </a:t>
          </a:r>
          <a:r>
            <a:rPr lang="en-US" sz="1100" kern="1200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você</a:t>
          </a:r>
          <a:r>
            <a:rPr lang="en-US" sz="1100" kern="1200" dirty="0">
              <a:solidFill>
                <a:schemeClr val="tx1"/>
              </a:solidFill>
              <a:latin typeface="+mj-lt"/>
              <a:ea typeface="+mj-ea"/>
              <a:cs typeface="+mj-cs"/>
            </a:rPr>
            <a:t> </a:t>
          </a:r>
          <a:r>
            <a:rPr lang="en-US" sz="1100" kern="1200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pudesse</a:t>
          </a:r>
          <a:r>
            <a:rPr lang="en-US" sz="1100" kern="1200" dirty="0">
              <a:solidFill>
                <a:schemeClr val="tx1"/>
              </a:solidFill>
              <a:latin typeface="+mj-lt"/>
              <a:ea typeface="+mj-ea"/>
              <a:cs typeface="+mj-cs"/>
            </a:rPr>
            <a:t> </a:t>
          </a:r>
          <a:r>
            <a:rPr lang="en-US" sz="1100" kern="1200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treinar</a:t>
          </a:r>
          <a:r>
            <a:rPr lang="en-US" sz="1100" kern="1200" dirty="0">
              <a:solidFill>
                <a:schemeClr val="tx1"/>
              </a:solidFill>
              <a:latin typeface="+mj-lt"/>
              <a:ea typeface="+mj-ea"/>
              <a:cs typeface="+mj-cs"/>
            </a:rPr>
            <a:t> um </a:t>
          </a:r>
          <a:r>
            <a:rPr lang="en-US" sz="1100" kern="1200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modelo</a:t>
          </a:r>
          <a:r>
            <a:rPr lang="en-US" sz="1100" kern="1200" dirty="0">
              <a:solidFill>
                <a:schemeClr val="tx1"/>
              </a:solidFill>
              <a:latin typeface="+mj-lt"/>
              <a:ea typeface="+mj-ea"/>
              <a:cs typeface="+mj-cs"/>
            </a:rPr>
            <a:t> de ML para </a:t>
          </a:r>
          <a:r>
            <a:rPr lang="en-US" sz="1100" kern="1200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facilitar</a:t>
          </a:r>
          <a:r>
            <a:rPr lang="en-US" sz="1100" kern="1200" dirty="0">
              <a:solidFill>
                <a:schemeClr val="tx1"/>
              </a:solidFill>
              <a:latin typeface="+mj-lt"/>
              <a:ea typeface="+mj-ea"/>
              <a:cs typeface="+mj-cs"/>
            </a:rPr>
            <a:t> </a:t>
          </a:r>
          <a:r>
            <a:rPr lang="en-US" sz="1100" kern="1200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sua</a:t>
          </a:r>
          <a:r>
            <a:rPr lang="en-US" sz="1100" kern="1200" dirty="0">
              <a:solidFill>
                <a:schemeClr val="tx1"/>
              </a:solidFill>
              <a:latin typeface="+mj-lt"/>
              <a:ea typeface="+mj-ea"/>
              <a:cs typeface="+mj-cs"/>
            </a:rPr>
            <a:t> </a:t>
          </a:r>
          <a:r>
            <a:rPr lang="en-US" sz="1100" kern="1200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vida</a:t>
          </a:r>
          <a:r>
            <a:rPr lang="en-US" sz="1100" kern="1200" dirty="0">
              <a:solidFill>
                <a:schemeClr val="tx1"/>
              </a:solidFill>
              <a:latin typeface="+mj-lt"/>
              <a:ea typeface="+mj-ea"/>
              <a:cs typeface="+mj-cs"/>
            </a:rPr>
            <a:t> </a:t>
          </a:r>
          <a:r>
            <a:rPr lang="en-US" sz="1100" kern="1200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acadêmica</a:t>
          </a:r>
          <a:r>
            <a:rPr lang="en-US" sz="1100" kern="1200" dirty="0">
              <a:solidFill>
                <a:schemeClr val="tx1"/>
              </a:solidFill>
              <a:latin typeface="+mj-lt"/>
              <a:ea typeface="+mj-ea"/>
              <a:cs typeface="+mj-cs"/>
            </a:rPr>
            <a:t>, o que </a:t>
          </a:r>
          <a:r>
            <a:rPr lang="en-US" sz="1100" kern="1200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ele</a:t>
          </a:r>
          <a:r>
            <a:rPr lang="en-US" sz="1100" kern="1200" dirty="0">
              <a:solidFill>
                <a:schemeClr val="tx1"/>
              </a:solidFill>
              <a:latin typeface="+mj-lt"/>
              <a:ea typeface="+mj-ea"/>
              <a:cs typeface="+mj-cs"/>
            </a:rPr>
            <a:t> </a:t>
          </a:r>
          <a:r>
            <a:rPr lang="en-US" sz="1100" kern="1200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faria</a:t>
          </a:r>
          <a:r>
            <a:rPr lang="en-US" sz="1100" kern="1200" dirty="0">
              <a:solidFill>
                <a:schemeClr val="tx1"/>
              </a:solidFill>
              <a:latin typeface="+mj-lt"/>
              <a:ea typeface="+mj-ea"/>
              <a:cs typeface="+mj-cs"/>
            </a:rPr>
            <a:t> </a:t>
          </a:r>
          <a:r>
            <a:rPr lang="en-US" sz="1100" kern="1200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por</a:t>
          </a:r>
          <a:r>
            <a:rPr lang="en-US" sz="1100" kern="1200" dirty="0">
              <a:solidFill>
                <a:schemeClr val="tx1"/>
              </a:solidFill>
              <a:latin typeface="+mj-lt"/>
              <a:ea typeface="+mj-ea"/>
              <a:cs typeface="+mj-cs"/>
            </a:rPr>
            <a:t> </a:t>
          </a:r>
          <a:r>
            <a:rPr lang="en-US" sz="1100" kern="1200" dirty="0" err="1">
              <a:solidFill>
                <a:schemeClr val="tx1"/>
              </a:solidFill>
              <a:latin typeface="+mj-lt"/>
              <a:ea typeface="+mj-ea"/>
              <a:cs typeface="+mj-cs"/>
            </a:rPr>
            <a:t>você</a:t>
          </a:r>
          <a:r>
            <a:rPr lang="en-US" sz="1100" kern="1200" dirty="0">
              <a:solidFill>
                <a:schemeClr val="tx1"/>
              </a:solidFill>
              <a:latin typeface="+mj-lt"/>
              <a:ea typeface="+mj-ea"/>
              <a:cs typeface="+mj-cs"/>
            </a:rPr>
            <a:t>?"</a:t>
          </a:r>
          <a:endParaRPr lang="en-US" sz="1100" kern="1200" dirty="0"/>
        </a:p>
      </dsp:txBody>
      <dsp:txXfrm>
        <a:off x="2898129" y="1811514"/>
        <a:ext cx="2399612" cy="961875"/>
      </dsp:txXfrm>
    </dsp:sp>
    <dsp:sp modelId="{809C5AA7-1FF4-4CD0-B2C9-6064EAFF7E30}">
      <dsp:nvSpPr>
        <dsp:cNvPr id="0" name=""/>
        <dsp:cNvSpPr/>
      </dsp:nvSpPr>
      <dsp:spPr>
        <a:xfrm>
          <a:off x="6377567" y="371214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CC377F-2C19-4FB9-838E-1614F95B607C}">
      <dsp:nvSpPr>
        <dsp:cNvPr id="0" name=""/>
        <dsp:cNvSpPr/>
      </dsp:nvSpPr>
      <dsp:spPr>
        <a:xfrm>
          <a:off x="5717674" y="1811514"/>
          <a:ext cx="2399612" cy="961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Próximos</a:t>
          </a:r>
          <a:r>
            <a:rPr lang="en-US" sz="1100" kern="1200" dirty="0"/>
            <a:t> </a:t>
          </a:r>
          <a:r>
            <a:rPr lang="en-US" sz="1100" kern="1200" dirty="0" err="1"/>
            <a:t>passos</a:t>
          </a:r>
          <a:r>
            <a:rPr lang="en-US" sz="1100" kern="1200" dirty="0"/>
            <a:t>: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Aprendizado de Máquina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em Big </a:t>
          </a:r>
          <a:r>
            <a:rPr lang="pt-BR" sz="1100" kern="1200"/>
            <a:t>Data Parte 2 </a:t>
          </a:r>
          <a:r>
            <a:rPr lang="pt-BR" sz="1100" kern="1200" dirty="0"/>
            <a:t>e Ética e Privacidade em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Big Data</a:t>
          </a:r>
          <a:endParaRPr lang="en-US" sz="1100" kern="1200" dirty="0"/>
        </a:p>
      </dsp:txBody>
      <dsp:txXfrm>
        <a:off x="5717674" y="1811514"/>
        <a:ext cx="2399612" cy="961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>
          <a:extLst>
            <a:ext uri="{FF2B5EF4-FFF2-40B4-BE49-F238E27FC236}">
              <a16:creationId xmlns:a16="http://schemas.microsoft.com/office/drawing/2014/main" id="{CE5DA122-346F-B8EF-78D3-0F3C4398F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>
            <a:extLst>
              <a:ext uri="{FF2B5EF4-FFF2-40B4-BE49-F238E27FC236}">
                <a16:creationId xmlns:a16="http://schemas.microsoft.com/office/drawing/2014/main" id="{867348D3-B24F-DC83-57F8-C4CBDCCF01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>
            <a:extLst>
              <a:ext uri="{FF2B5EF4-FFF2-40B4-BE49-F238E27FC236}">
                <a16:creationId xmlns:a16="http://schemas.microsoft.com/office/drawing/2014/main" id="{CDBD507E-3940-371B-3AB3-4FF21CEA7E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7198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37364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7803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72751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5234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6B28B2-2FA1-BFDF-415B-4B103C288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4D71B74-B9FF-4AAD-3086-0F6DA55188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A060BF-EB1A-2BAD-2AA4-DE781776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FEBF5DE-D1E5-7276-4FE8-A79BF2C99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C31427-2816-018B-64EC-036806C46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5467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7F78E-9E47-F9B8-4001-791D83E33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DE687E-5AC7-3825-3A6C-5B0955374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264B0C-DFA9-4D16-F5CE-90EF9049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DA321-7894-7247-B308-8700301AC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796340-281F-3068-3A10-A916D5C2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7408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8C174-99EF-B2C2-8EFC-7DC095D11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285B4F9-1367-0BE2-9042-15391E3D6A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27308F-7728-B3F9-7BF4-C4C93C1D3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312A0F-9AF6-DBA7-7EED-9D5D261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0AB0AE-477F-D022-14B4-DEFEE0E3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143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39B462-CC2A-A76D-B1F9-913B5D601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A3A5D6-7721-B8EC-C543-CF6748A67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A9A134-9056-D362-06B6-E8C4280F22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A1161CC-7F4E-8021-4D08-620FD387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7A5E81D-35E6-4C92-2B55-E8C896D50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00678-7551-4719-E9DA-2ECEF852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0256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1B3A88-8F97-C627-9CED-EAAD2EF58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D58C3D9-05C8-110E-616D-8B6C37129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7920D7A-608F-EC27-FCF7-414D73F2B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2495B5E-5363-00AD-1EFB-4EA3DDEA7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7636F17-5E10-D088-9BF0-6EB8855794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80F150-9154-E223-15B5-E59E47B97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2E5ED0-475F-0763-BD30-95B8E5EE7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A4546FB-502C-22F9-B327-1D189A49F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5927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67955-8A81-B686-41AE-561034F81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635DBF9-D787-4D83-7285-780F0EF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60A4A56-BA62-4B60-7DD0-CF2BEA4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E7AC2EC-B565-9DA7-593F-FDB18C88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7652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B0A300F-CA15-6999-A8F9-B7C5F7DFD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788DC35-D780-7AC4-2A80-951E4B6E0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1CA1B49-EB7E-BCB9-5D80-E71B24AF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5282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A9B394-897D-D36F-7E49-9D8664611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FE95FB-4A98-5900-4655-747E68AEC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894D6F6-78C9-7047-FCFB-D7011E30A0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DE17DE0-F213-66DF-9858-E960E8C9D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6C299F-8DBA-64E5-B9C1-974D8C0A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F28369-78D1-E79B-F8E1-BD796B031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07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6CFCF-556E-7566-3BBD-51FEA2E20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D81DDB-0C22-83EA-79FF-702BBD66E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8DCB36-98DE-98EB-5D1B-9F04C4D773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F6C12D-BD86-0D3B-2423-39CC4395E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492752-B1E5-F616-A40E-F73BCAED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432AC3-A383-E9CA-F265-595E4121F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49997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9A2CB1-ECB1-5C29-286C-10834B6E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F6F142D-CEB7-59CE-1E22-F19F8A909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690F8E-512C-6F48-D404-BE372B29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F25FEC-9E15-62FD-55D6-4CCFD7C21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C3F2B0-F9E7-55A4-BBE4-D305925DE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823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7D544C-4C31-62E6-1178-4F3CF39921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89FA89F-4DCE-3842-F26D-8BFD1F0EF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A72A93-A606-FD52-1589-1FA68E556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82C9CB-0C80-5B9B-63CF-6AEC3F5BD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401D-876D-7FBA-9C41-575D7628A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715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1A4A902-59F4-5B94-0701-62A962926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B73F45-125F-8E94-3BF4-1ACAC6758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F93E40-37F0-CACE-77E9-807E913F38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CCFBF3-08F6-3648-B739-5CE12B543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0FF596-F7BE-634E-42B3-EF7C144E02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4927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ítulo 2">
            <a:extLst>
              <a:ext uri="{FF2B5EF4-FFF2-40B4-BE49-F238E27FC236}">
                <a16:creationId xmlns:a16="http://schemas.microsoft.com/office/drawing/2014/main" id="{AC9CFFF4-3552-E7DE-922C-18A8A9015A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pt-BR" sz="3600" dirty="0">
                <a:solidFill>
                  <a:schemeClr val="bg1"/>
                </a:solidFill>
              </a:rPr>
              <a:t>Fundamentos de Big Data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87BCF01B-AAAD-C1E6-4356-8C88EF2E19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pt-BR" sz="1600" dirty="0">
                <a:solidFill>
                  <a:schemeClr val="bg1"/>
                </a:solidFill>
              </a:rPr>
              <a:t>José Pedro Calistro Torres de Miranda</a:t>
            </a:r>
          </a:p>
        </p:txBody>
      </p:sp>
      <p:sp>
        <p:nvSpPr>
          <p:cNvPr id="6" name="Subtítulo 3">
            <a:extLst>
              <a:ext uri="{FF2B5EF4-FFF2-40B4-BE49-F238E27FC236}">
                <a16:creationId xmlns:a16="http://schemas.microsoft.com/office/drawing/2014/main" id="{20CD7920-B612-26F0-C2E0-0E4513C4C19B}"/>
              </a:ext>
            </a:extLst>
          </p:cNvPr>
          <p:cNvSpPr txBox="1">
            <a:spLocks/>
          </p:cNvSpPr>
          <p:nvPr/>
        </p:nvSpPr>
        <p:spPr>
          <a:xfrm>
            <a:off x="624321" y="2602294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3F3F3F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3F3F3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429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 sz="1600" dirty="0">
                <a:solidFill>
                  <a:schemeClr val="bg1"/>
                </a:solidFill>
              </a:rPr>
              <a:t>Professor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972837-CB0C-6F56-F26E-2A053DA08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02292"/>
            <a:ext cx="4616991" cy="887195"/>
          </a:xfrm>
        </p:spPr>
        <p:txBody>
          <a:bodyPr anchor="b">
            <a:normAutofit/>
          </a:bodyPr>
          <a:lstStyle/>
          <a:p>
            <a:r>
              <a:rPr lang="pt-BR" sz="4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Objetivo da aula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04852"/>
            <a:ext cx="5927792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726801-AA1F-7181-A680-DBA3E16E4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832" y="2121997"/>
            <a:ext cx="4912143" cy="2508344"/>
          </a:xfrm>
        </p:spPr>
        <p:txBody>
          <a:bodyPr anchor="t"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pt-BR" sz="1600" dirty="0"/>
              <a:t>Compreender os conceitos básicos de Machine Learning aplicados a Big Data, diferenciando aprendizado supervisionado e não supervisionado, e conhecer ferramentas como </a:t>
            </a:r>
            <a:r>
              <a:rPr lang="pt-BR" sz="1600" dirty="0" err="1"/>
              <a:t>Scikit-learn</a:t>
            </a:r>
            <a:r>
              <a:rPr lang="pt-BR" sz="1600" dirty="0"/>
              <a:t>, </a:t>
            </a:r>
            <a:r>
              <a:rPr lang="pt-BR" sz="1600" dirty="0" err="1"/>
              <a:t>TensorFlow</a:t>
            </a:r>
            <a:r>
              <a:rPr lang="pt-BR" sz="1600" dirty="0"/>
              <a:t> e </a:t>
            </a:r>
            <a:r>
              <a:rPr lang="pt-BR" sz="1600" dirty="0" err="1"/>
              <a:t>MLlib</a:t>
            </a:r>
            <a:r>
              <a:rPr lang="pt-BR" sz="1600" dirty="0"/>
              <a:t>.</a:t>
            </a:r>
            <a:endParaRPr lang="pt-BR" sz="1500" dirty="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Graphic 6" descr="Na mosca">
            <a:extLst>
              <a:ext uri="{FF2B5EF4-FFF2-40B4-BE49-F238E27FC236}">
                <a16:creationId xmlns:a16="http://schemas.microsoft.com/office/drawing/2014/main" id="{251E68E2-A835-4448-5B61-3A8E64480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79489" y="1485663"/>
            <a:ext cx="2661303" cy="2661303"/>
          </a:xfrm>
          <a:prstGeom prst="rect">
            <a:avLst/>
          </a:prstGeom>
        </p:spPr>
      </p:pic>
      <p:sp>
        <p:nvSpPr>
          <p:cNvPr id="27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3414" y="1424463"/>
            <a:ext cx="104279" cy="10427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9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646" y="1642446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6" name="Imagem 5" descr="logo CEUB versão condensada">
            <a:extLst>
              <a:ext uri="{FF2B5EF4-FFF2-40B4-BE49-F238E27FC236}">
                <a16:creationId xmlns:a16="http://schemas.microsoft.com/office/drawing/2014/main" id="{4B60DB47-FC79-B2EA-488E-7D738303B8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48" t="30232" r="26955" b="13954"/>
          <a:stretch/>
        </p:blipFill>
        <p:spPr bwMode="auto">
          <a:xfrm>
            <a:off x="163068" y="-5996"/>
            <a:ext cx="1055671" cy="614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57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90E2D-3287-C16B-E1CB-E4E54457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2920AAD-40FA-D7F8-820F-DB2F379501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83BAB6D-2138-C22C-A6B7-F325CDD00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/>
          </a:bodyPr>
          <a:lstStyle/>
          <a:p>
            <a:pPr algn="r"/>
            <a:r>
              <a:rPr lang="pt-BR" sz="6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Agenda</a:t>
            </a:r>
            <a:endParaRPr lang="pt-BR" sz="6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F72596-1C5C-72E4-23AC-CB521A5093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Espaço Reservado para Conteúdo 2">
            <a:extLst>
              <a:ext uri="{FF2B5EF4-FFF2-40B4-BE49-F238E27FC236}">
                <a16:creationId xmlns:a16="http://schemas.microsoft.com/office/drawing/2014/main" id="{20AFA1E8-0C06-C3A0-AFAF-B336623129A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04687106"/>
              </p:ext>
            </p:extLst>
          </p:nvPr>
        </p:nvGraphicFramePr>
        <p:xfrm>
          <a:off x="3927501" y="919149"/>
          <a:ext cx="4718785" cy="41480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1581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7C64104-541E-455D-AD44-806C4F104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27C64104-541E-455D-AD44-806C4F104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27C64104-541E-455D-AD44-806C4F104E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3E8C7DD-7430-4F64-AEE7-1DE8433C18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graphicEl>
                                              <a:dgm id="{E3E8C7DD-7430-4F64-AEE7-1DE8433C18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graphicEl>
                                              <a:dgm id="{E3E8C7DD-7430-4F64-AEE7-1DE8433C18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E65A6944-BC4E-4379-AD86-4F4FE22A44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graphicEl>
                                              <a:dgm id="{E65A6944-BC4E-4379-AD86-4F4FE22A44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graphicEl>
                                              <a:dgm id="{E65A6944-BC4E-4379-AD86-4F4FE22A44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3B97511-3D7A-4E27-B1E3-41EE1084D6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graphicEl>
                                              <a:dgm id="{63B97511-3D7A-4E27-B1E3-41EE1084D6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graphicEl>
                                              <a:dgm id="{63B97511-3D7A-4E27-B1E3-41EE1084D65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715F7DC-E705-499E-91D0-B441883DD8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graphicEl>
                                              <a:dgm id="{D715F7DC-E705-499E-91D0-B441883DD8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graphicEl>
                                              <a:dgm id="{D715F7DC-E705-499E-91D0-B441883DD8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14993A4-2648-4C9D-A90F-46A61750B2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>
                                            <p:graphicEl>
                                              <a:dgm id="{C14993A4-2648-4C9D-A90F-46A61750B2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>
                                            <p:graphicEl>
                                              <a:dgm id="{C14993A4-2648-4C9D-A90F-46A61750B29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BC99CC8F-7AE6-4A4D-983E-244BB9002A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graphicEl>
                                              <a:dgm id="{BC99CC8F-7AE6-4A4D-983E-244BB9002A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graphicEl>
                                              <a:dgm id="{BC99CC8F-7AE6-4A4D-983E-244BB9002A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1134147-F506-4D7E-9086-F088D25B75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graphicEl>
                                              <a:dgm id="{41134147-F506-4D7E-9086-F088D25B75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graphicEl>
                                              <a:dgm id="{41134147-F506-4D7E-9086-F088D25B75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A83714D-9087-48AB-9DA2-E1215CF19A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>
                                            <p:graphicEl>
                                              <a:dgm id="{3A83714D-9087-48AB-9DA2-E1215CF19A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>
                                            <p:graphicEl>
                                              <a:dgm id="{3A83714D-9087-48AB-9DA2-E1215CF19A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CB26CCC-BF9D-4EDC-B45B-0D7EBE6FA8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graphicEl>
                                              <a:dgm id="{4CB26CCC-BF9D-4EDC-B45B-0D7EBE6FA8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graphicEl>
                                              <a:dgm id="{4CB26CCC-BF9D-4EDC-B45B-0D7EBE6FA8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68365E4-240B-477D-B4FA-A61EC88E2C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>
                                            <p:graphicEl>
                                              <a:dgm id="{068365E4-240B-477D-B4FA-A61EC88E2C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>
                                            <p:graphicEl>
                                              <a:dgm id="{068365E4-240B-477D-B4FA-A61EC88E2C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4D9ACF4A-AC48-4C7E-B45C-8747040D74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">
                                            <p:graphicEl>
                                              <a:dgm id="{4D9ACF4A-AC48-4C7E-B45C-8747040D74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">
                                            <p:graphicEl>
                                              <a:dgm id="{4D9ACF4A-AC48-4C7E-B45C-8747040D747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01CA33BA-462B-4402-8A1E-1474278D20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">
                                            <p:graphicEl>
                                              <a:dgm id="{01CA33BA-462B-4402-8A1E-1474278D20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">
                                            <p:graphicEl>
                                              <a:dgm id="{01CA33BA-462B-4402-8A1E-1474278D20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A5B342D-3BF8-4670-A27D-82CCF2828E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">
                                            <p:graphicEl>
                                              <a:dgm id="{3A5B342D-3BF8-4670-A27D-82CCF2828E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">
                                            <p:graphicEl>
                                              <a:dgm id="{3A5B342D-3BF8-4670-A27D-82CCF2828E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DFC1853E-5FC3-4F50-B97B-D7FF576B0D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">
                                            <p:graphicEl>
                                              <a:dgm id="{DFC1853E-5FC3-4F50-B97B-D7FF576B0D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">
                                            <p:graphicEl>
                                              <a:dgm id="{DFC1853E-5FC3-4F50-B97B-D7FF576B0D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D13C9BB-75FE-454F-B730-036A8480D1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">
                                            <p:graphicEl>
                                              <a:dgm id="{FD13C9BB-75FE-454F-B730-036A8480D1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>
                                            <p:graphicEl>
                                              <a:dgm id="{FD13C9BB-75FE-454F-B730-036A8480D1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34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803100"/>
            <a:ext cx="2954766" cy="4187344"/>
          </a:xfrm>
        </p:spPr>
        <p:txBody>
          <a:bodyPr>
            <a:normAutofit fontScale="90000"/>
          </a:bodyPr>
          <a:lstStyle/>
          <a:p>
            <a:pPr algn="r"/>
            <a:r>
              <a:rPr lang="pt-BR" sz="5600" dirty="0"/>
              <a:t>Revisão: O que Vimos até o momento?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849085"/>
            <a:ext cx="0" cy="42881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F405E97C-BAA0-D6D2-E575-0D688D3EB2A1}"/>
              </a:ext>
            </a:extLst>
          </p:cNvPr>
          <p:cNvSpPr txBox="1">
            <a:spLocks/>
          </p:cNvSpPr>
          <p:nvPr/>
        </p:nvSpPr>
        <p:spPr>
          <a:xfrm>
            <a:off x="4570578" y="602216"/>
            <a:ext cx="3733482" cy="1090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2700" dirty="0">
              <a:solidFill>
                <a:schemeClr val="tx2"/>
              </a:solidFill>
            </a:endParaRPr>
          </a:p>
        </p:txBody>
      </p:sp>
      <p:graphicFrame>
        <p:nvGraphicFramePr>
          <p:cNvPr id="3" name="Espaço Reservado para Conteúdo 2">
            <a:extLst>
              <a:ext uri="{FF2B5EF4-FFF2-40B4-BE49-F238E27FC236}">
                <a16:creationId xmlns:a16="http://schemas.microsoft.com/office/drawing/2014/main" id="{18ACB36A-1D6D-9C77-41FD-2D1E463AC9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9596416"/>
              </p:ext>
            </p:extLst>
          </p:nvPr>
        </p:nvGraphicFramePr>
        <p:xfrm>
          <a:off x="3904342" y="849084"/>
          <a:ext cx="4880111" cy="42881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graphicEl>
                                              <a:dgm id="{3ED695EF-4E47-4C3F-8DF4-DF1DB637BB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graphicEl>
                                              <a:dgm id="{1F8562D3-E6D4-4EE1-B08E-8ADD11531FA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graphicEl>
                                              <a:dgm id="{243E9226-43D9-4775-A20E-BC5D2BD887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graphicEl>
                                              <a:dgm id="{69C5A09E-B9AE-4014-B93F-C539F40E6D1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graphicEl>
                                              <a:dgm id="{88B8DE9F-BFF9-40F9-827B-E1AB5395B1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graphicEl>
                                              <a:dgm id="{2D6D793E-B797-4586-A248-0B1C875C76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graphicEl>
                                              <a:dgm id="{12930027-1F86-4E37-AE86-4A255152A46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graphicEl>
                                              <a:dgm id="{10B74E8D-0F59-433C-9A33-E1E81D19EB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graphicEl>
                                              <a:dgm id="{9F7AA49A-30A1-441D-BB22-C76B7AD6BAD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graphicEl>
                                              <a:dgm id="{0AA90B25-7E39-490C-94B8-5D7CC86616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graphicEl>
                                              <a:dgm id="{401554BA-51F1-4008-8088-AEE5CD916FC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graphicEl>
                                              <a:dgm id="{2BD238F7-9C4F-4D7E-85AA-0685550F9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graphicEl>
                                              <a:dgm id="{D676761A-49C2-42D6-A526-68C3E3C2F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graphicEl>
                                              <a:dgm id="{3AEC4C33-D60D-498E-916B-2A4705EE4AE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graphicEl>
                                              <a:dgm id="{5CA27F93-2C26-4D78-85E9-A18B3B4EAA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3735C041-C77B-44F0-AC3F-EEA071678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graphicEl>
                                              <a:dgm id="{3735C041-C77B-44F0-AC3F-EEA071678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graphicEl>
                                              <a:dgm id="{3735C041-C77B-44F0-AC3F-EEA071678F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EC68228-A6F2-4FAC-80E6-17F8DCD63D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">
                                            <p:graphicEl>
                                              <a:dgm id="{9EC68228-A6F2-4FAC-80E6-17F8DCD63D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">
                                            <p:graphicEl>
                                              <a:dgm id="{9EC68228-A6F2-4FAC-80E6-17F8DCD63D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4BF9A34-7B3A-4E60-B139-CFE6A68B2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graphicEl>
                                              <a:dgm id="{D4BF9A34-7B3A-4E60-B139-CFE6A68B2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graphicEl>
                                              <a:dgm id="{D4BF9A34-7B3A-4E60-B139-CFE6A68B2E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792" y="0"/>
            <a:ext cx="9169464" cy="515105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331469" y="-2"/>
            <a:ext cx="8829202" cy="515105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400" y="0"/>
            <a:ext cx="2717530" cy="515105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1906" y="-2"/>
            <a:ext cx="9175185" cy="515105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3363251" y="-646368"/>
            <a:ext cx="5146448" cy="6448394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890229" y="816787"/>
            <a:ext cx="3725650" cy="3741293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FD5F61-513D-EE48-A290-CA84B1441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1925" y="614238"/>
            <a:ext cx="5036024" cy="2384016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Como ML + dados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em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tempo real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mudam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decisões</a:t>
            </a:r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3367582"/>
            <a:ext cx="9163282" cy="17834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861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>
          <a:extLst>
            <a:ext uri="{FF2B5EF4-FFF2-40B4-BE49-F238E27FC236}">
              <a16:creationId xmlns:a16="http://schemas.microsoft.com/office/drawing/2014/main" id="{670219E0-4F3A-E21C-5BDE-08C79EABD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C34DE2E-3D37-3E67-48F5-A09D44846E65}"/>
              </a:ext>
            </a:extLst>
          </p:cNvPr>
          <p:cNvSpPr/>
          <p:nvPr/>
        </p:nvSpPr>
        <p:spPr>
          <a:xfrm>
            <a:off x="1777268" y="2392507"/>
            <a:ext cx="6359680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endParaRPr lang="pt-BR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r"/>
            <a:r>
              <a:rPr lang="pt-BR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"Machine Learning não está transformando nosso mundo; Machine Learning já transformou o nosso mundo."</a:t>
            </a:r>
            <a:endParaRPr lang="pt-BR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261444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3" y="1057562"/>
            <a:ext cx="51435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64" y="1065164"/>
            <a:ext cx="51434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575942" y="2691064"/>
            <a:ext cx="1876484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727288"/>
            <a:ext cx="2925267" cy="3134219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57571" y="1057559"/>
            <a:ext cx="5143502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262817"/>
            <a:ext cx="2336449" cy="1797269"/>
          </a:xfrm>
        </p:spPr>
        <p:txBody>
          <a:bodyPr anchor="b">
            <a:normAutofit/>
          </a:bodyPr>
          <a:lstStyle/>
          <a:p>
            <a:pPr algn="r"/>
            <a:r>
              <a:rPr lang="pt-BR" sz="3000" dirty="0">
                <a:solidFill>
                  <a:srgbClr val="FFFFFF"/>
                </a:solidFill>
              </a:rPr>
              <a:t>Apresentação dos Trabalhos (</a:t>
            </a:r>
            <a:r>
              <a:rPr lang="pt-BR" sz="3000" dirty="0" err="1">
                <a:solidFill>
                  <a:srgbClr val="FFFFFF"/>
                </a:solidFill>
              </a:rPr>
              <a:t>Pitch</a:t>
            </a:r>
            <a:r>
              <a:rPr lang="pt-BR" sz="3000" dirty="0">
                <a:solidFill>
                  <a:srgbClr val="FFFFFF"/>
                </a:solidFill>
              </a:rPr>
              <a:t> Elevator)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0B3BFA52-6EBC-C96F-6254-C8AB796210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6464755"/>
              </p:ext>
            </p:extLst>
          </p:nvPr>
        </p:nvGraphicFramePr>
        <p:xfrm>
          <a:off x="3678789" y="562830"/>
          <a:ext cx="5000124" cy="4090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AF790F43-AAAE-4970-87B9-216400C55E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3">
                                            <p:graphicEl>
                                              <a:dgm id="{AF790F43-AAAE-4970-87B9-216400C55E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5981884C-64BB-460B-8BA1-8D824EB2AC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3">
                                            <p:graphicEl>
                                              <a:dgm id="{5981884C-64BB-460B-8BA1-8D824EB2AC9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6AD964B1-F631-43B1-A681-0CA5BD695E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3">
                                            <p:graphicEl>
                                              <a:dgm id="{6AD964B1-F631-43B1-A681-0CA5BD695E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1D3BC7C5-AD08-40E4-BF51-DBA3ABAAEE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3">
                                            <p:graphicEl>
                                              <a:dgm id="{1D3BC7C5-AD08-40E4-BF51-DBA3ABAAEE6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FD7D8BB1-962F-4C7B-8E24-8B0C919321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3">
                                            <p:graphicEl>
                                              <a:dgm id="{FD7D8BB1-962F-4C7B-8E24-8B0C9193219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1530900B-7754-4827-A8A4-019795FE454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3">
                                            <p:graphicEl>
                                              <a:dgm id="{1530900B-7754-4827-A8A4-019795FE454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F4C887FE-2E97-4CB7-B853-87BFC9292C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3">
                                            <p:graphicEl>
                                              <a:dgm id="{F4C887FE-2E97-4CB7-B853-87BFC9292C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graphicEl>
                                              <a:dgm id="{32AB3231-5D80-46E0-A688-24F39E8A0B5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3">
                                            <p:graphicEl>
                                              <a:dgm id="{32AB3231-5D80-46E0-A688-24F39E8A0B5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3" grpId="0">
        <p:bldSub>
          <a:bldDgm bld="lvlOne"/>
        </p:bldSub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602216"/>
            <a:ext cx="3574747" cy="1090538"/>
          </a:xfrm>
        </p:spPr>
        <p:txBody>
          <a:bodyPr>
            <a:normAutofit/>
          </a:bodyPr>
          <a:lstStyle/>
          <a:p>
            <a:r>
              <a:rPr lang="pt-BR" sz="2700">
                <a:solidFill>
                  <a:schemeClr val="tx2"/>
                </a:solidFill>
              </a:rPr>
              <a:t>O que é Machine Learning?</a:t>
            </a:r>
          </a:p>
        </p:txBody>
      </p:sp>
      <p:sp>
        <p:nvSpPr>
          <p:cNvPr id="37" name="Espaço Reservado para Conteúdo 2">
            <a:extLst>
              <a:ext uri="{FF2B5EF4-FFF2-40B4-BE49-F238E27FC236}">
                <a16:creationId xmlns:a16="http://schemas.microsoft.com/office/drawing/2014/main" id="{FA05942C-4232-78E9-D9B4-3DEAE4A3F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1816262"/>
            <a:ext cx="3574461" cy="2515107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BR" sz="1400" dirty="0">
                <a:solidFill>
                  <a:schemeClr val="tx2"/>
                </a:solidFill>
              </a:rPr>
              <a:t>Machine Learning é um campo da Inteligência Artificial que permite que máquinas aprendam com dados e tomem decisões com mínima intervenção humana.</a:t>
            </a:r>
          </a:p>
          <a:p>
            <a:pPr marL="0" indent="0">
              <a:buNone/>
            </a:pPr>
            <a:endParaRPr lang="pt-BR" sz="1400" dirty="0">
              <a:solidFill>
                <a:schemeClr val="tx2"/>
              </a:solidFill>
            </a:endParaRPr>
          </a:p>
          <a:p>
            <a:endParaRPr lang="pt-BR" sz="1400" dirty="0">
              <a:solidFill>
                <a:schemeClr val="tx2"/>
              </a:solidFill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63680" y="-12535"/>
            <a:ext cx="4780320" cy="5156035"/>
            <a:chOff x="5818240" y="-1"/>
            <a:chExt cx="6373761" cy="6874714"/>
          </a:xfrm>
        </p:grpSpPr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1" name="Graphic 40" descr="Head with Gears">
            <a:extLst>
              <a:ext uri="{FF2B5EF4-FFF2-40B4-BE49-F238E27FC236}">
                <a16:creationId xmlns:a16="http://schemas.microsoft.com/office/drawing/2014/main" id="{2C392FF6-B7F8-C220-2153-AC19B03E1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1294" y="1364742"/>
            <a:ext cx="3106674" cy="31066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🧠 O que é aprender?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2D88DD-2E9F-75FE-7BC2-82A8D759CC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2879463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56A628B-F46F-49B3-B29A-7DB4D1451C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F56A628B-F46F-49B3-B29A-7DB4D1451C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F56A628B-F46F-49B3-B29A-7DB4D1451C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43A0E2E-973F-4ED3-99B0-FC08A8F110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E43A0E2E-973F-4ED3-99B0-FC08A8F110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E43A0E2E-973F-4ED3-99B0-FC08A8F110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08A8B52-7B7F-4E26-86C7-D6A709213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C08A8B52-7B7F-4E26-86C7-D6A709213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C08A8B52-7B7F-4E26-86C7-D6A70921300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1A20A91-1698-4869-A374-ECA058B3F3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D1A20A91-1698-4869-A374-ECA058B3F3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D1A20A91-1698-4869-A374-ECA058B3F32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🤖 Inteligência e Aprendizado de Máquina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9912B4-9971-3061-DD9C-4282D64315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5231140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A1E8CFD-0FCF-4B7C-A433-6DE963F5BD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1A1E8CFD-0FCF-4B7C-A433-6DE963F5BD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1A1E8CFD-0FCF-4B7C-A433-6DE963F5BD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E0A44F1-BD8A-4B9A-BA0B-2BCEDAD9B0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AE0A44F1-BD8A-4B9A-BA0B-2BCEDAD9B0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AE0A44F1-BD8A-4B9A-BA0B-2BCEDAD9B02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2DBDD6A-385D-4867-8F2B-E24D867A43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12DBDD6A-385D-4867-8F2B-E24D867A43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12DBDD6A-385D-4867-8F2B-E24D867A439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E700941-33D1-4498-9CC9-B24F6BBD13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7E700941-33D1-4498-9CC9-B24F6BBD13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7E700941-33D1-4498-9CC9-B24F6BBD13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📚 Tipos de Machine Learning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3D09D7-51CB-09A1-B5C0-8C2332C141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6747064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9D25636-0E06-42F7-84D5-777FF452A2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19D25636-0E06-42F7-84D5-777FF452A2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19D25636-0E06-42F7-84D5-777FF452A2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FBA3040-E853-4C58-9ED3-E412740B87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9FBA3040-E853-4C58-9ED3-E412740B87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9FBA3040-E853-4C58-9ED3-E412740B872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481233F-614C-4CA1-81BC-6D1BCAE92D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graphicEl>
                                              <a:dgm id="{9481233F-614C-4CA1-81BC-6D1BCAE92D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>
                                            <p:graphicEl>
                                              <a:dgm id="{9481233F-614C-4CA1-81BC-6D1BCAE92D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EFEC192-486A-487F-8B14-DB6E9AB99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1EFEC192-486A-487F-8B14-DB6E9AB99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1EFEC192-486A-487F-8B14-DB6E9AB99A9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3CA6633-4027-4E1B-A8FC-67F238973D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graphicEl>
                                              <a:dgm id="{63CA6633-4027-4E1B-A8FC-67F238973D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graphicEl>
                                              <a:dgm id="{63CA6633-4027-4E1B-A8FC-67F238973D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1B6DBBF-32E5-4C57-8742-9E925AD964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graphicEl>
                                              <a:dgm id="{F1B6DBBF-32E5-4C57-8742-9E925AD964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graphicEl>
                                              <a:dgm id="{F1B6DBBF-32E5-4C57-8742-9E925AD964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850E851-170B-4FDD-AC5E-125EF2587F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">
                                            <p:graphicEl>
                                              <a:dgm id="{E850E851-170B-4FDD-AC5E-125EF2587F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graphicEl>
                                              <a:dgm id="{E850E851-170B-4FDD-AC5E-125EF2587F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E037905-D2A6-4DD3-9A5C-D02CADE007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">
                                            <p:graphicEl>
                                              <a:dgm id="{7E037905-D2A6-4DD3-9A5C-D02CADE007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">
                                            <p:graphicEl>
                                              <a:dgm id="{7E037905-D2A6-4DD3-9A5C-D02CADE007F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E9E3425-61BB-4794-A518-C0214B26C5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>
                                            <p:graphicEl>
                                              <a:dgm id="{0E9E3425-61BB-4794-A518-C0214B26C5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">
                                            <p:graphicEl>
                                              <a:dgm id="{0E9E3425-61BB-4794-A518-C0214B26C5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1E80DDD-90F0-4F34-9FD4-92C4516031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graphicEl>
                                              <a:dgm id="{A1E80DDD-90F0-4F34-9FD4-92C4516031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graphicEl>
                                              <a:dgm id="{A1E80DDD-90F0-4F34-9FD4-92C45160318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63F563D-3066-476E-885C-9B117E603D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">
                                            <p:graphicEl>
                                              <a:dgm id="{063F563D-3066-476E-885C-9B117E603D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>
                                            <p:graphicEl>
                                              <a:dgm id="{063F563D-3066-476E-885C-9B117E603D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76C0D10-3C3E-4DFF-85E7-A36842C3A5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>
                                            <p:graphicEl>
                                              <a:dgm id="{676C0D10-3C3E-4DFF-85E7-A36842C3A5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>
                                            <p:graphicEl>
                                              <a:dgm id="{676C0D10-3C3E-4DFF-85E7-A36842C3A5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1268016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25435"/>
            <a:ext cx="7372350" cy="817146"/>
          </a:xfrm>
        </p:spPr>
        <p:txBody>
          <a:bodyPr>
            <a:normAutofit/>
          </a:bodyPr>
          <a:lstStyle/>
          <a:p>
            <a:r>
              <a:rPr lang="pt-BR" sz="2500">
                <a:solidFill>
                  <a:srgbClr val="FFFFFF"/>
                </a:solidFill>
              </a:rPr>
              <a:t>Principais</a:t>
            </a:r>
            <a:br>
              <a:rPr lang="pt-BR" sz="2500">
                <a:solidFill>
                  <a:srgbClr val="FFFFFF"/>
                </a:solidFill>
              </a:rPr>
            </a:br>
            <a:r>
              <a:rPr lang="pt-BR" sz="2500">
                <a:solidFill>
                  <a:srgbClr val="FFFFFF"/>
                </a:solidFill>
              </a:rPr>
              <a:t>Ferramentas</a:t>
            </a:r>
          </a:p>
        </p:txBody>
      </p:sp>
      <p:sp>
        <p:nvSpPr>
          <p:cNvPr id="42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77911" y="443871"/>
            <a:ext cx="104279" cy="104280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4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46996" y="615843"/>
            <a:ext cx="68354" cy="68353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1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6256" y="1002201"/>
            <a:ext cx="95786" cy="95785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36" name="Espaço Reservado para Conteúdo 3">
            <a:extLst>
              <a:ext uri="{FF2B5EF4-FFF2-40B4-BE49-F238E27FC236}">
                <a16:creationId xmlns:a16="http://schemas.microsoft.com/office/drawing/2014/main" id="{D86D0D7C-CA80-9C16-A740-E5C947A35D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51023"/>
              </p:ext>
            </p:extLst>
          </p:nvPr>
        </p:nvGraphicFramePr>
        <p:xfrm>
          <a:off x="628650" y="1658424"/>
          <a:ext cx="7886700" cy="2974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2EE7D079-3AF1-4D9E-8191-527B79EEE3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>
                                            <p:graphicEl>
                                              <a:dgm id="{2EE7D079-3AF1-4D9E-8191-527B79EEE3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>
                                            <p:graphicEl>
                                              <a:dgm id="{2EE7D079-3AF1-4D9E-8191-527B79EEE3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567A8BD4-B6A1-4331-9CF5-A0299A3391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">
                                            <p:graphicEl>
                                              <a:dgm id="{567A8BD4-B6A1-4331-9CF5-A0299A3391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">
                                            <p:graphicEl>
                                              <a:dgm id="{567A8BD4-B6A1-4331-9CF5-A0299A33917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B072AB87-9EDB-409D-946A-3D672A72E4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">
                                            <p:graphicEl>
                                              <a:dgm id="{B072AB87-9EDB-409D-946A-3D672A72E4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">
                                            <p:graphicEl>
                                              <a:dgm id="{B072AB87-9EDB-409D-946A-3D672A72E4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B6B4EB36-DDC3-4D21-B882-2C1DE095AE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">
                                            <p:graphicEl>
                                              <a:dgm id="{B6B4EB36-DDC3-4D21-B882-2C1DE095AE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">
                                            <p:graphicEl>
                                              <a:dgm id="{B6B4EB36-DDC3-4D21-B882-2C1DE095AE0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01DB831D-487F-49E8-8EA4-580053C117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">
                                            <p:graphicEl>
                                              <a:dgm id="{01DB831D-487F-49E8-8EA4-580053C117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">
                                            <p:graphicEl>
                                              <a:dgm id="{01DB831D-487F-49E8-8EA4-580053C1173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047A886B-D11B-40AF-BD46-4C2D01F2F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>
                                            <p:graphicEl>
                                              <a:dgm id="{047A886B-D11B-40AF-BD46-4C2D01F2F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>
                                            <p:graphicEl>
                                              <a:dgm id="{047A886B-D11B-40AF-BD46-4C2D01F2F9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E6FEE30E-F0B8-4320-AA40-9FDE328A5B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>
                                            <p:graphicEl>
                                              <a:dgm id="{E6FEE30E-F0B8-4320-AA40-9FDE328A5B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>
                                            <p:graphicEl>
                                              <a:dgm id="{E6FEE30E-F0B8-4320-AA40-9FDE328A5BA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7B39FD2D-AD13-4A27-9984-E501956237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">
                                            <p:graphicEl>
                                              <a:dgm id="{7B39FD2D-AD13-4A27-9984-E501956237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">
                                            <p:graphicEl>
                                              <a:dgm id="{7B39FD2D-AD13-4A27-9984-E501956237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graphicEl>
                                              <a:dgm id="{6EDD3C13-0E18-4CDE-B2B8-31BEC6A445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">
                                            <p:graphicEl>
                                              <a:dgm id="{6EDD3C13-0E18-4CDE-B2B8-31BEC6A445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">
                                            <p:graphicEl>
                                              <a:dgm id="{6EDD3C13-0E18-4CDE-B2B8-31BEC6A445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6" grpId="0">
        <p:bldSub>
          <a:bldDgm bld="one"/>
        </p:bldSub>
      </p:bldGraphic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🔄 Pipeline de Machine Learning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7A9ED58-145E-F666-4182-83BE35EE1F9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A2008B0-DA64-441B-A731-1A167A76F1F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>
                                            <p:graphicEl>
                                              <a:dgm id="{FA2008B0-DA64-441B-A731-1A167A76F1F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ABE040B-65D5-4ECD-92D5-41F9F6D16B1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>
                                            <p:graphicEl>
                                              <a:dgm id="{2ABE040B-65D5-4ECD-92D5-41F9F6D16B1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EDCB3683-6CA2-489B-A75B-6D99281519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>
                                            <p:graphicEl>
                                              <a:dgm id="{EDCB3683-6CA2-489B-A75B-6D992815192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D04A968-C0F5-4EB9-AAA2-C508DD42D7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>
                                            <p:graphicEl>
                                              <a:dgm id="{6D04A968-C0F5-4EB9-AAA2-C508DD42D7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A6203FA2-3B9C-404B-838F-FC76A31C92B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7">
                                            <p:graphicEl>
                                              <a:dgm id="{A6203FA2-3B9C-404B-838F-FC76A31C92B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8242A3A-0C86-4C4A-8F79-97182F0603B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7">
                                            <p:graphicEl>
                                              <a:dgm id="{B8242A3A-0C86-4C4A-8F79-97182F0603B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89C9F58-E5B1-4809-A2E4-75BDA71B91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7">
                                            <p:graphicEl>
                                              <a:dgm id="{889C9F58-E5B1-4809-A2E4-75BDA71B91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F1A28B4-C60F-4E09-9AA4-9FD959D0D60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2" dur="2000"/>
                                        <p:tgtEl>
                                          <p:spTgt spid="7">
                                            <p:graphicEl>
                                              <a:dgm id="{2F1A28B4-C60F-4E09-9AA4-9FD959D0D60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E12E8BF-F240-42CE-BA33-6D1655CBB25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2000"/>
                                        <p:tgtEl>
                                          <p:spTgt spid="7">
                                            <p:graphicEl>
                                              <a:dgm id="{2E12E8BF-F240-42CE-BA33-6D1655CBB25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BBC5D9E-223D-46B7-AA9E-31981CA909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7">
                                            <p:graphicEl>
                                              <a:dgm id="{3BBC5D9E-223D-46B7-AA9E-31981CA909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BECC729-291D-446E-9F43-C1A3F946FD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7">
                                            <p:graphicEl>
                                              <a:dgm id="{DBECC729-291D-446E-9F43-C1A3F946FD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5FEE185C-9264-4DE7-9C3D-825C09D0EEC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2" dur="2000"/>
                                        <p:tgtEl>
                                          <p:spTgt spid="7">
                                            <p:graphicEl>
                                              <a:dgm id="{5FEE185C-9264-4DE7-9C3D-825C09D0EEC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E24B210-AF8F-4A2A-A353-A718E519E6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000"/>
                                        <p:tgtEl>
                                          <p:spTgt spid="7">
                                            <p:graphicEl>
                                              <a:dgm id="{6E24B210-AF8F-4A2A-A353-A718E519E6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74696FF-FC40-4323-998D-29EC136874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2" dur="2000"/>
                                        <p:tgtEl>
                                          <p:spTgt spid="7">
                                            <p:graphicEl>
                                              <a:dgm id="{074696FF-FC40-4323-998D-29EC1368742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⚙️ Escolha do Algoritmo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F9FE7D-E038-2A36-6DE0-228FEE2258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9962749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D974084-553F-475F-9595-D8FF353A33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6D974084-553F-475F-9595-D8FF353A33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8D829C2-6CB7-4972-8DDE-A41D0DB79A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28D829C2-6CB7-4972-8DDE-A41D0DB79A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7B4E291-C803-4F0C-8BA3-8484390243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37B4E291-C803-4F0C-8BA3-8484390243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6B9BE8B-6E6E-4261-BC46-4C3BE23959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>
                                            <p:graphicEl>
                                              <a:dgm id="{16B9BE8B-6E6E-4261-BC46-4C3BE23959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86201A4-96E8-4323-A1F8-3B14C5977C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A86201A4-96E8-4323-A1F8-3B14C5977C0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49C19DD-DFC3-4A33-9C87-6F71E2DA44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5">
                                            <p:graphicEl>
                                              <a:dgm id="{B49C19DD-DFC3-4A33-9C87-6F71E2DA44F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D05B3DB-6341-4E89-BDC1-48C87DC8372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>
                                            <p:graphicEl>
                                              <a:dgm id="{9D05B3DB-6341-4E89-BDC1-48C87DC8372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627523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1627995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757985" y="-3757532"/>
            <a:ext cx="1628032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261648"/>
            <a:ext cx="7288583" cy="1182335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Exemplos de Modelos de Machine Learning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63B617-5F3D-2691-D2EA-74E43E9505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5484619"/>
              </p:ext>
            </p:extLst>
          </p:nvPr>
        </p:nvGraphicFramePr>
        <p:xfrm>
          <a:off x="483042" y="1961984"/>
          <a:ext cx="8195871" cy="2767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13B4B5C-1459-495E-BC05-B6D729104D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graphicEl>
                                              <a:dgm id="{B13B4B5C-1459-495E-BC05-B6D729104D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graphicEl>
                                              <a:dgm id="{B13B4B5C-1459-495E-BC05-B6D729104D8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1FD2571-8229-4872-817F-7D0889B59B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>
                                            <p:graphicEl>
                                              <a:dgm id="{11FD2571-8229-4872-817F-7D0889B59B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>
                                            <p:graphicEl>
                                              <a:dgm id="{11FD2571-8229-4872-817F-7D0889B59B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9D59EF8-4915-465E-A877-FE0915CE45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>
                                            <p:graphicEl>
                                              <a:dgm id="{C9D59EF8-4915-465E-A877-FE0915CE45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graphicEl>
                                              <a:dgm id="{C9D59EF8-4915-465E-A877-FE0915CE45C4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8A37607-E7F3-4788-B325-52177E02ED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graphicEl>
                                              <a:dgm id="{D8A37607-E7F3-4788-B325-52177E02ED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>
                                            <p:graphicEl>
                                              <a:dgm id="{D8A37607-E7F3-4788-B325-52177E02ED1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06C458B-67A5-4F35-9165-022604A5C4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>
                                            <p:graphicEl>
                                              <a:dgm id="{406C458B-67A5-4F35-9165-022604A5C4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>
                                            <p:graphicEl>
                                              <a:dgm id="{406C458B-67A5-4F35-9165-022604A5C49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44C295B-A5D8-4376-A9CF-33FE99AC05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graphicEl>
                                              <a:dgm id="{244C295B-A5D8-4376-A9CF-33FE99AC05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graphicEl>
                                              <a:dgm id="{244C295B-A5D8-4376-A9CF-33FE99AC052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🌍 Exemplos Reais de Machine Learning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94A7AC-13B6-AAED-0CDC-386815D932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0549217"/>
              </p:ext>
            </p:extLst>
          </p:nvPr>
        </p:nvGraphicFramePr>
        <p:xfrm>
          <a:off x="483042" y="1584434"/>
          <a:ext cx="8465015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4F2FB73-6970-48D1-AE30-47E4CC4CB3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graphicEl>
                                              <a:dgm id="{04F2FB73-6970-48D1-AE30-47E4CC4CB3D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graphicEl>
                                              <a:dgm id="{04F2FB73-6970-48D1-AE30-47E4CC4CB3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graphicEl>
                                              <a:dgm id="{04F2FB73-6970-48D1-AE30-47E4CC4CB3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127D787-FA2F-4D65-A012-BF2995CFCE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>
                                            <p:graphicEl>
                                              <a:dgm id="{1127D787-FA2F-4D65-A012-BF2995CFCE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>
                                            <p:graphicEl>
                                              <a:dgm id="{1127D787-FA2F-4D65-A012-BF2995CFCE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>
                                            <p:graphicEl>
                                              <a:dgm id="{1127D787-FA2F-4D65-A012-BF2995CFCE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F781633-59F4-43F0-B9A9-54A86B6D2E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graphicEl>
                                              <a:dgm id="{3F781633-59F4-43F0-B9A9-54A86B6D2E7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graphicEl>
                                              <a:dgm id="{3F781633-59F4-43F0-B9A9-54A86B6D2E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graphicEl>
                                              <a:dgm id="{3F781633-59F4-43F0-B9A9-54A86B6D2E7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F4DDD1C-91CA-4291-8325-806710CBD9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>
                                            <p:graphicEl>
                                              <a:dgm id="{3F4DDD1C-91CA-4291-8325-806710CBD9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>
                                            <p:graphicEl>
                                              <a:dgm id="{3F4DDD1C-91CA-4291-8325-806710CBD9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>
                                            <p:graphicEl>
                                              <a:dgm id="{3F4DDD1C-91CA-4291-8325-806710CBD9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85384BC-AF5B-4A85-8D68-F853752E96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5">
                                            <p:graphicEl>
                                              <a:dgm id="{A85384BC-AF5B-4A85-8D68-F853752E96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>
                                            <p:graphicEl>
                                              <a:dgm id="{A85384BC-AF5B-4A85-8D68-F853752E96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>
                                            <p:graphicEl>
                                              <a:dgm id="{A85384BC-AF5B-4A85-8D68-F853752E96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933B7B0-E5F5-4221-86CE-CDA7E4DBEF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5">
                                            <p:graphicEl>
                                              <a:dgm id="{0933B7B0-E5F5-4221-86CE-CDA7E4DBEFF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>
                                            <p:graphicEl>
                                              <a:dgm id="{0933B7B0-E5F5-4221-86CE-CDA7E4DBEF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>
                                            <p:graphicEl>
                                              <a:dgm id="{0933B7B0-E5F5-4221-86CE-CDA7E4DBEFF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0B1BF11-D7E3-4CBA-88CC-A85D210F14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">
                                            <p:graphicEl>
                                              <a:dgm id="{E0B1BF11-D7E3-4CBA-88CC-A85D210F14D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>
                                            <p:graphicEl>
                                              <a:dgm id="{E0B1BF11-D7E3-4CBA-88CC-A85D210F14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>
                                            <p:graphicEl>
                                              <a:dgm id="{E0B1BF11-D7E3-4CBA-88CC-A85D210F14D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BC7AD28-F272-4BED-9809-DBD6F13DE9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5">
                                            <p:graphicEl>
                                              <a:dgm id="{4BC7AD28-F272-4BED-9809-DBD6F13DE9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>
                                            <p:graphicEl>
                                              <a:dgm id="{4BC7AD28-F272-4BED-9809-DBD6F13DE9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5">
                                            <p:graphicEl>
                                              <a:dgm id="{4BC7AD28-F272-4BED-9809-DBD6F13DE9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F57F40A-A322-4617-9F9D-0199896BF5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5">
                                            <p:graphicEl>
                                              <a:dgm id="{6F57F40A-A322-4617-9F9D-0199896BF5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5">
                                            <p:graphicEl>
                                              <a:dgm id="{6F57F40A-A322-4617-9F9D-0199896BF5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5">
                                            <p:graphicEl>
                                              <a:dgm id="{6F57F40A-A322-4617-9F9D-0199896BF5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567047E-D7CD-4852-9FE4-A2780CAD19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5">
                                            <p:graphicEl>
                                              <a:dgm id="{8567047E-D7CD-4852-9FE4-A2780CAD19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5">
                                            <p:graphicEl>
                                              <a:dgm id="{8567047E-D7CD-4852-9FE4-A2780CAD19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">
                                            <p:graphicEl>
                                              <a:dgm id="{8567047E-D7CD-4852-9FE4-A2780CAD19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D4F0790-A618-48C9-87ED-F747F84B06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5">
                                            <p:graphicEl>
                                              <a:dgm id="{CD4F0790-A618-48C9-87ED-F747F84B063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5">
                                            <p:graphicEl>
                                              <a:dgm id="{CD4F0790-A618-48C9-87ED-F747F84B06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">
                                            <p:graphicEl>
                                              <a:dgm id="{CD4F0790-A618-48C9-87ED-F747F84B063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EC23945-132A-439E-AA70-61F7889397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5">
                                            <p:graphicEl>
                                              <a:dgm id="{DEC23945-132A-439E-AA70-61F7889397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5">
                                            <p:graphicEl>
                                              <a:dgm id="{DEC23945-132A-439E-AA70-61F7889397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5">
                                            <p:graphicEl>
                                              <a:dgm id="{DEC23945-132A-439E-AA70-61F7889397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Atividade Prática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F2A2CCB9-5E6C-56DB-E7A6-2A7B1A64CE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1323931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90131E65-1A95-47CD-8EE5-9A114A6B0E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>
                                            <p:graphicEl>
                                              <a:dgm id="{90131E65-1A95-47CD-8EE5-9A114A6B0E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>
                                            <p:graphicEl>
                                              <a:dgm id="{90131E65-1A95-47CD-8EE5-9A114A6B0E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D412DD9B-0FC0-4398-AC84-F5EBD9E1D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>
                                            <p:graphicEl>
                                              <a:dgm id="{D412DD9B-0FC0-4398-AC84-F5EBD9E1D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>
                                            <p:graphicEl>
                                              <a:dgm id="{D412DD9B-0FC0-4398-AC84-F5EBD9E1D8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6F9969C4-1BA4-47D1-BAF9-5393AA026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1">
                                            <p:graphicEl>
                                              <a:dgm id="{6F9969C4-1BA4-47D1-BAF9-5393AA026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1">
                                            <p:graphicEl>
                                              <a:dgm id="{6F9969C4-1BA4-47D1-BAF9-5393AA0261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2EB1781F-BBC4-45BA-888C-CFC5698E3D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>
                                            <p:graphicEl>
                                              <a:dgm id="{2EB1781F-BBC4-45BA-888C-CFC5698E3D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>
                                            <p:graphicEl>
                                              <a:dgm id="{2EB1781F-BBC4-45BA-888C-CFC5698E3DD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AA3AE289-C53A-40B5-9F8B-53E0A6E967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1">
                                            <p:graphicEl>
                                              <a:dgm id="{AA3AE289-C53A-40B5-9F8B-53E0A6E967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1">
                                            <p:graphicEl>
                                              <a:dgm id="{AA3AE289-C53A-40B5-9F8B-53E0A6E967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graphicEl>
                                              <a:dgm id="{33B8A3B3-181C-42F8-B90F-1F7156F519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>
                                            <p:graphicEl>
                                              <a:dgm id="{33B8A3B3-181C-42F8-B90F-1F7156F519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>
                                            <p:graphicEl>
                                              <a:dgm id="{33B8A3B3-181C-42F8-B90F-1F7156F519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1" grpId="0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32032-A830-5401-53B1-EA6AF7076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761FD-2546-FF95-FFAF-0CD74DEC9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96772"/>
            <a:ext cx="2400300" cy="3178589"/>
          </a:xfrm>
        </p:spPr>
        <p:txBody>
          <a:bodyPr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Atividade Prática: 📌 Mini-desafio em grupo</a:t>
            </a:r>
          </a:p>
        </p:txBody>
      </p:sp>
      <p:grpSp>
        <p:nvGrpSpPr>
          <p:cNvPr id="30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2186"/>
            <a:ext cx="1432689" cy="532245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4" name="Oval 33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564156"/>
            <a:ext cx="273765" cy="27376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3564156"/>
            <a:ext cx="273765" cy="27376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8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4154935"/>
            <a:ext cx="731374" cy="73137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22" name="Rectangle 1">
            <a:extLst>
              <a:ext uri="{FF2B5EF4-FFF2-40B4-BE49-F238E27FC236}">
                <a16:creationId xmlns:a16="http://schemas.microsoft.com/office/drawing/2014/main" id="{80164AC0-0EAD-5632-7F5D-2706F22E4C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393008"/>
              </p:ext>
            </p:extLst>
          </p:nvPr>
        </p:nvGraphicFramePr>
        <p:xfrm>
          <a:off x="4113104" y="358155"/>
          <a:ext cx="4726201" cy="4409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0983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95928B07-0DAA-4A78-B61C-5DCC5FC407E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>
                                            <p:graphicEl>
                                              <a:dgm id="{95928B07-0DAA-4A78-B61C-5DCC5FC407E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3663EEBA-93B1-41EA-8220-7D78F07EFA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2">
                                            <p:graphicEl>
                                              <a:dgm id="{3663EEBA-93B1-41EA-8220-7D78F07EFA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D311E39A-E7CC-4A36-B178-CB05CB2DE2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2">
                                            <p:graphicEl>
                                              <a:dgm id="{D311E39A-E7CC-4A36-B178-CB05CB2DE2B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7FE063E1-6E18-4F66-95E3-28FDF4ED82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22">
                                            <p:graphicEl>
                                              <a:dgm id="{7FE063E1-6E18-4F66-95E3-28FDF4ED82E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8AD8AFAB-F1F8-4E06-82B8-28A1E166E83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2">
                                            <p:graphicEl>
                                              <a:dgm id="{8AD8AFAB-F1F8-4E06-82B8-28A1E166E83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2E3A298E-933E-49F5-B3E8-229E8C5DCD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22">
                                            <p:graphicEl>
                                              <a:dgm id="{2E3A298E-933E-49F5-B3E8-229E8C5DCD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24F7D4E2-2C60-4AD6-A6FD-1AA5C87E38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2">
                                            <p:graphicEl>
                                              <a:dgm id="{24F7D4E2-2C60-4AD6-A6FD-1AA5C87E38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D68D40B4-9080-487A-BC9F-D3C837CCD1E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22">
                                            <p:graphicEl>
                                              <a:dgm id="{D68D40B4-9080-487A-BC9F-D3C837CCD1E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F9873EA1-A51C-4B3E-A311-B5A38B6BFA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2">
                                            <p:graphicEl>
                                              <a:dgm id="{F9873EA1-A51C-4B3E-A311-B5A38B6BFA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graphicEl>
                                              <a:dgm id="{45ABA3B9-FABA-4424-A6D7-A2FD3942E99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22">
                                            <p:graphicEl>
                                              <a:dgm id="{45ABA3B9-FABA-4424-A6D7-A2FD3942E99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" grpId="0">
        <p:bldSub>
          <a:bldDgm bld="one"/>
        </p:bldSub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Organização do Trabalho Final</a:t>
            </a:r>
            <a:endParaRPr lang="pt-BR" dirty="0"/>
          </a:p>
        </p:txBody>
      </p:sp>
      <p:graphicFrame>
        <p:nvGraphicFramePr>
          <p:cNvPr id="40" name="Content Placeholder 2">
            <a:extLst>
              <a:ext uri="{FF2B5EF4-FFF2-40B4-BE49-F238E27FC236}">
                <a16:creationId xmlns:a16="http://schemas.microsoft.com/office/drawing/2014/main" id="{00E774EE-909B-C791-8171-B62D89DFD05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0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181966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182309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80833" y="-3980834"/>
            <a:ext cx="1182335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261648"/>
            <a:ext cx="7533018" cy="658297"/>
          </a:xfrm>
        </p:spPr>
        <p:txBody>
          <a:bodyPr anchor="ctr">
            <a:normAutofit/>
          </a:bodyPr>
          <a:lstStyle/>
          <a:p>
            <a:r>
              <a:rPr lang="pt-BR" sz="3000">
                <a:solidFill>
                  <a:srgbClr val="FFFFFF"/>
                </a:solidFill>
              </a:rPr>
              <a:t>Fechamento da Aula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8141E8A-014A-1FE7-B843-764B3434C8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4952045"/>
              </p:ext>
            </p:extLst>
          </p:nvPr>
        </p:nvGraphicFramePr>
        <p:xfrm>
          <a:off x="483042" y="1584434"/>
          <a:ext cx="8195871" cy="3144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2AED952-DFDE-4941-91E3-FC4749181F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5">
                                            <p:graphicEl>
                                              <a:dgm id="{32AED952-DFDE-4941-91E3-FC4749181F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4C34AF6-9B6A-4241-9D8D-D29B93C578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5">
                                            <p:graphicEl>
                                              <a:dgm id="{64C34AF6-9B6A-4241-9D8D-D29B93C578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6018CEC-D34A-4410-9BB4-F34858DA08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5">
                                            <p:graphicEl>
                                              <a:dgm id="{36018CEC-D34A-4410-9BB4-F34858DA08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4B548E6-0303-412E-882B-E4185F50A9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5">
                                            <p:graphicEl>
                                              <a:dgm id="{84B548E6-0303-412E-882B-E4185F50A9B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09C5AA7-1FF4-4CD0-B2C9-6064EAFF7E3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5">
                                            <p:graphicEl>
                                              <a:dgm id="{809C5AA7-1FF4-4CD0-B2C9-6064EAFF7E3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2CC377F-2C19-4FB9-838E-1614F95B607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5">
                                            <p:graphicEl>
                                              <a:dgm id="{D2CC377F-2C19-4FB9-838E-1614F95B607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622260-6966-460B-2E1A-AADE0A3DC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825" y="551462"/>
            <a:ext cx="3733800" cy="237378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"Se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você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pudesse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treinar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um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modelo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de ML para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facilitar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sua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vida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acadêmica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, o que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ele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faria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por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você</a:t>
            </a:r>
            <a: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?"</a:t>
            </a:r>
            <a:br>
              <a:rPr lang="en-US" sz="2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7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 descr="Trem">
            <a:extLst>
              <a:ext uri="{FF2B5EF4-FFF2-40B4-BE49-F238E27FC236}">
                <a16:creationId xmlns:a16="http://schemas.microsoft.com/office/drawing/2014/main" id="{7F3832AA-62E4-E01C-F645-C2F867460C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61" y="2082464"/>
            <a:ext cx="966788" cy="966788"/>
          </a:xfrm>
          <a:prstGeom prst="rect">
            <a:avLst/>
          </a:prstGeom>
        </p:spPr>
      </p:pic>
      <p:pic>
        <p:nvPicPr>
          <p:cNvPr id="9" name="Graphic 8" descr="Trem">
            <a:extLst>
              <a:ext uri="{FF2B5EF4-FFF2-40B4-BE49-F238E27FC236}">
                <a16:creationId xmlns:a16="http://schemas.microsoft.com/office/drawing/2014/main" id="{0D741EC4-F4CF-43B0-BFB2-AC2F1D9BCF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5861" y="537305"/>
            <a:ext cx="4058507" cy="405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653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BEBFA4D-B714-CA78-D5DF-0B09AB3F840D}"/>
              </a:ext>
            </a:extLst>
          </p:cNvPr>
          <p:cNvSpPr/>
          <p:nvPr/>
        </p:nvSpPr>
        <p:spPr>
          <a:xfrm>
            <a:off x="1777268" y="2392507"/>
            <a:ext cx="6359680" cy="224676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endParaRPr lang="pt-BR" sz="2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r"/>
            <a:r>
              <a:rPr lang="pt-BR" sz="2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“O Big Data é como a mineração de ouro: a mina de dados é vasta, mas é preciso encontrar o ouro.” – Marc Goodman, autor e futurista</a:t>
            </a:r>
            <a:endParaRPr lang="pt-BR" sz="20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955130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9953"/>
            <a:ext cx="9225213" cy="51934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112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6496099" y="3328654"/>
            <a:ext cx="1926900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Título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aqui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3860521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Tahoma"/>
              <a:buNone/>
            </a:pPr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3FD1CF6-E85E-D410-96D4-8AC5A7C62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239" y="336499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9651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9032" y="190194"/>
            <a:ext cx="9222378" cy="51869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773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 txBox="1"/>
          <p:nvPr/>
        </p:nvSpPr>
        <p:spPr>
          <a:xfrm>
            <a:off x="5903366" y="3328654"/>
            <a:ext cx="2519633" cy="9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b="1" i="0" u="none" strike="noStrike" cap="none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Dinâmica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 dirty="0">
                <a:solidFill>
                  <a:schemeClr val="lt1"/>
                </a:solidFill>
                <a:latin typeface="Tahoma"/>
                <a:ea typeface="Tahoma"/>
                <a:cs typeface="Tahoma"/>
                <a:sym typeface="Tahoma"/>
              </a:rPr>
              <a:t>Quebra-gelo</a:t>
            </a:r>
            <a:endParaRPr sz="3000" dirty="0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800B601-98D6-C9DD-116F-D92E93B039AC}"/>
              </a:ext>
            </a:extLst>
          </p:cNvPr>
          <p:cNvSpPr txBox="1"/>
          <p:nvPr/>
        </p:nvSpPr>
        <p:spPr>
          <a:xfrm>
            <a:off x="4739268" y="46215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https://www.menti.com/alk8si7cfkr6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8D82947-74EB-B352-5985-9C69CA02A9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38941" y="-58732"/>
            <a:ext cx="2627365" cy="263048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EFF19E0-E9BB-CAF4-F5A3-8622DD9BFE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383" y="2472861"/>
            <a:ext cx="2630482" cy="41783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9D44237-FAED-A38B-FEA4-5235C2A65EC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7177" y="2506773"/>
            <a:ext cx="2600688" cy="3439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Violeta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12209</TotalTime>
  <Words>802</Words>
  <Application>Microsoft Office PowerPoint</Application>
  <PresentationFormat>Apresentação na tela (16:9)</PresentationFormat>
  <Paragraphs>119</Paragraphs>
  <Slides>27</Slides>
  <Notes>8</Notes>
  <HiddenSlides>5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4" baseType="lpstr">
      <vt:lpstr>Tahoma</vt:lpstr>
      <vt:lpstr>Aptos Display</vt:lpstr>
      <vt:lpstr>Calibri</vt:lpstr>
      <vt:lpstr>Aptos</vt:lpstr>
      <vt:lpstr>Wingdings</vt:lpstr>
      <vt:lpstr>Arial</vt:lpstr>
      <vt:lpstr>Tema do Office</vt:lpstr>
      <vt:lpstr>Fundamentos de Big Data</vt:lpstr>
      <vt:lpstr>Objetivo da aula</vt:lpstr>
      <vt:lpstr>Agenda</vt:lpstr>
      <vt:lpstr>Revisão: O que Vimos até o momento?</vt:lpstr>
      <vt:lpstr>Como ML + dados em tempo real mudam decisões?</vt:lpstr>
      <vt:lpstr>Apresentação do PowerPoint</vt:lpstr>
      <vt:lpstr>Apresentação dos Trabalhos (Pitch Elevator)</vt:lpstr>
      <vt:lpstr>O que é Machine Learning?</vt:lpstr>
      <vt:lpstr>🧠 O que é aprender?</vt:lpstr>
      <vt:lpstr>🤖 Inteligência e Aprendizado de Máquina</vt:lpstr>
      <vt:lpstr>📚 Tipos de Machine Learning</vt:lpstr>
      <vt:lpstr>Principais Ferramentas</vt:lpstr>
      <vt:lpstr>🔄 Pipeline de Machine Learning</vt:lpstr>
      <vt:lpstr>⚙️ Escolha do Algoritmo</vt:lpstr>
      <vt:lpstr>Exemplos de Modelos de Machine Learning</vt:lpstr>
      <vt:lpstr>🌍 Exemplos Reais de Machine Learning</vt:lpstr>
      <vt:lpstr>Atividade Prática</vt:lpstr>
      <vt:lpstr>Atividade Prática: 📌 Mini-desafio em grupo</vt:lpstr>
      <vt:lpstr>Organização do Trabalho Final</vt:lpstr>
      <vt:lpstr>Fechamento da Aula</vt:lpstr>
      <vt:lpstr>"Se você pudesse treinar um modelo de ML para facilitar sua vida acadêmica, o que ele faria por você?"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José Pedro Calistro Torres de Miranda</dc:creator>
  <cp:lastModifiedBy>José Pedro Calistro Torres de Miranda</cp:lastModifiedBy>
  <cp:revision>15</cp:revision>
  <dcterms:modified xsi:type="dcterms:W3CDTF">2025-03-21T11:11:30Z</dcterms:modified>
</cp:coreProperties>
</file>