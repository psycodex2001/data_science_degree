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6"/>
  </p:notesMasterIdLst>
  <p:sldIdLst>
    <p:sldId id="256" r:id="rId2"/>
    <p:sldId id="319" r:id="rId3"/>
    <p:sldId id="988" r:id="rId4"/>
    <p:sldId id="958" r:id="rId5"/>
    <p:sldId id="1015" r:id="rId6"/>
    <p:sldId id="1016" r:id="rId7"/>
    <p:sldId id="261" r:id="rId8"/>
    <p:sldId id="258" r:id="rId9"/>
    <p:sldId id="1011" r:id="rId10"/>
    <p:sldId id="260" r:id="rId11"/>
    <p:sldId id="262" r:id="rId12"/>
    <p:sldId id="1013" r:id="rId13"/>
    <p:sldId id="1014" r:id="rId14"/>
    <p:sldId id="1025" r:id="rId15"/>
    <p:sldId id="1024" r:id="rId16"/>
    <p:sldId id="1023" r:id="rId17"/>
    <p:sldId id="1006" r:id="rId18"/>
    <p:sldId id="1012" r:id="rId19"/>
    <p:sldId id="1017" r:id="rId20"/>
    <p:sldId id="1018" r:id="rId21"/>
    <p:sldId id="1019" r:id="rId22"/>
    <p:sldId id="1026" r:id="rId23"/>
    <p:sldId id="1027" r:id="rId24"/>
    <p:sldId id="264" r:id="rId25"/>
    <p:sldId id="1020" r:id="rId26"/>
    <p:sldId id="1021" r:id="rId27"/>
    <p:sldId id="1022" r:id="rId28"/>
    <p:sldId id="1009" r:id="rId29"/>
    <p:sldId id="266" r:id="rId30"/>
    <p:sldId id="302" r:id="rId31"/>
    <p:sldId id="300" r:id="rId32"/>
    <p:sldId id="299" r:id="rId33"/>
    <p:sldId id="259" r:id="rId34"/>
    <p:sldId id="257" r:id="rId35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7"/>
      <p:bold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714BC-2A6B-4069-8C97-8BF7D81ED31C}" v="182" dt="2025-03-28T02:01:10.425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500714BC-2A6B-4069-8C97-8BF7D81ED31C}"/>
    <pc:docChg chg="undo custSel addSld delSld modSld sldOrd">
      <pc:chgData name="José Pedro Calistro Torres de Miranda" userId="82558bf5-0a7c-4071-b398-5925c96dbeb2" providerId="ADAL" clId="{500714BC-2A6B-4069-8C97-8BF7D81ED31C}" dt="2025-03-28T02:01:10.425" v="486"/>
      <pc:docMkLst>
        <pc:docMk/>
      </pc:docMkLst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258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260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261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262"/>
        </pc:sldMkLst>
      </pc:sldChg>
      <pc:sldChg chg="del">
        <pc:chgData name="José Pedro Calistro Torres de Miranda" userId="82558bf5-0a7c-4071-b398-5925c96dbeb2" providerId="ADAL" clId="{500714BC-2A6B-4069-8C97-8BF7D81ED31C}" dt="2025-03-28T00:32:02.219" v="139" actId="47"/>
        <pc:sldMkLst>
          <pc:docMk/>
          <pc:sldMk cId="0" sldId="263"/>
        </pc:sldMkLst>
      </pc:sldChg>
      <pc:sldChg chg="addSp delSp modSp add mod setBg modAnim">
        <pc:chgData name="José Pedro Calistro Torres de Miranda" userId="82558bf5-0a7c-4071-b398-5925c96dbeb2" providerId="ADAL" clId="{500714BC-2A6B-4069-8C97-8BF7D81ED31C}" dt="2025-03-28T02:00:57.760" v="484" actId="20577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500714BC-2A6B-4069-8C97-8BF7D81ED31C}" dt="2025-03-28T00:32:53.330" v="144" actId="26606"/>
          <ac:spMkLst>
            <pc:docMk/>
            <pc:sldMk cId="0" sldId="264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2:00:57.760" v="484" actId="20577"/>
          <ac:graphicFrameMkLst>
            <pc:docMk/>
            <pc:sldMk cId="0" sldId="264"/>
            <ac:graphicFrameMk id="5" creationId="{5AA2EABA-09F7-D653-BA81-82FEA14A9F92}"/>
          </ac:graphicFrameMkLst>
        </pc:graphicFrameChg>
      </pc:sldChg>
      <pc:sldChg chg="del">
        <pc:chgData name="José Pedro Calistro Torres de Miranda" userId="82558bf5-0a7c-4071-b398-5925c96dbeb2" providerId="ADAL" clId="{500714BC-2A6B-4069-8C97-8BF7D81ED31C}" dt="2025-03-28T00:32:31.711" v="143" actId="47"/>
        <pc:sldMkLst>
          <pc:docMk/>
          <pc:sldMk cId="0" sldId="265"/>
        </pc:sldMkLst>
      </pc:sldChg>
      <pc:sldChg chg="addSp modSp add mod modTransition setBg">
        <pc:chgData name="José Pedro Calistro Torres de Miranda" userId="82558bf5-0a7c-4071-b398-5925c96dbeb2" providerId="ADAL" clId="{500714BC-2A6B-4069-8C97-8BF7D81ED31C}" dt="2025-03-28T00:45:35.375" v="174"/>
        <pc:sldMkLst>
          <pc:docMk/>
          <pc:sldMk cId="0" sldId="266"/>
        </pc:sldMkLst>
        <pc:spChg chg="mod">
          <ac:chgData name="José Pedro Calistro Torres de Miranda" userId="82558bf5-0a7c-4071-b398-5925c96dbeb2" providerId="ADAL" clId="{500714BC-2A6B-4069-8C97-8BF7D81ED31C}" dt="2025-03-28T00:31:51.726" v="138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500714BC-2A6B-4069-8C97-8BF7D81ED31C}" dt="2025-03-28T00:31:51.726" v="138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500714BC-2A6B-4069-8C97-8BF7D81ED31C}" dt="2025-03-28T00:31:51.726" v="138" actId="26606"/>
          <ac:spMkLst>
            <pc:docMk/>
            <pc:sldMk cId="0" sldId="266"/>
            <ac:spMk id="10" creationId="{EDDBB197-D710-4A4F-A9CA-FD2177498BE8}"/>
          </ac:spMkLst>
        </pc:spChg>
        <pc:spChg chg="add">
          <ac:chgData name="José Pedro Calistro Torres de Miranda" userId="82558bf5-0a7c-4071-b398-5925c96dbeb2" providerId="ADAL" clId="{500714BC-2A6B-4069-8C97-8BF7D81ED31C}" dt="2025-03-28T00:31:51.726" v="138" actId="26606"/>
          <ac:spMkLst>
            <pc:docMk/>
            <pc:sldMk cId="0" sldId="266"/>
            <ac:spMk id="12" creationId="{975D1CFA-2CDB-4B64-BD9F-85744E8DA12F}"/>
          </ac:spMkLst>
        </pc:spChg>
        <pc:grpChg chg="add">
          <ac:chgData name="José Pedro Calistro Torres de Miranda" userId="82558bf5-0a7c-4071-b398-5925c96dbeb2" providerId="ADAL" clId="{500714BC-2A6B-4069-8C97-8BF7D81ED31C}" dt="2025-03-28T00:31:51.726" v="138" actId="26606"/>
          <ac:grpSpMkLst>
            <pc:docMk/>
            <pc:sldMk cId="0" sldId="266"/>
            <ac:grpSpMk id="14" creationId="{25EE5136-01F1-466C-962D-BA9B4C6757AA}"/>
          </ac:grpSpMkLst>
        </pc:grpChg>
        <pc:picChg chg="add">
          <ac:chgData name="José Pedro Calistro Torres de Miranda" userId="82558bf5-0a7c-4071-b398-5925c96dbeb2" providerId="ADAL" clId="{500714BC-2A6B-4069-8C97-8BF7D81ED31C}" dt="2025-03-28T00:31:51.726" v="138" actId="26606"/>
          <ac:picMkLst>
            <pc:docMk/>
            <pc:sldMk cId="0" sldId="266"/>
            <ac:picMk id="7" creationId="{E4B352A4-FA00-B30A-2CAF-DC2FE92D628F}"/>
          </ac:picMkLst>
        </pc:picChg>
      </pc:sldChg>
      <pc:sldChg chg="del">
        <pc:chgData name="José Pedro Calistro Torres de Miranda" userId="82558bf5-0a7c-4071-b398-5925c96dbeb2" providerId="ADAL" clId="{500714BC-2A6B-4069-8C97-8BF7D81ED31C}" dt="2025-03-28T00:32:23.384" v="141" actId="47"/>
        <pc:sldMkLst>
          <pc:docMk/>
          <pc:sldMk cId="895513024" sldId="298"/>
        </pc:sldMkLst>
      </pc:sldChg>
      <pc:sldChg chg="modSp">
        <pc:chgData name="José Pedro Calistro Torres de Miranda" userId="82558bf5-0a7c-4071-b398-5925c96dbeb2" providerId="ADAL" clId="{500714BC-2A6B-4069-8C97-8BF7D81ED31C}" dt="2025-03-28T00:12:44.795" v="75" actId="20577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500714BC-2A6B-4069-8C97-8BF7D81ED31C}" dt="2025-03-28T00:12:44.795" v="75" actId="20577"/>
          <ac:spMkLst>
            <pc:docMk/>
            <pc:sldMk cId="3917579560" sldId="319"/>
            <ac:spMk id="3" creationId="{D8726801-AA1F-7181-A680-DBA3E16E4C55}"/>
          </ac:spMkLst>
        </pc:spChg>
      </pc:sldChg>
      <pc:sldChg chg="modSp modAnim">
        <pc:chgData name="José Pedro Calistro Torres de Miranda" userId="82558bf5-0a7c-4071-b398-5925c96dbeb2" providerId="ADAL" clId="{500714BC-2A6B-4069-8C97-8BF7D81ED31C}" dt="2025-03-28T00:50:08.357" v="179"/>
        <pc:sldMkLst>
          <pc:docMk/>
          <pc:sldMk cId="0" sldId="958"/>
        </pc:sldMkLst>
        <pc:graphicFrameChg chg="mod">
          <ac:chgData name="José Pedro Calistro Torres de Miranda" userId="82558bf5-0a7c-4071-b398-5925c96dbeb2" providerId="ADAL" clId="{500714BC-2A6B-4069-8C97-8BF7D81ED31C}" dt="2025-03-28T00:50:08.357" v="179"/>
          <ac:graphicFrameMkLst>
            <pc:docMk/>
            <pc:sldMk cId="0" sldId="958"/>
            <ac:graphicFrameMk id="3" creationId="{18ACB36A-1D6D-9C77-41FD-2D1E463AC96D}"/>
          </ac:graphicFrameMkLst>
        </pc:graphicFrameChg>
      </pc:sldChg>
      <pc:sldChg chg="addSp delSp modSp del mod ord addAnim delAnim modAnim">
        <pc:chgData name="José Pedro Calistro Torres de Miranda" userId="82558bf5-0a7c-4071-b398-5925c96dbeb2" providerId="ADAL" clId="{500714BC-2A6B-4069-8C97-8BF7D81ED31C}" dt="2025-03-28T00:22:28.006" v="90" actId="47"/>
        <pc:sldMkLst>
          <pc:docMk/>
          <pc:sldMk cId="0" sldId="984"/>
        </pc:sldMkLst>
        <pc:spChg chg="mod">
          <ac:chgData name="José Pedro Calistro Torres de Miranda" userId="82558bf5-0a7c-4071-b398-5925c96dbeb2" providerId="ADAL" clId="{500714BC-2A6B-4069-8C97-8BF7D81ED31C}" dt="2025-03-27T23:57:20.414" v="23" actId="20577"/>
          <ac:spMkLst>
            <pc:docMk/>
            <pc:sldMk cId="0" sldId="984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500714BC-2A6B-4069-8C97-8BF7D81ED31C}" dt="2025-03-27T23:57:42.164" v="29" actId="478"/>
          <ac:spMkLst>
            <pc:docMk/>
            <pc:sldMk cId="0" sldId="984"/>
            <ac:spMk id="4" creationId="{318E323B-3A26-EB68-D502-30F4D1342F12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7T23:57:35.445" v="25"/>
          <ac:graphicFrameMkLst>
            <pc:docMk/>
            <pc:sldMk cId="0" sldId="984"/>
            <ac:graphicFrameMk id="5" creationId="{93FD22B3-F523-E61D-3957-865F4BBC6877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0:00:34.272" v="69" actId="20577"/>
          <ac:graphicFrameMkLst>
            <pc:docMk/>
            <pc:sldMk cId="0" sldId="984"/>
            <ac:graphicFrameMk id="6" creationId="{863B82F2-41DE-DA64-A76D-5D0B2DDF0B3F}"/>
          </ac:graphicFrameMkLst>
        </pc:graphicFrameChg>
        <pc:graphicFrameChg chg="add del mod">
          <ac:chgData name="José Pedro Calistro Torres de Miranda" userId="82558bf5-0a7c-4071-b398-5925c96dbeb2" providerId="ADAL" clId="{500714BC-2A6B-4069-8C97-8BF7D81ED31C}" dt="2025-03-27T23:59:55.934" v="61" actId="14100"/>
          <ac:graphicFrameMkLst>
            <pc:docMk/>
            <pc:sldMk cId="0" sldId="984"/>
            <ac:graphicFrameMk id="23" creationId="{0B3BFA52-6EBC-C96F-6254-C8AB79621032}"/>
          </ac:graphicFrameMkLst>
        </pc:graphicFrameChg>
      </pc:sldChg>
      <pc:sldChg chg="modSp modAnim">
        <pc:chgData name="José Pedro Calistro Torres de Miranda" userId="82558bf5-0a7c-4071-b398-5925c96dbeb2" providerId="ADAL" clId="{500714BC-2A6B-4069-8C97-8BF7D81ED31C}" dt="2025-03-28T00:13:07.726" v="76"/>
        <pc:sldMkLst>
          <pc:docMk/>
          <pc:sldMk cId="1971581788" sldId="988"/>
        </pc:sldMkLst>
        <pc:graphicFrameChg chg="mod">
          <ac:chgData name="José Pedro Calistro Torres de Miranda" userId="82558bf5-0a7c-4071-b398-5925c96dbeb2" providerId="ADAL" clId="{500714BC-2A6B-4069-8C97-8BF7D81ED31C}" dt="2025-03-28T00:13:07.726" v="76"/>
          <ac:graphicFrameMkLst>
            <pc:docMk/>
            <pc:sldMk cId="1971581788" sldId="988"/>
            <ac:graphicFrameMk id="6" creationId="{20AFA1E8-0C06-C3A0-AFAF-B336623129AF}"/>
          </ac:graphicFrameMkLst>
        </pc:graphicFrameChg>
      </pc:sldChg>
      <pc:sldChg chg="del ord">
        <pc:chgData name="José Pedro Calistro Torres de Miranda" userId="82558bf5-0a7c-4071-b398-5925c96dbeb2" providerId="ADAL" clId="{500714BC-2A6B-4069-8C97-8BF7D81ED31C}" dt="2025-03-28T00:31:16.920" v="135" actId="47"/>
        <pc:sldMkLst>
          <pc:docMk/>
          <pc:sldMk cId="1830486173" sldId="1003"/>
        </pc:sldMkLst>
      </pc:sldChg>
      <pc:sldChg chg="del">
        <pc:chgData name="José Pedro Calistro Torres de Miranda" userId="82558bf5-0a7c-4071-b398-5925c96dbeb2" providerId="ADAL" clId="{500714BC-2A6B-4069-8C97-8BF7D81ED31C}" dt="2025-03-28T00:32:29.357" v="142" actId="47"/>
        <pc:sldMkLst>
          <pc:docMk/>
          <pc:sldMk cId="166465338" sldId="1004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1006"/>
        </pc:sldMkLst>
      </pc:sldChg>
      <pc:sldChg chg="del">
        <pc:chgData name="José Pedro Calistro Torres de Miranda" userId="82558bf5-0a7c-4071-b398-5925c96dbeb2" providerId="ADAL" clId="{500714BC-2A6B-4069-8C97-8BF7D81ED31C}" dt="2025-03-28T00:32:05.342" v="140" actId="47"/>
        <pc:sldMkLst>
          <pc:docMk/>
          <pc:sldMk cId="0" sldId="1008"/>
        </pc:sldMkLst>
      </pc:sldChg>
      <pc:sldChg chg="modSp mod ord">
        <pc:chgData name="José Pedro Calistro Torres de Miranda" userId="82558bf5-0a7c-4071-b398-5925c96dbeb2" providerId="ADAL" clId="{500714BC-2A6B-4069-8C97-8BF7D81ED31C}" dt="2025-03-28T00:45:16.707" v="173"/>
        <pc:sldMkLst>
          <pc:docMk/>
          <pc:sldMk cId="2926144403" sldId="1009"/>
        </pc:sldMkLst>
        <pc:spChg chg="mod">
          <ac:chgData name="José Pedro Calistro Torres de Miranda" userId="82558bf5-0a7c-4071-b398-5925c96dbeb2" providerId="ADAL" clId="{500714BC-2A6B-4069-8C97-8BF7D81ED31C}" dt="2025-03-28T00:31:12.606" v="134"/>
          <ac:spMkLst>
            <pc:docMk/>
            <pc:sldMk cId="2926144403" sldId="1009"/>
            <ac:spMk id="2" creationId="{EC34DE2E-3D37-3E67-48F5-A09D44846E65}"/>
          </ac:spMkLst>
        </pc:spChg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1011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1012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1013"/>
        </pc:sldMkLst>
      </pc:sldChg>
      <pc:sldChg chg="ord">
        <pc:chgData name="José Pedro Calistro Torres de Miranda" userId="82558bf5-0a7c-4071-b398-5925c96dbeb2" providerId="ADAL" clId="{500714BC-2A6B-4069-8C97-8BF7D81ED31C}" dt="2025-03-28T00:16:34.855" v="89"/>
        <pc:sldMkLst>
          <pc:docMk/>
          <pc:sldMk cId="0" sldId="1014"/>
        </pc:sldMkLst>
      </pc:sldChg>
      <pc:sldChg chg="addSp delSp modSp add mod setBg">
        <pc:chgData name="José Pedro Calistro Torres de Miranda" userId="82558bf5-0a7c-4071-b398-5925c96dbeb2" providerId="ADAL" clId="{500714BC-2A6B-4069-8C97-8BF7D81ED31C}" dt="2025-03-28T00:14:37.059" v="84" actId="12100"/>
        <pc:sldMkLst>
          <pc:docMk/>
          <pc:sldMk cId="0" sldId="1015"/>
        </pc:sldMkLst>
        <pc:spChg chg="mo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11" creationId="{256B2C21-A230-48C0-8DF1-C46611373C44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13" creationId="{3847E18C-932D-4C95-AABA-FEC7C9499AD7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15" creationId="{3150CB11-0C61-439E-910F-5787759E72A0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17" creationId="{43F8A58B-5155-44CE-A5FF-7647B47D0A7A}"/>
          </ac:spMkLst>
        </pc:spChg>
        <pc:spChg chg="add">
          <ac:chgData name="José Pedro Calistro Torres de Miranda" userId="82558bf5-0a7c-4071-b398-5925c96dbeb2" providerId="ADAL" clId="{500714BC-2A6B-4069-8C97-8BF7D81ED31C}" dt="2025-03-28T00:14:19.303" v="83" actId="26606"/>
          <ac:spMkLst>
            <pc:docMk/>
            <pc:sldMk cId="0" sldId="1015"/>
            <ac:spMk id="19" creationId="{443F2ACA-E6D6-4028-82DD-F03C262D5DE6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0:14:37.059" v="84" actId="12100"/>
          <ac:graphicFrameMkLst>
            <pc:docMk/>
            <pc:sldMk cId="0" sldId="1015"/>
            <ac:graphicFrameMk id="5" creationId="{577E1C18-DE26-A478-C2A1-D501C99CD80E}"/>
          </ac:graphicFrameMkLst>
        </pc:graphicFrameChg>
      </pc:sldChg>
      <pc:sldChg chg="del ord">
        <pc:chgData name="José Pedro Calistro Torres de Miranda" userId="82558bf5-0a7c-4071-b398-5925c96dbeb2" providerId="ADAL" clId="{500714BC-2A6B-4069-8C97-8BF7D81ED31C}" dt="2025-03-27T23:59:48.365" v="60" actId="47"/>
        <pc:sldMkLst>
          <pc:docMk/>
          <pc:sldMk cId="1290983898" sldId="1015"/>
        </pc:sldMkLst>
      </pc:sldChg>
      <pc:sldChg chg="addSp delSp modSp add mod setBg modAnim">
        <pc:chgData name="José Pedro Calistro Torres de Miranda" userId="82558bf5-0a7c-4071-b398-5925c96dbeb2" providerId="ADAL" clId="{500714BC-2A6B-4069-8C97-8BF7D81ED31C}" dt="2025-03-28T00:15:04.188" v="87"/>
        <pc:sldMkLst>
          <pc:docMk/>
          <pc:sldMk cId="0" sldId="1016"/>
        </pc:sldMkLst>
        <pc:spChg chg="mod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500714BC-2A6B-4069-8C97-8BF7D81ED31C}" dt="2025-03-28T00:14:55.465" v="85" actId="26606"/>
          <ac:spMkLst>
            <pc:docMk/>
            <pc:sldMk cId="0" sldId="101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500714BC-2A6B-4069-8C97-8BF7D81ED31C}" dt="2025-03-28T00:14:55.465" v="85" actId="26606"/>
          <ac:graphicFrameMkLst>
            <pc:docMk/>
            <pc:sldMk cId="0" sldId="1016"/>
            <ac:graphicFrameMk id="5" creationId="{CCE07F88-D45B-F455-67E4-F949FD9413C8}"/>
          </ac:graphicFrameMkLst>
        </pc:graphicFrameChg>
      </pc:sldChg>
      <pc:sldChg chg="addSp delSp modSp add mod modAnim">
        <pc:chgData name="José Pedro Calistro Torres de Miranda" userId="82558bf5-0a7c-4071-b398-5925c96dbeb2" providerId="ADAL" clId="{500714BC-2A6B-4069-8C97-8BF7D81ED31C}" dt="2025-03-28T01:08:00.726" v="291" actId="20577"/>
        <pc:sldMkLst>
          <pc:docMk/>
          <pc:sldMk cId="0" sldId="1017"/>
        </pc:sldMkLst>
        <pc:spChg chg="del mod">
          <ac:chgData name="José Pedro Calistro Torres de Miranda" userId="82558bf5-0a7c-4071-b398-5925c96dbeb2" providerId="ADAL" clId="{500714BC-2A6B-4069-8C97-8BF7D81ED31C}" dt="2025-03-28T00:36:35.142" v="159" actId="26606"/>
          <ac:spMkLst>
            <pc:docMk/>
            <pc:sldMk cId="0" sldId="1017"/>
            <ac:spMk id="3" creationId="{00000000-0000-0000-0000-000000000000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1:08:00.726" v="291" actId="20577"/>
          <ac:graphicFrameMkLst>
            <pc:docMk/>
            <pc:sldMk cId="0" sldId="1017"/>
            <ac:graphicFrameMk id="5" creationId="{7C90E86D-0602-DCB9-6470-54F09BE6E00C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500714BC-2A6B-4069-8C97-8BF7D81ED31C}" dt="2025-03-28T01:42:19.530" v="334"/>
        <pc:sldMkLst>
          <pc:docMk/>
          <pc:sldMk cId="0" sldId="1018"/>
        </pc:sldMkLst>
        <pc:spChg chg="mo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11" creationId="{256B2C21-A230-48C0-8DF1-C46611373C44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13" creationId="{3847E18C-932D-4C95-AABA-FEC7C9499AD7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15" creationId="{3150CB11-0C61-439E-910F-5787759E72A0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17" creationId="{43F8A58B-5155-44CE-A5FF-7647B47D0A7A}"/>
          </ac:spMkLst>
        </pc:spChg>
        <pc:spChg chg="add">
          <ac:chgData name="José Pedro Calistro Torres de Miranda" userId="82558bf5-0a7c-4071-b398-5925c96dbeb2" providerId="ADAL" clId="{500714BC-2A6B-4069-8C97-8BF7D81ED31C}" dt="2025-03-28T00:33:56.378" v="148" actId="26606"/>
          <ac:spMkLst>
            <pc:docMk/>
            <pc:sldMk cId="0" sldId="1018"/>
            <ac:spMk id="19" creationId="{443F2ACA-E6D6-4028-82DD-F03C262D5DE6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1:42:19.530" v="334"/>
          <ac:graphicFrameMkLst>
            <pc:docMk/>
            <pc:sldMk cId="0" sldId="1018"/>
            <ac:graphicFrameMk id="5" creationId="{1224FD87-5AC7-44E1-1E62-1776EC03AAF1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500714BC-2A6B-4069-8C97-8BF7D81ED31C}" dt="2025-03-28T01:47:56.071" v="405" actId="1076"/>
        <pc:sldMkLst>
          <pc:docMk/>
          <pc:sldMk cId="0" sldId="1019"/>
        </pc:sldMkLst>
        <pc:spChg chg="mod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500714BC-2A6B-4069-8C97-8BF7D81ED31C}" dt="2025-03-28T01:47:53.805" v="404" actId="5793"/>
          <ac:spMkLst>
            <pc:docMk/>
            <pc:sldMk cId="0" sldId="1019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8" creationId="{DEE2AD96-B495-4E06-9291-B71706F728CB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10" creationId="{53CF6D67-C5A8-4ADD-9E8E-1E38CA1D3166}"/>
          </ac:spMkLst>
        </pc:spChg>
        <pc:spChg chg="add">
          <ac:chgData name="José Pedro Calistro Torres de Miranda" userId="82558bf5-0a7c-4071-b398-5925c96dbeb2" providerId="ADAL" clId="{500714BC-2A6B-4069-8C97-8BF7D81ED31C}" dt="2025-03-28T01:46:18.549" v="381"/>
          <ac:spMkLst>
            <pc:docMk/>
            <pc:sldMk cId="0" sldId="1019"/>
            <ac:spMk id="11" creationId="{1CF4662A-A2B7-EEE3-C517-BF99B848B451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65" v="170" actId="26606"/>
          <ac:spMkLst>
            <pc:docMk/>
            <pc:sldMk cId="0" sldId="1019"/>
            <ac:spMk id="12" creationId="{86909FA0-B515-4681-B7A8-FA281D133B94}"/>
          </ac:spMkLst>
        </pc:spChg>
        <pc:spChg chg="add">
          <ac:chgData name="José Pedro Calistro Torres de Miranda" userId="82558bf5-0a7c-4071-b398-5925c96dbeb2" providerId="ADAL" clId="{500714BC-2A6B-4069-8C97-8BF7D81ED31C}" dt="2025-03-28T01:46:42.836" v="382"/>
          <ac:spMkLst>
            <pc:docMk/>
            <pc:sldMk cId="0" sldId="1019"/>
            <ac:spMk id="12" creationId="{D3263B26-0269-52D6-BB4F-45634A858BF6}"/>
          </ac:spMkLst>
        </pc:spChg>
        <pc:spChg chg="add">
          <ac:chgData name="José Pedro Calistro Torres de Miranda" userId="82558bf5-0a7c-4071-b398-5925c96dbeb2" providerId="ADAL" clId="{500714BC-2A6B-4069-8C97-8BF7D81ED31C}" dt="2025-03-28T01:46:51.792" v="383"/>
          <ac:spMkLst>
            <pc:docMk/>
            <pc:sldMk cId="0" sldId="1019"/>
            <ac:spMk id="13" creationId="{8F0F1574-F7CE-D225-FE8D-5C61CE48EBB3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14" creationId="{21C9FE86-FCC3-4A31-AA1C-C882262B7FE7}"/>
          </ac:spMkLst>
        </pc:spChg>
        <pc:spChg chg="add">
          <ac:chgData name="José Pedro Calistro Torres de Miranda" userId="82558bf5-0a7c-4071-b398-5925c96dbeb2" providerId="ADAL" clId="{500714BC-2A6B-4069-8C97-8BF7D81ED31C}" dt="2025-03-28T01:46:59.544" v="389"/>
          <ac:spMkLst>
            <pc:docMk/>
            <pc:sldMk cId="0" sldId="1019"/>
            <ac:spMk id="14" creationId="{E522FB1A-C1BB-BB31-6DD2-54B6F10910B0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16" creationId="{7D96243B-ECED-4B71-8E06-AE9A285EAD20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18" creationId="{A09989E4-EFDC-4A90-A633-E0525FB4139E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65" v="170" actId="26606"/>
          <ac:spMkLst>
            <pc:docMk/>
            <pc:sldMk cId="0" sldId="1019"/>
            <ac:spMk id="23" creationId="{3AD318CC-E2A8-4E27-9548-A047A78999B1}"/>
          </ac:spMkLst>
        </pc:spChg>
        <pc:spChg chg="add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27" creationId="{5B7778FC-632E-4DCA-A7CB-0D7731CCF970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56.365" v="170" actId="26606"/>
          <ac:spMkLst>
            <pc:docMk/>
            <pc:sldMk cId="0" sldId="1019"/>
            <ac:spMk id="29" creationId="{2C1BBA94-3F40-40AA-8BB9-E69E25E537C1}"/>
          </ac:spMkLst>
        </pc:spChg>
        <pc:spChg chg="add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31" creationId="{C2554CA6-288E-4202-BC52-2E5A8F0C0AED}"/>
          </ac:spMkLst>
        </pc:spChg>
        <pc:spChg chg="add">
          <ac:chgData name="José Pedro Calistro Torres de Miranda" userId="82558bf5-0a7c-4071-b398-5925c96dbeb2" providerId="ADAL" clId="{500714BC-2A6B-4069-8C97-8BF7D81ED31C}" dt="2025-03-28T00:38:56.372" v="171" actId="26606"/>
          <ac:spMkLst>
            <pc:docMk/>
            <pc:sldMk cId="0" sldId="1019"/>
            <ac:spMk id="32" creationId="{B10BB131-AC8E-4A8E-A5D1-36260F720C3B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1:43:51.694" v="343"/>
          <ac:graphicFrameMkLst>
            <pc:docMk/>
            <pc:sldMk cId="0" sldId="1019"/>
            <ac:graphicFrameMk id="4" creationId="{0D76FAB1-30F1-1E5E-BDE4-ABF4571DC00B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1:43:51.694" v="343"/>
          <ac:graphicFrameMkLst>
            <pc:docMk/>
            <pc:sldMk cId="0" sldId="1019"/>
            <ac:graphicFrameMk id="5" creationId="{F31D8554-0B9F-37CB-F305-F50C60FE43BD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1:43:51.694" v="343"/>
          <ac:graphicFrameMkLst>
            <pc:docMk/>
            <pc:sldMk cId="0" sldId="1019"/>
            <ac:graphicFrameMk id="6" creationId="{D9E51541-6AB2-1456-08A7-D3900E4CE10F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1:43:57.734" v="344"/>
          <ac:graphicFrameMkLst>
            <pc:docMk/>
            <pc:sldMk cId="0" sldId="1019"/>
            <ac:graphicFrameMk id="7" creationId="{8A085AA3-A569-60DF-2B8D-E6AA10AF34CB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1:43:57.734" v="344"/>
          <ac:graphicFrameMkLst>
            <pc:docMk/>
            <pc:sldMk cId="0" sldId="1019"/>
            <ac:graphicFrameMk id="8" creationId="{10777D3C-4683-51FC-1EBE-23F3BDA893F1}"/>
          </ac:graphicFrameMkLst>
        </pc:graphicFrameChg>
        <pc:graphicFrameChg chg="add mod modGraphic">
          <ac:chgData name="José Pedro Calistro Torres de Miranda" userId="82558bf5-0a7c-4071-b398-5925c96dbeb2" providerId="ADAL" clId="{500714BC-2A6B-4069-8C97-8BF7D81ED31C}" dt="2025-03-28T01:44:15.474" v="350" actId="14100"/>
          <ac:graphicFrameMkLst>
            <pc:docMk/>
            <pc:sldMk cId="0" sldId="1019"/>
            <ac:graphicFrameMk id="9" creationId="{00916DAF-E619-4228-5AA5-88EF4E93A394}"/>
          </ac:graphicFrameMkLst>
        </pc:graphicFrameChg>
        <pc:graphicFrameChg chg="add mod modGraphic">
          <ac:chgData name="José Pedro Calistro Torres de Miranda" userId="82558bf5-0a7c-4071-b398-5925c96dbeb2" providerId="ADAL" clId="{500714BC-2A6B-4069-8C97-8BF7D81ED31C}" dt="2025-03-28T01:47:56.071" v="405" actId="1076"/>
          <ac:graphicFrameMkLst>
            <pc:docMk/>
            <pc:sldMk cId="0" sldId="1019"/>
            <ac:graphicFrameMk id="10" creationId="{60CE293A-E8D6-FAAE-7B1A-F7FFCF15C6D5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500714BC-2A6B-4069-8C97-8BF7D81ED31C}" dt="2025-03-28T01:05:07.091" v="270"/>
        <pc:sldMkLst>
          <pc:docMk/>
          <pc:sldMk cId="0" sldId="1020"/>
        </pc:sldMkLst>
        <pc:spChg chg="mod">
          <ac:chgData name="José Pedro Calistro Torres de Miranda" userId="82558bf5-0a7c-4071-b398-5925c96dbeb2" providerId="ADAL" clId="{500714BC-2A6B-4069-8C97-8BF7D81ED31C}" dt="2025-03-28T00:58:53.502" v="183" actId="27636"/>
          <ac:spMkLst>
            <pc:docMk/>
            <pc:sldMk cId="0" sldId="1020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38.134" v="165" actId="26606"/>
          <ac:spMkLst>
            <pc:docMk/>
            <pc:sldMk cId="0" sldId="1020"/>
            <ac:spMk id="8" creationId="{907EF6B7-1338-4443-8C46-6A318D952DFD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38.134" v="165" actId="26606"/>
          <ac:spMkLst>
            <pc:docMk/>
            <pc:sldMk cId="0" sldId="1020"/>
            <ac:spMk id="10" creationId="{DAAE4CDD-124C-4DCF-9584-B6033B545DD5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38.134" v="165" actId="26606"/>
          <ac:spMkLst>
            <pc:docMk/>
            <pc:sldMk cId="0" sldId="1020"/>
            <ac:spMk id="12" creationId="{081E4A58-353D-44AE-B2FC-2A74E2E400F7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14" creationId="{CABBD4C1-E6F8-46F6-8152-A8A97490BF4D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15" creationId="{F837543A-6020-4505-A233-C9DB4BF74011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16" creationId="{83BA5EF5-1FE9-4BF9-83BB-269BCDDF6156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17" creationId="{35B16301-FB18-48BA-A6DD-C37CAF6F9A18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19" creationId="{C3C0D90E-074A-4F52-9B11-B52BEF4BCBE5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20" creationId="{88853921-7BC9-4BDE-ACAB-133C683C82D6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22" creationId="{09192968-3AE7-4470-A61C-97294BB92731}"/>
          </ac:spMkLst>
        </pc:spChg>
        <pc:spChg chg="add del">
          <ac:chgData name="José Pedro Calistro Torres de Miranda" userId="82558bf5-0a7c-4071-b398-5925c96dbeb2" providerId="ADAL" clId="{500714BC-2A6B-4069-8C97-8BF7D81ED31C}" dt="2025-03-28T00:38:41.232" v="167" actId="26606"/>
          <ac:spMkLst>
            <pc:docMk/>
            <pc:sldMk cId="0" sldId="1020"/>
            <ac:spMk id="24" creationId="{3AB72E55-43E4-4356-BFE8-E2102CB0B505}"/>
          </ac:spMkLst>
        </pc:spChg>
        <pc:spChg chg="add del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26" creationId="{09588DA8-065E-4F6F-8EFD-43104AB2E0CF}"/>
          </ac:spMkLst>
        </pc:spChg>
        <pc:spChg chg="add del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27" creationId="{C4285719-470E-454C-AF62-8323075F1F5B}"/>
          </ac:spMkLst>
        </pc:spChg>
        <pc:spChg chg="add">
          <ac:chgData name="José Pedro Calistro Torres de Miranda" userId="82558bf5-0a7c-4071-b398-5925c96dbeb2" providerId="ADAL" clId="{500714BC-2A6B-4069-8C97-8BF7D81ED31C}" dt="2025-03-28T00:38:41.242" v="168" actId="26606"/>
          <ac:spMkLst>
            <pc:docMk/>
            <pc:sldMk cId="0" sldId="1020"/>
            <ac:spMk id="28" creationId="{CD9FE4EF-C4D8-49A0-B2FF-81D8DB7D8A24}"/>
          </ac:spMkLst>
        </pc:spChg>
        <pc:spChg chg="add del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29" creationId="{4300840D-0A0B-4512-BACA-B439D5B9C57C}"/>
          </ac:spMkLst>
        </pc:spChg>
        <pc:spChg chg="add del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30" creationId="{D2B78728-A580-49A7-84F9-6EF6F583ADE0}"/>
          </ac:spMkLst>
        </pc:spChg>
        <pc:spChg chg="add">
          <ac:chgData name="José Pedro Calistro Torres de Miranda" userId="82558bf5-0a7c-4071-b398-5925c96dbeb2" providerId="ADAL" clId="{500714BC-2A6B-4069-8C97-8BF7D81ED31C}" dt="2025-03-28T00:38:41.242" v="168" actId="26606"/>
          <ac:spMkLst>
            <pc:docMk/>
            <pc:sldMk cId="0" sldId="1020"/>
            <ac:spMk id="31" creationId="{38FAA1A1-D861-433F-88FA-1E9D6FD31D11}"/>
          </ac:spMkLst>
        </pc:spChg>
        <pc:spChg chg="add del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32" creationId="{8D71EDA1-87BF-4D5D-AB79-F346FD19278A}"/>
          </ac:spMkLst>
        </pc:spChg>
        <pc:spChg chg="add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38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40" creationId="{F68B3F68-107C-434F-AA38-110D5EA91B85}"/>
          </ac:spMkLst>
        </pc:spChg>
        <pc:spChg chg="add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42" creationId="{AAD0DBB9-1A4B-4391-81D4-CB19F9AB918A}"/>
          </ac:spMkLst>
        </pc:spChg>
        <pc:spChg chg="add">
          <ac:chgData name="José Pedro Calistro Torres de Miranda" userId="82558bf5-0a7c-4071-b398-5925c96dbeb2" providerId="ADAL" clId="{500714BC-2A6B-4069-8C97-8BF7D81ED31C}" dt="2025-03-28T01:04:59.381" v="268" actId="26606"/>
          <ac:spMkLst>
            <pc:docMk/>
            <pc:sldMk cId="0" sldId="1020"/>
            <ac:spMk id="44" creationId="{063BBA22-50EA-4C4D-BE05-F1CE4E63AA56}"/>
          </ac:spMkLst>
        </pc:spChg>
      </pc:sldChg>
      <pc:sldChg chg="addSp delSp modSp new mod setBg modAnim setClrOvrMap">
        <pc:chgData name="José Pedro Calistro Torres de Miranda" userId="82558bf5-0a7c-4071-b398-5925c96dbeb2" providerId="ADAL" clId="{500714BC-2A6B-4069-8C97-8BF7D81ED31C}" dt="2025-03-28T01:05:18.931" v="272"/>
        <pc:sldMkLst>
          <pc:docMk/>
          <pc:sldMk cId="1652963518" sldId="1021"/>
        </pc:sldMkLst>
        <pc:spChg chg="mod">
          <ac:chgData name="José Pedro Calistro Torres de Miranda" userId="82558bf5-0a7c-4071-b398-5925c96dbeb2" providerId="ADAL" clId="{500714BC-2A6B-4069-8C97-8BF7D81ED31C}" dt="2025-03-28T01:01:37.969" v="235" actId="26606"/>
          <ac:spMkLst>
            <pc:docMk/>
            <pc:sldMk cId="1652963518" sldId="1021"/>
            <ac:spMk id="2" creationId="{F31A0ECC-D115-D6EE-BEE4-0057AD136015}"/>
          </ac:spMkLst>
        </pc:spChg>
        <pc:spChg chg="add del mod">
          <ac:chgData name="José Pedro Calistro Torres de Miranda" userId="82558bf5-0a7c-4071-b398-5925c96dbeb2" providerId="ADAL" clId="{500714BC-2A6B-4069-8C97-8BF7D81ED31C}" dt="2025-03-28T01:01:37.969" v="235" actId="26606"/>
          <ac:spMkLst>
            <pc:docMk/>
            <pc:sldMk cId="1652963518" sldId="1021"/>
            <ac:spMk id="3" creationId="{5007D82E-BDCD-F5F5-C51D-54064014C138}"/>
          </ac:spMkLst>
        </pc:spChg>
        <pc:spChg chg="add del">
          <ac:chgData name="José Pedro Calistro Torres de Miranda" userId="82558bf5-0a7c-4071-b398-5925c96dbeb2" providerId="ADAL" clId="{500714BC-2A6B-4069-8C97-8BF7D81ED31C}" dt="2025-03-28T01:00:58.074" v="230" actId="26606"/>
          <ac:spMkLst>
            <pc:docMk/>
            <pc:sldMk cId="1652963518" sldId="1021"/>
            <ac:spMk id="8" creationId="{907EF6B7-1338-4443-8C46-6A318D952DFD}"/>
          </ac:spMkLst>
        </pc:spChg>
        <pc:spChg chg="add del">
          <ac:chgData name="José Pedro Calistro Torres de Miranda" userId="82558bf5-0a7c-4071-b398-5925c96dbeb2" providerId="ADAL" clId="{500714BC-2A6B-4069-8C97-8BF7D81ED31C}" dt="2025-03-28T01:00:53.166" v="228" actId="26606"/>
          <ac:spMkLst>
            <pc:docMk/>
            <pc:sldMk cId="1652963518" sldId="1021"/>
            <ac:spMk id="9" creationId="{738F59A4-4431-460D-8E49-6E65C189A566}"/>
          </ac:spMkLst>
        </pc:spChg>
        <pc:spChg chg="add del">
          <ac:chgData name="José Pedro Calistro Torres de Miranda" userId="82558bf5-0a7c-4071-b398-5925c96dbeb2" providerId="ADAL" clId="{500714BC-2A6B-4069-8C97-8BF7D81ED31C}" dt="2025-03-28T01:00:58.074" v="230" actId="26606"/>
          <ac:spMkLst>
            <pc:docMk/>
            <pc:sldMk cId="1652963518" sldId="1021"/>
            <ac:spMk id="10" creationId="{DAAE4CDD-124C-4DCF-9584-B6033B545DD5}"/>
          </ac:spMkLst>
        </pc:spChg>
        <pc:spChg chg="add del">
          <ac:chgData name="José Pedro Calistro Torres de Miranda" userId="82558bf5-0a7c-4071-b398-5925c96dbeb2" providerId="ADAL" clId="{500714BC-2A6B-4069-8C97-8BF7D81ED31C}" dt="2025-03-28T01:00:58.074" v="230" actId="26606"/>
          <ac:spMkLst>
            <pc:docMk/>
            <pc:sldMk cId="1652963518" sldId="1021"/>
            <ac:spMk id="15" creationId="{081E4A58-353D-44AE-B2FC-2A74E2E400F7}"/>
          </ac:spMkLst>
        </pc:spChg>
        <pc:spChg chg="add del">
          <ac:chgData name="José Pedro Calistro Torres de Miranda" userId="82558bf5-0a7c-4071-b398-5925c96dbeb2" providerId="ADAL" clId="{500714BC-2A6B-4069-8C97-8BF7D81ED31C}" dt="2025-03-28T01:00:58.074" v="230" actId="26606"/>
          <ac:spMkLst>
            <pc:docMk/>
            <pc:sldMk cId="1652963518" sldId="1021"/>
            <ac:spMk id="16" creationId="{5007D82E-BDCD-F5F5-C51D-54064014C138}"/>
          </ac:spMkLst>
        </pc:spChg>
        <pc:grpChg chg="add del">
          <ac:chgData name="José Pedro Calistro Torres de Miranda" userId="82558bf5-0a7c-4071-b398-5925c96dbeb2" providerId="ADAL" clId="{500714BC-2A6B-4069-8C97-8BF7D81ED31C}" dt="2025-03-28T01:00:53.166" v="228" actId="26606"/>
          <ac:grpSpMkLst>
            <pc:docMk/>
            <pc:sldMk cId="1652963518" sldId="1021"/>
            <ac:grpSpMk id="11" creationId="{8A919B9C-5C01-47E4-B2F2-45F589208ABF}"/>
          </ac:grpSpMkLst>
        </pc:grpChg>
        <pc:graphicFrameChg chg="add del">
          <ac:chgData name="José Pedro Calistro Torres de Miranda" userId="82558bf5-0a7c-4071-b398-5925c96dbeb2" providerId="ADAL" clId="{500714BC-2A6B-4069-8C97-8BF7D81ED31C}" dt="2025-03-28T01:00:53.166" v="228" actId="26606"/>
          <ac:graphicFrameMkLst>
            <pc:docMk/>
            <pc:sldMk cId="1652963518" sldId="1021"/>
            <ac:graphicFrameMk id="5" creationId="{8C78835A-DDBF-F9FA-715B-46129B27EC23}"/>
          </ac:graphicFrameMkLst>
        </pc:graphicFrameChg>
        <pc:graphicFrameChg chg="add del">
          <ac:chgData name="José Pedro Calistro Torres de Miranda" userId="82558bf5-0a7c-4071-b398-5925c96dbeb2" providerId="ADAL" clId="{500714BC-2A6B-4069-8C97-8BF7D81ED31C}" dt="2025-03-28T01:01:05.807" v="232" actId="26606"/>
          <ac:graphicFrameMkLst>
            <pc:docMk/>
            <pc:sldMk cId="1652963518" sldId="1021"/>
            <ac:graphicFrameMk id="18" creationId="{93A92737-E5B7-90E5-947B-EB31CF9EFE88}"/>
          </ac:graphicFrameMkLst>
        </pc:graphicFrameChg>
        <pc:graphicFrameChg chg="add del">
          <ac:chgData name="José Pedro Calistro Torres de Miranda" userId="82558bf5-0a7c-4071-b398-5925c96dbeb2" providerId="ADAL" clId="{500714BC-2A6B-4069-8C97-8BF7D81ED31C}" dt="2025-03-28T01:01:37.910" v="234" actId="26606"/>
          <ac:graphicFrameMkLst>
            <pc:docMk/>
            <pc:sldMk cId="1652963518" sldId="1021"/>
            <ac:graphicFrameMk id="20" creationId="{BB18B31C-A5CE-34C8-5BA9-75E3E84A1960}"/>
          </ac:graphicFrameMkLst>
        </pc:graphicFrameChg>
        <pc:graphicFrameChg chg="add mod">
          <ac:chgData name="José Pedro Calistro Torres de Miranda" userId="82558bf5-0a7c-4071-b398-5925c96dbeb2" providerId="ADAL" clId="{500714BC-2A6B-4069-8C97-8BF7D81ED31C}" dt="2025-03-28T01:01:57.170" v="238" actId="120"/>
          <ac:graphicFrameMkLst>
            <pc:docMk/>
            <pc:sldMk cId="1652963518" sldId="1021"/>
            <ac:graphicFrameMk id="23" creationId="{93A92737-E5B7-90E5-947B-EB31CF9EFE88}"/>
          </ac:graphicFrameMkLst>
        </pc:graphicFrameChg>
        <pc:picChg chg="add del">
          <ac:chgData name="José Pedro Calistro Torres de Miranda" userId="82558bf5-0a7c-4071-b398-5925c96dbeb2" providerId="ADAL" clId="{500714BC-2A6B-4069-8C97-8BF7D81ED31C}" dt="2025-03-28T01:01:05.807" v="232" actId="26606"/>
          <ac:picMkLst>
            <pc:docMk/>
            <pc:sldMk cId="1652963518" sldId="1021"/>
            <ac:picMk id="6" creationId="{69684D67-FE79-8CA2-8C8D-72E401F60486}"/>
          </ac:picMkLst>
        </pc:picChg>
        <pc:picChg chg="add">
          <ac:chgData name="José Pedro Calistro Torres de Miranda" userId="82558bf5-0a7c-4071-b398-5925c96dbeb2" providerId="ADAL" clId="{500714BC-2A6B-4069-8C97-8BF7D81ED31C}" dt="2025-03-28T01:01:37.969" v="235" actId="26606"/>
          <ac:picMkLst>
            <pc:docMk/>
            <pc:sldMk cId="1652963518" sldId="1021"/>
            <ac:picMk id="22" creationId="{69684D67-FE79-8CA2-8C8D-72E401F60486}"/>
          </ac:picMkLst>
        </pc:picChg>
      </pc:sldChg>
      <pc:sldChg chg="add del">
        <pc:chgData name="José Pedro Calistro Torres de Miranda" userId="82558bf5-0a7c-4071-b398-5925c96dbeb2" providerId="ADAL" clId="{500714BC-2A6B-4069-8C97-8BF7D81ED31C}" dt="2025-03-28T00:38:13.644" v="163" actId="47"/>
        <pc:sldMkLst>
          <pc:docMk/>
          <pc:sldMk cId="2243449867" sldId="1021"/>
        </pc:sldMkLst>
      </pc:sldChg>
      <pc:sldChg chg="add del">
        <pc:chgData name="José Pedro Calistro Torres de Miranda" userId="82558bf5-0a7c-4071-b398-5925c96dbeb2" providerId="ADAL" clId="{500714BC-2A6B-4069-8C97-8BF7D81ED31C}" dt="2025-03-28T00:34:48.207" v="152" actId="47"/>
        <pc:sldMkLst>
          <pc:docMk/>
          <pc:sldMk cId="1606078182" sldId="1022"/>
        </pc:sldMkLst>
      </pc:sldChg>
      <pc:sldChg chg="addSp delSp modSp new mod setBg modAnim">
        <pc:chgData name="José Pedro Calistro Torres de Miranda" userId="82558bf5-0a7c-4071-b398-5925c96dbeb2" providerId="ADAL" clId="{500714BC-2A6B-4069-8C97-8BF7D81ED31C}" dt="2025-03-28T01:06:33.842" v="289"/>
        <pc:sldMkLst>
          <pc:docMk/>
          <pc:sldMk cId="3189719123" sldId="1022"/>
        </pc:sldMkLst>
        <pc:spChg chg="mo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2" creationId="{08D689D6-7DEC-7D66-8C88-472712314BDB}"/>
          </ac:spMkLst>
        </pc:spChg>
        <pc:spChg chg="del">
          <ac:chgData name="José Pedro Calistro Torres de Miranda" userId="82558bf5-0a7c-4071-b398-5925c96dbeb2" providerId="ADAL" clId="{500714BC-2A6B-4069-8C97-8BF7D81ED31C}" dt="2025-03-28T01:02:32.537" v="241"/>
          <ac:spMkLst>
            <pc:docMk/>
            <pc:sldMk cId="3189719123" sldId="1022"/>
            <ac:spMk id="3" creationId="{4AC65F55-E2F7-D059-C91B-FE348B8ED1D5}"/>
          </ac:spMkLst>
        </pc:spChg>
        <pc:spChg chg="add del mo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4" creationId="{3D9AB6C6-D47C-8809-E3A5-10E306BEEED3}"/>
          </ac:spMkLst>
        </pc:spChg>
        <pc:spChg chg="add del mod">
          <ac:chgData name="José Pedro Calistro Torres de Miranda" userId="82558bf5-0a7c-4071-b398-5925c96dbeb2" providerId="ADAL" clId="{500714BC-2A6B-4069-8C97-8BF7D81ED31C}" dt="2025-03-28T01:03:18.763" v="250" actId="21"/>
          <ac:spMkLst>
            <pc:docMk/>
            <pc:sldMk cId="3189719123" sldId="1022"/>
            <ac:spMk id="7" creationId="{21AF0AE4-AF14-EA3B-D5A2-A05A89626BAE}"/>
          </ac:spMkLst>
        </pc:spChg>
        <pc:spChg chg="add mod">
          <ac:chgData name="José Pedro Calistro Torres de Miranda" userId="82558bf5-0a7c-4071-b398-5925c96dbeb2" providerId="ADAL" clId="{500714BC-2A6B-4069-8C97-8BF7D81ED31C}" dt="2025-03-28T01:06:07.863" v="286" actId="1076"/>
          <ac:spMkLst>
            <pc:docMk/>
            <pc:sldMk cId="3189719123" sldId="1022"/>
            <ac:spMk id="8" creationId="{21AF0AE4-AF14-EA3B-D5A2-A05A89626BAE}"/>
          </ac:spMkLst>
        </pc:spChg>
        <pc:spChg chg="ad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10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12" creationId="{F68B3F68-107C-434F-AA38-110D5EA91B85}"/>
          </ac:spMkLst>
        </pc:spChg>
        <pc:spChg chg="ad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14" creationId="{AAD0DBB9-1A4B-4391-81D4-CB19F9AB918A}"/>
          </ac:spMkLst>
        </pc:spChg>
        <pc:spChg chg="add">
          <ac:chgData name="José Pedro Calistro Torres de Miranda" userId="82558bf5-0a7c-4071-b398-5925c96dbeb2" providerId="ADAL" clId="{500714BC-2A6B-4069-8C97-8BF7D81ED31C}" dt="2025-03-28T01:02:56.988" v="242" actId="26606"/>
          <ac:spMkLst>
            <pc:docMk/>
            <pc:sldMk cId="3189719123" sldId="1022"/>
            <ac:spMk id="16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500714BC-2A6B-4069-8C97-8BF7D81ED31C}" dt="2025-03-28T01:04:26.752" v="264" actId="20577"/>
          <ac:graphicFrameMkLst>
            <pc:docMk/>
            <pc:sldMk cId="3189719123" sldId="1022"/>
            <ac:graphicFrameMk id="6" creationId="{2305EA1A-B9DE-CF75-E8F7-607C76324A18}"/>
          </ac:graphicFrameMkLst>
        </pc:graphicFrameChg>
      </pc:sldChg>
      <pc:sldChg chg="addSp delSp modSp new mod ord setBg">
        <pc:chgData name="José Pedro Calistro Torres de Miranda" userId="82558bf5-0a7c-4071-b398-5925c96dbeb2" providerId="ADAL" clId="{500714BC-2A6B-4069-8C97-8BF7D81ED31C}" dt="2025-03-28T01:20:24.423" v="322" actId="26606"/>
        <pc:sldMkLst>
          <pc:docMk/>
          <pc:sldMk cId="3933589198" sldId="1023"/>
        </pc:sldMkLst>
        <pc:spChg chg="del mod">
          <ac:chgData name="José Pedro Calistro Torres de Miranda" userId="82558bf5-0a7c-4071-b398-5925c96dbeb2" providerId="ADAL" clId="{500714BC-2A6B-4069-8C97-8BF7D81ED31C}" dt="2025-03-28T01:19:11.390" v="299" actId="478"/>
          <ac:spMkLst>
            <pc:docMk/>
            <pc:sldMk cId="3933589198" sldId="1023"/>
            <ac:spMk id="2" creationId="{596C0A92-BA79-7D03-D559-4CBC7DFB05A6}"/>
          </ac:spMkLst>
        </pc:spChg>
        <pc:spChg chg="del">
          <ac:chgData name="José Pedro Calistro Torres de Miranda" userId="82558bf5-0a7c-4071-b398-5925c96dbeb2" providerId="ADAL" clId="{500714BC-2A6B-4069-8C97-8BF7D81ED31C}" dt="2025-03-28T01:19:03.011" v="296"/>
          <ac:spMkLst>
            <pc:docMk/>
            <pc:sldMk cId="3933589198" sldId="1023"/>
            <ac:spMk id="3" creationId="{D59AFBE2-D10A-8160-0E74-15221E8D6BE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31" creationId="{F3060C83-F051-4F0E-ABAD-AA0DFC48B218}"/>
          </ac:spMkLst>
        </pc:spChg>
        <pc:spChg chg="add">
          <ac:chgData name="José Pedro Calistro Torres de Miranda" userId="82558bf5-0a7c-4071-b398-5925c96dbeb2" providerId="ADAL" clId="{500714BC-2A6B-4069-8C97-8BF7D81ED31C}" dt="2025-03-28T01:19:20.421" v="304" actId="26606"/>
          <ac:spMkLst>
            <pc:docMk/>
            <pc:sldMk cId="3933589198" sldId="1023"/>
            <ac:spMk id="1033" creationId="{83C98ABE-055B-441F-B07E-44F97F083C3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35" creationId="{29FDB030-9B49-4CED-8CCD-4D99382388AC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37" creationId="{3783CA14-24A1-485C-8B30-D6A5D87987AD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39" creationId="{9A97C86A-04D6-40F7-AE84-31AB43E6A846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41" creationId="{FF9F2414-84E8-453E-B1F3-389FDE8192D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43" creationId="{3ECA69A1-7536-43AC-85EF-C7106179F5ED}"/>
          </ac:spMkLst>
        </pc:spChg>
        <pc:spChg chg="add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48" creationId="{AB8C311F-7253-4AED-9701-7FC0708C41C7}"/>
          </ac:spMkLst>
        </pc:spChg>
        <pc:spChg chg="add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50" creationId="{E2384209-CB15-4CDF-9D31-C44FD9A3F20D}"/>
          </ac:spMkLst>
        </pc:spChg>
        <pc:spChg chg="add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52" creationId="{2633B3B5-CC90-43F0-8714-D31D1F3F0209}"/>
          </ac:spMkLst>
        </pc:spChg>
        <pc:spChg chg="add">
          <ac:chgData name="José Pedro Calistro Torres de Miranda" userId="82558bf5-0a7c-4071-b398-5925c96dbeb2" providerId="ADAL" clId="{500714BC-2A6B-4069-8C97-8BF7D81ED31C}" dt="2025-03-28T01:20:24.423" v="322" actId="26606"/>
          <ac:spMkLst>
            <pc:docMk/>
            <pc:sldMk cId="3933589198" sldId="1023"/>
            <ac:spMk id="1054" creationId="{A8D57A06-A426-446D-B02C-A2DC6B62E45E}"/>
          </ac:spMkLst>
        </pc:spChg>
        <pc:picChg chg="add mod">
          <ac:chgData name="José Pedro Calistro Torres de Miranda" userId="82558bf5-0a7c-4071-b398-5925c96dbeb2" providerId="ADAL" clId="{500714BC-2A6B-4069-8C97-8BF7D81ED31C}" dt="2025-03-28T01:19:20.421" v="304" actId="26606"/>
          <ac:picMkLst>
            <pc:docMk/>
            <pc:sldMk cId="3933589198" sldId="1023"/>
            <ac:picMk id="1026" creationId="{53354F64-7E03-95FB-0E60-894AD6573574}"/>
          </ac:picMkLst>
        </pc:picChg>
      </pc:sldChg>
      <pc:sldChg chg="addSp delSp modSp new mod setBg">
        <pc:chgData name="José Pedro Calistro Torres de Miranda" userId="82558bf5-0a7c-4071-b398-5925c96dbeb2" providerId="ADAL" clId="{500714BC-2A6B-4069-8C97-8BF7D81ED31C}" dt="2025-03-28T01:20:17.296" v="320" actId="26606"/>
        <pc:sldMkLst>
          <pc:docMk/>
          <pc:sldMk cId="861943950" sldId="1024"/>
        </pc:sldMkLst>
        <pc:spChg chg="del">
          <ac:chgData name="José Pedro Calistro Torres de Miranda" userId="82558bf5-0a7c-4071-b398-5925c96dbeb2" providerId="ADAL" clId="{500714BC-2A6B-4069-8C97-8BF7D81ED31C}" dt="2025-03-28T01:20:11.542" v="318" actId="26606"/>
          <ac:spMkLst>
            <pc:docMk/>
            <pc:sldMk cId="861943950" sldId="1024"/>
            <ac:spMk id="2" creationId="{B0B4C781-8ED2-DC28-89A0-4AFF8E8EAD27}"/>
          </ac:spMkLst>
        </pc:spChg>
        <pc:spChg chg="del">
          <ac:chgData name="José Pedro Calistro Torres de Miranda" userId="82558bf5-0a7c-4071-b398-5925c96dbeb2" providerId="ADAL" clId="{500714BC-2A6B-4069-8C97-8BF7D81ED31C}" dt="2025-03-28T01:20:11.542" v="318" actId="26606"/>
          <ac:spMkLst>
            <pc:docMk/>
            <pc:sldMk cId="861943950" sldId="1024"/>
            <ac:spMk id="3" creationId="{6FB3384C-C6AA-44A5-A889-0C990CC579DD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55" creationId="{F3060C83-F051-4F0E-ABAD-AA0DFC48B218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57" creationId="{83C98ABE-055B-441F-B07E-44F97F083C3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59" creationId="{29FDB030-9B49-4CED-8CCD-4D99382388AC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61" creationId="{3783CA14-24A1-485C-8B30-D6A5D87987AD}"/>
          </ac:spMkLst>
        </pc:spChg>
        <pc:spChg chg="add">
          <ac:chgData name="José Pedro Calistro Torres de Miranda" userId="82558bf5-0a7c-4071-b398-5925c96dbeb2" providerId="ADAL" clId="{500714BC-2A6B-4069-8C97-8BF7D81ED31C}" dt="2025-03-28T01:20:11.542" v="318" actId="26606"/>
          <ac:spMkLst>
            <pc:docMk/>
            <pc:sldMk cId="861943950" sldId="1024"/>
            <ac:spMk id="2063" creationId="{9A97C86A-04D6-40F7-AE84-31AB43E6A846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65" creationId="{FF9F2414-84E8-453E-B1F3-389FDE8192D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67" creationId="{3ECA69A1-7536-43AC-85EF-C7106179F5ED}"/>
          </ac:spMkLst>
        </pc:spChg>
        <pc:spChg chg="add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72" creationId="{AB8C311F-7253-4AED-9701-7FC0708C41C7}"/>
          </ac:spMkLst>
        </pc:spChg>
        <pc:spChg chg="add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74" creationId="{E2384209-CB15-4CDF-9D31-C44FD9A3F20D}"/>
          </ac:spMkLst>
        </pc:spChg>
        <pc:spChg chg="add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76" creationId="{2633B3B5-CC90-43F0-8714-D31D1F3F0209}"/>
          </ac:spMkLst>
        </pc:spChg>
        <pc:spChg chg="add">
          <ac:chgData name="José Pedro Calistro Torres de Miranda" userId="82558bf5-0a7c-4071-b398-5925c96dbeb2" providerId="ADAL" clId="{500714BC-2A6B-4069-8C97-8BF7D81ED31C}" dt="2025-03-28T01:20:17.296" v="320" actId="26606"/>
          <ac:spMkLst>
            <pc:docMk/>
            <pc:sldMk cId="861943950" sldId="1024"/>
            <ac:spMk id="2078" creationId="{A8D57A06-A426-446D-B02C-A2DC6B62E45E}"/>
          </ac:spMkLst>
        </pc:spChg>
        <pc:picChg chg="add mod">
          <ac:chgData name="José Pedro Calistro Torres de Miranda" userId="82558bf5-0a7c-4071-b398-5925c96dbeb2" providerId="ADAL" clId="{500714BC-2A6B-4069-8C97-8BF7D81ED31C}" dt="2025-03-28T01:20:15.078" v="319" actId="1076"/>
          <ac:picMkLst>
            <pc:docMk/>
            <pc:sldMk cId="861943950" sldId="1024"/>
            <ac:picMk id="2050" creationId="{65825190-70AC-8203-1CEC-BF0FA9130DB8}"/>
          </ac:picMkLst>
        </pc:picChg>
      </pc:sldChg>
      <pc:sldChg chg="addSp delSp modSp new mod ord setBg">
        <pc:chgData name="José Pedro Calistro Torres de Miranda" userId="82558bf5-0a7c-4071-b398-5925c96dbeb2" providerId="ADAL" clId="{500714BC-2A6B-4069-8C97-8BF7D81ED31C}" dt="2025-03-28T01:20:20.097" v="321" actId="26606"/>
        <pc:sldMkLst>
          <pc:docMk/>
          <pc:sldMk cId="1597688315" sldId="1025"/>
        </pc:sldMkLst>
        <pc:spChg chg="del">
          <ac:chgData name="José Pedro Calistro Torres de Miranda" userId="82558bf5-0a7c-4071-b398-5925c96dbeb2" providerId="ADAL" clId="{500714BC-2A6B-4069-8C97-8BF7D81ED31C}" dt="2025-03-28T01:20:04.479" v="316" actId="478"/>
          <ac:spMkLst>
            <pc:docMk/>
            <pc:sldMk cId="1597688315" sldId="1025"/>
            <ac:spMk id="2" creationId="{F3147BF3-541E-492D-03BD-B40AC2844B01}"/>
          </ac:spMkLst>
        </pc:spChg>
        <pc:spChg chg="del">
          <ac:chgData name="José Pedro Calistro Torres de Miranda" userId="82558bf5-0a7c-4071-b398-5925c96dbeb2" providerId="ADAL" clId="{500714BC-2A6B-4069-8C97-8BF7D81ED31C}" dt="2025-03-28T01:20:02.665" v="315" actId="478"/>
          <ac:spMkLst>
            <pc:docMk/>
            <pc:sldMk cId="1597688315" sldId="1025"/>
            <ac:spMk id="3" creationId="{565AC94C-4E4A-6F37-8542-8367D864B99B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79" creationId="{F3060C83-F051-4F0E-ABAD-AA0DFC48B218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81" creationId="{83C98ABE-055B-441F-B07E-44F97F083C3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83" creationId="{29FDB030-9B49-4CED-8CCD-4D99382388AC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85" creationId="{3783CA14-24A1-485C-8B30-D6A5D87987AD}"/>
          </ac:spMkLst>
        </pc:spChg>
        <pc:spChg chg="add">
          <ac:chgData name="José Pedro Calistro Torres de Miranda" userId="82558bf5-0a7c-4071-b398-5925c96dbeb2" providerId="ADAL" clId="{500714BC-2A6B-4069-8C97-8BF7D81ED31C}" dt="2025-03-28T01:20:07.746" v="317" actId="26606"/>
          <ac:spMkLst>
            <pc:docMk/>
            <pc:sldMk cId="1597688315" sldId="1025"/>
            <ac:spMk id="3087" creationId="{9A97C86A-04D6-40F7-AE84-31AB43E6A846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89" creationId="{FF9F2414-84E8-453E-B1F3-389FDE8192D9}"/>
          </ac:spMkLst>
        </pc:spChg>
        <pc:spChg chg="add del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91" creationId="{3ECA69A1-7536-43AC-85EF-C7106179F5ED}"/>
          </ac:spMkLst>
        </pc:spChg>
        <pc:spChg chg="add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96" creationId="{AB8C311F-7253-4AED-9701-7FC0708C41C7}"/>
          </ac:spMkLst>
        </pc:spChg>
        <pc:spChg chg="add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098" creationId="{E2384209-CB15-4CDF-9D31-C44FD9A3F20D}"/>
          </ac:spMkLst>
        </pc:spChg>
        <pc:spChg chg="add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100" creationId="{2633B3B5-CC90-43F0-8714-D31D1F3F0209}"/>
          </ac:spMkLst>
        </pc:spChg>
        <pc:spChg chg="add">
          <ac:chgData name="José Pedro Calistro Torres de Miranda" userId="82558bf5-0a7c-4071-b398-5925c96dbeb2" providerId="ADAL" clId="{500714BC-2A6B-4069-8C97-8BF7D81ED31C}" dt="2025-03-28T01:20:20.097" v="321" actId="26606"/>
          <ac:spMkLst>
            <pc:docMk/>
            <pc:sldMk cId="1597688315" sldId="1025"/>
            <ac:spMk id="3102" creationId="{A8D57A06-A426-446D-B02C-A2DC6B62E45E}"/>
          </ac:spMkLst>
        </pc:spChg>
        <pc:picChg chg="add mod">
          <ac:chgData name="José Pedro Calistro Torres de Miranda" userId="82558bf5-0a7c-4071-b398-5925c96dbeb2" providerId="ADAL" clId="{500714BC-2A6B-4069-8C97-8BF7D81ED31C}" dt="2025-03-28T01:20:07.746" v="317" actId="26606"/>
          <ac:picMkLst>
            <pc:docMk/>
            <pc:sldMk cId="1597688315" sldId="1025"/>
            <ac:picMk id="3074" creationId="{FB535C93-500A-E740-D5A8-37E822F646FC}"/>
          </ac:picMkLst>
        </pc:picChg>
      </pc:sldChg>
      <pc:sldChg chg="addSp delSp modSp new mod setBg modAnim">
        <pc:chgData name="José Pedro Calistro Torres de Miranda" userId="82558bf5-0a7c-4071-b398-5925c96dbeb2" providerId="ADAL" clId="{500714BC-2A6B-4069-8C97-8BF7D81ED31C}" dt="2025-03-28T02:01:10.425" v="486"/>
        <pc:sldMkLst>
          <pc:docMk/>
          <pc:sldMk cId="949002467" sldId="1026"/>
        </pc:sldMkLst>
        <pc:spChg chg="mod">
          <ac:chgData name="José Pedro Calistro Torres de Miranda" userId="82558bf5-0a7c-4071-b398-5925c96dbeb2" providerId="ADAL" clId="{500714BC-2A6B-4069-8C97-8BF7D81ED31C}" dt="2025-03-28T01:50:20.573" v="418"/>
          <ac:spMkLst>
            <pc:docMk/>
            <pc:sldMk cId="949002467" sldId="1026"/>
            <ac:spMk id="2" creationId="{333F3F15-1ED0-250F-2A7C-BDE72B7DFA8A}"/>
          </ac:spMkLst>
        </pc:spChg>
        <pc:spChg chg="del">
          <ac:chgData name="José Pedro Calistro Torres de Miranda" userId="82558bf5-0a7c-4071-b398-5925c96dbeb2" providerId="ADAL" clId="{500714BC-2A6B-4069-8C97-8BF7D81ED31C}" dt="2025-03-28T01:50:09.674" v="414"/>
          <ac:spMkLst>
            <pc:docMk/>
            <pc:sldMk cId="949002467" sldId="1026"/>
            <ac:spMk id="3" creationId="{3E3C25D9-7D56-F189-4973-7154A332D833}"/>
          </ac:spMkLst>
        </pc:spChg>
        <pc:spChg chg="add">
          <ac:chgData name="José Pedro Calistro Torres de Miranda" userId="82558bf5-0a7c-4071-b398-5925c96dbeb2" providerId="ADAL" clId="{500714BC-2A6B-4069-8C97-8BF7D81ED31C}" dt="2025-03-28T01:50:15.714" v="417" actId="26606"/>
          <ac:spMkLst>
            <pc:docMk/>
            <pc:sldMk cId="949002467" sldId="1026"/>
            <ac:spMk id="5129" creationId="{2151139A-886F-4B97-8815-729AD3831BBD}"/>
          </ac:spMkLst>
        </pc:spChg>
        <pc:spChg chg="add">
          <ac:chgData name="José Pedro Calistro Torres de Miranda" userId="82558bf5-0a7c-4071-b398-5925c96dbeb2" providerId="ADAL" clId="{500714BC-2A6B-4069-8C97-8BF7D81ED31C}" dt="2025-03-28T01:50:15.714" v="417" actId="26606"/>
          <ac:spMkLst>
            <pc:docMk/>
            <pc:sldMk cId="949002467" sldId="1026"/>
            <ac:spMk id="5131" creationId="{AB5E08C4-8CDD-4623-A5B8-E998C6DEE3B7}"/>
          </ac:spMkLst>
        </pc:spChg>
        <pc:spChg chg="add">
          <ac:chgData name="José Pedro Calistro Torres de Miranda" userId="82558bf5-0a7c-4071-b398-5925c96dbeb2" providerId="ADAL" clId="{500714BC-2A6B-4069-8C97-8BF7D81ED31C}" dt="2025-03-28T01:50:15.714" v="417" actId="26606"/>
          <ac:spMkLst>
            <pc:docMk/>
            <pc:sldMk cId="949002467" sldId="1026"/>
            <ac:spMk id="5133" creationId="{15F33878-D502-4FFA-8ACE-F2AECDB2A23F}"/>
          </ac:spMkLst>
        </pc:spChg>
        <pc:spChg chg="add">
          <ac:chgData name="José Pedro Calistro Torres de Miranda" userId="82558bf5-0a7c-4071-b398-5925c96dbeb2" providerId="ADAL" clId="{500714BC-2A6B-4069-8C97-8BF7D81ED31C}" dt="2025-03-28T01:50:15.714" v="417" actId="26606"/>
          <ac:spMkLst>
            <pc:docMk/>
            <pc:sldMk cId="949002467" sldId="1026"/>
            <ac:spMk id="5135" creationId="{D3539FEE-81D3-4406-802E-60B20B16F4F6}"/>
          </ac:spMkLst>
        </pc:spChg>
        <pc:spChg chg="add">
          <ac:chgData name="José Pedro Calistro Torres de Miranda" userId="82558bf5-0a7c-4071-b398-5925c96dbeb2" providerId="ADAL" clId="{500714BC-2A6B-4069-8C97-8BF7D81ED31C}" dt="2025-03-28T01:50:15.714" v="417" actId="26606"/>
          <ac:spMkLst>
            <pc:docMk/>
            <pc:sldMk cId="949002467" sldId="1026"/>
            <ac:spMk id="5137" creationId="{DC701763-729E-462F-A5A8-E0DEFEB1E2E4}"/>
          </ac:spMkLst>
        </pc:spChg>
        <pc:picChg chg="add mod ord">
          <ac:chgData name="José Pedro Calistro Torres de Miranda" userId="82558bf5-0a7c-4071-b398-5925c96dbeb2" providerId="ADAL" clId="{500714BC-2A6B-4069-8C97-8BF7D81ED31C}" dt="2025-03-28T01:50:15.714" v="417" actId="26606"/>
          <ac:picMkLst>
            <pc:docMk/>
            <pc:sldMk cId="949002467" sldId="1026"/>
            <ac:picMk id="5122" creationId="{60C8D115-06FD-D9F8-1BD4-236CEF6FF92C}"/>
          </ac:picMkLst>
        </pc:picChg>
        <pc:picChg chg="add mod">
          <ac:chgData name="José Pedro Calistro Torres de Miranda" userId="82558bf5-0a7c-4071-b398-5925c96dbeb2" providerId="ADAL" clId="{500714BC-2A6B-4069-8C97-8BF7D81ED31C}" dt="2025-03-28T01:50:15.714" v="417" actId="26606"/>
          <ac:picMkLst>
            <pc:docMk/>
            <pc:sldMk cId="949002467" sldId="1026"/>
            <ac:picMk id="5124" creationId="{D2ECD86B-53F1-ECF3-DDF8-6B63CB2D0F05}"/>
          </ac:picMkLst>
        </pc:picChg>
      </pc:sldChg>
      <pc:sldChg chg="addSp delSp modSp add mod ord delAnim modAnim">
        <pc:chgData name="José Pedro Calistro Torres de Miranda" userId="82558bf5-0a7c-4071-b398-5925c96dbeb2" providerId="ADAL" clId="{500714BC-2A6B-4069-8C97-8BF7D81ED31C}" dt="2025-03-28T02:00:48.245" v="483"/>
        <pc:sldMkLst>
          <pc:docMk/>
          <pc:sldMk cId="1572112140" sldId="1027"/>
        </pc:sldMkLst>
        <pc:spChg chg="add del mod">
          <ac:chgData name="José Pedro Calistro Torres de Miranda" userId="82558bf5-0a7c-4071-b398-5925c96dbeb2" providerId="ADAL" clId="{500714BC-2A6B-4069-8C97-8BF7D81ED31C}" dt="2025-03-28T01:59:43.226" v="463" actId="478"/>
          <ac:spMkLst>
            <pc:docMk/>
            <pc:sldMk cId="1572112140" sldId="1027"/>
            <ac:spMk id="4" creationId="{13DCF46D-D861-B617-CEB0-980E9A65303E}"/>
          </ac:spMkLst>
        </pc:spChg>
        <pc:spChg chg="add del mod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7" creationId="{6FC0329B-2539-8A6A-3DB8-1AA006B65046}"/>
          </ac:spMkLst>
        </pc:spChg>
        <pc:spChg chg="del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9" creationId="{E8761E13-5D49-D0EE-6796-E14BC337FFB4}"/>
          </ac:spMkLst>
        </pc:spChg>
        <pc:spChg chg="del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11" creationId="{01BDD93A-D41D-A2C6-4406-F2B3F12D1E8F}"/>
          </ac:spMkLst>
        </pc:spChg>
        <pc:spChg chg="del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13" creationId="{E930A49A-F41F-B740-15F3-7B9770D83032}"/>
          </ac:spMkLst>
        </pc:spChg>
        <pc:spChg chg="del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15" creationId="{F3DA3750-6F59-19AE-12A2-75A18C3D7DBB}"/>
          </ac:spMkLst>
        </pc:spChg>
        <pc:spChg chg="add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21" creationId="{BACC6370-2D7E-4714-9D71-7542949D7D5D}"/>
          </ac:spMkLst>
        </pc:spChg>
        <pc:spChg chg="add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23" creationId="{F68B3F68-107C-434F-AA38-110D5EA91B85}"/>
          </ac:spMkLst>
        </pc:spChg>
        <pc:spChg chg="add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25" creationId="{AAD0DBB9-1A4B-4391-81D4-CB19F9AB918A}"/>
          </ac:spMkLst>
        </pc:spChg>
        <pc:spChg chg="add">
          <ac:chgData name="José Pedro Calistro Torres de Miranda" userId="82558bf5-0a7c-4071-b398-5925c96dbeb2" providerId="ADAL" clId="{500714BC-2A6B-4069-8C97-8BF7D81ED31C}" dt="2025-03-28T02:00:34.344" v="481" actId="26606"/>
          <ac:spMkLst>
            <pc:docMk/>
            <pc:sldMk cId="1572112140" sldId="1027"/>
            <ac:spMk id="27" creationId="{063BBA22-50EA-4C4D-BE05-F1CE4E63AA56}"/>
          </ac:spMkLst>
        </pc:spChg>
        <pc:graphicFrameChg chg="del mod">
          <ac:chgData name="José Pedro Calistro Torres de Miranda" userId="82558bf5-0a7c-4071-b398-5925c96dbeb2" providerId="ADAL" clId="{500714BC-2A6B-4069-8C97-8BF7D81ED31C}" dt="2025-03-28T01:59:27.379" v="461" actId="478"/>
          <ac:graphicFrameMkLst>
            <pc:docMk/>
            <pc:sldMk cId="1572112140" sldId="1027"/>
            <ac:graphicFrameMk id="5" creationId="{85D90C0D-D288-275E-8F8B-1EDA58CB90E4}"/>
          </ac:graphicFrameMkLst>
        </pc:graphicFrameChg>
        <pc:graphicFrameChg chg="add">
          <ac:chgData name="José Pedro Calistro Torres de Miranda" userId="82558bf5-0a7c-4071-b398-5925c96dbeb2" providerId="ADAL" clId="{500714BC-2A6B-4069-8C97-8BF7D81ED31C}" dt="2025-03-28T02:00:34.344" v="481" actId="26606"/>
          <ac:graphicFrameMkLst>
            <pc:docMk/>
            <pc:sldMk cId="1572112140" sldId="1027"/>
            <ac:graphicFrameMk id="17" creationId="{B87C16F4-286B-FAB4-8B05-E51DEE5A92DA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4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21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8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4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21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8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5ED91-88E1-4BD9-B1DF-F8DFF2B13DA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0732C6-A589-4848-9965-C518E5449D7F}">
      <dgm:prSet/>
      <dgm:spPr/>
      <dgm:t>
        <a:bodyPr/>
        <a:lstStyle/>
        <a:p>
          <a:pPr algn="l"/>
          <a:r>
            <a:rPr lang="pt-BR" dirty="0"/>
            <a:t>🎤 Apresentação dos </a:t>
          </a:r>
          <a:r>
            <a:rPr lang="pt-BR" dirty="0" err="1"/>
            <a:t>Mini-desafios</a:t>
          </a:r>
          <a:endParaRPr lang="pt-BR" b="1" dirty="0"/>
        </a:p>
      </dgm:t>
    </dgm:pt>
    <dgm:pt modelId="{807E8761-9C8D-418B-992C-B9B666A9637A}" type="parTrans" cxnId="{6BB78FCC-41D6-4998-81C0-9A740743145E}">
      <dgm:prSet/>
      <dgm:spPr/>
      <dgm:t>
        <a:bodyPr/>
        <a:lstStyle/>
        <a:p>
          <a:endParaRPr lang="en-US"/>
        </a:p>
      </dgm:t>
    </dgm:pt>
    <dgm:pt modelId="{824774B6-D5A4-4882-853B-15C8995140AF}" type="sibTrans" cxnId="{6BB78FCC-41D6-4998-81C0-9A740743145E}">
      <dgm:prSet/>
      <dgm:spPr/>
      <dgm:t>
        <a:bodyPr/>
        <a:lstStyle/>
        <a:p>
          <a:endParaRPr lang="en-US"/>
        </a:p>
      </dgm:t>
    </dgm:pt>
    <dgm:pt modelId="{A239FFBB-E7C1-4051-B80D-5E095722602A}">
      <dgm:prSet/>
      <dgm:spPr/>
      <dgm:t>
        <a:bodyPr/>
        <a:lstStyle/>
        <a:p>
          <a:pPr algn="l"/>
          <a:r>
            <a:rPr lang="pt-BR"/>
            <a:t>🔁 Revisão de conceitos principais</a:t>
          </a:r>
        </a:p>
      </dgm:t>
    </dgm:pt>
    <dgm:pt modelId="{CF324BAD-572A-4741-8CB8-333E1BAF6C77}" type="parTrans" cxnId="{D238DBDC-AF34-4806-BAEB-2DFB5CE83D8F}">
      <dgm:prSet/>
      <dgm:spPr/>
      <dgm:t>
        <a:bodyPr/>
        <a:lstStyle/>
        <a:p>
          <a:endParaRPr lang="pt-BR"/>
        </a:p>
      </dgm:t>
    </dgm:pt>
    <dgm:pt modelId="{F5600091-01BA-4ED5-8DB2-5751A133CA3E}" type="sibTrans" cxnId="{D238DBDC-AF34-4806-BAEB-2DFB5CE83D8F}">
      <dgm:prSet/>
      <dgm:spPr/>
      <dgm:t>
        <a:bodyPr/>
        <a:lstStyle/>
        <a:p>
          <a:endParaRPr lang="pt-BR"/>
        </a:p>
      </dgm:t>
    </dgm:pt>
    <dgm:pt modelId="{B7BB5275-D998-4D78-A468-FD846657640F}">
      <dgm:prSet/>
      <dgm:spPr/>
      <dgm:t>
        <a:bodyPr/>
        <a:lstStyle/>
        <a:p>
          <a:pPr algn="l"/>
          <a:r>
            <a:rPr lang="pt-BR"/>
            <a:t>📊 Avaliação de modelos e métricas</a:t>
          </a:r>
        </a:p>
      </dgm:t>
    </dgm:pt>
    <dgm:pt modelId="{13B8F18C-5D76-4574-9423-473383AB1646}" type="parTrans" cxnId="{F4A54E60-1483-4ECC-970C-19297AD7596E}">
      <dgm:prSet/>
      <dgm:spPr/>
      <dgm:t>
        <a:bodyPr/>
        <a:lstStyle/>
        <a:p>
          <a:endParaRPr lang="pt-BR"/>
        </a:p>
      </dgm:t>
    </dgm:pt>
    <dgm:pt modelId="{4FB4732C-3872-4896-AAF5-D5D134FC59A4}" type="sibTrans" cxnId="{F4A54E60-1483-4ECC-970C-19297AD7596E}">
      <dgm:prSet/>
      <dgm:spPr/>
      <dgm:t>
        <a:bodyPr/>
        <a:lstStyle/>
        <a:p>
          <a:endParaRPr lang="pt-BR"/>
        </a:p>
      </dgm:t>
    </dgm:pt>
    <dgm:pt modelId="{2B3E6250-B6A5-4612-A0C5-FBDA9E097E1C}">
      <dgm:prSet/>
      <dgm:spPr/>
      <dgm:t>
        <a:bodyPr/>
        <a:lstStyle/>
        <a:p>
          <a:pPr algn="l"/>
          <a:r>
            <a:rPr lang="pt-BR"/>
            <a:t>⚖️ Comparação de algoritmos</a:t>
          </a:r>
        </a:p>
      </dgm:t>
    </dgm:pt>
    <dgm:pt modelId="{DC63AF1C-1652-464F-8BD9-29483E6301A4}" type="parTrans" cxnId="{1F95EFAD-B94D-43E8-ABAB-B9B0360EA859}">
      <dgm:prSet/>
      <dgm:spPr/>
      <dgm:t>
        <a:bodyPr/>
        <a:lstStyle/>
        <a:p>
          <a:endParaRPr lang="pt-BR"/>
        </a:p>
      </dgm:t>
    </dgm:pt>
    <dgm:pt modelId="{3AB0714A-EA3C-4812-9E62-BA2DBC0F5CE9}" type="sibTrans" cxnId="{1F95EFAD-B94D-43E8-ABAB-B9B0360EA859}">
      <dgm:prSet/>
      <dgm:spPr/>
      <dgm:t>
        <a:bodyPr/>
        <a:lstStyle/>
        <a:p>
          <a:endParaRPr lang="pt-BR"/>
        </a:p>
      </dgm:t>
    </dgm:pt>
    <dgm:pt modelId="{7006BD8A-8F8F-4366-BB79-F338A4CAD0ED}">
      <dgm:prSet/>
      <dgm:spPr/>
      <dgm:t>
        <a:bodyPr/>
        <a:lstStyle/>
        <a:p>
          <a:pPr algn="l"/>
          <a:r>
            <a:rPr lang="pt-BR"/>
            <a:t>📝 Atividade prática em dupla</a:t>
          </a:r>
        </a:p>
      </dgm:t>
    </dgm:pt>
    <dgm:pt modelId="{009644D0-626E-4554-96B9-53E7F5F27C5A}" type="parTrans" cxnId="{A4F71712-6E14-4F10-BA06-93C60DEE5E38}">
      <dgm:prSet/>
      <dgm:spPr/>
      <dgm:t>
        <a:bodyPr/>
        <a:lstStyle/>
        <a:p>
          <a:endParaRPr lang="pt-BR"/>
        </a:p>
      </dgm:t>
    </dgm:pt>
    <dgm:pt modelId="{29FFF0EC-E4AB-4DBF-9E1F-7792CE5BF627}" type="sibTrans" cxnId="{A4F71712-6E14-4F10-BA06-93C60DEE5E38}">
      <dgm:prSet/>
      <dgm:spPr/>
      <dgm:t>
        <a:bodyPr/>
        <a:lstStyle/>
        <a:p>
          <a:endParaRPr lang="pt-BR"/>
        </a:p>
      </dgm:t>
    </dgm:pt>
    <dgm:pt modelId="{64C8E8DE-89AF-4FED-BAF2-4692A94502FA}">
      <dgm:prSet/>
      <dgm:spPr/>
      <dgm:t>
        <a:bodyPr/>
        <a:lstStyle/>
        <a:p>
          <a:pPr algn="l"/>
          <a:r>
            <a:rPr lang="pt-BR"/>
            <a:t>💬 Fechamento</a:t>
          </a:r>
        </a:p>
      </dgm:t>
    </dgm:pt>
    <dgm:pt modelId="{17685715-486A-4B50-A9B1-104B3E260B78}" type="parTrans" cxnId="{11008434-FAB2-4CD4-87F4-60A3CE53FE17}">
      <dgm:prSet/>
      <dgm:spPr/>
      <dgm:t>
        <a:bodyPr/>
        <a:lstStyle/>
        <a:p>
          <a:endParaRPr lang="pt-BR"/>
        </a:p>
      </dgm:t>
    </dgm:pt>
    <dgm:pt modelId="{B423A279-4DD3-4C06-91CC-26897058000C}" type="sibTrans" cxnId="{11008434-FAB2-4CD4-87F4-60A3CE53FE17}">
      <dgm:prSet/>
      <dgm:spPr/>
      <dgm:t>
        <a:bodyPr/>
        <a:lstStyle/>
        <a:p>
          <a:endParaRPr lang="pt-BR"/>
        </a:p>
      </dgm:t>
    </dgm:pt>
    <dgm:pt modelId="{E71DA6FF-A1D1-405C-86C0-8AE61605B3E9}" type="pres">
      <dgm:prSet presAssocID="{94B5ED91-88E1-4BD9-B1DF-F8DFF2B13DA1}" presName="vert0" presStyleCnt="0">
        <dgm:presLayoutVars>
          <dgm:dir/>
          <dgm:animOne val="branch"/>
          <dgm:animLvl val="lvl"/>
        </dgm:presLayoutVars>
      </dgm:prSet>
      <dgm:spPr/>
    </dgm:pt>
    <dgm:pt modelId="{27C64104-541E-455D-AD44-806C4F104E34}" type="pres">
      <dgm:prSet presAssocID="{190732C6-A589-4848-9965-C518E5449D7F}" presName="thickLine" presStyleLbl="alignNode1" presStyleIdx="0" presStyleCnt="6"/>
      <dgm:spPr/>
    </dgm:pt>
    <dgm:pt modelId="{0AAC4D51-8622-429B-BA57-7AA429B05C6F}" type="pres">
      <dgm:prSet presAssocID="{190732C6-A589-4848-9965-C518E5449D7F}" presName="horz1" presStyleCnt="0"/>
      <dgm:spPr/>
    </dgm:pt>
    <dgm:pt modelId="{E3E8C7DD-7430-4F64-AEE7-1DE8433C1826}" type="pres">
      <dgm:prSet presAssocID="{190732C6-A589-4848-9965-C518E5449D7F}" presName="tx1" presStyleLbl="revTx" presStyleIdx="0" presStyleCnt="6"/>
      <dgm:spPr/>
    </dgm:pt>
    <dgm:pt modelId="{74F5967A-D9B3-4F5E-A995-192FE6990321}" type="pres">
      <dgm:prSet presAssocID="{190732C6-A589-4848-9965-C518E5449D7F}" presName="vert1" presStyleCnt="0"/>
      <dgm:spPr/>
    </dgm:pt>
    <dgm:pt modelId="{3326D74F-ED89-43D9-9E5E-59AF35746561}" type="pres">
      <dgm:prSet presAssocID="{A239FFBB-E7C1-4051-B80D-5E095722602A}" presName="thickLine" presStyleLbl="alignNode1" presStyleIdx="1" presStyleCnt="6"/>
      <dgm:spPr/>
    </dgm:pt>
    <dgm:pt modelId="{C965BD4B-90A7-4C80-8FF4-3716F9779463}" type="pres">
      <dgm:prSet presAssocID="{A239FFBB-E7C1-4051-B80D-5E095722602A}" presName="horz1" presStyleCnt="0"/>
      <dgm:spPr/>
    </dgm:pt>
    <dgm:pt modelId="{53BCE2CA-3385-4917-B702-F5213038102D}" type="pres">
      <dgm:prSet presAssocID="{A239FFBB-E7C1-4051-B80D-5E095722602A}" presName="tx1" presStyleLbl="revTx" presStyleIdx="1" presStyleCnt="6"/>
      <dgm:spPr/>
    </dgm:pt>
    <dgm:pt modelId="{0ED9AF9A-E50A-4261-B1E1-7A73D2568A09}" type="pres">
      <dgm:prSet presAssocID="{A239FFBB-E7C1-4051-B80D-5E095722602A}" presName="vert1" presStyleCnt="0"/>
      <dgm:spPr/>
    </dgm:pt>
    <dgm:pt modelId="{92A7310F-A69B-4591-8923-ABC7CF27D758}" type="pres">
      <dgm:prSet presAssocID="{B7BB5275-D998-4D78-A468-FD846657640F}" presName="thickLine" presStyleLbl="alignNode1" presStyleIdx="2" presStyleCnt="6"/>
      <dgm:spPr/>
    </dgm:pt>
    <dgm:pt modelId="{D96ABF6F-D97B-4A82-86DB-9AD91D9ADE91}" type="pres">
      <dgm:prSet presAssocID="{B7BB5275-D998-4D78-A468-FD846657640F}" presName="horz1" presStyleCnt="0"/>
      <dgm:spPr/>
    </dgm:pt>
    <dgm:pt modelId="{88331BA5-BECC-4E0F-B7A2-5C323DA3D4C2}" type="pres">
      <dgm:prSet presAssocID="{B7BB5275-D998-4D78-A468-FD846657640F}" presName="tx1" presStyleLbl="revTx" presStyleIdx="2" presStyleCnt="6"/>
      <dgm:spPr/>
    </dgm:pt>
    <dgm:pt modelId="{9597DBC2-1575-4EF0-9165-AF8DD52971E6}" type="pres">
      <dgm:prSet presAssocID="{B7BB5275-D998-4D78-A468-FD846657640F}" presName="vert1" presStyleCnt="0"/>
      <dgm:spPr/>
    </dgm:pt>
    <dgm:pt modelId="{DF80026D-885A-4334-849D-C7B7477DC5D7}" type="pres">
      <dgm:prSet presAssocID="{2B3E6250-B6A5-4612-A0C5-FBDA9E097E1C}" presName="thickLine" presStyleLbl="alignNode1" presStyleIdx="3" presStyleCnt="6"/>
      <dgm:spPr/>
    </dgm:pt>
    <dgm:pt modelId="{3E8A85C2-43A1-4908-80AE-1829203E8117}" type="pres">
      <dgm:prSet presAssocID="{2B3E6250-B6A5-4612-A0C5-FBDA9E097E1C}" presName="horz1" presStyleCnt="0"/>
      <dgm:spPr/>
    </dgm:pt>
    <dgm:pt modelId="{A94C156D-4418-4770-9B34-815B56174F19}" type="pres">
      <dgm:prSet presAssocID="{2B3E6250-B6A5-4612-A0C5-FBDA9E097E1C}" presName="tx1" presStyleLbl="revTx" presStyleIdx="3" presStyleCnt="6"/>
      <dgm:spPr/>
    </dgm:pt>
    <dgm:pt modelId="{9F1149D4-769A-4D72-B4AD-FBD4184BEBCC}" type="pres">
      <dgm:prSet presAssocID="{2B3E6250-B6A5-4612-A0C5-FBDA9E097E1C}" presName="vert1" presStyleCnt="0"/>
      <dgm:spPr/>
    </dgm:pt>
    <dgm:pt modelId="{4FC725F7-C96D-4720-9797-0C9BC441353C}" type="pres">
      <dgm:prSet presAssocID="{7006BD8A-8F8F-4366-BB79-F338A4CAD0ED}" presName="thickLine" presStyleLbl="alignNode1" presStyleIdx="4" presStyleCnt="6"/>
      <dgm:spPr/>
    </dgm:pt>
    <dgm:pt modelId="{E91C733B-1B97-4874-972A-AB64D14069C6}" type="pres">
      <dgm:prSet presAssocID="{7006BD8A-8F8F-4366-BB79-F338A4CAD0ED}" presName="horz1" presStyleCnt="0"/>
      <dgm:spPr/>
    </dgm:pt>
    <dgm:pt modelId="{61DF3F0E-072A-4E9B-AF9D-CE201574A45C}" type="pres">
      <dgm:prSet presAssocID="{7006BD8A-8F8F-4366-BB79-F338A4CAD0ED}" presName="tx1" presStyleLbl="revTx" presStyleIdx="4" presStyleCnt="6"/>
      <dgm:spPr/>
    </dgm:pt>
    <dgm:pt modelId="{89FC21EC-AB63-452B-A2CB-06297072F34B}" type="pres">
      <dgm:prSet presAssocID="{7006BD8A-8F8F-4366-BB79-F338A4CAD0ED}" presName="vert1" presStyleCnt="0"/>
      <dgm:spPr/>
    </dgm:pt>
    <dgm:pt modelId="{B2C225B5-C06F-4E00-AC92-5CF6F907D4F3}" type="pres">
      <dgm:prSet presAssocID="{64C8E8DE-89AF-4FED-BAF2-4692A94502FA}" presName="thickLine" presStyleLbl="alignNode1" presStyleIdx="5" presStyleCnt="6"/>
      <dgm:spPr/>
    </dgm:pt>
    <dgm:pt modelId="{78D5BB2E-84CA-43A2-9874-45AA677308AB}" type="pres">
      <dgm:prSet presAssocID="{64C8E8DE-89AF-4FED-BAF2-4692A94502FA}" presName="horz1" presStyleCnt="0"/>
      <dgm:spPr/>
    </dgm:pt>
    <dgm:pt modelId="{5DDA285E-7B69-4B87-A8B6-A7B9854906F3}" type="pres">
      <dgm:prSet presAssocID="{64C8E8DE-89AF-4FED-BAF2-4692A94502FA}" presName="tx1" presStyleLbl="revTx" presStyleIdx="5" presStyleCnt="6"/>
      <dgm:spPr/>
    </dgm:pt>
    <dgm:pt modelId="{A5360585-A959-4D49-B2AC-3C3D0691492C}" type="pres">
      <dgm:prSet presAssocID="{64C8E8DE-89AF-4FED-BAF2-4692A94502FA}" presName="vert1" presStyleCnt="0"/>
      <dgm:spPr/>
    </dgm:pt>
  </dgm:ptLst>
  <dgm:cxnLst>
    <dgm:cxn modelId="{CF975C00-AC69-40D3-A549-7D128E446AC1}" type="presOf" srcId="{B7BB5275-D998-4D78-A468-FD846657640F}" destId="{88331BA5-BECC-4E0F-B7A2-5C323DA3D4C2}" srcOrd="0" destOrd="0" presId="urn:microsoft.com/office/officeart/2008/layout/LinedList"/>
    <dgm:cxn modelId="{A4F71712-6E14-4F10-BA06-93C60DEE5E38}" srcId="{94B5ED91-88E1-4BD9-B1DF-F8DFF2B13DA1}" destId="{7006BD8A-8F8F-4366-BB79-F338A4CAD0ED}" srcOrd="4" destOrd="0" parTransId="{009644D0-626E-4554-96B9-53E7F5F27C5A}" sibTransId="{29FFF0EC-E4AB-4DBF-9E1F-7792CE5BF627}"/>
    <dgm:cxn modelId="{11008434-FAB2-4CD4-87F4-60A3CE53FE17}" srcId="{94B5ED91-88E1-4BD9-B1DF-F8DFF2B13DA1}" destId="{64C8E8DE-89AF-4FED-BAF2-4692A94502FA}" srcOrd="5" destOrd="0" parTransId="{17685715-486A-4B50-A9B1-104B3E260B78}" sibTransId="{B423A279-4DD3-4C06-91CC-26897058000C}"/>
    <dgm:cxn modelId="{F4A54E60-1483-4ECC-970C-19297AD7596E}" srcId="{94B5ED91-88E1-4BD9-B1DF-F8DFF2B13DA1}" destId="{B7BB5275-D998-4D78-A468-FD846657640F}" srcOrd="2" destOrd="0" parTransId="{13B8F18C-5D76-4574-9423-473383AB1646}" sibTransId="{4FB4732C-3872-4896-AAF5-D5D134FC59A4}"/>
    <dgm:cxn modelId="{55D6A04B-AC89-479F-82BC-590F56FA57F2}" type="presOf" srcId="{7006BD8A-8F8F-4366-BB79-F338A4CAD0ED}" destId="{61DF3F0E-072A-4E9B-AF9D-CE201574A45C}" srcOrd="0" destOrd="0" presId="urn:microsoft.com/office/officeart/2008/layout/LinedList"/>
    <dgm:cxn modelId="{2B50A87C-1E94-426B-AB63-17EDA9F56397}" type="presOf" srcId="{2B3E6250-B6A5-4612-A0C5-FBDA9E097E1C}" destId="{A94C156D-4418-4770-9B34-815B56174F19}" srcOrd="0" destOrd="0" presId="urn:microsoft.com/office/officeart/2008/layout/LinedList"/>
    <dgm:cxn modelId="{1F95EFAD-B94D-43E8-ABAB-B9B0360EA859}" srcId="{94B5ED91-88E1-4BD9-B1DF-F8DFF2B13DA1}" destId="{2B3E6250-B6A5-4612-A0C5-FBDA9E097E1C}" srcOrd="3" destOrd="0" parTransId="{DC63AF1C-1652-464F-8BD9-29483E6301A4}" sibTransId="{3AB0714A-EA3C-4812-9E62-BA2DBC0F5CE9}"/>
    <dgm:cxn modelId="{6BB78FCC-41D6-4998-81C0-9A740743145E}" srcId="{94B5ED91-88E1-4BD9-B1DF-F8DFF2B13DA1}" destId="{190732C6-A589-4848-9965-C518E5449D7F}" srcOrd="0" destOrd="0" parTransId="{807E8761-9C8D-418B-992C-B9B666A9637A}" sibTransId="{824774B6-D5A4-4882-853B-15C8995140AF}"/>
    <dgm:cxn modelId="{D238DBDC-AF34-4806-BAEB-2DFB5CE83D8F}" srcId="{94B5ED91-88E1-4BD9-B1DF-F8DFF2B13DA1}" destId="{A239FFBB-E7C1-4051-B80D-5E095722602A}" srcOrd="1" destOrd="0" parTransId="{CF324BAD-572A-4741-8CB8-333E1BAF6C77}" sibTransId="{F5600091-01BA-4ED5-8DB2-5751A133CA3E}"/>
    <dgm:cxn modelId="{CE1738E4-FCEC-408D-B199-17F349525E49}" type="presOf" srcId="{64C8E8DE-89AF-4FED-BAF2-4692A94502FA}" destId="{5DDA285E-7B69-4B87-A8B6-A7B9854906F3}" srcOrd="0" destOrd="0" presId="urn:microsoft.com/office/officeart/2008/layout/LinedList"/>
    <dgm:cxn modelId="{4C29C8EA-414E-45D2-9E50-E92BE2DE9E66}" type="presOf" srcId="{A239FFBB-E7C1-4051-B80D-5E095722602A}" destId="{53BCE2CA-3385-4917-B702-F5213038102D}" srcOrd="0" destOrd="0" presId="urn:microsoft.com/office/officeart/2008/layout/LinedList"/>
    <dgm:cxn modelId="{BD3C36F1-58B5-4ED0-99DC-2B3B6A33773F}" type="presOf" srcId="{94B5ED91-88E1-4BD9-B1DF-F8DFF2B13DA1}" destId="{E71DA6FF-A1D1-405C-86C0-8AE61605B3E9}" srcOrd="0" destOrd="0" presId="urn:microsoft.com/office/officeart/2008/layout/LinedList"/>
    <dgm:cxn modelId="{DEA7DEFA-BFC0-4B7E-B1FC-1B6A380E059F}" type="presOf" srcId="{190732C6-A589-4848-9965-C518E5449D7F}" destId="{E3E8C7DD-7430-4F64-AEE7-1DE8433C1826}" srcOrd="0" destOrd="0" presId="urn:microsoft.com/office/officeart/2008/layout/LinedList"/>
    <dgm:cxn modelId="{E5BADBC0-8BED-48E3-957A-5FB6DEB51904}" type="presParOf" srcId="{E71DA6FF-A1D1-405C-86C0-8AE61605B3E9}" destId="{27C64104-541E-455D-AD44-806C4F104E34}" srcOrd="0" destOrd="0" presId="urn:microsoft.com/office/officeart/2008/layout/LinedList"/>
    <dgm:cxn modelId="{7379453C-B65E-4924-B412-1EA00F672BCE}" type="presParOf" srcId="{E71DA6FF-A1D1-405C-86C0-8AE61605B3E9}" destId="{0AAC4D51-8622-429B-BA57-7AA429B05C6F}" srcOrd="1" destOrd="0" presId="urn:microsoft.com/office/officeart/2008/layout/LinedList"/>
    <dgm:cxn modelId="{B7F2A73D-971B-4712-A34B-89B039FE5434}" type="presParOf" srcId="{0AAC4D51-8622-429B-BA57-7AA429B05C6F}" destId="{E3E8C7DD-7430-4F64-AEE7-1DE8433C1826}" srcOrd="0" destOrd="0" presId="urn:microsoft.com/office/officeart/2008/layout/LinedList"/>
    <dgm:cxn modelId="{CB01707C-0BBC-40AA-81E2-3EAA24757432}" type="presParOf" srcId="{0AAC4D51-8622-429B-BA57-7AA429B05C6F}" destId="{74F5967A-D9B3-4F5E-A995-192FE6990321}" srcOrd="1" destOrd="0" presId="urn:microsoft.com/office/officeart/2008/layout/LinedList"/>
    <dgm:cxn modelId="{0478A847-E17C-49F7-8443-9FD1E8AF5EC2}" type="presParOf" srcId="{E71DA6FF-A1D1-405C-86C0-8AE61605B3E9}" destId="{3326D74F-ED89-43D9-9E5E-59AF35746561}" srcOrd="2" destOrd="0" presId="urn:microsoft.com/office/officeart/2008/layout/LinedList"/>
    <dgm:cxn modelId="{E4B91780-609B-4E7D-809E-1E4E2E8DA88A}" type="presParOf" srcId="{E71DA6FF-A1D1-405C-86C0-8AE61605B3E9}" destId="{C965BD4B-90A7-4C80-8FF4-3716F9779463}" srcOrd="3" destOrd="0" presId="urn:microsoft.com/office/officeart/2008/layout/LinedList"/>
    <dgm:cxn modelId="{66DFD80D-3A25-42BA-BA69-F84AEEB181BE}" type="presParOf" srcId="{C965BD4B-90A7-4C80-8FF4-3716F9779463}" destId="{53BCE2CA-3385-4917-B702-F5213038102D}" srcOrd="0" destOrd="0" presId="urn:microsoft.com/office/officeart/2008/layout/LinedList"/>
    <dgm:cxn modelId="{FAE00A65-DBB3-45D9-8D43-57DB3548B0E3}" type="presParOf" srcId="{C965BD4B-90A7-4C80-8FF4-3716F9779463}" destId="{0ED9AF9A-E50A-4261-B1E1-7A73D2568A09}" srcOrd="1" destOrd="0" presId="urn:microsoft.com/office/officeart/2008/layout/LinedList"/>
    <dgm:cxn modelId="{4B4DAF94-2570-4FA8-BC64-E1A6007986B3}" type="presParOf" srcId="{E71DA6FF-A1D1-405C-86C0-8AE61605B3E9}" destId="{92A7310F-A69B-4591-8923-ABC7CF27D758}" srcOrd="4" destOrd="0" presId="urn:microsoft.com/office/officeart/2008/layout/LinedList"/>
    <dgm:cxn modelId="{80F59FA7-427D-4B13-9BEB-6A756783431B}" type="presParOf" srcId="{E71DA6FF-A1D1-405C-86C0-8AE61605B3E9}" destId="{D96ABF6F-D97B-4A82-86DB-9AD91D9ADE91}" srcOrd="5" destOrd="0" presId="urn:microsoft.com/office/officeart/2008/layout/LinedList"/>
    <dgm:cxn modelId="{10B42FB3-5944-436E-AA60-4D39A81660B2}" type="presParOf" srcId="{D96ABF6F-D97B-4A82-86DB-9AD91D9ADE91}" destId="{88331BA5-BECC-4E0F-B7A2-5C323DA3D4C2}" srcOrd="0" destOrd="0" presId="urn:microsoft.com/office/officeart/2008/layout/LinedList"/>
    <dgm:cxn modelId="{BD4B8027-9367-4D9B-BC4B-B3DA4D4C1205}" type="presParOf" srcId="{D96ABF6F-D97B-4A82-86DB-9AD91D9ADE91}" destId="{9597DBC2-1575-4EF0-9165-AF8DD52971E6}" srcOrd="1" destOrd="0" presId="urn:microsoft.com/office/officeart/2008/layout/LinedList"/>
    <dgm:cxn modelId="{2B189EAD-1213-4F54-9407-B1DB8DA8F460}" type="presParOf" srcId="{E71DA6FF-A1D1-405C-86C0-8AE61605B3E9}" destId="{DF80026D-885A-4334-849D-C7B7477DC5D7}" srcOrd="6" destOrd="0" presId="urn:microsoft.com/office/officeart/2008/layout/LinedList"/>
    <dgm:cxn modelId="{1657FFD1-F213-4C7A-A0EA-6F0A16FDA6E9}" type="presParOf" srcId="{E71DA6FF-A1D1-405C-86C0-8AE61605B3E9}" destId="{3E8A85C2-43A1-4908-80AE-1829203E8117}" srcOrd="7" destOrd="0" presId="urn:microsoft.com/office/officeart/2008/layout/LinedList"/>
    <dgm:cxn modelId="{94C145C2-625B-444F-8316-81AFBEDED902}" type="presParOf" srcId="{3E8A85C2-43A1-4908-80AE-1829203E8117}" destId="{A94C156D-4418-4770-9B34-815B56174F19}" srcOrd="0" destOrd="0" presId="urn:microsoft.com/office/officeart/2008/layout/LinedList"/>
    <dgm:cxn modelId="{5181D965-12E7-4437-AF72-AD75899B35D1}" type="presParOf" srcId="{3E8A85C2-43A1-4908-80AE-1829203E8117}" destId="{9F1149D4-769A-4D72-B4AD-FBD4184BEBCC}" srcOrd="1" destOrd="0" presId="urn:microsoft.com/office/officeart/2008/layout/LinedList"/>
    <dgm:cxn modelId="{2F9174EF-F697-49BA-9984-452DF5E177F8}" type="presParOf" srcId="{E71DA6FF-A1D1-405C-86C0-8AE61605B3E9}" destId="{4FC725F7-C96D-4720-9797-0C9BC441353C}" srcOrd="8" destOrd="0" presId="urn:microsoft.com/office/officeart/2008/layout/LinedList"/>
    <dgm:cxn modelId="{3782EBCC-9390-464B-A502-726ABBC1133E}" type="presParOf" srcId="{E71DA6FF-A1D1-405C-86C0-8AE61605B3E9}" destId="{E91C733B-1B97-4874-972A-AB64D14069C6}" srcOrd="9" destOrd="0" presId="urn:microsoft.com/office/officeart/2008/layout/LinedList"/>
    <dgm:cxn modelId="{C6386EC5-4AA3-4866-8E4D-11184A22F87B}" type="presParOf" srcId="{E91C733B-1B97-4874-972A-AB64D14069C6}" destId="{61DF3F0E-072A-4E9B-AF9D-CE201574A45C}" srcOrd="0" destOrd="0" presId="urn:microsoft.com/office/officeart/2008/layout/LinedList"/>
    <dgm:cxn modelId="{B32560CD-FD04-44AA-BEEB-24BCBFAFEB5E}" type="presParOf" srcId="{E91C733B-1B97-4874-972A-AB64D14069C6}" destId="{89FC21EC-AB63-452B-A2CB-06297072F34B}" srcOrd="1" destOrd="0" presId="urn:microsoft.com/office/officeart/2008/layout/LinedList"/>
    <dgm:cxn modelId="{A2FD9876-F644-4C45-89A5-E3C89B73F6A8}" type="presParOf" srcId="{E71DA6FF-A1D1-405C-86C0-8AE61605B3E9}" destId="{B2C225B5-C06F-4E00-AC92-5CF6F907D4F3}" srcOrd="10" destOrd="0" presId="urn:microsoft.com/office/officeart/2008/layout/LinedList"/>
    <dgm:cxn modelId="{B98A37A5-62A2-41AF-8508-D81D4BB570E5}" type="presParOf" srcId="{E71DA6FF-A1D1-405C-86C0-8AE61605B3E9}" destId="{78D5BB2E-84CA-43A2-9874-45AA677308AB}" srcOrd="11" destOrd="0" presId="urn:microsoft.com/office/officeart/2008/layout/LinedList"/>
    <dgm:cxn modelId="{157F6543-EC50-4E7A-A89A-6D8BF2F08AE2}" type="presParOf" srcId="{78D5BB2E-84CA-43A2-9874-45AA677308AB}" destId="{5DDA285E-7B69-4B87-A8B6-A7B9854906F3}" srcOrd="0" destOrd="0" presId="urn:microsoft.com/office/officeart/2008/layout/LinedList"/>
    <dgm:cxn modelId="{EEC083EE-D4A3-4213-9AC7-633173AC8810}" type="presParOf" srcId="{78D5BB2E-84CA-43A2-9874-45AA677308AB}" destId="{A5360585-A959-4D49-B2AC-3C3D069149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Introdução à Disciplina</a:t>
          </a:r>
          <a:endParaRPr lang="en-US" dirty="0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Infraestrutura para Big Data</a:t>
          </a:r>
          <a:endParaRPr lang="en-US" dirty="0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Processamento de Dados em Escala</a:t>
          </a:r>
          <a:endParaRPr lang="en-US" dirty="0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6EC0A287-C64B-4757-B852-8087249853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Streaming de Dados</a:t>
          </a:r>
          <a:endParaRPr lang="en-US" dirty="0"/>
        </a:p>
      </dgm:t>
    </dgm:pt>
    <dgm:pt modelId="{36BB961F-B43B-4B4C-8272-8B94FA72A022}" type="parTrans" cxnId="{938286A2-F460-406E-ADD9-B5B820EE72BB}">
      <dgm:prSet/>
      <dgm:spPr/>
      <dgm:t>
        <a:bodyPr/>
        <a:lstStyle/>
        <a:p>
          <a:endParaRPr lang="pt-BR"/>
        </a:p>
      </dgm:t>
    </dgm:pt>
    <dgm:pt modelId="{A470AB96-F8EF-438F-B32F-2342EC5A4FE4}" type="sibTrans" cxnId="{938286A2-F460-406E-ADD9-B5B820EE72BB}">
      <dgm:prSet/>
      <dgm:spPr/>
      <dgm:t>
        <a:bodyPr/>
        <a:lstStyle/>
        <a:p>
          <a:endParaRPr lang="pt-BR"/>
        </a:p>
      </dgm:t>
    </dgm:pt>
    <dgm:pt modelId="{963CB2C9-4445-40FF-B367-8A1CFD8D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Machine Learning</a:t>
          </a:r>
        </a:p>
      </dgm:t>
    </dgm:pt>
    <dgm:pt modelId="{A8DD76BF-9B6B-4648-913C-4D2E26F8585A}" type="parTrans" cxnId="{4554CF58-BF59-44FC-B970-FEAAB45C9057}">
      <dgm:prSet/>
      <dgm:spPr/>
      <dgm:t>
        <a:bodyPr/>
        <a:lstStyle/>
        <a:p>
          <a:endParaRPr lang="pt-BR"/>
        </a:p>
      </dgm:t>
    </dgm:pt>
    <dgm:pt modelId="{B7C57324-1118-4843-B965-0EA83480F54F}" type="sibTrans" cxnId="{4554CF58-BF59-44FC-B970-FEAAB45C9057}">
      <dgm:prSet/>
      <dgm:spPr/>
      <dgm:t>
        <a:bodyPr/>
        <a:lstStyle/>
        <a:p>
          <a:endParaRPr lang="pt-BR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7" custLinFactNeighborX="13" custLinFactNeighborY="-23347"/>
      <dgm:spPr/>
    </dgm:pt>
    <dgm:pt modelId="{1F8562D3-E6D4-4EE1-B08E-8ADD11531FA1}" type="pres">
      <dgm:prSet presAssocID="{92B9C494-10CC-4F61-9069-71613D5E373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7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7"/>
      <dgm:spPr/>
    </dgm:pt>
    <dgm:pt modelId="{69C5A09E-B9AE-4014-B93F-C539F40E6D14}" type="pres">
      <dgm:prSet presAssocID="{78EA0DEB-C4E7-4530-82C3-38F5D5F5871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7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7"/>
      <dgm:spPr/>
    </dgm:pt>
    <dgm:pt modelId="{10B74E8D-0F59-433C-9A33-E1E81D19EBBB}" type="pres">
      <dgm:prSet presAssocID="{E78B0644-B1DF-43FF-AF62-065CF917815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7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7"/>
      <dgm:spPr/>
    </dgm:pt>
    <dgm:pt modelId="{0AA90B25-7E39-490C-94B8-5D7CC86616CA}" type="pres">
      <dgm:prSet presAssocID="{D60ACF92-21B5-45C7-9587-549A85AA87F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7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7"/>
      <dgm:spPr/>
    </dgm:pt>
    <dgm:pt modelId="{D676761A-49C2-42D6-A526-68C3E3C2F9D2}" type="pres">
      <dgm:prSet presAssocID="{F46B5934-A3BB-4DDC-BA3F-425595E724D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7">
        <dgm:presLayoutVars>
          <dgm:chMax val="0"/>
          <dgm:chPref val="0"/>
        </dgm:presLayoutVars>
      </dgm:prSet>
      <dgm:spPr/>
    </dgm:pt>
    <dgm:pt modelId="{20D40910-B169-4A22-8BF2-D44A6FDBC544}" type="pres">
      <dgm:prSet presAssocID="{CA04E64C-D352-4CFB-A6F4-BDEECDAD0063}" presName="sibTrans" presStyleCnt="0"/>
      <dgm:spPr/>
    </dgm:pt>
    <dgm:pt modelId="{03E3226B-19FC-49EB-91AE-8D36E69849B3}" type="pres">
      <dgm:prSet presAssocID="{6EC0A287-C64B-4757-B852-8087249853EB}" presName="compNode" presStyleCnt="0"/>
      <dgm:spPr/>
    </dgm:pt>
    <dgm:pt modelId="{3735C041-C77B-44F0-AC3F-EEA071678FFA}" type="pres">
      <dgm:prSet presAssocID="{6EC0A287-C64B-4757-B852-8087249853EB}" presName="bgRect" presStyleLbl="bgShp" presStyleIdx="5" presStyleCnt="7"/>
      <dgm:spPr/>
    </dgm:pt>
    <dgm:pt modelId="{9EC68228-A6F2-4FAC-80E6-17F8DCD63DF3}" type="pres">
      <dgm:prSet presAssocID="{6EC0A287-C64B-4757-B852-8087249853E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75% com preenchimento sólido"/>
        </a:ext>
      </dgm:extLst>
    </dgm:pt>
    <dgm:pt modelId="{0E4F19B6-A5C7-4D5A-8A70-44C3AC8822A3}" type="pres">
      <dgm:prSet presAssocID="{6EC0A287-C64B-4757-B852-8087249853EB}" presName="spaceRect" presStyleCnt="0"/>
      <dgm:spPr/>
    </dgm:pt>
    <dgm:pt modelId="{D4BF9A34-7B3A-4E60-B139-CFE6A68B2E02}" type="pres">
      <dgm:prSet presAssocID="{6EC0A287-C64B-4757-B852-8087249853EB}" presName="parTx" presStyleLbl="revTx" presStyleIdx="5" presStyleCnt="7">
        <dgm:presLayoutVars>
          <dgm:chMax val="0"/>
          <dgm:chPref val="0"/>
        </dgm:presLayoutVars>
      </dgm:prSet>
      <dgm:spPr/>
    </dgm:pt>
    <dgm:pt modelId="{16677FC6-42DC-48D3-9A0C-A275BDA47403}" type="pres">
      <dgm:prSet presAssocID="{A470AB96-F8EF-438F-B32F-2342EC5A4FE4}" presName="sibTrans" presStyleCnt="0"/>
      <dgm:spPr/>
    </dgm:pt>
    <dgm:pt modelId="{C1B0E1F7-DEB2-47A6-9473-6B1E1CD366B1}" type="pres">
      <dgm:prSet presAssocID="{963CB2C9-4445-40FF-B367-8A1CFD8DEC0D}" presName="compNode" presStyleCnt="0"/>
      <dgm:spPr/>
    </dgm:pt>
    <dgm:pt modelId="{004A9969-F1E3-4551-9D39-6F546E820C92}" type="pres">
      <dgm:prSet presAssocID="{963CB2C9-4445-40FF-B367-8A1CFD8DEC0D}" presName="bgRect" presStyleLbl="bgShp" presStyleIdx="6" presStyleCnt="7"/>
      <dgm:spPr/>
    </dgm:pt>
    <dgm:pt modelId="{A1ADA2DA-85F2-4B0F-BA34-D924668104B1}" type="pres">
      <dgm:prSet presAssocID="{963CB2C9-4445-40FF-B367-8A1CFD8DEC0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 com preenchimento sólido"/>
        </a:ext>
      </dgm:extLst>
    </dgm:pt>
    <dgm:pt modelId="{B7244026-F6D5-416B-A6BC-EF43A86D7BD9}" type="pres">
      <dgm:prSet presAssocID="{963CB2C9-4445-40FF-B367-8A1CFD8DEC0D}" presName="spaceRect" presStyleCnt="0"/>
      <dgm:spPr/>
    </dgm:pt>
    <dgm:pt modelId="{D7479BFA-D6A0-4D6B-84ED-6C58329FEF87}" type="pres">
      <dgm:prSet presAssocID="{963CB2C9-4445-40FF-B367-8A1CFD8DEC0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A61C00C-8AA9-4143-A31E-8152BE0BBEA6}" type="presOf" srcId="{6EC0A287-C64B-4757-B852-8087249853EB}" destId="{D4BF9A34-7B3A-4E60-B139-CFE6A68B2E02}" srcOrd="0" destOrd="0" presId="urn:microsoft.com/office/officeart/2018/2/layout/IconVerticalSolidList"/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A20E1E28-FD16-49A5-96DF-86FF4ED66F97}" type="presOf" srcId="{963CB2C9-4445-40FF-B367-8A1CFD8DEC0D}" destId="{D7479BFA-D6A0-4D6B-84ED-6C58329FEF87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4554CF58-BF59-44FC-B970-FEAAB45C9057}" srcId="{CAFFAAD6-23A2-4170-B72E-15B505743C95}" destId="{963CB2C9-4445-40FF-B367-8A1CFD8DEC0D}" srcOrd="6" destOrd="0" parTransId="{A8DD76BF-9B6B-4648-913C-4D2E26F8585A}" sibTransId="{B7C57324-1118-4843-B965-0EA83480F54F}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938286A2-F460-406E-ADD9-B5B820EE72BB}" srcId="{CAFFAAD6-23A2-4170-B72E-15B505743C95}" destId="{6EC0A287-C64B-4757-B852-8087249853EB}" srcOrd="5" destOrd="0" parTransId="{36BB961F-B43B-4B4C-8272-8B94FA72A022}" sibTransId="{A470AB96-F8EF-438F-B32F-2342EC5A4FE4}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  <dgm:cxn modelId="{E7945399-1D9C-4727-B6BE-D9726EA51DAE}" type="presParOf" srcId="{BCAA5659-811A-4ECE-B9C9-BBDBD99F1F2A}" destId="{20D40910-B169-4A22-8BF2-D44A6FDBC544}" srcOrd="9" destOrd="0" presId="urn:microsoft.com/office/officeart/2018/2/layout/IconVerticalSolidList"/>
    <dgm:cxn modelId="{A42F9AC4-B8BC-435B-A966-59D2F5C9511D}" type="presParOf" srcId="{BCAA5659-811A-4ECE-B9C9-BBDBD99F1F2A}" destId="{03E3226B-19FC-49EB-91AE-8D36E69849B3}" srcOrd="10" destOrd="0" presId="urn:microsoft.com/office/officeart/2018/2/layout/IconVerticalSolidList"/>
    <dgm:cxn modelId="{6791D0F8-E2BC-4CD7-8F3D-0577687984BF}" type="presParOf" srcId="{03E3226B-19FC-49EB-91AE-8D36E69849B3}" destId="{3735C041-C77B-44F0-AC3F-EEA071678FFA}" srcOrd="0" destOrd="0" presId="urn:microsoft.com/office/officeart/2018/2/layout/IconVerticalSolidList"/>
    <dgm:cxn modelId="{497306D3-82F0-47E8-92E8-9E5AE03BB46D}" type="presParOf" srcId="{03E3226B-19FC-49EB-91AE-8D36E69849B3}" destId="{9EC68228-A6F2-4FAC-80E6-17F8DCD63DF3}" srcOrd="1" destOrd="0" presId="urn:microsoft.com/office/officeart/2018/2/layout/IconVerticalSolidList"/>
    <dgm:cxn modelId="{F1834E8F-4CE3-478F-AE8E-932DACEDDF43}" type="presParOf" srcId="{03E3226B-19FC-49EB-91AE-8D36E69849B3}" destId="{0E4F19B6-A5C7-4D5A-8A70-44C3AC8822A3}" srcOrd="2" destOrd="0" presId="urn:microsoft.com/office/officeart/2018/2/layout/IconVerticalSolidList"/>
    <dgm:cxn modelId="{B9FD1FEA-0682-48C1-A399-D04D968F6C9E}" type="presParOf" srcId="{03E3226B-19FC-49EB-91AE-8D36E69849B3}" destId="{D4BF9A34-7B3A-4E60-B139-CFE6A68B2E02}" srcOrd="3" destOrd="0" presId="urn:microsoft.com/office/officeart/2018/2/layout/IconVerticalSolidList"/>
    <dgm:cxn modelId="{871401DF-689F-4726-9E7B-C02B97F0BFC1}" type="presParOf" srcId="{BCAA5659-811A-4ECE-B9C9-BBDBD99F1F2A}" destId="{16677FC6-42DC-48D3-9A0C-A275BDA47403}" srcOrd="11" destOrd="0" presId="urn:microsoft.com/office/officeart/2018/2/layout/IconVerticalSolidList"/>
    <dgm:cxn modelId="{116C8213-4E65-482A-8767-9B87E8E69E98}" type="presParOf" srcId="{BCAA5659-811A-4ECE-B9C9-BBDBD99F1F2A}" destId="{C1B0E1F7-DEB2-47A6-9473-6B1E1CD366B1}" srcOrd="12" destOrd="0" presId="urn:microsoft.com/office/officeart/2018/2/layout/IconVerticalSolidList"/>
    <dgm:cxn modelId="{4D5EF211-B336-4E08-B840-681BC296AFE7}" type="presParOf" srcId="{C1B0E1F7-DEB2-47A6-9473-6B1E1CD366B1}" destId="{004A9969-F1E3-4551-9D39-6F546E820C92}" srcOrd="0" destOrd="0" presId="urn:microsoft.com/office/officeart/2018/2/layout/IconVerticalSolidList"/>
    <dgm:cxn modelId="{A4572649-9DBA-49A3-9AFB-E2C86508A9B1}" type="presParOf" srcId="{C1B0E1F7-DEB2-47A6-9473-6B1E1CD366B1}" destId="{A1ADA2DA-85F2-4B0F-BA34-D924668104B1}" srcOrd="1" destOrd="0" presId="urn:microsoft.com/office/officeart/2018/2/layout/IconVerticalSolidList"/>
    <dgm:cxn modelId="{E721FFD5-E1FD-4DC3-9F03-660BBFBD3D4F}" type="presParOf" srcId="{C1B0E1F7-DEB2-47A6-9473-6B1E1CD366B1}" destId="{B7244026-F6D5-416B-A6BC-EF43A86D7BD9}" srcOrd="2" destOrd="0" presId="urn:microsoft.com/office/officeart/2018/2/layout/IconVerticalSolidList"/>
    <dgm:cxn modelId="{F1204247-F8E1-4F33-87BC-4D7BF02E82F8}" type="presParOf" srcId="{C1B0E1F7-DEB2-47A6-9473-6B1E1CD366B1}" destId="{D7479BFA-D6A0-4D6B-84ED-6C58329FEF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FCD451-B5BA-48BB-9EE4-15982E0AB550}" type="doc">
      <dgm:prSet loTypeId="urn:microsoft.com/office/officeart/2005/8/layout/vList2" loCatId="list" qsTypeId="urn:microsoft.com/office/officeart/2005/8/quickstyle/simple4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F10B27EF-F909-4405-8614-7790EAF7E61C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Problema</a:t>
          </a:r>
          <a:r>
            <a:rPr lang="en-US" dirty="0"/>
            <a:t> </a:t>
          </a:r>
          <a:r>
            <a:rPr lang="en-US" dirty="0" err="1"/>
            <a:t>identificado</a:t>
          </a:r>
          <a:endParaRPr lang="en-US" dirty="0"/>
        </a:p>
      </dgm:t>
    </dgm:pt>
    <dgm:pt modelId="{85EC3847-1423-4EDD-B0CB-4054B84CD8B0}" type="parTrans" cxnId="{24994628-3B68-4E9D-A474-4D1BCF2BF8F0}">
      <dgm:prSet/>
      <dgm:spPr/>
      <dgm:t>
        <a:bodyPr/>
        <a:lstStyle/>
        <a:p>
          <a:endParaRPr lang="en-US"/>
        </a:p>
      </dgm:t>
    </dgm:pt>
    <dgm:pt modelId="{399F87C1-4F7F-4057-8DC0-77CA7E7E1991}" type="sibTrans" cxnId="{24994628-3B68-4E9D-A474-4D1BCF2BF8F0}">
      <dgm:prSet/>
      <dgm:spPr/>
      <dgm:t>
        <a:bodyPr/>
        <a:lstStyle/>
        <a:p>
          <a:endParaRPr lang="en-US"/>
        </a:p>
      </dgm:t>
    </dgm:pt>
    <dgm:pt modelId="{3D6363B8-7602-47DA-8167-AEE4B1D058CB}">
      <dgm:prSet/>
      <dgm:spPr/>
      <dgm:t>
        <a:bodyPr/>
        <a:lstStyle/>
        <a:p>
          <a:r>
            <a:rPr lang="en-US"/>
            <a:t>- Tipo de dado necessário</a:t>
          </a:r>
        </a:p>
      </dgm:t>
    </dgm:pt>
    <dgm:pt modelId="{E26426E0-8085-4D39-BE37-EBB89FAF7563}" type="parTrans" cxnId="{C92D5C96-1E47-4E92-BEA9-51D493916B7F}">
      <dgm:prSet/>
      <dgm:spPr/>
      <dgm:t>
        <a:bodyPr/>
        <a:lstStyle/>
        <a:p>
          <a:endParaRPr lang="en-US"/>
        </a:p>
      </dgm:t>
    </dgm:pt>
    <dgm:pt modelId="{C2C60F18-D5E8-4E95-8F1F-A22AC5F81BCD}" type="sibTrans" cxnId="{C92D5C96-1E47-4E92-BEA9-51D493916B7F}">
      <dgm:prSet/>
      <dgm:spPr/>
      <dgm:t>
        <a:bodyPr/>
        <a:lstStyle/>
        <a:p>
          <a:endParaRPr lang="en-US"/>
        </a:p>
      </dgm:t>
    </dgm:pt>
    <dgm:pt modelId="{E68A4705-FCC6-412F-AC10-56FDC3D6AC44}">
      <dgm:prSet/>
      <dgm:spPr/>
      <dgm:t>
        <a:bodyPr/>
        <a:lstStyle/>
        <a:p>
          <a:r>
            <a:rPr lang="en-US"/>
            <a:t>- Tipo de aprendizado</a:t>
          </a:r>
        </a:p>
      </dgm:t>
    </dgm:pt>
    <dgm:pt modelId="{EAE93A12-C918-4314-BB77-306AC9AD8165}" type="parTrans" cxnId="{54D4268F-8019-444F-A32D-5D931FDB40B3}">
      <dgm:prSet/>
      <dgm:spPr/>
      <dgm:t>
        <a:bodyPr/>
        <a:lstStyle/>
        <a:p>
          <a:endParaRPr lang="en-US"/>
        </a:p>
      </dgm:t>
    </dgm:pt>
    <dgm:pt modelId="{D26E5474-7154-4EF4-AAB7-15137CB7BCB4}" type="sibTrans" cxnId="{54D4268F-8019-444F-A32D-5D931FDB40B3}">
      <dgm:prSet/>
      <dgm:spPr/>
      <dgm:t>
        <a:bodyPr/>
        <a:lstStyle/>
        <a:p>
          <a:endParaRPr lang="en-US"/>
        </a:p>
      </dgm:t>
    </dgm:pt>
    <dgm:pt modelId="{62C85EDC-8401-4574-AAFF-2F0727E88730}">
      <dgm:prSet/>
      <dgm:spPr/>
      <dgm:t>
        <a:bodyPr/>
        <a:lstStyle/>
        <a:p>
          <a:r>
            <a:rPr lang="en-US"/>
            <a:t>- Algoritmo sugerido</a:t>
          </a:r>
        </a:p>
      </dgm:t>
    </dgm:pt>
    <dgm:pt modelId="{D07B23E2-A24D-44B6-8DB4-83EE7ACCA140}" type="parTrans" cxnId="{50A26C61-2342-4122-9608-CFB2C97FB896}">
      <dgm:prSet/>
      <dgm:spPr/>
      <dgm:t>
        <a:bodyPr/>
        <a:lstStyle/>
        <a:p>
          <a:endParaRPr lang="en-US"/>
        </a:p>
      </dgm:t>
    </dgm:pt>
    <dgm:pt modelId="{42FE64BC-9B0F-48D6-89E1-8A1E774ACC15}" type="sibTrans" cxnId="{50A26C61-2342-4122-9608-CFB2C97FB896}">
      <dgm:prSet/>
      <dgm:spPr/>
      <dgm:t>
        <a:bodyPr/>
        <a:lstStyle/>
        <a:p>
          <a:endParaRPr lang="en-US"/>
        </a:p>
      </dgm:t>
    </dgm:pt>
    <dgm:pt modelId="{08F4956A-08D1-4D36-B05B-BB0C3C5632DC}">
      <dgm:prSet/>
      <dgm:spPr/>
      <dgm:t>
        <a:bodyPr/>
        <a:lstStyle/>
        <a:p>
          <a:r>
            <a:rPr lang="en-US"/>
            <a:t>⏱️ 3 a 5 min por grupo</a:t>
          </a:r>
        </a:p>
      </dgm:t>
    </dgm:pt>
    <dgm:pt modelId="{B986F906-7980-4057-8242-E5B805DD43C0}" type="parTrans" cxnId="{78186A9D-650A-4DB0-8E82-172833230401}">
      <dgm:prSet/>
      <dgm:spPr/>
      <dgm:t>
        <a:bodyPr/>
        <a:lstStyle/>
        <a:p>
          <a:endParaRPr lang="en-US"/>
        </a:p>
      </dgm:t>
    </dgm:pt>
    <dgm:pt modelId="{A888D1ED-1FF1-4578-8A0C-7E39D29D4F1C}" type="sibTrans" cxnId="{78186A9D-650A-4DB0-8E82-172833230401}">
      <dgm:prSet/>
      <dgm:spPr/>
      <dgm:t>
        <a:bodyPr/>
        <a:lstStyle/>
        <a:p>
          <a:endParaRPr lang="en-US"/>
        </a:p>
      </dgm:t>
    </dgm:pt>
    <dgm:pt modelId="{D949E7F1-A015-4D89-AAAD-6DD9AF007348}" type="pres">
      <dgm:prSet presAssocID="{3EFCD451-B5BA-48BB-9EE4-15982E0AB550}" presName="linear" presStyleCnt="0">
        <dgm:presLayoutVars>
          <dgm:animLvl val="lvl"/>
          <dgm:resizeHandles val="exact"/>
        </dgm:presLayoutVars>
      </dgm:prSet>
      <dgm:spPr/>
    </dgm:pt>
    <dgm:pt modelId="{AC5AF584-E803-4857-A258-3C7ECFE92353}" type="pres">
      <dgm:prSet presAssocID="{F10B27EF-F909-4405-8614-7790EAF7E61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0B94BF9-09D8-4E7D-B639-F8C99E75073B}" type="pres">
      <dgm:prSet presAssocID="{399F87C1-4F7F-4057-8DC0-77CA7E7E1991}" presName="spacer" presStyleCnt="0"/>
      <dgm:spPr/>
    </dgm:pt>
    <dgm:pt modelId="{D02802DC-DBC5-4CB2-9FD7-1BE912C9B8F0}" type="pres">
      <dgm:prSet presAssocID="{3D6363B8-7602-47DA-8167-AEE4B1D058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941BDA5-33B6-424B-9609-19FB87F710E4}" type="pres">
      <dgm:prSet presAssocID="{C2C60F18-D5E8-4E95-8F1F-A22AC5F81BCD}" presName="spacer" presStyleCnt="0"/>
      <dgm:spPr/>
    </dgm:pt>
    <dgm:pt modelId="{CCEAD665-2FD0-4927-9DEE-425B09302145}" type="pres">
      <dgm:prSet presAssocID="{E68A4705-FCC6-412F-AC10-56FDC3D6AC4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107A27-932C-4760-8F67-0967ECAC0313}" type="pres">
      <dgm:prSet presAssocID="{D26E5474-7154-4EF4-AAB7-15137CB7BCB4}" presName="spacer" presStyleCnt="0"/>
      <dgm:spPr/>
    </dgm:pt>
    <dgm:pt modelId="{3728F34F-9A81-420A-BDA0-9274B45191E4}" type="pres">
      <dgm:prSet presAssocID="{62C85EDC-8401-4574-AAFF-2F0727E8873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4AA584B-96D7-4DFE-8FE3-C878A38B6B18}" type="pres">
      <dgm:prSet presAssocID="{42FE64BC-9B0F-48D6-89E1-8A1E774ACC15}" presName="spacer" presStyleCnt="0"/>
      <dgm:spPr/>
    </dgm:pt>
    <dgm:pt modelId="{19A9FDB3-EB2A-4CB2-AD59-F07FDDC8DFED}" type="pres">
      <dgm:prSet presAssocID="{08F4956A-08D1-4D36-B05B-BB0C3C5632D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2E77A14-4F4B-4A69-A140-937CCAE33720}" type="presOf" srcId="{3EFCD451-B5BA-48BB-9EE4-15982E0AB550}" destId="{D949E7F1-A015-4D89-AAAD-6DD9AF007348}" srcOrd="0" destOrd="0" presId="urn:microsoft.com/office/officeart/2005/8/layout/vList2"/>
    <dgm:cxn modelId="{24994628-3B68-4E9D-A474-4D1BCF2BF8F0}" srcId="{3EFCD451-B5BA-48BB-9EE4-15982E0AB550}" destId="{F10B27EF-F909-4405-8614-7790EAF7E61C}" srcOrd="0" destOrd="0" parTransId="{85EC3847-1423-4EDD-B0CB-4054B84CD8B0}" sibTransId="{399F87C1-4F7F-4057-8DC0-77CA7E7E1991}"/>
    <dgm:cxn modelId="{BF71F731-2365-4FB3-AC56-48A70A78C375}" type="presOf" srcId="{62C85EDC-8401-4574-AAFF-2F0727E88730}" destId="{3728F34F-9A81-420A-BDA0-9274B45191E4}" srcOrd="0" destOrd="0" presId="urn:microsoft.com/office/officeart/2005/8/layout/vList2"/>
    <dgm:cxn modelId="{50A26C61-2342-4122-9608-CFB2C97FB896}" srcId="{3EFCD451-B5BA-48BB-9EE4-15982E0AB550}" destId="{62C85EDC-8401-4574-AAFF-2F0727E88730}" srcOrd="3" destOrd="0" parTransId="{D07B23E2-A24D-44B6-8DB4-83EE7ACCA140}" sibTransId="{42FE64BC-9B0F-48D6-89E1-8A1E774ACC15}"/>
    <dgm:cxn modelId="{06587D66-4EB1-4603-B66D-E77AD6BF356D}" type="presOf" srcId="{F10B27EF-F909-4405-8614-7790EAF7E61C}" destId="{AC5AF584-E803-4857-A258-3C7ECFE92353}" srcOrd="0" destOrd="0" presId="urn:microsoft.com/office/officeart/2005/8/layout/vList2"/>
    <dgm:cxn modelId="{54D4268F-8019-444F-A32D-5D931FDB40B3}" srcId="{3EFCD451-B5BA-48BB-9EE4-15982E0AB550}" destId="{E68A4705-FCC6-412F-AC10-56FDC3D6AC44}" srcOrd="2" destOrd="0" parTransId="{EAE93A12-C918-4314-BB77-306AC9AD8165}" sibTransId="{D26E5474-7154-4EF4-AAB7-15137CB7BCB4}"/>
    <dgm:cxn modelId="{48C02090-ED67-450D-BE06-D22840C662A3}" type="presOf" srcId="{08F4956A-08D1-4D36-B05B-BB0C3C5632DC}" destId="{19A9FDB3-EB2A-4CB2-AD59-F07FDDC8DFED}" srcOrd="0" destOrd="0" presId="urn:microsoft.com/office/officeart/2005/8/layout/vList2"/>
    <dgm:cxn modelId="{C92D5C96-1E47-4E92-BEA9-51D493916B7F}" srcId="{3EFCD451-B5BA-48BB-9EE4-15982E0AB550}" destId="{3D6363B8-7602-47DA-8167-AEE4B1D058CB}" srcOrd="1" destOrd="0" parTransId="{E26426E0-8085-4D39-BE37-EBB89FAF7563}" sibTransId="{C2C60F18-D5E8-4E95-8F1F-A22AC5F81BCD}"/>
    <dgm:cxn modelId="{BAD99F9C-A4AB-4B7F-91F0-E2FB16FDE692}" type="presOf" srcId="{3D6363B8-7602-47DA-8167-AEE4B1D058CB}" destId="{D02802DC-DBC5-4CB2-9FD7-1BE912C9B8F0}" srcOrd="0" destOrd="0" presId="urn:microsoft.com/office/officeart/2005/8/layout/vList2"/>
    <dgm:cxn modelId="{78186A9D-650A-4DB0-8E82-172833230401}" srcId="{3EFCD451-B5BA-48BB-9EE4-15982E0AB550}" destId="{08F4956A-08D1-4D36-B05B-BB0C3C5632DC}" srcOrd="4" destOrd="0" parTransId="{B986F906-7980-4057-8242-E5B805DD43C0}" sibTransId="{A888D1ED-1FF1-4578-8A0C-7E39D29D4F1C}"/>
    <dgm:cxn modelId="{89770C9E-C294-4AEA-9C8B-BE8FF40607B2}" type="presOf" srcId="{E68A4705-FCC6-412F-AC10-56FDC3D6AC44}" destId="{CCEAD665-2FD0-4927-9DEE-425B09302145}" srcOrd="0" destOrd="0" presId="urn:microsoft.com/office/officeart/2005/8/layout/vList2"/>
    <dgm:cxn modelId="{E7AA73EB-5B29-4E06-B36B-1E211C854413}" type="presParOf" srcId="{D949E7F1-A015-4D89-AAAD-6DD9AF007348}" destId="{AC5AF584-E803-4857-A258-3C7ECFE92353}" srcOrd="0" destOrd="0" presId="urn:microsoft.com/office/officeart/2005/8/layout/vList2"/>
    <dgm:cxn modelId="{BC2C5161-13E9-4F8C-9044-9CEAF5F65245}" type="presParOf" srcId="{D949E7F1-A015-4D89-AAAD-6DD9AF007348}" destId="{E0B94BF9-09D8-4E7D-B639-F8C99E75073B}" srcOrd="1" destOrd="0" presId="urn:microsoft.com/office/officeart/2005/8/layout/vList2"/>
    <dgm:cxn modelId="{339C0AA2-D0D0-4816-BC43-6D33D53B8FAB}" type="presParOf" srcId="{D949E7F1-A015-4D89-AAAD-6DD9AF007348}" destId="{D02802DC-DBC5-4CB2-9FD7-1BE912C9B8F0}" srcOrd="2" destOrd="0" presId="urn:microsoft.com/office/officeart/2005/8/layout/vList2"/>
    <dgm:cxn modelId="{83A40D7D-5A97-4E11-99A4-3C53E62BC10D}" type="presParOf" srcId="{D949E7F1-A015-4D89-AAAD-6DD9AF007348}" destId="{4941BDA5-33B6-424B-9609-19FB87F710E4}" srcOrd="3" destOrd="0" presId="urn:microsoft.com/office/officeart/2005/8/layout/vList2"/>
    <dgm:cxn modelId="{17A1CE3A-70FD-4C36-AA7D-5E1C46AC0132}" type="presParOf" srcId="{D949E7F1-A015-4D89-AAAD-6DD9AF007348}" destId="{CCEAD665-2FD0-4927-9DEE-425B09302145}" srcOrd="4" destOrd="0" presId="urn:microsoft.com/office/officeart/2005/8/layout/vList2"/>
    <dgm:cxn modelId="{02907942-3684-4A68-8923-B251C8C20F95}" type="presParOf" srcId="{D949E7F1-A015-4D89-AAAD-6DD9AF007348}" destId="{CC107A27-932C-4760-8F67-0967ECAC0313}" srcOrd="5" destOrd="0" presId="urn:microsoft.com/office/officeart/2005/8/layout/vList2"/>
    <dgm:cxn modelId="{982F6EAC-193D-437A-85D9-2D3ABDA2B768}" type="presParOf" srcId="{D949E7F1-A015-4D89-AAAD-6DD9AF007348}" destId="{3728F34F-9A81-420A-BDA0-9274B45191E4}" srcOrd="6" destOrd="0" presId="urn:microsoft.com/office/officeart/2005/8/layout/vList2"/>
    <dgm:cxn modelId="{8BAB7206-43D1-40E5-AC64-44CC1D3FD12B}" type="presParOf" srcId="{D949E7F1-A015-4D89-AAAD-6DD9AF007348}" destId="{B4AA584B-96D7-4DFE-8FE3-C878A38B6B18}" srcOrd="7" destOrd="0" presId="urn:microsoft.com/office/officeart/2005/8/layout/vList2"/>
    <dgm:cxn modelId="{1861F90F-83C6-464D-9E10-98BB1E31C056}" type="presParOf" srcId="{D949E7F1-A015-4D89-AAAD-6DD9AF007348}" destId="{19A9FDB3-EB2A-4CB2-AD59-F07FDDC8DFE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F26096-D8A3-4989-B7E3-B7CDC4880F5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EBE6E8E-5B18-4079-8D5E-B0E2DBB12EA3}">
      <dgm:prSet/>
      <dgm:spPr/>
      <dgm:t>
        <a:bodyPr/>
        <a:lstStyle/>
        <a:p>
          <a:pPr>
            <a:defRPr cap="all"/>
          </a:pPr>
          <a:r>
            <a:rPr lang="en-US"/>
            <a:t>- O que é Machine Learning</a:t>
          </a:r>
        </a:p>
      </dgm:t>
    </dgm:pt>
    <dgm:pt modelId="{EEE51316-67A0-4FF3-9414-11E0C985E5B5}" type="parTrans" cxnId="{B0F99DB5-9B56-472A-9DC9-8252A09F7521}">
      <dgm:prSet/>
      <dgm:spPr/>
      <dgm:t>
        <a:bodyPr/>
        <a:lstStyle/>
        <a:p>
          <a:endParaRPr lang="en-US"/>
        </a:p>
      </dgm:t>
    </dgm:pt>
    <dgm:pt modelId="{F54B7B5E-E400-43B1-9A6D-CA7CB2880B70}" type="sibTrans" cxnId="{B0F99DB5-9B56-472A-9DC9-8252A09F7521}">
      <dgm:prSet/>
      <dgm:spPr/>
      <dgm:t>
        <a:bodyPr/>
        <a:lstStyle/>
        <a:p>
          <a:endParaRPr lang="en-US"/>
        </a:p>
      </dgm:t>
    </dgm:pt>
    <dgm:pt modelId="{04F7DBAA-4D24-46E3-BA5C-CDC5475142D3}">
      <dgm:prSet/>
      <dgm:spPr/>
      <dgm:t>
        <a:bodyPr/>
        <a:lstStyle/>
        <a:p>
          <a:pPr>
            <a:defRPr cap="all"/>
          </a:pPr>
          <a:r>
            <a:rPr lang="en-US"/>
            <a:t>- Aprendizado supervisionado x não supervisionado</a:t>
          </a:r>
        </a:p>
      </dgm:t>
    </dgm:pt>
    <dgm:pt modelId="{570D19DB-982D-4ECC-9EC7-9882917FCF68}" type="parTrans" cxnId="{DA407DCE-BA15-4131-ADC1-C6F0CAE0B53B}">
      <dgm:prSet/>
      <dgm:spPr/>
      <dgm:t>
        <a:bodyPr/>
        <a:lstStyle/>
        <a:p>
          <a:endParaRPr lang="en-US"/>
        </a:p>
      </dgm:t>
    </dgm:pt>
    <dgm:pt modelId="{9D31CB3E-AFFC-417C-B2FE-84C93131BB59}" type="sibTrans" cxnId="{DA407DCE-BA15-4131-ADC1-C6F0CAE0B53B}">
      <dgm:prSet/>
      <dgm:spPr/>
      <dgm:t>
        <a:bodyPr/>
        <a:lstStyle/>
        <a:p>
          <a:endParaRPr lang="en-US"/>
        </a:p>
      </dgm:t>
    </dgm:pt>
    <dgm:pt modelId="{364991F2-69FC-4F86-8FC0-729449BBDB11}">
      <dgm:prSet/>
      <dgm:spPr/>
      <dgm:t>
        <a:bodyPr/>
        <a:lstStyle/>
        <a:p>
          <a:pPr>
            <a:defRPr cap="all"/>
          </a:pPr>
          <a:r>
            <a:rPr lang="en-US"/>
            <a:t>- Ferramentas e aplicações práticas</a:t>
          </a:r>
        </a:p>
      </dgm:t>
    </dgm:pt>
    <dgm:pt modelId="{FE940B3E-5431-4A7A-8389-05F9DC9BD0D8}" type="parTrans" cxnId="{9F3E2DBC-AB98-4A9B-B2CB-5E95CA888EE0}">
      <dgm:prSet/>
      <dgm:spPr/>
      <dgm:t>
        <a:bodyPr/>
        <a:lstStyle/>
        <a:p>
          <a:endParaRPr lang="en-US"/>
        </a:p>
      </dgm:t>
    </dgm:pt>
    <dgm:pt modelId="{999EC09E-F030-4ED4-8435-4DA782904527}" type="sibTrans" cxnId="{9F3E2DBC-AB98-4A9B-B2CB-5E95CA888EE0}">
      <dgm:prSet/>
      <dgm:spPr/>
      <dgm:t>
        <a:bodyPr/>
        <a:lstStyle/>
        <a:p>
          <a:endParaRPr lang="en-US"/>
        </a:p>
      </dgm:t>
    </dgm:pt>
    <dgm:pt modelId="{745BFD5E-6017-4A3C-A5D0-80A565CE0B6E}">
      <dgm:prSet/>
      <dgm:spPr/>
      <dgm:t>
        <a:bodyPr/>
        <a:lstStyle/>
        <a:p>
          <a:pPr>
            <a:defRPr cap="all"/>
          </a:pPr>
          <a:r>
            <a:rPr lang="en-US" dirty="0"/>
            <a:t>- </a:t>
          </a:r>
          <a:r>
            <a:rPr lang="en-US" dirty="0" err="1"/>
            <a:t>Exemplos</a:t>
          </a:r>
          <a:r>
            <a:rPr lang="en-US" dirty="0"/>
            <a:t> de </a:t>
          </a:r>
          <a:r>
            <a:rPr lang="en-US" dirty="0" err="1"/>
            <a:t>modelos</a:t>
          </a:r>
          <a:endParaRPr lang="en-US" dirty="0"/>
        </a:p>
      </dgm:t>
    </dgm:pt>
    <dgm:pt modelId="{A2D358C8-F8EB-4977-AA84-31F4F1B9F08D}" type="parTrans" cxnId="{4959A8FA-AA98-4F33-A172-570F841BB420}">
      <dgm:prSet/>
      <dgm:spPr/>
      <dgm:t>
        <a:bodyPr/>
        <a:lstStyle/>
        <a:p>
          <a:endParaRPr lang="en-US"/>
        </a:p>
      </dgm:t>
    </dgm:pt>
    <dgm:pt modelId="{7AA8ABD7-24F9-4535-B68E-D33950295ABB}" type="sibTrans" cxnId="{4959A8FA-AA98-4F33-A172-570F841BB420}">
      <dgm:prSet/>
      <dgm:spPr/>
      <dgm:t>
        <a:bodyPr/>
        <a:lstStyle/>
        <a:p>
          <a:endParaRPr lang="en-US"/>
        </a:p>
      </dgm:t>
    </dgm:pt>
    <dgm:pt modelId="{18B9107B-0A4D-4AC2-94F8-1C3F2D9A6D93}" type="pres">
      <dgm:prSet presAssocID="{1EF26096-D8A3-4989-B7E3-B7CDC4880F52}" presName="root" presStyleCnt="0">
        <dgm:presLayoutVars>
          <dgm:dir/>
          <dgm:resizeHandles val="exact"/>
        </dgm:presLayoutVars>
      </dgm:prSet>
      <dgm:spPr/>
    </dgm:pt>
    <dgm:pt modelId="{8F04FFB7-CA82-4D0A-BF0C-7C0D94F8AEAE}" type="pres">
      <dgm:prSet presAssocID="{CEBE6E8E-5B18-4079-8D5E-B0E2DBB12EA3}" presName="compNode" presStyleCnt="0"/>
      <dgm:spPr/>
    </dgm:pt>
    <dgm:pt modelId="{5663B307-99DB-4B71-AF5F-E9A02495F169}" type="pres">
      <dgm:prSet presAssocID="{CEBE6E8E-5B18-4079-8D5E-B0E2DBB12EA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3DD3037-5965-4E7E-8FFB-BAB3B4A700DD}" type="pres">
      <dgm:prSet presAssocID="{CEBE6E8E-5B18-4079-8D5E-B0E2DBB12E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B1030896-D2C3-4D2F-9D83-AB4D2265069B}" type="pres">
      <dgm:prSet presAssocID="{CEBE6E8E-5B18-4079-8D5E-B0E2DBB12EA3}" presName="spaceRect" presStyleCnt="0"/>
      <dgm:spPr/>
    </dgm:pt>
    <dgm:pt modelId="{DE895388-4C5D-4F10-9346-6AAC5CA0D66D}" type="pres">
      <dgm:prSet presAssocID="{CEBE6E8E-5B18-4079-8D5E-B0E2DBB12EA3}" presName="textRect" presStyleLbl="revTx" presStyleIdx="0" presStyleCnt="4">
        <dgm:presLayoutVars>
          <dgm:chMax val="1"/>
          <dgm:chPref val="1"/>
        </dgm:presLayoutVars>
      </dgm:prSet>
      <dgm:spPr/>
    </dgm:pt>
    <dgm:pt modelId="{D69D9952-A9B3-49AB-9BAA-CC3BA88B9CCA}" type="pres">
      <dgm:prSet presAssocID="{F54B7B5E-E400-43B1-9A6D-CA7CB2880B70}" presName="sibTrans" presStyleCnt="0"/>
      <dgm:spPr/>
    </dgm:pt>
    <dgm:pt modelId="{71F5B0FD-9169-4C96-9971-D2C6AFD4E920}" type="pres">
      <dgm:prSet presAssocID="{04F7DBAA-4D24-46E3-BA5C-CDC5475142D3}" presName="compNode" presStyleCnt="0"/>
      <dgm:spPr/>
    </dgm:pt>
    <dgm:pt modelId="{0BEEC24A-5390-4A47-B05C-38E1238FC87D}" type="pres">
      <dgm:prSet presAssocID="{04F7DBAA-4D24-46E3-BA5C-CDC5475142D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5AE04E8-D9C1-4D7E-8484-8EE54DE67902}" type="pres">
      <dgm:prSet presAssocID="{04F7DBAA-4D24-46E3-BA5C-CDC5475142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8C5E647E-F525-48A3-A806-83046C38490E}" type="pres">
      <dgm:prSet presAssocID="{04F7DBAA-4D24-46E3-BA5C-CDC5475142D3}" presName="spaceRect" presStyleCnt="0"/>
      <dgm:spPr/>
    </dgm:pt>
    <dgm:pt modelId="{61930996-DB00-456B-B658-EA675B38E771}" type="pres">
      <dgm:prSet presAssocID="{04F7DBAA-4D24-46E3-BA5C-CDC5475142D3}" presName="textRect" presStyleLbl="revTx" presStyleIdx="1" presStyleCnt="4">
        <dgm:presLayoutVars>
          <dgm:chMax val="1"/>
          <dgm:chPref val="1"/>
        </dgm:presLayoutVars>
      </dgm:prSet>
      <dgm:spPr/>
    </dgm:pt>
    <dgm:pt modelId="{1CEB9C9F-2E8B-46B4-9484-966BD4C6C12D}" type="pres">
      <dgm:prSet presAssocID="{9D31CB3E-AFFC-417C-B2FE-84C93131BB59}" presName="sibTrans" presStyleCnt="0"/>
      <dgm:spPr/>
    </dgm:pt>
    <dgm:pt modelId="{481826FC-8EBF-496F-987D-1DFDC8C9B4E2}" type="pres">
      <dgm:prSet presAssocID="{364991F2-69FC-4F86-8FC0-729449BBDB11}" presName="compNode" presStyleCnt="0"/>
      <dgm:spPr/>
    </dgm:pt>
    <dgm:pt modelId="{BE1F11C6-31C5-4C68-A634-8F46F0107E54}" type="pres">
      <dgm:prSet presAssocID="{364991F2-69FC-4F86-8FC0-729449BBDB1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6CEABDE-6D5F-415C-90B4-CC87761B0336}" type="pres">
      <dgm:prSet presAssocID="{364991F2-69FC-4F86-8FC0-729449BBDB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DF974314-8F17-4802-88C5-36227731A951}" type="pres">
      <dgm:prSet presAssocID="{364991F2-69FC-4F86-8FC0-729449BBDB11}" presName="spaceRect" presStyleCnt="0"/>
      <dgm:spPr/>
    </dgm:pt>
    <dgm:pt modelId="{3517F2D1-2228-4F25-9094-D1BD6AFBC1BC}" type="pres">
      <dgm:prSet presAssocID="{364991F2-69FC-4F86-8FC0-729449BBDB11}" presName="textRect" presStyleLbl="revTx" presStyleIdx="2" presStyleCnt="4">
        <dgm:presLayoutVars>
          <dgm:chMax val="1"/>
          <dgm:chPref val="1"/>
        </dgm:presLayoutVars>
      </dgm:prSet>
      <dgm:spPr/>
    </dgm:pt>
    <dgm:pt modelId="{6325E92E-0466-4653-98BE-C58E2C0C134B}" type="pres">
      <dgm:prSet presAssocID="{999EC09E-F030-4ED4-8435-4DA782904527}" presName="sibTrans" presStyleCnt="0"/>
      <dgm:spPr/>
    </dgm:pt>
    <dgm:pt modelId="{BA432440-C4D0-47C2-9D0A-DFB9F8A08204}" type="pres">
      <dgm:prSet presAssocID="{745BFD5E-6017-4A3C-A5D0-80A565CE0B6E}" presName="compNode" presStyleCnt="0"/>
      <dgm:spPr/>
    </dgm:pt>
    <dgm:pt modelId="{535B2449-B59B-438F-9CA3-D31C3EE4F3C6}" type="pres">
      <dgm:prSet presAssocID="{745BFD5E-6017-4A3C-A5D0-80A565CE0B6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6B110B9-B08F-43FD-B79A-27A9A6E7AE71}" type="pres">
      <dgm:prSet presAssocID="{745BFD5E-6017-4A3C-A5D0-80A565CE0B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E835923-E9FD-4FDF-9391-AD0F00329A70}" type="pres">
      <dgm:prSet presAssocID="{745BFD5E-6017-4A3C-A5D0-80A565CE0B6E}" presName="spaceRect" presStyleCnt="0"/>
      <dgm:spPr/>
    </dgm:pt>
    <dgm:pt modelId="{5E8EC3E7-50BC-4B25-8584-CD3BD608D6FD}" type="pres">
      <dgm:prSet presAssocID="{745BFD5E-6017-4A3C-A5D0-80A565CE0B6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E76612-9ABE-4E47-BFD6-0E388DB2461F}" type="presOf" srcId="{745BFD5E-6017-4A3C-A5D0-80A565CE0B6E}" destId="{5E8EC3E7-50BC-4B25-8584-CD3BD608D6FD}" srcOrd="0" destOrd="0" presId="urn:microsoft.com/office/officeart/2018/5/layout/IconLeafLabelList"/>
    <dgm:cxn modelId="{53C97A18-422A-400B-8956-5BD793CAD781}" type="presOf" srcId="{1EF26096-D8A3-4989-B7E3-B7CDC4880F52}" destId="{18B9107B-0A4D-4AC2-94F8-1C3F2D9A6D93}" srcOrd="0" destOrd="0" presId="urn:microsoft.com/office/officeart/2018/5/layout/IconLeafLabelList"/>
    <dgm:cxn modelId="{EDC37A67-8D2B-4674-AAE5-7F1356BFA5C2}" type="presOf" srcId="{364991F2-69FC-4F86-8FC0-729449BBDB11}" destId="{3517F2D1-2228-4F25-9094-D1BD6AFBC1BC}" srcOrd="0" destOrd="0" presId="urn:microsoft.com/office/officeart/2018/5/layout/IconLeafLabelList"/>
    <dgm:cxn modelId="{D1F71B82-016A-4EC0-A548-2B2E1694ABE9}" type="presOf" srcId="{04F7DBAA-4D24-46E3-BA5C-CDC5475142D3}" destId="{61930996-DB00-456B-B658-EA675B38E771}" srcOrd="0" destOrd="0" presId="urn:microsoft.com/office/officeart/2018/5/layout/IconLeafLabelList"/>
    <dgm:cxn modelId="{860C2886-C909-417F-8864-826820398B92}" type="presOf" srcId="{CEBE6E8E-5B18-4079-8D5E-B0E2DBB12EA3}" destId="{DE895388-4C5D-4F10-9346-6AAC5CA0D66D}" srcOrd="0" destOrd="0" presId="urn:microsoft.com/office/officeart/2018/5/layout/IconLeafLabelList"/>
    <dgm:cxn modelId="{B0F99DB5-9B56-472A-9DC9-8252A09F7521}" srcId="{1EF26096-D8A3-4989-B7E3-B7CDC4880F52}" destId="{CEBE6E8E-5B18-4079-8D5E-B0E2DBB12EA3}" srcOrd="0" destOrd="0" parTransId="{EEE51316-67A0-4FF3-9414-11E0C985E5B5}" sibTransId="{F54B7B5E-E400-43B1-9A6D-CA7CB2880B70}"/>
    <dgm:cxn modelId="{9F3E2DBC-AB98-4A9B-B2CB-5E95CA888EE0}" srcId="{1EF26096-D8A3-4989-B7E3-B7CDC4880F52}" destId="{364991F2-69FC-4F86-8FC0-729449BBDB11}" srcOrd="2" destOrd="0" parTransId="{FE940B3E-5431-4A7A-8389-05F9DC9BD0D8}" sibTransId="{999EC09E-F030-4ED4-8435-4DA782904527}"/>
    <dgm:cxn modelId="{DA407DCE-BA15-4131-ADC1-C6F0CAE0B53B}" srcId="{1EF26096-D8A3-4989-B7E3-B7CDC4880F52}" destId="{04F7DBAA-4D24-46E3-BA5C-CDC5475142D3}" srcOrd="1" destOrd="0" parTransId="{570D19DB-982D-4ECC-9EC7-9882917FCF68}" sibTransId="{9D31CB3E-AFFC-417C-B2FE-84C93131BB59}"/>
    <dgm:cxn modelId="{4959A8FA-AA98-4F33-A172-570F841BB420}" srcId="{1EF26096-D8A3-4989-B7E3-B7CDC4880F52}" destId="{745BFD5E-6017-4A3C-A5D0-80A565CE0B6E}" srcOrd="3" destOrd="0" parTransId="{A2D358C8-F8EB-4977-AA84-31F4F1B9F08D}" sibTransId="{7AA8ABD7-24F9-4535-B68E-D33950295ABB}"/>
    <dgm:cxn modelId="{FC99671F-79F1-451E-A1E5-2C0A5DB84A6A}" type="presParOf" srcId="{18B9107B-0A4D-4AC2-94F8-1C3F2D9A6D93}" destId="{8F04FFB7-CA82-4D0A-BF0C-7C0D94F8AEAE}" srcOrd="0" destOrd="0" presId="urn:microsoft.com/office/officeart/2018/5/layout/IconLeafLabelList"/>
    <dgm:cxn modelId="{A51EB736-639E-427A-938E-178D0B3C3CEE}" type="presParOf" srcId="{8F04FFB7-CA82-4D0A-BF0C-7C0D94F8AEAE}" destId="{5663B307-99DB-4B71-AF5F-E9A02495F169}" srcOrd="0" destOrd="0" presId="urn:microsoft.com/office/officeart/2018/5/layout/IconLeafLabelList"/>
    <dgm:cxn modelId="{E80D19BB-3BE6-445D-87D9-EF5E13FC8816}" type="presParOf" srcId="{8F04FFB7-CA82-4D0A-BF0C-7C0D94F8AEAE}" destId="{53DD3037-5965-4E7E-8FFB-BAB3B4A700DD}" srcOrd="1" destOrd="0" presId="urn:microsoft.com/office/officeart/2018/5/layout/IconLeafLabelList"/>
    <dgm:cxn modelId="{535082D5-512D-4F48-95CF-9A0FD8F9ACBD}" type="presParOf" srcId="{8F04FFB7-CA82-4D0A-BF0C-7C0D94F8AEAE}" destId="{B1030896-D2C3-4D2F-9D83-AB4D2265069B}" srcOrd="2" destOrd="0" presId="urn:microsoft.com/office/officeart/2018/5/layout/IconLeafLabelList"/>
    <dgm:cxn modelId="{90F7BB19-9085-4E44-AB96-16516A63721D}" type="presParOf" srcId="{8F04FFB7-CA82-4D0A-BF0C-7C0D94F8AEAE}" destId="{DE895388-4C5D-4F10-9346-6AAC5CA0D66D}" srcOrd="3" destOrd="0" presId="urn:microsoft.com/office/officeart/2018/5/layout/IconLeafLabelList"/>
    <dgm:cxn modelId="{6DE4BA80-0671-4889-95E0-27E38DBF1535}" type="presParOf" srcId="{18B9107B-0A4D-4AC2-94F8-1C3F2D9A6D93}" destId="{D69D9952-A9B3-49AB-9BAA-CC3BA88B9CCA}" srcOrd="1" destOrd="0" presId="urn:microsoft.com/office/officeart/2018/5/layout/IconLeafLabelList"/>
    <dgm:cxn modelId="{59CF8197-45B2-4AF2-8480-005EE76E4FE1}" type="presParOf" srcId="{18B9107B-0A4D-4AC2-94F8-1C3F2D9A6D93}" destId="{71F5B0FD-9169-4C96-9971-D2C6AFD4E920}" srcOrd="2" destOrd="0" presId="urn:microsoft.com/office/officeart/2018/5/layout/IconLeafLabelList"/>
    <dgm:cxn modelId="{FA0007F3-AD58-4FEC-A88F-6B213A1A060C}" type="presParOf" srcId="{71F5B0FD-9169-4C96-9971-D2C6AFD4E920}" destId="{0BEEC24A-5390-4A47-B05C-38E1238FC87D}" srcOrd="0" destOrd="0" presId="urn:microsoft.com/office/officeart/2018/5/layout/IconLeafLabelList"/>
    <dgm:cxn modelId="{6AFDB160-9AF2-495D-87F4-402EEE8A3B0A}" type="presParOf" srcId="{71F5B0FD-9169-4C96-9971-D2C6AFD4E920}" destId="{C5AE04E8-D9C1-4D7E-8484-8EE54DE67902}" srcOrd="1" destOrd="0" presId="urn:microsoft.com/office/officeart/2018/5/layout/IconLeafLabelList"/>
    <dgm:cxn modelId="{944E2CD6-5797-405D-8C83-DA3C02EEAAF3}" type="presParOf" srcId="{71F5B0FD-9169-4C96-9971-D2C6AFD4E920}" destId="{8C5E647E-F525-48A3-A806-83046C38490E}" srcOrd="2" destOrd="0" presId="urn:microsoft.com/office/officeart/2018/5/layout/IconLeafLabelList"/>
    <dgm:cxn modelId="{032CE8BB-560A-449D-BB26-99D2342E8F5C}" type="presParOf" srcId="{71F5B0FD-9169-4C96-9971-D2C6AFD4E920}" destId="{61930996-DB00-456B-B658-EA675B38E771}" srcOrd="3" destOrd="0" presId="urn:microsoft.com/office/officeart/2018/5/layout/IconLeafLabelList"/>
    <dgm:cxn modelId="{630BA41C-E586-40DE-A62E-2966680124C2}" type="presParOf" srcId="{18B9107B-0A4D-4AC2-94F8-1C3F2D9A6D93}" destId="{1CEB9C9F-2E8B-46B4-9484-966BD4C6C12D}" srcOrd="3" destOrd="0" presId="urn:microsoft.com/office/officeart/2018/5/layout/IconLeafLabelList"/>
    <dgm:cxn modelId="{CEBFFF14-1E78-4D4A-84F5-571C3055842F}" type="presParOf" srcId="{18B9107B-0A4D-4AC2-94F8-1C3F2D9A6D93}" destId="{481826FC-8EBF-496F-987D-1DFDC8C9B4E2}" srcOrd="4" destOrd="0" presId="urn:microsoft.com/office/officeart/2018/5/layout/IconLeafLabelList"/>
    <dgm:cxn modelId="{1B02A396-B786-4D40-A2BD-85C34536333E}" type="presParOf" srcId="{481826FC-8EBF-496F-987D-1DFDC8C9B4E2}" destId="{BE1F11C6-31C5-4C68-A634-8F46F0107E54}" srcOrd="0" destOrd="0" presId="urn:microsoft.com/office/officeart/2018/5/layout/IconLeafLabelList"/>
    <dgm:cxn modelId="{0A3EFA20-8115-40EC-928B-666857F86D0A}" type="presParOf" srcId="{481826FC-8EBF-496F-987D-1DFDC8C9B4E2}" destId="{F6CEABDE-6D5F-415C-90B4-CC87761B0336}" srcOrd="1" destOrd="0" presId="urn:microsoft.com/office/officeart/2018/5/layout/IconLeafLabelList"/>
    <dgm:cxn modelId="{CDEBA31A-9DAD-4AF4-B200-53A9496FB3B6}" type="presParOf" srcId="{481826FC-8EBF-496F-987D-1DFDC8C9B4E2}" destId="{DF974314-8F17-4802-88C5-36227731A951}" srcOrd="2" destOrd="0" presId="urn:microsoft.com/office/officeart/2018/5/layout/IconLeafLabelList"/>
    <dgm:cxn modelId="{6E80FE90-B8F4-4CB6-BF53-E01D1248A93E}" type="presParOf" srcId="{481826FC-8EBF-496F-987D-1DFDC8C9B4E2}" destId="{3517F2D1-2228-4F25-9094-D1BD6AFBC1BC}" srcOrd="3" destOrd="0" presId="urn:microsoft.com/office/officeart/2018/5/layout/IconLeafLabelList"/>
    <dgm:cxn modelId="{526D0E4B-FCF8-4A9B-B7F4-1FC64BFC5623}" type="presParOf" srcId="{18B9107B-0A4D-4AC2-94F8-1C3F2D9A6D93}" destId="{6325E92E-0466-4653-98BE-C58E2C0C134B}" srcOrd="5" destOrd="0" presId="urn:microsoft.com/office/officeart/2018/5/layout/IconLeafLabelList"/>
    <dgm:cxn modelId="{7501A3FA-DF47-49E0-837C-AB685876DA15}" type="presParOf" srcId="{18B9107B-0A4D-4AC2-94F8-1C3F2D9A6D93}" destId="{BA432440-C4D0-47C2-9D0A-DFB9F8A08204}" srcOrd="6" destOrd="0" presId="urn:microsoft.com/office/officeart/2018/5/layout/IconLeafLabelList"/>
    <dgm:cxn modelId="{9BD69BBD-9999-451E-9361-2F4089DB7CE0}" type="presParOf" srcId="{BA432440-C4D0-47C2-9D0A-DFB9F8A08204}" destId="{535B2449-B59B-438F-9CA3-D31C3EE4F3C6}" srcOrd="0" destOrd="0" presId="urn:microsoft.com/office/officeart/2018/5/layout/IconLeafLabelList"/>
    <dgm:cxn modelId="{AD9234B4-5993-4C80-A323-FF32714750FE}" type="presParOf" srcId="{BA432440-C4D0-47C2-9D0A-DFB9F8A08204}" destId="{A6B110B9-B08F-43FD-B79A-27A9A6E7AE71}" srcOrd="1" destOrd="0" presId="urn:microsoft.com/office/officeart/2018/5/layout/IconLeafLabelList"/>
    <dgm:cxn modelId="{39CED85E-3A63-4BA9-8278-264E3FFC78FB}" type="presParOf" srcId="{BA432440-C4D0-47C2-9D0A-DFB9F8A08204}" destId="{8E835923-E9FD-4FDF-9391-AD0F00329A70}" srcOrd="2" destOrd="0" presId="urn:microsoft.com/office/officeart/2018/5/layout/IconLeafLabelList"/>
    <dgm:cxn modelId="{352E8768-C572-4BE6-A1A1-E4B226DD92BD}" type="presParOf" srcId="{BA432440-C4D0-47C2-9D0A-DFB9F8A08204}" destId="{5E8EC3E7-50BC-4B25-8584-CD3BD608D6F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58CFCA-6097-475D-BDA1-C4DA3AC7CE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859BC2-53C3-4121-9570-AB3E7BCAD6CA}">
      <dgm:prSet/>
      <dgm:spPr/>
      <dgm:t>
        <a:bodyPr/>
        <a:lstStyle/>
        <a:p>
          <a:r>
            <a:rPr lang="en-US"/>
            <a:t>Aprender é adquirir conhecimento com base em dados, experiências e observações.</a:t>
          </a:r>
        </a:p>
      </dgm:t>
    </dgm:pt>
    <dgm:pt modelId="{86F4B943-3D73-4631-9E5C-E43B69D1679C}" type="parTrans" cxnId="{C531BE70-E60E-43D4-9E4B-D9E01B7B5D1B}">
      <dgm:prSet/>
      <dgm:spPr/>
      <dgm:t>
        <a:bodyPr/>
        <a:lstStyle/>
        <a:p>
          <a:endParaRPr lang="en-US"/>
        </a:p>
      </dgm:t>
    </dgm:pt>
    <dgm:pt modelId="{F8BE379F-44A0-40B1-AF5A-053EB6559B3E}" type="sibTrans" cxnId="{C531BE70-E60E-43D4-9E4B-D9E01B7B5D1B}">
      <dgm:prSet/>
      <dgm:spPr/>
      <dgm:t>
        <a:bodyPr/>
        <a:lstStyle/>
        <a:p>
          <a:endParaRPr lang="en-US"/>
        </a:p>
      </dgm:t>
    </dgm:pt>
    <dgm:pt modelId="{4906D528-4A71-401D-839E-E02326D11E48}">
      <dgm:prSet/>
      <dgm:spPr/>
      <dgm:t>
        <a:bodyPr/>
        <a:lstStyle/>
        <a:p>
          <a:r>
            <a:rPr lang="en-US"/>
            <a:t>➡️ Em ML, aprendemos a partir de dados históricos para prever ou classificar novas informações.</a:t>
          </a:r>
        </a:p>
      </dgm:t>
    </dgm:pt>
    <dgm:pt modelId="{F33600D1-26AF-4482-A75E-59D61602BCEE}" type="parTrans" cxnId="{A61BFA56-61C3-42C9-AEEF-CA49CB840495}">
      <dgm:prSet/>
      <dgm:spPr/>
      <dgm:t>
        <a:bodyPr/>
        <a:lstStyle/>
        <a:p>
          <a:endParaRPr lang="en-US"/>
        </a:p>
      </dgm:t>
    </dgm:pt>
    <dgm:pt modelId="{F5A84F94-C698-4F95-9FA8-274AA0598B49}" type="sibTrans" cxnId="{A61BFA56-61C3-42C9-AEEF-CA49CB840495}">
      <dgm:prSet/>
      <dgm:spPr/>
      <dgm:t>
        <a:bodyPr/>
        <a:lstStyle/>
        <a:p>
          <a:endParaRPr lang="en-US"/>
        </a:p>
      </dgm:t>
    </dgm:pt>
    <dgm:pt modelId="{33BDBF7C-AC7B-4061-995E-A5B28D948D4D}" type="pres">
      <dgm:prSet presAssocID="{2A58CFCA-6097-475D-BDA1-C4DA3AC7CE9A}" presName="root" presStyleCnt="0">
        <dgm:presLayoutVars>
          <dgm:dir/>
          <dgm:resizeHandles val="exact"/>
        </dgm:presLayoutVars>
      </dgm:prSet>
      <dgm:spPr/>
    </dgm:pt>
    <dgm:pt modelId="{6AE5D182-7105-42CA-B601-4AFED74ED985}" type="pres">
      <dgm:prSet presAssocID="{90859BC2-53C3-4121-9570-AB3E7BCAD6CA}" presName="compNode" presStyleCnt="0"/>
      <dgm:spPr/>
    </dgm:pt>
    <dgm:pt modelId="{F56A628B-F46F-49B3-B29A-7DB4D1451CCF}" type="pres">
      <dgm:prSet presAssocID="{90859BC2-53C3-4121-9570-AB3E7BCAD6C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73DD265-936A-4FCF-9F72-6051067409D1}" type="pres">
      <dgm:prSet presAssocID="{90859BC2-53C3-4121-9570-AB3E7BCAD6CA}" presName="spaceRect" presStyleCnt="0"/>
      <dgm:spPr/>
    </dgm:pt>
    <dgm:pt modelId="{E43A0E2E-973F-4ED3-99B0-FC08A8F1100F}" type="pres">
      <dgm:prSet presAssocID="{90859BC2-53C3-4121-9570-AB3E7BCAD6CA}" presName="textRect" presStyleLbl="revTx" presStyleIdx="0" presStyleCnt="2">
        <dgm:presLayoutVars>
          <dgm:chMax val="1"/>
          <dgm:chPref val="1"/>
        </dgm:presLayoutVars>
      </dgm:prSet>
      <dgm:spPr/>
    </dgm:pt>
    <dgm:pt modelId="{5FEDE733-1D9C-495D-883F-A0255F6BC0EA}" type="pres">
      <dgm:prSet presAssocID="{F8BE379F-44A0-40B1-AF5A-053EB6559B3E}" presName="sibTrans" presStyleCnt="0"/>
      <dgm:spPr/>
    </dgm:pt>
    <dgm:pt modelId="{62E820F5-DB6D-461F-AE19-145437EA3C0A}" type="pres">
      <dgm:prSet presAssocID="{4906D528-4A71-401D-839E-E02326D11E48}" presName="compNode" presStyleCnt="0"/>
      <dgm:spPr/>
    </dgm:pt>
    <dgm:pt modelId="{C08A8B52-7B7F-4E26-86C7-D6A709213000}" type="pres">
      <dgm:prSet presAssocID="{4906D528-4A71-401D-839E-E02326D11E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32C55898-81F0-4A45-ABFD-73708A6BC0BC}" type="pres">
      <dgm:prSet presAssocID="{4906D528-4A71-401D-839E-E02326D11E48}" presName="spaceRect" presStyleCnt="0"/>
      <dgm:spPr/>
    </dgm:pt>
    <dgm:pt modelId="{D1A20A91-1698-4869-A374-ECA058B3F325}" type="pres">
      <dgm:prSet presAssocID="{4906D528-4A71-401D-839E-E02326D11E4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1509341-4936-44C0-940B-A047A0CA72E6}" type="presOf" srcId="{4906D528-4A71-401D-839E-E02326D11E48}" destId="{D1A20A91-1698-4869-A374-ECA058B3F325}" srcOrd="0" destOrd="0" presId="urn:microsoft.com/office/officeart/2018/2/layout/IconLabelList"/>
    <dgm:cxn modelId="{C531BE70-E60E-43D4-9E4B-D9E01B7B5D1B}" srcId="{2A58CFCA-6097-475D-BDA1-C4DA3AC7CE9A}" destId="{90859BC2-53C3-4121-9570-AB3E7BCAD6CA}" srcOrd="0" destOrd="0" parTransId="{86F4B943-3D73-4631-9E5C-E43B69D1679C}" sibTransId="{F8BE379F-44A0-40B1-AF5A-053EB6559B3E}"/>
    <dgm:cxn modelId="{A61BFA56-61C3-42C9-AEEF-CA49CB840495}" srcId="{2A58CFCA-6097-475D-BDA1-C4DA3AC7CE9A}" destId="{4906D528-4A71-401D-839E-E02326D11E48}" srcOrd="1" destOrd="0" parTransId="{F33600D1-26AF-4482-A75E-59D61602BCEE}" sibTransId="{F5A84F94-C698-4F95-9FA8-274AA0598B49}"/>
    <dgm:cxn modelId="{85AD51B4-8402-4071-9637-2D3D09C1EC41}" type="presOf" srcId="{90859BC2-53C3-4121-9570-AB3E7BCAD6CA}" destId="{E43A0E2E-973F-4ED3-99B0-FC08A8F1100F}" srcOrd="0" destOrd="0" presId="urn:microsoft.com/office/officeart/2018/2/layout/IconLabelList"/>
    <dgm:cxn modelId="{30AA6AD8-D9B5-4B89-8821-DF1747563DB9}" type="presOf" srcId="{2A58CFCA-6097-475D-BDA1-C4DA3AC7CE9A}" destId="{33BDBF7C-AC7B-4061-995E-A5B28D948D4D}" srcOrd="0" destOrd="0" presId="urn:microsoft.com/office/officeart/2018/2/layout/IconLabelList"/>
    <dgm:cxn modelId="{372DD98C-FEAD-4FC9-BC39-5413764041C3}" type="presParOf" srcId="{33BDBF7C-AC7B-4061-995E-A5B28D948D4D}" destId="{6AE5D182-7105-42CA-B601-4AFED74ED985}" srcOrd="0" destOrd="0" presId="urn:microsoft.com/office/officeart/2018/2/layout/IconLabelList"/>
    <dgm:cxn modelId="{E648836B-422D-4C9D-B2D0-EB3F2DF642FB}" type="presParOf" srcId="{6AE5D182-7105-42CA-B601-4AFED74ED985}" destId="{F56A628B-F46F-49B3-B29A-7DB4D1451CCF}" srcOrd="0" destOrd="0" presId="urn:microsoft.com/office/officeart/2018/2/layout/IconLabelList"/>
    <dgm:cxn modelId="{E8CAD05C-7F6C-4FF7-B724-C3972B315338}" type="presParOf" srcId="{6AE5D182-7105-42CA-B601-4AFED74ED985}" destId="{373DD265-936A-4FCF-9F72-6051067409D1}" srcOrd="1" destOrd="0" presId="urn:microsoft.com/office/officeart/2018/2/layout/IconLabelList"/>
    <dgm:cxn modelId="{33D288BA-6933-4F5B-AF3F-080F4626CC0A}" type="presParOf" srcId="{6AE5D182-7105-42CA-B601-4AFED74ED985}" destId="{E43A0E2E-973F-4ED3-99B0-FC08A8F1100F}" srcOrd="2" destOrd="0" presId="urn:microsoft.com/office/officeart/2018/2/layout/IconLabelList"/>
    <dgm:cxn modelId="{933C7C18-A43C-4DF6-B894-764F6A639497}" type="presParOf" srcId="{33BDBF7C-AC7B-4061-995E-A5B28D948D4D}" destId="{5FEDE733-1D9C-495D-883F-A0255F6BC0EA}" srcOrd="1" destOrd="0" presId="urn:microsoft.com/office/officeart/2018/2/layout/IconLabelList"/>
    <dgm:cxn modelId="{EA0D346A-DECA-498D-9124-0E1B53DE6600}" type="presParOf" srcId="{33BDBF7C-AC7B-4061-995E-A5B28D948D4D}" destId="{62E820F5-DB6D-461F-AE19-145437EA3C0A}" srcOrd="2" destOrd="0" presId="urn:microsoft.com/office/officeart/2018/2/layout/IconLabelList"/>
    <dgm:cxn modelId="{A372C743-A5AD-4A97-91E9-D184D8B684EC}" type="presParOf" srcId="{62E820F5-DB6D-461F-AE19-145437EA3C0A}" destId="{C08A8B52-7B7F-4E26-86C7-D6A709213000}" srcOrd="0" destOrd="0" presId="urn:microsoft.com/office/officeart/2018/2/layout/IconLabelList"/>
    <dgm:cxn modelId="{4121B19D-80A7-47EC-9AB7-6072B3048F74}" type="presParOf" srcId="{62E820F5-DB6D-461F-AE19-145437EA3C0A}" destId="{32C55898-81F0-4A45-ABFD-73708A6BC0BC}" srcOrd="1" destOrd="0" presId="urn:microsoft.com/office/officeart/2018/2/layout/IconLabelList"/>
    <dgm:cxn modelId="{9FC228F5-F512-4E7D-B9E1-6E86A99A705A}" type="presParOf" srcId="{62E820F5-DB6D-461F-AE19-145437EA3C0A}" destId="{D1A20A91-1698-4869-A374-ECA058B3F3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24F2D85-67F2-42BE-88F2-B5950E03AA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A42531-14FD-4F3C-8267-9A00A6FFDF58}">
      <dgm:prSet/>
      <dgm:spPr/>
      <dgm:t>
        <a:bodyPr/>
        <a:lstStyle/>
        <a:p>
          <a:r>
            <a:rPr lang="en-US"/>
            <a:t>- Inteligência: capacidade de resolver problemas ou adaptar-se</a:t>
          </a:r>
        </a:p>
      </dgm:t>
    </dgm:pt>
    <dgm:pt modelId="{C5A02C80-D87C-467F-9A57-CAE2DA7ADB89}" type="parTrans" cxnId="{B184244C-7A52-40F6-8E60-3FCB244C8427}">
      <dgm:prSet/>
      <dgm:spPr/>
      <dgm:t>
        <a:bodyPr/>
        <a:lstStyle/>
        <a:p>
          <a:endParaRPr lang="en-US"/>
        </a:p>
      </dgm:t>
    </dgm:pt>
    <dgm:pt modelId="{5CE87557-FF22-4FE1-9DF6-3CF672ED89D5}" type="sibTrans" cxnId="{B184244C-7A52-40F6-8E60-3FCB244C8427}">
      <dgm:prSet/>
      <dgm:spPr/>
      <dgm:t>
        <a:bodyPr/>
        <a:lstStyle/>
        <a:p>
          <a:endParaRPr lang="en-US"/>
        </a:p>
      </dgm:t>
    </dgm:pt>
    <dgm:pt modelId="{F5206949-E3EB-4742-8BF0-FF0230B70729}">
      <dgm:prSet/>
      <dgm:spPr/>
      <dgm:t>
        <a:bodyPr/>
        <a:lstStyle/>
        <a:p>
          <a:r>
            <a:rPr lang="en-US"/>
            <a:t>- Machine Learning: quando sistemas usam dados para aprender sem serem explicitamente programados</a:t>
          </a:r>
        </a:p>
      </dgm:t>
    </dgm:pt>
    <dgm:pt modelId="{D4E9F6BA-3B48-4D64-8BB6-9B8987A76182}" type="parTrans" cxnId="{7E1FE5C4-56DE-49CB-B630-C38466869DB2}">
      <dgm:prSet/>
      <dgm:spPr/>
      <dgm:t>
        <a:bodyPr/>
        <a:lstStyle/>
        <a:p>
          <a:endParaRPr lang="en-US"/>
        </a:p>
      </dgm:t>
    </dgm:pt>
    <dgm:pt modelId="{99BCCDA7-6D7D-4D21-9ABA-4F404456A646}" type="sibTrans" cxnId="{7E1FE5C4-56DE-49CB-B630-C38466869DB2}">
      <dgm:prSet/>
      <dgm:spPr/>
      <dgm:t>
        <a:bodyPr/>
        <a:lstStyle/>
        <a:p>
          <a:endParaRPr lang="en-US"/>
        </a:p>
      </dgm:t>
    </dgm:pt>
    <dgm:pt modelId="{77742599-14AA-4C04-8EB1-DA2CED6E8107}" type="pres">
      <dgm:prSet presAssocID="{024F2D85-67F2-42BE-88F2-B5950E03AAE5}" presName="root" presStyleCnt="0">
        <dgm:presLayoutVars>
          <dgm:dir/>
          <dgm:resizeHandles val="exact"/>
        </dgm:presLayoutVars>
      </dgm:prSet>
      <dgm:spPr/>
    </dgm:pt>
    <dgm:pt modelId="{2E8A6740-F247-434B-8E9E-7C2FFB7C5F5E}" type="pres">
      <dgm:prSet presAssocID="{90A42531-14FD-4F3C-8267-9A00A6FFDF58}" presName="compNode" presStyleCnt="0"/>
      <dgm:spPr/>
    </dgm:pt>
    <dgm:pt modelId="{1A1E8CFD-0FCF-4B7C-A433-6DE963F5BD54}" type="pres">
      <dgm:prSet presAssocID="{90A42531-14FD-4F3C-8267-9A00A6FFDF5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9B25627-1FDE-476B-968C-A1BFFED5C011}" type="pres">
      <dgm:prSet presAssocID="{90A42531-14FD-4F3C-8267-9A00A6FFDF58}" presName="spaceRect" presStyleCnt="0"/>
      <dgm:spPr/>
    </dgm:pt>
    <dgm:pt modelId="{AE0A44F1-BD8A-4B9A-BA0B-2BCEDAD9B022}" type="pres">
      <dgm:prSet presAssocID="{90A42531-14FD-4F3C-8267-9A00A6FFDF58}" presName="textRect" presStyleLbl="revTx" presStyleIdx="0" presStyleCnt="2">
        <dgm:presLayoutVars>
          <dgm:chMax val="1"/>
          <dgm:chPref val="1"/>
        </dgm:presLayoutVars>
      </dgm:prSet>
      <dgm:spPr/>
    </dgm:pt>
    <dgm:pt modelId="{CCB29957-8B7B-499D-A7D4-A092AEF0908B}" type="pres">
      <dgm:prSet presAssocID="{5CE87557-FF22-4FE1-9DF6-3CF672ED89D5}" presName="sibTrans" presStyleCnt="0"/>
      <dgm:spPr/>
    </dgm:pt>
    <dgm:pt modelId="{593E0257-53D5-41C0-ACC4-8666BFF719F3}" type="pres">
      <dgm:prSet presAssocID="{F5206949-E3EB-4742-8BF0-FF0230B70729}" presName="compNode" presStyleCnt="0"/>
      <dgm:spPr/>
    </dgm:pt>
    <dgm:pt modelId="{12DBDD6A-385D-4867-8F2B-E24D867A439B}" type="pres">
      <dgm:prSet presAssocID="{F5206949-E3EB-4742-8BF0-FF0230B707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394AB364-31DB-44BE-B51F-32CAC8117BD5}" type="pres">
      <dgm:prSet presAssocID="{F5206949-E3EB-4742-8BF0-FF0230B70729}" presName="spaceRect" presStyleCnt="0"/>
      <dgm:spPr/>
    </dgm:pt>
    <dgm:pt modelId="{7E700941-33D1-4498-9CC9-B24F6BBD135C}" type="pres">
      <dgm:prSet presAssocID="{F5206949-E3EB-4742-8BF0-FF0230B707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47C3415-1346-49F8-B165-A0D84F4BD68E}" type="presOf" srcId="{F5206949-E3EB-4742-8BF0-FF0230B70729}" destId="{7E700941-33D1-4498-9CC9-B24F6BBD135C}" srcOrd="0" destOrd="0" presId="urn:microsoft.com/office/officeart/2018/2/layout/IconLabelList"/>
    <dgm:cxn modelId="{B184244C-7A52-40F6-8E60-3FCB244C8427}" srcId="{024F2D85-67F2-42BE-88F2-B5950E03AAE5}" destId="{90A42531-14FD-4F3C-8267-9A00A6FFDF58}" srcOrd="0" destOrd="0" parTransId="{C5A02C80-D87C-467F-9A57-CAE2DA7ADB89}" sibTransId="{5CE87557-FF22-4FE1-9DF6-3CF672ED89D5}"/>
    <dgm:cxn modelId="{46FC726D-FCB1-4574-BE81-D14FFD93212B}" type="presOf" srcId="{90A42531-14FD-4F3C-8267-9A00A6FFDF58}" destId="{AE0A44F1-BD8A-4B9A-BA0B-2BCEDAD9B022}" srcOrd="0" destOrd="0" presId="urn:microsoft.com/office/officeart/2018/2/layout/IconLabelList"/>
    <dgm:cxn modelId="{7E1FE5C4-56DE-49CB-B630-C38466869DB2}" srcId="{024F2D85-67F2-42BE-88F2-B5950E03AAE5}" destId="{F5206949-E3EB-4742-8BF0-FF0230B70729}" srcOrd="1" destOrd="0" parTransId="{D4E9F6BA-3B48-4D64-8BB6-9B8987A76182}" sibTransId="{99BCCDA7-6D7D-4D21-9ABA-4F404456A646}"/>
    <dgm:cxn modelId="{AF69F7F5-801F-4DC5-88CD-AAF57BD42F7D}" type="presOf" srcId="{024F2D85-67F2-42BE-88F2-B5950E03AAE5}" destId="{77742599-14AA-4C04-8EB1-DA2CED6E8107}" srcOrd="0" destOrd="0" presId="urn:microsoft.com/office/officeart/2018/2/layout/IconLabelList"/>
    <dgm:cxn modelId="{E97D3B2F-4A14-4BE2-A460-536B39BA503B}" type="presParOf" srcId="{77742599-14AA-4C04-8EB1-DA2CED6E8107}" destId="{2E8A6740-F247-434B-8E9E-7C2FFB7C5F5E}" srcOrd="0" destOrd="0" presId="urn:microsoft.com/office/officeart/2018/2/layout/IconLabelList"/>
    <dgm:cxn modelId="{C24E338B-6369-4C34-BAD0-EB0373770C3E}" type="presParOf" srcId="{2E8A6740-F247-434B-8E9E-7C2FFB7C5F5E}" destId="{1A1E8CFD-0FCF-4B7C-A433-6DE963F5BD54}" srcOrd="0" destOrd="0" presId="urn:microsoft.com/office/officeart/2018/2/layout/IconLabelList"/>
    <dgm:cxn modelId="{04C8D950-C553-4A0F-B4D4-1599C8755019}" type="presParOf" srcId="{2E8A6740-F247-434B-8E9E-7C2FFB7C5F5E}" destId="{E9B25627-1FDE-476B-968C-A1BFFED5C011}" srcOrd="1" destOrd="0" presId="urn:microsoft.com/office/officeart/2018/2/layout/IconLabelList"/>
    <dgm:cxn modelId="{46DDAB30-AEDE-475F-8F98-B676BEDDEBD0}" type="presParOf" srcId="{2E8A6740-F247-434B-8E9E-7C2FFB7C5F5E}" destId="{AE0A44F1-BD8A-4B9A-BA0B-2BCEDAD9B022}" srcOrd="2" destOrd="0" presId="urn:microsoft.com/office/officeart/2018/2/layout/IconLabelList"/>
    <dgm:cxn modelId="{388CE01B-DB6D-4872-8959-B35B3979632E}" type="presParOf" srcId="{77742599-14AA-4C04-8EB1-DA2CED6E8107}" destId="{CCB29957-8B7B-499D-A7D4-A092AEF0908B}" srcOrd="1" destOrd="0" presId="urn:microsoft.com/office/officeart/2018/2/layout/IconLabelList"/>
    <dgm:cxn modelId="{1CD2111A-0B41-42C1-9340-94D56C80564F}" type="presParOf" srcId="{77742599-14AA-4C04-8EB1-DA2CED6E8107}" destId="{593E0257-53D5-41C0-ACC4-8666BFF719F3}" srcOrd="2" destOrd="0" presId="urn:microsoft.com/office/officeart/2018/2/layout/IconLabelList"/>
    <dgm:cxn modelId="{30A22B16-A726-4107-9BDE-AD3CC4700819}" type="presParOf" srcId="{593E0257-53D5-41C0-ACC4-8666BFF719F3}" destId="{12DBDD6A-385D-4867-8F2B-E24D867A439B}" srcOrd="0" destOrd="0" presId="urn:microsoft.com/office/officeart/2018/2/layout/IconLabelList"/>
    <dgm:cxn modelId="{B2525505-6874-4497-8515-2E7BC1EDE2A4}" type="presParOf" srcId="{593E0257-53D5-41C0-ACC4-8666BFF719F3}" destId="{394AB364-31DB-44BE-B51F-32CAC8117BD5}" srcOrd="1" destOrd="0" presId="urn:microsoft.com/office/officeart/2018/2/layout/IconLabelList"/>
    <dgm:cxn modelId="{F4646FB6-EC3D-473D-B178-F5CCB1516CDA}" type="presParOf" srcId="{593E0257-53D5-41C0-ACC4-8666BFF719F3}" destId="{7E700941-33D1-4498-9CC9-B24F6BBD135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04201D-2CB2-4E69-9152-7C11E9D9834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B2CD476-5444-432E-BE14-A703795E4EFC}">
      <dgm:prSet/>
      <dgm:spPr/>
      <dgm:t>
        <a:bodyPr/>
        <a:lstStyle/>
        <a:p>
          <a:pPr>
            <a:defRPr cap="all"/>
          </a:pPr>
          <a:r>
            <a:rPr lang="en-US"/>
            <a:t>- Supervisionado: aprende com dados rotulados</a:t>
          </a:r>
        </a:p>
      </dgm:t>
    </dgm:pt>
    <dgm:pt modelId="{F2CAF000-617C-4947-B0AF-C286BD985A57}" type="parTrans" cxnId="{4AE76128-9A9B-4102-B2CA-7CC971EA16DC}">
      <dgm:prSet/>
      <dgm:spPr/>
      <dgm:t>
        <a:bodyPr/>
        <a:lstStyle/>
        <a:p>
          <a:endParaRPr lang="en-US"/>
        </a:p>
      </dgm:t>
    </dgm:pt>
    <dgm:pt modelId="{80684273-C63E-4532-B5EB-4F89C4898CF7}" type="sibTrans" cxnId="{4AE76128-9A9B-4102-B2CA-7CC971EA16DC}">
      <dgm:prSet/>
      <dgm:spPr/>
      <dgm:t>
        <a:bodyPr/>
        <a:lstStyle/>
        <a:p>
          <a:endParaRPr lang="en-US"/>
        </a:p>
      </dgm:t>
    </dgm:pt>
    <dgm:pt modelId="{CCC75DA1-05B3-43DC-B75E-28A26C3C0986}">
      <dgm:prSet/>
      <dgm:spPr/>
      <dgm:t>
        <a:bodyPr/>
        <a:lstStyle/>
        <a:p>
          <a:pPr>
            <a:defRPr cap="all"/>
          </a:pPr>
          <a:r>
            <a:rPr lang="en-US"/>
            <a:t>- Não supervisionado: encontra padrões sem rótulos</a:t>
          </a:r>
        </a:p>
      </dgm:t>
    </dgm:pt>
    <dgm:pt modelId="{3C80BF5E-7B35-44DD-B1A9-1FFD5C228841}" type="parTrans" cxnId="{19683765-8CFB-4FCC-B521-D92990EEAF90}">
      <dgm:prSet/>
      <dgm:spPr/>
      <dgm:t>
        <a:bodyPr/>
        <a:lstStyle/>
        <a:p>
          <a:endParaRPr lang="en-US"/>
        </a:p>
      </dgm:t>
    </dgm:pt>
    <dgm:pt modelId="{82752AE9-19AA-4996-8742-D9F7F525597E}" type="sibTrans" cxnId="{19683765-8CFB-4FCC-B521-D92990EEAF90}">
      <dgm:prSet/>
      <dgm:spPr/>
      <dgm:t>
        <a:bodyPr/>
        <a:lstStyle/>
        <a:p>
          <a:endParaRPr lang="en-US"/>
        </a:p>
      </dgm:t>
    </dgm:pt>
    <dgm:pt modelId="{FBCC2491-FE77-4792-8202-4491595F8308}">
      <dgm:prSet/>
      <dgm:spPr/>
      <dgm:t>
        <a:bodyPr/>
        <a:lstStyle/>
        <a:p>
          <a:pPr>
            <a:defRPr cap="all"/>
          </a:pPr>
          <a:r>
            <a:rPr lang="en-US"/>
            <a:t>- Reforço: aprende com tentativa e erro</a:t>
          </a:r>
        </a:p>
      </dgm:t>
    </dgm:pt>
    <dgm:pt modelId="{EDC26B79-383B-4C72-BF67-932D081AA702}" type="parTrans" cxnId="{E38D1764-6579-4A6C-AE4A-954C5A5EBBEF}">
      <dgm:prSet/>
      <dgm:spPr/>
      <dgm:t>
        <a:bodyPr/>
        <a:lstStyle/>
        <a:p>
          <a:endParaRPr lang="en-US"/>
        </a:p>
      </dgm:t>
    </dgm:pt>
    <dgm:pt modelId="{10AD7CFC-D627-419D-860A-75CAA2A3D9A8}" type="sibTrans" cxnId="{E38D1764-6579-4A6C-AE4A-954C5A5EBBEF}">
      <dgm:prSet/>
      <dgm:spPr/>
      <dgm:t>
        <a:bodyPr/>
        <a:lstStyle/>
        <a:p>
          <a:endParaRPr lang="en-US"/>
        </a:p>
      </dgm:t>
    </dgm:pt>
    <dgm:pt modelId="{8811A8BA-447D-465A-A007-AC02DD1C41E6}">
      <dgm:prSet/>
      <dgm:spPr/>
      <dgm:t>
        <a:bodyPr/>
        <a:lstStyle/>
        <a:p>
          <a:pPr>
            <a:defRPr cap="all"/>
          </a:pPr>
          <a:r>
            <a:rPr lang="en-US"/>
            <a:t>- Semi-supervisionado e Deep Learning (avançados)</a:t>
          </a:r>
        </a:p>
      </dgm:t>
    </dgm:pt>
    <dgm:pt modelId="{CD049F32-B86C-4676-9E7F-5332CA4551B0}" type="parTrans" cxnId="{B4D7F31B-A6A4-4325-9432-21B47F8B4819}">
      <dgm:prSet/>
      <dgm:spPr/>
      <dgm:t>
        <a:bodyPr/>
        <a:lstStyle/>
        <a:p>
          <a:endParaRPr lang="en-US"/>
        </a:p>
      </dgm:t>
    </dgm:pt>
    <dgm:pt modelId="{6A75C081-4A83-48E6-BFAE-67196FB8BB70}" type="sibTrans" cxnId="{B4D7F31B-A6A4-4325-9432-21B47F8B4819}">
      <dgm:prSet/>
      <dgm:spPr/>
      <dgm:t>
        <a:bodyPr/>
        <a:lstStyle/>
        <a:p>
          <a:endParaRPr lang="en-US"/>
        </a:p>
      </dgm:t>
    </dgm:pt>
    <dgm:pt modelId="{074800A8-8DA1-4834-B678-AE7B63F8E387}" type="pres">
      <dgm:prSet presAssocID="{3E04201D-2CB2-4E69-9152-7C11E9D98341}" presName="root" presStyleCnt="0">
        <dgm:presLayoutVars>
          <dgm:dir/>
          <dgm:resizeHandles val="exact"/>
        </dgm:presLayoutVars>
      </dgm:prSet>
      <dgm:spPr/>
    </dgm:pt>
    <dgm:pt modelId="{25CE56F5-2B41-4FD1-ABDA-7679D0B1A2D4}" type="pres">
      <dgm:prSet presAssocID="{7B2CD476-5444-432E-BE14-A703795E4EFC}" presName="compNode" presStyleCnt="0"/>
      <dgm:spPr/>
    </dgm:pt>
    <dgm:pt modelId="{9FBA3040-E853-4C58-9ED3-E412740B872F}" type="pres">
      <dgm:prSet presAssocID="{7B2CD476-5444-432E-BE14-A703795E4EF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9D25636-0E06-42F7-84D5-777FF452A22D}" type="pres">
      <dgm:prSet presAssocID="{7B2CD476-5444-432E-BE14-A703795E4E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C5BBB40B-BAC7-4D37-BF52-5C2E18B70181}" type="pres">
      <dgm:prSet presAssocID="{7B2CD476-5444-432E-BE14-A703795E4EFC}" presName="spaceRect" presStyleCnt="0"/>
      <dgm:spPr/>
    </dgm:pt>
    <dgm:pt modelId="{9481233F-614C-4CA1-81BC-6D1BCAE92D7B}" type="pres">
      <dgm:prSet presAssocID="{7B2CD476-5444-432E-BE14-A703795E4EFC}" presName="textRect" presStyleLbl="revTx" presStyleIdx="0" presStyleCnt="4">
        <dgm:presLayoutVars>
          <dgm:chMax val="1"/>
          <dgm:chPref val="1"/>
        </dgm:presLayoutVars>
      </dgm:prSet>
      <dgm:spPr/>
    </dgm:pt>
    <dgm:pt modelId="{87119483-8EEC-42A2-92F5-708672BF9AE3}" type="pres">
      <dgm:prSet presAssocID="{80684273-C63E-4532-B5EB-4F89C4898CF7}" presName="sibTrans" presStyleCnt="0"/>
      <dgm:spPr/>
    </dgm:pt>
    <dgm:pt modelId="{F5A4BC4F-C668-4235-B4C8-3F829FF9951D}" type="pres">
      <dgm:prSet presAssocID="{CCC75DA1-05B3-43DC-B75E-28A26C3C0986}" presName="compNode" presStyleCnt="0"/>
      <dgm:spPr/>
    </dgm:pt>
    <dgm:pt modelId="{63CA6633-4027-4E1B-A8FC-67F238973D6E}" type="pres">
      <dgm:prSet presAssocID="{CCC75DA1-05B3-43DC-B75E-28A26C3C098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EFEC192-486A-487F-8B14-DB6E9AB99A94}" type="pres">
      <dgm:prSet presAssocID="{CCC75DA1-05B3-43DC-B75E-28A26C3C09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ficiente visual"/>
        </a:ext>
      </dgm:extLst>
    </dgm:pt>
    <dgm:pt modelId="{4443C09E-928F-4519-B0B5-49204A218705}" type="pres">
      <dgm:prSet presAssocID="{CCC75DA1-05B3-43DC-B75E-28A26C3C0986}" presName="spaceRect" presStyleCnt="0"/>
      <dgm:spPr/>
    </dgm:pt>
    <dgm:pt modelId="{F1B6DBBF-32E5-4C57-8742-9E925AD964C4}" type="pres">
      <dgm:prSet presAssocID="{CCC75DA1-05B3-43DC-B75E-28A26C3C0986}" presName="textRect" presStyleLbl="revTx" presStyleIdx="1" presStyleCnt="4">
        <dgm:presLayoutVars>
          <dgm:chMax val="1"/>
          <dgm:chPref val="1"/>
        </dgm:presLayoutVars>
      </dgm:prSet>
      <dgm:spPr/>
    </dgm:pt>
    <dgm:pt modelId="{C631A035-C8A0-4A25-B9CE-6D4C1BAB20EE}" type="pres">
      <dgm:prSet presAssocID="{82752AE9-19AA-4996-8742-D9F7F525597E}" presName="sibTrans" presStyleCnt="0"/>
      <dgm:spPr/>
    </dgm:pt>
    <dgm:pt modelId="{3CA56FFE-FE93-4BF8-9EB4-5CEB8028B572}" type="pres">
      <dgm:prSet presAssocID="{FBCC2491-FE77-4792-8202-4491595F8308}" presName="compNode" presStyleCnt="0"/>
      <dgm:spPr/>
    </dgm:pt>
    <dgm:pt modelId="{E850E851-170B-4FDD-AC5E-125EF2587F7A}" type="pres">
      <dgm:prSet presAssocID="{FBCC2491-FE77-4792-8202-4491595F830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E037905-D2A6-4DD3-9A5C-D02CADE007F2}" type="pres">
      <dgm:prSet presAssocID="{FBCC2491-FE77-4792-8202-4491595F83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0B8614-EEDF-4EF5-AC9E-EB908012C024}" type="pres">
      <dgm:prSet presAssocID="{FBCC2491-FE77-4792-8202-4491595F8308}" presName="spaceRect" presStyleCnt="0"/>
      <dgm:spPr/>
    </dgm:pt>
    <dgm:pt modelId="{0E9E3425-61BB-4794-A518-C0214B26C5E2}" type="pres">
      <dgm:prSet presAssocID="{FBCC2491-FE77-4792-8202-4491595F8308}" presName="textRect" presStyleLbl="revTx" presStyleIdx="2" presStyleCnt="4">
        <dgm:presLayoutVars>
          <dgm:chMax val="1"/>
          <dgm:chPref val="1"/>
        </dgm:presLayoutVars>
      </dgm:prSet>
      <dgm:spPr/>
    </dgm:pt>
    <dgm:pt modelId="{C5DCA94E-9531-44DC-9452-C62B7CEACF22}" type="pres">
      <dgm:prSet presAssocID="{10AD7CFC-D627-419D-860A-75CAA2A3D9A8}" presName="sibTrans" presStyleCnt="0"/>
      <dgm:spPr/>
    </dgm:pt>
    <dgm:pt modelId="{CF860026-ED5D-4E72-A426-47CF67D11D27}" type="pres">
      <dgm:prSet presAssocID="{8811A8BA-447D-465A-A007-AC02DD1C41E6}" presName="compNode" presStyleCnt="0"/>
      <dgm:spPr/>
    </dgm:pt>
    <dgm:pt modelId="{063F563D-3066-476E-885C-9B117E603D37}" type="pres">
      <dgm:prSet presAssocID="{8811A8BA-447D-465A-A007-AC02DD1C41E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1E80DDD-90F0-4F34-9FD4-92C45160318A}" type="pres">
      <dgm:prSet presAssocID="{8811A8BA-447D-465A-A007-AC02DD1C41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8A67C981-4CDE-49E3-801E-484AF3E68E35}" type="pres">
      <dgm:prSet presAssocID="{8811A8BA-447D-465A-A007-AC02DD1C41E6}" presName="spaceRect" presStyleCnt="0"/>
      <dgm:spPr/>
    </dgm:pt>
    <dgm:pt modelId="{676C0D10-3C3E-4DFF-85E7-A36842C3A5FB}" type="pres">
      <dgm:prSet presAssocID="{8811A8BA-447D-465A-A007-AC02DD1C41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1EDA02-B0FB-47B3-9857-7361866C3DB1}" type="presOf" srcId="{8811A8BA-447D-465A-A007-AC02DD1C41E6}" destId="{676C0D10-3C3E-4DFF-85E7-A36842C3A5FB}" srcOrd="0" destOrd="0" presId="urn:microsoft.com/office/officeart/2018/5/layout/IconLeafLabelList"/>
    <dgm:cxn modelId="{9A585B14-57AF-4875-B0A0-F69AF1FB8F4D}" type="presOf" srcId="{3E04201D-2CB2-4E69-9152-7C11E9D98341}" destId="{074800A8-8DA1-4834-B678-AE7B63F8E387}" srcOrd="0" destOrd="0" presId="urn:microsoft.com/office/officeart/2018/5/layout/IconLeafLabelList"/>
    <dgm:cxn modelId="{B4D7F31B-A6A4-4325-9432-21B47F8B4819}" srcId="{3E04201D-2CB2-4E69-9152-7C11E9D98341}" destId="{8811A8BA-447D-465A-A007-AC02DD1C41E6}" srcOrd="3" destOrd="0" parTransId="{CD049F32-B86C-4676-9E7F-5332CA4551B0}" sibTransId="{6A75C081-4A83-48E6-BFAE-67196FB8BB70}"/>
    <dgm:cxn modelId="{4AE76128-9A9B-4102-B2CA-7CC971EA16DC}" srcId="{3E04201D-2CB2-4E69-9152-7C11E9D98341}" destId="{7B2CD476-5444-432E-BE14-A703795E4EFC}" srcOrd="0" destOrd="0" parTransId="{F2CAF000-617C-4947-B0AF-C286BD985A57}" sibTransId="{80684273-C63E-4532-B5EB-4F89C4898CF7}"/>
    <dgm:cxn modelId="{B079B25C-C615-41D9-9880-F5D0A16836D0}" type="presOf" srcId="{CCC75DA1-05B3-43DC-B75E-28A26C3C0986}" destId="{F1B6DBBF-32E5-4C57-8742-9E925AD964C4}" srcOrd="0" destOrd="0" presId="urn:microsoft.com/office/officeart/2018/5/layout/IconLeafLabelList"/>
    <dgm:cxn modelId="{E38D1764-6579-4A6C-AE4A-954C5A5EBBEF}" srcId="{3E04201D-2CB2-4E69-9152-7C11E9D98341}" destId="{FBCC2491-FE77-4792-8202-4491595F8308}" srcOrd="2" destOrd="0" parTransId="{EDC26B79-383B-4C72-BF67-932D081AA702}" sibTransId="{10AD7CFC-D627-419D-860A-75CAA2A3D9A8}"/>
    <dgm:cxn modelId="{19683765-8CFB-4FCC-B521-D92990EEAF90}" srcId="{3E04201D-2CB2-4E69-9152-7C11E9D98341}" destId="{CCC75DA1-05B3-43DC-B75E-28A26C3C0986}" srcOrd="1" destOrd="0" parTransId="{3C80BF5E-7B35-44DD-B1A9-1FFD5C228841}" sibTransId="{82752AE9-19AA-4996-8742-D9F7F525597E}"/>
    <dgm:cxn modelId="{4080D791-6C88-45D0-8A64-FB3D3093A2CC}" type="presOf" srcId="{FBCC2491-FE77-4792-8202-4491595F8308}" destId="{0E9E3425-61BB-4794-A518-C0214B26C5E2}" srcOrd="0" destOrd="0" presId="urn:microsoft.com/office/officeart/2018/5/layout/IconLeafLabelList"/>
    <dgm:cxn modelId="{68E889F2-D6CE-473C-81A2-7D7738D25669}" type="presOf" srcId="{7B2CD476-5444-432E-BE14-A703795E4EFC}" destId="{9481233F-614C-4CA1-81BC-6D1BCAE92D7B}" srcOrd="0" destOrd="0" presId="urn:microsoft.com/office/officeart/2018/5/layout/IconLeafLabelList"/>
    <dgm:cxn modelId="{1298442D-B99F-48E9-B736-5BD7F7855A1E}" type="presParOf" srcId="{074800A8-8DA1-4834-B678-AE7B63F8E387}" destId="{25CE56F5-2B41-4FD1-ABDA-7679D0B1A2D4}" srcOrd="0" destOrd="0" presId="urn:microsoft.com/office/officeart/2018/5/layout/IconLeafLabelList"/>
    <dgm:cxn modelId="{A56901A3-0AF1-471D-AC14-41382FACCE5C}" type="presParOf" srcId="{25CE56F5-2B41-4FD1-ABDA-7679D0B1A2D4}" destId="{9FBA3040-E853-4C58-9ED3-E412740B872F}" srcOrd="0" destOrd="0" presId="urn:microsoft.com/office/officeart/2018/5/layout/IconLeafLabelList"/>
    <dgm:cxn modelId="{683BEF7E-B1F3-48B1-81FB-A3F45C971908}" type="presParOf" srcId="{25CE56F5-2B41-4FD1-ABDA-7679D0B1A2D4}" destId="{19D25636-0E06-42F7-84D5-777FF452A22D}" srcOrd="1" destOrd="0" presId="urn:microsoft.com/office/officeart/2018/5/layout/IconLeafLabelList"/>
    <dgm:cxn modelId="{179D9E62-B0FA-47C5-8CC2-B68DEA6F11DB}" type="presParOf" srcId="{25CE56F5-2B41-4FD1-ABDA-7679D0B1A2D4}" destId="{C5BBB40B-BAC7-4D37-BF52-5C2E18B70181}" srcOrd="2" destOrd="0" presId="urn:microsoft.com/office/officeart/2018/5/layout/IconLeafLabelList"/>
    <dgm:cxn modelId="{847EB8C1-B151-4602-B514-FB162D55852A}" type="presParOf" srcId="{25CE56F5-2B41-4FD1-ABDA-7679D0B1A2D4}" destId="{9481233F-614C-4CA1-81BC-6D1BCAE92D7B}" srcOrd="3" destOrd="0" presId="urn:microsoft.com/office/officeart/2018/5/layout/IconLeafLabelList"/>
    <dgm:cxn modelId="{D0CE84EA-BD4B-4867-9CF8-0A3CB3338288}" type="presParOf" srcId="{074800A8-8DA1-4834-B678-AE7B63F8E387}" destId="{87119483-8EEC-42A2-92F5-708672BF9AE3}" srcOrd="1" destOrd="0" presId="urn:microsoft.com/office/officeart/2018/5/layout/IconLeafLabelList"/>
    <dgm:cxn modelId="{CEFEE96F-4B2D-4DEA-A583-E0514695596D}" type="presParOf" srcId="{074800A8-8DA1-4834-B678-AE7B63F8E387}" destId="{F5A4BC4F-C668-4235-B4C8-3F829FF9951D}" srcOrd="2" destOrd="0" presId="urn:microsoft.com/office/officeart/2018/5/layout/IconLeafLabelList"/>
    <dgm:cxn modelId="{62FEECD2-03F4-463D-AB96-96673288D26B}" type="presParOf" srcId="{F5A4BC4F-C668-4235-B4C8-3F829FF9951D}" destId="{63CA6633-4027-4E1B-A8FC-67F238973D6E}" srcOrd="0" destOrd="0" presId="urn:microsoft.com/office/officeart/2018/5/layout/IconLeafLabelList"/>
    <dgm:cxn modelId="{DF867B79-BD88-4D3F-BFEB-8967A3C0CF33}" type="presParOf" srcId="{F5A4BC4F-C668-4235-B4C8-3F829FF9951D}" destId="{1EFEC192-486A-487F-8B14-DB6E9AB99A94}" srcOrd="1" destOrd="0" presId="urn:microsoft.com/office/officeart/2018/5/layout/IconLeafLabelList"/>
    <dgm:cxn modelId="{C635B0A7-E4B0-4CA1-B2B5-F7DB3C1EA758}" type="presParOf" srcId="{F5A4BC4F-C668-4235-B4C8-3F829FF9951D}" destId="{4443C09E-928F-4519-B0B5-49204A218705}" srcOrd="2" destOrd="0" presId="urn:microsoft.com/office/officeart/2018/5/layout/IconLeafLabelList"/>
    <dgm:cxn modelId="{7D3F0341-9F9E-4F9E-8DEC-BDAAD1347769}" type="presParOf" srcId="{F5A4BC4F-C668-4235-B4C8-3F829FF9951D}" destId="{F1B6DBBF-32E5-4C57-8742-9E925AD964C4}" srcOrd="3" destOrd="0" presId="urn:microsoft.com/office/officeart/2018/5/layout/IconLeafLabelList"/>
    <dgm:cxn modelId="{643BDADC-280C-4570-9A10-BDF445B3DC12}" type="presParOf" srcId="{074800A8-8DA1-4834-B678-AE7B63F8E387}" destId="{C631A035-C8A0-4A25-B9CE-6D4C1BAB20EE}" srcOrd="3" destOrd="0" presId="urn:microsoft.com/office/officeart/2018/5/layout/IconLeafLabelList"/>
    <dgm:cxn modelId="{ED54726E-0370-488A-9F66-48A534B6CFB7}" type="presParOf" srcId="{074800A8-8DA1-4834-B678-AE7B63F8E387}" destId="{3CA56FFE-FE93-4BF8-9EB4-5CEB8028B572}" srcOrd="4" destOrd="0" presId="urn:microsoft.com/office/officeart/2018/5/layout/IconLeafLabelList"/>
    <dgm:cxn modelId="{CB340E96-3BBB-4CCC-98D2-F1A86716AD47}" type="presParOf" srcId="{3CA56FFE-FE93-4BF8-9EB4-5CEB8028B572}" destId="{E850E851-170B-4FDD-AC5E-125EF2587F7A}" srcOrd="0" destOrd="0" presId="urn:microsoft.com/office/officeart/2018/5/layout/IconLeafLabelList"/>
    <dgm:cxn modelId="{DAD2D1AE-AA29-4BA9-AC87-F57D20183E61}" type="presParOf" srcId="{3CA56FFE-FE93-4BF8-9EB4-5CEB8028B572}" destId="{7E037905-D2A6-4DD3-9A5C-D02CADE007F2}" srcOrd="1" destOrd="0" presId="urn:microsoft.com/office/officeart/2018/5/layout/IconLeafLabelList"/>
    <dgm:cxn modelId="{19251776-EF52-49F7-AD6B-208ADF3E69B0}" type="presParOf" srcId="{3CA56FFE-FE93-4BF8-9EB4-5CEB8028B572}" destId="{260B8614-EEDF-4EF5-AC9E-EB908012C024}" srcOrd="2" destOrd="0" presId="urn:microsoft.com/office/officeart/2018/5/layout/IconLeafLabelList"/>
    <dgm:cxn modelId="{850685B0-6436-4C01-897F-877154E3EDF3}" type="presParOf" srcId="{3CA56FFE-FE93-4BF8-9EB4-5CEB8028B572}" destId="{0E9E3425-61BB-4794-A518-C0214B26C5E2}" srcOrd="3" destOrd="0" presId="urn:microsoft.com/office/officeart/2018/5/layout/IconLeafLabelList"/>
    <dgm:cxn modelId="{C024B5D8-1BDA-49E2-9396-DD739F2758DA}" type="presParOf" srcId="{074800A8-8DA1-4834-B678-AE7B63F8E387}" destId="{C5DCA94E-9531-44DC-9452-C62B7CEACF22}" srcOrd="5" destOrd="0" presId="urn:microsoft.com/office/officeart/2018/5/layout/IconLeafLabelList"/>
    <dgm:cxn modelId="{C224D8F3-C136-47D3-B259-0E8F4AE1D236}" type="presParOf" srcId="{074800A8-8DA1-4834-B678-AE7B63F8E387}" destId="{CF860026-ED5D-4E72-A426-47CF67D11D27}" srcOrd="6" destOrd="0" presId="urn:microsoft.com/office/officeart/2018/5/layout/IconLeafLabelList"/>
    <dgm:cxn modelId="{A81FCFF7-DC39-483C-B0EB-09F2E87D7528}" type="presParOf" srcId="{CF860026-ED5D-4E72-A426-47CF67D11D27}" destId="{063F563D-3066-476E-885C-9B117E603D37}" srcOrd="0" destOrd="0" presId="urn:microsoft.com/office/officeart/2018/5/layout/IconLeafLabelList"/>
    <dgm:cxn modelId="{0F9D272A-21AA-4075-B9D4-1955C62DA9A1}" type="presParOf" srcId="{CF860026-ED5D-4E72-A426-47CF67D11D27}" destId="{A1E80DDD-90F0-4F34-9FD4-92C45160318A}" srcOrd="1" destOrd="0" presId="urn:microsoft.com/office/officeart/2018/5/layout/IconLeafLabelList"/>
    <dgm:cxn modelId="{FC5C6AC8-DA58-4191-81DB-85F14EF9E9A9}" type="presParOf" srcId="{CF860026-ED5D-4E72-A426-47CF67D11D27}" destId="{8A67C981-4CDE-49E3-801E-484AF3E68E35}" srcOrd="2" destOrd="0" presId="urn:microsoft.com/office/officeart/2018/5/layout/IconLeafLabelList"/>
    <dgm:cxn modelId="{6EE061DD-B73B-4AAA-9A5A-6FFE61E18BCD}" type="presParOf" srcId="{CF860026-ED5D-4E72-A426-47CF67D11D27}" destId="{676C0D10-3C3E-4DFF-85E7-A36842C3A5F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722514-EA29-4855-AD78-8BA45DC3370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58CC745-720B-4A4D-AF8C-B3642B1AD0CC}">
      <dgm:prSet/>
      <dgm:spPr/>
      <dgm:t>
        <a:bodyPr/>
        <a:lstStyle/>
        <a:p>
          <a:pPr>
            <a:defRPr cap="all"/>
          </a:pPr>
          <a:r>
            <a:rPr lang="pt-BR"/>
            <a:t>- Scikit-learn: Fácil, ideal para iniciantes</a:t>
          </a:r>
          <a:endParaRPr lang="en-US"/>
        </a:p>
      </dgm:t>
    </dgm:pt>
    <dgm:pt modelId="{92B8AA19-2F1E-47BB-BB8F-65F8637352C8}" type="parTrans" cxnId="{3A9C046A-AE88-40A7-BBDB-5470B8C43CA3}">
      <dgm:prSet/>
      <dgm:spPr/>
      <dgm:t>
        <a:bodyPr/>
        <a:lstStyle/>
        <a:p>
          <a:endParaRPr lang="en-US"/>
        </a:p>
      </dgm:t>
    </dgm:pt>
    <dgm:pt modelId="{50920B31-C6DF-40C6-8D27-BAE2248A90C4}" type="sibTrans" cxnId="{3A9C046A-AE88-40A7-BBDB-5470B8C43CA3}">
      <dgm:prSet/>
      <dgm:spPr/>
      <dgm:t>
        <a:bodyPr/>
        <a:lstStyle/>
        <a:p>
          <a:endParaRPr lang="en-US"/>
        </a:p>
      </dgm:t>
    </dgm:pt>
    <dgm:pt modelId="{B0798390-02FF-440A-84AE-60500F6C2DA6}">
      <dgm:prSet/>
      <dgm:spPr/>
      <dgm:t>
        <a:bodyPr/>
        <a:lstStyle/>
        <a:p>
          <a:pPr>
            <a:defRPr cap="all"/>
          </a:pPr>
          <a:r>
            <a:rPr lang="pt-BR"/>
            <a:t>- TensorFlow: Avançado, voltado a Deep Learning</a:t>
          </a:r>
          <a:endParaRPr lang="en-US"/>
        </a:p>
      </dgm:t>
    </dgm:pt>
    <dgm:pt modelId="{066071E9-1FF1-4887-A651-C5892A689A17}" type="parTrans" cxnId="{EC1AA177-D9B6-4252-824F-F03FC952AD30}">
      <dgm:prSet/>
      <dgm:spPr/>
      <dgm:t>
        <a:bodyPr/>
        <a:lstStyle/>
        <a:p>
          <a:endParaRPr lang="en-US"/>
        </a:p>
      </dgm:t>
    </dgm:pt>
    <dgm:pt modelId="{DC1C437F-80FE-4E3E-94B5-ACAA08D66442}" type="sibTrans" cxnId="{EC1AA177-D9B6-4252-824F-F03FC952AD30}">
      <dgm:prSet/>
      <dgm:spPr/>
      <dgm:t>
        <a:bodyPr/>
        <a:lstStyle/>
        <a:p>
          <a:endParaRPr lang="en-US"/>
        </a:p>
      </dgm:t>
    </dgm:pt>
    <dgm:pt modelId="{688F912F-BA2D-413A-B335-500F6F609732}">
      <dgm:prSet/>
      <dgm:spPr/>
      <dgm:t>
        <a:bodyPr/>
        <a:lstStyle/>
        <a:p>
          <a:pPr>
            <a:defRPr cap="all"/>
          </a:pPr>
          <a:r>
            <a:rPr lang="pt-BR"/>
            <a:t>- MLlib: Integrado ao Apache Spark (distribuído)</a:t>
          </a:r>
          <a:endParaRPr lang="en-US"/>
        </a:p>
      </dgm:t>
    </dgm:pt>
    <dgm:pt modelId="{520A8113-0147-4E61-AB24-B4890C0905C3}" type="parTrans" cxnId="{FD076A17-3C79-4082-A17B-2E4F1743953A}">
      <dgm:prSet/>
      <dgm:spPr/>
      <dgm:t>
        <a:bodyPr/>
        <a:lstStyle/>
        <a:p>
          <a:endParaRPr lang="en-US"/>
        </a:p>
      </dgm:t>
    </dgm:pt>
    <dgm:pt modelId="{88E7A08C-6002-48ED-9931-B7F0EC65B671}" type="sibTrans" cxnId="{FD076A17-3C79-4082-A17B-2E4F1743953A}">
      <dgm:prSet/>
      <dgm:spPr/>
      <dgm:t>
        <a:bodyPr/>
        <a:lstStyle/>
        <a:p>
          <a:endParaRPr lang="en-US"/>
        </a:p>
      </dgm:t>
    </dgm:pt>
    <dgm:pt modelId="{9BA00A7A-B4AE-4968-81B0-E4E00535C225}" type="pres">
      <dgm:prSet presAssocID="{48722514-EA29-4855-AD78-8BA45DC3370C}" presName="root" presStyleCnt="0">
        <dgm:presLayoutVars>
          <dgm:dir/>
          <dgm:resizeHandles val="exact"/>
        </dgm:presLayoutVars>
      </dgm:prSet>
      <dgm:spPr/>
    </dgm:pt>
    <dgm:pt modelId="{D6A3DF4D-AF72-4365-AC19-A53E3B2D4247}" type="pres">
      <dgm:prSet presAssocID="{A58CC745-720B-4A4D-AF8C-B3642B1AD0CC}" presName="compNode" presStyleCnt="0"/>
      <dgm:spPr/>
    </dgm:pt>
    <dgm:pt modelId="{2EE7D079-3AF1-4D9E-8191-527B79EEE38E}" type="pres">
      <dgm:prSet presAssocID="{A58CC745-720B-4A4D-AF8C-B3642B1AD0CC}" presName="iconBgRect" presStyleLbl="bgShp" presStyleIdx="0" presStyleCnt="3"/>
      <dgm:spPr/>
    </dgm:pt>
    <dgm:pt modelId="{567A8BD4-B6A1-4331-9CF5-A0299A33917F}" type="pres">
      <dgm:prSet presAssocID="{A58CC745-720B-4A4D-AF8C-B3642B1AD0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EEF084FC-159B-48EF-9A9B-5CC592132348}" type="pres">
      <dgm:prSet presAssocID="{A58CC745-720B-4A4D-AF8C-B3642B1AD0CC}" presName="spaceRect" presStyleCnt="0"/>
      <dgm:spPr/>
    </dgm:pt>
    <dgm:pt modelId="{B072AB87-9EDB-409D-946A-3D672A72E41F}" type="pres">
      <dgm:prSet presAssocID="{A58CC745-720B-4A4D-AF8C-B3642B1AD0CC}" presName="textRect" presStyleLbl="revTx" presStyleIdx="0" presStyleCnt="3">
        <dgm:presLayoutVars>
          <dgm:chMax val="1"/>
          <dgm:chPref val="1"/>
        </dgm:presLayoutVars>
      </dgm:prSet>
      <dgm:spPr/>
    </dgm:pt>
    <dgm:pt modelId="{4ACC008A-1DFD-48EA-AF2D-D727B4D91955}" type="pres">
      <dgm:prSet presAssocID="{50920B31-C6DF-40C6-8D27-BAE2248A90C4}" presName="sibTrans" presStyleCnt="0"/>
      <dgm:spPr/>
    </dgm:pt>
    <dgm:pt modelId="{E63374B3-3C04-45BC-BE6A-DD62113CB607}" type="pres">
      <dgm:prSet presAssocID="{B0798390-02FF-440A-84AE-60500F6C2DA6}" presName="compNode" presStyleCnt="0"/>
      <dgm:spPr/>
    </dgm:pt>
    <dgm:pt modelId="{B6B4EB36-DDC3-4D21-B882-2C1DE095AE0C}" type="pres">
      <dgm:prSet presAssocID="{B0798390-02FF-440A-84AE-60500F6C2DA6}" presName="iconBgRect" presStyleLbl="bgShp" presStyleIdx="1" presStyleCnt="3"/>
      <dgm:spPr/>
    </dgm:pt>
    <dgm:pt modelId="{01DB831D-487F-49E8-8EA4-580053C11739}" type="pres">
      <dgm:prSet presAssocID="{B0798390-02FF-440A-84AE-60500F6C2D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52FD9045-BF98-4C82-8FFE-B7F4E5C34CFF}" type="pres">
      <dgm:prSet presAssocID="{B0798390-02FF-440A-84AE-60500F6C2DA6}" presName="spaceRect" presStyleCnt="0"/>
      <dgm:spPr/>
    </dgm:pt>
    <dgm:pt modelId="{047A886B-D11B-40AF-BD46-4C2D01F2F9F0}" type="pres">
      <dgm:prSet presAssocID="{B0798390-02FF-440A-84AE-60500F6C2DA6}" presName="textRect" presStyleLbl="revTx" presStyleIdx="1" presStyleCnt="3">
        <dgm:presLayoutVars>
          <dgm:chMax val="1"/>
          <dgm:chPref val="1"/>
        </dgm:presLayoutVars>
      </dgm:prSet>
      <dgm:spPr/>
    </dgm:pt>
    <dgm:pt modelId="{8DDDA7EE-A10B-49AC-829D-0BAE05471116}" type="pres">
      <dgm:prSet presAssocID="{DC1C437F-80FE-4E3E-94B5-ACAA08D66442}" presName="sibTrans" presStyleCnt="0"/>
      <dgm:spPr/>
    </dgm:pt>
    <dgm:pt modelId="{11553332-4B25-457B-BDD5-47F69B3DAB63}" type="pres">
      <dgm:prSet presAssocID="{688F912F-BA2D-413A-B335-500F6F609732}" presName="compNode" presStyleCnt="0"/>
      <dgm:spPr/>
    </dgm:pt>
    <dgm:pt modelId="{7B39FD2D-AD13-4A27-9984-E501956237BC}" type="pres">
      <dgm:prSet presAssocID="{688F912F-BA2D-413A-B335-500F6F609732}" presName="iconBgRect" presStyleLbl="bgShp" presStyleIdx="2" presStyleCnt="3"/>
      <dgm:spPr/>
    </dgm:pt>
    <dgm:pt modelId="{E6FEE30E-F0B8-4320-AA40-9FDE328A5BA4}" type="pres">
      <dgm:prSet presAssocID="{688F912F-BA2D-413A-B335-500F6F6097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B041772-215A-4FBF-9D6C-73B42C0A9DF9}" type="pres">
      <dgm:prSet presAssocID="{688F912F-BA2D-413A-B335-500F6F609732}" presName="spaceRect" presStyleCnt="0"/>
      <dgm:spPr/>
    </dgm:pt>
    <dgm:pt modelId="{6EDD3C13-0E18-4CDE-B2B8-31BEC6A445A3}" type="pres">
      <dgm:prSet presAssocID="{688F912F-BA2D-413A-B335-500F6F6097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076A17-3C79-4082-A17B-2E4F1743953A}" srcId="{48722514-EA29-4855-AD78-8BA45DC3370C}" destId="{688F912F-BA2D-413A-B335-500F6F609732}" srcOrd="2" destOrd="0" parTransId="{520A8113-0147-4E61-AB24-B4890C0905C3}" sibTransId="{88E7A08C-6002-48ED-9931-B7F0EC65B671}"/>
    <dgm:cxn modelId="{3A9C046A-AE88-40A7-BBDB-5470B8C43CA3}" srcId="{48722514-EA29-4855-AD78-8BA45DC3370C}" destId="{A58CC745-720B-4A4D-AF8C-B3642B1AD0CC}" srcOrd="0" destOrd="0" parTransId="{92B8AA19-2F1E-47BB-BB8F-65F8637352C8}" sibTransId="{50920B31-C6DF-40C6-8D27-BAE2248A90C4}"/>
    <dgm:cxn modelId="{EC1AA177-D9B6-4252-824F-F03FC952AD30}" srcId="{48722514-EA29-4855-AD78-8BA45DC3370C}" destId="{B0798390-02FF-440A-84AE-60500F6C2DA6}" srcOrd="1" destOrd="0" parTransId="{066071E9-1FF1-4887-A651-C5892A689A17}" sibTransId="{DC1C437F-80FE-4E3E-94B5-ACAA08D66442}"/>
    <dgm:cxn modelId="{C9C2F059-613B-40B9-A18E-FB80D81AED98}" type="presOf" srcId="{B0798390-02FF-440A-84AE-60500F6C2DA6}" destId="{047A886B-D11B-40AF-BD46-4C2D01F2F9F0}" srcOrd="0" destOrd="0" presId="urn:microsoft.com/office/officeart/2018/5/layout/IconCircleLabelList"/>
    <dgm:cxn modelId="{67F81D7B-6801-4501-B554-BB1E4DBB1E19}" type="presOf" srcId="{688F912F-BA2D-413A-B335-500F6F609732}" destId="{6EDD3C13-0E18-4CDE-B2B8-31BEC6A445A3}" srcOrd="0" destOrd="0" presId="urn:microsoft.com/office/officeart/2018/5/layout/IconCircleLabelList"/>
    <dgm:cxn modelId="{53267EA3-C9A4-4FFE-9A35-F252EA832AFB}" type="presOf" srcId="{A58CC745-720B-4A4D-AF8C-B3642B1AD0CC}" destId="{B072AB87-9EDB-409D-946A-3D672A72E41F}" srcOrd="0" destOrd="0" presId="urn:microsoft.com/office/officeart/2018/5/layout/IconCircleLabelList"/>
    <dgm:cxn modelId="{40C9E8CB-DEFF-4DFD-B699-EA867FF3EFFC}" type="presOf" srcId="{48722514-EA29-4855-AD78-8BA45DC3370C}" destId="{9BA00A7A-B4AE-4968-81B0-E4E00535C225}" srcOrd="0" destOrd="0" presId="urn:microsoft.com/office/officeart/2018/5/layout/IconCircleLabelList"/>
    <dgm:cxn modelId="{6811D837-060E-4CA3-867B-530990F67563}" type="presParOf" srcId="{9BA00A7A-B4AE-4968-81B0-E4E00535C225}" destId="{D6A3DF4D-AF72-4365-AC19-A53E3B2D4247}" srcOrd="0" destOrd="0" presId="urn:microsoft.com/office/officeart/2018/5/layout/IconCircleLabelList"/>
    <dgm:cxn modelId="{7564C890-91F6-4B5C-BA1A-82A8C95A1E85}" type="presParOf" srcId="{D6A3DF4D-AF72-4365-AC19-A53E3B2D4247}" destId="{2EE7D079-3AF1-4D9E-8191-527B79EEE38E}" srcOrd="0" destOrd="0" presId="urn:microsoft.com/office/officeart/2018/5/layout/IconCircleLabelList"/>
    <dgm:cxn modelId="{99D0171D-8370-4CF2-B64D-883E4FFC2B90}" type="presParOf" srcId="{D6A3DF4D-AF72-4365-AC19-A53E3B2D4247}" destId="{567A8BD4-B6A1-4331-9CF5-A0299A33917F}" srcOrd="1" destOrd="0" presId="urn:microsoft.com/office/officeart/2018/5/layout/IconCircleLabelList"/>
    <dgm:cxn modelId="{E849BE5A-5DAB-4D66-AD31-36C1FB96FD89}" type="presParOf" srcId="{D6A3DF4D-AF72-4365-AC19-A53E3B2D4247}" destId="{EEF084FC-159B-48EF-9A9B-5CC592132348}" srcOrd="2" destOrd="0" presId="urn:microsoft.com/office/officeart/2018/5/layout/IconCircleLabelList"/>
    <dgm:cxn modelId="{8BBEDF60-7744-4DFD-B091-0ACD25962F9C}" type="presParOf" srcId="{D6A3DF4D-AF72-4365-AC19-A53E3B2D4247}" destId="{B072AB87-9EDB-409D-946A-3D672A72E41F}" srcOrd="3" destOrd="0" presId="urn:microsoft.com/office/officeart/2018/5/layout/IconCircleLabelList"/>
    <dgm:cxn modelId="{09D4D067-9EE2-4124-B978-02CD683DB305}" type="presParOf" srcId="{9BA00A7A-B4AE-4968-81B0-E4E00535C225}" destId="{4ACC008A-1DFD-48EA-AF2D-D727B4D91955}" srcOrd="1" destOrd="0" presId="urn:microsoft.com/office/officeart/2018/5/layout/IconCircleLabelList"/>
    <dgm:cxn modelId="{248F7E85-4653-4822-829B-C395AD2E4343}" type="presParOf" srcId="{9BA00A7A-B4AE-4968-81B0-E4E00535C225}" destId="{E63374B3-3C04-45BC-BE6A-DD62113CB607}" srcOrd="2" destOrd="0" presId="urn:microsoft.com/office/officeart/2018/5/layout/IconCircleLabelList"/>
    <dgm:cxn modelId="{2E1C18DB-67B8-480E-B00D-A2D3953B8C87}" type="presParOf" srcId="{E63374B3-3C04-45BC-BE6A-DD62113CB607}" destId="{B6B4EB36-DDC3-4D21-B882-2C1DE095AE0C}" srcOrd="0" destOrd="0" presId="urn:microsoft.com/office/officeart/2018/5/layout/IconCircleLabelList"/>
    <dgm:cxn modelId="{3A1F716D-0698-49E7-A4D0-BCDAA102779A}" type="presParOf" srcId="{E63374B3-3C04-45BC-BE6A-DD62113CB607}" destId="{01DB831D-487F-49E8-8EA4-580053C11739}" srcOrd="1" destOrd="0" presId="urn:microsoft.com/office/officeart/2018/5/layout/IconCircleLabelList"/>
    <dgm:cxn modelId="{4B26A187-4208-40B4-987D-72D654ED85C4}" type="presParOf" srcId="{E63374B3-3C04-45BC-BE6A-DD62113CB607}" destId="{52FD9045-BF98-4C82-8FFE-B7F4E5C34CFF}" srcOrd="2" destOrd="0" presId="urn:microsoft.com/office/officeart/2018/5/layout/IconCircleLabelList"/>
    <dgm:cxn modelId="{065C1BD2-8198-4336-9B0D-DC9413D4094B}" type="presParOf" srcId="{E63374B3-3C04-45BC-BE6A-DD62113CB607}" destId="{047A886B-D11B-40AF-BD46-4C2D01F2F9F0}" srcOrd="3" destOrd="0" presId="urn:microsoft.com/office/officeart/2018/5/layout/IconCircleLabelList"/>
    <dgm:cxn modelId="{87B6B38E-FC0C-42C9-AD13-894E2CE3CC9E}" type="presParOf" srcId="{9BA00A7A-B4AE-4968-81B0-E4E00535C225}" destId="{8DDDA7EE-A10B-49AC-829D-0BAE05471116}" srcOrd="3" destOrd="0" presId="urn:microsoft.com/office/officeart/2018/5/layout/IconCircleLabelList"/>
    <dgm:cxn modelId="{9CC0CA92-2390-477A-AA4F-950C4A1EC646}" type="presParOf" srcId="{9BA00A7A-B4AE-4968-81B0-E4E00535C225}" destId="{11553332-4B25-457B-BDD5-47F69B3DAB63}" srcOrd="4" destOrd="0" presId="urn:microsoft.com/office/officeart/2018/5/layout/IconCircleLabelList"/>
    <dgm:cxn modelId="{5A028678-0E84-4166-B24B-CB87FEE7C4C3}" type="presParOf" srcId="{11553332-4B25-457B-BDD5-47F69B3DAB63}" destId="{7B39FD2D-AD13-4A27-9984-E501956237BC}" srcOrd="0" destOrd="0" presId="urn:microsoft.com/office/officeart/2018/5/layout/IconCircleLabelList"/>
    <dgm:cxn modelId="{F3079E85-20EF-4AC6-9E0A-604193378422}" type="presParOf" srcId="{11553332-4B25-457B-BDD5-47F69B3DAB63}" destId="{E6FEE30E-F0B8-4320-AA40-9FDE328A5BA4}" srcOrd="1" destOrd="0" presId="urn:microsoft.com/office/officeart/2018/5/layout/IconCircleLabelList"/>
    <dgm:cxn modelId="{23FD5CB1-DB44-4703-8CF5-0D381E1EC987}" type="presParOf" srcId="{11553332-4B25-457B-BDD5-47F69B3DAB63}" destId="{EB041772-215A-4FBF-9D6C-73B42C0A9DF9}" srcOrd="2" destOrd="0" presId="urn:microsoft.com/office/officeart/2018/5/layout/IconCircleLabelList"/>
    <dgm:cxn modelId="{2591D182-394B-4905-AF0C-218055A0AD93}" type="presParOf" srcId="{11553332-4B25-457B-BDD5-47F69B3DAB63}" destId="{6EDD3C13-0E18-4CDE-B2B8-31BEC6A445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042805E-188C-426C-BF86-B31624B300C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609D0D-E6AB-4F09-8D13-393D904140D6}">
      <dgm:prSet/>
      <dgm:spPr/>
      <dgm:t>
        <a:bodyPr/>
        <a:lstStyle/>
        <a:p>
          <a:r>
            <a:rPr lang="en-US"/>
            <a:t>1. Definir o problema</a:t>
          </a:r>
        </a:p>
      </dgm:t>
    </dgm:pt>
    <dgm:pt modelId="{5FA5CBA0-8290-4D95-AFFB-2EF500DA61DE}" type="parTrans" cxnId="{B03DBAF4-59D0-4A37-B0B6-4B9322DE138C}">
      <dgm:prSet/>
      <dgm:spPr/>
      <dgm:t>
        <a:bodyPr/>
        <a:lstStyle/>
        <a:p>
          <a:endParaRPr lang="en-US"/>
        </a:p>
      </dgm:t>
    </dgm:pt>
    <dgm:pt modelId="{9CD1F986-9513-494A-A439-A0F2003FA6DF}" type="sibTrans" cxnId="{B03DBAF4-59D0-4A37-B0B6-4B9322DE138C}">
      <dgm:prSet/>
      <dgm:spPr/>
      <dgm:t>
        <a:bodyPr/>
        <a:lstStyle/>
        <a:p>
          <a:endParaRPr lang="en-US"/>
        </a:p>
      </dgm:t>
    </dgm:pt>
    <dgm:pt modelId="{D9E91BC3-12BC-459B-A8AD-3514925D6442}">
      <dgm:prSet/>
      <dgm:spPr/>
      <dgm:t>
        <a:bodyPr/>
        <a:lstStyle/>
        <a:p>
          <a:r>
            <a:rPr lang="en-US"/>
            <a:t>2. Obter os dados</a:t>
          </a:r>
        </a:p>
      </dgm:t>
    </dgm:pt>
    <dgm:pt modelId="{C5033478-F4E6-41D5-93FA-2C6158E7FE36}" type="parTrans" cxnId="{26704187-803D-4EF3-9501-5F679EF1DC21}">
      <dgm:prSet/>
      <dgm:spPr/>
      <dgm:t>
        <a:bodyPr/>
        <a:lstStyle/>
        <a:p>
          <a:endParaRPr lang="en-US"/>
        </a:p>
      </dgm:t>
    </dgm:pt>
    <dgm:pt modelId="{629D95F7-3262-4836-B417-F02979903B31}" type="sibTrans" cxnId="{26704187-803D-4EF3-9501-5F679EF1DC21}">
      <dgm:prSet/>
      <dgm:spPr/>
      <dgm:t>
        <a:bodyPr/>
        <a:lstStyle/>
        <a:p>
          <a:endParaRPr lang="en-US"/>
        </a:p>
      </dgm:t>
    </dgm:pt>
    <dgm:pt modelId="{94C7466C-1C95-4195-8BC2-60DA0488A1C1}">
      <dgm:prSet/>
      <dgm:spPr/>
      <dgm:t>
        <a:bodyPr/>
        <a:lstStyle/>
        <a:p>
          <a:r>
            <a:rPr lang="en-US"/>
            <a:t>3. Limpar/preparar os dados</a:t>
          </a:r>
        </a:p>
      </dgm:t>
    </dgm:pt>
    <dgm:pt modelId="{F4C95B0F-9154-4D25-AE16-4695212F135A}" type="parTrans" cxnId="{E0363659-3CD4-434E-A5B8-838C7BC5DC55}">
      <dgm:prSet/>
      <dgm:spPr/>
      <dgm:t>
        <a:bodyPr/>
        <a:lstStyle/>
        <a:p>
          <a:endParaRPr lang="en-US"/>
        </a:p>
      </dgm:t>
    </dgm:pt>
    <dgm:pt modelId="{FF70A567-AAB8-478C-95B0-F76556A9AE32}" type="sibTrans" cxnId="{E0363659-3CD4-434E-A5B8-838C7BC5DC55}">
      <dgm:prSet/>
      <dgm:spPr/>
      <dgm:t>
        <a:bodyPr/>
        <a:lstStyle/>
        <a:p>
          <a:endParaRPr lang="en-US"/>
        </a:p>
      </dgm:t>
    </dgm:pt>
    <dgm:pt modelId="{87BED715-48C9-4637-83D8-05E3035AC805}">
      <dgm:prSet/>
      <dgm:spPr/>
      <dgm:t>
        <a:bodyPr/>
        <a:lstStyle/>
        <a:p>
          <a:r>
            <a:rPr lang="en-US"/>
            <a:t>4. Escolher o algoritmo</a:t>
          </a:r>
        </a:p>
      </dgm:t>
    </dgm:pt>
    <dgm:pt modelId="{CEF995D5-7D11-4816-9C3D-A0B7B5D6B4CB}" type="parTrans" cxnId="{BA383CFC-12AB-48E8-9C6D-E41B6A5BE4B4}">
      <dgm:prSet/>
      <dgm:spPr/>
      <dgm:t>
        <a:bodyPr/>
        <a:lstStyle/>
        <a:p>
          <a:endParaRPr lang="en-US"/>
        </a:p>
      </dgm:t>
    </dgm:pt>
    <dgm:pt modelId="{7BC4596A-22C2-47A2-93DB-C8DEE921E222}" type="sibTrans" cxnId="{BA383CFC-12AB-48E8-9C6D-E41B6A5BE4B4}">
      <dgm:prSet/>
      <dgm:spPr/>
      <dgm:t>
        <a:bodyPr/>
        <a:lstStyle/>
        <a:p>
          <a:endParaRPr lang="en-US"/>
        </a:p>
      </dgm:t>
    </dgm:pt>
    <dgm:pt modelId="{1160C9E2-6360-4A3E-97A4-AE311D5FD716}">
      <dgm:prSet/>
      <dgm:spPr/>
      <dgm:t>
        <a:bodyPr/>
        <a:lstStyle/>
        <a:p>
          <a:r>
            <a:rPr lang="en-US"/>
            <a:t>5. Treinar o modelo</a:t>
          </a:r>
        </a:p>
      </dgm:t>
    </dgm:pt>
    <dgm:pt modelId="{11384232-36F5-46B5-86A6-41BDBE4DA1AC}" type="parTrans" cxnId="{5A1AA4CB-8343-47FB-BA9C-364FE7164D37}">
      <dgm:prSet/>
      <dgm:spPr/>
      <dgm:t>
        <a:bodyPr/>
        <a:lstStyle/>
        <a:p>
          <a:endParaRPr lang="en-US"/>
        </a:p>
      </dgm:t>
    </dgm:pt>
    <dgm:pt modelId="{97960A1C-4F79-4DC2-8170-434C71FDC3EB}" type="sibTrans" cxnId="{5A1AA4CB-8343-47FB-BA9C-364FE7164D37}">
      <dgm:prSet/>
      <dgm:spPr/>
      <dgm:t>
        <a:bodyPr/>
        <a:lstStyle/>
        <a:p>
          <a:endParaRPr lang="en-US"/>
        </a:p>
      </dgm:t>
    </dgm:pt>
    <dgm:pt modelId="{B3A4AFF8-BA93-4675-BF2F-5CC49EF1064A}">
      <dgm:prSet/>
      <dgm:spPr/>
      <dgm:t>
        <a:bodyPr/>
        <a:lstStyle/>
        <a:p>
          <a:r>
            <a:rPr lang="en-US"/>
            <a:t>6. Avaliar e ajustar</a:t>
          </a:r>
        </a:p>
      </dgm:t>
    </dgm:pt>
    <dgm:pt modelId="{545353BA-55D4-445C-AB53-C9428559B8FF}" type="parTrans" cxnId="{F1A0336F-0821-40A5-AE47-BA94204CD511}">
      <dgm:prSet/>
      <dgm:spPr/>
      <dgm:t>
        <a:bodyPr/>
        <a:lstStyle/>
        <a:p>
          <a:endParaRPr lang="en-US"/>
        </a:p>
      </dgm:t>
    </dgm:pt>
    <dgm:pt modelId="{236E38A1-A250-4306-BADC-3D051FAB40E3}" type="sibTrans" cxnId="{F1A0336F-0821-40A5-AE47-BA94204CD511}">
      <dgm:prSet/>
      <dgm:spPr/>
      <dgm:t>
        <a:bodyPr/>
        <a:lstStyle/>
        <a:p>
          <a:endParaRPr lang="en-US"/>
        </a:p>
      </dgm:t>
    </dgm:pt>
    <dgm:pt modelId="{25898C4D-C1A5-46C7-ABAD-E3306AFB92A6}">
      <dgm:prSet/>
      <dgm:spPr/>
      <dgm:t>
        <a:bodyPr/>
        <a:lstStyle/>
        <a:p>
          <a:r>
            <a:rPr lang="en-US"/>
            <a:t>7. Implantar e monitorar</a:t>
          </a:r>
        </a:p>
      </dgm:t>
    </dgm:pt>
    <dgm:pt modelId="{A118124F-3B0A-48C6-BAF2-4476F7B77ABC}" type="parTrans" cxnId="{5C482DB2-BAE1-46F9-9F98-F211F44DECDC}">
      <dgm:prSet/>
      <dgm:spPr/>
      <dgm:t>
        <a:bodyPr/>
        <a:lstStyle/>
        <a:p>
          <a:endParaRPr lang="en-US"/>
        </a:p>
      </dgm:t>
    </dgm:pt>
    <dgm:pt modelId="{336E11BE-FA5C-4BB4-A224-8116B6A786AF}" type="sibTrans" cxnId="{5C482DB2-BAE1-46F9-9F98-F211F44DECDC}">
      <dgm:prSet/>
      <dgm:spPr/>
      <dgm:t>
        <a:bodyPr/>
        <a:lstStyle/>
        <a:p>
          <a:endParaRPr lang="en-US"/>
        </a:p>
      </dgm:t>
    </dgm:pt>
    <dgm:pt modelId="{37D74927-473D-441B-BBE6-6BE935E535E6}" type="pres">
      <dgm:prSet presAssocID="{D042805E-188C-426C-BF86-B31624B300C6}" presName="linear" presStyleCnt="0">
        <dgm:presLayoutVars>
          <dgm:dir/>
          <dgm:animLvl val="lvl"/>
          <dgm:resizeHandles val="exact"/>
        </dgm:presLayoutVars>
      </dgm:prSet>
      <dgm:spPr/>
    </dgm:pt>
    <dgm:pt modelId="{53F6256B-3CAD-4DEA-A9D4-922F20747353}" type="pres">
      <dgm:prSet presAssocID="{D3609D0D-E6AB-4F09-8D13-393D904140D6}" presName="parentLin" presStyleCnt="0"/>
      <dgm:spPr/>
    </dgm:pt>
    <dgm:pt modelId="{E8D19ACF-5BF3-491A-8CEF-E05454A7AC4E}" type="pres">
      <dgm:prSet presAssocID="{D3609D0D-E6AB-4F09-8D13-393D904140D6}" presName="parentLeftMargin" presStyleLbl="node1" presStyleIdx="0" presStyleCnt="7"/>
      <dgm:spPr/>
    </dgm:pt>
    <dgm:pt modelId="{FA2008B0-DA64-441B-A731-1A167A76F1FE}" type="pres">
      <dgm:prSet presAssocID="{D3609D0D-E6AB-4F09-8D13-393D904140D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65D0E86-8684-4A7E-82A2-4DE46A021F32}" type="pres">
      <dgm:prSet presAssocID="{D3609D0D-E6AB-4F09-8D13-393D904140D6}" presName="negativeSpace" presStyleCnt="0"/>
      <dgm:spPr/>
    </dgm:pt>
    <dgm:pt modelId="{2ABE040B-65D5-4ECD-92D5-41F9F6D16B16}" type="pres">
      <dgm:prSet presAssocID="{D3609D0D-E6AB-4F09-8D13-393D904140D6}" presName="childText" presStyleLbl="conFgAcc1" presStyleIdx="0" presStyleCnt="7">
        <dgm:presLayoutVars>
          <dgm:bulletEnabled val="1"/>
        </dgm:presLayoutVars>
      </dgm:prSet>
      <dgm:spPr/>
    </dgm:pt>
    <dgm:pt modelId="{7E953355-D7BB-4259-BD24-BFB702A7ABBD}" type="pres">
      <dgm:prSet presAssocID="{9CD1F986-9513-494A-A439-A0F2003FA6DF}" presName="spaceBetweenRectangles" presStyleCnt="0"/>
      <dgm:spPr/>
    </dgm:pt>
    <dgm:pt modelId="{28366048-F98E-4E80-B0A0-F129FC1A93E2}" type="pres">
      <dgm:prSet presAssocID="{D9E91BC3-12BC-459B-A8AD-3514925D6442}" presName="parentLin" presStyleCnt="0"/>
      <dgm:spPr/>
    </dgm:pt>
    <dgm:pt modelId="{7BB8D20A-5D20-4CEA-830A-35F76E3C55F9}" type="pres">
      <dgm:prSet presAssocID="{D9E91BC3-12BC-459B-A8AD-3514925D6442}" presName="parentLeftMargin" presStyleLbl="node1" presStyleIdx="0" presStyleCnt="7"/>
      <dgm:spPr/>
    </dgm:pt>
    <dgm:pt modelId="{EDCB3683-6CA2-489B-A75B-6D9928151920}" type="pres">
      <dgm:prSet presAssocID="{D9E91BC3-12BC-459B-A8AD-3514925D644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2123E6-7DED-44D5-A828-137CAF41B272}" type="pres">
      <dgm:prSet presAssocID="{D9E91BC3-12BC-459B-A8AD-3514925D6442}" presName="negativeSpace" presStyleCnt="0"/>
      <dgm:spPr/>
    </dgm:pt>
    <dgm:pt modelId="{6D04A968-C0F5-4EB9-AAA2-C508DD42D766}" type="pres">
      <dgm:prSet presAssocID="{D9E91BC3-12BC-459B-A8AD-3514925D6442}" presName="childText" presStyleLbl="conFgAcc1" presStyleIdx="1" presStyleCnt="7">
        <dgm:presLayoutVars>
          <dgm:bulletEnabled val="1"/>
        </dgm:presLayoutVars>
      </dgm:prSet>
      <dgm:spPr/>
    </dgm:pt>
    <dgm:pt modelId="{656D8F1C-E90C-4240-983E-CA9DBE18DEC6}" type="pres">
      <dgm:prSet presAssocID="{629D95F7-3262-4836-B417-F02979903B31}" presName="spaceBetweenRectangles" presStyleCnt="0"/>
      <dgm:spPr/>
    </dgm:pt>
    <dgm:pt modelId="{444E6B90-D6E8-4ADC-859A-C2FB5DFF9916}" type="pres">
      <dgm:prSet presAssocID="{94C7466C-1C95-4195-8BC2-60DA0488A1C1}" presName="parentLin" presStyleCnt="0"/>
      <dgm:spPr/>
    </dgm:pt>
    <dgm:pt modelId="{2CE6EE2E-FA44-44A5-9B79-7BF8FBB090BB}" type="pres">
      <dgm:prSet presAssocID="{94C7466C-1C95-4195-8BC2-60DA0488A1C1}" presName="parentLeftMargin" presStyleLbl="node1" presStyleIdx="1" presStyleCnt="7"/>
      <dgm:spPr/>
    </dgm:pt>
    <dgm:pt modelId="{A6203FA2-3B9C-404B-838F-FC76A31C92B6}" type="pres">
      <dgm:prSet presAssocID="{94C7466C-1C95-4195-8BC2-60DA0488A1C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5C8FF7-A170-425C-9E99-BB874854EF15}" type="pres">
      <dgm:prSet presAssocID="{94C7466C-1C95-4195-8BC2-60DA0488A1C1}" presName="negativeSpace" presStyleCnt="0"/>
      <dgm:spPr/>
    </dgm:pt>
    <dgm:pt modelId="{B8242A3A-0C86-4C4A-8F79-97182F0603BB}" type="pres">
      <dgm:prSet presAssocID="{94C7466C-1C95-4195-8BC2-60DA0488A1C1}" presName="childText" presStyleLbl="conFgAcc1" presStyleIdx="2" presStyleCnt="7">
        <dgm:presLayoutVars>
          <dgm:bulletEnabled val="1"/>
        </dgm:presLayoutVars>
      </dgm:prSet>
      <dgm:spPr/>
    </dgm:pt>
    <dgm:pt modelId="{BF2FA13B-8754-4966-AF89-7F3905BA1743}" type="pres">
      <dgm:prSet presAssocID="{FF70A567-AAB8-478C-95B0-F76556A9AE32}" presName="spaceBetweenRectangles" presStyleCnt="0"/>
      <dgm:spPr/>
    </dgm:pt>
    <dgm:pt modelId="{997BC665-3E58-4813-8C62-DDB0B6DA7F35}" type="pres">
      <dgm:prSet presAssocID="{87BED715-48C9-4637-83D8-05E3035AC805}" presName="parentLin" presStyleCnt="0"/>
      <dgm:spPr/>
    </dgm:pt>
    <dgm:pt modelId="{E3A8582C-921C-43D1-B36D-8C84C70591B6}" type="pres">
      <dgm:prSet presAssocID="{87BED715-48C9-4637-83D8-05E3035AC805}" presName="parentLeftMargin" presStyleLbl="node1" presStyleIdx="2" presStyleCnt="7"/>
      <dgm:spPr/>
    </dgm:pt>
    <dgm:pt modelId="{889C9F58-E5B1-4809-A2E4-75BDA71B91E2}" type="pres">
      <dgm:prSet presAssocID="{87BED715-48C9-4637-83D8-05E3035AC80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59A8C52-E3AC-4724-BA67-F2819B8FC17E}" type="pres">
      <dgm:prSet presAssocID="{87BED715-48C9-4637-83D8-05E3035AC805}" presName="negativeSpace" presStyleCnt="0"/>
      <dgm:spPr/>
    </dgm:pt>
    <dgm:pt modelId="{2F1A28B4-C60F-4E09-9AA4-9FD959D0D602}" type="pres">
      <dgm:prSet presAssocID="{87BED715-48C9-4637-83D8-05E3035AC805}" presName="childText" presStyleLbl="conFgAcc1" presStyleIdx="3" presStyleCnt="7">
        <dgm:presLayoutVars>
          <dgm:bulletEnabled val="1"/>
        </dgm:presLayoutVars>
      </dgm:prSet>
      <dgm:spPr/>
    </dgm:pt>
    <dgm:pt modelId="{5DB30A6A-31B4-48EB-BD44-86075C96D77E}" type="pres">
      <dgm:prSet presAssocID="{7BC4596A-22C2-47A2-93DB-C8DEE921E222}" presName="spaceBetweenRectangles" presStyleCnt="0"/>
      <dgm:spPr/>
    </dgm:pt>
    <dgm:pt modelId="{C732F232-5350-4F73-96D3-EFF46FFC5D8A}" type="pres">
      <dgm:prSet presAssocID="{1160C9E2-6360-4A3E-97A4-AE311D5FD716}" presName="parentLin" presStyleCnt="0"/>
      <dgm:spPr/>
    </dgm:pt>
    <dgm:pt modelId="{71913EF0-8483-44A1-8760-44950AFE991B}" type="pres">
      <dgm:prSet presAssocID="{1160C9E2-6360-4A3E-97A4-AE311D5FD716}" presName="parentLeftMargin" presStyleLbl="node1" presStyleIdx="3" presStyleCnt="7"/>
      <dgm:spPr/>
    </dgm:pt>
    <dgm:pt modelId="{2E12E8BF-F240-42CE-BA33-6D1655CBB254}" type="pres">
      <dgm:prSet presAssocID="{1160C9E2-6360-4A3E-97A4-AE311D5FD71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510A60B-77D2-4FAB-B551-77E4BACBF696}" type="pres">
      <dgm:prSet presAssocID="{1160C9E2-6360-4A3E-97A4-AE311D5FD716}" presName="negativeSpace" presStyleCnt="0"/>
      <dgm:spPr/>
    </dgm:pt>
    <dgm:pt modelId="{3BBC5D9E-223D-46B7-AA9E-31981CA90951}" type="pres">
      <dgm:prSet presAssocID="{1160C9E2-6360-4A3E-97A4-AE311D5FD716}" presName="childText" presStyleLbl="conFgAcc1" presStyleIdx="4" presStyleCnt="7">
        <dgm:presLayoutVars>
          <dgm:bulletEnabled val="1"/>
        </dgm:presLayoutVars>
      </dgm:prSet>
      <dgm:spPr/>
    </dgm:pt>
    <dgm:pt modelId="{DBA9D132-69BB-49D2-AEE6-F6258FB546DC}" type="pres">
      <dgm:prSet presAssocID="{97960A1C-4F79-4DC2-8170-434C71FDC3EB}" presName="spaceBetweenRectangles" presStyleCnt="0"/>
      <dgm:spPr/>
    </dgm:pt>
    <dgm:pt modelId="{C7E1F0B5-F584-4683-AF17-FD7A061DDB91}" type="pres">
      <dgm:prSet presAssocID="{B3A4AFF8-BA93-4675-BF2F-5CC49EF1064A}" presName="parentLin" presStyleCnt="0"/>
      <dgm:spPr/>
    </dgm:pt>
    <dgm:pt modelId="{62C8CCF3-42B6-4D9A-AC25-33E6BCF08CF2}" type="pres">
      <dgm:prSet presAssocID="{B3A4AFF8-BA93-4675-BF2F-5CC49EF1064A}" presName="parentLeftMargin" presStyleLbl="node1" presStyleIdx="4" presStyleCnt="7"/>
      <dgm:spPr/>
    </dgm:pt>
    <dgm:pt modelId="{DBECC729-291D-446E-9F43-C1A3F946FD5B}" type="pres">
      <dgm:prSet presAssocID="{B3A4AFF8-BA93-4675-BF2F-5CC49EF1064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8D7E0DE-8B2D-48BD-A692-24915C557CF0}" type="pres">
      <dgm:prSet presAssocID="{B3A4AFF8-BA93-4675-BF2F-5CC49EF1064A}" presName="negativeSpace" presStyleCnt="0"/>
      <dgm:spPr/>
    </dgm:pt>
    <dgm:pt modelId="{5FEE185C-9264-4DE7-9C3D-825C09D0EEC2}" type="pres">
      <dgm:prSet presAssocID="{B3A4AFF8-BA93-4675-BF2F-5CC49EF1064A}" presName="childText" presStyleLbl="conFgAcc1" presStyleIdx="5" presStyleCnt="7">
        <dgm:presLayoutVars>
          <dgm:bulletEnabled val="1"/>
        </dgm:presLayoutVars>
      </dgm:prSet>
      <dgm:spPr/>
    </dgm:pt>
    <dgm:pt modelId="{F1C609E6-3B36-4234-8C79-237294A15BBF}" type="pres">
      <dgm:prSet presAssocID="{236E38A1-A250-4306-BADC-3D051FAB40E3}" presName="spaceBetweenRectangles" presStyleCnt="0"/>
      <dgm:spPr/>
    </dgm:pt>
    <dgm:pt modelId="{F68AEEA6-01E3-4AD2-9EAA-C9B8DFB95FC0}" type="pres">
      <dgm:prSet presAssocID="{25898C4D-C1A5-46C7-ABAD-E3306AFB92A6}" presName="parentLin" presStyleCnt="0"/>
      <dgm:spPr/>
    </dgm:pt>
    <dgm:pt modelId="{B3A15BC5-B8A8-40B5-BC86-AEF119826BF1}" type="pres">
      <dgm:prSet presAssocID="{25898C4D-C1A5-46C7-ABAD-E3306AFB92A6}" presName="parentLeftMargin" presStyleLbl="node1" presStyleIdx="5" presStyleCnt="7"/>
      <dgm:spPr/>
    </dgm:pt>
    <dgm:pt modelId="{6E24B210-AF8F-4A2A-A353-A718E519E67D}" type="pres">
      <dgm:prSet presAssocID="{25898C4D-C1A5-46C7-ABAD-E3306AFB92A6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5C3ED21-1DFF-41E8-BD5C-949ECA3390C8}" type="pres">
      <dgm:prSet presAssocID="{25898C4D-C1A5-46C7-ABAD-E3306AFB92A6}" presName="negativeSpace" presStyleCnt="0"/>
      <dgm:spPr/>
    </dgm:pt>
    <dgm:pt modelId="{074696FF-FC40-4323-998D-29EC1368742A}" type="pres">
      <dgm:prSet presAssocID="{25898C4D-C1A5-46C7-ABAD-E3306AFB92A6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057B4F27-9F25-4E4D-B99D-1DE1A974D4EC}" type="presOf" srcId="{94C7466C-1C95-4195-8BC2-60DA0488A1C1}" destId="{A6203FA2-3B9C-404B-838F-FC76A31C92B6}" srcOrd="1" destOrd="0" presId="urn:microsoft.com/office/officeart/2005/8/layout/list1"/>
    <dgm:cxn modelId="{F8C04C41-D105-4761-AFA9-F4D8807DD172}" type="presOf" srcId="{1160C9E2-6360-4A3E-97A4-AE311D5FD716}" destId="{71913EF0-8483-44A1-8760-44950AFE991B}" srcOrd="0" destOrd="0" presId="urn:microsoft.com/office/officeart/2005/8/layout/list1"/>
    <dgm:cxn modelId="{ECE29F69-C91E-4B50-8127-86273DDB2E06}" type="presOf" srcId="{87BED715-48C9-4637-83D8-05E3035AC805}" destId="{889C9F58-E5B1-4809-A2E4-75BDA71B91E2}" srcOrd="1" destOrd="0" presId="urn:microsoft.com/office/officeart/2005/8/layout/list1"/>
    <dgm:cxn modelId="{35F4434E-23C0-436F-A97C-C8091151925C}" type="presOf" srcId="{D3609D0D-E6AB-4F09-8D13-393D904140D6}" destId="{E8D19ACF-5BF3-491A-8CEF-E05454A7AC4E}" srcOrd="0" destOrd="0" presId="urn:microsoft.com/office/officeart/2005/8/layout/list1"/>
    <dgm:cxn modelId="{F1A0336F-0821-40A5-AE47-BA94204CD511}" srcId="{D042805E-188C-426C-BF86-B31624B300C6}" destId="{B3A4AFF8-BA93-4675-BF2F-5CC49EF1064A}" srcOrd="5" destOrd="0" parTransId="{545353BA-55D4-445C-AB53-C9428559B8FF}" sibTransId="{236E38A1-A250-4306-BADC-3D051FAB40E3}"/>
    <dgm:cxn modelId="{4F20EB74-0355-44FE-9CB6-DFFDB97D791F}" type="presOf" srcId="{94C7466C-1C95-4195-8BC2-60DA0488A1C1}" destId="{2CE6EE2E-FA44-44A5-9B79-7BF8FBB090BB}" srcOrd="0" destOrd="0" presId="urn:microsoft.com/office/officeart/2005/8/layout/list1"/>
    <dgm:cxn modelId="{E0363659-3CD4-434E-A5B8-838C7BC5DC55}" srcId="{D042805E-188C-426C-BF86-B31624B300C6}" destId="{94C7466C-1C95-4195-8BC2-60DA0488A1C1}" srcOrd="2" destOrd="0" parTransId="{F4C95B0F-9154-4D25-AE16-4695212F135A}" sibTransId="{FF70A567-AAB8-478C-95B0-F76556A9AE32}"/>
    <dgm:cxn modelId="{DE2C0D83-63A6-4D3A-A2A3-B6AB5C6E7423}" type="presOf" srcId="{D9E91BC3-12BC-459B-A8AD-3514925D6442}" destId="{EDCB3683-6CA2-489B-A75B-6D9928151920}" srcOrd="1" destOrd="0" presId="urn:microsoft.com/office/officeart/2005/8/layout/list1"/>
    <dgm:cxn modelId="{26704187-803D-4EF3-9501-5F679EF1DC21}" srcId="{D042805E-188C-426C-BF86-B31624B300C6}" destId="{D9E91BC3-12BC-459B-A8AD-3514925D6442}" srcOrd="1" destOrd="0" parTransId="{C5033478-F4E6-41D5-93FA-2C6158E7FE36}" sibTransId="{629D95F7-3262-4836-B417-F02979903B31}"/>
    <dgm:cxn modelId="{5FCAF497-5DFF-4477-AAB6-588CDAB1BE60}" type="presOf" srcId="{25898C4D-C1A5-46C7-ABAD-E3306AFB92A6}" destId="{B3A15BC5-B8A8-40B5-BC86-AEF119826BF1}" srcOrd="0" destOrd="0" presId="urn:microsoft.com/office/officeart/2005/8/layout/list1"/>
    <dgm:cxn modelId="{52847C9E-7C6C-45F7-AEF8-0A4E90430A5B}" type="presOf" srcId="{1160C9E2-6360-4A3E-97A4-AE311D5FD716}" destId="{2E12E8BF-F240-42CE-BA33-6D1655CBB254}" srcOrd="1" destOrd="0" presId="urn:microsoft.com/office/officeart/2005/8/layout/list1"/>
    <dgm:cxn modelId="{5C482DB2-BAE1-46F9-9F98-F211F44DECDC}" srcId="{D042805E-188C-426C-BF86-B31624B300C6}" destId="{25898C4D-C1A5-46C7-ABAD-E3306AFB92A6}" srcOrd="6" destOrd="0" parTransId="{A118124F-3B0A-48C6-BAF2-4476F7B77ABC}" sibTransId="{336E11BE-FA5C-4BB4-A224-8116B6A786AF}"/>
    <dgm:cxn modelId="{851A01BF-D12F-417C-8273-52064BF7B61B}" type="presOf" srcId="{25898C4D-C1A5-46C7-ABAD-E3306AFB92A6}" destId="{6E24B210-AF8F-4A2A-A353-A718E519E67D}" srcOrd="1" destOrd="0" presId="urn:microsoft.com/office/officeart/2005/8/layout/list1"/>
    <dgm:cxn modelId="{5A1AA4CB-8343-47FB-BA9C-364FE7164D37}" srcId="{D042805E-188C-426C-BF86-B31624B300C6}" destId="{1160C9E2-6360-4A3E-97A4-AE311D5FD716}" srcOrd="4" destOrd="0" parTransId="{11384232-36F5-46B5-86A6-41BDBE4DA1AC}" sibTransId="{97960A1C-4F79-4DC2-8170-434C71FDC3EB}"/>
    <dgm:cxn modelId="{53A024D8-A086-49DF-B5E0-E9105545C63B}" type="presOf" srcId="{B3A4AFF8-BA93-4675-BF2F-5CC49EF1064A}" destId="{DBECC729-291D-446E-9F43-C1A3F946FD5B}" srcOrd="1" destOrd="0" presId="urn:microsoft.com/office/officeart/2005/8/layout/list1"/>
    <dgm:cxn modelId="{4B7625E3-3F02-4B44-989E-7CDAEE53A2A9}" type="presOf" srcId="{D042805E-188C-426C-BF86-B31624B300C6}" destId="{37D74927-473D-441B-BBE6-6BE935E535E6}" srcOrd="0" destOrd="0" presId="urn:microsoft.com/office/officeart/2005/8/layout/list1"/>
    <dgm:cxn modelId="{1FCDF8E5-EF6D-4943-B57D-CA4E1A05B27E}" type="presOf" srcId="{D3609D0D-E6AB-4F09-8D13-393D904140D6}" destId="{FA2008B0-DA64-441B-A731-1A167A76F1FE}" srcOrd="1" destOrd="0" presId="urn:microsoft.com/office/officeart/2005/8/layout/list1"/>
    <dgm:cxn modelId="{CDF909EE-0293-4901-A56E-94D60DADA77D}" type="presOf" srcId="{D9E91BC3-12BC-459B-A8AD-3514925D6442}" destId="{7BB8D20A-5D20-4CEA-830A-35F76E3C55F9}" srcOrd="0" destOrd="0" presId="urn:microsoft.com/office/officeart/2005/8/layout/list1"/>
    <dgm:cxn modelId="{036032F4-DD25-41BC-8271-ACF59C372038}" type="presOf" srcId="{B3A4AFF8-BA93-4675-BF2F-5CC49EF1064A}" destId="{62C8CCF3-42B6-4D9A-AC25-33E6BCF08CF2}" srcOrd="0" destOrd="0" presId="urn:microsoft.com/office/officeart/2005/8/layout/list1"/>
    <dgm:cxn modelId="{B03DBAF4-59D0-4A37-B0B6-4B9322DE138C}" srcId="{D042805E-188C-426C-BF86-B31624B300C6}" destId="{D3609D0D-E6AB-4F09-8D13-393D904140D6}" srcOrd="0" destOrd="0" parTransId="{5FA5CBA0-8290-4D95-AFFB-2EF500DA61DE}" sibTransId="{9CD1F986-9513-494A-A439-A0F2003FA6DF}"/>
    <dgm:cxn modelId="{68B471F5-C4F8-4BEE-A7CD-99B2666638E4}" type="presOf" srcId="{87BED715-48C9-4637-83D8-05E3035AC805}" destId="{E3A8582C-921C-43D1-B36D-8C84C70591B6}" srcOrd="0" destOrd="0" presId="urn:microsoft.com/office/officeart/2005/8/layout/list1"/>
    <dgm:cxn modelId="{BA383CFC-12AB-48E8-9C6D-E41B6A5BE4B4}" srcId="{D042805E-188C-426C-BF86-B31624B300C6}" destId="{87BED715-48C9-4637-83D8-05E3035AC805}" srcOrd="3" destOrd="0" parTransId="{CEF995D5-7D11-4816-9C3D-A0B7B5D6B4CB}" sibTransId="{7BC4596A-22C2-47A2-93DB-C8DEE921E222}"/>
    <dgm:cxn modelId="{65235E55-0523-4DEA-9DD6-BC95559C49F8}" type="presParOf" srcId="{37D74927-473D-441B-BBE6-6BE935E535E6}" destId="{53F6256B-3CAD-4DEA-A9D4-922F20747353}" srcOrd="0" destOrd="0" presId="urn:microsoft.com/office/officeart/2005/8/layout/list1"/>
    <dgm:cxn modelId="{F56AAF76-280C-4C5D-8B7F-F3EEDA6DD0D1}" type="presParOf" srcId="{53F6256B-3CAD-4DEA-A9D4-922F20747353}" destId="{E8D19ACF-5BF3-491A-8CEF-E05454A7AC4E}" srcOrd="0" destOrd="0" presId="urn:microsoft.com/office/officeart/2005/8/layout/list1"/>
    <dgm:cxn modelId="{3A9A94DC-158E-4349-8B53-86EE6AAA9607}" type="presParOf" srcId="{53F6256B-3CAD-4DEA-A9D4-922F20747353}" destId="{FA2008B0-DA64-441B-A731-1A167A76F1FE}" srcOrd="1" destOrd="0" presId="urn:microsoft.com/office/officeart/2005/8/layout/list1"/>
    <dgm:cxn modelId="{91B1063F-88D0-458D-B7F9-5F176B7BAED0}" type="presParOf" srcId="{37D74927-473D-441B-BBE6-6BE935E535E6}" destId="{165D0E86-8684-4A7E-82A2-4DE46A021F32}" srcOrd="1" destOrd="0" presId="urn:microsoft.com/office/officeart/2005/8/layout/list1"/>
    <dgm:cxn modelId="{3AFC4387-171B-4089-90B3-ED23A7E4F581}" type="presParOf" srcId="{37D74927-473D-441B-BBE6-6BE935E535E6}" destId="{2ABE040B-65D5-4ECD-92D5-41F9F6D16B16}" srcOrd="2" destOrd="0" presId="urn:microsoft.com/office/officeart/2005/8/layout/list1"/>
    <dgm:cxn modelId="{6001B341-DA97-496B-9D8D-F1D6F588C43D}" type="presParOf" srcId="{37D74927-473D-441B-BBE6-6BE935E535E6}" destId="{7E953355-D7BB-4259-BD24-BFB702A7ABBD}" srcOrd="3" destOrd="0" presId="urn:microsoft.com/office/officeart/2005/8/layout/list1"/>
    <dgm:cxn modelId="{46E605E5-3406-422A-AFE4-4AA2FCD1671F}" type="presParOf" srcId="{37D74927-473D-441B-BBE6-6BE935E535E6}" destId="{28366048-F98E-4E80-B0A0-F129FC1A93E2}" srcOrd="4" destOrd="0" presId="urn:microsoft.com/office/officeart/2005/8/layout/list1"/>
    <dgm:cxn modelId="{545053C2-1B8F-444B-8C83-F03BC025F407}" type="presParOf" srcId="{28366048-F98E-4E80-B0A0-F129FC1A93E2}" destId="{7BB8D20A-5D20-4CEA-830A-35F76E3C55F9}" srcOrd="0" destOrd="0" presId="urn:microsoft.com/office/officeart/2005/8/layout/list1"/>
    <dgm:cxn modelId="{C281A901-F132-4561-A17E-2DBD29FE94E6}" type="presParOf" srcId="{28366048-F98E-4E80-B0A0-F129FC1A93E2}" destId="{EDCB3683-6CA2-489B-A75B-6D9928151920}" srcOrd="1" destOrd="0" presId="urn:microsoft.com/office/officeart/2005/8/layout/list1"/>
    <dgm:cxn modelId="{D2E1320D-61D0-4934-A22F-5B2C0EBBFE17}" type="presParOf" srcId="{37D74927-473D-441B-BBE6-6BE935E535E6}" destId="{3B2123E6-7DED-44D5-A828-137CAF41B272}" srcOrd="5" destOrd="0" presId="urn:microsoft.com/office/officeart/2005/8/layout/list1"/>
    <dgm:cxn modelId="{3E2CB97C-E74A-492A-B2DB-1E410BAAB2E0}" type="presParOf" srcId="{37D74927-473D-441B-BBE6-6BE935E535E6}" destId="{6D04A968-C0F5-4EB9-AAA2-C508DD42D766}" srcOrd="6" destOrd="0" presId="urn:microsoft.com/office/officeart/2005/8/layout/list1"/>
    <dgm:cxn modelId="{7C7E153E-A8D7-4C6E-A24F-19A5567732E5}" type="presParOf" srcId="{37D74927-473D-441B-BBE6-6BE935E535E6}" destId="{656D8F1C-E90C-4240-983E-CA9DBE18DEC6}" srcOrd="7" destOrd="0" presId="urn:microsoft.com/office/officeart/2005/8/layout/list1"/>
    <dgm:cxn modelId="{789EC32F-AA15-41F2-A60C-FAD13BDC2C59}" type="presParOf" srcId="{37D74927-473D-441B-BBE6-6BE935E535E6}" destId="{444E6B90-D6E8-4ADC-859A-C2FB5DFF9916}" srcOrd="8" destOrd="0" presId="urn:microsoft.com/office/officeart/2005/8/layout/list1"/>
    <dgm:cxn modelId="{443D0026-C4C8-4AEE-B863-E56520DBDDEB}" type="presParOf" srcId="{444E6B90-D6E8-4ADC-859A-C2FB5DFF9916}" destId="{2CE6EE2E-FA44-44A5-9B79-7BF8FBB090BB}" srcOrd="0" destOrd="0" presId="urn:microsoft.com/office/officeart/2005/8/layout/list1"/>
    <dgm:cxn modelId="{1B8BAED5-33E7-49CC-A46E-EE5D40446B0C}" type="presParOf" srcId="{444E6B90-D6E8-4ADC-859A-C2FB5DFF9916}" destId="{A6203FA2-3B9C-404B-838F-FC76A31C92B6}" srcOrd="1" destOrd="0" presId="urn:microsoft.com/office/officeart/2005/8/layout/list1"/>
    <dgm:cxn modelId="{57DA0AA4-6F68-4D89-964F-2E7F684EC07D}" type="presParOf" srcId="{37D74927-473D-441B-BBE6-6BE935E535E6}" destId="{675C8FF7-A170-425C-9E99-BB874854EF15}" srcOrd="9" destOrd="0" presId="urn:microsoft.com/office/officeart/2005/8/layout/list1"/>
    <dgm:cxn modelId="{13C5E78E-7D8C-4593-80B5-97AB668CBE0F}" type="presParOf" srcId="{37D74927-473D-441B-BBE6-6BE935E535E6}" destId="{B8242A3A-0C86-4C4A-8F79-97182F0603BB}" srcOrd="10" destOrd="0" presId="urn:microsoft.com/office/officeart/2005/8/layout/list1"/>
    <dgm:cxn modelId="{D625E82D-88AC-4F4D-AA17-9D746F311985}" type="presParOf" srcId="{37D74927-473D-441B-BBE6-6BE935E535E6}" destId="{BF2FA13B-8754-4966-AF89-7F3905BA1743}" srcOrd="11" destOrd="0" presId="urn:microsoft.com/office/officeart/2005/8/layout/list1"/>
    <dgm:cxn modelId="{DB022626-8A50-49A5-AA73-ACBC4A484F2E}" type="presParOf" srcId="{37D74927-473D-441B-BBE6-6BE935E535E6}" destId="{997BC665-3E58-4813-8C62-DDB0B6DA7F35}" srcOrd="12" destOrd="0" presId="urn:microsoft.com/office/officeart/2005/8/layout/list1"/>
    <dgm:cxn modelId="{CF948742-1215-4339-B558-731792482AEC}" type="presParOf" srcId="{997BC665-3E58-4813-8C62-DDB0B6DA7F35}" destId="{E3A8582C-921C-43D1-B36D-8C84C70591B6}" srcOrd="0" destOrd="0" presId="urn:microsoft.com/office/officeart/2005/8/layout/list1"/>
    <dgm:cxn modelId="{6D0FBA1C-9102-4DE9-90DD-12B34C556231}" type="presParOf" srcId="{997BC665-3E58-4813-8C62-DDB0B6DA7F35}" destId="{889C9F58-E5B1-4809-A2E4-75BDA71B91E2}" srcOrd="1" destOrd="0" presId="urn:microsoft.com/office/officeart/2005/8/layout/list1"/>
    <dgm:cxn modelId="{A09898DF-19AC-4EC2-99D7-807185EEEE73}" type="presParOf" srcId="{37D74927-473D-441B-BBE6-6BE935E535E6}" destId="{C59A8C52-E3AC-4724-BA67-F2819B8FC17E}" srcOrd="13" destOrd="0" presId="urn:microsoft.com/office/officeart/2005/8/layout/list1"/>
    <dgm:cxn modelId="{C8E663C3-889C-4009-8376-EC65767881D3}" type="presParOf" srcId="{37D74927-473D-441B-BBE6-6BE935E535E6}" destId="{2F1A28B4-C60F-4E09-9AA4-9FD959D0D602}" srcOrd="14" destOrd="0" presId="urn:microsoft.com/office/officeart/2005/8/layout/list1"/>
    <dgm:cxn modelId="{79DC599D-3BEF-4DBB-9948-F047E5E773DF}" type="presParOf" srcId="{37D74927-473D-441B-BBE6-6BE935E535E6}" destId="{5DB30A6A-31B4-48EB-BD44-86075C96D77E}" srcOrd="15" destOrd="0" presId="urn:microsoft.com/office/officeart/2005/8/layout/list1"/>
    <dgm:cxn modelId="{0B8C8E5E-12B4-41C1-AEDA-67D5499D2096}" type="presParOf" srcId="{37D74927-473D-441B-BBE6-6BE935E535E6}" destId="{C732F232-5350-4F73-96D3-EFF46FFC5D8A}" srcOrd="16" destOrd="0" presId="urn:microsoft.com/office/officeart/2005/8/layout/list1"/>
    <dgm:cxn modelId="{377107EF-712A-4E06-BDCD-29C0D08A6F14}" type="presParOf" srcId="{C732F232-5350-4F73-96D3-EFF46FFC5D8A}" destId="{71913EF0-8483-44A1-8760-44950AFE991B}" srcOrd="0" destOrd="0" presId="urn:microsoft.com/office/officeart/2005/8/layout/list1"/>
    <dgm:cxn modelId="{4AD39086-5BEC-48C0-AF48-96E3A44A0844}" type="presParOf" srcId="{C732F232-5350-4F73-96D3-EFF46FFC5D8A}" destId="{2E12E8BF-F240-42CE-BA33-6D1655CBB254}" srcOrd="1" destOrd="0" presId="urn:microsoft.com/office/officeart/2005/8/layout/list1"/>
    <dgm:cxn modelId="{107119A5-D6E2-4E3A-90C2-403423D17D1E}" type="presParOf" srcId="{37D74927-473D-441B-BBE6-6BE935E535E6}" destId="{4510A60B-77D2-4FAB-B551-77E4BACBF696}" srcOrd="17" destOrd="0" presId="urn:microsoft.com/office/officeart/2005/8/layout/list1"/>
    <dgm:cxn modelId="{04E8B319-D0AB-4344-9DAA-33B8BA2FBEC5}" type="presParOf" srcId="{37D74927-473D-441B-BBE6-6BE935E535E6}" destId="{3BBC5D9E-223D-46B7-AA9E-31981CA90951}" srcOrd="18" destOrd="0" presId="urn:microsoft.com/office/officeart/2005/8/layout/list1"/>
    <dgm:cxn modelId="{7484202C-B308-4A90-940D-5842C798DF3C}" type="presParOf" srcId="{37D74927-473D-441B-BBE6-6BE935E535E6}" destId="{DBA9D132-69BB-49D2-AEE6-F6258FB546DC}" srcOrd="19" destOrd="0" presId="urn:microsoft.com/office/officeart/2005/8/layout/list1"/>
    <dgm:cxn modelId="{317CC8ED-194E-4FB4-9D90-26C38D080E28}" type="presParOf" srcId="{37D74927-473D-441B-BBE6-6BE935E535E6}" destId="{C7E1F0B5-F584-4683-AF17-FD7A061DDB91}" srcOrd="20" destOrd="0" presId="urn:microsoft.com/office/officeart/2005/8/layout/list1"/>
    <dgm:cxn modelId="{19DB7033-CD34-466D-A73E-3C3C62E8BA28}" type="presParOf" srcId="{C7E1F0B5-F584-4683-AF17-FD7A061DDB91}" destId="{62C8CCF3-42B6-4D9A-AC25-33E6BCF08CF2}" srcOrd="0" destOrd="0" presId="urn:microsoft.com/office/officeart/2005/8/layout/list1"/>
    <dgm:cxn modelId="{BA98A69C-E3C3-4EA4-B958-59AF823C2B9F}" type="presParOf" srcId="{C7E1F0B5-F584-4683-AF17-FD7A061DDB91}" destId="{DBECC729-291D-446E-9F43-C1A3F946FD5B}" srcOrd="1" destOrd="0" presId="urn:microsoft.com/office/officeart/2005/8/layout/list1"/>
    <dgm:cxn modelId="{997E59A3-439B-4227-A89D-D8D6611C9C9C}" type="presParOf" srcId="{37D74927-473D-441B-BBE6-6BE935E535E6}" destId="{88D7E0DE-8B2D-48BD-A692-24915C557CF0}" srcOrd="21" destOrd="0" presId="urn:microsoft.com/office/officeart/2005/8/layout/list1"/>
    <dgm:cxn modelId="{E2D874F4-1FC7-45CD-85BA-3E021827138E}" type="presParOf" srcId="{37D74927-473D-441B-BBE6-6BE935E535E6}" destId="{5FEE185C-9264-4DE7-9C3D-825C09D0EEC2}" srcOrd="22" destOrd="0" presId="urn:microsoft.com/office/officeart/2005/8/layout/list1"/>
    <dgm:cxn modelId="{19857161-87A3-46F5-87B9-F3BF6643C954}" type="presParOf" srcId="{37D74927-473D-441B-BBE6-6BE935E535E6}" destId="{F1C609E6-3B36-4234-8C79-237294A15BBF}" srcOrd="23" destOrd="0" presId="urn:microsoft.com/office/officeart/2005/8/layout/list1"/>
    <dgm:cxn modelId="{53CD6080-59C8-4C58-90B4-992D4D126EE1}" type="presParOf" srcId="{37D74927-473D-441B-BBE6-6BE935E535E6}" destId="{F68AEEA6-01E3-4AD2-9EAA-C9B8DFB95FC0}" srcOrd="24" destOrd="0" presId="urn:microsoft.com/office/officeart/2005/8/layout/list1"/>
    <dgm:cxn modelId="{BA16FA1A-3381-4B21-9F75-62F37A17EB6B}" type="presParOf" srcId="{F68AEEA6-01E3-4AD2-9EAA-C9B8DFB95FC0}" destId="{B3A15BC5-B8A8-40B5-BC86-AEF119826BF1}" srcOrd="0" destOrd="0" presId="urn:microsoft.com/office/officeart/2005/8/layout/list1"/>
    <dgm:cxn modelId="{43A979C1-E0CB-46B3-B769-B44808F12CE6}" type="presParOf" srcId="{F68AEEA6-01E3-4AD2-9EAA-C9B8DFB95FC0}" destId="{6E24B210-AF8F-4A2A-A353-A718E519E67D}" srcOrd="1" destOrd="0" presId="urn:microsoft.com/office/officeart/2005/8/layout/list1"/>
    <dgm:cxn modelId="{F931C3C1-D18C-421B-BA05-C6BACB05EDB6}" type="presParOf" srcId="{37D74927-473D-441B-BBE6-6BE935E535E6}" destId="{A5C3ED21-1DFF-41E8-BD5C-949ECA3390C8}" srcOrd="25" destOrd="0" presId="urn:microsoft.com/office/officeart/2005/8/layout/list1"/>
    <dgm:cxn modelId="{81AD1740-3168-4757-8263-914DBC9E9B29}" type="presParOf" srcId="{37D74927-473D-441B-BBE6-6BE935E535E6}" destId="{074696FF-FC40-4323-998D-29EC1368742A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2803237-3901-4B4B-8AB2-B0A975177DA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FA2D35-B4DD-4F0D-B4A9-4EA28427B0EE}">
      <dgm:prSet/>
      <dgm:spPr/>
      <dgm:t>
        <a:bodyPr/>
        <a:lstStyle/>
        <a:p>
          <a:r>
            <a:rPr lang="en-US" dirty="0" err="1"/>
            <a:t>Classificação</a:t>
          </a:r>
          <a:r>
            <a:rPr lang="en-US" dirty="0"/>
            <a:t>: </a:t>
          </a:r>
          <a:r>
            <a:rPr lang="en-US" dirty="0" err="1"/>
            <a:t>Árvore</a:t>
          </a:r>
          <a:r>
            <a:rPr lang="en-US" dirty="0"/>
            <a:t>, KNN, SVM</a:t>
          </a:r>
        </a:p>
      </dgm:t>
    </dgm:pt>
    <dgm:pt modelId="{02CB8040-F8D8-45E1-98E9-C14EEDA026D6}" type="parTrans" cxnId="{AA771FCA-9F60-4D09-AF2E-C93E060F531E}">
      <dgm:prSet/>
      <dgm:spPr/>
      <dgm:t>
        <a:bodyPr/>
        <a:lstStyle/>
        <a:p>
          <a:endParaRPr lang="en-US"/>
        </a:p>
      </dgm:t>
    </dgm:pt>
    <dgm:pt modelId="{A6D29607-E20E-472D-9BF9-4A18C13B03C3}" type="sibTrans" cxnId="{AA771FCA-9F60-4D09-AF2E-C93E060F531E}">
      <dgm:prSet/>
      <dgm:spPr/>
      <dgm:t>
        <a:bodyPr/>
        <a:lstStyle/>
        <a:p>
          <a:endParaRPr lang="en-US"/>
        </a:p>
      </dgm:t>
    </dgm:pt>
    <dgm:pt modelId="{02822743-A5EA-49ED-92C2-85DC74DDE9C1}">
      <dgm:prSet/>
      <dgm:spPr/>
      <dgm:t>
        <a:bodyPr/>
        <a:lstStyle/>
        <a:p>
          <a:r>
            <a:rPr lang="en-US" dirty="0" err="1"/>
            <a:t>Regressão</a:t>
          </a:r>
          <a:r>
            <a:rPr lang="en-US" dirty="0"/>
            <a:t>: </a:t>
          </a:r>
          <a:r>
            <a:rPr lang="en-US" dirty="0" err="1"/>
            <a:t>Regressão</a:t>
          </a:r>
          <a:r>
            <a:rPr lang="en-US" dirty="0"/>
            <a:t> linear, Lasso, Ridge</a:t>
          </a:r>
        </a:p>
      </dgm:t>
    </dgm:pt>
    <dgm:pt modelId="{BBD6276E-8D41-4EB6-BD4C-4C6C07C9F092}" type="parTrans" cxnId="{1765B918-12FC-499E-B939-589CA33235FC}">
      <dgm:prSet/>
      <dgm:spPr/>
      <dgm:t>
        <a:bodyPr/>
        <a:lstStyle/>
        <a:p>
          <a:endParaRPr lang="en-US"/>
        </a:p>
      </dgm:t>
    </dgm:pt>
    <dgm:pt modelId="{5C51CF17-E343-4558-9412-49436B802B62}" type="sibTrans" cxnId="{1765B918-12FC-499E-B939-589CA33235FC}">
      <dgm:prSet/>
      <dgm:spPr/>
      <dgm:t>
        <a:bodyPr/>
        <a:lstStyle/>
        <a:p>
          <a:endParaRPr lang="en-US"/>
        </a:p>
      </dgm:t>
    </dgm:pt>
    <dgm:pt modelId="{7B78C12B-36CB-4876-8B79-07ED810AC47D}">
      <dgm:prSet/>
      <dgm:spPr/>
      <dgm:t>
        <a:bodyPr/>
        <a:lstStyle/>
        <a:p>
          <a:r>
            <a:rPr lang="en-US" dirty="0" err="1"/>
            <a:t>Clusterização</a:t>
          </a:r>
          <a:r>
            <a:rPr lang="en-US" dirty="0"/>
            <a:t>: K-Means, DBSCAN</a:t>
          </a:r>
        </a:p>
      </dgm:t>
    </dgm:pt>
    <dgm:pt modelId="{733A8763-0067-43C5-8837-DF435E5899E9}" type="parTrans" cxnId="{95B19688-0BDE-494B-A108-2FB554B4359A}">
      <dgm:prSet/>
      <dgm:spPr/>
      <dgm:t>
        <a:bodyPr/>
        <a:lstStyle/>
        <a:p>
          <a:endParaRPr lang="en-US"/>
        </a:p>
      </dgm:t>
    </dgm:pt>
    <dgm:pt modelId="{D777EB3A-6A76-4F53-83D0-F42A9FB37F3F}" type="sibTrans" cxnId="{95B19688-0BDE-494B-A108-2FB554B4359A}">
      <dgm:prSet/>
      <dgm:spPr/>
      <dgm:t>
        <a:bodyPr/>
        <a:lstStyle/>
        <a:p>
          <a:endParaRPr lang="en-US"/>
        </a:p>
      </dgm:t>
    </dgm:pt>
    <dgm:pt modelId="{2ED06C08-CE40-4B22-ADBA-D90BF8B325B5}">
      <dgm:prSet/>
      <dgm:spPr/>
      <dgm:t>
        <a:bodyPr/>
        <a:lstStyle/>
        <a:p>
          <a:r>
            <a:rPr lang="en-US"/>
            <a:t>Critérios: tipo de dado, tempo de treino, interpretabilidade, precisão</a:t>
          </a:r>
        </a:p>
      </dgm:t>
    </dgm:pt>
    <dgm:pt modelId="{438D3D42-2425-4461-B9A8-58FA93386330}" type="parTrans" cxnId="{576364AC-1396-4E5F-B9A9-BACAD9576300}">
      <dgm:prSet/>
      <dgm:spPr/>
      <dgm:t>
        <a:bodyPr/>
        <a:lstStyle/>
        <a:p>
          <a:endParaRPr lang="en-US"/>
        </a:p>
      </dgm:t>
    </dgm:pt>
    <dgm:pt modelId="{9DB9A8D0-D7CB-4050-8A62-BEEBE4177ED7}" type="sibTrans" cxnId="{576364AC-1396-4E5F-B9A9-BACAD9576300}">
      <dgm:prSet/>
      <dgm:spPr/>
      <dgm:t>
        <a:bodyPr/>
        <a:lstStyle/>
        <a:p>
          <a:endParaRPr lang="en-US"/>
        </a:p>
      </dgm:t>
    </dgm:pt>
    <dgm:pt modelId="{30A1EF65-1892-49C0-9213-8D917C0464C5}" type="pres">
      <dgm:prSet presAssocID="{B2803237-3901-4B4B-8AB2-B0A975177DA1}" presName="outerComposite" presStyleCnt="0">
        <dgm:presLayoutVars>
          <dgm:chMax val="5"/>
          <dgm:dir/>
          <dgm:resizeHandles val="exact"/>
        </dgm:presLayoutVars>
      </dgm:prSet>
      <dgm:spPr/>
    </dgm:pt>
    <dgm:pt modelId="{B80311B8-6843-4EA4-8D9C-54E8B54C24AA}" type="pres">
      <dgm:prSet presAssocID="{B2803237-3901-4B4B-8AB2-B0A975177DA1}" presName="dummyMaxCanvas" presStyleCnt="0">
        <dgm:presLayoutVars/>
      </dgm:prSet>
      <dgm:spPr/>
    </dgm:pt>
    <dgm:pt modelId="{6D974084-553F-475F-9595-D8FF353A33F6}" type="pres">
      <dgm:prSet presAssocID="{B2803237-3901-4B4B-8AB2-B0A975177DA1}" presName="FourNodes_1" presStyleLbl="node1" presStyleIdx="0" presStyleCnt="4">
        <dgm:presLayoutVars>
          <dgm:bulletEnabled val="1"/>
        </dgm:presLayoutVars>
      </dgm:prSet>
      <dgm:spPr/>
    </dgm:pt>
    <dgm:pt modelId="{37B4E291-C803-4F0C-8BA3-8484390243F9}" type="pres">
      <dgm:prSet presAssocID="{B2803237-3901-4B4B-8AB2-B0A975177DA1}" presName="FourNodes_2" presStyleLbl="node1" presStyleIdx="1" presStyleCnt="4">
        <dgm:presLayoutVars>
          <dgm:bulletEnabled val="1"/>
        </dgm:presLayoutVars>
      </dgm:prSet>
      <dgm:spPr/>
    </dgm:pt>
    <dgm:pt modelId="{A86201A4-96E8-4323-A1F8-3B14C5977C0D}" type="pres">
      <dgm:prSet presAssocID="{B2803237-3901-4B4B-8AB2-B0A975177DA1}" presName="FourNodes_3" presStyleLbl="node1" presStyleIdx="2" presStyleCnt="4">
        <dgm:presLayoutVars>
          <dgm:bulletEnabled val="1"/>
        </dgm:presLayoutVars>
      </dgm:prSet>
      <dgm:spPr/>
    </dgm:pt>
    <dgm:pt modelId="{9D05B3DB-6341-4E89-BDC1-48C87DC83729}" type="pres">
      <dgm:prSet presAssocID="{B2803237-3901-4B4B-8AB2-B0A975177DA1}" presName="FourNodes_4" presStyleLbl="node1" presStyleIdx="3" presStyleCnt="4">
        <dgm:presLayoutVars>
          <dgm:bulletEnabled val="1"/>
        </dgm:presLayoutVars>
      </dgm:prSet>
      <dgm:spPr/>
    </dgm:pt>
    <dgm:pt modelId="{28D829C2-6CB7-4972-8DDE-A41D0DB79A83}" type="pres">
      <dgm:prSet presAssocID="{B2803237-3901-4B4B-8AB2-B0A975177DA1}" presName="FourConn_1-2" presStyleLbl="fgAccFollowNode1" presStyleIdx="0" presStyleCnt="3">
        <dgm:presLayoutVars>
          <dgm:bulletEnabled val="1"/>
        </dgm:presLayoutVars>
      </dgm:prSet>
      <dgm:spPr/>
    </dgm:pt>
    <dgm:pt modelId="{16B9BE8B-6E6E-4261-BC46-4C3BE2395934}" type="pres">
      <dgm:prSet presAssocID="{B2803237-3901-4B4B-8AB2-B0A975177DA1}" presName="FourConn_2-3" presStyleLbl="fgAccFollowNode1" presStyleIdx="1" presStyleCnt="3">
        <dgm:presLayoutVars>
          <dgm:bulletEnabled val="1"/>
        </dgm:presLayoutVars>
      </dgm:prSet>
      <dgm:spPr/>
    </dgm:pt>
    <dgm:pt modelId="{B49C19DD-DFC3-4A33-9C87-6F71E2DA44FA}" type="pres">
      <dgm:prSet presAssocID="{B2803237-3901-4B4B-8AB2-B0A975177DA1}" presName="FourConn_3-4" presStyleLbl="fgAccFollowNode1" presStyleIdx="2" presStyleCnt="3">
        <dgm:presLayoutVars>
          <dgm:bulletEnabled val="1"/>
        </dgm:presLayoutVars>
      </dgm:prSet>
      <dgm:spPr/>
    </dgm:pt>
    <dgm:pt modelId="{2B1346C5-5996-4BD8-A862-7A3791CE7C4A}" type="pres">
      <dgm:prSet presAssocID="{B2803237-3901-4B4B-8AB2-B0A975177DA1}" presName="FourNodes_1_text" presStyleLbl="node1" presStyleIdx="3" presStyleCnt="4">
        <dgm:presLayoutVars>
          <dgm:bulletEnabled val="1"/>
        </dgm:presLayoutVars>
      </dgm:prSet>
      <dgm:spPr/>
    </dgm:pt>
    <dgm:pt modelId="{309265AC-FA40-4CF8-94A7-A9041A2B2301}" type="pres">
      <dgm:prSet presAssocID="{B2803237-3901-4B4B-8AB2-B0A975177DA1}" presName="FourNodes_2_text" presStyleLbl="node1" presStyleIdx="3" presStyleCnt="4">
        <dgm:presLayoutVars>
          <dgm:bulletEnabled val="1"/>
        </dgm:presLayoutVars>
      </dgm:prSet>
      <dgm:spPr/>
    </dgm:pt>
    <dgm:pt modelId="{04BDFBF6-DB8D-4C81-A9C7-88D7C7BB5CB8}" type="pres">
      <dgm:prSet presAssocID="{B2803237-3901-4B4B-8AB2-B0A975177DA1}" presName="FourNodes_3_text" presStyleLbl="node1" presStyleIdx="3" presStyleCnt="4">
        <dgm:presLayoutVars>
          <dgm:bulletEnabled val="1"/>
        </dgm:presLayoutVars>
      </dgm:prSet>
      <dgm:spPr/>
    </dgm:pt>
    <dgm:pt modelId="{4C78E1B8-959E-4504-94AE-B871C610021B}" type="pres">
      <dgm:prSet presAssocID="{B2803237-3901-4B4B-8AB2-B0A975177DA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65B918-12FC-499E-B939-589CA33235FC}" srcId="{B2803237-3901-4B4B-8AB2-B0A975177DA1}" destId="{02822743-A5EA-49ED-92C2-85DC74DDE9C1}" srcOrd="1" destOrd="0" parTransId="{BBD6276E-8D41-4EB6-BD4C-4C6C07C9F092}" sibTransId="{5C51CF17-E343-4558-9412-49436B802B62}"/>
    <dgm:cxn modelId="{B042CB28-24B6-456B-BEF7-9478F4041A34}" type="presOf" srcId="{7B78C12B-36CB-4876-8B79-07ED810AC47D}" destId="{04BDFBF6-DB8D-4C81-A9C7-88D7C7BB5CB8}" srcOrd="1" destOrd="0" presId="urn:microsoft.com/office/officeart/2005/8/layout/vProcess5"/>
    <dgm:cxn modelId="{D8D17743-74EA-4A18-8899-A12CD423432A}" type="presOf" srcId="{04FA2D35-B4DD-4F0D-B4A9-4EA28427B0EE}" destId="{2B1346C5-5996-4BD8-A862-7A3791CE7C4A}" srcOrd="1" destOrd="0" presId="urn:microsoft.com/office/officeart/2005/8/layout/vProcess5"/>
    <dgm:cxn modelId="{25E8EF64-05E5-43F8-BF25-809A8C404F80}" type="presOf" srcId="{7B78C12B-36CB-4876-8B79-07ED810AC47D}" destId="{A86201A4-96E8-4323-A1F8-3B14C5977C0D}" srcOrd="0" destOrd="0" presId="urn:microsoft.com/office/officeart/2005/8/layout/vProcess5"/>
    <dgm:cxn modelId="{D732AE49-EC90-412D-AFB2-13974561EC8D}" type="presOf" srcId="{2ED06C08-CE40-4B22-ADBA-D90BF8B325B5}" destId="{4C78E1B8-959E-4504-94AE-B871C610021B}" srcOrd="1" destOrd="0" presId="urn:microsoft.com/office/officeart/2005/8/layout/vProcess5"/>
    <dgm:cxn modelId="{2751F04D-EDE6-4B25-AE87-B45259189612}" type="presOf" srcId="{02822743-A5EA-49ED-92C2-85DC74DDE9C1}" destId="{37B4E291-C803-4F0C-8BA3-8484390243F9}" srcOrd="0" destOrd="0" presId="urn:microsoft.com/office/officeart/2005/8/layout/vProcess5"/>
    <dgm:cxn modelId="{64480C59-EF3A-41EF-A2FC-989D2A282694}" type="presOf" srcId="{A6D29607-E20E-472D-9BF9-4A18C13B03C3}" destId="{28D829C2-6CB7-4972-8DDE-A41D0DB79A83}" srcOrd="0" destOrd="0" presId="urn:microsoft.com/office/officeart/2005/8/layout/vProcess5"/>
    <dgm:cxn modelId="{99956787-8132-4D9A-A793-2C3928A38F80}" type="presOf" srcId="{02822743-A5EA-49ED-92C2-85DC74DDE9C1}" destId="{309265AC-FA40-4CF8-94A7-A9041A2B2301}" srcOrd="1" destOrd="0" presId="urn:microsoft.com/office/officeart/2005/8/layout/vProcess5"/>
    <dgm:cxn modelId="{95B19688-0BDE-494B-A108-2FB554B4359A}" srcId="{B2803237-3901-4B4B-8AB2-B0A975177DA1}" destId="{7B78C12B-36CB-4876-8B79-07ED810AC47D}" srcOrd="2" destOrd="0" parTransId="{733A8763-0067-43C5-8837-DF435E5899E9}" sibTransId="{D777EB3A-6A76-4F53-83D0-F42A9FB37F3F}"/>
    <dgm:cxn modelId="{F31F4091-8CCE-4AB7-B981-FB4209FD9AA0}" type="presOf" srcId="{04FA2D35-B4DD-4F0D-B4A9-4EA28427B0EE}" destId="{6D974084-553F-475F-9595-D8FF353A33F6}" srcOrd="0" destOrd="0" presId="urn:microsoft.com/office/officeart/2005/8/layout/vProcess5"/>
    <dgm:cxn modelId="{44FAAFAB-AFA9-4CBB-A61D-6A717DD2D6AA}" type="presOf" srcId="{D777EB3A-6A76-4F53-83D0-F42A9FB37F3F}" destId="{B49C19DD-DFC3-4A33-9C87-6F71E2DA44FA}" srcOrd="0" destOrd="0" presId="urn:microsoft.com/office/officeart/2005/8/layout/vProcess5"/>
    <dgm:cxn modelId="{576364AC-1396-4E5F-B9A9-BACAD9576300}" srcId="{B2803237-3901-4B4B-8AB2-B0A975177DA1}" destId="{2ED06C08-CE40-4B22-ADBA-D90BF8B325B5}" srcOrd="3" destOrd="0" parTransId="{438D3D42-2425-4461-B9A8-58FA93386330}" sibTransId="{9DB9A8D0-D7CB-4050-8A62-BEEBE4177ED7}"/>
    <dgm:cxn modelId="{0BB901AD-713F-4298-99C6-8010090C7DF5}" type="presOf" srcId="{2ED06C08-CE40-4B22-ADBA-D90BF8B325B5}" destId="{9D05B3DB-6341-4E89-BDC1-48C87DC83729}" srcOrd="0" destOrd="0" presId="urn:microsoft.com/office/officeart/2005/8/layout/vProcess5"/>
    <dgm:cxn modelId="{FD4AF9BB-2F20-40FD-ABE2-675960FF3C44}" type="presOf" srcId="{5C51CF17-E343-4558-9412-49436B802B62}" destId="{16B9BE8B-6E6E-4261-BC46-4C3BE2395934}" srcOrd="0" destOrd="0" presId="urn:microsoft.com/office/officeart/2005/8/layout/vProcess5"/>
    <dgm:cxn modelId="{AA771FCA-9F60-4D09-AF2E-C93E060F531E}" srcId="{B2803237-3901-4B4B-8AB2-B0A975177DA1}" destId="{04FA2D35-B4DD-4F0D-B4A9-4EA28427B0EE}" srcOrd="0" destOrd="0" parTransId="{02CB8040-F8D8-45E1-98E9-C14EEDA026D6}" sibTransId="{A6D29607-E20E-472D-9BF9-4A18C13B03C3}"/>
    <dgm:cxn modelId="{2A0C07F1-0397-4D4B-A650-5DD3960E0D1D}" type="presOf" srcId="{B2803237-3901-4B4B-8AB2-B0A975177DA1}" destId="{30A1EF65-1892-49C0-9213-8D917C0464C5}" srcOrd="0" destOrd="0" presId="urn:microsoft.com/office/officeart/2005/8/layout/vProcess5"/>
    <dgm:cxn modelId="{6DBD2A6B-75B7-4E47-9CA0-B2B227ABABD0}" type="presParOf" srcId="{30A1EF65-1892-49C0-9213-8D917C0464C5}" destId="{B80311B8-6843-4EA4-8D9C-54E8B54C24AA}" srcOrd="0" destOrd="0" presId="urn:microsoft.com/office/officeart/2005/8/layout/vProcess5"/>
    <dgm:cxn modelId="{CE1DE22E-F371-436F-ACDF-3203D826FC2B}" type="presParOf" srcId="{30A1EF65-1892-49C0-9213-8D917C0464C5}" destId="{6D974084-553F-475F-9595-D8FF353A33F6}" srcOrd="1" destOrd="0" presId="urn:microsoft.com/office/officeart/2005/8/layout/vProcess5"/>
    <dgm:cxn modelId="{2CC4D936-13D8-414A-8E7F-953D6C71B95F}" type="presParOf" srcId="{30A1EF65-1892-49C0-9213-8D917C0464C5}" destId="{37B4E291-C803-4F0C-8BA3-8484390243F9}" srcOrd="2" destOrd="0" presId="urn:microsoft.com/office/officeart/2005/8/layout/vProcess5"/>
    <dgm:cxn modelId="{EFB5799E-D804-4F07-83AE-87C0802262FB}" type="presParOf" srcId="{30A1EF65-1892-49C0-9213-8D917C0464C5}" destId="{A86201A4-96E8-4323-A1F8-3B14C5977C0D}" srcOrd="3" destOrd="0" presId="urn:microsoft.com/office/officeart/2005/8/layout/vProcess5"/>
    <dgm:cxn modelId="{E1C107FB-14F4-479D-AD4E-E5236349E30A}" type="presParOf" srcId="{30A1EF65-1892-49C0-9213-8D917C0464C5}" destId="{9D05B3DB-6341-4E89-BDC1-48C87DC83729}" srcOrd="4" destOrd="0" presId="urn:microsoft.com/office/officeart/2005/8/layout/vProcess5"/>
    <dgm:cxn modelId="{3816A536-769D-4711-8CD2-6DB54AD0303D}" type="presParOf" srcId="{30A1EF65-1892-49C0-9213-8D917C0464C5}" destId="{28D829C2-6CB7-4972-8DDE-A41D0DB79A83}" srcOrd="5" destOrd="0" presId="urn:microsoft.com/office/officeart/2005/8/layout/vProcess5"/>
    <dgm:cxn modelId="{B4C8B0F9-AE18-4AF9-9B2B-4A576D7C5D64}" type="presParOf" srcId="{30A1EF65-1892-49C0-9213-8D917C0464C5}" destId="{16B9BE8B-6E6E-4261-BC46-4C3BE2395934}" srcOrd="6" destOrd="0" presId="urn:microsoft.com/office/officeart/2005/8/layout/vProcess5"/>
    <dgm:cxn modelId="{97E16452-7F65-4306-AFB9-3B5FDE97FE7A}" type="presParOf" srcId="{30A1EF65-1892-49C0-9213-8D917C0464C5}" destId="{B49C19DD-DFC3-4A33-9C87-6F71E2DA44FA}" srcOrd="7" destOrd="0" presId="urn:microsoft.com/office/officeart/2005/8/layout/vProcess5"/>
    <dgm:cxn modelId="{72F48E32-B40B-4FB7-A0C9-A10057C8A9BF}" type="presParOf" srcId="{30A1EF65-1892-49C0-9213-8D917C0464C5}" destId="{2B1346C5-5996-4BD8-A862-7A3791CE7C4A}" srcOrd="8" destOrd="0" presId="urn:microsoft.com/office/officeart/2005/8/layout/vProcess5"/>
    <dgm:cxn modelId="{40AD3988-4C98-4DAE-8F64-495FA0F34B0E}" type="presParOf" srcId="{30A1EF65-1892-49C0-9213-8D917C0464C5}" destId="{309265AC-FA40-4CF8-94A7-A9041A2B2301}" srcOrd="9" destOrd="0" presId="urn:microsoft.com/office/officeart/2005/8/layout/vProcess5"/>
    <dgm:cxn modelId="{D8E426A7-F0E5-4F86-B8B5-042576C45E23}" type="presParOf" srcId="{30A1EF65-1892-49C0-9213-8D917C0464C5}" destId="{04BDFBF6-DB8D-4C81-A9C7-88D7C7BB5CB8}" srcOrd="10" destOrd="0" presId="urn:microsoft.com/office/officeart/2005/8/layout/vProcess5"/>
    <dgm:cxn modelId="{100868CB-B4C8-4B37-A790-1C5C73DA37C2}" type="presParOf" srcId="{30A1EF65-1892-49C0-9213-8D917C0464C5}" destId="{4C78E1B8-959E-4504-94AE-B871C610021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9F8C37-6CFD-4CDA-A5C6-D93202FA73F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C02E98-D6F5-4CF9-ACE7-63DF02C23427}">
      <dgm:prSet/>
      <dgm:spPr/>
      <dgm:t>
        <a:bodyPr/>
        <a:lstStyle/>
        <a:p>
          <a:r>
            <a:rPr lang="en-US"/>
            <a:t>Classificação: Exemplo de e-mails Spam x Não-Spam</a:t>
          </a:r>
        </a:p>
      </dgm:t>
    </dgm:pt>
    <dgm:pt modelId="{EF9D3EC0-791C-4C4D-A60C-8AF5FF655239}" type="parTrans" cxnId="{260BE57C-E3F1-4CA4-85B8-E3C9DC35024D}">
      <dgm:prSet/>
      <dgm:spPr/>
      <dgm:t>
        <a:bodyPr/>
        <a:lstStyle/>
        <a:p>
          <a:endParaRPr lang="en-US"/>
        </a:p>
      </dgm:t>
    </dgm:pt>
    <dgm:pt modelId="{BE6EB149-A8F1-47D3-830A-99954ED8F904}" type="sibTrans" cxnId="{260BE57C-E3F1-4CA4-85B8-E3C9DC35024D}">
      <dgm:prSet/>
      <dgm:spPr/>
      <dgm:t>
        <a:bodyPr/>
        <a:lstStyle/>
        <a:p>
          <a:endParaRPr lang="en-US"/>
        </a:p>
      </dgm:t>
    </dgm:pt>
    <dgm:pt modelId="{584844E3-D12D-4659-86D9-74C7227703D5}">
      <dgm:prSet/>
      <dgm:spPr/>
      <dgm:t>
        <a:bodyPr/>
        <a:lstStyle/>
        <a:p>
          <a:r>
            <a:rPr lang="en-US"/>
            <a:t>Regressão: Previsão de preços de imóveis</a:t>
          </a:r>
        </a:p>
      </dgm:t>
    </dgm:pt>
    <dgm:pt modelId="{E0C27B5D-E557-48E6-B5C3-7AFB44D2F52E}" type="parTrans" cxnId="{D2A0D2FA-2FC9-4BD4-895D-76869C28CBA1}">
      <dgm:prSet/>
      <dgm:spPr/>
      <dgm:t>
        <a:bodyPr/>
        <a:lstStyle/>
        <a:p>
          <a:endParaRPr lang="en-US"/>
        </a:p>
      </dgm:t>
    </dgm:pt>
    <dgm:pt modelId="{5758EE20-6C3E-4794-A0CC-49F9033FA868}" type="sibTrans" cxnId="{D2A0D2FA-2FC9-4BD4-895D-76869C28CBA1}">
      <dgm:prSet/>
      <dgm:spPr/>
      <dgm:t>
        <a:bodyPr/>
        <a:lstStyle/>
        <a:p>
          <a:endParaRPr lang="en-US"/>
        </a:p>
      </dgm:t>
    </dgm:pt>
    <dgm:pt modelId="{D756FE12-7297-470D-BF1E-817895550845}">
      <dgm:prSet/>
      <dgm:spPr/>
      <dgm:t>
        <a:bodyPr/>
        <a:lstStyle/>
        <a:p>
          <a:r>
            <a:rPr lang="en-US"/>
            <a:t>Clusterização: Agrupamento de clientes em e-commerce</a:t>
          </a:r>
        </a:p>
      </dgm:t>
    </dgm:pt>
    <dgm:pt modelId="{516EDBE1-40D2-4794-A897-91F2A2D8BC9D}" type="parTrans" cxnId="{88B7D898-CBB6-4F12-912B-B02587897DFA}">
      <dgm:prSet/>
      <dgm:spPr/>
      <dgm:t>
        <a:bodyPr/>
        <a:lstStyle/>
        <a:p>
          <a:endParaRPr lang="en-US"/>
        </a:p>
      </dgm:t>
    </dgm:pt>
    <dgm:pt modelId="{CDF271B7-5D30-4C4D-ABB0-31CEEBC2592F}" type="sibTrans" cxnId="{88B7D898-CBB6-4F12-912B-B02587897DFA}">
      <dgm:prSet/>
      <dgm:spPr/>
      <dgm:t>
        <a:bodyPr/>
        <a:lstStyle/>
        <a:p>
          <a:endParaRPr lang="en-US"/>
        </a:p>
      </dgm:t>
    </dgm:pt>
    <dgm:pt modelId="{90C49427-BEEA-440C-AC3B-23F3AA2A1DE3}" type="pres">
      <dgm:prSet presAssocID="{FE9F8C37-6CFD-4CDA-A5C6-D93202FA73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D1492B-899C-4677-B4C8-9C4BB25C994E}" type="pres">
      <dgm:prSet presAssocID="{58C02E98-D6F5-4CF9-ACE7-63DF02C23427}" presName="hierRoot1" presStyleCnt="0"/>
      <dgm:spPr/>
    </dgm:pt>
    <dgm:pt modelId="{2658AEEB-CBDD-4ABA-9BB5-0E44819828AF}" type="pres">
      <dgm:prSet presAssocID="{58C02E98-D6F5-4CF9-ACE7-63DF02C23427}" presName="composite" presStyleCnt="0"/>
      <dgm:spPr/>
    </dgm:pt>
    <dgm:pt modelId="{B13B4B5C-1459-495E-BC05-B6D729104D82}" type="pres">
      <dgm:prSet presAssocID="{58C02E98-D6F5-4CF9-ACE7-63DF02C23427}" presName="background" presStyleLbl="node0" presStyleIdx="0" presStyleCnt="3"/>
      <dgm:spPr/>
    </dgm:pt>
    <dgm:pt modelId="{11FD2571-8229-4872-817F-7D0889B59B85}" type="pres">
      <dgm:prSet presAssocID="{58C02E98-D6F5-4CF9-ACE7-63DF02C23427}" presName="text" presStyleLbl="fgAcc0" presStyleIdx="0" presStyleCnt="3">
        <dgm:presLayoutVars>
          <dgm:chPref val="3"/>
        </dgm:presLayoutVars>
      </dgm:prSet>
      <dgm:spPr/>
    </dgm:pt>
    <dgm:pt modelId="{B91E6063-3656-4531-A470-83F93B17B682}" type="pres">
      <dgm:prSet presAssocID="{58C02E98-D6F5-4CF9-ACE7-63DF02C23427}" presName="hierChild2" presStyleCnt="0"/>
      <dgm:spPr/>
    </dgm:pt>
    <dgm:pt modelId="{91C86926-7EF1-43B2-8C73-0F209D18BE6D}" type="pres">
      <dgm:prSet presAssocID="{584844E3-D12D-4659-86D9-74C7227703D5}" presName="hierRoot1" presStyleCnt="0"/>
      <dgm:spPr/>
    </dgm:pt>
    <dgm:pt modelId="{95919750-069D-4123-B922-DFFE5D184C41}" type="pres">
      <dgm:prSet presAssocID="{584844E3-D12D-4659-86D9-74C7227703D5}" presName="composite" presStyleCnt="0"/>
      <dgm:spPr/>
    </dgm:pt>
    <dgm:pt modelId="{C9D59EF8-4915-465E-A877-FE0915CE45C4}" type="pres">
      <dgm:prSet presAssocID="{584844E3-D12D-4659-86D9-74C7227703D5}" presName="background" presStyleLbl="node0" presStyleIdx="1" presStyleCnt="3"/>
      <dgm:spPr/>
    </dgm:pt>
    <dgm:pt modelId="{D8A37607-E7F3-4788-B325-52177E02ED11}" type="pres">
      <dgm:prSet presAssocID="{584844E3-D12D-4659-86D9-74C7227703D5}" presName="text" presStyleLbl="fgAcc0" presStyleIdx="1" presStyleCnt="3">
        <dgm:presLayoutVars>
          <dgm:chPref val="3"/>
        </dgm:presLayoutVars>
      </dgm:prSet>
      <dgm:spPr/>
    </dgm:pt>
    <dgm:pt modelId="{CE57C09E-4B42-4EFE-842E-ABFC5B6D20B9}" type="pres">
      <dgm:prSet presAssocID="{584844E3-D12D-4659-86D9-74C7227703D5}" presName="hierChild2" presStyleCnt="0"/>
      <dgm:spPr/>
    </dgm:pt>
    <dgm:pt modelId="{2A6F0EEF-E517-4128-9B6E-CC4BEE82D9BF}" type="pres">
      <dgm:prSet presAssocID="{D756FE12-7297-470D-BF1E-817895550845}" presName="hierRoot1" presStyleCnt="0"/>
      <dgm:spPr/>
    </dgm:pt>
    <dgm:pt modelId="{C3831B19-E595-4DB8-B4D2-F93C31B85C10}" type="pres">
      <dgm:prSet presAssocID="{D756FE12-7297-470D-BF1E-817895550845}" presName="composite" presStyleCnt="0"/>
      <dgm:spPr/>
    </dgm:pt>
    <dgm:pt modelId="{406C458B-67A5-4F35-9165-022604A5C491}" type="pres">
      <dgm:prSet presAssocID="{D756FE12-7297-470D-BF1E-817895550845}" presName="background" presStyleLbl="node0" presStyleIdx="2" presStyleCnt="3"/>
      <dgm:spPr/>
    </dgm:pt>
    <dgm:pt modelId="{244C295B-A5D8-4376-A9CF-33FE99AC052A}" type="pres">
      <dgm:prSet presAssocID="{D756FE12-7297-470D-BF1E-817895550845}" presName="text" presStyleLbl="fgAcc0" presStyleIdx="2" presStyleCnt="3">
        <dgm:presLayoutVars>
          <dgm:chPref val="3"/>
        </dgm:presLayoutVars>
      </dgm:prSet>
      <dgm:spPr/>
    </dgm:pt>
    <dgm:pt modelId="{2B88D80D-CB84-4FA0-8978-56B4BFDFF277}" type="pres">
      <dgm:prSet presAssocID="{D756FE12-7297-470D-BF1E-817895550845}" presName="hierChild2" presStyleCnt="0"/>
      <dgm:spPr/>
    </dgm:pt>
  </dgm:ptLst>
  <dgm:cxnLst>
    <dgm:cxn modelId="{BD15BB63-DFF1-4402-B7BA-93D13932F4D0}" type="presOf" srcId="{D756FE12-7297-470D-BF1E-817895550845}" destId="{244C295B-A5D8-4376-A9CF-33FE99AC052A}" srcOrd="0" destOrd="0" presId="urn:microsoft.com/office/officeart/2005/8/layout/hierarchy1"/>
    <dgm:cxn modelId="{260BE57C-E3F1-4CA4-85B8-E3C9DC35024D}" srcId="{FE9F8C37-6CFD-4CDA-A5C6-D93202FA73FF}" destId="{58C02E98-D6F5-4CF9-ACE7-63DF02C23427}" srcOrd="0" destOrd="0" parTransId="{EF9D3EC0-791C-4C4D-A60C-8AF5FF655239}" sibTransId="{BE6EB149-A8F1-47D3-830A-99954ED8F904}"/>
    <dgm:cxn modelId="{88B7D898-CBB6-4F12-912B-B02587897DFA}" srcId="{FE9F8C37-6CFD-4CDA-A5C6-D93202FA73FF}" destId="{D756FE12-7297-470D-BF1E-817895550845}" srcOrd="2" destOrd="0" parTransId="{516EDBE1-40D2-4794-A897-91F2A2D8BC9D}" sibTransId="{CDF271B7-5D30-4C4D-ABB0-31CEEBC2592F}"/>
    <dgm:cxn modelId="{B9BF71B0-896C-457D-8502-5DF166945306}" type="presOf" srcId="{58C02E98-D6F5-4CF9-ACE7-63DF02C23427}" destId="{11FD2571-8229-4872-817F-7D0889B59B85}" srcOrd="0" destOrd="0" presId="urn:microsoft.com/office/officeart/2005/8/layout/hierarchy1"/>
    <dgm:cxn modelId="{747EEDE6-33D7-484D-A147-E636C97CAED2}" type="presOf" srcId="{584844E3-D12D-4659-86D9-74C7227703D5}" destId="{D8A37607-E7F3-4788-B325-52177E02ED11}" srcOrd="0" destOrd="0" presId="urn:microsoft.com/office/officeart/2005/8/layout/hierarchy1"/>
    <dgm:cxn modelId="{A85D72F3-6F53-41A2-A308-234FBB0C3D2E}" type="presOf" srcId="{FE9F8C37-6CFD-4CDA-A5C6-D93202FA73FF}" destId="{90C49427-BEEA-440C-AC3B-23F3AA2A1DE3}" srcOrd="0" destOrd="0" presId="urn:microsoft.com/office/officeart/2005/8/layout/hierarchy1"/>
    <dgm:cxn modelId="{D2A0D2FA-2FC9-4BD4-895D-76869C28CBA1}" srcId="{FE9F8C37-6CFD-4CDA-A5C6-D93202FA73FF}" destId="{584844E3-D12D-4659-86D9-74C7227703D5}" srcOrd="1" destOrd="0" parTransId="{E0C27B5D-E557-48E6-B5C3-7AFB44D2F52E}" sibTransId="{5758EE20-6C3E-4794-A0CC-49F9033FA868}"/>
    <dgm:cxn modelId="{755BFCFF-BEC9-4892-9935-BB6694239550}" type="presParOf" srcId="{90C49427-BEEA-440C-AC3B-23F3AA2A1DE3}" destId="{68D1492B-899C-4677-B4C8-9C4BB25C994E}" srcOrd="0" destOrd="0" presId="urn:microsoft.com/office/officeart/2005/8/layout/hierarchy1"/>
    <dgm:cxn modelId="{3F0971E8-0D99-41CD-9AC8-007AD90E5AAF}" type="presParOf" srcId="{68D1492B-899C-4677-B4C8-9C4BB25C994E}" destId="{2658AEEB-CBDD-4ABA-9BB5-0E44819828AF}" srcOrd="0" destOrd="0" presId="urn:microsoft.com/office/officeart/2005/8/layout/hierarchy1"/>
    <dgm:cxn modelId="{22470F1E-F0CC-4013-9EC3-A2B48ABBFCBC}" type="presParOf" srcId="{2658AEEB-CBDD-4ABA-9BB5-0E44819828AF}" destId="{B13B4B5C-1459-495E-BC05-B6D729104D82}" srcOrd="0" destOrd="0" presId="urn:microsoft.com/office/officeart/2005/8/layout/hierarchy1"/>
    <dgm:cxn modelId="{91E974B3-E667-423B-9C10-9921EA82CA5C}" type="presParOf" srcId="{2658AEEB-CBDD-4ABA-9BB5-0E44819828AF}" destId="{11FD2571-8229-4872-817F-7D0889B59B85}" srcOrd="1" destOrd="0" presId="urn:microsoft.com/office/officeart/2005/8/layout/hierarchy1"/>
    <dgm:cxn modelId="{1042B75B-F3E7-4B82-A290-D67F534846A1}" type="presParOf" srcId="{68D1492B-899C-4677-B4C8-9C4BB25C994E}" destId="{B91E6063-3656-4531-A470-83F93B17B682}" srcOrd="1" destOrd="0" presId="urn:microsoft.com/office/officeart/2005/8/layout/hierarchy1"/>
    <dgm:cxn modelId="{3C43A74E-B6EE-4B47-9F99-A1775F2FAE1C}" type="presParOf" srcId="{90C49427-BEEA-440C-AC3B-23F3AA2A1DE3}" destId="{91C86926-7EF1-43B2-8C73-0F209D18BE6D}" srcOrd="1" destOrd="0" presId="urn:microsoft.com/office/officeart/2005/8/layout/hierarchy1"/>
    <dgm:cxn modelId="{572CB8DF-AD2B-49CA-B5F9-F883FC1477CF}" type="presParOf" srcId="{91C86926-7EF1-43B2-8C73-0F209D18BE6D}" destId="{95919750-069D-4123-B922-DFFE5D184C41}" srcOrd="0" destOrd="0" presId="urn:microsoft.com/office/officeart/2005/8/layout/hierarchy1"/>
    <dgm:cxn modelId="{6A9E4714-64D1-4677-9304-57688987CA69}" type="presParOf" srcId="{95919750-069D-4123-B922-DFFE5D184C41}" destId="{C9D59EF8-4915-465E-A877-FE0915CE45C4}" srcOrd="0" destOrd="0" presId="urn:microsoft.com/office/officeart/2005/8/layout/hierarchy1"/>
    <dgm:cxn modelId="{6827C6AD-84EB-4BBD-B0ED-437D0ED7D995}" type="presParOf" srcId="{95919750-069D-4123-B922-DFFE5D184C41}" destId="{D8A37607-E7F3-4788-B325-52177E02ED11}" srcOrd="1" destOrd="0" presId="urn:microsoft.com/office/officeart/2005/8/layout/hierarchy1"/>
    <dgm:cxn modelId="{6FD18220-3BDE-4D5B-BBC0-9654D1EF1B75}" type="presParOf" srcId="{91C86926-7EF1-43B2-8C73-0F209D18BE6D}" destId="{CE57C09E-4B42-4EFE-842E-ABFC5B6D20B9}" srcOrd="1" destOrd="0" presId="urn:microsoft.com/office/officeart/2005/8/layout/hierarchy1"/>
    <dgm:cxn modelId="{5F96EC62-F497-4FD2-A0B3-DDE65F2E69AB}" type="presParOf" srcId="{90C49427-BEEA-440C-AC3B-23F3AA2A1DE3}" destId="{2A6F0EEF-E517-4128-9B6E-CC4BEE82D9BF}" srcOrd="2" destOrd="0" presId="urn:microsoft.com/office/officeart/2005/8/layout/hierarchy1"/>
    <dgm:cxn modelId="{8ADB136E-8C5C-4F7F-AD4A-083365A6BDBE}" type="presParOf" srcId="{2A6F0EEF-E517-4128-9B6E-CC4BEE82D9BF}" destId="{C3831B19-E595-4DB8-B4D2-F93C31B85C10}" srcOrd="0" destOrd="0" presId="urn:microsoft.com/office/officeart/2005/8/layout/hierarchy1"/>
    <dgm:cxn modelId="{E2862B7C-BE2F-43DA-A16F-A2C1B98B689F}" type="presParOf" srcId="{C3831B19-E595-4DB8-B4D2-F93C31B85C10}" destId="{406C458B-67A5-4F35-9165-022604A5C491}" srcOrd="0" destOrd="0" presId="urn:microsoft.com/office/officeart/2005/8/layout/hierarchy1"/>
    <dgm:cxn modelId="{23793FA0-7B79-4FA8-9B45-27576CDC17AA}" type="presParOf" srcId="{C3831B19-E595-4DB8-B4D2-F93C31B85C10}" destId="{244C295B-A5D8-4376-A9CF-33FE99AC052A}" srcOrd="1" destOrd="0" presId="urn:microsoft.com/office/officeart/2005/8/layout/hierarchy1"/>
    <dgm:cxn modelId="{C5C63B3E-6760-4872-8EA9-4C31E68459D9}" type="presParOf" srcId="{2A6F0EEF-E517-4128-9B6E-CC4BEE82D9BF}" destId="{2B88D80D-CB84-4FA0-8978-56B4BFDFF2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BB59CBC-1543-4C9E-AAEC-3F49789A6B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3519F34-B150-46C9-B829-198F342478EA}">
      <dgm:prSet/>
      <dgm:spPr/>
      <dgm:t>
        <a:bodyPr/>
        <a:lstStyle/>
        <a:p>
          <a:r>
            <a:rPr lang="en-US"/>
            <a:t>- Diagnóstico de doenças</a:t>
          </a:r>
        </a:p>
      </dgm:t>
    </dgm:pt>
    <dgm:pt modelId="{3BC87EBE-714F-4238-916B-E67642B0E519}" type="parTrans" cxnId="{4CB4673C-FB00-4BE6-910B-44F2AE036A6E}">
      <dgm:prSet/>
      <dgm:spPr/>
      <dgm:t>
        <a:bodyPr/>
        <a:lstStyle/>
        <a:p>
          <a:endParaRPr lang="en-US"/>
        </a:p>
      </dgm:t>
    </dgm:pt>
    <dgm:pt modelId="{5528523F-17B9-4D15-A232-8AD44E59B340}" type="sibTrans" cxnId="{4CB4673C-FB00-4BE6-910B-44F2AE036A6E}">
      <dgm:prSet/>
      <dgm:spPr/>
      <dgm:t>
        <a:bodyPr/>
        <a:lstStyle/>
        <a:p>
          <a:endParaRPr lang="en-US"/>
        </a:p>
      </dgm:t>
    </dgm:pt>
    <dgm:pt modelId="{1E0853CD-D591-4A81-85C8-7CB111C8D51B}">
      <dgm:prSet/>
      <dgm:spPr/>
      <dgm:t>
        <a:bodyPr/>
        <a:lstStyle/>
        <a:p>
          <a:r>
            <a:rPr lang="en-US"/>
            <a:t>- Previsão de falhas</a:t>
          </a:r>
        </a:p>
      </dgm:t>
    </dgm:pt>
    <dgm:pt modelId="{F0D4CF38-88D8-4862-A363-64EDD85D064E}" type="parTrans" cxnId="{FA11AC4A-FD68-4B5B-9819-A3E28B36FED2}">
      <dgm:prSet/>
      <dgm:spPr/>
      <dgm:t>
        <a:bodyPr/>
        <a:lstStyle/>
        <a:p>
          <a:endParaRPr lang="en-US"/>
        </a:p>
      </dgm:t>
    </dgm:pt>
    <dgm:pt modelId="{41A84E38-5DB5-4F67-8AAA-B91E4D7589EA}" type="sibTrans" cxnId="{FA11AC4A-FD68-4B5B-9819-A3E28B36FED2}">
      <dgm:prSet/>
      <dgm:spPr/>
      <dgm:t>
        <a:bodyPr/>
        <a:lstStyle/>
        <a:p>
          <a:endParaRPr lang="en-US"/>
        </a:p>
      </dgm:t>
    </dgm:pt>
    <dgm:pt modelId="{2C2F4F1E-1F77-4062-A162-E6CB60FFA321}">
      <dgm:prSet/>
      <dgm:spPr/>
      <dgm:t>
        <a:bodyPr/>
        <a:lstStyle/>
        <a:p>
          <a:r>
            <a:rPr lang="en-US"/>
            <a:t>- Recomendação de filmes</a:t>
          </a:r>
        </a:p>
      </dgm:t>
    </dgm:pt>
    <dgm:pt modelId="{8767E2A6-5121-44F7-802A-36E5301F546F}" type="parTrans" cxnId="{57D833E0-D7F0-4963-B068-563E3D8D7E9D}">
      <dgm:prSet/>
      <dgm:spPr/>
      <dgm:t>
        <a:bodyPr/>
        <a:lstStyle/>
        <a:p>
          <a:endParaRPr lang="en-US"/>
        </a:p>
      </dgm:t>
    </dgm:pt>
    <dgm:pt modelId="{B68738A2-9C17-46C2-8678-2D4DC6A6D56B}" type="sibTrans" cxnId="{57D833E0-D7F0-4963-B068-563E3D8D7E9D}">
      <dgm:prSet/>
      <dgm:spPr/>
      <dgm:t>
        <a:bodyPr/>
        <a:lstStyle/>
        <a:p>
          <a:endParaRPr lang="en-US"/>
        </a:p>
      </dgm:t>
    </dgm:pt>
    <dgm:pt modelId="{A38681ED-3DDD-464E-91D7-D49CD64DF262}">
      <dgm:prSet/>
      <dgm:spPr/>
      <dgm:t>
        <a:bodyPr/>
        <a:lstStyle/>
        <a:p>
          <a:r>
            <a:rPr lang="en-US"/>
            <a:t>- Reconhecimento de voz</a:t>
          </a:r>
        </a:p>
      </dgm:t>
    </dgm:pt>
    <dgm:pt modelId="{BE4DC181-EC61-4557-B159-DE754D1131E4}" type="parTrans" cxnId="{756641D9-F02E-4BEF-BE0D-1E3B1C697E77}">
      <dgm:prSet/>
      <dgm:spPr/>
      <dgm:t>
        <a:bodyPr/>
        <a:lstStyle/>
        <a:p>
          <a:endParaRPr lang="en-US"/>
        </a:p>
      </dgm:t>
    </dgm:pt>
    <dgm:pt modelId="{F432980C-B99D-418B-B2A6-C079BDE212D4}" type="sibTrans" cxnId="{756641D9-F02E-4BEF-BE0D-1E3B1C697E77}">
      <dgm:prSet/>
      <dgm:spPr/>
      <dgm:t>
        <a:bodyPr/>
        <a:lstStyle/>
        <a:p>
          <a:endParaRPr lang="en-US"/>
        </a:p>
      </dgm:t>
    </dgm:pt>
    <dgm:pt modelId="{B9D92857-4D28-4992-B28B-FE15C8270E85}">
      <dgm:prSet/>
      <dgm:spPr/>
      <dgm:t>
        <a:bodyPr/>
        <a:lstStyle/>
        <a:p>
          <a:r>
            <a:rPr lang="en-US"/>
            <a:t>- Detecção de fraudes</a:t>
          </a:r>
        </a:p>
      </dgm:t>
    </dgm:pt>
    <dgm:pt modelId="{109F16E5-A7EE-4091-8780-544414343020}" type="parTrans" cxnId="{23A0D7E6-8725-41EE-8044-3365E96BF832}">
      <dgm:prSet/>
      <dgm:spPr/>
      <dgm:t>
        <a:bodyPr/>
        <a:lstStyle/>
        <a:p>
          <a:endParaRPr lang="en-US"/>
        </a:p>
      </dgm:t>
    </dgm:pt>
    <dgm:pt modelId="{99091A7C-4713-4323-8159-68EAD5DA6136}" type="sibTrans" cxnId="{23A0D7E6-8725-41EE-8044-3365E96BF832}">
      <dgm:prSet/>
      <dgm:spPr/>
      <dgm:t>
        <a:bodyPr/>
        <a:lstStyle/>
        <a:p>
          <a:endParaRPr lang="en-US"/>
        </a:p>
      </dgm:t>
    </dgm:pt>
    <dgm:pt modelId="{C1C6B6DB-458D-4D01-97B8-AA4A4B34F55A}">
      <dgm:prSet/>
      <dgm:spPr/>
      <dgm:t>
        <a:bodyPr/>
        <a:lstStyle/>
        <a:p>
          <a:r>
            <a:rPr lang="en-US"/>
            <a:t>- Anúncios personalizados</a:t>
          </a:r>
        </a:p>
      </dgm:t>
    </dgm:pt>
    <dgm:pt modelId="{DC71B7C2-C936-47C7-9355-3152A84C0021}" type="parTrans" cxnId="{5A73237D-3B57-4B73-9F76-92643E77CD29}">
      <dgm:prSet/>
      <dgm:spPr/>
      <dgm:t>
        <a:bodyPr/>
        <a:lstStyle/>
        <a:p>
          <a:endParaRPr lang="en-US"/>
        </a:p>
      </dgm:t>
    </dgm:pt>
    <dgm:pt modelId="{95854AF7-6CE9-49DB-9EB3-2E6D0CF16AE3}" type="sibTrans" cxnId="{5A73237D-3B57-4B73-9F76-92643E77CD29}">
      <dgm:prSet/>
      <dgm:spPr/>
      <dgm:t>
        <a:bodyPr/>
        <a:lstStyle/>
        <a:p>
          <a:endParaRPr lang="en-US"/>
        </a:p>
      </dgm:t>
    </dgm:pt>
    <dgm:pt modelId="{FE5D7D37-C502-49C4-89EB-F4E3C3BE08D6}" type="pres">
      <dgm:prSet presAssocID="{4BB59CBC-1543-4C9E-AAEC-3F49789A6BCD}" presName="root" presStyleCnt="0">
        <dgm:presLayoutVars>
          <dgm:dir/>
          <dgm:resizeHandles val="exact"/>
        </dgm:presLayoutVars>
      </dgm:prSet>
      <dgm:spPr/>
    </dgm:pt>
    <dgm:pt modelId="{E9F8694C-21D5-4EDA-9D92-3A662E3A7AB0}" type="pres">
      <dgm:prSet presAssocID="{03519F34-B150-46C9-B829-198F342478EA}" presName="compNode" presStyleCnt="0"/>
      <dgm:spPr/>
    </dgm:pt>
    <dgm:pt modelId="{04F2FB73-6970-48D1-AE30-47E4CC4CB3D7}" type="pres">
      <dgm:prSet presAssocID="{03519F34-B150-46C9-B829-198F342478E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nóstico"/>
        </a:ext>
      </dgm:extLst>
    </dgm:pt>
    <dgm:pt modelId="{FF49CFA9-4F50-4108-AF88-2E8FFB9C7F17}" type="pres">
      <dgm:prSet presAssocID="{03519F34-B150-46C9-B829-198F342478EA}" presName="spaceRect" presStyleCnt="0"/>
      <dgm:spPr/>
    </dgm:pt>
    <dgm:pt modelId="{1127D787-FA2F-4D65-A012-BF2995CFCE66}" type="pres">
      <dgm:prSet presAssocID="{03519F34-B150-46C9-B829-198F342478EA}" presName="textRect" presStyleLbl="revTx" presStyleIdx="0" presStyleCnt="6">
        <dgm:presLayoutVars>
          <dgm:chMax val="1"/>
          <dgm:chPref val="1"/>
        </dgm:presLayoutVars>
      </dgm:prSet>
      <dgm:spPr/>
    </dgm:pt>
    <dgm:pt modelId="{5B0CF188-DD42-401E-A978-8D379F0341FF}" type="pres">
      <dgm:prSet presAssocID="{5528523F-17B9-4D15-A232-8AD44E59B340}" presName="sibTrans" presStyleCnt="0"/>
      <dgm:spPr/>
    </dgm:pt>
    <dgm:pt modelId="{429A16A3-4C89-4C93-A305-33403A3B3E6C}" type="pres">
      <dgm:prSet presAssocID="{1E0853CD-D591-4A81-85C8-7CB111C8D51B}" presName="compNode" presStyleCnt="0"/>
      <dgm:spPr/>
    </dgm:pt>
    <dgm:pt modelId="{3F781633-59F4-43F0-B9A9-54A86B6D2E7A}" type="pres">
      <dgm:prSet presAssocID="{1E0853CD-D591-4A81-85C8-7CB111C8D51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guro"/>
        </a:ext>
      </dgm:extLst>
    </dgm:pt>
    <dgm:pt modelId="{4244B6A3-C993-4CFB-A5DF-DC4E02A9B483}" type="pres">
      <dgm:prSet presAssocID="{1E0853CD-D591-4A81-85C8-7CB111C8D51B}" presName="spaceRect" presStyleCnt="0"/>
      <dgm:spPr/>
    </dgm:pt>
    <dgm:pt modelId="{3F4DDD1C-91CA-4291-8325-806710CBD9AD}" type="pres">
      <dgm:prSet presAssocID="{1E0853CD-D591-4A81-85C8-7CB111C8D51B}" presName="textRect" presStyleLbl="revTx" presStyleIdx="1" presStyleCnt="6">
        <dgm:presLayoutVars>
          <dgm:chMax val="1"/>
          <dgm:chPref val="1"/>
        </dgm:presLayoutVars>
      </dgm:prSet>
      <dgm:spPr/>
    </dgm:pt>
    <dgm:pt modelId="{0BE9426A-22F3-401D-BF3D-915F9CD8B388}" type="pres">
      <dgm:prSet presAssocID="{41A84E38-5DB5-4F67-8AAA-B91E4D7589EA}" presName="sibTrans" presStyleCnt="0"/>
      <dgm:spPr/>
    </dgm:pt>
    <dgm:pt modelId="{9307567E-B2A3-4BE0-BE24-9194C25BB85B}" type="pres">
      <dgm:prSet presAssocID="{2C2F4F1E-1F77-4062-A162-E6CB60FFA321}" presName="compNode" presStyleCnt="0"/>
      <dgm:spPr/>
    </dgm:pt>
    <dgm:pt modelId="{A85384BC-AF5B-4A85-8D68-F853752E961B}" type="pres">
      <dgm:prSet presAssocID="{2C2F4F1E-1F77-4062-A162-E6CB60FFA32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teiro"/>
        </a:ext>
      </dgm:extLst>
    </dgm:pt>
    <dgm:pt modelId="{F8B56188-F8E4-49D8-8CBD-7834A8BAC22F}" type="pres">
      <dgm:prSet presAssocID="{2C2F4F1E-1F77-4062-A162-E6CB60FFA321}" presName="spaceRect" presStyleCnt="0"/>
      <dgm:spPr/>
    </dgm:pt>
    <dgm:pt modelId="{0933B7B0-E5F5-4221-86CE-CDA7E4DBEFF7}" type="pres">
      <dgm:prSet presAssocID="{2C2F4F1E-1F77-4062-A162-E6CB60FFA321}" presName="textRect" presStyleLbl="revTx" presStyleIdx="2" presStyleCnt="6">
        <dgm:presLayoutVars>
          <dgm:chMax val="1"/>
          <dgm:chPref val="1"/>
        </dgm:presLayoutVars>
      </dgm:prSet>
      <dgm:spPr/>
    </dgm:pt>
    <dgm:pt modelId="{ED40CF1F-F8F7-4EF6-908D-C1CC473E7091}" type="pres">
      <dgm:prSet presAssocID="{B68738A2-9C17-46C2-8678-2D4DC6A6D56B}" presName="sibTrans" presStyleCnt="0"/>
      <dgm:spPr/>
    </dgm:pt>
    <dgm:pt modelId="{55446827-983B-4C49-ADFE-37B223A2D6E8}" type="pres">
      <dgm:prSet presAssocID="{A38681ED-3DDD-464E-91D7-D49CD64DF262}" presName="compNode" presStyleCnt="0"/>
      <dgm:spPr/>
    </dgm:pt>
    <dgm:pt modelId="{E0B1BF11-D7E3-4CBA-88CC-A85D210F14D8}" type="pres">
      <dgm:prSet presAssocID="{A38681ED-3DDD-464E-91D7-D49CD64DF2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orno de robô"/>
        </a:ext>
      </dgm:extLst>
    </dgm:pt>
    <dgm:pt modelId="{AB139D72-2B86-4729-BC4F-0C52CBE6B927}" type="pres">
      <dgm:prSet presAssocID="{A38681ED-3DDD-464E-91D7-D49CD64DF262}" presName="spaceRect" presStyleCnt="0"/>
      <dgm:spPr/>
    </dgm:pt>
    <dgm:pt modelId="{4BC7AD28-F272-4BED-9809-DBD6F13DE99E}" type="pres">
      <dgm:prSet presAssocID="{A38681ED-3DDD-464E-91D7-D49CD64DF262}" presName="textRect" presStyleLbl="revTx" presStyleIdx="3" presStyleCnt="6">
        <dgm:presLayoutVars>
          <dgm:chMax val="1"/>
          <dgm:chPref val="1"/>
        </dgm:presLayoutVars>
      </dgm:prSet>
      <dgm:spPr/>
    </dgm:pt>
    <dgm:pt modelId="{1BC367C3-E5AC-4D40-997C-F49E28C60D9E}" type="pres">
      <dgm:prSet presAssocID="{F432980C-B99D-418B-B2A6-C079BDE212D4}" presName="sibTrans" presStyleCnt="0"/>
      <dgm:spPr/>
    </dgm:pt>
    <dgm:pt modelId="{76507D3A-1184-42BF-B1DC-830D5FBAAFDF}" type="pres">
      <dgm:prSet presAssocID="{B9D92857-4D28-4992-B28B-FE15C8270E85}" presName="compNode" presStyleCnt="0"/>
      <dgm:spPr/>
    </dgm:pt>
    <dgm:pt modelId="{6F57F40A-A322-4617-9F9D-0199896BF55A}" type="pres">
      <dgm:prSet presAssocID="{B9D92857-4D28-4992-B28B-FE15C8270E8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são digital"/>
        </a:ext>
      </dgm:extLst>
    </dgm:pt>
    <dgm:pt modelId="{24E2A3C1-199C-4DD1-B0D5-8E2A341B6FC2}" type="pres">
      <dgm:prSet presAssocID="{B9D92857-4D28-4992-B28B-FE15C8270E85}" presName="spaceRect" presStyleCnt="0"/>
      <dgm:spPr/>
    </dgm:pt>
    <dgm:pt modelId="{8567047E-D7CD-4852-9FE4-A2780CAD19A3}" type="pres">
      <dgm:prSet presAssocID="{B9D92857-4D28-4992-B28B-FE15C8270E85}" presName="textRect" presStyleLbl="revTx" presStyleIdx="4" presStyleCnt="6">
        <dgm:presLayoutVars>
          <dgm:chMax val="1"/>
          <dgm:chPref val="1"/>
        </dgm:presLayoutVars>
      </dgm:prSet>
      <dgm:spPr/>
    </dgm:pt>
    <dgm:pt modelId="{7EFA364E-4295-4403-B738-FBF82325E579}" type="pres">
      <dgm:prSet presAssocID="{99091A7C-4713-4323-8159-68EAD5DA6136}" presName="sibTrans" presStyleCnt="0"/>
      <dgm:spPr/>
    </dgm:pt>
    <dgm:pt modelId="{F88B755E-91F5-4C59-A435-7B896E7C39D8}" type="pres">
      <dgm:prSet presAssocID="{C1C6B6DB-458D-4D01-97B8-AA4A4B34F55A}" presName="compNode" presStyleCnt="0"/>
      <dgm:spPr/>
    </dgm:pt>
    <dgm:pt modelId="{CD4F0790-A618-48C9-87ED-F747F84B063A}" type="pres">
      <dgm:prSet presAssocID="{C1C6B6DB-458D-4D01-97B8-AA4A4B34F55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311776D1-D121-4D4A-89B8-ADF53A290BC2}" type="pres">
      <dgm:prSet presAssocID="{C1C6B6DB-458D-4D01-97B8-AA4A4B34F55A}" presName="spaceRect" presStyleCnt="0"/>
      <dgm:spPr/>
    </dgm:pt>
    <dgm:pt modelId="{DEC23945-132A-439E-AA70-61F7889397FD}" type="pres">
      <dgm:prSet presAssocID="{C1C6B6DB-458D-4D01-97B8-AA4A4B34F55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DAD1A0E-1AE5-40BF-9BB2-B06C06843A35}" type="presOf" srcId="{C1C6B6DB-458D-4D01-97B8-AA4A4B34F55A}" destId="{DEC23945-132A-439E-AA70-61F7889397FD}" srcOrd="0" destOrd="0" presId="urn:microsoft.com/office/officeart/2018/2/layout/IconLabelList"/>
    <dgm:cxn modelId="{4CB4673C-FB00-4BE6-910B-44F2AE036A6E}" srcId="{4BB59CBC-1543-4C9E-AAEC-3F49789A6BCD}" destId="{03519F34-B150-46C9-B829-198F342478EA}" srcOrd="0" destOrd="0" parTransId="{3BC87EBE-714F-4238-916B-E67642B0E519}" sibTransId="{5528523F-17B9-4D15-A232-8AD44E59B340}"/>
    <dgm:cxn modelId="{68F0ED45-4E9E-4A90-B9BA-7ED01B7E0449}" type="presOf" srcId="{03519F34-B150-46C9-B829-198F342478EA}" destId="{1127D787-FA2F-4D65-A012-BF2995CFCE66}" srcOrd="0" destOrd="0" presId="urn:microsoft.com/office/officeart/2018/2/layout/IconLabelList"/>
    <dgm:cxn modelId="{FA11AC4A-FD68-4B5B-9819-A3E28B36FED2}" srcId="{4BB59CBC-1543-4C9E-AAEC-3F49789A6BCD}" destId="{1E0853CD-D591-4A81-85C8-7CB111C8D51B}" srcOrd="1" destOrd="0" parTransId="{F0D4CF38-88D8-4862-A363-64EDD85D064E}" sibTransId="{41A84E38-5DB5-4F67-8AAA-B91E4D7589EA}"/>
    <dgm:cxn modelId="{47BF5C4B-3120-4739-9131-1C59EB13DEF6}" type="presOf" srcId="{2C2F4F1E-1F77-4062-A162-E6CB60FFA321}" destId="{0933B7B0-E5F5-4221-86CE-CDA7E4DBEFF7}" srcOrd="0" destOrd="0" presId="urn:microsoft.com/office/officeart/2018/2/layout/IconLabelList"/>
    <dgm:cxn modelId="{ADACC871-C404-4239-AC16-9ADCBDA2B173}" type="presOf" srcId="{1E0853CD-D591-4A81-85C8-7CB111C8D51B}" destId="{3F4DDD1C-91CA-4291-8325-806710CBD9AD}" srcOrd="0" destOrd="0" presId="urn:microsoft.com/office/officeart/2018/2/layout/IconLabelList"/>
    <dgm:cxn modelId="{928D6C72-D092-4AA0-821B-29D583DD6B1C}" type="presOf" srcId="{4BB59CBC-1543-4C9E-AAEC-3F49789A6BCD}" destId="{FE5D7D37-C502-49C4-89EB-F4E3C3BE08D6}" srcOrd="0" destOrd="0" presId="urn:microsoft.com/office/officeart/2018/2/layout/IconLabelList"/>
    <dgm:cxn modelId="{5A73237D-3B57-4B73-9F76-92643E77CD29}" srcId="{4BB59CBC-1543-4C9E-AAEC-3F49789A6BCD}" destId="{C1C6B6DB-458D-4D01-97B8-AA4A4B34F55A}" srcOrd="5" destOrd="0" parTransId="{DC71B7C2-C936-47C7-9355-3152A84C0021}" sibTransId="{95854AF7-6CE9-49DB-9EB3-2E6D0CF16AE3}"/>
    <dgm:cxn modelId="{2BEBAAA1-1F58-484D-B049-B9A3BCC1DBBA}" type="presOf" srcId="{A38681ED-3DDD-464E-91D7-D49CD64DF262}" destId="{4BC7AD28-F272-4BED-9809-DBD6F13DE99E}" srcOrd="0" destOrd="0" presId="urn:microsoft.com/office/officeart/2018/2/layout/IconLabelList"/>
    <dgm:cxn modelId="{CE6CBDAA-1377-4D65-B713-D8AADBC0587C}" type="presOf" srcId="{B9D92857-4D28-4992-B28B-FE15C8270E85}" destId="{8567047E-D7CD-4852-9FE4-A2780CAD19A3}" srcOrd="0" destOrd="0" presId="urn:microsoft.com/office/officeart/2018/2/layout/IconLabelList"/>
    <dgm:cxn modelId="{756641D9-F02E-4BEF-BE0D-1E3B1C697E77}" srcId="{4BB59CBC-1543-4C9E-AAEC-3F49789A6BCD}" destId="{A38681ED-3DDD-464E-91D7-D49CD64DF262}" srcOrd="3" destOrd="0" parTransId="{BE4DC181-EC61-4557-B159-DE754D1131E4}" sibTransId="{F432980C-B99D-418B-B2A6-C079BDE212D4}"/>
    <dgm:cxn modelId="{57D833E0-D7F0-4963-B068-563E3D8D7E9D}" srcId="{4BB59CBC-1543-4C9E-AAEC-3F49789A6BCD}" destId="{2C2F4F1E-1F77-4062-A162-E6CB60FFA321}" srcOrd="2" destOrd="0" parTransId="{8767E2A6-5121-44F7-802A-36E5301F546F}" sibTransId="{B68738A2-9C17-46C2-8678-2D4DC6A6D56B}"/>
    <dgm:cxn modelId="{23A0D7E6-8725-41EE-8044-3365E96BF832}" srcId="{4BB59CBC-1543-4C9E-AAEC-3F49789A6BCD}" destId="{B9D92857-4D28-4992-B28B-FE15C8270E85}" srcOrd="4" destOrd="0" parTransId="{109F16E5-A7EE-4091-8780-544414343020}" sibTransId="{99091A7C-4713-4323-8159-68EAD5DA6136}"/>
    <dgm:cxn modelId="{E5992CD3-783E-4C14-BC70-BEFDEBE435FA}" type="presParOf" srcId="{FE5D7D37-C502-49C4-89EB-F4E3C3BE08D6}" destId="{E9F8694C-21D5-4EDA-9D92-3A662E3A7AB0}" srcOrd="0" destOrd="0" presId="urn:microsoft.com/office/officeart/2018/2/layout/IconLabelList"/>
    <dgm:cxn modelId="{010B7F44-1413-4753-BB84-37271B8621D8}" type="presParOf" srcId="{E9F8694C-21D5-4EDA-9D92-3A662E3A7AB0}" destId="{04F2FB73-6970-48D1-AE30-47E4CC4CB3D7}" srcOrd="0" destOrd="0" presId="urn:microsoft.com/office/officeart/2018/2/layout/IconLabelList"/>
    <dgm:cxn modelId="{B1294D32-E5C8-4936-BEB2-62BCB2FCC289}" type="presParOf" srcId="{E9F8694C-21D5-4EDA-9D92-3A662E3A7AB0}" destId="{FF49CFA9-4F50-4108-AF88-2E8FFB9C7F17}" srcOrd="1" destOrd="0" presId="urn:microsoft.com/office/officeart/2018/2/layout/IconLabelList"/>
    <dgm:cxn modelId="{E2A173F1-CA19-4EF6-8F49-AB7A7D5481BA}" type="presParOf" srcId="{E9F8694C-21D5-4EDA-9D92-3A662E3A7AB0}" destId="{1127D787-FA2F-4D65-A012-BF2995CFCE66}" srcOrd="2" destOrd="0" presId="urn:microsoft.com/office/officeart/2018/2/layout/IconLabelList"/>
    <dgm:cxn modelId="{CB7DFFD4-B4C4-4EBF-9537-8C7D68E2DFDC}" type="presParOf" srcId="{FE5D7D37-C502-49C4-89EB-F4E3C3BE08D6}" destId="{5B0CF188-DD42-401E-A978-8D379F0341FF}" srcOrd="1" destOrd="0" presId="urn:microsoft.com/office/officeart/2018/2/layout/IconLabelList"/>
    <dgm:cxn modelId="{3C269771-E26B-4E1E-843A-ED863425BE68}" type="presParOf" srcId="{FE5D7D37-C502-49C4-89EB-F4E3C3BE08D6}" destId="{429A16A3-4C89-4C93-A305-33403A3B3E6C}" srcOrd="2" destOrd="0" presId="urn:microsoft.com/office/officeart/2018/2/layout/IconLabelList"/>
    <dgm:cxn modelId="{4C6364C5-5422-4FD3-A902-9FC85699F422}" type="presParOf" srcId="{429A16A3-4C89-4C93-A305-33403A3B3E6C}" destId="{3F781633-59F4-43F0-B9A9-54A86B6D2E7A}" srcOrd="0" destOrd="0" presId="urn:microsoft.com/office/officeart/2018/2/layout/IconLabelList"/>
    <dgm:cxn modelId="{863CA615-AF59-4E1B-AEE6-C0BF2954C4FF}" type="presParOf" srcId="{429A16A3-4C89-4C93-A305-33403A3B3E6C}" destId="{4244B6A3-C993-4CFB-A5DF-DC4E02A9B483}" srcOrd="1" destOrd="0" presId="urn:microsoft.com/office/officeart/2018/2/layout/IconLabelList"/>
    <dgm:cxn modelId="{024DA809-97C8-495C-9842-536B61328766}" type="presParOf" srcId="{429A16A3-4C89-4C93-A305-33403A3B3E6C}" destId="{3F4DDD1C-91CA-4291-8325-806710CBD9AD}" srcOrd="2" destOrd="0" presId="urn:microsoft.com/office/officeart/2018/2/layout/IconLabelList"/>
    <dgm:cxn modelId="{6066890C-ADC7-45EC-8BD8-F9488FAD336E}" type="presParOf" srcId="{FE5D7D37-C502-49C4-89EB-F4E3C3BE08D6}" destId="{0BE9426A-22F3-401D-BF3D-915F9CD8B388}" srcOrd="3" destOrd="0" presId="urn:microsoft.com/office/officeart/2018/2/layout/IconLabelList"/>
    <dgm:cxn modelId="{EE11F88B-3DA3-43CD-BF82-74334F40843B}" type="presParOf" srcId="{FE5D7D37-C502-49C4-89EB-F4E3C3BE08D6}" destId="{9307567E-B2A3-4BE0-BE24-9194C25BB85B}" srcOrd="4" destOrd="0" presId="urn:microsoft.com/office/officeart/2018/2/layout/IconLabelList"/>
    <dgm:cxn modelId="{3F0C089A-C1EC-482F-8CCD-2476F81E3B54}" type="presParOf" srcId="{9307567E-B2A3-4BE0-BE24-9194C25BB85B}" destId="{A85384BC-AF5B-4A85-8D68-F853752E961B}" srcOrd="0" destOrd="0" presId="urn:microsoft.com/office/officeart/2018/2/layout/IconLabelList"/>
    <dgm:cxn modelId="{66E93A75-3191-4F79-A5B9-035614552E9A}" type="presParOf" srcId="{9307567E-B2A3-4BE0-BE24-9194C25BB85B}" destId="{F8B56188-F8E4-49D8-8CBD-7834A8BAC22F}" srcOrd="1" destOrd="0" presId="urn:microsoft.com/office/officeart/2018/2/layout/IconLabelList"/>
    <dgm:cxn modelId="{8F539922-1860-48FE-8383-AF219C4A1316}" type="presParOf" srcId="{9307567E-B2A3-4BE0-BE24-9194C25BB85B}" destId="{0933B7B0-E5F5-4221-86CE-CDA7E4DBEFF7}" srcOrd="2" destOrd="0" presId="urn:microsoft.com/office/officeart/2018/2/layout/IconLabelList"/>
    <dgm:cxn modelId="{7B7255F5-F80E-439F-9104-65DDE3EE3CB7}" type="presParOf" srcId="{FE5D7D37-C502-49C4-89EB-F4E3C3BE08D6}" destId="{ED40CF1F-F8F7-4EF6-908D-C1CC473E7091}" srcOrd="5" destOrd="0" presId="urn:microsoft.com/office/officeart/2018/2/layout/IconLabelList"/>
    <dgm:cxn modelId="{43E7637B-223A-4506-B0CD-C41B89A91965}" type="presParOf" srcId="{FE5D7D37-C502-49C4-89EB-F4E3C3BE08D6}" destId="{55446827-983B-4C49-ADFE-37B223A2D6E8}" srcOrd="6" destOrd="0" presId="urn:microsoft.com/office/officeart/2018/2/layout/IconLabelList"/>
    <dgm:cxn modelId="{41C71BD2-E30B-4B86-9D5B-EF00A9FADD7F}" type="presParOf" srcId="{55446827-983B-4C49-ADFE-37B223A2D6E8}" destId="{E0B1BF11-D7E3-4CBA-88CC-A85D210F14D8}" srcOrd="0" destOrd="0" presId="urn:microsoft.com/office/officeart/2018/2/layout/IconLabelList"/>
    <dgm:cxn modelId="{A190B923-877D-401F-88A8-7A8D560DBF68}" type="presParOf" srcId="{55446827-983B-4C49-ADFE-37B223A2D6E8}" destId="{AB139D72-2B86-4729-BC4F-0C52CBE6B927}" srcOrd="1" destOrd="0" presId="urn:microsoft.com/office/officeart/2018/2/layout/IconLabelList"/>
    <dgm:cxn modelId="{218CEF37-BF2F-4BC0-8910-A5DF1A023A57}" type="presParOf" srcId="{55446827-983B-4C49-ADFE-37B223A2D6E8}" destId="{4BC7AD28-F272-4BED-9809-DBD6F13DE99E}" srcOrd="2" destOrd="0" presId="urn:microsoft.com/office/officeart/2018/2/layout/IconLabelList"/>
    <dgm:cxn modelId="{9902FF30-A4F8-4DE2-9F2D-338BA30E832E}" type="presParOf" srcId="{FE5D7D37-C502-49C4-89EB-F4E3C3BE08D6}" destId="{1BC367C3-E5AC-4D40-997C-F49E28C60D9E}" srcOrd="7" destOrd="0" presId="urn:microsoft.com/office/officeart/2018/2/layout/IconLabelList"/>
    <dgm:cxn modelId="{68D7A896-14EF-4279-9160-B641358C4A51}" type="presParOf" srcId="{FE5D7D37-C502-49C4-89EB-F4E3C3BE08D6}" destId="{76507D3A-1184-42BF-B1DC-830D5FBAAFDF}" srcOrd="8" destOrd="0" presId="urn:microsoft.com/office/officeart/2018/2/layout/IconLabelList"/>
    <dgm:cxn modelId="{5CCC3C2D-F645-4154-928F-54383F84272D}" type="presParOf" srcId="{76507D3A-1184-42BF-B1DC-830D5FBAAFDF}" destId="{6F57F40A-A322-4617-9F9D-0199896BF55A}" srcOrd="0" destOrd="0" presId="urn:microsoft.com/office/officeart/2018/2/layout/IconLabelList"/>
    <dgm:cxn modelId="{6EFB0924-C9BB-4D04-B715-5F9F97DE0B1B}" type="presParOf" srcId="{76507D3A-1184-42BF-B1DC-830D5FBAAFDF}" destId="{24E2A3C1-199C-4DD1-B0D5-8E2A341B6FC2}" srcOrd="1" destOrd="0" presId="urn:microsoft.com/office/officeart/2018/2/layout/IconLabelList"/>
    <dgm:cxn modelId="{2EBF1957-A944-42BE-AF94-02CF55FBFDAC}" type="presParOf" srcId="{76507D3A-1184-42BF-B1DC-830D5FBAAFDF}" destId="{8567047E-D7CD-4852-9FE4-A2780CAD19A3}" srcOrd="2" destOrd="0" presId="urn:microsoft.com/office/officeart/2018/2/layout/IconLabelList"/>
    <dgm:cxn modelId="{AE93A8BD-E621-4BF9-A717-DB25E629932E}" type="presParOf" srcId="{FE5D7D37-C502-49C4-89EB-F4E3C3BE08D6}" destId="{7EFA364E-4295-4403-B738-FBF82325E579}" srcOrd="9" destOrd="0" presId="urn:microsoft.com/office/officeart/2018/2/layout/IconLabelList"/>
    <dgm:cxn modelId="{D2CBE90C-4E96-459F-B2E1-CE9A29F806BE}" type="presParOf" srcId="{FE5D7D37-C502-49C4-89EB-F4E3C3BE08D6}" destId="{F88B755E-91F5-4C59-A435-7B896E7C39D8}" srcOrd="10" destOrd="0" presId="urn:microsoft.com/office/officeart/2018/2/layout/IconLabelList"/>
    <dgm:cxn modelId="{45C971F7-2A00-4900-A384-FD43E7DADDA3}" type="presParOf" srcId="{F88B755E-91F5-4C59-A435-7B896E7C39D8}" destId="{CD4F0790-A618-48C9-87ED-F747F84B063A}" srcOrd="0" destOrd="0" presId="urn:microsoft.com/office/officeart/2018/2/layout/IconLabelList"/>
    <dgm:cxn modelId="{579FBBD3-C288-4E75-A672-1B151A0EB158}" type="presParOf" srcId="{F88B755E-91F5-4C59-A435-7B896E7C39D8}" destId="{311776D1-D121-4D4A-89B8-ADF53A290BC2}" srcOrd="1" destOrd="0" presId="urn:microsoft.com/office/officeart/2018/2/layout/IconLabelList"/>
    <dgm:cxn modelId="{445B4E7F-7C2A-4173-BBC3-8566EDDF2378}" type="presParOf" srcId="{F88B755E-91F5-4C59-A435-7B896E7C39D8}" destId="{DEC23945-132A-439E-AA70-61F7889397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CB77DA7-1B1F-41EB-A681-A29E099A176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AB8496-404F-4C27-AED4-2B6FDCE81D45}">
      <dgm:prSet/>
      <dgm:spPr/>
      <dgm:t>
        <a:bodyPr/>
        <a:lstStyle/>
        <a:p>
          <a:r>
            <a:rPr lang="en-US" dirty="0"/>
            <a:t>Testar se o </a:t>
          </a:r>
          <a:r>
            <a:rPr lang="en-US" dirty="0" err="1"/>
            <a:t>modelo</a:t>
          </a:r>
          <a:r>
            <a:rPr lang="en-US" dirty="0"/>
            <a:t> </a:t>
          </a:r>
          <a:r>
            <a:rPr lang="en-US" dirty="0" err="1"/>
            <a:t>está</a:t>
          </a:r>
          <a:r>
            <a:rPr lang="en-US" dirty="0"/>
            <a:t> </a:t>
          </a:r>
          <a:r>
            <a:rPr lang="en-US" dirty="0" err="1"/>
            <a:t>acertando</a:t>
          </a:r>
          <a:r>
            <a:rPr lang="en-US" dirty="0"/>
            <a:t> </a:t>
          </a:r>
          <a:r>
            <a:rPr lang="en-US" dirty="0" err="1"/>
            <a:t>ou</a:t>
          </a:r>
          <a:r>
            <a:rPr lang="en-US" dirty="0"/>
            <a:t> </a:t>
          </a:r>
          <a:r>
            <a:rPr lang="en-US" dirty="0" err="1"/>
            <a:t>errando</a:t>
          </a:r>
          <a:endParaRPr lang="en-US" dirty="0"/>
        </a:p>
      </dgm:t>
    </dgm:pt>
    <dgm:pt modelId="{4D2677C5-C63E-4AA2-AF01-64680F862F99}" type="parTrans" cxnId="{BD587641-3F90-4F58-A033-43FDFD2580B6}">
      <dgm:prSet/>
      <dgm:spPr/>
      <dgm:t>
        <a:bodyPr/>
        <a:lstStyle/>
        <a:p>
          <a:endParaRPr lang="en-US"/>
        </a:p>
      </dgm:t>
    </dgm:pt>
    <dgm:pt modelId="{1895FBFB-5C4E-4394-8E6E-68AD5B06D518}" type="sibTrans" cxnId="{BD587641-3F90-4F58-A033-43FDFD2580B6}">
      <dgm:prSet/>
      <dgm:spPr/>
      <dgm:t>
        <a:bodyPr/>
        <a:lstStyle/>
        <a:p>
          <a:endParaRPr lang="en-US"/>
        </a:p>
      </dgm:t>
    </dgm:pt>
    <dgm:pt modelId="{9EB85D67-13B5-41AB-AD39-D1B16E4EE47B}">
      <dgm:prSet/>
      <dgm:spPr/>
      <dgm:t>
        <a:bodyPr/>
        <a:lstStyle/>
        <a:p>
          <a:r>
            <a:rPr lang="en-US" dirty="0"/>
            <a:t>Usar dados de teste</a:t>
          </a:r>
        </a:p>
      </dgm:t>
    </dgm:pt>
    <dgm:pt modelId="{979743B8-9C77-4AE4-9C4D-7A413B7DCAAE}" type="parTrans" cxnId="{E08F43FE-9DAA-4EF7-B7DC-9CB7062FFD18}">
      <dgm:prSet/>
      <dgm:spPr/>
      <dgm:t>
        <a:bodyPr/>
        <a:lstStyle/>
        <a:p>
          <a:endParaRPr lang="en-US"/>
        </a:p>
      </dgm:t>
    </dgm:pt>
    <dgm:pt modelId="{A47F4C92-A6E9-4409-9EF4-6F345950A2F1}" type="sibTrans" cxnId="{E08F43FE-9DAA-4EF7-B7DC-9CB7062FFD18}">
      <dgm:prSet/>
      <dgm:spPr/>
      <dgm:t>
        <a:bodyPr/>
        <a:lstStyle/>
        <a:p>
          <a:endParaRPr lang="en-US"/>
        </a:p>
      </dgm:t>
    </dgm:pt>
    <dgm:pt modelId="{DBD97A22-CCE4-4F18-A960-0E39CBB98E38}">
      <dgm:prSet/>
      <dgm:spPr/>
      <dgm:t>
        <a:bodyPr/>
        <a:lstStyle/>
        <a:p>
          <a:r>
            <a:rPr lang="en-US"/>
            <a:t>📌 Por que avaliar?</a:t>
          </a:r>
        </a:p>
      </dgm:t>
    </dgm:pt>
    <dgm:pt modelId="{1212B630-D318-4E81-A799-0248CA141408}" type="parTrans" cxnId="{8DA3F8D3-4947-4B29-9A8D-51A835C61895}">
      <dgm:prSet/>
      <dgm:spPr/>
      <dgm:t>
        <a:bodyPr/>
        <a:lstStyle/>
        <a:p>
          <a:endParaRPr lang="en-US"/>
        </a:p>
      </dgm:t>
    </dgm:pt>
    <dgm:pt modelId="{9AEC7558-4A12-43CD-9BF7-64F59EE434BB}" type="sibTrans" cxnId="{8DA3F8D3-4947-4B29-9A8D-51A835C61895}">
      <dgm:prSet/>
      <dgm:spPr/>
      <dgm:t>
        <a:bodyPr/>
        <a:lstStyle/>
        <a:p>
          <a:endParaRPr lang="en-US"/>
        </a:p>
      </dgm:t>
    </dgm:pt>
    <dgm:pt modelId="{E54A3C93-CBD6-4ACB-83EA-A85DFB2BDC80}">
      <dgm:prSet/>
      <dgm:spPr/>
      <dgm:t>
        <a:bodyPr/>
        <a:lstStyle/>
        <a:p>
          <a:r>
            <a:rPr lang="en-US" dirty="0"/>
            <a:t>➡️ </a:t>
          </a:r>
          <a:r>
            <a:rPr lang="en-US" dirty="0" err="1"/>
            <a:t>Evitar</a:t>
          </a:r>
          <a:r>
            <a:rPr lang="en-US" dirty="0"/>
            <a:t> overfitting</a:t>
          </a:r>
        </a:p>
      </dgm:t>
    </dgm:pt>
    <dgm:pt modelId="{4928F90E-0856-4943-8A69-A4147FB77712}" type="parTrans" cxnId="{2D219E0F-BD3B-43B3-A438-2D6EA0063E4C}">
      <dgm:prSet/>
      <dgm:spPr/>
      <dgm:t>
        <a:bodyPr/>
        <a:lstStyle/>
        <a:p>
          <a:endParaRPr lang="en-US"/>
        </a:p>
      </dgm:t>
    </dgm:pt>
    <dgm:pt modelId="{46F1EBF7-AD8A-4EF4-813D-3EA06F37362B}" type="sibTrans" cxnId="{2D219E0F-BD3B-43B3-A438-2D6EA0063E4C}">
      <dgm:prSet/>
      <dgm:spPr/>
      <dgm:t>
        <a:bodyPr/>
        <a:lstStyle/>
        <a:p>
          <a:endParaRPr lang="en-US"/>
        </a:p>
      </dgm:t>
    </dgm:pt>
    <dgm:pt modelId="{BB3C5303-9DE9-41D9-842C-F1A7FBE40389}">
      <dgm:prSet/>
      <dgm:spPr/>
      <dgm:t>
        <a:bodyPr/>
        <a:lstStyle/>
        <a:p>
          <a:r>
            <a:rPr lang="en-US"/>
            <a:t>➡️ Escolher melhor modelo</a:t>
          </a:r>
        </a:p>
      </dgm:t>
    </dgm:pt>
    <dgm:pt modelId="{F6A73A28-7E5D-45BF-943D-3816488845EE}" type="parTrans" cxnId="{7165A381-EEED-481F-A39D-45B55622C20E}">
      <dgm:prSet/>
      <dgm:spPr/>
      <dgm:t>
        <a:bodyPr/>
        <a:lstStyle/>
        <a:p>
          <a:endParaRPr lang="en-US"/>
        </a:p>
      </dgm:t>
    </dgm:pt>
    <dgm:pt modelId="{BB6D5551-A5EF-4E38-A679-D22A9EDA15AF}" type="sibTrans" cxnId="{7165A381-EEED-481F-A39D-45B55622C20E}">
      <dgm:prSet/>
      <dgm:spPr/>
      <dgm:t>
        <a:bodyPr/>
        <a:lstStyle/>
        <a:p>
          <a:endParaRPr lang="en-US"/>
        </a:p>
      </dgm:t>
    </dgm:pt>
    <dgm:pt modelId="{D854C51D-8D94-4C06-8356-32E484DD3708}">
      <dgm:prSet/>
      <dgm:spPr/>
      <dgm:t>
        <a:bodyPr/>
        <a:lstStyle/>
        <a:p>
          <a:r>
            <a:rPr lang="en-US" dirty="0"/>
            <a:t>➡️ </a:t>
          </a:r>
          <a:r>
            <a:rPr lang="en-US" dirty="0" err="1"/>
            <a:t>Medir</a:t>
          </a:r>
          <a:r>
            <a:rPr lang="en-US" dirty="0"/>
            <a:t> </a:t>
          </a:r>
          <a:r>
            <a:rPr lang="en-US" dirty="0" err="1"/>
            <a:t>qualidade</a:t>
          </a:r>
          <a:endParaRPr lang="en-US" dirty="0"/>
        </a:p>
      </dgm:t>
    </dgm:pt>
    <dgm:pt modelId="{397C2314-624C-473E-9E01-257572A63462}" type="sibTrans" cxnId="{BA60F9E6-F2F2-4A51-A4D2-D728A214513C}">
      <dgm:prSet/>
      <dgm:spPr/>
      <dgm:t>
        <a:bodyPr/>
        <a:lstStyle/>
        <a:p>
          <a:endParaRPr lang="en-US"/>
        </a:p>
      </dgm:t>
    </dgm:pt>
    <dgm:pt modelId="{B56DBCE8-0DA5-458C-A9B0-0682EAB76ECC}" type="parTrans" cxnId="{BA60F9E6-F2F2-4A51-A4D2-D728A214513C}">
      <dgm:prSet/>
      <dgm:spPr/>
      <dgm:t>
        <a:bodyPr/>
        <a:lstStyle/>
        <a:p>
          <a:endParaRPr lang="en-US"/>
        </a:p>
      </dgm:t>
    </dgm:pt>
    <dgm:pt modelId="{785E7261-00E8-4BAD-A41D-364D8A1DA40B}" type="pres">
      <dgm:prSet presAssocID="{8CB77DA7-1B1F-41EB-A681-A29E099A1765}" presName="linear" presStyleCnt="0">
        <dgm:presLayoutVars>
          <dgm:dir/>
          <dgm:animLvl val="lvl"/>
          <dgm:resizeHandles val="exact"/>
        </dgm:presLayoutVars>
      </dgm:prSet>
      <dgm:spPr/>
    </dgm:pt>
    <dgm:pt modelId="{B111BCC2-8483-4EDC-8130-420EFB754600}" type="pres">
      <dgm:prSet presAssocID="{A3AB8496-404F-4C27-AED4-2B6FDCE81D45}" presName="parentLin" presStyleCnt="0"/>
      <dgm:spPr/>
    </dgm:pt>
    <dgm:pt modelId="{86CA4837-AFDB-4698-A1E6-CDF3035CD97D}" type="pres">
      <dgm:prSet presAssocID="{A3AB8496-404F-4C27-AED4-2B6FDCE81D45}" presName="parentLeftMargin" presStyleLbl="node1" presStyleIdx="0" presStyleCnt="3"/>
      <dgm:spPr/>
    </dgm:pt>
    <dgm:pt modelId="{0C7BA830-39F1-45D7-81F6-C2CD8920D258}" type="pres">
      <dgm:prSet presAssocID="{A3AB8496-404F-4C27-AED4-2B6FDCE81D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ED9510-9327-44D8-A0F3-91F707A735AD}" type="pres">
      <dgm:prSet presAssocID="{A3AB8496-404F-4C27-AED4-2B6FDCE81D45}" presName="negativeSpace" presStyleCnt="0"/>
      <dgm:spPr/>
    </dgm:pt>
    <dgm:pt modelId="{C9EB9089-63AF-4C36-B4C5-4FE9F6E8AF3D}" type="pres">
      <dgm:prSet presAssocID="{A3AB8496-404F-4C27-AED4-2B6FDCE81D45}" presName="childText" presStyleLbl="conFgAcc1" presStyleIdx="0" presStyleCnt="3">
        <dgm:presLayoutVars>
          <dgm:bulletEnabled val="1"/>
        </dgm:presLayoutVars>
      </dgm:prSet>
      <dgm:spPr/>
    </dgm:pt>
    <dgm:pt modelId="{0E068336-3A07-4559-BD19-22265C18DD9F}" type="pres">
      <dgm:prSet presAssocID="{1895FBFB-5C4E-4394-8E6E-68AD5B06D518}" presName="spaceBetweenRectangles" presStyleCnt="0"/>
      <dgm:spPr/>
    </dgm:pt>
    <dgm:pt modelId="{ED7D10F9-1CD9-404F-9F37-F75D141B0D4F}" type="pres">
      <dgm:prSet presAssocID="{9EB85D67-13B5-41AB-AD39-D1B16E4EE47B}" presName="parentLin" presStyleCnt="0"/>
      <dgm:spPr/>
    </dgm:pt>
    <dgm:pt modelId="{0798A3AB-4308-48ED-88BD-D9E4641FFCBE}" type="pres">
      <dgm:prSet presAssocID="{9EB85D67-13B5-41AB-AD39-D1B16E4EE47B}" presName="parentLeftMargin" presStyleLbl="node1" presStyleIdx="0" presStyleCnt="3"/>
      <dgm:spPr/>
    </dgm:pt>
    <dgm:pt modelId="{78B691E0-4DE8-4C55-9977-8FFF740FE666}" type="pres">
      <dgm:prSet presAssocID="{9EB85D67-13B5-41AB-AD39-D1B16E4EE4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DBF1EA-599D-4414-8CB1-F899BB86DDB1}" type="pres">
      <dgm:prSet presAssocID="{9EB85D67-13B5-41AB-AD39-D1B16E4EE47B}" presName="negativeSpace" presStyleCnt="0"/>
      <dgm:spPr/>
    </dgm:pt>
    <dgm:pt modelId="{8784E777-1630-4C58-A669-8B1131E129EF}" type="pres">
      <dgm:prSet presAssocID="{9EB85D67-13B5-41AB-AD39-D1B16E4EE47B}" presName="childText" presStyleLbl="conFgAcc1" presStyleIdx="1" presStyleCnt="3">
        <dgm:presLayoutVars>
          <dgm:bulletEnabled val="1"/>
        </dgm:presLayoutVars>
      </dgm:prSet>
      <dgm:spPr/>
    </dgm:pt>
    <dgm:pt modelId="{D4E04A90-CEAA-43FB-8005-FBA10B657C76}" type="pres">
      <dgm:prSet presAssocID="{A47F4C92-A6E9-4409-9EF4-6F345950A2F1}" presName="spaceBetweenRectangles" presStyleCnt="0"/>
      <dgm:spPr/>
    </dgm:pt>
    <dgm:pt modelId="{383A9E84-4C02-4C01-92A4-D4B912F3E6F1}" type="pres">
      <dgm:prSet presAssocID="{DBD97A22-CCE4-4F18-A960-0E39CBB98E38}" presName="parentLin" presStyleCnt="0"/>
      <dgm:spPr/>
    </dgm:pt>
    <dgm:pt modelId="{2C046EB3-BADB-460E-AD39-7539D6EA4C6A}" type="pres">
      <dgm:prSet presAssocID="{DBD97A22-CCE4-4F18-A960-0E39CBB98E38}" presName="parentLeftMargin" presStyleLbl="node1" presStyleIdx="1" presStyleCnt="3"/>
      <dgm:spPr/>
    </dgm:pt>
    <dgm:pt modelId="{F9D0ED50-0717-44DC-B49C-6EFADEB20A46}" type="pres">
      <dgm:prSet presAssocID="{DBD97A22-CCE4-4F18-A960-0E39CBB98E3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9458273-1E88-41A8-AB29-CF34409066BC}" type="pres">
      <dgm:prSet presAssocID="{DBD97A22-CCE4-4F18-A960-0E39CBB98E38}" presName="negativeSpace" presStyleCnt="0"/>
      <dgm:spPr/>
    </dgm:pt>
    <dgm:pt modelId="{B2C50177-950D-4D1F-B555-689FFC12001B}" type="pres">
      <dgm:prSet presAssocID="{DBD97A22-CCE4-4F18-A960-0E39CBB98E3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D219E0F-BD3B-43B3-A438-2D6EA0063E4C}" srcId="{DBD97A22-CCE4-4F18-A960-0E39CBB98E38}" destId="{E54A3C93-CBD6-4ACB-83EA-A85DFB2BDC80}" srcOrd="0" destOrd="0" parTransId="{4928F90E-0856-4943-8A69-A4147FB77712}" sibTransId="{46F1EBF7-AD8A-4EF4-813D-3EA06F37362B}"/>
    <dgm:cxn modelId="{C31D123C-FC4E-44D5-A5EA-49244098B735}" type="presOf" srcId="{DBD97A22-CCE4-4F18-A960-0E39CBB98E38}" destId="{F9D0ED50-0717-44DC-B49C-6EFADEB20A46}" srcOrd="1" destOrd="0" presId="urn:microsoft.com/office/officeart/2005/8/layout/list1"/>
    <dgm:cxn modelId="{BD587641-3F90-4F58-A033-43FDFD2580B6}" srcId="{8CB77DA7-1B1F-41EB-A681-A29E099A1765}" destId="{A3AB8496-404F-4C27-AED4-2B6FDCE81D45}" srcOrd="0" destOrd="0" parTransId="{4D2677C5-C63E-4AA2-AF01-64680F862F99}" sibTransId="{1895FBFB-5C4E-4394-8E6E-68AD5B06D518}"/>
    <dgm:cxn modelId="{7165A381-EEED-481F-A39D-45B55622C20E}" srcId="{DBD97A22-CCE4-4F18-A960-0E39CBB98E38}" destId="{BB3C5303-9DE9-41D9-842C-F1A7FBE40389}" srcOrd="2" destOrd="0" parTransId="{F6A73A28-7E5D-45BF-943D-3816488845EE}" sibTransId="{BB6D5551-A5EF-4E38-A679-D22A9EDA15AF}"/>
    <dgm:cxn modelId="{F7F54088-6518-42A6-8F94-5D15740D2CCD}" type="presOf" srcId="{9EB85D67-13B5-41AB-AD39-D1B16E4EE47B}" destId="{0798A3AB-4308-48ED-88BD-D9E4641FFCBE}" srcOrd="0" destOrd="0" presId="urn:microsoft.com/office/officeart/2005/8/layout/list1"/>
    <dgm:cxn modelId="{1E136E92-3437-4B85-8B27-9A423B4E217D}" type="presOf" srcId="{D854C51D-8D94-4C06-8356-32E484DD3708}" destId="{B2C50177-950D-4D1F-B555-689FFC12001B}" srcOrd="0" destOrd="1" presId="urn:microsoft.com/office/officeart/2005/8/layout/list1"/>
    <dgm:cxn modelId="{AF0FE695-5468-4A1C-A50D-75C470A102B8}" type="presOf" srcId="{DBD97A22-CCE4-4F18-A960-0E39CBB98E38}" destId="{2C046EB3-BADB-460E-AD39-7539D6EA4C6A}" srcOrd="0" destOrd="0" presId="urn:microsoft.com/office/officeart/2005/8/layout/list1"/>
    <dgm:cxn modelId="{7CD78C96-200B-40B0-A7C6-D985132D7CC7}" type="presOf" srcId="{E54A3C93-CBD6-4ACB-83EA-A85DFB2BDC80}" destId="{B2C50177-950D-4D1F-B555-689FFC12001B}" srcOrd="0" destOrd="0" presId="urn:microsoft.com/office/officeart/2005/8/layout/list1"/>
    <dgm:cxn modelId="{342EBBA2-AE72-45F9-AF9D-46AAF09D52FD}" type="presOf" srcId="{9EB85D67-13B5-41AB-AD39-D1B16E4EE47B}" destId="{78B691E0-4DE8-4C55-9977-8FFF740FE666}" srcOrd="1" destOrd="0" presId="urn:microsoft.com/office/officeart/2005/8/layout/list1"/>
    <dgm:cxn modelId="{9ADA7FC6-0458-4487-A3E7-C814825AFEEF}" type="presOf" srcId="{A3AB8496-404F-4C27-AED4-2B6FDCE81D45}" destId="{86CA4837-AFDB-4698-A1E6-CDF3035CD97D}" srcOrd="0" destOrd="0" presId="urn:microsoft.com/office/officeart/2005/8/layout/list1"/>
    <dgm:cxn modelId="{8DA3F8D3-4947-4B29-9A8D-51A835C61895}" srcId="{8CB77DA7-1B1F-41EB-A681-A29E099A1765}" destId="{DBD97A22-CCE4-4F18-A960-0E39CBB98E38}" srcOrd="2" destOrd="0" parTransId="{1212B630-D318-4E81-A799-0248CA141408}" sibTransId="{9AEC7558-4A12-43CD-9BF7-64F59EE434BB}"/>
    <dgm:cxn modelId="{D7DEBEDF-F795-4F40-81DF-71545DA34340}" type="presOf" srcId="{8CB77DA7-1B1F-41EB-A681-A29E099A1765}" destId="{785E7261-00E8-4BAD-A41D-364D8A1DA40B}" srcOrd="0" destOrd="0" presId="urn:microsoft.com/office/officeart/2005/8/layout/list1"/>
    <dgm:cxn modelId="{BA60F9E6-F2F2-4A51-A4D2-D728A214513C}" srcId="{DBD97A22-CCE4-4F18-A960-0E39CBB98E38}" destId="{D854C51D-8D94-4C06-8356-32E484DD3708}" srcOrd="1" destOrd="0" parTransId="{B56DBCE8-0DA5-458C-A9B0-0682EAB76ECC}" sibTransId="{397C2314-624C-473E-9E01-257572A63462}"/>
    <dgm:cxn modelId="{083CDFEA-B36A-4319-9CE6-EFEA50602B90}" type="presOf" srcId="{A3AB8496-404F-4C27-AED4-2B6FDCE81D45}" destId="{0C7BA830-39F1-45D7-81F6-C2CD8920D258}" srcOrd="1" destOrd="0" presId="urn:microsoft.com/office/officeart/2005/8/layout/list1"/>
    <dgm:cxn modelId="{078DCBF1-DB21-4EF9-907C-784D04DE89EE}" type="presOf" srcId="{BB3C5303-9DE9-41D9-842C-F1A7FBE40389}" destId="{B2C50177-950D-4D1F-B555-689FFC12001B}" srcOrd="0" destOrd="2" presId="urn:microsoft.com/office/officeart/2005/8/layout/list1"/>
    <dgm:cxn modelId="{E08F43FE-9DAA-4EF7-B7DC-9CB7062FFD18}" srcId="{8CB77DA7-1B1F-41EB-A681-A29E099A1765}" destId="{9EB85D67-13B5-41AB-AD39-D1B16E4EE47B}" srcOrd="1" destOrd="0" parTransId="{979743B8-9C77-4AE4-9C4D-7A413B7DCAAE}" sibTransId="{A47F4C92-A6E9-4409-9EF4-6F345950A2F1}"/>
    <dgm:cxn modelId="{C81D1B5F-9AF1-4292-8D89-9E5617F24B02}" type="presParOf" srcId="{785E7261-00E8-4BAD-A41D-364D8A1DA40B}" destId="{B111BCC2-8483-4EDC-8130-420EFB754600}" srcOrd="0" destOrd="0" presId="urn:microsoft.com/office/officeart/2005/8/layout/list1"/>
    <dgm:cxn modelId="{11D982A5-F839-4A5F-9843-82C4751A3F37}" type="presParOf" srcId="{B111BCC2-8483-4EDC-8130-420EFB754600}" destId="{86CA4837-AFDB-4698-A1E6-CDF3035CD97D}" srcOrd="0" destOrd="0" presId="urn:microsoft.com/office/officeart/2005/8/layout/list1"/>
    <dgm:cxn modelId="{6E3CDBD2-1928-4879-881E-6C646E6DEE92}" type="presParOf" srcId="{B111BCC2-8483-4EDC-8130-420EFB754600}" destId="{0C7BA830-39F1-45D7-81F6-C2CD8920D258}" srcOrd="1" destOrd="0" presId="urn:microsoft.com/office/officeart/2005/8/layout/list1"/>
    <dgm:cxn modelId="{CA74632E-474A-42E9-BBCD-3FFF9A249A03}" type="presParOf" srcId="{785E7261-00E8-4BAD-A41D-364D8A1DA40B}" destId="{59ED9510-9327-44D8-A0F3-91F707A735AD}" srcOrd="1" destOrd="0" presId="urn:microsoft.com/office/officeart/2005/8/layout/list1"/>
    <dgm:cxn modelId="{C79815AB-00B2-47D8-8094-653E9D127C6D}" type="presParOf" srcId="{785E7261-00E8-4BAD-A41D-364D8A1DA40B}" destId="{C9EB9089-63AF-4C36-B4C5-4FE9F6E8AF3D}" srcOrd="2" destOrd="0" presId="urn:microsoft.com/office/officeart/2005/8/layout/list1"/>
    <dgm:cxn modelId="{3DDBBF95-C1AF-45BC-866B-95FDF78B441A}" type="presParOf" srcId="{785E7261-00E8-4BAD-A41D-364D8A1DA40B}" destId="{0E068336-3A07-4559-BD19-22265C18DD9F}" srcOrd="3" destOrd="0" presId="urn:microsoft.com/office/officeart/2005/8/layout/list1"/>
    <dgm:cxn modelId="{6D1CA360-D08D-4E38-A75B-497A83CF1147}" type="presParOf" srcId="{785E7261-00E8-4BAD-A41D-364D8A1DA40B}" destId="{ED7D10F9-1CD9-404F-9F37-F75D141B0D4F}" srcOrd="4" destOrd="0" presId="urn:microsoft.com/office/officeart/2005/8/layout/list1"/>
    <dgm:cxn modelId="{E085B324-D1ED-4751-951A-6BB7EC10E1D4}" type="presParOf" srcId="{ED7D10F9-1CD9-404F-9F37-F75D141B0D4F}" destId="{0798A3AB-4308-48ED-88BD-D9E4641FFCBE}" srcOrd="0" destOrd="0" presId="urn:microsoft.com/office/officeart/2005/8/layout/list1"/>
    <dgm:cxn modelId="{42DE3C99-B211-4E17-8B61-229FFFC083F5}" type="presParOf" srcId="{ED7D10F9-1CD9-404F-9F37-F75D141B0D4F}" destId="{78B691E0-4DE8-4C55-9977-8FFF740FE666}" srcOrd="1" destOrd="0" presId="urn:microsoft.com/office/officeart/2005/8/layout/list1"/>
    <dgm:cxn modelId="{1DB3BD89-4762-48B3-B44E-0AE858FD6E7A}" type="presParOf" srcId="{785E7261-00E8-4BAD-A41D-364D8A1DA40B}" destId="{CBDBF1EA-599D-4414-8CB1-F899BB86DDB1}" srcOrd="5" destOrd="0" presId="urn:microsoft.com/office/officeart/2005/8/layout/list1"/>
    <dgm:cxn modelId="{B0E2CC32-2559-451F-B661-C8193B2878CF}" type="presParOf" srcId="{785E7261-00E8-4BAD-A41D-364D8A1DA40B}" destId="{8784E777-1630-4C58-A669-8B1131E129EF}" srcOrd="6" destOrd="0" presId="urn:microsoft.com/office/officeart/2005/8/layout/list1"/>
    <dgm:cxn modelId="{1F4707C9-1293-4146-81A9-531137CD50F3}" type="presParOf" srcId="{785E7261-00E8-4BAD-A41D-364D8A1DA40B}" destId="{D4E04A90-CEAA-43FB-8005-FBA10B657C76}" srcOrd="7" destOrd="0" presId="urn:microsoft.com/office/officeart/2005/8/layout/list1"/>
    <dgm:cxn modelId="{A0EB884B-4FBD-4EF3-BB2E-342B233F3267}" type="presParOf" srcId="{785E7261-00E8-4BAD-A41D-364D8A1DA40B}" destId="{383A9E84-4C02-4C01-92A4-D4B912F3E6F1}" srcOrd="8" destOrd="0" presId="urn:microsoft.com/office/officeart/2005/8/layout/list1"/>
    <dgm:cxn modelId="{EEF86A18-FD7E-4FEF-B855-C895D608FB8F}" type="presParOf" srcId="{383A9E84-4C02-4C01-92A4-D4B912F3E6F1}" destId="{2C046EB3-BADB-460E-AD39-7539D6EA4C6A}" srcOrd="0" destOrd="0" presId="urn:microsoft.com/office/officeart/2005/8/layout/list1"/>
    <dgm:cxn modelId="{76EB581B-6800-4D71-B7D6-FAFDCDBB064C}" type="presParOf" srcId="{383A9E84-4C02-4C01-92A4-D4B912F3E6F1}" destId="{F9D0ED50-0717-44DC-B49C-6EFADEB20A46}" srcOrd="1" destOrd="0" presId="urn:microsoft.com/office/officeart/2005/8/layout/list1"/>
    <dgm:cxn modelId="{05B1EC10-68B2-44AD-B55D-5321000FAD81}" type="presParOf" srcId="{785E7261-00E8-4BAD-A41D-364D8A1DA40B}" destId="{69458273-1E88-41A8-AB29-CF34409066BC}" srcOrd="9" destOrd="0" presId="urn:microsoft.com/office/officeart/2005/8/layout/list1"/>
    <dgm:cxn modelId="{61E82FF5-A577-4977-A3E8-D546C0E83AF7}" type="presParOf" srcId="{785E7261-00E8-4BAD-A41D-364D8A1DA40B}" destId="{B2C50177-950D-4D1F-B555-689FFC12001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A5213C9-C391-41B8-8974-E2E5B7CC75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5A7703-AE2D-4C3B-8392-25CDC5AAB032}">
      <dgm:prSet/>
      <dgm:spPr/>
      <dgm:t>
        <a:bodyPr/>
        <a:lstStyle/>
        <a:p>
          <a:r>
            <a:rPr lang="en-US"/>
            <a:t>- Acurácia:</a:t>
          </a:r>
        </a:p>
      </dgm:t>
    </dgm:pt>
    <dgm:pt modelId="{057F9A64-0CD0-4159-96C4-ACB55BA996C2}" type="parTrans" cxnId="{2E58A4FE-EEF3-47EE-A47C-29E9E47CD1CF}">
      <dgm:prSet/>
      <dgm:spPr/>
      <dgm:t>
        <a:bodyPr/>
        <a:lstStyle/>
        <a:p>
          <a:endParaRPr lang="en-US"/>
        </a:p>
      </dgm:t>
    </dgm:pt>
    <dgm:pt modelId="{3921747C-1AFE-442C-94FF-3901FED566BE}" type="sibTrans" cxnId="{2E58A4FE-EEF3-47EE-A47C-29E9E47CD1CF}">
      <dgm:prSet/>
      <dgm:spPr/>
      <dgm:t>
        <a:bodyPr/>
        <a:lstStyle/>
        <a:p>
          <a:endParaRPr lang="en-US"/>
        </a:p>
      </dgm:t>
    </dgm:pt>
    <dgm:pt modelId="{BE284A45-1E18-4B26-960D-B57B770E483A}">
      <dgm:prSet/>
      <dgm:spPr/>
      <dgm:t>
        <a:bodyPr/>
        <a:lstStyle/>
        <a:p>
          <a:r>
            <a:rPr lang="en-US" dirty="0"/>
            <a:t>taxa de </a:t>
          </a:r>
          <a:r>
            <a:rPr lang="en-US" dirty="0" err="1"/>
            <a:t>acertos</a:t>
          </a:r>
          <a:endParaRPr lang="en-US" dirty="0"/>
        </a:p>
      </dgm:t>
    </dgm:pt>
    <dgm:pt modelId="{18605489-A9EA-46D4-B04C-67442417026F}" type="parTrans" cxnId="{E2C4E32E-81BD-4722-90F9-DC8BFCA9B3B1}">
      <dgm:prSet/>
      <dgm:spPr/>
      <dgm:t>
        <a:bodyPr/>
        <a:lstStyle/>
        <a:p>
          <a:endParaRPr lang="en-US"/>
        </a:p>
      </dgm:t>
    </dgm:pt>
    <dgm:pt modelId="{E0092AC8-3446-4532-80CC-727FE670EC99}" type="sibTrans" cxnId="{E2C4E32E-81BD-4722-90F9-DC8BFCA9B3B1}">
      <dgm:prSet/>
      <dgm:spPr/>
      <dgm:t>
        <a:bodyPr/>
        <a:lstStyle/>
        <a:p>
          <a:endParaRPr lang="en-US"/>
        </a:p>
      </dgm:t>
    </dgm:pt>
    <dgm:pt modelId="{04FAB22F-ACE5-459A-89B6-DA2E1FCC80E7}">
      <dgm:prSet/>
      <dgm:spPr/>
      <dgm:t>
        <a:bodyPr/>
        <a:lstStyle/>
        <a:p>
          <a:r>
            <a:rPr lang="en-US"/>
            <a:t>- Precisão:</a:t>
          </a:r>
        </a:p>
      </dgm:t>
    </dgm:pt>
    <dgm:pt modelId="{AF3F83C9-065F-49D0-BD5D-2F1132EE5C5B}" type="parTrans" cxnId="{DA8D0FAB-5F58-4B95-AE5C-D5FE74412993}">
      <dgm:prSet/>
      <dgm:spPr/>
      <dgm:t>
        <a:bodyPr/>
        <a:lstStyle/>
        <a:p>
          <a:endParaRPr lang="en-US"/>
        </a:p>
      </dgm:t>
    </dgm:pt>
    <dgm:pt modelId="{D8604C22-C38A-40B3-8D4F-58A01E32896E}" type="sibTrans" cxnId="{DA8D0FAB-5F58-4B95-AE5C-D5FE74412993}">
      <dgm:prSet/>
      <dgm:spPr/>
      <dgm:t>
        <a:bodyPr/>
        <a:lstStyle/>
        <a:p>
          <a:endParaRPr lang="en-US"/>
        </a:p>
      </dgm:t>
    </dgm:pt>
    <dgm:pt modelId="{4131EA9E-F9BD-4CEC-992D-66077F603D51}">
      <dgm:prSet/>
      <dgm:spPr/>
      <dgm:t>
        <a:bodyPr/>
        <a:lstStyle/>
        <a:p>
          <a:r>
            <a:rPr lang="en-US" dirty="0"/>
            <a:t>entre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positivos</a:t>
          </a:r>
          <a:r>
            <a:rPr lang="en-US" dirty="0"/>
            <a:t> </a:t>
          </a:r>
          <a:r>
            <a:rPr lang="en-US" dirty="0" err="1"/>
            <a:t>previstos</a:t>
          </a:r>
          <a:r>
            <a:rPr lang="en-US" dirty="0"/>
            <a:t>, </a:t>
          </a:r>
          <a:r>
            <a:rPr lang="en-US" dirty="0" err="1"/>
            <a:t>quantos</a:t>
          </a:r>
          <a:r>
            <a:rPr lang="en-US" dirty="0"/>
            <a:t> </a:t>
          </a:r>
          <a:r>
            <a:rPr lang="en-US" dirty="0" err="1"/>
            <a:t>estavam</a:t>
          </a:r>
          <a:r>
            <a:rPr lang="en-US" dirty="0"/>
            <a:t> </a:t>
          </a:r>
          <a:r>
            <a:rPr lang="en-US" dirty="0" err="1"/>
            <a:t>certos</a:t>
          </a:r>
          <a:r>
            <a:rPr lang="en-US" dirty="0"/>
            <a:t>?</a:t>
          </a:r>
        </a:p>
      </dgm:t>
    </dgm:pt>
    <dgm:pt modelId="{18636E43-36DF-4741-B887-9B1D6BAA03B1}" type="parTrans" cxnId="{1DC0288A-8397-43B0-BB09-B8EBAC4AD3A1}">
      <dgm:prSet/>
      <dgm:spPr/>
      <dgm:t>
        <a:bodyPr/>
        <a:lstStyle/>
        <a:p>
          <a:endParaRPr lang="en-US"/>
        </a:p>
      </dgm:t>
    </dgm:pt>
    <dgm:pt modelId="{77A41E4D-4045-4079-9AE1-D3CBA8A437DB}" type="sibTrans" cxnId="{1DC0288A-8397-43B0-BB09-B8EBAC4AD3A1}">
      <dgm:prSet/>
      <dgm:spPr/>
      <dgm:t>
        <a:bodyPr/>
        <a:lstStyle/>
        <a:p>
          <a:endParaRPr lang="en-US"/>
        </a:p>
      </dgm:t>
    </dgm:pt>
    <dgm:pt modelId="{F10F2CF0-AAF8-4C41-BBAD-8C1D6F33D351}">
      <dgm:prSet/>
      <dgm:spPr/>
      <dgm:t>
        <a:bodyPr/>
        <a:lstStyle/>
        <a:p>
          <a:r>
            <a:rPr lang="en-US"/>
            <a:t>- Recall:</a:t>
          </a:r>
        </a:p>
      </dgm:t>
    </dgm:pt>
    <dgm:pt modelId="{D1BE5734-400C-4F02-87F7-2CBD2964D9A1}" type="parTrans" cxnId="{9D5388CB-3F7F-41DB-84DB-0B189AB9BFED}">
      <dgm:prSet/>
      <dgm:spPr/>
      <dgm:t>
        <a:bodyPr/>
        <a:lstStyle/>
        <a:p>
          <a:endParaRPr lang="en-US"/>
        </a:p>
      </dgm:t>
    </dgm:pt>
    <dgm:pt modelId="{41694361-54B0-4017-BA18-92ECBB99FD2E}" type="sibTrans" cxnId="{9D5388CB-3F7F-41DB-84DB-0B189AB9BFED}">
      <dgm:prSet/>
      <dgm:spPr/>
      <dgm:t>
        <a:bodyPr/>
        <a:lstStyle/>
        <a:p>
          <a:endParaRPr lang="en-US"/>
        </a:p>
      </dgm:t>
    </dgm:pt>
    <dgm:pt modelId="{C0A860A7-B6A3-4258-88FB-B49187BE27BE}">
      <dgm:prSet/>
      <dgm:spPr/>
      <dgm:t>
        <a:bodyPr/>
        <a:lstStyle/>
        <a:p>
          <a:r>
            <a:rPr lang="en-US" dirty="0"/>
            <a:t>entre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positivos</a:t>
          </a:r>
          <a:r>
            <a:rPr lang="en-US" dirty="0"/>
            <a:t> reais, </a:t>
          </a:r>
          <a:r>
            <a:rPr lang="en-US" dirty="0" err="1"/>
            <a:t>quantos</a:t>
          </a:r>
          <a:r>
            <a:rPr lang="en-US" dirty="0"/>
            <a:t> </a:t>
          </a:r>
          <a:r>
            <a:rPr lang="en-US" dirty="0" err="1"/>
            <a:t>foram</a:t>
          </a:r>
          <a:r>
            <a:rPr lang="en-US" dirty="0"/>
            <a:t> </a:t>
          </a:r>
          <a:r>
            <a:rPr lang="en-US" dirty="0" err="1"/>
            <a:t>previstos</a:t>
          </a:r>
          <a:r>
            <a:rPr lang="en-US" dirty="0"/>
            <a:t>?</a:t>
          </a:r>
        </a:p>
      </dgm:t>
    </dgm:pt>
    <dgm:pt modelId="{427FEB77-B34D-4B60-A4B1-BC95F9DBAB26}" type="parTrans" cxnId="{873A99F0-91D2-4EDB-9250-21D4E1283340}">
      <dgm:prSet/>
      <dgm:spPr/>
      <dgm:t>
        <a:bodyPr/>
        <a:lstStyle/>
        <a:p>
          <a:endParaRPr lang="en-US"/>
        </a:p>
      </dgm:t>
    </dgm:pt>
    <dgm:pt modelId="{801FD203-1204-48A1-A180-3B668E0B9300}" type="sibTrans" cxnId="{873A99F0-91D2-4EDB-9250-21D4E1283340}">
      <dgm:prSet/>
      <dgm:spPr/>
      <dgm:t>
        <a:bodyPr/>
        <a:lstStyle/>
        <a:p>
          <a:endParaRPr lang="en-US"/>
        </a:p>
      </dgm:t>
    </dgm:pt>
    <dgm:pt modelId="{FF6F233C-F0CD-4301-ABFB-49D30683484C}">
      <dgm:prSet/>
      <dgm:spPr/>
      <dgm:t>
        <a:bodyPr/>
        <a:lstStyle/>
        <a:p>
          <a:r>
            <a:rPr lang="en-US"/>
            <a:t>- F1-score:</a:t>
          </a:r>
        </a:p>
      </dgm:t>
    </dgm:pt>
    <dgm:pt modelId="{EBAD29D2-15CB-4A11-B694-757FDA1E98DD}" type="parTrans" cxnId="{58DA8C10-A213-40E9-94AC-3B39A53194E6}">
      <dgm:prSet/>
      <dgm:spPr/>
      <dgm:t>
        <a:bodyPr/>
        <a:lstStyle/>
        <a:p>
          <a:endParaRPr lang="en-US"/>
        </a:p>
      </dgm:t>
    </dgm:pt>
    <dgm:pt modelId="{49A38E1B-3A22-4A22-8B37-A4F47FB4564B}" type="sibTrans" cxnId="{58DA8C10-A213-40E9-94AC-3B39A53194E6}">
      <dgm:prSet/>
      <dgm:spPr/>
      <dgm:t>
        <a:bodyPr/>
        <a:lstStyle/>
        <a:p>
          <a:endParaRPr lang="en-US"/>
        </a:p>
      </dgm:t>
    </dgm:pt>
    <dgm:pt modelId="{E2A3976A-B5D7-4842-82D0-BC9076EFB314}">
      <dgm:prSet/>
      <dgm:spPr/>
      <dgm:t>
        <a:bodyPr/>
        <a:lstStyle/>
        <a:p>
          <a:r>
            <a:rPr lang="en-US" dirty="0" err="1"/>
            <a:t>equilíbrio</a:t>
          </a:r>
          <a:r>
            <a:rPr lang="en-US" dirty="0"/>
            <a:t> entre </a:t>
          </a:r>
          <a:r>
            <a:rPr lang="en-US" dirty="0" err="1"/>
            <a:t>precisão</a:t>
          </a:r>
          <a:r>
            <a:rPr lang="en-US" dirty="0"/>
            <a:t> e recall</a:t>
          </a:r>
        </a:p>
      </dgm:t>
    </dgm:pt>
    <dgm:pt modelId="{185CF24A-629F-4A43-8DFB-0A8214CAA44D}" type="parTrans" cxnId="{D85F0F2E-5F4C-4408-90F2-9EA043A90FFF}">
      <dgm:prSet/>
      <dgm:spPr/>
      <dgm:t>
        <a:bodyPr/>
        <a:lstStyle/>
        <a:p>
          <a:endParaRPr lang="en-US"/>
        </a:p>
      </dgm:t>
    </dgm:pt>
    <dgm:pt modelId="{0BF881C9-2BDC-41D8-9E80-079EA5F2FDC2}" type="sibTrans" cxnId="{D85F0F2E-5F4C-4408-90F2-9EA043A90FFF}">
      <dgm:prSet/>
      <dgm:spPr/>
      <dgm:t>
        <a:bodyPr/>
        <a:lstStyle/>
        <a:p>
          <a:endParaRPr lang="en-US"/>
        </a:p>
      </dgm:t>
    </dgm:pt>
    <dgm:pt modelId="{87835E5A-9A44-4ED7-B394-C1FF4A0FA915}">
      <dgm:prSet/>
      <dgm:spPr/>
      <dgm:t>
        <a:bodyPr/>
        <a:lstStyle/>
        <a:p>
          <a:r>
            <a:rPr lang="pt-BR" b="1"/>
            <a:t>“Entre todos os casos, quantos acertei?”</a:t>
          </a:r>
          <a:br>
            <a:rPr lang="pt-BR"/>
          </a:br>
          <a:r>
            <a:rPr lang="pt-BR"/>
            <a:t>👉 É o percentual total de acertos.</a:t>
          </a:r>
          <a:br>
            <a:rPr lang="pt-BR"/>
          </a:br>
          <a:r>
            <a:rPr lang="pt-BR"/>
            <a:t>💬 </a:t>
          </a:r>
          <a:r>
            <a:rPr lang="pt-BR" i="1"/>
            <a:t>Exemplo: De 100 candidatos, o sistema classificou 90 corretamente. A acurácia é 90%.</a:t>
          </a:r>
          <a:endParaRPr lang="en-US" dirty="0"/>
        </a:p>
      </dgm:t>
    </dgm:pt>
    <dgm:pt modelId="{313DABFF-636B-4CD0-87E9-11C56E36B838}" type="parTrans" cxnId="{527F92BD-0668-4885-8E89-5FB7833F4B2F}">
      <dgm:prSet/>
      <dgm:spPr/>
    </dgm:pt>
    <dgm:pt modelId="{BAB90CEC-776B-44A5-B2A8-7B31EFE8732D}" type="sibTrans" cxnId="{527F92BD-0668-4885-8E89-5FB7833F4B2F}">
      <dgm:prSet/>
      <dgm:spPr/>
    </dgm:pt>
    <dgm:pt modelId="{48C2E55C-A6B9-45F3-B47A-391AB68FC84A}">
      <dgm:prSet/>
      <dgm:spPr/>
      <dgm:t>
        <a:bodyPr/>
        <a:lstStyle/>
        <a:p>
          <a:pPr>
            <a:buNone/>
          </a:pPr>
          <a:r>
            <a:rPr lang="pt-BR" b="1"/>
            <a:t>“Entre os casos que o modelo disse que eram positivos, quantos realmente eram?”</a:t>
          </a:r>
          <a:br>
            <a:rPr lang="pt-BR"/>
          </a:br>
          <a:r>
            <a:rPr lang="pt-BR" b="1"/>
            <a:t>quantos dos alertas estavam certos</a:t>
          </a:r>
          <a:br>
            <a:rPr lang="pt-BR"/>
          </a:br>
          <a:r>
            <a:rPr lang="pt-BR" i="1"/>
            <a:t>Exemplo: O modelo disse que 10 currículos eram bons, mas só 6 realmente eram. A precisão é 60%.</a:t>
          </a:r>
          <a:endParaRPr lang="en-US" dirty="0"/>
        </a:p>
      </dgm:t>
    </dgm:pt>
    <dgm:pt modelId="{2E5C15D0-3966-403A-9D39-548BD91CD270}" type="parTrans" cxnId="{8C086C91-152A-43B2-85B1-E736E2DE500F}">
      <dgm:prSet/>
      <dgm:spPr/>
    </dgm:pt>
    <dgm:pt modelId="{E9FC6EE5-56D5-4C5C-8DEF-B2229CF207C4}" type="sibTrans" cxnId="{8C086C91-152A-43B2-85B1-E736E2DE500F}">
      <dgm:prSet/>
      <dgm:spPr/>
    </dgm:pt>
    <dgm:pt modelId="{3B99B409-BB68-4C5B-8B58-77023D39C343}">
      <dgm:prSet/>
      <dgm:spPr/>
      <dgm:t>
        <a:bodyPr/>
        <a:lstStyle/>
        <a:p>
          <a:pPr>
            <a:buNone/>
          </a:pPr>
          <a:r>
            <a:rPr lang="pt-BR" b="1"/>
            <a:t>“Entre os positivos reais, quantos o modelo conseguiu encontrar?”</a:t>
          </a:r>
          <a:br>
            <a:rPr lang="pt-BR"/>
          </a:br>
          <a:r>
            <a:rPr lang="pt-BR" b="1"/>
            <a:t>quantos dos bons casos ele conseguiu identificar</a:t>
          </a:r>
          <a:br>
            <a:rPr lang="pt-BR"/>
          </a:br>
          <a:r>
            <a:rPr lang="pt-BR" i="1"/>
            <a:t>Exemplo: Tinha 20 currículos bons. O modelo achou só 10. O recall é 50%.</a:t>
          </a:r>
          <a:endParaRPr lang="en-US" dirty="0"/>
        </a:p>
      </dgm:t>
    </dgm:pt>
    <dgm:pt modelId="{09F81AA0-7589-487E-8F13-074FBDF5A9D2}" type="parTrans" cxnId="{6C20CBD3-7809-482B-BFD9-D8CA86A9A7BF}">
      <dgm:prSet/>
      <dgm:spPr/>
    </dgm:pt>
    <dgm:pt modelId="{618D774C-A0B6-458A-80B9-96C6002FD43D}" type="sibTrans" cxnId="{6C20CBD3-7809-482B-BFD9-D8CA86A9A7BF}">
      <dgm:prSet/>
      <dgm:spPr/>
    </dgm:pt>
    <dgm:pt modelId="{D723C4D8-4AD2-4E60-860B-3E18310E4B03}">
      <dgm:prSet/>
      <dgm:spPr/>
      <dgm:t>
        <a:bodyPr/>
        <a:lstStyle/>
        <a:p>
          <a:pPr>
            <a:buNone/>
          </a:pPr>
          <a:r>
            <a:rPr lang="pt-BR" b="1"/>
            <a:t>“Quanto equilíbrio existe entre precisão e recall?”</a:t>
          </a:r>
          <a:br>
            <a:rPr lang="pt-BR"/>
          </a:br>
          <a:r>
            <a:rPr lang="pt-BR" b="1"/>
            <a:t>média harmônica</a:t>
          </a:r>
          <a:br>
            <a:rPr lang="pt-BR"/>
          </a:br>
          <a:r>
            <a:rPr lang="pt-BR" i="1"/>
            <a:t>Bom quando você quer um modelo que erre o mínimo possível tanto em falsos positivos quanto negativos.</a:t>
          </a:r>
          <a:endParaRPr lang="en-US" dirty="0"/>
        </a:p>
      </dgm:t>
    </dgm:pt>
    <dgm:pt modelId="{5EEBCBF0-859E-4268-9E13-79A47BDCBAF4}" type="parTrans" cxnId="{D0EC3F2C-9098-4544-A100-0BBFC1355A6B}">
      <dgm:prSet/>
      <dgm:spPr/>
    </dgm:pt>
    <dgm:pt modelId="{677C1641-865B-4D29-99CD-13DFC0D3B5B5}" type="sibTrans" cxnId="{D0EC3F2C-9098-4544-A100-0BBFC1355A6B}">
      <dgm:prSet/>
      <dgm:spPr/>
    </dgm:pt>
    <dgm:pt modelId="{3AD54CA1-0291-4528-BCA8-AF1DB709B53C}" type="pres">
      <dgm:prSet presAssocID="{2A5213C9-C391-41B8-8974-E2E5B7CC75E8}" presName="linear" presStyleCnt="0">
        <dgm:presLayoutVars>
          <dgm:animLvl val="lvl"/>
          <dgm:resizeHandles val="exact"/>
        </dgm:presLayoutVars>
      </dgm:prSet>
      <dgm:spPr/>
    </dgm:pt>
    <dgm:pt modelId="{06FF7A26-DE8B-4FBB-8A84-6D47103BC159}" type="pres">
      <dgm:prSet presAssocID="{9B5A7703-AE2D-4C3B-8392-25CDC5AAB0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1D10C9-A477-495D-BA22-1F66D0D9601B}" type="pres">
      <dgm:prSet presAssocID="{9B5A7703-AE2D-4C3B-8392-25CDC5AAB032}" presName="childText" presStyleLbl="revTx" presStyleIdx="0" presStyleCnt="4">
        <dgm:presLayoutVars>
          <dgm:bulletEnabled val="1"/>
        </dgm:presLayoutVars>
      </dgm:prSet>
      <dgm:spPr/>
    </dgm:pt>
    <dgm:pt modelId="{88BB49A5-2489-4D7C-956C-A8FAFBD12C83}" type="pres">
      <dgm:prSet presAssocID="{04FAB22F-ACE5-459A-89B6-DA2E1FCC80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83EE32-A1B0-4684-B5CF-4C707857A494}" type="pres">
      <dgm:prSet presAssocID="{04FAB22F-ACE5-459A-89B6-DA2E1FCC80E7}" presName="childText" presStyleLbl="revTx" presStyleIdx="1" presStyleCnt="4">
        <dgm:presLayoutVars>
          <dgm:bulletEnabled val="1"/>
        </dgm:presLayoutVars>
      </dgm:prSet>
      <dgm:spPr/>
    </dgm:pt>
    <dgm:pt modelId="{1CC06BCD-DF7C-44AD-979F-CB8769735CB9}" type="pres">
      <dgm:prSet presAssocID="{F10F2CF0-AAF8-4C41-BBAD-8C1D6F33D3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4678FB-F99B-47A7-944C-DE44D59189E3}" type="pres">
      <dgm:prSet presAssocID="{F10F2CF0-AAF8-4C41-BBAD-8C1D6F33D351}" presName="childText" presStyleLbl="revTx" presStyleIdx="2" presStyleCnt="4">
        <dgm:presLayoutVars>
          <dgm:bulletEnabled val="1"/>
        </dgm:presLayoutVars>
      </dgm:prSet>
      <dgm:spPr/>
    </dgm:pt>
    <dgm:pt modelId="{20D6499C-2A10-440C-AB66-EE3988834B91}" type="pres">
      <dgm:prSet presAssocID="{FF6F233C-F0CD-4301-ABFB-49D30683484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765156B-A23E-4A7C-8397-F506F243F941}" type="pres">
      <dgm:prSet presAssocID="{FF6F233C-F0CD-4301-ABFB-49D30683484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8DA8C10-A213-40E9-94AC-3B39A53194E6}" srcId="{2A5213C9-C391-41B8-8974-E2E5B7CC75E8}" destId="{FF6F233C-F0CD-4301-ABFB-49D30683484C}" srcOrd="3" destOrd="0" parTransId="{EBAD29D2-15CB-4A11-B694-757FDA1E98DD}" sibTransId="{49A38E1B-3A22-4A22-8B37-A4F47FB4564B}"/>
    <dgm:cxn modelId="{5F91B615-24A7-4FCD-B2D2-85D89D76F36A}" type="presOf" srcId="{C0A860A7-B6A3-4258-88FB-B49187BE27BE}" destId="{FD4678FB-F99B-47A7-944C-DE44D59189E3}" srcOrd="0" destOrd="0" presId="urn:microsoft.com/office/officeart/2005/8/layout/vList2"/>
    <dgm:cxn modelId="{EFB83E1C-29B9-4965-BEF3-BDF137EA63E8}" type="presOf" srcId="{D723C4D8-4AD2-4E60-860B-3E18310E4B03}" destId="{F765156B-A23E-4A7C-8397-F506F243F941}" srcOrd="0" destOrd="1" presId="urn:microsoft.com/office/officeart/2005/8/layout/vList2"/>
    <dgm:cxn modelId="{4137BE1D-4156-4D5F-98D2-505D7DDE78FA}" type="presOf" srcId="{FF6F233C-F0CD-4301-ABFB-49D30683484C}" destId="{20D6499C-2A10-440C-AB66-EE3988834B91}" srcOrd="0" destOrd="0" presId="urn:microsoft.com/office/officeart/2005/8/layout/vList2"/>
    <dgm:cxn modelId="{F409A221-3719-4CF7-889C-F5219FAE70BB}" type="presOf" srcId="{9B5A7703-AE2D-4C3B-8392-25CDC5AAB032}" destId="{06FF7A26-DE8B-4FBB-8A84-6D47103BC159}" srcOrd="0" destOrd="0" presId="urn:microsoft.com/office/officeart/2005/8/layout/vList2"/>
    <dgm:cxn modelId="{D91CE12A-9790-40F4-A2A7-124602FB010A}" type="presOf" srcId="{4131EA9E-F9BD-4CEC-992D-66077F603D51}" destId="{1F83EE32-A1B0-4684-B5CF-4C707857A494}" srcOrd="0" destOrd="0" presId="urn:microsoft.com/office/officeart/2005/8/layout/vList2"/>
    <dgm:cxn modelId="{D0EC3F2C-9098-4544-A100-0BBFC1355A6B}" srcId="{E2A3976A-B5D7-4842-82D0-BC9076EFB314}" destId="{D723C4D8-4AD2-4E60-860B-3E18310E4B03}" srcOrd="0" destOrd="0" parTransId="{5EEBCBF0-859E-4268-9E13-79A47BDCBAF4}" sibTransId="{677C1641-865B-4D29-99CD-13DFC0D3B5B5}"/>
    <dgm:cxn modelId="{D85F0F2E-5F4C-4408-90F2-9EA043A90FFF}" srcId="{FF6F233C-F0CD-4301-ABFB-49D30683484C}" destId="{E2A3976A-B5D7-4842-82D0-BC9076EFB314}" srcOrd="0" destOrd="0" parTransId="{185CF24A-629F-4A43-8DFB-0A8214CAA44D}" sibTransId="{0BF881C9-2BDC-41D8-9E80-079EA5F2FDC2}"/>
    <dgm:cxn modelId="{E2C4E32E-81BD-4722-90F9-DC8BFCA9B3B1}" srcId="{9B5A7703-AE2D-4C3B-8392-25CDC5AAB032}" destId="{BE284A45-1E18-4B26-960D-B57B770E483A}" srcOrd="0" destOrd="0" parTransId="{18605489-A9EA-46D4-B04C-67442417026F}" sibTransId="{E0092AC8-3446-4532-80CC-727FE670EC99}"/>
    <dgm:cxn modelId="{D978F13A-3937-41CE-ADB0-77CCE7F97B67}" type="presOf" srcId="{3B99B409-BB68-4C5B-8B58-77023D39C343}" destId="{FD4678FB-F99B-47A7-944C-DE44D59189E3}" srcOrd="0" destOrd="1" presId="urn:microsoft.com/office/officeart/2005/8/layout/vList2"/>
    <dgm:cxn modelId="{B14C2340-D960-4A7E-8CF0-C61FA0E1929E}" type="presOf" srcId="{F10F2CF0-AAF8-4C41-BBAD-8C1D6F33D351}" destId="{1CC06BCD-DF7C-44AD-979F-CB8769735CB9}" srcOrd="0" destOrd="0" presId="urn:microsoft.com/office/officeart/2005/8/layout/vList2"/>
    <dgm:cxn modelId="{8E15AC62-5321-4292-A44E-BE6124E3EF33}" type="presOf" srcId="{48C2E55C-A6B9-45F3-B47A-391AB68FC84A}" destId="{1F83EE32-A1B0-4684-B5CF-4C707857A494}" srcOrd="0" destOrd="1" presId="urn:microsoft.com/office/officeart/2005/8/layout/vList2"/>
    <dgm:cxn modelId="{2A1F6F86-3B2A-4F8C-B7EB-28DC8B6466F0}" type="presOf" srcId="{04FAB22F-ACE5-459A-89B6-DA2E1FCC80E7}" destId="{88BB49A5-2489-4D7C-956C-A8FAFBD12C83}" srcOrd="0" destOrd="0" presId="urn:microsoft.com/office/officeart/2005/8/layout/vList2"/>
    <dgm:cxn modelId="{6B1C0987-9233-4DF8-B416-0DB2A508F9AB}" type="presOf" srcId="{2A5213C9-C391-41B8-8974-E2E5B7CC75E8}" destId="{3AD54CA1-0291-4528-BCA8-AF1DB709B53C}" srcOrd="0" destOrd="0" presId="urn:microsoft.com/office/officeart/2005/8/layout/vList2"/>
    <dgm:cxn modelId="{1DC0288A-8397-43B0-BB09-B8EBAC4AD3A1}" srcId="{04FAB22F-ACE5-459A-89B6-DA2E1FCC80E7}" destId="{4131EA9E-F9BD-4CEC-992D-66077F603D51}" srcOrd="0" destOrd="0" parTransId="{18636E43-36DF-4741-B887-9B1D6BAA03B1}" sibTransId="{77A41E4D-4045-4079-9AE1-D3CBA8A437DB}"/>
    <dgm:cxn modelId="{8C086C91-152A-43B2-85B1-E736E2DE500F}" srcId="{4131EA9E-F9BD-4CEC-992D-66077F603D51}" destId="{48C2E55C-A6B9-45F3-B47A-391AB68FC84A}" srcOrd="0" destOrd="0" parTransId="{2E5C15D0-3966-403A-9D39-548BD91CD270}" sibTransId="{E9FC6EE5-56D5-4C5C-8DEF-B2229CF207C4}"/>
    <dgm:cxn modelId="{275A8F96-516C-41C8-8BF5-22FD5624FE1D}" type="presOf" srcId="{87835E5A-9A44-4ED7-B394-C1FF4A0FA915}" destId="{8E1D10C9-A477-495D-BA22-1F66D0D9601B}" srcOrd="0" destOrd="1" presId="urn:microsoft.com/office/officeart/2005/8/layout/vList2"/>
    <dgm:cxn modelId="{C6C12397-4F2B-4EE8-8454-94FD194F0193}" type="presOf" srcId="{BE284A45-1E18-4B26-960D-B57B770E483A}" destId="{8E1D10C9-A477-495D-BA22-1F66D0D9601B}" srcOrd="0" destOrd="0" presId="urn:microsoft.com/office/officeart/2005/8/layout/vList2"/>
    <dgm:cxn modelId="{DA8D0FAB-5F58-4B95-AE5C-D5FE74412993}" srcId="{2A5213C9-C391-41B8-8974-E2E5B7CC75E8}" destId="{04FAB22F-ACE5-459A-89B6-DA2E1FCC80E7}" srcOrd="1" destOrd="0" parTransId="{AF3F83C9-065F-49D0-BD5D-2F1132EE5C5B}" sibTransId="{D8604C22-C38A-40B3-8D4F-58A01E32896E}"/>
    <dgm:cxn modelId="{66CC22B9-A01A-4272-9EE2-D2592454123F}" type="presOf" srcId="{E2A3976A-B5D7-4842-82D0-BC9076EFB314}" destId="{F765156B-A23E-4A7C-8397-F506F243F941}" srcOrd="0" destOrd="0" presId="urn:microsoft.com/office/officeart/2005/8/layout/vList2"/>
    <dgm:cxn modelId="{527F92BD-0668-4885-8E89-5FB7833F4B2F}" srcId="{BE284A45-1E18-4B26-960D-B57B770E483A}" destId="{87835E5A-9A44-4ED7-B394-C1FF4A0FA915}" srcOrd="0" destOrd="0" parTransId="{313DABFF-636B-4CD0-87E9-11C56E36B838}" sibTransId="{BAB90CEC-776B-44A5-B2A8-7B31EFE8732D}"/>
    <dgm:cxn modelId="{9D5388CB-3F7F-41DB-84DB-0B189AB9BFED}" srcId="{2A5213C9-C391-41B8-8974-E2E5B7CC75E8}" destId="{F10F2CF0-AAF8-4C41-BBAD-8C1D6F33D351}" srcOrd="2" destOrd="0" parTransId="{D1BE5734-400C-4F02-87F7-2CBD2964D9A1}" sibTransId="{41694361-54B0-4017-BA18-92ECBB99FD2E}"/>
    <dgm:cxn modelId="{6C20CBD3-7809-482B-BFD9-D8CA86A9A7BF}" srcId="{C0A860A7-B6A3-4258-88FB-B49187BE27BE}" destId="{3B99B409-BB68-4C5B-8B58-77023D39C343}" srcOrd="0" destOrd="0" parTransId="{09F81AA0-7589-487E-8F13-074FBDF5A9D2}" sibTransId="{618D774C-A0B6-458A-80B9-96C6002FD43D}"/>
    <dgm:cxn modelId="{873A99F0-91D2-4EDB-9250-21D4E1283340}" srcId="{F10F2CF0-AAF8-4C41-BBAD-8C1D6F33D351}" destId="{C0A860A7-B6A3-4258-88FB-B49187BE27BE}" srcOrd="0" destOrd="0" parTransId="{427FEB77-B34D-4B60-A4B1-BC95F9DBAB26}" sibTransId="{801FD203-1204-48A1-A180-3B668E0B9300}"/>
    <dgm:cxn modelId="{2E58A4FE-EEF3-47EE-A47C-29E9E47CD1CF}" srcId="{2A5213C9-C391-41B8-8974-E2E5B7CC75E8}" destId="{9B5A7703-AE2D-4C3B-8392-25CDC5AAB032}" srcOrd="0" destOrd="0" parTransId="{057F9A64-0CD0-4159-96C4-ACB55BA996C2}" sibTransId="{3921747C-1AFE-442C-94FF-3901FED566BE}"/>
    <dgm:cxn modelId="{FAD16226-CCFE-4FDF-94A6-42DBAF45BE9E}" type="presParOf" srcId="{3AD54CA1-0291-4528-BCA8-AF1DB709B53C}" destId="{06FF7A26-DE8B-4FBB-8A84-6D47103BC159}" srcOrd="0" destOrd="0" presId="urn:microsoft.com/office/officeart/2005/8/layout/vList2"/>
    <dgm:cxn modelId="{A9738BC0-B58E-4EE4-BF0A-4BE931CA1A7D}" type="presParOf" srcId="{3AD54CA1-0291-4528-BCA8-AF1DB709B53C}" destId="{8E1D10C9-A477-495D-BA22-1F66D0D9601B}" srcOrd="1" destOrd="0" presId="urn:microsoft.com/office/officeart/2005/8/layout/vList2"/>
    <dgm:cxn modelId="{B2A1C33E-776D-4FE4-9898-90494B916FCA}" type="presParOf" srcId="{3AD54CA1-0291-4528-BCA8-AF1DB709B53C}" destId="{88BB49A5-2489-4D7C-956C-A8FAFBD12C83}" srcOrd="2" destOrd="0" presId="urn:microsoft.com/office/officeart/2005/8/layout/vList2"/>
    <dgm:cxn modelId="{CE872F9F-A7B9-4A5A-BC05-1E26C4BC5D60}" type="presParOf" srcId="{3AD54CA1-0291-4528-BCA8-AF1DB709B53C}" destId="{1F83EE32-A1B0-4684-B5CF-4C707857A494}" srcOrd="3" destOrd="0" presId="urn:microsoft.com/office/officeart/2005/8/layout/vList2"/>
    <dgm:cxn modelId="{9E4B3E49-1FAE-4E92-870D-153F1C2EEA78}" type="presParOf" srcId="{3AD54CA1-0291-4528-BCA8-AF1DB709B53C}" destId="{1CC06BCD-DF7C-44AD-979F-CB8769735CB9}" srcOrd="4" destOrd="0" presId="urn:microsoft.com/office/officeart/2005/8/layout/vList2"/>
    <dgm:cxn modelId="{1B0FD488-965A-45D4-9BE1-BBADC2EBAE2E}" type="presParOf" srcId="{3AD54CA1-0291-4528-BCA8-AF1DB709B53C}" destId="{FD4678FB-F99B-47A7-944C-DE44D59189E3}" srcOrd="5" destOrd="0" presId="urn:microsoft.com/office/officeart/2005/8/layout/vList2"/>
    <dgm:cxn modelId="{EFF3E5C8-BDA5-405E-9096-E6D915B4E780}" type="presParOf" srcId="{3AD54CA1-0291-4528-BCA8-AF1DB709B53C}" destId="{20D6499C-2A10-440C-AB66-EE3988834B91}" srcOrd="6" destOrd="0" presId="urn:microsoft.com/office/officeart/2005/8/layout/vList2"/>
    <dgm:cxn modelId="{67BBEF3E-62C5-4007-8746-4B6867161482}" type="presParOf" srcId="{3AD54CA1-0291-4528-BCA8-AF1DB709B53C}" destId="{F765156B-A23E-4A7C-8397-F506F243F94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6BEB2CD-F78F-476E-A459-C6A2F7693DB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929D29-66B8-49E9-8681-156BFDA6440D}">
      <dgm:prSet/>
      <dgm:spPr/>
      <dgm:t>
        <a:bodyPr/>
        <a:lstStyle/>
        <a:p>
          <a:pPr>
            <a:defRPr b="1"/>
          </a:pPr>
          <a:r>
            <a:rPr lang="en-US"/>
            <a:t>- </a:t>
          </a:r>
          <a:r>
            <a:rPr lang="pt-BR" b="1"/>
            <a:t>Modelos </a:t>
          </a:r>
          <a:r>
            <a:rPr lang="en-US"/>
            <a:t>Simples x </a:t>
          </a:r>
          <a:r>
            <a:rPr lang="pt-BR" b="1"/>
            <a:t>Modelos C</a:t>
          </a:r>
          <a:r>
            <a:rPr lang="en-US"/>
            <a:t>omplexos:</a:t>
          </a:r>
        </a:p>
      </dgm:t>
    </dgm:pt>
    <dgm:pt modelId="{D89573E5-7849-4F92-822A-7105577AFEE3}" type="parTrans" cxnId="{26F0DBAE-C2DB-4330-B364-07C6415C7C62}">
      <dgm:prSet/>
      <dgm:spPr/>
      <dgm:t>
        <a:bodyPr/>
        <a:lstStyle/>
        <a:p>
          <a:endParaRPr lang="en-US"/>
        </a:p>
      </dgm:t>
    </dgm:pt>
    <dgm:pt modelId="{7EBF5773-2E55-4EB4-B7E5-567C3B560AE2}" type="sibTrans" cxnId="{26F0DBAE-C2DB-4330-B364-07C6415C7C62}">
      <dgm:prSet/>
      <dgm:spPr/>
      <dgm:t>
        <a:bodyPr/>
        <a:lstStyle/>
        <a:p>
          <a:endParaRPr lang="en-US"/>
        </a:p>
      </dgm:t>
    </dgm:pt>
    <dgm:pt modelId="{CBA62696-3B72-48CF-BA9D-14A19BC42EC8}">
      <dgm:prSet/>
      <dgm:spPr/>
      <dgm:t>
        <a:bodyPr/>
        <a:lstStyle/>
        <a:p>
          <a:r>
            <a:rPr lang="en-US"/>
            <a:t>quando usar cada um?</a:t>
          </a:r>
        </a:p>
      </dgm:t>
    </dgm:pt>
    <dgm:pt modelId="{CEA1B082-8EF9-4BF5-B5A5-E8360E7C0921}" type="parTrans" cxnId="{DA56D8E5-24D8-4697-8088-72BF820A4BA6}">
      <dgm:prSet/>
      <dgm:spPr/>
      <dgm:t>
        <a:bodyPr/>
        <a:lstStyle/>
        <a:p>
          <a:endParaRPr lang="en-US"/>
        </a:p>
      </dgm:t>
    </dgm:pt>
    <dgm:pt modelId="{F9EF71C6-785C-4829-8BD3-91F3E059D4DD}" type="sibTrans" cxnId="{DA56D8E5-24D8-4697-8088-72BF820A4BA6}">
      <dgm:prSet/>
      <dgm:spPr/>
      <dgm:t>
        <a:bodyPr/>
        <a:lstStyle/>
        <a:p>
          <a:endParaRPr lang="en-US"/>
        </a:p>
      </dgm:t>
    </dgm:pt>
    <dgm:pt modelId="{E3CFBB6C-DB49-49DD-B623-216BABE44C80}">
      <dgm:prSet/>
      <dgm:spPr/>
      <dgm:t>
        <a:bodyPr/>
        <a:lstStyle/>
        <a:p>
          <a:pPr>
            <a:defRPr b="1"/>
          </a:pPr>
          <a:r>
            <a:rPr lang="pt-BR" b="1"/>
            <a:t>Simples</a:t>
          </a:r>
          <a:r>
            <a:rPr lang="pt-BR"/>
            <a:t> (como regressão ou árvores de decisão):</a:t>
          </a:r>
          <a:endParaRPr lang="en-US"/>
        </a:p>
      </dgm:t>
    </dgm:pt>
    <dgm:pt modelId="{DBE2F749-6D15-4253-8218-901F3B1C57A6}" type="parTrans" cxnId="{0272127D-854E-4185-8FA0-75B31A5E00D9}">
      <dgm:prSet/>
      <dgm:spPr/>
      <dgm:t>
        <a:bodyPr/>
        <a:lstStyle/>
        <a:p>
          <a:endParaRPr lang="en-US"/>
        </a:p>
      </dgm:t>
    </dgm:pt>
    <dgm:pt modelId="{D13AF487-CB9D-4432-8DB6-2F134B964B01}" type="sibTrans" cxnId="{0272127D-854E-4185-8FA0-75B31A5E00D9}">
      <dgm:prSet/>
      <dgm:spPr/>
      <dgm:t>
        <a:bodyPr/>
        <a:lstStyle/>
        <a:p>
          <a:endParaRPr lang="en-US"/>
        </a:p>
      </dgm:t>
    </dgm:pt>
    <dgm:pt modelId="{C87861BD-131C-491A-BD98-A6B9EAB6B1DB}">
      <dgm:prSet/>
      <dgm:spPr/>
      <dgm:t>
        <a:bodyPr/>
        <a:lstStyle/>
        <a:p>
          <a:r>
            <a:rPr lang="pt-BR"/>
            <a:t>📌 São bons quando os dados são mais fáceis de separar ou quando </a:t>
          </a:r>
          <a:r>
            <a:rPr lang="pt-BR" b="1"/>
            <a:t>precisamos de explicações claras</a:t>
          </a:r>
          <a:r>
            <a:rPr lang="pt-BR"/>
            <a:t> (por exemplo, decisões que precisam ser auditáveis).</a:t>
          </a:r>
          <a:endParaRPr lang="en-US"/>
        </a:p>
      </dgm:t>
    </dgm:pt>
    <dgm:pt modelId="{BFD4B933-970A-4A93-B284-A543B2AE4AFB}" type="parTrans" cxnId="{CF75FE4D-998E-4342-8901-AA976D5007D6}">
      <dgm:prSet/>
      <dgm:spPr/>
      <dgm:t>
        <a:bodyPr/>
        <a:lstStyle/>
        <a:p>
          <a:endParaRPr lang="en-US"/>
        </a:p>
      </dgm:t>
    </dgm:pt>
    <dgm:pt modelId="{24F54E06-E0C8-45F8-9E8C-038F31EC1CA7}" type="sibTrans" cxnId="{CF75FE4D-998E-4342-8901-AA976D5007D6}">
      <dgm:prSet/>
      <dgm:spPr/>
      <dgm:t>
        <a:bodyPr/>
        <a:lstStyle/>
        <a:p>
          <a:endParaRPr lang="en-US"/>
        </a:p>
      </dgm:t>
    </dgm:pt>
    <dgm:pt modelId="{1261F349-76B4-4744-9ED8-37F828A42C4B}">
      <dgm:prSet/>
      <dgm:spPr/>
      <dgm:t>
        <a:bodyPr/>
        <a:lstStyle/>
        <a:p>
          <a:pPr>
            <a:defRPr b="1"/>
          </a:pPr>
          <a:r>
            <a:rPr lang="pt-BR" b="1"/>
            <a:t>Complexos</a:t>
          </a:r>
          <a:r>
            <a:rPr lang="pt-BR"/>
            <a:t> (como Random Forest, SVM, Redes Neurais):</a:t>
          </a:r>
          <a:endParaRPr lang="en-US"/>
        </a:p>
      </dgm:t>
    </dgm:pt>
    <dgm:pt modelId="{A1643A51-7B12-46BD-8B70-160DD4E21CC6}" type="parTrans" cxnId="{E117AE8F-D330-4FD5-AB06-B604F14439C4}">
      <dgm:prSet/>
      <dgm:spPr/>
      <dgm:t>
        <a:bodyPr/>
        <a:lstStyle/>
        <a:p>
          <a:endParaRPr lang="en-US"/>
        </a:p>
      </dgm:t>
    </dgm:pt>
    <dgm:pt modelId="{2C4E3675-5F4E-426D-A90E-DDC1C4F33ACC}" type="sibTrans" cxnId="{E117AE8F-D330-4FD5-AB06-B604F14439C4}">
      <dgm:prSet/>
      <dgm:spPr/>
      <dgm:t>
        <a:bodyPr/>
        <a:lstStyle/>
        <a:p>
          <a:endParaRPr lang="en-US"/>
        </a:p>
      </dgm:t>
    </dgm:pt>
    <dgm:pt modelId="{10332F3D-82B5-4E0B-A6BE-BFE0617041A6}">
      <dgm:prSet/>
      <dgm:spPr/>
      <dgm:t>
        <a:bodyPr/>
        <a:lstStyle/>
        <a:p>
          <a:r>
            <a:rPr lang="pt-BR"/>
            <a:t>📌 São usados quando há </a:t>
          </a:r>
          <a:r>
            <a:rPr lang="pt-BR" b="1"/>
            <a:t>muita variabilidade ou dados com padrões difíceis de capturar</a:t>
          </a:r>
          <a:r>
            <a:rPr lang="pt-BR"/>
            <a:t>, como imagens, textos, ou muitos atributos combinados.</a:t>
          </a:r>
          <a:endParaRPr lang="en-US"/>
        </a:p>
      </dgm:t>
    </dgm:pt>
    <dgm:pt modelId="{D8E1576D-5D37-4F5C-8E93-ED592DC77529}" type="parTrans" cxnId="{A406C50A-A856-4314-9054-565077476DC1}">
      <dgm:prSet/>
      <dgm:spPr/>
      <dgm:t>
        <a:bodyPr/>
        <a:lstStyle/>
        <a:p>
          <a:endParaRPr lang="en-US"/>
        </a:p>
      </dgm:t>
    </dgm:pt>
    <dgm:pt modelId="{EE5E4F9F-9177-4446-B0CD-C77DEC90F8E0}" type="sibTrans" cxnId="{A406C50A-A856-4314-9054-565077476DC1}">
      <dgm:prSet/>
      <dgm:spPr/>
      <dgm:t>
        <a:bodyPr/>
        <a:lstStyle/>
        <a:p>
          <a:endParaRPr lang="en-US"/>
        </a:p>
      </dgm:t>
    </dgm:pt>
    <dgm:pt modelId="{36EDB9ED-55F1-43F1-AA28-68C158734211}" type="pres">
      <dgm:prSet presAssocID="{66BEB2CD-F78F-476E-A459-C6A2F7693DBB}" presName="root" presStyleCnt="0">
        <dgm:presLayoutVars>
          <dgm:dir/>
          <dgm:resizeHandles val="exact"/>
        </dgm:presLayoutVars>
      </dgm:prSet>
      <dgm:spPr/>
    </dgm:pt>
    <dgm:pt modelId="{315A4FF1-0AD7-4507-B8CE-64BA775792D5}" type="pres">
      <dgm:prSet presAssocID="{A7929D29-66B8-49E9-8681-156BFDA6440D}" presName="compNode" presStyleCnt="0"/>
      <dgm:spPr/>
    </dgm:pt>
    <dgm:pt modelId="{2EC96150-3AB2-49EC-87B7-A6861818F28D}" type="pres">
      <dgm:prSet presAssocID="{A7929D29-66B8-49E9-8681-156BFDA644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D6EC55BB-2FDD-4AE6-92EC-42767551A417}" type="pres">
      <dgm:prSet presAssocID="{A7929D29-66B8-49E9-8681-156BFDA6440D}" presName="iconSpace" presStyleCnt="0"/>
      <dgm:spPr/>
    </dgm:pt>
    <dgm:pt modelId="{90C31044-866B-40E9-82C1-F8401CB0E1A0}" type="pres">
      <dgm:prSet presAssocID="{A7929D29-66B8-49E9-8681-156BFDA6440D}" presName="parTx" presStyleLbl="revTx" presStyleIdx="0" presStyleCnt="6">
        <dgm:presLayoutVars>
          <dgm:chMax val="0"/>
          <dgm:chPref val="0"/>
        </dgm:presLayoutVars>
      </dgm:prSet>
      <dgm:spPr/>
    </dgm:pt>
    <dgm:pt modelId="{E6748270-960B-4136-9FB3-75BC6336E63A}" type="pres">
      <dgm:prSet presAssocID="{A7929D29-66B8-49E9-8681-156BFDA6440D}" presName="txSpace" presStyleCnt="0"/>
      <dgm:spPr/>
    </dgm:pt>
    <dgm:pt modelId="{9B0098F7-BDF7-438B-93DD-0D1E0B5047EF}" type="pres">
      <dgm:prSet presAssocID="{A7929D29-66B8-49E9-8681-156BFDA6440D}" presName="desTx" presStyleLbl="revTx" presStyleIdx="1" presStyleCnt="6">
        <dgm:presLayoutVars/>
      </dgm:prSet>
      <dgm:spPr/>
    </dgm:pt>
    <dgm:pt modelId="{AF7E0FA8-D411-4ADB-AF13-364AF1A8B5A7}" type="pres">
      <dgm:prSet presAssocID="{7EBF5773-2E55-4EB4-B7E5-567C3B560AE2}" presName="sibTrans" presStyleCnt="0"/>
      <dgm:spPr/>
    </dgm:pt>
    <dgm:pt modelId="{6B0F3F9E-C0A7-4201-812C-8F057C221979}" type="pres">
      <dgm:prSet presAssocID="{E3CFBB6C-DB49-49DD-B623-216BABE44C80}" presName="compNode" presStyleCnt="0"/>
      <dgm:spPr/>
    </dgm:pt>
    <dgm:pt modelId="{9B83D8FE-BE9C-4806-ABE4-7D21A6D33EF7}" type="pres">
      <dgm:prSet presAssocID="{E3CFBB6C-DB49-49DD-B623-216BABE44C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7AF086BC-221D-4F90-894F-30E55B33FBF6}" type="pres">
      <dgm:prSet presAssocID="{E3CFBB6C-DB49-49DD-B623-216BABE44C80}" presName="iconSpace" presStyleCnt="0"/>
      <dgm:spPr/>
    </dgm:pt>
    <dgm:pt modelId="{017C9E16-5FD1-4C17-88AD-D4BAD71AB12E}" type="pres">
      <dgm:prSet presAssocID="{E3CFBB6C-DB49-49DD-B623-216BABE44C80}" presName="parTx" presStyleLbl="revTx" presStyleIdx="2" presStyleCnt="6">
        <dgm:presLayoutVars>
          <dgm:chMax val="0"/>
          <dgm:chPref val="0"/>
        </dgm:presLayoutVars>
      </dgm:prSet>
      <dgm:spPr/>
    </dgm:pt>
    <dgm:pt modelId="{D2820CC8-833F-437F-95E1-E070B04D4EAB}" type="pres">
      <dgm:prSet presAssocID="{E3CFBB6C-DB49-49DD-B623-216BABE44C80}" presName="txSpace" presStyleCnt="0"/>
      <dgm:spPr/>
    </dgm:pt>
    <dgm:pt modelId="{32C5375D-6EA2-490F-ABB6-AFCBD357F6BB}" type="pres">
      <dgm:prSet presAssocID="{E3CFBB6C-DB49-49DD-B623-216BABE44C80}" presName="desTx" presStyleLbl="revTx" presStyleIdx="3" presStyleCnt="6">
        <dgm:presLayoutVars/>
      </dgm:prSet>
      <dgm:spPr/>
    </dgm:pt>
    <dgm:pt modelId="{E301150B-0278-4CFE-8B25-D2741DEFB58C}" type="pres">
      <dgm:prSet presAssocID="{D13AF487-CB9D-4432-8DB6-2F134B964B01}" presName="sibTrans" presStyleCnt="0"/>
      <dgm:spPr/>
    </dgm:pt>
    <dgm:pt modelId="{8E897614-6EF6-4F51-A9C3-67BFFCA30261}" type="pres">
      <dgm:prSet presAssocID="{1261F349-76B4-4744-9ED8-37F828A42C4B}" presName="compNode" presStyleCnt="0"/>
      <dgm:spPr/>
    </dgm:pt>
    <dgm:pt modelId="{7533595D-061A-44E3-99FD-11554D8524AC}" type="pres">
      <dgm:prSet presAssocID="{1261F349-76B4-4744-9ED8-37F828A42C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DA850899-F02F-4DD1-9293-88CC5289D441}" type="pres">
      <dgm:prSet presAssocID="{1261F349-76B4-4744-9ED8-37F828A42C4B}" presName="iconSpace" presStyleCnt="0"/>
      <dgm:spPr/>
    </dgm:pt>
    <dgm:pt modelId="{6500BA98-E91B-4C3F-A77B-5133DAAB685E}" type="pres">
      <dgm:prSet presAssocID="{1261F349-76B4-4744-9ED8-37F828A42C4B}" presName="parTx" presStyleLbl="revTx" presStyleIdx="4" presStyleCnt="6">
        <dgm:presLayoutVars>
          <dgm:chMax val="0"/>
          <dgm:chPref val="0"/>
        </dgm:presLayoutVars>
      </dgm:prSet>
      <dgm:spPr/>
    </dgm:pt>
    <dgm:pt modelId="{774771B4-7ABA-4C27-94DC-2AB158331AD2}" type="pres">
      <dgm:prSet presAssocID="{1261F349-76B4-4744-9ED8-37F828A42C4B}" presName="txSpace" presStyleCnt="0"/>
      <dgm:spPr/>
    </dgm:pt>
    <dgm:pt modelId="{4552BD52-0E47-464E-8583-38D681B03196}" type="pres">
      <dgm:prSet presAssocID="{1261F349-76B4-4744-9ED8-37F828A42C4B}" presName="desTx" presStyleLbl="revTx" presStyleIdx="5" presStyleCnt="6">
        <dgm:presLayoutVars/>
      </dgm:prSet>
      <dgm:spPr/>
    </dgm:pt>
  </dgm:ptLst>
  <dgm:cxnLst>
    <dgm:cxn modelId="{A406C50A-A856-4314-9054-565077476DC1}" srcId="{1261F349-76B4-4744-9ED8-37F828A42C4B}" destId="{10332F3D-82B5-4E0B-A6BE-BFE0617041A6}" srcOrd="0" destOrd="0" parTransId="{D8E1576D-5D37-4F5C-8E93-ED592DC77529}" sibTransId="{EE5E4F9F-9177-4446-B0CD-C77DEC90F8E0}"/>
    <dgm:cxn modelId="{52BC801E-692A-4C69-BAD8-52149C87E3AA}" type="presOf" srcId="{C87861BD-131C-491A-BD98-A6B9EAB6B1DB}" destId="{32C5375D-6EA2-490F-ABB6-AFCBD357F6BB}" srcOrd="0" destOrd="0" presId="urn:microsoft.com/office/officeart/2018/5/layout/CenteredIconLabelDescriptionList"/>
    <dgm:cxn modelId="{CF75FE4D-998E-4342-8901-AA976D5007D6}" srcId="{E3CFBB6C-DB49-49DD-B623-216BABE44C80}" destId="{C87861BD-131C-491A-BD98-A6B9EAB6B1DB}" srcOrd="0" destOrd="0" parTransId="{BFD4B933-970A-4A93-B284-A543B2AE4AFB}" sibTransId="{24F54E06-E0C8-45F8-9E8C-038F31EC1CA7}"/>
    <dgm:cxn modelId="{C3A28679-9340-42A8-AAA2-985750E61450}" type="presOf" srcId="{10332F3D-82B5-4E0B-A6BE-BFE0617041A6}" destId="{4552BD52-0E47-464E-8583-38D681B03196}" srcOrd="0" destOrd="0" presId="urn:microsoft.com/office/officeart/2018/5/layout/CenteredIconLabelDescriptionList"/>
    <dgm:cxn modelId="{0272127D-854E-4185-8FA0-75B31A5E00D9}" srcId="{66BEB2CD-F78F-476E-A459-C6A2F7693DBB}" destId="{E3CFBB6C-DB49-49DD-B623-216BABE44C80}" srcOrd="1" destOrd="0" parTransId="{DBE2F749-6D15-4253-8218-901F3B1C57A6}" sibTransId="{D13AF487-CB9D-4432-8DB6-2F134B964B01}"/>
    <dgm:cxn modelId="{E117AE8F-D330-4FD5-AB06-B604F14439C4}" srcId="{66BEB2CD-F78F-476E-A459-C6A2F7693DBB}" destId="{1261F349-76B4-4744-9ED8-37F828A42C4B}" srcOrd="2" destOrd="0" parTransId="{A1643A51-7B12-46BD-8B70-160DD4E21CC6}" sibTransId="{2C4E3675-5F4E-426D-A90E-DDC1C4F33ACC}"/>
    <dgm:cxn modelId="{26F0DBAE-C2DB-4330-B364-07C6415C7C62}" srcId="{66BEB2CD-F78F-476E-A459-C6A2F7693DBB}" destId="{A7929D29-66B8-49E9-8681-156BFDA6440D}" srcOrd="0" destOrd="0" parTransId="{D89573E5-7849-4F92-822A-7105577AFEE3}" sibTransId="{7EBF5773-2E55-4EB4-B7E5-567C3B560AE2}"/>
    <dgm:cxn modelId="{5151C6C2-626C-4D23-A933-7314EE9AED7D}" type="presOf" srcId="{1261F349-76B4-4744-9ED8-37F828A42C4B}" destId="{6500BA98-E91B-4C3F-A77B-5133DAAB685E}" srcOrd="0" destOrd="0" presId="urn:microsoft.com/office/officeart/2018/5/layout/CenteredIconLabelDescriptionList"/>
    <dgm:cxn modelId="{88F411C4-E92C-4228-BFD7-E956F3B3D9B7}" type="presOf" srcId="{CBA62696-3B72-48CF-BA9D-14A19BC42EC8}" destId="{9B0098F7-BDF7-438B-93DD-0D1E0B5047EF}" srcOrd="0" destOrd="0" presId="urn:microsoft.com/office/officeart/2018/5/layout/CenteredIconLabelDescriptionList"/>
    <dgm:cxn modelId="{99888ADB-3594-466E-98E3-ED4F76EA12C3}" type="presOf" srcId="{E3CFBB6C-DB49-49DD-B623-216BABE44C80}" destId="{017C9E16-5FD1-4C17-88AD-D4BAD71AB12E}" srcOrd="0" destOrd="0" presId="urn:microsoft.com/office/officeart/2018/5/layout/CenteredIconLabelDescriptionList"/>
    <dgm:cxn modelId="{DA56D8E5-24D8-4697-8088-72BF820A4BA6}" srcId="{A7929D29-66B8-49E9-8681-156BFDA6440D}" destId="{CBA62696-3B72-48CF-BA9D-14A19BC42EC8}" srcOrd="0" destOrd="0" parTransId="{CEA1B082-8EF9-4BF5-B5A5-E8360E7C0921}" sibTransId="{F9EF71C6-785C-4829-8BD3-91F3E059D4DD}"/>
    <dgm:cxn modelId="{F13626EE-1A5F-457D-BF59-62A9968CC49C}" type="presOf" srcId="{66BEB2CD-F78F-476E-A459-C6A2F7693DBB}" destId="{36EDB9ED-55F1-43F1-AA28-68C158734211}" srcOrd="0" destOrd="0" presId="urn:microsoft.com/office/officeart/2018/5/layout/CenteredIconLabelDescriptionList"/>
    <dgm:cxn modelId="{A97F56F0-756E-4D36-8D99-5EF64D878FC0}" type="presOf" srcId="{A7929D29-66B8-49E9-8681-156BFDA6440D}" destId="{90C31044-866B-40E9-82C1-F8401CB0E1A0}" srcOrd="0" destOrd="0" presId="urn:microsoft.com/office/officeart/2018/5/layout/CenteredIconLabelDescriptionList"/>
    <dgm:cxn modelId="{0C05FC6D-B6AF-45BD-B4C6-CEF625A7DC66}" type="presParOf" srcId="{36EDB9ED-55F1-43F1-AA28-68C158734211}" destId="{315A4FF1-0AD7-4507-B8CE-64BA775792D5}" srcOrd="0" destOrd="0" presId="urn:microsoft.com/office/officeart/2018/5/layout/CenteredIconLabelDescriptionList"/>
    <dgm:cxn modelId="{B86FC0D4-05CF-462C-9E53-04904BC06CC9}" type="presParOf" srcId="{315A4FF1-0AD7-4507-B8CE-64BA775792D5}" destId="{2EC96150-3AB2-49EC-87B7-A6861818F28D}" srcOrd="0" destOrd="0" presId="urn:microsoft.com/office/officeart/2018/5/layout/CenteredIconLabelDescriptionList"/>
    <dgm:cxn modelId="{6004597A-4988-4696-8516-4E809878C2DA}" type="presParOf" srcId="{315A4FF1-0AD7-4507-B8CE-64BA775792D5}" destId="{D6EC55BB-2FDD-4AE6-92EC-42767551A417}" srcOrd="1" destOrd="0" presId="urn:microsoft.com/office/officeart/2018/5/layout/CenteredIconLabelDescriptionList"/>
    <dgm:cxn modelId="{3860BAD1-E9BA-445E-B04E-72A37EA916A3}" type="presParOf" srcId="{315A4FF1-0AD7-4507-B8CE-64BA775792D5}" destId="{90C31044-866B-40E9-82C1-F8401CB0E1A0}" srcOrd="2" destOrd="0" presId="urn:microsoft.com/office/officeart/2018/5/layout/CenteredIconLabelDescriptionList"/>
    <dgm:cxn modelId="{A3938491-C052-4BBB-BE5B-445E58E07B51}" type="presParOf" srcId="{315A4FF1-0AD7-4507-B8CE-64BA775792D5}" destId="{E6748270-960B-4136-9FB3-75BC6336E63A}" srcOrd="3" destOrd="0" presId="urn:microsoft.com/office/officeart/2018/5/layout/CenteredIconLabelDescriptionList"/>
    <dgm:cxn modelId="{09AE2249-EA33-49AC-B50E-DBAD973DAF47}" type="presParOf" srcId="{315A4FF1-0AD7-4507-B8CE-64BA775792D5}" destId="{9B0098F7-BDF7-438B-93DD-0D1E0B5047EF}" srcOrd="4" destOrd="0" presId="urn:microsoft.com/office/officeart/2018/5/layout/CenteredIconLabelDescriptionList"/>
    <dgm:cxn modelId="{6DC3434C-4088-47A0-BD1F-2AFE7712E3C3}" type="presParOf" srcId="{36EDB9ED-55F1-43F1-AA28-68C158734211}" destId="{AF7E0FA8-D411-4ADB-AF13-364AF1A8B5A7}" srcOrd="1" destOrd="0" presId="urn:microsoft.com/office/officeart/2018/5/layout/CenteredIconLabelDescriptionList"/>
    <dgm:cxn modelId="{B74D7BA7-0F3D-4F9C-881D-BFD59C40FE8A}" type="presParOf" srcId="{36EDB9ED-55F1-43F1-AA28-68C158734211}" destId="{6B0F3F9E-C0A7-4201-812C-8F057C221979}" srcOrd="2" destOrd="0" presId="urn:microsoft.com/office/officeart/2018/5/layout/CenteredIconLabelDescriptionList"/>
    <dgm:cxn modelId="{6A3052BB-38E8-499D-8333-B192327AD895}" type="presParOf" srcId="{6B0F3F9E-C0A7-4201-812C-8F057C221979}" destId="{9B83D8FE-BE9C-4806-ABE4-7D21A6D33EF7}" srcOrd="0" destOrd="0" presId="urn:microsoft.com/office/officeart/2018/5/layout/CenteredIconLabelDescriptionList"/>
    <dgm:cxn modelId="{4CD8C0E3-9C7F-49CB-9CFD-1C1D4B0ECA86}" type="presParOf" srcId="{6B0F3F9E-C0A7-4201-812C-8F057C221979}" destId="{7AF086BC-221D-4F90-894F-30E55B33FBF6}" srcOrd="1" destOrd="0" presId="urn:microsoft.com/office/officeart/2018/5/layout/CenteredIconLabelDescriptionList"/>
    <dgm:cxn modelId="{673072DD-AB54-4410-AE96-CDA8191C16A4}" type="presParOf" srcId="{6B0F3F9E-C0A7-4201-812C-8F057C221979}" destId="{017C9E16-5FD1-4C17-88AD-D4BAD71AB12E}" srcOrd="2" destOrd="0" presId="urn:microsoft.com/office/officeart/2018/5/layout/CenteredIconLabelDescriptionList"/>
    <dgm:cxn modelId="{7FC77478-98C0-4949-932B-7A995BA8667C}" type="presParOf" srcId="{6B0F3F9E-C0A7-4201-812C-8F057C221979}" destId="{D2820CC8-833F-437F-95E1-E070B04D4EAB}" srcOrd="3" destOrd="0" presId="urn:microsoft.com/office/officeart/2018/5/layout/CenteredIconLabelDescriptionList"/>
    <dgm:cxn modelId="{E58F7E80-1CC9-4C05-A244-43E3D5BA003F}" type="presParOf" srcId="{6B0F3F9E-C0A7-4201-812C-8F057C221979}" destId="{32C5375D-6EA2-490F-ABB6-AFCBD357F6BB}" srcOrd="4" destOrd="0" presId="urn:microsoft.com/office/officeart/2018/5/layout/CenteredIconLabelDescriptionList"/>
    <dgm:cxn modelId="{FE9BE888-D72B-4DFF-9B46-2744BE131681}" type="presParOf" srcId="{36EDB9ED-55F1-43F1-AA28-68C158734211}" destId="{E301150B-0278-4CFE-8B25-D2741DEFB58C}" srcOrd="3" destOrd="0" presId="urn:microsoft.com/office/officeart/2018/5/layout/CenteredIconLabelDescriptionList"/>
    <dgm:cxn modelId="{AFB9948B-AF9D-4DB3-B420-C3790D37988F}" type="presParOf" srcId="{36EDB9ED-55F1-43F1-AA28-68C158734211}" destId="{8E897614-6EF6-4F51-A9C3-67BFFCA30261}" srcOrd="4" destOrd="0" presId="urn:microsoft.com/office/officeart/2018/5/layout/CenteredIconLabelDescriptionList"/>
    <dgm:cxn modelId="{C22CEDE4-710A-4A40-AF90-B76EC52C0F5E}" type="presParOf" srcId="{8E897614-6EF6-4F51-A9C3-67BFFCA30261}" destId="{7533595D-061A-44E3-99FD-11554D8524AC}" srcOrd="0" destOrd="0" presId="urn:microsoft.com/office/officeart/2018/5/layout/CenteredIconLabelDescriptionList"/>
    <dgm:cxn modelId="{EA0FBDA5-766D-4E90-9547-5DC618FCAD81}" type="presParOf" srcId="{8E897614-6EF6-4F51-A9C3-67BFFCA30261}" destId="{DA850899-F02F-4DD1-9293-88CC5289D441}" srcOrd="1" destOrd="0" presId="urn:microsoft.com/office/officeart/2018/5/layout/CenteredIconLabelDescriptionList"/>
    <dgm:cxn modelId="{CB07FAA3-6961-4D37-B72E-349BDAF0F914}" type="presParOf" srcId="{8E897614-6EF6-4F51-A9C3-67BFFCA30261}" destId="{6500BA98-E91B-4C3F-A77B-5133DAAB685E}" srcOrd="2" destOrd="0" presId="urn:microsoft.com/office/officeart/2018/5/layout/CenteredIconLabelDescriptionList"/>
    <dgm:cxn modelId="{521A69C9-29F6-41ED-9E8B-2FB99E01B896}" type="presParOf" srcId="{8E897614-6EF6-4F51-A9C3-67BFFCA30261}" destId="{774771B4-7ABA-4C27-94DC-2AB158331AD2}" srcOrd="3" destOrd="0" presId="urn:microsoft.com/office/officeart/2018/5/layout/CenteredIconLabelDescriptionList"/>
    <dgm:cxn modelId="{F287CE62-CD49-4CC6-9466-D0571269880B}" type="presParOf" srcId="{8E897614-6EF6-4F51-A9C3-67BFFCA30261}" destId="{4552BD52-0E47-464E-8583-38D681B0319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A4F00CF-0D0B-44A4-B562-541E0584684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F23AB3D-7FB3-4648-8386-D388697F02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- Árvores de decisão:</a:t>
          </a:r>
        </a:p>
      </dgm:t>
    </dgm:pt>
    <dgm:pt modelId="{F14DB0CD-CA4B-4804-8E0D-703E8D28C905}" type="parTrans" cxnId="{07A784D4-9A2B-478E-8EA9-A1BACFDAA867}">
      <dgm:prSet/>
      <dgm:spPr/>
      <dgm:t>
        <a:bodyPr/>
        <a:lstStyle/>
        <a:p>
          <a:endParaRPr lang="en-US"/>
        </a:p>
      </dgm:t>
    </dgm:pt>
    <dgm:pt modelId="{66F4CF97-0490-47A8-9861-38035EAAB99D}" type="sibTrans" cxnId="{07A784D4-9A2B-478E-8EA9-A1BACFDAA867}">
      <dgm:prSet/>
      <dgm:spPr/>
      <dgm:t>
        <a:bodyPr/>
        <a:lstStyle/>
        <a:p>
          <a:endParaRPr lang="en-US"/>
        </a:p>
      </dgm:t>
    </dgm:pt>
    <dgm:pt modelId="{1163377A-FCA4-4006-A1CF-0D3F6674B04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 dirty="0"/>
            <a:t>“Se o aluno tem mais de 75% de presença e nota acima de 7, então ele está aprovado.”</a:t>
          </a:r>
          <a:endParaRPr lang="en-US" dirty="0"/>
        </a:p>
      </dgm:t>
    </dgm:pt>
    <dgm:pt modelId="{60551A57-594F-4C7E-889D-AACC748CF859}" type="parTrans" cxnId="{C391E2CB-28CA-466D-A506-D274B2A1199D}">
      <dgm:prSet/>
      <dgm:spPr/>
      <dgm:t>
        <a:bodyPr/>
        <a:lstStyle/>
        <a:p>
          <a:endParaRPr lang="en-US"/>
        </a:p>
      </dgm:t>
    </dgm:pt>
    <dgm:pt modelId="{1DB1E086-223C-420B-B189-28668B0BD83D}" type="sibTrans" cxnId="{C391E2CB-28CA-466D-A506-D274B2A1199D}">
      <dgm:prSet/>
      <dgm:spPr/>
      <dgm:t>
        <a:bodyPr/>
        <a:lstStyle/>
        <a:p>
          <a:endParaRPr lang="en-US"/>
        </a:p>
      </dgm:t>
    </dgm:pt>
    <dgm:pt modelId="{8AA6A0B6-423F-4E70-A985-CED774E7F1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- Random Forest:</a:t>
          </a:r>
        </a:p>
      </dgm:t>
    </dgm:pt>
    <dgm:pt modelId="{E7373B00-4923-46EB-96C6-86829FE3D187}" type="parTrans" cxnId="{E85D8EDA-39E5-4196-8E35-7ECED743CA11}">
      <dgm:prSet/>
      <dgm:spPr/>
      <dgm:t>
        <a:bodyPr/>
        <a:lstStyle/>
        <a:p>
          <a:endParaRPr lang="en-US"/>
        </a:p>
      </dgm:t>
    </dgm:pt>
    <dgm:pt modelId="{EB8FBD13-06AA-4754-A9B9-63716A96F81D}" type="sibTrans" cxnId="{E85D8EDA-39E5-4196-8E35-7ECED743CA11}">
      <dgm:prSet/>
      <dgm:spPr/>
      <dgm:t>
        <a:bodyPr/>
        <a:lstStyle/>
        <a:p>
          <a:endParaRPr lang="en-US"/>
        </a:p>
      </dgm:t>
    </dgm:pt>
    <dgm:pt modelId="{0C60FD1F-A7C1-43B0-8057-357915C62C1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 dirty="0"/>
            <a:t>“Várias árvores decidem e o modelo escolhe a resposta mais votada.”</a:t>
          </a:r>
          <a:endParaRPr lang="en-US" dirty="0"/>
        </a:p>
      </dgm:t>
    </dgm:pt>
    <dgm:pt modelId="{7278D5F5-89E9-4600-8BDF-0412FA779596}" type="parTrans" cxnId="{FB1EE932-5A08-4F70-9795-90AB52FA20D1}">
      <dgm:prSet/>
      <dgm:spPr/>
      <dgm:t>
        <a:bodyPr/>
        <a:lstStyle/>
        <a:p>
          <a:endParaRPr lang="en-US"/>
        </a:p>
      </dgm:t>
    </dgm:pt>
    <dgm:pt modelId="{E85CF848-69F7-485D-8047-57B9620EF336}" type="sibTrans" cxnId="{FB1EE932-5A08-4F70-9795-90AB52FA20D1}">
      <dgm:prSet/>
      <dgm:spPr/>
      <dgm:t>
        <a:bodyPr/>
        <a:lstStyle/>
        <a:p>
          <a:endParaRPr lang="en-US"/>
        </a:p>
      </dgm:t>
    </dgm:pt>
    <dgm:pt modelId="{0E9D822A-73A7-44FE-AF33-50F8B384FF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- KNN, SVM, Redes </a:t>
          </a:r>
          <a:r>
            <a:rPr lang="en-US" dirty="0" err="1"/>
            <a:t>Neurais</a:t>
          </a:r>
          <a:r>
            <a:rPr lang="en-US" dirty="0"/>
            <a:t>:</a:t>
          </a:r>
        </a:p>
      </dgm:t>
    </dgm:pt>
    <dgm:pt modelId="{FF7E24BA-4DA1-410F-B469-A244ADDF1DAA}" type="parTrans" cxnId="{3A4DE6C0-86F0-41B6-B0FB-52917E423B56}">
      <dgm:prSet/>
      <dgm:spPr/>
      <dgm:t>
        <a:bodyPr/>
        <a:lstStyle/>
        <a:p>
          <a:endParaRPr lang="en-US"/>
        </a:p>
      </dgm:t>
    </dgm:pt>
    <dgm:pt modelId="{2EBDCC67-E78C-404C-831D-E01DD7E76BFD}" type="sibTrans" cxnId="{3A4DE6C0-86F0-41B6-B0FB-52917E423B56}">
      <dgm:prSet/>
      <dgm:spPr/>
      <dgm:t>
        <a:bodyPr/>
        <a:lstStyle/>
        <a:p>
          <a:endParaRPr lang="en-US"/>
        </a:p>
      </dgm:t>
    </dgm:pt>
    <dgm:pt modelId="{A48456CC-7B63-471F-9024-7A97521E82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maior</a:t>
          </a:r>
          <a:r>
            <a:rPr lang="en-US" dirty="0"/>
            <a:t> </a:t>
          </a:r>
          <a:r>
            <a:rPr lang="en-US" dirty="0" err="1"/>
            <a:t>custo</a:t>
          </a:r>
          <a:r>
            <a:rPr lang="en-US" dirty="0"/>
            <a:t> de </a:t>
          </a:r>
          <a:r>
            <a:rPr lang="en-US" dirty="0" err="1"/>
            <a:t>treino</a:t>
          </a:r>
          <a:endParaRPr lang="en-US" dirty="0"/>
        </a:p>
      </dgm:t>
    </dgm:pt>
    <dgm:pt modelId="{AF774829-F500-407B-A261-3344E679A15D}" type="parTrans" cxnId="{93B5B980-A8A4-4D0B-9657-E635D465F12E}">
      <dgm:prSet/>
      <dgm:spPr/>
      <dgm:t>
        <a:bodyPr/>
        <a:lstStyle/>
        <a:p>
          <a:endParaRPr lang="en-US"/>
        </a:p>
      </dgm:t>
    </dgm:pt>
    <dgm:pt modelId="{0D4A6BD8-FB2E-423C-ACF6-5DF4122AD4D6}" type="sibTrans" cxnId="{93B5B980-A8A4-4D0B-9657-E635D465F12E}">
      <dgm:prSet/>
      <dgm:spPr/>
      <dgm:t>
        <a:bodyPr/>
        <a:lstStyle/>
        <a:p>
          <a:endParaRPr lang="en-US"/>
        </a:p>
      </dgm:t>
    </dgm:pt>
    <dgm:pt modelId="{7287C0BD-141A-4C99-A87E-83C6D98CC82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São </a:t>
          </a:r>
          <a:r>
            <a:rPr lang="pt-BR" b="1"/>
            <a:t>fáceis de entender e visualizar</a:t>
          </a:r>
          <a:endParaRPr lang="pt-BR"/>
        </a:p>
      </dgm:t>
    </dgm:pt>
    <dgm:pt modelId="{ECA63445-6E45-465A-9D8E-9B46F5ED0B33}" type="parTrans" cxnId="{91F0A9D8-99A2-48B1-AF95-1EAFB5F33987}">
      <dgm:prSet/>
      <dgm:spPr/>
      <dgm:t>
        <a:bodyPr/>
        <a:lstStyle/>
        <a:p>
          <a:endParaRPr lang="pt-BR"/>
        </a:p>
      </dgm:t>
    </dgm:pt>
    <dgm:pt modelId="{CABC32F1-AE9B-442E-90B7-D5B492DBC216}" type="sibTrans" cxnId="{91F0A9D8-99A2-48B1-AF95-1EAFB5F33987}">
      <dgm:prSet/>
      <dgm:spPr/>
      <dgm:t>
        <a:bodyPr/>
        <a:lstStyle/>
        <a:p>
          <a:endParaRPr lang="pt-BR"/>
        </a:p>
      </dgm:t>
    </dgm:pt>
    <dgm:pt modelId="{E4D62D70-1675-4926-8D32-76C62887DB0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Funcionam bem em problemas simples a moderados</a:t>
          </a:r>
        </a:p>
      </dgm:t>
    </dgm:pt>
    <dgm:pt modelId="{43D96B3E-4F3B-4210-810F-EA4D7109407A}" type="parTrans" cxnId="{46845B65-6CF7-4280-A60E-5AE4E3D3BFDC}">
      <dgm:prSet/>
      <dgm:spPr/>
      <dgm:t>
        <a:bodyPr/>
        <a:lstStyle/>
        <a:p>
          <a:endParaRPr lang="pt-BR"/>
        </a:p>
      </dgm:t>
    </dgm:pt>
    <dgm:pt modelId="{16A3F874-6971-4A15-87D3-4181702A3B7E}" type="sibTrans" cxnId="{46845B65-6CF7-4280-A60E-5AE4E3D3BFDC}">
      <dgm:prSet/>
      <dgm:spPr/>
      <dgm:t>
        <a:bodyPr/>
        <a:lstStyle/>
        <a:p>
          <a:endParaRPr lang="pt-BR"/>
        </a:p>
      </dgm:t>
    </dgm:pt>
    <dgm:pt modelId="{4024937C-F8E6-48FD-8D0E-1C263F2DB27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Bons para explicar decisões para gestores</a:t>
          </a:r>
        </a:p>
      </dgm:t>
    </dgm:pt>
    <dgm:pt modelId="{98AC40DD-FD31-4262-A502-8989A56C89B5}" type="parTrans" cxnId="{8E36B584-7A77-4E10-9178-A272E456EBDB}">
      <dgm:prSet/>
      <dgm:spPr/>
      <dgm:t>
        <a:bodyPr/>
        <a:lstStyle/>
        <a:p>
          <a:endParaRPr lang="pt-BR"/>
        </a:p>
      </dgm:t>
    </dgm:pt>
    <dgm:pt modelId="{714203C5-6D31-4538-A9B4-5BF21F5EB9B1}" type="sibTrans" cxnId="{8E36B584-7A77-4E10-9178-A272E456EBDB}">
      <dgm:prSet/>
      <dgm:spPr/>
      <dgm:t>
        <a:bodyPr/>
        <a:lstStyle/>
        <a:p>
          <a:endParaRPr lang="pt-BR"/>
        </a:p>
      </dgm:t>
    </dgm:pt>
    <dgm:pt modelId="{97D4DCDD-E661-410E-AA13-524118F6E73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Mais preciso que uma árvore só</a:t>
          </a:r>
        </a:p>
      </dgm:t>
    </dgm:pt>
    <dgm:pt modelId="{EC567458-1F07-4AA2-8132-6C1410E3A0F5}" type="parTrans" cxnId="{20D9AD4A-A548-4E73-A344-27ED6F5A1794}">
      <dgm:prSet/>
      <dgm:spPr/>
      <dgm:t>
        <a:bodyPr/>
        <a:lstStyle/>
        <a:p>
          <a:endParaRPr lang="pt-BR"/>
        </a:p>
      </dgm:t>
    </dgm:pt>
    <dgm:pt modelId="{CC4A0399-BC8D-4877-A2E5-B3DF40FA54E3}" type="sibTrans" cxnId="{20D9AD4A-A548-4E73-A344-27ED6F5A1794}">
      <dgm:prSet/>
      <dgm:spPr/>
      <dgm:t>
        <a:bodyPr/>
        <a:lstStyle/>
        <a:p>
          <a:endParaRPr lang="pt-BR"/>
        </a:p>
      </dgm:t>
    </dgm:pt>
    <dgm:pt modelId="{D1BA4D7D-7343-4987-BAE6-D6D0BEC5CC6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Reduz erros de overfitting</a:t>
          </a:r>
          <a:endParaRPr lang="pt-BR"/>
        </a:p>
      </dgm:t>
    </dgm:pt>
    <dgm:pt modelId="{12D3D0AE-BD23-42F5-8E31-8384F604542E}" type="parTrans" cxnId="{A25C01DA-6510-4158-84E9-3C7FF1B17C53}">
      <dgm:prSet/>
      <dgm:spPr/>
      <dgm:t>
        <a:bodyPr/>
        <a:lstStyle/>
        <a:p>
          <a:endParaRPr lang="pt-BR"/>
        </a:p>
      </dgm:t>
    </dgm:pt>
    <dgm:pt modelId="{365EBA64-D625-4B51-886A-C6D9B31E475C}" type="sibTrans" cxnId="{A25C01DA-6510-4158-84E9-3C7FF1B17C53}">
      <dgm:prSet/>
      <dgm:spPr/>
      <dgm:t>
        <a:bodyPr/>
        <a:lstStyle/>
        <a:p>
          <a:endParaRPr lang="pt-BR"/>
        </a:p>
      </dgm:t>
    </dgm:pt>
    <dgm:pt modelId="{6C22AAAF-9349-4182-9530-241A7AD9A42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Leva mais tempo para treinar, mas dá melhor resultado em muitos cenários</a:t>
          </a:r>
        </a:p>
      </dgm:t>
    </dgm:pt>
    <dgm:pt modelId="{86DBCB9C-0ED9-47F4-9788-969BDEFB36FA}" type="parTrans" cxnId="{08843C33-ACF1-47B2-A809-FC95C476998E}">
      <dgm:prSet/>
      <dgm:spPr/>
      <dgm:t>
        <a:bodyPr/>
        <a:lstStyle/>
        <a:p>
          <a:endParaRPr lang="pt-BR"/>
        </a:p>
      </dgm:t>
    </dgm:pt>
    <dgm:pt modelId="{2A6FF6A5-DD02-4352-A49E-69704913A0D8}" type="sibTrans" cxnId="{08843C33-ACF1-47B2-A809-FC95C476998E}">
      <dgm:prSet/>
      <dgm:spPr/>
      <dgm:t>
        <a:bodyPr/>
        <a:lstStyle/>
        <a:p>
          <a:endParaRPr lang="pt-BR"/>
        </a:p>
      </dgm:t>
    </dgm:pt>
    <dgm:pt modelId="{20469CEF-8F2B-43A2-ADB2-24829F4B2E7A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7F4B756F-7255-40EE-BB86-C66C07CFC5BE}" type="parTrans" cxnId="{76914349-3B31-4B96-BE48-4635DF2DDC3C}">
      <dgm:prSet/>
      <dgm:spPr/>
      <dgm:t>
        <a:bodyPr/>
        <a:lstStyle/>
        <a:p>
          <a:endParaRPr lang="pt-BR"/>
        </a:p>
      </dgm:t>
    </dgm:pt>
    <dgm:pt modelId="{977FC878-350C-4886-840A-2420F5C8F251}" type="sibTrans" cxnId="{76914349-3B31-4B96-BE48-4635DF2DDC3C}">
      <dgm:prSet/>
      <dgm:spPr/>
      <dgm:t>
        <a:bodyPr/>
        <a:lstStyle/>
        <a:p>
          <a:endParaRPr lang="pt-BR"/>
        </a:p>
      </dgm:t>
    </dgm:pt>
    <dgm:pt modelId="{914DB461-DCA9-42FB-9317-A34E383923C8}">
      <dgm:prSet/>
      <dgm:spPr/>
      <dgm:t>
        <a:bodyPr/>
        <a:lstStyle/>
        <a:p>
          <a:r>
            <a:rPr lang="pt-BR" b="1" dirty="0"/>
            <a:t>KNN (K-vizinhos mais próximos)</a:t>
          </a:r>
          <a:r>
            <a:rPr lang="pt-BR" dirty="0"/>
            <a:t>: compara com dados “parecidos” do passado</a:t>
          </a:r>
          <a:endParaRPr lang="en-US" dirty="0"/>
        </a:p>
      </dgm:t>
    </dgm:pt>
    <dgm:pt modelId="{0007F54B-7311-4110-B414-656FD7C550E7}" type="parTrans" cxnId="{2EED45A1-7A7B-4833-A6E7-4322E5EDF781}">
      <dgm:prSet/>
      <dgm:spPr/>
      <dgm:t>
        <a:bodyPr/>
        <a:lstStyle/>
        <a:p>
          <a:endParaRPr lang="pt-BR"/>
        </a:p>
      </dgm:t>
    </dgm:pt>
    <dgm:pt modelId="{00FD9A8A-5458-4509-92E8-F80D0E8F3163}" type="sibTrans" cxnId="{2EED45A1-7A7B-4833-A6E7-4322E5EDF781}">
      <dgm:prSet/>
      <dgm:spPr/>
      <dgm:t>
        <a:bodyPr/>
        <a:lstStyle/>
        <a:p>
          <a:endParaRPr lang="pt-BR"/>
        </a:p>
      </dgm:t>
    </dgm:pt>
    <dgm:pt modelId="{AF099B8F-65EE-45F3-AE85-4D6B18DBD18F}">
      <dgm:prSet/>
      <dgm:spPr/>
      <dgm:t>
        <a:bodyPr/>
        <a:lstStyle/>
        <a:p>
          <a:r>
            <a:rPr lang="pt-BR" b="1"/>
            <a:t>SVM</a:t>
          </a:r>
          <a:r>
            <a:rPr lang="pt-BR"/>
            <a:t>: traça a linha ideal que separa as classes</a:t>
          </a:r>
        </a:p>
      </dgm:t>
    </dgm:pt>
    <dgm:pt modelId="{FAF6D016-92D2-475C-96A4-10434AEF1634}" type="parTrans" cxnId="{47BDBE8B-56CB-4ABF-9CFF-8AB7766692EA}">
      <dgm:prSet/>
      <dgm:spPr/>
      <dgm:t>
        <a:bodyPr/>
        <a:lstStyle/>
        <a:p>
          <a:endParaRPr lang="pt-BR"/>
        </a:p>
      </dgm:t>
    </dgm:pt>
    <dgm:pt modelId="{9AC7FDF3-48DD-47F9-98BF-7978F201E03B}" type="sibTrans" cxnId="{47BDBE8B-56CB-4ABF-9CFF-8AB7766692EA}">
      <dgm:prSet/>
      <dgm:spPr/>
      <dgm:t>
        <a:bodyPr/>
        <a:lstStyle/>
        <a:p>
          <a:endParaRPr lang="pt-BR"/>
        </a:p>
      </dgm:t>
    </dgm:pt>
    <dgm:pt modelId="{34907DB5-C3B3-4F1C-AA4F-8127CBC4D9FB}">
      <dgm:prSet/>
      <dgm:spPr/>
      <dgm:t>
        <a:bodyPr/>
        <a:lstStyle/>
        <a:p>
          <a:r>
            <a:rPr lang="pt-BR" b="1"/>
            <a:t>Redes Neurais</a:t>
          </a:r>
          <a:r>
            <a:rPr lang="pt-BR"/>
            <a:t>: inspiradas no cérebro, muito poderosas (usadas em deep learning)</a:t>
          </a:r>
        </a:p>
      </dgm:t>
    </dgm:pt>
    <dgm:pt modelId="{EAF9D94E-1D26-40EC-A4F8-EF009E4B2B34}" type="parTrans" cxnId="{346970BF-8928-433D-8A2B-3DB5902FFFCD}">
      <dgm:prSet/>
      <dgm:spPr/>
      <dgm:t>
        <a:bodyPr/>
        <a:lstStyle/>
        <a:p>
          <a:endParaRPr lang="pt-BR"/>
        </a:p>
      </dgm:t>
    </dgm:pt>
    <dgm:pt modelId="{5F6A15C8-FBCC-4768-8B96-5C6C5AB15673}" type="sibTrans" cxnId="{346970BF-8928-433D-8A2B-3DB5902FFFCD}">
      <dgm:prSet/>
      <dgm:spPr/>
      <dgm:t>
        <a:bodyPr/>
        <a:lstStyle/>
        <a:p>
          <a:endParaRPr lang="pt-BR"/>
        </a:p>
      </dgm:t>
    </dgm:pt>
    <dgm:pt modelId="{03E014C8-CC13-423A-B0EE-AB61A729F867}">
      <dgm:prSet/>
      <dgm:spPr/>
      <dgm:t>
        <a:bodyPr/>
        <a:lstStyle/>
        <a:p>
          <a:r>
            <a:rPr lang="pt-BR" dirty="0"/>
            <a:t>📌 </a:t>
          </a:r>
          <a:r>
            <a:rPr lang="pt-BR" b="1" dirty="0"/>
            <a:t>Custo de processamento alto</a:t>
          </a:r>
          <a:br>
            <a:rPr lang="pt-BR" dirty="0"/>
          </a:br>
          <a:r>
            <a:rPr lang="pt-BR" dirty="0"/>
            <a:t>📌 Requer mais dados e mais poder computacional</a:t>
          </a:r>
          <a:br>
            <a:rPr lang="pt-BR" dirty="0"/>
          </a:br>
          <a:r>
            <a:rPr lang="pt-BR" dirty="0"/>
            <a:t>📌 Normalmente usados quando há </a:t>
          </a:r>
          <a:r>
            <a:rPr lang="pt-BR" b="1" dirty="0"/>
            <a:t>grande volume e complexidade</a:t>
          </a:r>
          <a:endParaRPr lang="pt-BR" dirty="0"/>
        </a:p>
      </dgm:t>
    </dgm:pt>
    <dgm:pt modelId="{BA16895A-794B-4C50-93BC-1A75C951B560}" type="parTrans" cxnId="{EA4E87E9-96E7-4A80-A635-AE29E37FB94F}">
      <dgm:prSet/>
      <dgm:spPr/>
      <dgm:t>
        <a:bodyPr/>
        <a:lstStyle/>
        <a:p>
          <a:endParaRPr lang="pt-BR"/>
        </a:p>
      </dgm:t>
    </dgm:pt>
    <dgm:pt modelId="{353A56C9-5349-4B73-B10B-3520C30AE07A}" type="sibTrans" cxnId="{EA4E87E9-96E7-4A80-A635-AE29E37FB94F}">
      <dgm:prSet/>
      <dgm:spPr/>
      <dgm:t>
        <a:bodyPr/>
        <a:lstStyle/>
        <a:p>
          <a:endParaRPr lang="pt-BR"/>
        </a:p>
      </dgm:t>
    </dgm:pt>
    <dgm:pt modelId="{574B511F-05D4-4776-BEE0-EF9D15FABF45}" type="pres">
      <dgm:prSet presAssocID="{DA4F00CF-0D0B-44A4-B562-541E05846848}" presName="root" presStyleCnt="0">
        <dgm:presLayoutVars>
          <dgm:dir/>
          <dgm:resizeHandles val="exact"/>
        </dgm:presLayoutVars>
      </dgm:prSet>
      <dgm:spPr/>
    </dgm:pt>
    <dgm:pt modelId="{EB2B3844-23BB-40A7-8D4E-3BE3B2707AD6}" type="pres">
      <dgm:prSet presAssocID="{1F23AB3D-7FB3-4648-8386-D388697F0230}" presName="compNode" presStyleCnt="0"/>
      <dgm:spPr/>
    </dgm:pt>
    <dgm:pt modelId="{B7EFDBFA-3F5C-44DE-B0F9-B839BBC8B719}" type="pres">
      <dgm:prSet presAssocID="{1F23AB3D-7FB3-4648-8386-D388697F02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5055255-7B7E-4AD7-A8F2-D158E6018659}" type="pres">
      <dgm:prSet presAssocID="{1F23AB3D-7FB3-4648-8386-D388697F0230}" presName="iconSpace" presStyleCnt="0"/>
      <dgm:spPr/>
    </dgm:pt>
    <dgm:pt modelId="{0A34AD84-EAD7-4408-AEC5-16784CF03C78}" type="pres">
      <dgm:prSet presAssocID="{1F23AB3D-7FB3-4648-8386-D388697F0230}" presName="parTx" presStyleLbl="revTx" presStyleIdx="0" presStyleCnt="6">
        <dgm:presLayoutVars>
          <dgm:chMax val="0"/>
          <dgm:chPref val="0"/>
        </dgm:presLayoutVars>
      </dgm:prSet>
      <dgm:spPr/>
    </dgm:pt>
    <dgm:pt modelId="{8C66A49F-8EED-42DE-9E5E-420132B44FB3}" type="pres">
      <dgm:prSet presAssocID="{1F23AB3D-7FB3-4648-8386-D388697F0230}" presName="txSpace" presStyleCnt="0"/>
      <dgm:spPr/>
    </dgm:pt>
    <dgm:pt modelId="{3D4C48BA-8ACA-439C-BAF5-212CBC5BC9F7}" type="pres">
      <dgm:prSet presAssocID="{1F23AB3D-7FB3-4648-8386-D388697F0230}" presName="desTx" presStyleLbl="revTx" presStyleIdx="1" presStyleCnt="6">
        <dgm:presLayoutVars/>
      </dgm:prSet>
      <dgm:spPr/>
    </dgm:pt>
    <dgm:pt modelId="{0048DA5C-1BE2-48A1-9E00-3811D6C12571}" type="pres">
      <dgm:prSet presAssocID="{66F4CF97-0490-47A8-9861-38035EAAB99D}" presName="sibTrans" presStyleCnt="0"/>
      <dgm:spPr/>
    </dgm:pt>
    <dgm:pt modelId="{C0C765CC-3085-4758-8765-17DD2C450A89}" type="pres">
      <dgm:prSet presAssocID="{8AA6A0B6-423F-4E70-A985-CED774E7F17A}" presName="compNode" presStyleCnt="0"/>
      <dgm:spPr/>
    </dgm:pt>
    <dgm:pt modelId="{129693B0-9D62-4FA5-B074-14E119CE1F27}" type="pres">
      <dgm:prSet presAssocID="{8AA6A0B6-423F-4E70-A985-CED774E7F1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53C85EE7-E1E6-41BD-96D1-B3D2BFED6076}" type="pres">
      <dgm:prSet presAssocID="{8AA6A0B6-423F-4E70-A985-CED774E7F17A}" presName="iconSpace" presStyleCnt="0"/>
      <dgm:spPr/>
    </dgm:pt>
    <dgm:pt modelId="{4A6E819C-F9C5-4B93-A879-8D23B56A5CFF}" type="pres">
      <dgm:prSet presAssocID="{8AA6A0B6-423F-4E70-A985-CED774E7F17A}" presName="parTx" presStyleLbl="revTx" presStyleIdx="2" presStyleCnt="6">
        <dgm:presLayoutVars>
          <dgm:chMax val="0"/>
          <dgm:chPref val="0"/>
        </dgm:presLayoutVars>
      </dgm:prSet>
      <dgm:spPr/>
    </dgm:pt>
    <dgm:pt modelId="{811BDCD8-EA5C-4528-8BDA-7950C6E018ED}" type="pres">
      <dgm:prSet presAssocID="{8AA6A0B6-423F-4E70-A985-CED774E7F17A}" presName="txSpace" presStyleCnt="0"/>
      <dgm:spPr/>
    </dgm:pt>
    <dgm:pt modelId="{D4E9ABD8-C92A-40D7-944A-0D96825D7E10}" type="pres">
      <dgm:prSet presAssocID="{8AA6A0B6-423F-4E70-A985-CED774E7F17A}" presName="desTx" presStyleLbl="revTx" presStyleIdx="3" presStyleCnt="6">
        <dgm:presLayoutVars/>
      </dgm:prSet>
      <dgm:spPr/>
    </dgm:pt>
    <dgm:pt modelId="{18A29768-E7B4-47A1-987F-831D7BA48EAC}" type="pres">
      <dgm:prSet presAssocID="{EB8FBD13-06AA-4754-A9B9-63716A96F81D}" presName="sibTrans" presStyleCnt="0"/>
      <dgm:spPr/>
    </dgm:pt>
    <dgm:pt modelId="{AF392E09-E9A6-433D-92B7-98AF84BB24BE}" type="pres">
      <dgm:prSet presAssocID="{0E9D822A-73A7-44FE-AF33-50F8B384FF25}" presName="compNode" presStyleCnt="0"/>
      <dgm:spPr/>
    </dgm:pt>
    <dgm:pt modelId="{718EF667-8B28-4104-99CB-E17A1F65B6A8}" type="pres">
      <dgm:prSet presAssocID="{0E9D822A-73A7-44FE-AF33-50F8B384FF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ltere"/>
        </a:ext>
      </dgm:extLst>
    </dgm:pt>
    <dgm:pt modelId="{E4F91316-9BA5-4FC2-A4FC-9ACA9AB39E29}" type="pres">
      <dgm:prSet presAssocID="{0E9D822A-73A7-44FE-AF33-50F8B384FF25}" presName="iconSpace" presStyleCnt="0"/>
      <dgm:spPr/>
    </dgm:pt>
    <dgm:pt modelId="{3BA30969-6D4C-4D32-AE89-AE92B3FC1516}" type="pres">
      <dgm:prSet presAssocID="{0E9D822A-73A7-44FE-AF33-50F8B384FF25}" presName="parTx" presStyleLbl="revTx" presStyleIdx="4" presStyleCnt="6">
        <dgm:presLayoutVars>
          <dgm:chMax val="0"/>
          <dgm:chPref val="0"/>
        </dgm:presLayoutVars>
      </dgm:prSet>
      <dgm:spPr/>
    </dgm:pt>
    <dgm:pt modelId="{EA171B33-BFE0-4BA7-A581-6F98D02D9FE4}" type="pres">
      <dgm:prSet presAssocID="{0E9D822A-73A7-44FE-AF33-50F8B384FF25}" presName="txSpace" presStyleCnt="0"/>
      <dgm:spPr/>
    </dgm:pt>
    <dgm:pt modelId="{BF02B769-A14B-4A50-9FF9-C26E7ABB2BED}" type="pres">
      <dgm:prSet presAssocID="{0E9D822A-73A7-44FE-AF33-50F8B384FF25}" presName="desTx" presStyleLbl="revTx" presStyleIdx="5" presStyleCnt="6">
        <dgm:presLayoutVars/>
      </dgm:prSet>
      <dgm:spPr/>
    </dgm:pt>
  </dgm:ptLst>
  <dgm:cxnLst>
    <dgm:cxn modelId="{1BAD8607-6483-482A-B60B-284117AFE073}" type="presOf" srcId="{1163377A-FCA4-4006-A1CF-0D3F6674B044}" destId="{3D4C48BA-8ACA-439C-BAF5-212CBC5BC9F7}" srcOrd="0" destOrd="0" presId="urn:microsoft.com/office/officeart/2018/5/layout/CenteredIconLabelDescriptionList"/>
    <dgm:cxn modelId="{FA0D2F31-EF81-46F4-B7FD-9835E4E1BE99}" type="presOf" srcId="{DA4F00CF-0D0B-44A4-B562-541E05846848}" destId="{574B511F-05D4-4776-BEE0-EF9D15FABF45}" srcOrd="0" destOrd="0" presId="urn:microsoft.com/office/officeart/2018/5/layout/CenteredIconLabelDescriptionList"/>
    <dgm:cxn modelId="{FB1EE932-5A08-4F70-9795-90AB52FA20D1}" srcId="{8AA6A0B6-423F-4E70-A985-CED774E7F17A}" destId="{0C60FD1F-A7C1-43B0-8057-357915C62C13}" srcOrd="0" destOrd="0" parTransId="{7278D5F5-89E9-4600-8BDF-0412FA779596}" sibTransId="{E85CF848-69F7-485D-8047-57B9620EF336}"/>
    <dgm:cxn modelId="{08843C33-ACF1-47B2-A809-FC95C476998E}" srcId="{8AA6A0B6-423F-4E70-A985-CED774E7F17A}" destId="{6C22AAAF-9349-4182-9530-241A7AD9A423}" srcOrd="3" destOrd="0" parTransId="{86DBCB9C-0ED9-47F4-9788-969BDEFB36FA}" sibTransId="{2A6FF6A5-DD02-4352-A49E-69704913A0D8}"/>
    <dgm:cxn modelId="{B1DAA736-CA87-40CC-9E5B-642FD43A2573}" type="presOf" srcId="{20469CEF-8F2B-43A2-ADB2-24829F4B2E7A}" destId="{D4E9ABD8-C92A-40D7-944A-0D96825D7E10}" srcOrd="0" destOrd="4" presId="urn:microsoft.com/office/officeart/2018/5/layout/CenteredIconLabelDescriptionList"/>
    <dgm:cxn modelId="{3DBB5D37-F7A0-479F-8F05-4FEF3FBC0CA0}" type="presOf" srcId="{7287C0BD-141A-4C99-A87E-83C6D98CC82C}" destId="{3D4C48BA-8ACA-439C-BAF5-212CBC5BC9F7}" srcOrd="0" destOrd="1" presId="urn:microsoft.com/office/officeart/2018/5/layout/CenteredIconLabelDescriptionList"/>
    <dgm:cxn modelId="{401ACF38-CE90-4BEF-9BDF-76A2F73B0E93}" type="presOf" srcId="{914DB461-DCA9-42FB-9317-A34E383923C8}" destId="{BF02B769-A14B-4A50-9FF9-C26E7ABB2BED}" srcOrd="0" destOrd="1" presId="urn:microsoft.com/office/officeart/2018/5/layout/CenteredIconLabelDescriptionList"/>
    <dgm:cxn modelId="{C408F744-782F-43FB-A097-B2F78B23910D}" type="presOf" srcId="{97D4DCDD-E661-410E-AA13-524118F6E738}" destId="{D4E9ABD8-C92A-40D7-944A-0D96825D7E10}" srcOrd="0" destOrd="1" presId="urn:microsoft.com/office/officeart/2018/5/layout/CenteredIconLabelDescriptionList"/>
    <dgm:cxn modelId="{46845B65-6CF7-4280-A60E-5AE4E3D3BFDC}" srcId="{1F23AB3D-7FB3-4648-8386-D388697F0230}" destId="{E4D62D70-1675-4926-8D32-76C62887DB01}" srcOrd="2" destOrd="0" parTransId="{43D96B3E-4F3B-4210-810F-EA4D7109407A}" sibTransId="{16A3F874-6971-4A15-87D3-4181702A3B7E}"/>
    <dgm:cxn modelId="{76914349-3B31-4B96-BE48-4635DF2DDC3C}" srcId="{8AA6A0B6-423F-4E70-A985-CED774E7F17A}" destId="{20469CEF-8F2B-43A2-ADB2-24829F4B2E7A}" srcOrd="4" destOrd="0" parTransId="{7F4B756F-7255-40EE-BB86-C66C07CFC5BE}" sibTransId="{977FC878-350C-4886-840A-2420F5C8F251}"/>
    <dgm:cxn modelId="{20D9AD4A-A548-4E73-A344-27ED6F5A1794}" srcId="{8AA6A0B6-423F-4E70-A985-CED774E7F17A}" destId="{97D4DCDD-E661-410E-AA13-524118F6E738}" srcOrd="1" destOrd="0" parTransId="{EC567458-1F07-4AA2-8132-6C1410E3A0F5}" sibTransId="{CC4A0399-BC8D-4877-A2E5-B3DF40FA54E3}"/>
    <dgm:cxn modelId="{407EC472-96A4-4904-9431-A408ECEFCD41}" type="presOf" srcId="{0C60FD1F-A7C1-43B0-8057-357915C62C13}" destId="{D4E9ABD8-C92A-40D7-944A-0D96825D7E10}" srcOrd="0" destOrd="0" presId="urn:microsoft.com/office/officeart/2018/5/layout/CenteredIconLabelDescriptionList"/>
    <dgm:cxn modelId="{DD7E9279-FC6C-4D5B-830C-E1CC08779961}" type="presOf" srcId="{AF099B8F-65EE-45F3-AE85-4D6B18DBD18F}" destId="{BF02B769-A14B-4A50-9FF9-C26E7ABB2BED}" srcOrd="0" destOrd="2" presId="urn:microsoft.com/office/officeart/2018/5/layout/CenteredIconLabelDescriptionList"/>
    <dgm:cxn modelId="{24A99B7B-81AD-4AC5-B971-1562EFAF8B33}" type="presOf" srcId="{A48456CC-7B63-471F-9024-7A97521E8264}" destId="{BF02B769-A14B-4A50-9FF9-C26E7ABB2BED}" srcOrd="0" destOrd="0" presId="urn:microsoft.com/office/officeart/2018/5/layout/CenteredIconLabelDescriptionList"/>
    <dgm:cxn modelId="{A53BF27F-F422-42A4-863E-E18685E449EB}" type="presOf" srcId="{4024937C-F8E6-48FD-8D0E-1C263F2DB270}" destId="{3D4C48BA-8ACA-439C-BAF5-212CBC5BC9F7}" srcOrd="0" destOrd="3" presId="urn:microsoft.com/office/officeart/2018/5/layout/CenteredIconLabelDescriptionList"/>
    <dgm:cxn modelId="{07657780-0BBC-4E82-AC28-99B733091E12}" type="presOf" srcId="{34907DB5-C3B3-4F1C-AA4F-8127CBC4D9FB}" destId="{BF02B769-A14B-4A50-9FF9-C26E7ABB2BED}" srcOrd="0" destOrd="3" presId="urn:microsoft.com/office/officeart/2018/5/layout/CenteredIconLabelDescriptionList"/>
    <dgm:cxn modelId="{93B5B980-A8A4-4D0B-9657-E635D465F12E}" srcId="{0E9D822A-73A7-44FE-AF33-50F8B384FF25}" destId="{A48456CC-7B63-471F-9024-7A97521E8264}" srcOrd="0" destOrd="0" parTransId="{AF774829-F500-407B-A261-3344E679A15D}" sibTransId="{0D4A6BD8-FB2E-423C-ACF6-5DF4122AD4D6}"/>
    <dgm:cxn modelId="{8E36B584-7A77-4E10-9178-A272E456EBDB}" srcId="{1F23AB3D-7FB3-4648-8386-D388697F0230}" destId="{4024937C-F8E6-48FD-8D0E-1C263F2DB270}" srcOrd="3" destOrd="0" parTransId="{98AC40DD-FD31-4262-A502-8989A56C89B5}" sibTransId="{714203C5-6D31-4538-A9B4-5BF21F5EB9B1}"/>
    <dgm:cxn modelId="{47BDBE8B-56CB-4ABF-9CFF-8AB7766692EA}" srcId="{A48456CC-7B63-471F-9024-7A97521E8264}" destId="{AF099B8F-65EE-45F3-AE85-4D6B18DBD18F}" srcOrd="1" destOrd="0" parTransId="{FAF6D016-92D2-475C-96A4-10434AEF1634}" sibTransId="{9AC7FDF3-48DD-47F9-98BF-7978F201E03B}"/>
    <dgm:cxn modelId="{A0DBA19E-9BA6-422B-9B96-DE440A89905D}" type="presOf" srcId="{8AA6A0B6-423F-4E70-A985-CED774E7F17A}" destId="{4A6E819C-F9C5-4B93-A879-8D23B56A5CFF}" srcOrd="0" destOrd="0" presId="urn:microsoft.com/office/officeart/2018/5/layout/CenteredIconLabelDescriptionList"/>
    <dgm:cxn modelId="{2EED45A1-7A7B-4833-A6E7-4322E5EDF781}" srcId="{A48456CC-7B63-471F-9024-7A97521E8264}" destId="{914DB461-DCA9-42FB-9317-A34E383923C8}" srcOrd="0" destOrd="0" parTransId="{0007F54B-7311-4110-B414-656FD7C550E7}" sibTransId="{00FD9A8A-5458-4509-92E8-F80D0E8F3163}"/>
    <dgm:cxn modelId="{3CD688A1-2073-4BB6-BC91-4303C867D5D6}" type="presOf" srcId="{0E9D822A-73A7-44FE-AF33-50F8B384FF25}" destId="{3BA30969-6D4C-4D32-AE89-AE92B3FC1516}" srcOrd="0" destOrd="0" presId="urn:microsoft.com/office/officeart/2018/5/layout/CenteredIconLabelDescriptionList"/>
    <dgm:cxn modelId="{2F17EEA2-9F12-4005-89A1-5809E06B7F84}" type="presOf" srcId="{03E014C8-CC13-423A-B0EE-AB61A729F867}" destId="{BF02B769-A14B-4A50-9FF9-C26E7ABB2BED}" srcOrd="0" destOrd="4" presId="urn:microsoft.com/office/officeart/2018/5/layout/CenteredIconLabelDescriptionList"/>
    <dgm:cxn modelId="{BDCE61A8-2513-4BF3-9C4C-CB73FD7655E3}" type="presOf" srcId="{6C22AAAF-9349-4182-9530-241A7AD9A423}" destId="{D4E9ABD8-C92A-40D7-944A-0D96825D7E10}" srcOrd="0" destOrd="3" presId="urn:microsoft.com/office/officeart/2018/5/layout/CenteredIconLabelDescriptionList"/>
    <dgm:cxn modelId="{7F19DDBD-5940-4E0B-A88F-62A4C5C65A69}" type="presOf" srcId="{E4D62D70-1675-4926-8D32-76C62887DB01}" destId="{3D4C48BA-8ACA-439C-BAF5-212CBC5BC9F7}" srcOrd="0" destOrd="2" presId="urn:microsoft.com/office/officeart/2018/5/layout/CenteredIconLabelDescriptionList"/>
    <dgm:cxn modelId="{346970BF-8928-433D-8A2B-3DB5902FFFCD}" srcId="{A48456CC-7B63-471F-9024-7A97521E8264}" destId="{34907DB5-C3B3-4F1C-AA4F-8127CBC4D9FB}" srcOrd="2" destOrd="0" parTransId="{EAF9D94E-1D26-40EC-A4F8-EF009E4B2B34}" sibTransId="{5F6A15C8-FBCC-4768-8B96-5C6C5AB15673}"/>
    <dgm:cxn modelId="{3A4DE6C0-86F0-41B6-B0FB-52917E423B56}" srcId="{DA4F00CF-0D0B-44A4-B562-541E05846848}" destId="{0E9D822A-73A7-44FE-AF33-50F8B384FF25}" srcOrd="2" destOrd="0" parTransId="{FF7E24BA-4DA1-410F-B469-A244ADDF1DAA}" sibTransId="{2EBDCC67-E78C-404C-831D-E01DD7E76BFD}"/>
    <dgm:cxn modelId="{C391E2CB-28CA-466D-A506-D274B2A1199D}" srcId="{1F23AB3D-7FB3-4648-8386-D388697F0230}" destId="{1163377A-FCA4-4006-A1CF-0D3F6674B044}" srcOrd="0" destOrd="0" parTransId="{60551A57-594F-4C7E-889D-AACC748CF859}" sibTransId="{1DB1E086-223C-420B-B189-28668B0BD83D}"/>
    <dgm:cxn modelId="{07A784D4-9A2B-478E-8EA9-A1BACFDAA867}" srcId="{DA4F00CF-0D0B-44A4-B562-541E05846848}" destId="{1F23AB3D-7FB3-4648-8386-D388697F0230}" srcOrd="0" destOrd="0" parTransId="{F14DB0CD-CA4B-4804-8E0D-703E8D28C905}" sibTransId="{66F4CF97-0490-47A8-9861-38035EAAB99D}"/>
    <dgm:cxn modelId="{C29937D7-8783-408B-9901-03A5822DB559}" type="presOf" srcId="{1F23AB3D-7FB3-4648-8386-D388697F0230}" destId="{0A34AD84-EAD7-4408-AEC5-16784CF03C78}" srcOrd="0" destOrd="0" presId="urn:microsoft.com/office/officeart/2018/5/layout/CenteredIconLabelDescriptionList"/>
    <dgm:cxn modelId="{91F0A9D8-99A2-48B1-AF95-1EAFB5F33987}" srcId="{1F23AB3D-7FB3-4648-8386-D388697F0230}" destId="{7287C0BD-141A-4C99-A87E-83C6D98CC82C}" srcOrd="1" destOrd="0" parTransId="{ECA63445-6E45-465A-9D8E-9B46F5ED0B33}" sibTransId="{CABC32F1-AE9B-442E-90B7-D5B492DBC216}"/>
    <dgm:cxn modelId="{A25C01DA-6510-4158-84E9-3C7FF1B17C53}" srcId="{8AA6A0B6-423F-4E70-A985-CED774E7F17A}" destId="{D1BA4D7D-7343-4987-BAE6-D6D0BEC5CC61}" srcOrd="2" destOrd="0" parTransId="{12D3D0AE-BD23-42F5-8E31-8384F604542E}" sibTransId="{365EBA64-D625-4B51-886A-C6D9B31E475C}"/>
    <dgm:cxn modelId="{E85D8EDA-39E5-4196-8E35-7ECED743CA11}" srcId="{DA4F00CF-0D0B-44A4-B562-541E05846848}" destId="{8AA6A0B6-423F-4E70-A985-CED774E7F17A}" srcOrd="1" destOrd="0" parTransId="{E7373B00-4923-46EB-96C6-86829FE3D187}" sibTransId="{EB8FBD13-06AA-4754-A9B9-63716A96F81D}"/>
    <dgm:cxn modelId="{EA4E87E9-96E7-4A80-A635-AE29E37FB94F}" srcId="{A48456CC-7B63-471F-9024-7A97521E8264}" destId="{03E014C8-CC13-423A-B0EE-AB61A729F867}" srcOrd="3" destOrd="0" parTransId="{BA16895A-794B-4C50-93BC-1A75C951B560}" sibTransId="{353A56C9-5349-4B73-B10B-3520C30AE07A}"/>
    <dgm:cxn modelId="{59FCBAFD-4AC5-4332-B9D1-FE8677CF19BE}" type="presOf" srcId="{D1BA4D7D-7343-4987-BAE6-D6D0BEC5CC61}" destId="{D4E9ABD8-C92A-40D7-944A-0D96825D7E10}" srcOrd="0" destOrd="2" presId="urn:microsoft.com/office/officeart/2018/5/layout/CenteredIconLabelDescriptionList"/>
    <dgm:cxn modelId="{C4802367-B998-4BA9-9DE3-E2FF9B4A0E6E}" type="presParOf" srcId="{574B511F-05D4-4776-BEE0-EF9D15FABF45}" destId="{EB2B3844-23BB-40A7-8D4E-3BE3B2707AD6}" srcOrd="0" destOrd="0" presId="urn:microsoft.com/office/officeart/2018/5/layout/CenteredIconLabelDescriptionList"/>
    <dgm:cxn modelId="{1C5EFA73-A4CD-4C83-86A0-7FA92EC5011D}" type="presParOf" srcId="{EB2B3844-23BB-40A7-8D4E-3BE3B2707AD6}" destId="{B7EFDBFA-3F5C-44DE-B0F9-B839BBC8B719}" srcOrd="0" destOrd="0" presId="urn:microsoft.com/office/officeart/2018/5/layout/CenteredIconLabelDescriptionList"/>
    <dgm:cxn modelId="{22D220D2-3091-4ACD-A275-6CDDA87DD595}" type="presParOf" srcId="{EB2B3844-23BB-40A7-8D4E-3BE3B2707AD6}" destId="{05055255-7B7E-4AD7-A8F2-D158E6018659}" srcOrd="1" destOrd="0" presId="urn:microsoft.com/office/officeart/2018/5/layout/CenteredIconLabelDescriptionList"/>
    <dgm:cxn modelId="{DBE87BB0-778E-4838-A0C6-D48BD07FC3B9}" type="presParOf" srcId="{EB2B3844-23BB-40A7-8D4E-3BE3B2707AD6}" destId="{0A34AD84-EAD7-4408-AEC5-16784CF03C78}" srcOrd="2" destOrd="0" presId="urn:microsoft.com/office/officeart/2018/5/layout/CenteredIconLabelDescriptionList"/>
    <dgm:cxn modelId="{E8633174-AE13-404D-8554-14068538FC20}" type="presParOf" srcId="{EB2B3844-23BB-40A7-8D4E-3BE3B2707AD6}" destId="{8C66A49F-8EED-42DE-9E5E-420132B44FB3}" srcOrd="3" destOrd="0" presId="urn:microsoft.com/office/officeart/2018/5/layout/CenteredIconLabelDescriptionList"/>
    <dgm:cxn modelId="{D805C9CC-B62B-4283-8F22-704BF2EE2809}" type="presParOf" srcId="{EB2B3844-23BB-40A7-8D4E-3BE3B2707AD6}" destId="{3D4C48BA-8ACA-439C-BAF5-212CBC5BC9F7}" srcOrd="4" destOrd="0" presId="urn:microsoft.com/office/officeart/2018/5/layout/CenteredIconLabelDescriptionList"/>
    <dgm:cxn modelId="{4875B4BE-4E0F-4DB6-B244-A92860BAD491}" type="presParOf" srcId="{574B511F-05D4-4776-BEE0-EF9D15FABF45}" destId="{0048DA5C-1BE2-48A1-9E00-3811D6C12571}" srcOrd="1" destOrd="0" presId="urn:microsoft.com/office/officeart/2018/5/layout/CenteredIconLabelDescriptionList"/>
    <dgm:cxn modelId="{A0783BEE-4994-4BD5-9F44-C30895598FD5}" type="presParOf" srcId="{574B511F-05D4-4776-BEE0-EF9D15FABF45}" destId="{C0C765CC-3085-4758-8765-17DD2C450A89}" srcOrd="2" destOrd="0" presId="urn:microsoft.com/office/officeart/2018/5/layout/CenteredIconLabelDescriptionList"/>
    <dgm:cxn modelId="{E268A358-7838-4EDC-ABA6-8D3FF05BE1E0}" type="presParOf" srcId="{C0C765CC-3085-4758-8765-17DD2C450A89}" destId="{129693B0-9D62-4FA5-B074-14E119CE1F27}" srcOrd="0" destOrd="0" presId="urn:microsoft.com/office/officeart/2018/5/layout/CenteredIconLabelDescriptionList"/>
    <dgm:cxn modelId="{8C45866C-2875-4572-A52D-02587F9C7F4A}" type="presParOf" srcId="{C0C765CC-3085-4758-8765-17DD2C450A89}" destId="{53C85EE7-E1E6-41BD-96D1-B3D2BFED6076}" srcOrd="1" destOrd="0" presId="urn:microsoft.com/office/officeart/2018/5/layout/CenteredIconLabelDescriptionList"/>
    <dgm:cxn modelId="{DC49A66B-46F7-4936-B470-345FEDCC02BA}" type="presParOf" srcId="{C0C765CC-3085-4758-8765-17DD2C450A89}" destId="{4A6E819C-F9C5-4B93-A879-8D23B56A5CFF}" srcOrd="2" destOrd="0" presId="urn:microsoft.com/office/officeart/2018/5/layout/CenteredIconLabelDescriptionList"/>
    <dgm:cxn modelId="{AEE4B019-3E12-487A-95A6-03CA58CD3B18}" type="presParOf" srcId="{C0C765CC-3085-4758-8765-17DD2C450A89}" destId="{811BDCD8-EA5C-4528-8BDA-7950C6E018ED}" srcOrd="3" destOrd="0" presId="urn:microsoft.com/office/officeart/2018/5/layout/CenteredIconLabelDescriptionList"/>
    <dgm:cxn modelId="{1CFB910A-85F2-4336-8F5B-324D732CEC01}" type="presParOf" srcId="{C0C765CC-3085-4758-8765-17DD2C450A89}" destId="{D4E9ABD8-C92A-40D7-944A-0D96825D7E10}" srcOrd="4" destOrd="0" presId="urn:microsoft.com/office/officeart/2018/5/layout/CenteredIconLabelDescriptionList"/>
    <dgm:cxn modelId="{9CCAB56B-14D3-4129-BBAD-009BADF86EC6}" type="presParOf" srcId="{574B511F-05D4-4776-BEE0-EF9D15FABF45}" destId="{18A29768-E7B4-47A1-987F-831D7BA48EAC}" srcOrd="3" destOrd="0" presId="urn:microsoft.com/office/officeart/2018/5/layout/CenteredIconLabelDescriptionList"/>
    <dgm:cxn modelId="{3D8C2B20-E85D-48F4-B461-F465D6A421CB}" type="presParOf" srcId="{574B511F-05D4-4776-BEE0-EF9D15FABF45}" destId="{AF392E09-E9A6-433D-92B7-98AF84BB24BE}" srcOrd="4" destOrd="0" presId="urn:microsoft.com/office/officeart/2018/5/layout/CenteredIconLabelDescriptionList"/>
    <dgm:cxn modelId="{AAEF2A51-3EDE-4C0E-A08B-E602848A4EC5}" type="presParOf" srcId="{AF392E09-E9A6-433D-92B7-98AF84BB24BE}" destId="{718EF667-8B28-4104-99CB-E17A1F65B6A8}" srcOrd="0" destOrd="0" presId="urn:microsoft.com/office/officeart/2018/5/layout/CenteredIconLabelDescriptionList"/>
    <dgm:cxn modelId="{9CACA5D5-D9A5-48C6-8679-D0747A877BA2}" type="presParOf" srcId="{AF392E09-E9A6-433D-92B7-98AF84BB24BE}" destId="{E4F91316-9BA5-4FC2-A4FC-9ACA9AB39E29}" srcOrd="1" destOrd="0" presId="urn:microsoft.com/office/officeart/2018/5/layout/CenteredIconLabelDescriptionList"/>
    <dgm:cxn modelId="{5F59701A-5DC2-47A0-BA29-7684E0671DBF}" type="presParOf" srcId="{AF392E09-E9A6-433D-92B7-98AF84BB24BE}" destId="{3BA30969-6D4C-4D32-AE89-AE92B3FC1516}" srcOrd="2" destOrd="0" presId="urn:microsoft.com/office/officeart/2018/5/layout/CenteredIconLabelDescriptionList"/>
    <dgm:cxn modelId="{8B940F8E-965F-41FB-969E-2860388C9F88}" type="presParOf" srcId="{AF392E09-E9A6-433D-92B7-98AF84BB24BE}" destId="{EA171B33-BFE0-4BA7-A581-6F98D02D9FE4}" srcOrd="3" destOrd="0" presId="urn:microsoft.com/office/officeart/2018/5/layout/CenteredIconLabelDescriptionList"/>
    <dgm:cxn modelId="{A22235D3-7A9E-4804-865E-3BCAFFF19029}" type="presParOf" srcId="{AF392E09-E9A6-433D-92B7-98AF84BB24BE}" destId="{BF02B769-A14B-4A50-9FF9-C26E7ABB2BE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F9335E5-A0D9-4C89-9041-E1809DD6FF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53B4212-E86F-418C-AA41-48AECF1762A6}">
      <dgm:prSet/>
      <dgm:spPr/>
      <dgm:t>
        <a:bodyPr/>
        <a:lstStyle/>
        <a:p>
          <a:pPr>
            <a:defRPr b="1"/>
          </a:pPr>
          <a:r>
            <a:rPr lang="pt-BR" b="1"/>
            <a:t>🎯 Objetivo:</a:t>
          </a:r>
          <a:endParaRPr lang="en-US"/>
        </a:p>
      </dgm:t>
    </dgm:pt>
    <dgm:pt modelId="{FAC8F0E9-BF47-41EB-B0B3-95867240215A}" type="parTrans" cxnId="{94360139-F5DA-416E-B589-AB3C3C14A28A}">
      <dgm:prSet/>
      <dgm:spPr/>
      <dgm:t>
        <a:bodyPr/>
        <a:lstStyle/>
        <a:p>
          <a:endParaRPr lang="en-US"/>
        </a:p>
      </dgm:t>
    </dgm:pt>
    <dgm:pt modelId="{4A331D20-FA81-480B-A0B3-3F3982581CDB}" type="sibTrans" cxnId="{94360139-F5DA-416E-B589-AB3C3C14A28A}">
      <dgm:prSet/>
      <dgm:spPr/>
      <dgm:t>
        <a:bodyPr/>
        <a:lstStyle/>
        <a:p>
          <a:endParaRPr lang="en-US"/>
        </a:p>
      </dgm:t>
    </dgm:pt>
    <dgm:pt modelId="{C4FBFE2E-0A77-4631-B03D-674D690DDBEA}">
      <dgm:prSet/>
      <dgm:spPr/>
      <dgm:t>
        <a:bodyPr/>
        <a:lstStyle/>
        <a:p>
          <a:r>
            <a:rPr lang="pt-BR"/>
            <a:t>Planejar, de forma teórica, a aplicação de um modelo de </a:t>
          </a:r>
          <a:r>
            <a:rPr lang="pt-BR" b="1"/>
            <a:t>Machine Learning</a:t>
          </a:r>
          <a:r>
            <a:rPr lang="pt-BR"/>
            <a:t> para resolver um problema real ou hipotético, com foco na </a:t>
          </a:r>
          <a:r>
            <a:rPr lang="pt-BR" b="1"/>
            <a:t>análise crítica, justificativa técnica e aplicação dos conceitos abordados em aula</a:t>
          </a:r>
          <a:r>
            <a:rPr lang="pt-BR"/>
            <a:t>.</a:t>
          </a:r>
          <a:endParaRPr lang="en-US"/>
        </a:p>
      </dgm:t>
    </dgm:pt>
    <dgm:pt modelId="{6DB82824-E9F4-4B34-AB50-C20155E9C89F}" type="parTrans" cxnId="{8782E85D-D240-4F9A-8557-9312D80643ED}">
      <dgm:prSet/>
      <dgm:spPr/>
      <dgm:t>
        <a:bodyPr/>
        <a:lstStyle/>
        <a:p>
          <a:endParaRPr lang="en-US"/>
        </a:p>
      </dgm:t>
    </dgm:pt>
    <dgm:pt modelId="{3C215AAE-45BB-47FB-BA15-F6AA60128F88}" type="sibTrans" cxnId="{8782E85D-D240-4F9A-8557-9312D80643ED}">
      <dgm:prSet/>
      <dgm:spPr/>
      <dgm:t>
        <a:bodyPr/>
        <a:lstStyle/>
        <a:p>
          <a:endParaRPr lang="en-US"/>
        </a:p>
      </dgm:t>
    </dgm:pt>
    <dgm:pt modelId="{D643E837-9CD8-4BDE-B2A3-13CC8C933A28}">
      <dgm:prSet/>
      <dgm:spPr/>
      <dgm:t>
        <a:bodyPr/>
        <a:lstStyle/>
        <a:p>
          <a:pPr>
            <a:defRPr b="1"/>
          </a:pPr>
          <a:r>
            <a:rPr lang="pt-BR" b="1"/>
            <a:t>📌 Instruções:</a:t>
          </a:r>
          <a:endParaRPr lang="en-US"/>
        </a:p>
      </dgm:t>
    </dgm:pt>
    <dgm:pt modelId="{4C566C31-500D-42DC-8A10-1AB69BF2067B}" type="parTrans" cxnId="{7AE0E00E-08D7-4DE1-840C-79D0F7E04B69}">
      <dgm:prSet/>
      <dgm:spPr/>
      <dgm:t>
        <a:bodyPr/>
        <a:lstStyle/>
        <a:p>
          <a:endParaRPr lang="en-US"/>
        </a:p>
      </dgm:t>
    </dgm:pt>
    <dgm:pt modelId="{6D91009B-7B6A-49C9-AC3D-D075FDAE3DBB}" type="sibTrans" cxnId="{7AE0E00E-08D7-4DE1-840C-79D0F7E04B69}">
      <dgm:prSet/>
      <dgm:spPr/>
      <dgm:t>
        <a:bodyPr/>
        <a:lstStyle/>
        <a:p>
          <a:endParaRPr lang="en-US"/>
        </a:p>
      </dgm:t>
    </dgm:pt>
    <dgm:pt modelId="{00B1F060-424E-4494-95B9-A409B7AC3595}">
      <dgm:prSet/>
      <dgm:spPr/>
      <dgm:t>
        <a:bodyPr/>
        <a:lstStyle/>
        <a:p>
          <a:r>
            <a:rPr lang="pt-BR"/>
            <a:t>O grupo deve elaborar um plano conceitual para uso de Machine Learning, com base:</a:t>
          </a:r>
          <a:endParaRPr lang="en-US"/>
        </a:p>
      </dgm:t>
    </dgm:pt>
    <dgm:pt modelId="{75AFED50-E588-4E12-867E-C45D4968E725}" type="parTrans" cxnId="{DAEEB362-CBCA-4F3D-A279-98B0CA1A5FA8}">
      <dgm:prSet/>
      <dgm:spPr/>
      <dgm:t>
        <a:bodyPr/>
        <a:lstStyle/>
        <a:p>
          <a:endParaRPr lang="en-US"/>
        </a:p>
      </dgm:t>
    </dgm:pt>
    <dgm:pt modelId="{1CBD1EEE-FDA9-4E27-8850-7C91E66D7747}" type="sibTrans" cxnId="{DAEEB362-CBCA-4F3D-A279-98B0CA1A5FA8}">
      <dgm:prSet/>
      <dgm:spPr/>
      <dgm:t>
        <a:bodyPr/>
        <a:lstStyle/>
        <a:p>
          <a:endParaRPr lang="en-US"/>
        </a:p>
      </dgm:t>
    </dgm:pt>
    <dgm:pt modelId="{7D48B31D-71E3-44FB-8AD8-805020CCBFA2}">
      <dgm:prSet/>
      <dgm:spPr/>
      <dgm:t>
        <a:bodyPr/>
        <a:lstStyle/>
        <a:p>
          <a:r>
            <a:rPr lang="pt-BR"/>
            <a:t>No </a:t>
          </a:r>
          <a:r>
            <a:rPr lang="pt-BR" b="1"/>
            <a:t>tema do trabalho final</a:t>
          </a:r>
          <a:r>
            <a:rPr lang="pt-BR"/>
            <a:t> de vocês, </a:t>
          </a:r>
          <a:r>
            <a:rPr lang="pt-BR" b="1"/>
            <a:t>ou</a:t>
          </a:r>
          <a:endParaRPr lang="en-US"/>
        </a:p>
      </dgm:t>
    </dgm:pt>
    <dgm:pt modelId="{AE4D00DB-376F-45D3-ADDA-0710C6FEBF7A}" type="parTrans" cxnId="{965DEEB4-11E4-4D8E-83D7-978A5FC7BBFB}">
      <dgm:prSet/>
      <dgm:spPr/>
      <dgm:t>
        <a:bodyPr/>
        <a:lstStyle/>
        <a:p>
          <a:endParaRPr lang="en-US"/>
        </a:p>
      </dgm:t>
    </dgm:pt>
    <dgm:pt modelId="{60910B16-E890-4BF1-99C0-59E8C6E85CC4}" type="sibTrans" cxnId="{965DEEB4-11E4-4D8E-83D7-978A5FC7BBFB}">
      <dgm:prSet/>
      <dgm:spPr/>
      <dgm:t>
        <a:bodyPr/>
        <a:lstStyle/>
        <a:p>
          <a:endParaRPr lang="en-US"/>
        </a:p>
      </dgm:t>
    </dgm:pt>
    <dgm:pt modelId="{28C92F1B-30A5-4480-A9DB-176CDF02014F}">
      <dgm:prSet/>
      <dgm:spPr/>
      <dgm:t>
        <a:bodyPr/>
        <a:lstStyle/>
        <a:p>
          <a:r>
            <a:rPr lang="pt-BR"/>
            <a:t>No problema hipotético discutido em sala:</a:t>
          </a:r>
          <a:br>
            <a:rPr lang="pt-BR"/>
          </a:br>
          <a:r>
            <a:rPr lang="pt-BR"/>
            <a:t>👉 </a:t>
          </a:r>
          <a:r>
            <a:rPr lang="pt-BR" i="1"/>
            <a:t>"Como podemos utilizar dados e inteligência artificial para melhorar a experiência dos alunos no CEUB?"</a:t>
          </a:r>
          <a:br>
            <a:rPr lang="pt-BR"/>
          </a:br>
          <a:r>
            <a:rPr lang="pt-BR"/>
            <a:t>(Ex: prever evasão, mapear sentimento dos alunos nas redes, otimizar agendamentos, etc.)</a:t>
          </a:r>
          <a:endParaRPr lang="en-US"/>
        </a:p>
      </dgm:t>
    </dgm:pt>
    <dgm:pt modelId="{DAB38869-D7EF-481B-8084-DD9F91DE408E}" type="parTrans" cxnId="{122C341F-5360-4F17-B8FC-60AF443B0451}">
      <dgm:prSet/>
      <dgm:spPr/>
      <dgm:t>
        <a:bodyPr/>
        <a:lstStyle/>
        <a:p>
          <a:endParaRPr lang="en-US"/>
        </a:p>
      </dgm:t>
    </dgm:pt>
    <dgm:pt modelId="{93F00FCE-E34F-4FD1-A616-A50FFE469D8C}" type="sibTrans" cxnId="{122C341F-5360-4F17-B8FC-60AF443B0451}">
      <dgm:prSet/>
      <dgm:spPr/>
      <dgm:t>
        <a:bodyPr/>
        <a:lstStyle/>
        <a:p>
          <a:endParaRPr lang="en-US"/>
        </a:p>
      </dgm:t>
    </dgm:pt>
    <dgm:pt modelId="{7E34FC89-52CE-450E-A55A-91F1732ABB1D}" type="pres">
      <dgm:prSet presAssocID="{6F9335E5-A0D9-4C89-9041-E1809DD6FFBC}" presName="root" presStyleCnt="0">
        <dgm:presLayoutVars>
          <dgm:dir/>
          <dgm:resizeHandles val="exact"/>
        </dgm:presLayoutVars>
      </dgm:prSet>
      <dgm:spPr/>
    </dgm:pt>
    <dgm:pt modelId="{9D1D37FE-4498-4863-B421-35AC8458D389}" type="pres">
      <dgm:prSet presAssocID="{F53B4212-E86F-418C-AA41-48AECF1762A6}" presName="compNode" presStyleCnt="0"/>
      <dgm:spPr/>
    </dgm:pt>
    <dgm:pt modelId="{62E6A277-7723-40E2-8053-336F5B8ECA9D}" type="pres">
      <dgm:prSet presAssocID="{F53B4212-E86F-418C-AA41-48AECF1762A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9A5F171-E046-4B31-A102-3423012F38A6}" type="pres">
      <dgm:prSet presAssocID="{F53B4212-E86F-418C-AA41-48AECF1762A6}" presName="iconSpace" presStyleCnt="0"/>
      <dgm:spPr/>
    </dgm:pt>
    <dgm:pt modelId="{49B2FF50-7B23-4A93-B049-90C34DA249FD}" type="pres">
      <dgm:prSet presAssocID="{F53B4212-E86F-418C-AA41-48AECF1762A6}" presName="parTx" presStyleLbl="revTx" presStyleIdx="0" presStyleCnt="4">
        <dgm:presLayoutVars>
          <dgm:chMax val="0"/>
          <dgm:chPref val="0"/>
        </dgm:presLayoutVars>
      </dgm:prSet>
      <dgm:spPr/>
    </dgm:pt>
    <dgm:pt modelId="{C7D58056-DFFF-4EA3-9A87-F1E673DDF715}" type="pres">
      <dgm:prSet presAssocID="{F53B4212-E86F-418C-AA41-48AECF1762A6}" presName="txSpace" presStyleCnt="0"/>
      <dgm:spPr/>
    </dgm:pt>
    <dgm:pt modelId="{4385D2E6-F19D-47B6-B8F8-31940AF6CD85}" type="pres">
      <dgm:prSet presAssocID="{F53B4212-E86F-418C-AA41-48AECF1762A6}" presName="desTx" presStyleLbl="revTx" presStyleIdx="1" presStyleCnt="4">
        <dgm:presLayoutVars/>
      </dgm:prSet>
      <dgm:spPr/>
    </dgm:pt>
    <dgm:pt modelId="{E8152F89-CFF6-4661-9A92-4ED6185D30B1}" type="pres">
      <dgm:prSet presAssocID="{4A331D20-FA81-480B-A0B3-3F3982581CDB}" presName="sibTrans" presStyleCnt="0"/>
      <dgm:spPr/>
    </dgm:pt>
    <dgm:pt modelId="{477A3473-9510-41B3-A97F-E17DA3A3F9AA}" type="pres">
      <dgm:prSet presAssocID="{D643E837-9CD8-4BDE-B2A3-13CC8C933A28}" presName="compNode" presStyleCnt="0"/>
      <dgm:spPr/>
    </dgm:pt>
    <dgm:pt modelId="{CD1A6B64-15D0-49D9-9FB6-88E27AA5F75F}" type="pres">
      <dgm:prSet presAssocID="{D643E837-9CD8-4BDE-B2A3-13CC8C933A2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94D5FACA-9E11-403E-92CC-0E7860F4DDFC}" type="pres">
      <dgm:prSet presAssocID="{D643E837-9CD8-4BDE-B2A3-13CC8C933A28}" presName="iconSpace" presStyleCnt="0"/>
      <dgm:spPr/>
    </dgm:pt>
    <dgm:pt modelId="{4B75C91B-A680-4146-9221-4A0411C52052}" type="pres">
      <dgm:prSet presAssocID="{D643E837-9CD8-4BDE-B2A3-13CC8C933A28}" presName="parTx" presStyleLbl="revTx" presStyleIdx="2" presStyleCnt="4">
        <dgm:presLayoutVars>
          <dgm:chMax val="0"/>
          <dgm:chPref val="0"/>
        </dgm:presLayoutVars>
      </dgm:prSet>
      <dgm:spPr/>
    </dgm:pt>
    <dgm:pt modelId="{BAFFC5B2-B807-4E14-8FCF-E8F8C4D0A10F}" type="pres">
      <dgm:prSet presAssocID="{D643E837-9CD8-4BDE-B2A3-13CC8C933A28}" presName="txSpace" presStyleCnt="0"/>
      <dgm:spPr/>
    </dgm:pt>
    <dgm:pt modelId="{FDCF94EB-F5C8-441E-B384-567FE4B566F9}" type="pres">
      <dgm:prSet presAssocID="{D643E837-9CD8-4BDE-B2A3-13CC8C933A28}" presName="desTx" presStyleLbl="revTx" presStyleIdx="3" presStyleCnt="4">
        <dgm:presLayoutVars/>
      </dgm:prSet>
      <dgm:spPr/>
    </dgm:pt>
  </dgm:ptLst>
  <dgm:cxnLst>
    <dgm:cxn modelId="{D1C4C80D-9CAF-4BC5-9DBE-988F6C9F868D}" type="presOf" srcId="{6F9335E5-A0D9-4C89-9041-E1809DD6FFBC}" destId="{7E34FC89-52CE-450E-A55A-91F1732ABB1D}" srcOrd="0" destOrd="0" presId="urn:microsoft.com/office/officeart/2018/5/layout/CenteredIconLabelDescriptionList"/>
    <dgm:cxn modelId="{7AE0E00E-08D7-4DE1-840C-79D0F7E04B69}" srcId="{6F9335E5-A0D9-4C89-9041-E1809DD6FFBC}" destId="{D643E837-9CD8-4BDE-B2A3-13CC8C933A28}" srcOrd="1" destOrd="0" parTransId="{4C566C31-500D-42DC-8A10-1AB69BF2067B}" sibTransId="{6D91009B-7B6A-49C9-AC3D-D075FDAE3DBB}"/>
    <dgm:cxn modelId="{4F751A10-7C0E-4F69-A6C4-B3E20DD51754}" type="presOf" srcId="{C4FBFE2E-0A77-4631-B03D-674D690DDBEA}" destId="{4385D2E6-F19D-47B6-B8F8-31940AF6CD85}" srcOrd="0" destOrd="0" presId="urn:microsoft.com/office/officeart/2018/5/layout/CenteredIconLabelDescriptionList"/>
    <dgm:cxn modelId="{122C341F-5360-4F17-B8FC-60AF443B0451}" srcId="{00B1F060-424E-4494-95B9-A409B7AC3595}" destId="{28C92F1B-30A5-4480-A9DB-176CDF02014F}" srcOrd="1" destOrd="0" parTransId="{DAB38869-D7EF-481B-8084-DD9F91DE408E}" sibTransId="{93F00FCE-E34F-4FD1-A616-A50FFE469D8C}"/>
    <dgm:cxn modelId="{6ACE3E25-AC53-443C-8023-EA0ED4B1899A}" type="presOf" srcId="{7D48B31D-71E3-44FB-8AD8-805020CCBFA2}" destId="{FDCF94EB-F5C8-441E-B384-567FE4B566F9}" srcOrd="0" destOrd="1" presId="urn:microsoft.com/office/officeart/2018/5/layout/CenteredIconLabelDescriptionList"/>
    <dgm:cxn modelId="{94360139-F5DA-416E-B589-AB3C3C14A28A}" srcId="{6F9335E5-A0D9-4C89-9041-E1809DD6FFBC}" destId="{F53B4212-E86F-418C-AA41-48AECF1762A6}" srcOrd="0" destOrd="0" parTransId="{FAC8F0E9-BF47-41EB-B0B3-95867240215A}" sibTransId="{4A331D20-FA81-480B-A0B3-3F3982581CDB}"/>
    <dgm:cxn modelId="{13E8905B-F7C7-4BD5-B988-A511A7EF16C0}" type="presOf" srcId="{D643E837-9CD8-4BDE-B2A3-13CC8C933A28}" destId="{4B75C91B-A680-4146-9221-4A0411C52052}" srcOrd="0" destOrd="0" presId="urn:microsoft.com/office/officeart/2018/5/layout/CenteredIconLabelDescriptionList"/>
    <dgm:cxn modelId="{8782E85D-D240-4F9A-8557-9312D80643ED}" srcId="{F53B4212-E86F-418C-AA41-48AECF1762A6}" destId="{C4FBFE2E-0A77-4631-B03D-674D690DDBEA}" srcOrd="0" destOrd="0" parTransId="{6DB82824-E9F4-4B34-AB50-C20155E9C89F}" sibTransId="{3C215AAE-45BB-47FB-BA15-F6AA60128F88}"/>
    <dgm:cxn modelId="{DAEEB362-CBCA-4F3D-A279-98B0CA1A5FA8}" srcId="{D643E837-9CD8-4BDE-B2A3-13CC8C933A28}" destId="{00B1F060-424E-4494-95B9-A409B7AC3595}" srcOrd="0" destOrd="0" parTransId="{75AFED50-E588-4E12-867E-C45D4968E725}" sibTransId="{1CBD1EEE-FDA9-4E27-8850-7C91E66D7747}"/>
    <dgm:cxn modelId="{1632E46B-1B38-47E1-8926-8766D590A0F4}" type="presOf" srcId="{F53B4212-E86F-418C-AA41-48AECF1762A6}" destId="{49B2FF50-7B23-4A93-B049-90C34DA249FD}" srcOrd="0" destOrd="0" presId="urn:microsoft.com/office/officeart/2018/5/layout/CenteredIconLabelDescriptionList"/>
    <dgm:cxn modelId="{965DEEB4-11E4-4D8E-83D7-978A5FC7BBFB}" srcId="{00B1F060-424E-4494-95B9-A409B7AC3595}" destId="{7D48B31D-71E3-44FB-8AD8-805020CCBFA2}" srcOrd="0" destOrd="0" parTransId="{AE4D00DB-376F-45D3-ADDA-0710C6FEBF7A}" sibTransId="{60910B16-E890-4BF1-99C0-59E8C6E85CC4}"/>
    <dgm:cxn modelId="{05C966D7-9E16-4421-BB31-EAF976324B50}" type="presOf" srcId="{28C92F1B-30A5-4480-A9DB-176CDF02014F}" destId="{FDCF94EB-F5C8-441E-B384-567FE4B566F9}" srcOrd="0" destOrd="2" presId="urn:microsoft.com/office/officeart/2018/5/layout/CenteredIconLabelDescriptionList"/>
    <dgm:cxn modelId="{9E43CBEA-EAE5-414A-AE78-64452D770C6D}" type="presOf" srcId="{00B1F060-424E-4494-95B9-A409B7AC3595}" destId="{FDCF94EB-F5C8-441E-B384-567FE4B566F9}" srcOrd="0" destOrd="0" presId="urn:microsoft.com/office/officeart/2018/5/layout/CenteredIconLabelDescriptionList"/>
    <dgm:cxn modelId="{2E5D0435-AB84-459B-9255-41F2E000A7B5}" type="presParOf" srcId="{7E34FC89-52CE-450E-A55A-91F1732ABB1D}" destId="{9D1D37FE-4498-4863-B421-35AC8458D389}" srcOrd="0" destOrd="0" presId="urn:microsoft.com/office/officeart/2018/5/layout/CenteredIconLabelDescriptionList"/>
    <dgm:cxn modelId="{1C277A06-16B2-4C49-B30A-9C230DA8E539}" type="presParOf" srcId="{9D1D37FE-4498-4863-B421-35AC8458D389}" destId="{62E6A277-7723-40E2-8053-336F5B8ECA9D}" srcOrd="0" destOrd="0" presId="urn:microsoft.com/office/officeart/2018/5/layout/CenteredIconLabelDescriptionList"/>
    <dgm:cxn modelId="{64B3DC68-01B9-471F-8F75-520409E706AB}" type="presParOf" srcId="{9D1D37FE-4498-4863-B421-35AC8458D389}" destId="{69A5F171-E046-4B31-A102-3423012F38A6}" srcOrd="1" destOrd="0" presId="urn:microsoft.com/office/officeart/2018/5/layout/CenteredIconLabelDescriptionList"/>
    <dgm:cxn modelId="{B04CE602-0845-46AE-8577-9E1D7219BEC8}" type="presParOf" srcId="{9D1D37FE-4498-4863-B421-35AC8458D389}" destId="{49B2FF50-7B23-4A93-B049-90C34DA249FD}" srcOrd="2" destOrd="0" presId="urn:microsoft.com/office/officeart/2018/5/layout/CenteredIconLabelDescriptionList"/>
    <dgm:cxn modelId="{A7457E3B-470F-4F2F-AFA4-D7A01712815F}" type="presParOf" srcId="{9D1D37FE-4498-4863-B421-35AC8458D389}" destId="{C7D58056-DFFF-4EA3-9A87-F1E673DDF715}" srcOrd="3" destOrd="0" presId="urn:microsoft.com/office/officeart/2018/5/layout/CenteredIconLabelDescriptionList"/>
    <dgm:cxn modelId="{1BD143C4-9A78-4E5F-A1E0-489781511264}" type="presParOf" srcId="{9D1D37FE-4498-4863-B421-35AC8458D389}" destId="{4385D2E6-F19D-47B6-B8F8-31940AF6CD85}" srcOrd="4" destOrd="0" presId="urn:microsoft.com/office/officeart/2018/5/layout/CenteredIconLabelDescriptionList"/>
    <dgm:cxn modelId="{71718D99-6054-4C36-B7B8-E95F4321188E}" type="presParOf" srcId="{7E34FC89-52CE-450E-A55A-91F1732ABB1D}" destId="{E8152F89-CFF6-4661-9A92-4ED6185D30B1}" srcOrd="1" destOrd="0" presId="urn:microsoft.com/office/officeart/2018/5/layout/CenteredIconLabelDescriptionList"/>
    <dgm:cxn modelId="{53AAA07D-22F3-440B-8A37-9131DF5CD9B8}" type="presParOf" srcId="{7E34FC89-52CE-450E-A55A-91F1732ABB1D}" destId="{477A3473-9510-41B3-A97F-E17DA3A3F9AA}" srcOrd="2" destOrd="0" presId="urn:microsoft.com/office/officeart/2018/5/layout/CenteredIconLabelDescriptionList"/>
    <dgm:cxn modelId="{16D8EA0D-5DE6-4AF7-BE09-8581DD8F9633}" type="presParOf" srcId="{477A3473-9510-41B3-A97F-E17DA3A3F9AA}" destId="{CD1A6B64-15D0-49D9-9FB6-88E27AA5F75F}" srcOrd="0" destOrd="0" presId="urn:microsoft.com/office/officeart/2018/5/layout/CenteredIconLabelDescriptionList"/>
    <dgm:cxn modelId="{91D8F084-6413-4B57-9866-294600478C43}" type="presParOf" srcId="{477A3473-9510-41B3-A97F-E17DA3A3F9AA}" destId="{94D5FACA-9E11-403E-92CC-0E7860F4DDFC}" srcOrd="1" destOrd="0" presId="urn:microsoft.com/office/officeart/2018/5/layout/CenteredIconLabelDescriptionList"/>
    <dgm:cxn modelId="{DCF68445-704B-4266-99E6-1D6334EB3210}" type="presParOf" srcId="{477A3473-9510-41B3-A97F-E17DA3A3F9AA}" destId="{4B75C91B-A680-4146-9221-4A0411C52052}" srcOrd="2" destOrd="0" presId="urn:microsoft.com/office/officeart/2018/5/layout/CenteredIconLabelDescriptionList"/>
    <dgm:cxn modelId="{6982532D-A1A3-47AD-92DC-4F4B1EFD31BF}" type="presParOf" srcId="{477A3473-9510-41B3-A97F-E17DA3A3F9AA}" destId="{BAFFC5B2-B807-4E14-8FCF-E8F8C4D0A10F}" srcOrd="3" destOrd="0" presId="urn:microsoft.com/office/officeart/2018/5/layout/CenteredIconLabelDescriptionList"/>
    <dgm:cxn modelId="{A1731BC3-76A6-41EE-8736-2F45188ABCC9}" type="presParOf" srcId="{477A3473-9510-41B3-A97F-E17DA3A3F9AA}" destId="{FDCF94EB-F5C8-441E-B384-567FE4B566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9D89759-2A3E-4F5F-B2D5-E4D0C3D1BC5C}" type="doc">
      <dgm:prSet loTypeId="urn:microsoft.com/office/officeart/2016/7/layout/VerticalSolidActionLis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86E657-6813-43BC-9463-3A4E67FE0012}">
      <dgm:prSet/>
      <dgm:spPr/>
      <dgm:t>
        <a:bodyPr/>
        <a:lstStyle/>
        <a:p>
          <a:pPr algn="l"/>
          <a:r>
            <a:rPr lang="pt-BR" b="1" dirty="0"/>
            <a:t>1️⃣ Problema</a:t>
          </a:r>
          <a:endParaRPr lang="en-US" dirty="0"/>
        </a:p>
      </dgm:t>
    </dgm:pt>
    <dgm:pt modelId="{54404CC1-4892-47A8-8680-978C25BC1C9A}" type="parTrans" cxnId="{1246521B-ADD7-4205-B3EC-CDCE25475107}">
      <dgm:prSet/>
      <dgm:spPr/>
      <dgm:t>
        <a:bodyPr/>
        <a:lstStyle/>
        <a:p>
          <a:pPr algn="l"/>
          <a:endParaRPr lang="en-US"/>
        </a:p>
      </dgm:t>
    </dgm:pt>
    <dgm:pt modelId="{F3210027-E368-4BC3-9A95-9E50C83A6F77}" type="sibTrans" cxnId="{1246521B-ADD7-4205-B3EC-CDCE25475107}">
      <dgm:prSet/>
      <dgm:spPr/>
      <dgm:t>
        <a:bodyPr/>
        <a:lstStyle/>
        <a:p>
          <a:pPr algn="l"/>
          <a:endParaRPr lang="en-US"/>
        </a:p>
      </dgm:t>
    </dgm:pt>
    <dgm:pt modelId="{80EF57E1-9848-4A76-872F-030A56635E70}">
      <dgm:prSet/>
      <dgm:spPr/>
      <dgm:t>
        <a:bodyPr/>
        <a:lstStyle/>
        <a:p>
          <a:pPr algn="l"/>
          <a:r>
            <a:rPr lang="pt-BR"/>
            <a:t>Qual o problema real ou hipotético a ser resolvido?</a:t>
          </a:r>
          <a:endParaRPr lang="en-US"/>
        </a:p>
      </dgm:t>
    </dgm:pt>
    <dgm:pt modelId="{33DBFC29-B79F-47CF-870A-3EEAC0F70C38}" type="parTrans" cxnId="{ADB0CBF5-87A3-4C27-813A-737486467521}">
      <dgm:prSet/>
      <dgm:spPr/>
      <dgm:t>
        <a:bodyPr/>
        <a:lstStyle/>
        <a:p>
          <a:pPr algn="l"/>
          <a:endParaRPr lang="en-US"/>
        </a:p>
      </dgm:t>
    </dgm:pt>
    <dgm:pt modelId="{454F9491-BE54-46BE-B9D3-11C5B89FAF0F}" type="sibTrans" cxnId="{ADB0CBF5-87A3-4C27-813A-737486467521}">
      <dgm:prSet/>
      <dgm:spPr/>
      <dgm:t>
        <a:bodyPr/>
        <a:lstStyle/>
        <a:p>
          <a:pPr algn="l"/>
          <a:endParaRPr lang="en-US"/>
        </a:p>
      </dgm:t>
    </dgm:pt>
    <dgm:pt modelId="{23679A95-A93B-4517-B2CA-7BF0FD111D90}">
      <dgm:prSet/>
      <dgm:spPr/>
      <dgm:t>
        <a:bodyPr/>
        <a:lstStyle/>
        <a:p>
          <a:pPr algn="l"/>
          <a:r>
            <a:rPr lang="pt-BR"/>
            <a:t>Justifique a relevância e impacto da solução.</a:t>
          </a:r>
          <a:endParaRPr lang="en-US"/>
        </a:p>
      </dgm:t>
    </dgm:pt>
    <dgm:pt modelId="{B31787D0-0139-4450-B1DC-661DFBEBD966}" type="parTrans" cxnId="{71625E3A-FA29-403D-A543-AEAB46F22001}">
      <dgm:prSet/>
      <dgm:spPr/>
      <dgm:t>
        <a:bodyPr/>
        <a:lstStyle/>
        <a:p>
          <a:pPr algn="l"/>
          <a:endParaRPr lang="en-US"/>
        </a:p>
      </dgm:t>
    </dgm:pt>
    <dgm:pt modelId="{07B9C5D7-9E8B-48DA-BE4A-DB1D2D4DA147}" type="sibTrans" cxnId="{71625E3A-FA29-403D-A543-AEAB46F22001}">
      <dgm:prSet/>
      <dgm:spPr/>
      <dgm:t>
        <a:bodyPr/>
        <a:lstStyle/>
        <a:p>
          <a:pPr algn="l"/>
          <a:endParaRPr lang="en-US"/>
        </a:p>
      </dgm:t>
    </dgm:pt>
    <dgm:pt modelId="{E8E9A3EC-A922-4CE5-9A0B-960C1BBB12A8}">
      <dgm:prSet/>
      <dgm:spPr/>
      <dgm:t>
        <a:bodyPr/>
        <a:lstStyle/>
        <a:p>
          <a:pPr algn="l"/>
          <a:r>
            <a:rPr lang="pt-BR" b="1"/>
            <a:t>2️⃣ Base de Dados</a:t>
          </a:r>
          <a:endParaRPr lang="en-US"/>
        </a:p>
      </dgm:t>
    </dgm:pt>
    <dgm:pt modelId="{5C2987E7-C148-46D9-9B09-58DE3551193E}" type="parTrans" cxnId="{BA048EF9-6885-488B-B242-B5AA0643EBEB}">
      <dgm:prSet/>
      <dgm:spPr/>
      <dgm:t>
        <a:bodyPr/>
        <a:lstStyle/>
        <a:p>
          <a:pPr algn="l"/>
          <a:endParaRPr lang="en-US"/>
        </a:p>
      </dgm:t>
    </dgm:pt>
    <dgm:pt modelId="{A7F71226-4CD7-4005-BCA2-DC5077D08750}" type="sibTrans" cxnId="{BA048EF9-6885-488B-B242-B5AA0643EBEB}">
      <dgm:prSet/>
      <dgm:spPr/>
      <dgm:t>
        <a:bodyPr/>
        <a:lstStyle/>
        <a:p>
          <a:pPr algn="l"/>
          <a:endParaRPr lang="en-US"/>
        </a:p>
      </dgm:t>
    </dgm:pt>
    <dgm:pt modelId="{0C6772E9-7B98-4983-BE92-CEC3422DF988}">
      <dgm:prSet/>
      <dgm:spPr/>
      <dgm:t>
        <a:bodyPr/>
        <a:lstStyle/>
        <a:p>
          <a:pPr algn="l"/>
          <a:r>
            <a:rPr lang="pt-BR"/>
            <a:t>Que dados seriam utilizados?</a:t>
          </a:r>
          <a:endParaRPr lang="en-US"/>
        </a:p>
      </dgm:t>
    </dgm:pt>
    <dgm:pt modelId="{6FB00D1A-430F-48B9-A07E-15ED79D1644E}" type="parTrans" cxnId="{44F37676-8DC8-4BCF-BF76-F3B65BA339F4}">
      <dgm:prSet/>
      <dgm:spPr/>
      <dgm:t>
        <a:bodyPr/>
        <a:lstStyle/>
        <a:p>
          <a:pPr algn="l"/>
          <a:endParaRPr lang="en-US"/>
        </a:p>
      </dgm:t>
    </dgm:pt>
    <dgm:pt modelId="{26DB7EB3-0895-405C-BC34-7B89C9B842F5}" type="sibTrans" cxnId="{44F37676-8DC8-4BCF-BF76-F3B65BA339F4}">
      <dgm:prSet/>
      <dgm:spPr/>
      <dgm:t>
        <a:bodyPr/>
        <a:lstStyle/>
        <a:p>
          <a:pPr algn="l"/>
          <a:endParaRPr lang="en-US"/>
        </a:p>
      </dgm:t>
    </dgm:pt>
    <dgm:pt modelId="{A0666045-11BD-454A-ADDF-E425639F7B1C}">
      <dgm:prSet/>
      <dgm:spPr/>
      <dgm:t>
        <a:bodyPr/>
        <a:lstStyle/>
        <a:p>
          <a:pPr algn="l"/>
          <a:r>
            <a:rPr lang="pt-BR"/>
            <a:t>São dados públicos, institucionais, simulados?</a:t>
          </a:r>
          <a:endParaRPr lang="en-US"/>
        </a:p>
      </dgm:t>
    </dgm:pt>
    <dgm:pt modelId="{9C0603FB-AD8B-45FE-B7B8-BA1C646C107E}" type="parTrans" cxnId="{C50202D8-04FF-45DE-AA2B-3D65C7C17BFD}">
      <dgm:prSet/>
      <dgm:spPr/>
      <dgm:t>
        <a:bodyPr/>
        <a:lstStyle/>
        <a:p>
          <a:pPr algn="l"/>
          <a:endParaRPr lang="en-US"/>
        </a:p>
      </dgm:t>
    </dgm:pt>
    <dgm:pt modelId="{0A165CEA-FBEB-4B8E-B5A7-7C9D91058014}" type="sibTrans" cxnId="{C50202D8-04FF-45DE-AA2B-3D65C7C17BFD}">
      <dgm:prSet/>
      <dgm:spPr/>
      <dgm:t>
        <a:bodyPr/>
        <a:lstStyle/>
        <a:p>
          <a:pPr algn="l"/>
          <a:endParaRPr lang="en-US"/>
        </a:p>
      </dgm:t>
    </dgm:pt>
    <dgm:pt modelId="{4E9EF85A-A56F-417E-A17A-4C7D210B3CF9}">
      <dgm:prSet/>
      <dgm:spPr/>
      <dgm:t>
        <a:bodyPr/>
        <a:lstStyle/>
        <a:p>
          <a:pPr algn="l"/>
          <a:r>
            <a:rPr lang="pt-BR"/>
            <a:t>Que tipo de dado (estruturado, texto, imagem, etc.)?</a:t>
          </a:r>
          <a:endParaRPr lang="en-US"/>
        </a:p>
      </dgm:t>
    </dgm:pt>
    <dgm:pt modelId="{3333B967-BF05-4EC1-8A98-B5215948C8A2}" type="parTrans" cxnId="{F88ABDB8-BAEC-429D-BF76-52406801E606}">
      <dgm:prSet/>
      <dgm:spPr/>
      <dgm:t>
        <a:bodyPr/>
        <a:lstStyle/>
        <a:p>
          <a:pPr algn="l"/>
          <a:endParaRPr lang="en-US"/>
        </a:p>
      </dgm:t>
    </dgm:pt>
    <dgm:pt modelId="{F7657D4A-B56A-423A-8403-458F888023D7}" type="sibTrans" cxnId="{F88ABDB8-BAEC-429D-BF76-52406801E606}">
      <dgm:prSet/>
      <dgm:spPr/>
      <dgm:t>
        <a:bodyPr/>
        <a:lstStyle/>
        <a:p>
          <a:pPr algn="l"/>
          <a:endParaRPr lang="en-US"/>
        </a:p>
      </dgm:t>
    </dgm:pt>
    <dgm:pt modelId="{15B4ABAA-2AD9-465A-9FC5-25EFBA1D8869}">
      <dgm:prSet/>
      <dgm:spPr/>
      <dgm:t>
        <a:bodyPr/>
        <a:lstStyle/>
        <a:p>
          <a:pPr algn="l"/>
          <a:r>
            <a:rPr lang="pt-BR" b="1"/>
            <a:t>3️⃣ Tipo de Aprendizado</a:t>
          </a:r>
          <a:endParaRPr lang="en-US"/>
        </a:p>
      </dgm:t>
    </dgm:pt>
    <dgm:pt modelId="{6B0B125B-63DD-4365-9A27-2D36A52F7E2F}" type="parTrans" cxnId="{4011002C-3108-45D9-905C-47847E87B7A5}">
      <dgm:prSet/>
      <dgm:spPr/>
      <dgm:t>
        <a:bodyPr/>
        <a:lstStyle/>
        <a:p>
          <a:pPr algn="l"/>
          <a:endParaRPr lang="en-US"/>
        </a:p>
      </dgm:t>
    </dgm:pt>
    <dgm:pt modelId="{D2655688-8FF9-4802-A25A-BA675B2DCB8B}" type="sibTrans" cxnId="{4011002C-3108-45D9-905C-47847E87B7A5}">
      <dgm:prSet/>
      <dgm:spPr/>
      <dgm:t>
        <a:bodyPr/>
        <a:lstStyle/>
        <a:p>
          <a:pPr algn="l"/>
          <a:endParaRPr lang="en-US"/>
        </a:p>
      </dgm:t>
    </dgm:pt>
    <dgm:pt modelId="{1A16C8B0-2562-482D-A741-12176BB94EA5}">
      <dgm:prSet/>
      <dgm:spPr/>
      <dgm:t>
        <a:bodyPr/>
        <a:lstStyle/>
        <a:p>
          <a:pPr algn="l"/>
          <a:r>
            <a:rPr lang="pt-BR"/>
            <a:t>Supervisionado, não supervisionado ou outro?</a:t>
          </a:r>
          <a:endParaRPr lang="en-US"/>
        </a:p>
      </dgm:t>
    </dgm:pt>
    <dgm:pt modelId="{86D69771-559E-4D01-950F-4D2B0D61F2AD}" type="parTrans" cxnId="{4771C32C-7076-499B-B4E3-908CEFBE2449}">
      <dgm:prSet/>
      <dgm:spPr/>
      <dgm:t>
        <a:bodyPr/>
        <a:lstStyle/>
        <a:p>
          <a:pPr algn="l"/>
          <a:endParaRPr lang="en-US"/>
        </a:p>
      </dgm:t>
    </dgm:pt>
    <dgm:pt modelId="{1C6864CD-78BB-45AF-8A65-B20569EA471B}" type="sibTrans" cxnId="{4771C32C-7076-499B-B4E3-908CEFBE2449}">
      <dgm:prSet/>
      <dgm:spPr/>
      <dgm:t>
        <a:bodyPr/>
        <a:lstStyle/>
        <a:p>
          <a:pPr algn="l"/>
          <a:endParaRPr lang="en-US"/>
        </a:p>
      </dgm:t>
    </dgm:pt>
    <dgm:pt modelId="{70E87A03-D4D3-44BD-94B8-8C1A33178D16}">
      <dgm:prSet/>
      <dgm:spPr/>
      <dgm:t>
        <a:bodyPr/>
        <a:lstStyle/>
        <a:p>
          <a:pPr algn="l"/>
          <a:r>
            <a:rPr lang="pt-BR"/>
            <a:t>Justifique sua escolha.</a:t>
          </a:r>
          <a:endParaRPr lang="en-US"/>
        </a:p>
      </dgm:t>
    </dgm:pt>
    <dgm:pt modelId="{4669B352-C94F-414D-91AC-B93506B1890B}" type="parTrans" cxnId="{57610327-B801-4E67-87E5-4D7809A7B1D5}">
      <dgm:prSet/>
      <dgm:spPr/>
      <dgm:t>
        <a:bodyPr/>
        <a:lstStyle/>
        <a:p>
          <a:pPr algn="l"/>
          <a:endParaRPr lang="en-US"/>
        </a:p>
      </dgm:t>
    </dgm:pt>
    <dgm:pt modelId="{BEE17F15-CE81-4094-BB2C-4C655D91C05A}" type="sibTrans" cxnId="{57610327-B801-4E67-87E5-4D7809A7B1D5}">
      <dgm:prSet/>
      <dgm:spPr/>
      <dgm:t>
        <a:bodyPr/>
        <a:lstStyle/>
        <a:p>
          <a:pPr algn="l"/>
          <a:endParaRPr lang="en-US"/>
        </a:p>
      </dgm:t>
    </dgm:pt>
    <dgm:pt modelId="{353CCF4F-BA0A-4F67-AB44-14922932026B}">
      <dgm:prSet/>
      <dgm:spPr/>
      <dgm:t>
        <a:bodyPr/>
        <a:lstStyle/>
        <a:p>
          <a:pPr algn="l"/>
          <a:r>
            <a:rPr lang="pt-BR" b="1" dirty="0"/>
            <a:t>4️⃣ Algoritmo ou Modelo</a:t>
          </a:r>
          <a:endParaRPr lang="en-US" dirty="0"/>
        </a:p>
      </dgm:t>
    </dgm:pt>
    <dgm:pt modelId="{43EEA67D-E5D3-439F-9C82-170086CA7476}" type="parTrans" cxnId="{E4C989EB-A29C-4B6C-AFBE-5BA647037BB6}">
      <dgm:prSet/>
      <dgm:spPr/>
      <dgm:t>
        <a:bodyPr/>
        <a:lstStyle/>
        <a:p>
          <a:pPr algn="l"/>
          <a:endParaRPr lang="en-US"/>
        </a:p>
      </dgm:t>
    </dgm:pt>
    <dgm:pt modelId="{03EED820-82CE-4AB8-92D6-FE9F91C376C1}" type="sibTrans" cxnId="{E4C989EB-A29C-4B6C-AFBE-5BA647037BB6}">
      <dgm:prSet/>
      <dgm:spPr/>
      <dgm:t>
        <a:bodyPr/>
        <a:lstStyle/>
        <a:p>
          <a:pPr algn="l"/>
          <a:endParaRPr lang="en-US"/>
        </a:p>
      </dgm:t>
    </dgm:pt>
    <dgm:pt modelId="{820EBF5D-7F99-4732-8B32-B59987744640}">
      <dgm:prSet/>
      <dgm:spPr/>
      <dgm:t>
        <a:bodyPr/>
        <a:lstStyle/>
        <a:p>
          <a:pPr algn="l"/>
          <a:r>
            <a:rPr lang="pt-BR" dirty="0"/>
            <a:t>Qual algoritmo/modelo seria utilizado? (</a:t>
          </a:r>
          <a:r>
            <a:rPr lang="pt-BR" dirty="0" err="1"/>
            <a:t>Ex</a:t>
          </a:r>
          <a:r>
            <a:rPr lang="pt-BR" dirty="0"/>
            <a:t>: árvore de decisão, regressão logística, K-</a:t>
          </a:r>
          <a:r>
            <a:rPr lang="pt-BR" dirty="0" err="1"/>
            <a:t>means</a:t>
          </a:r>
          <a:r>
            <a:rPr lang="pt-BR" dirty="0"/>
            <a:t>, etc.)</a:t>
          </a:r>
          <a:endParaRPr lang="en-US" dirty="0"/>
        </a:p>
      </dgm:t>
    </dgm:pt>
    <dgm:pt modelId="{4E66B7D6-596F-4B5A-B18F-ABB62A53FB9D}" type="parTrans" cxnId="{D3B71A7F-880A-4869-955B-9DBAEB1A2D2E}">
      <dgm:prSet/>
      <dgm:spPr/>
      <dgm:t>
        <a:bodyPr/>
        <a:lstStyle/>
        <a:p>
          <a:pPr algn="l"/>
          <a:endParaRPr lang="en-US"/>
        </a:p>
      </dgm:t>
    </dgm:pt>
    <dgm:pt modelId="{92A6C24E-35E0-4340-A64D-518A2E1768F3}" type="sibTrans" cxnId="{D3B71A7F-880A-4869-955B-9DBAEB1A2D2E}">
      <dgm:prSet/>
      <dgm:spPr/>
      <dgm:t>
        <a:bodyPr/>
        <a:lstStyle/>
        <a:p>
          <a:pPr algn="l"/>
          <a:endParaRPr lang="en-US"/>
        </a:p>
      </dgm:t>
    </dgm:pt>
    <dgm:pt modelId="{DAEFFD67-ED7C-40B0-8917-3E3A34353468}">
      <dgm:prSet/>
      <dgm:spPr/>
      <dgm:t>
        <a:bodyPr/>
        <a:lstStyle/>
        <a:p>
          <a:pPr algn="l"/>
          <a:r>
            <a:rPr lang="pt-BR"/>
            <a:t>Por que esse modelo se encaixa melhor no problema?</a:t>
          </a:r>
          <a:endParaRPr lang="en-US"/>
        </a:p>
      </dgm:t>
    </dgm:pt>
    <dgm:pt modelId="{8269AAF6-605D-4C93-8D89-D76133EC20AE}" type="parTrans" cxnId="{4F89F17D-79F8-4946-ABC8-3ABD413D96C4}">
      <dgm:prSet/>
      <dgm:spPr/>
      <dgm:t>
        <a:bodyPr/>
        <a:lstStyle/>
        <a:p>
          <a:pPr algn="l"/>
          <a:endParaRPr lang="en-US"/>
        </a:p>
      </dgm:t>
    </dgm:pt>
    <dgm:pt modelId="{83283AE7-E34A-4B73-8504-37B262CD34BA}" type="sibTrans" cxnId="{4F89F17D-79F8-4946-ABC8-3ABD413D96C4}">
      <dgm:prSet/>
      <dgm:spPr/>
      <dgm:t>
        <a:bodyPr/>
        <a:lstStyle/>
        <a:p>
          <a:pPr algn="l"/>
          <a:endParaRPr lang="en-US"/>
        </a:p>
      </dgm:t>
    </dgm:pt>
    <dgm:pt modelId="{E1FF9D8F-BE1D-4170-B2EE-5E79573B2273}">
      <dgm:prSet/>
      <dgm:spPr/>
      <dgm:t>
        <a:bodyPr/>
        <a:lstStyle/>
        <a:p>
          <a:pPr algn="l"/>
          <a:r>
            <a:rPr lang="pt-BR" b="1"/>
            <a:t>5️⃣ Métricas de Avaliação</a:t>
          </a:r>
          <a:endParaRPr lang="en-US"/>
        </a:p>
      </dgm:t>
    </dgm:pt>
    <dgm:pt modelId="{224F9B63-81A6-4D47-B536-8F75177BCAA6}" type="parTrans" cxnId="{03E9B8AA-6C63-48DA-9FE5-72D183A23EF2}">
      <dgm:prSet/>
      <dgm:spPr/>
      <dgm:t>
        <a:bodyPr/>
        <a:lstStyle/>
        <a:p>
          <a:pPr algn="l"/>
          <a:endParaRPr lang="en-US"/>
        </a:p>
      </dgm:t>
    </dgm:pt>
    <dgm:pt modelId="{21CA2110-3DE9-470C-A90F-9C484F86882C}" type="sibTrans" cxnId="{03E9B8AA-6C63-48DA-9FE5-72D183A23EF2}">
      <dgm:prSet/>
      <dgm:spPr/>
      <dgm:t>
        <a:bodyPr/>
        <a:lstStyle/>
        <a:p>
          <a:pPr algn="l"/>
          <a:endParaRPr lang="en-US"/>
        </a:p>
      </dgm:t>
    </dgm:pt>
    <dgm:pt modelId="{228F40C3-2433-449C-8195-413A4FA4FC9B}">
      <dgm:prSet/>
      <dgm:spPr/>
      <dgm:t>
        <a:bodyPr/>
        <a:lstStyle/>
        <a:p>
          <a:pPr algn="l"/>
          <a:r>
            <a:rPr lang="pt-BR"/>
            <a:t>Como vocês iriam medir se o modelo está funcionando bem?</a:t>
          </a:r>
          <a:endParaRPr lang="en-US"/>
        </a:p>
      </dgm:t>
    </dgm:pt>
    <dgm:pt modelId="{08183AA9-89E8-430F-8512-46CDF2A41FB3}" type="parTrans" cxnId="{3DCEE62A-1B30-4386-B26D-159533CE3E92}">
      <dgm:prSet/>
      <dgm:spPr/>
      <dgm:t>
        <a:bodyPr/>
        <a:lstStyle/>
        <a:p>
          <a:pPr algn="l"/>
          <a:endParaRPr lang="en-US"/>
        </a:p>
      </dgm:t>
    </dgm:pt>
    <dgm:pt modelId="{1E626F4F-389D-4F05-AE8A-ACE267721281}" type="sibTrans" cxnId="{3DCEE62A-1B30-4386-B26D-159533CE3E92}">
      <dgm:prSet/>
      <dgm:spPr/>
      <dgm:t>
        <a:bodyPr/>
        <a:lstStyle/>
        <a:p>
          <a:pPr algn="l"/>
          <a:endParaRPr lang="en-US"/>
        </a:p>
      </dgm:t>
    </dgm:pt>
    <dgm:pt modelId="{B578ED5C-149C-4818-AA2F-E79E5015666C}">
      <dgm:prSet/>
      <dgm:spPr/>
      <dgm:t>
        <a:bodyPr/>
        <a:lstStyle/>
        <a:p>
          <a:pPr algn="l"/>
          <a:r>
            <a:rPr lang="pt-BR"/>
            <a:t>Escolha ao menos </a:t>
          </a:r>
          <a:r>
            <a:rPr lang="pt-BR" b="1"/>
            <a:t>duas métricas</a:t>
          </a:r>
          <a:r>
            <a:rPr lang="pt-BR"/>
            <a:t> e explique o motivo da escolha.</a:t>
          </a:r>
          <a:br>
            <a:rPr lang="pt-BR"/>
          </a:br>
          <a:r>
            <a:rPr lang="pt-BR"/>
            <a:t>(Ex: acurácia, precisão, recall, F1-score...)</a:t>
          </a:r>
          <a:endParaRPr lang="en-US"/>
        </a:p>
      </dgm:t>
    </dgm:pt>
    <dgm:pt modelId="{2E55E80F-2C83-4B45-B61F-9B0F1C7C2EE8}" type="parTrans" cxnId="{5276048B-39E2-4224-BE67-13371C9C4ABD}">
      <dgm:prSet/>
      <dgm:spPr/>
      <dgm:t>
        <a:bodyPr/>
        <a:lstStyle/>
        <a:p>
          <a:pPr algn="l"/>
          <a:endParaRPr lang="en-US"/>
        </a:p>
      </dgm:t>
    </dgm:pt>
    <dgm:pt modelId="{27AABE05-EB34-4667-B8F6-E108317207AA}" type="sibTrans" cxnId="{5276048B-39E2-4224-BE67-13371C9C4ABD}">
      <dgm:prSet/>
      <dgm:spPr/>
      <dgm:t>
        <a:bodyPr/>
        <a:lstStyle/>
        <a:p>
          <a:pPr algn="l"/>
          <a:endParaRPr lang="en-US"/>
        </a:p>
      </dgm:t>
    </dgm:pt>
    <dgm:pt modelId="{D748F079-FC53-4093-B5F4-F8FD7367C90B}">
      <dgm:prSet/>
      <dgm:spPr/>
      <dgm:t>
        <a:bodyPr/>
        <a:lstStyle/>
        <a:p>
          <a:pPr algn="l"/>
          <a:r>
            <a:rPr lang="pt-BR" b="1"/>
            <a:t>6️⃣ Resultado Esperado</a:t>
          </a:r>
          <a:endParaRPr lang="en-US"/>
        </a:p>
      </dgm:t>
    </dgm:pt>
    <dgm:pt modelId="{F5AA8E03-411E-4133-B8E0-9366C8421760}" type="parTrans" cxnId="{56FD6730-0C9B-4EBA-A656-61F635DF5A65}">
      <dgm:prSet/>
      <dgm:spPr/>
      <dgm:t>
        <a:bodyPr/>
        <a:lstStyle/>
        <a:p>
          <a:pPr algn="l"/>
          <a:endParaRPr lang="en-US"/>
        </a:p>
      </dgm:t>
    </dgm:pt>
    <dgm:pt modelId="{1E8A9E5B-AD7A-48E6-A837-97B3DC237140}" type="sibTrans" cxnId="{56FD6730-0C9B-4EBA-A656-61F635DF5A65}">
      <dgm:prSet/>
      <dgm:spPr/>
      <dgm:t>
        <a:bodyPr/>
        <a:lstStyle/>
        <a:p>
          <a:pPr algn="l"/>
          <a:endParaRPr lang="en-US"/>
        </a:p>
      </dgm:t>
    </dgm:pt>
    <dgm:pt modelId="{828DB3D8-484C-45F0-9F48-C465A8D814FC}">
      <dgm:prSet/>
      <dgm:spPr/>
      <dgm:t>
        <a:bodyPr/>
        <a:lstStyle/>
        <a:p>
          <a:pPr algn="l"/>
          <a:r>
            <a:rPr lang="pt-BR"/>
            <a:t>O que se espera com a aplicação do modelo?</a:t>
          </a:r>
          <a:endParaRPr lang="en-US"/>
        </a:p>
      </dgm:t>
    </dgm:pt>
    <dgm:pt modelId="{8CA22DBD-EC16-484E-9AD3-A63656A5CBD9}" type="parTrans" cxnId="{EF6998BC-C4FA-4853-AB32-08546683CE3B}">
      <dgm:prSet/>
      <dgm:spPr/>
      <dgm:t>
        <a:bodyPr/>
        <a:lstStyle/>
        <a:p>
          <a:pPr algn="l"/>
          <a:endParaRPr lang="en-US"/>
        </a:p>
      </dgm:t>
    </dgm:pt>
    <dgm:pt modelId="{413490AD-6A36-4CCA-A81D-F7A1F82DC39D}" type="sibTrans" cxnId="{EF6998BC-C4FA-4853-AB32-08546683CE3B}">
      <dgm:prSet/>
      <dgm:spPr/>
      <dgm:t>
        <a:bodyPr/>
        <a:lstStyle/>
        <a:p>
          <a:pPr algn="l"/>
          <a:endParaRPr lang="en-US"/>
        </a:p>
      </dgm:t>
    </dgm:pt>
    <dgm:pt modelId="{C70112D6-4540-4C93-A7C5-99E61CD4535B}">
      <dgm:prSet/>
      <dgm:spPr/>
      <dgm:t>
        <a:bodyPr/>
        <a:lstStyle/>
        <a:p>
          <a:pPr algn="l"/>
          <a:r>
            <a:rPr lang="pt-BR"/>
            <a:t>Quais decisões, melhorias ou ações seriam possíveis com base no resultado?</a:t>
          </a:r>
          <a:endParaRPr lang="en-US"/>
        </a:p>
      </dgm:t>
    </dgm:pt>
    <dgm:pt modelId="{53592D7B-D5E3-4C50-B7D2-0C4A86DC4FF5}" type="parTrans" cxnId="{3F0CC9A1-54ED-479D-9DE5-82E0B6D545F1}">
      <dgm:prSet/>
      <dgm:spPr/>
      <dgm:t>
        <a:bodyPr/>
        <a:lstStyle/>
        <a:p>
          <a:pPr algn="l"/>
          <a:endParaRPr lang="en-US"/>
        </a:p>
      </dgm:t>
    </dgm:pt>
    <dgm:pt modelId="{1708B156-46C4-4750-BC4A-1D38126994EE}" type="sibTrans" cxnId="{3F0CC9A1-54ED-479D-9DE5-82E0B6D545F1}">
      <dgm:prSet/>
      <dgm:spPr/>
      <dgm:t>
        <a:bodyPr/>
        <a:lstStyle/>
        <a:p>
          <a:pPr algn="l"/>
          <a:endParaRPr lang="en-US"/>
        </a:p>
      </dgm:t>
    </dgm:pt>
    <dgm:pt modelId="{F84DA846-BC68-4B73-A545-0F846AC04559}" type="pres">
      <dgm:prSet presAssocID="{89D89759-2A3E-4F5F-B2D5-E4D0C3D1BC5C}" presName="Name0" presStyleCnt="0">
        <dgm:presLayoutVars>
          <dgm:dir/>
          <dgm:animLvl val="lvl"/>
          <dgm:resizeHandles val="exact"/>
        </dgm:presLayoutVars>
      </dgm:prSet>
      <dgm:spPr/>
    </dgm:pt>
    <dgm:pt modelId="{F2AAB132-C184-43EA-ABF5-3AAB0E133B4A}" type="pres">
      <dgm:prSet presAssocID="{3D86E657-6813-43BC-9463-3A4E67FE0012}" presName="linNode" presStyleCnt="0"/>
      <dgm:spPr/>
    </dgm:pt>
    <dgm:pt modelId="{A7BF104C-42A2-4109-B10A-ACB3D5F49818}" type="pres">
      <dgm:prSet presAssocID="{3D86E657-6813-43BC-9463-3A4E67FE0012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4CD2AD42-B2D8-485E-8F2F-02468FE9FF4A}" type="pres">
      <dgm:prSet presAssocID="{3D86E657-6813-43BC-9463-3A4E67FE0012}" presName="descendantText" presStyleLbl="alignAccFollowNode1" presStyleIdx="0" presStyleCnt="6">
        <dgm:presLayoutVars>
          <dgm:bulletEnabled/>
        </dgm:presLayoutVars>
      </dgm:prSet>
      <dgm:spPr/>
    </dgm:pt>
    <dgm:pt modelId="{24EC2B3D-ADEF-43C0-BCDA-E62C724BB2BF}" type="pres">
      <dgm:prSet presAssocID="{F3210027-E368-4BC3-9A95-9E50C83A6F77}" presName="sp" presStyleCnt="0"/>
      <dgm:spPr/>
    </dgm:pt>
    <dgm:pt modelId="{779D22A2-B84B-48E4-8891-153F5C49C0BB}" type="pres">
      <dgm:prSet presAssocID="{E8E9A3EC-A922-4CE5-9A0B-960C1BBB12A8}" presName="linNode" presStyleCnt="0"/>
      <dgm:spPr/>
    </dgm:pt>
    <dgm:pt modelId="{F05E8960-1274-47A4-8DC3-1B040E7EB897}" type="pres">
      <dgm:prSet presAssocID="{E8E9A3EC-A922-4CE5-9A0B-960C1BBB12A8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FF1FFC8C-4E85-41F3-9D50-6DE7090CE807}" type="pres">
      <dgm:prSet presAssocID="{E8E9A3EC-A922-4CE5-9A0B-960C1BBB12A8}" presName="descendantText" presStyleLbl="alignAccFollowNode1" presStyleIdx="1" presStyleCnt="6">
        <dgm:presLayoutVars>
          <dgm:bulletEnabled/>
        </dgm:presLayoutVars>
      </dgm:prSet>
      <dgm:spPr/>
    </dgm:pt>
    <dgm:pt modelId="{CABE342A-FF64-4DE4-9D51-E4FEFC32E746}" type="pres">
      <dgm:prSet presAssocID="{A7F71226-4CD7-4005-BCA2-DC5077D08750}" presName="sp" presStyleCnt="0"/>
      <dgm:spPr/>
    </dgm:pt>
    <dgm:pt modelId="{30A84A12-CBF8-4EF9-A550-59E6163C5CEA}" type="pres">
      <dgm:prSet presAssocID="{15B4ABAA-2AD9-465A-9FC5-25EFBA1D8869}" presName="linNode" presStyleCnt="0"/>
      <dgm:spPr/>
    </dgm:pt>
    <dgm:pt modelId="{FF3BEED8-9836-4A7C-AD87-F32A1BB6B54C}" type="pres">
      <dgm:prSet presAssocID="{15B4ABAA-2AD9-465A-9FC5-25EFBA1D8869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83383C73-0CDB-44E3-8A20-76D490EB2A4B}" type="pres">
      <dgm:prSet presAssocID="{15B4ABAA-2AD9-465A-9FC5-25EFBA1D8869}" presName="descendantText" presStyleLbl="alignAccFollowNode1" presStyleIdx="2" presStyleCnt="6">
        <dgm:presLayoutVars>
          <dgm:bulletEnabled/>
        </dgm:presLayoutVars>
      </dgm:prSet>
      <dgm:spPr/>
    </dgm:pt>
    <dgm:pt modelId="{AD832B07-33C3-469C-A42F-1966FF6C7508}" type="pres">
      <dgm:prSet presAssocID="{D2655688-8FF9-4802-A25A-BA675B2DCB8B}" presName="sp" presStyleCnt="0"/>
      <dgm:spPr/>
    </dgm:pt>
    <dgm:pt modelId="{66908309-A693-4962-BEB7-D8416E4C889C}" type="pres">
      <dgm:prSet presAssocID="{353CCF4F-BA0A-4F67-AB44-14922932026B}" presName="linNode" presStyleCnt="0"/>
      <dgm:spPr/>
    </dgm:pt>
    <dgm:pt modelId="{60F9EDBF-D95E-422D-891E-6FAF83DC9BDA}" type="pres">
      <dgm:prSet presAssocID="{353CCF4F-BA0A-4F67-AB44-14922932026B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FCAC9185-7348-422A-9FFD-CF078CEE7C96}" type="pres">
      <dgm:prSet presAssocID="{353CCF4F-BA0A-4F67-AB44-14922932026B}" presName="descendantText" presStyleLbl="alignAccFollowNode1" presStyleIdx="3" presStyleCnt="6">
        <dgm:presLayoutVars>
          <dgm:bulletEnabled/>
        </dgm:presLayoutVars>
      </dgm:prSet>
      <dgm:spPr/>
    </dgm:pt>
    <dgm:pt modelId="{2E66D8E3-68DF-454B-98F9-67B54BAAB255}" type="pres">
      <dgm:prSet presAssocID="{03EED820-82CE-4AB8-92D6-FE9F91C376C1}" presName="sp" presStyleCnt="0"/>
      <dgm:spPr/>
    </dgm:pt>
    <dgm:pt modelId="{ED124651-3391-4511-979A-A8FB71C770D8}" type="pres">
      <dgm:prSet presAssocID="{E1FF9D8F-BE1D-4170-B2EE-5E79573B2273}" presName="linNode" presStyleCnt="0"/>
      <dgm:spPr/>
    </dgm:pt>
    <dgm:pt modelId="{1ED403EB-4664-4FBE-BD13-F211E281CC4D}" type="pres">
      <dgm:prSet presAssocID="{E1FF9D8F-BE1D-4170-B2EE-5E79573B2273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4E0FCCC5-270D-4204-B9AF-820DFAC4B1EB}" type="pres">
      <dgm:prSet presAssocID="{E1FF9D8F-BE1D-4170-B2EE-5E79573B2273}" presName="descendantText" presStyleLbl="alignAccFollowNode1" presStyleIdx="4" presStyleCnt="6">
        <dgm:presLayoutVars>
          <dgm:bulletEnabled/>
        </dgm:presLayoutVars>
      </dgm:prSet>
      <dgm:spPr/>
    </dgm:pt>
    <dgm:pt modelId="{2B42171A-24A4-415A-BC47-E844929A2BA2}" type="pres">
      <dgm:prSet presAssocID="{21CA2110-3DE9-470C-A90F-9C484F86882C}" presName="sp" presStyleCnt="0"/>
      <dgm:spPr/>
    </dgm:pt>
    <dgm:pt modelId="{5E355D6B-1B89-4E22-9B24-BAB7C7A5100C}" type="pres">
      <dgm:prSet presAssocID="{D748F079-FC53-4093-B5F4-F8FD7367C90B}" presName="linNode" presStyleCnt="0"/>
      <dgm:spPr/>
    </dgm:pt>
    <dgm:pt modelId="{485398A4-DF62-4E0B-A468-5C5E89F3BBEF}" type="pres">
      <dgm:prSet presAssocID="{D748F079-FC53-4093-B5F4-F8FD7367C90B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396E975E-F1AE-4523-939F-B47808320C70}" type="pres">
      <dgm:prSet presAssocID="{D748F079-FC53-4093-B5F4-F8FD7367C90B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D942DD04-84F6-4EB7-A359-217E791AB2A1}" type="presOf" srcId="{4E9EF85A-A56F-417E-A17A-4C7D210B3CF9}" destId="{FF1FFC8C-4E85-41F3-9D50-6DE7090CE807}" srcOrd="0" destOrd="2" presId="urn:microsoft.com/office/officeart/2016/7/layout/VerticalSolidActionList"/>
    <dgm:cxn modelId="{397E8B16-7C13-4E39-9B69-F845358B6EC1}" type="presOf" srcId="{A0666045-11BD-454A-ADDF-E425639F7B1C}" destId="{FF1FFC8C-4E85-41F3-9D50-6DE7090CE807}" srcOrd="0" destOrd="1" presId="urn:microsoft.com/office/officeart/2016/7/layout/VerticalSolidActionList"/>
    <dgm:cxn modelId="{1246521B-ADD7-4205-B3EC-CDCE25475107}" srcId="{89D89759-2A3E-4F5F-B2D5-E4D0C3D1BC5C}" destId="{3D86E657-6813-43BC-9463-3A4E67FE0012}" srcOrd="0" destOrd="0" parTransId="{54404CC1-4892-47A8-8680-978C25BC1C9A}" sibTransId="{F3210027-E368-4BC3-9A95-9E50C83A6F77}"/>
    <dgm:cxn modelId="{57610327-B801-4E67-87E5-4D7809A7B1D5}" srcId="{15B4ABAA-2AD9-465A-9FC5-25EFBA1D8869}" destId="{70E87A03-D4D3-44BD-94B8-8C1A33178D16}" srcOrd="1" destOrd="0" parTransId="{4669B352-C94F-414D-91AC-B93506B1890B}" sibTransId="{BEE17F15-CE81-4094-BB2C-4C655D91C05A}"/>
    <dgm:cxn modelId="{3DCEE62A-1B30-4386-B26D-159533CE3E92}" srcId="{E1FF9D8F-BE1D-4170-B2EE-5E79573B2273}" destId="{228F40C3-2433-449C-8195-413A4FA4FC9B}" srcOrd="0" destOrd="0" parTransId="{08183AA9-89E8-430F-8512-46CDF2A41FB3}" sibTransId="{1E626F4F-389D-4F05-AE8A-ACE267721281}"/>
    <dgm:cxn modelId="{4011002C-3108-45D9-905C-47847E87B7A5}" srcId="{89D89759-2A3E-4F5F-B2D5-E4D0C3D1BC5C}" destId="{15B4ABAA-2AD9-465A-9FC5-25EFBA1D8869}" srcOrd="2" destOrd="0" parTransId="{6B0B125B-63DD-4365-9A27-2D36A52F7E2F}" sibTransId="{D2655688-8FF9-4802-A25A-BA675B2DCB8B}"/>
    <dgm:cxn modelId="{4771C32C-7076-499B-B4E3-908CEFBE2449}" srcId="{15B4ABAA-2AD9-465A-9FC5-25EFBA1D8869}" destId="{1A16C8B0-2562-482D-A741-12176BB94EA5}" srcOrd="0" destOrd="0" parTransId="{86D69771-559E-4D01-950F-4D2B0D61F2AD}" sibTransId="{1C6864CD-78BB-45AF-8A65-B20569EA471B}"/>
    <dgm:cxn modelId="{56FD6730-0C9B-4EBA-A656-61F635DF5A65}" srcId="{89D89759-2A3E-4F5F-B2D5-E4D0C3D1BC5C}" destId="{D748F079-FC53-4093-B5F4-F8FD7367C90B}" srcOrd="5" destOrd="0" parTransId="{F5AA8E03-411E-4133-B8E0-9366C8421760}" sibTransId="{1E8A9E5B-AD7A-48E6-A837-97B3DC237140}"/>
    <dgm:cxn modelId="{71625E3A-FA29-403D-A543-AEAB46F22001}" srcId="{3D86E657-6813-43BC-9463-3A4E67FE0012}" destId="{23679A95-A93B-4517-B2CA-7BF0FD111D90}" srcOrd="1" destOrd="0" parTransId="{B31787D0-0139-4450-B1DC-661DFBEBD966}" sibTransId="{07B9C5D7-9E8B-48DA-BE4A-DB1D2D4DA147}"/>
    <dgm:cxn modelId="{DAFA9A3A-5837-45DD-8144-294DD6C4CA78}" type="presOf" srcId="{C70112D6-4540-4C93-A7C5-99E61CD4535B}" destId="{396E975E-F1AE-4523-939F-B47808320C70}" srcOrd="0" destOrd="1" presId="urn:microsoft.com/office/officeart/2016/7/layout/VerticalSolidActionList"/>
    <dgm:cxn modelId="{05AD8740-AD44-4BA0-A46D-E0A56C597D7E}" type="presOf" srcId="{15B4ABAA-2AD9-465A-9FC5-25EFBA1D8869}" destId="{FF3BEED8-9836-4A7C-AD87-F32A1BB6B54C}" srcOrd="0" destOrd="0" presId="urn:microsoft.com/office/officeart/2016/7/layout/VerticalSolidActionList"/>
    <dgm:cxn modelId="{01B2EC61-701A-46C9-98C7-253CA80BFFD6}" type="presOf" srcId="{1A16C8B0-2562-482D-A741-12176BB94EA5}" destId="{83383C73-0CDB-44E3-8A20-76D490EB2A4B}" srcOrd="0" destOrd="0" presId="urn:microsoft.com/office/officeart/2016/7/layout/VerticalSolidActionList"/>
    <dgm:cxn modelId="{597FB462-1142-4DDA-8A1C-98721A41383B}" type="presOf" srcId="{89D89759-2A3E-4F5F-B2D5-E4D0C3D1BC5C}" destId="{F84DA846-BC68-4B73-A545-0F846AC04559}" srcOrd="0" destOrd="0" presId="urn:microsoft.com/office/officeart/2016/7/layout/VerticalSolidActionList"/>
    <dgm:cxn modelId="{D9008364-CAFE-4556-8050-3C2CF49C5183}" type="presOf" srcId="{80EF57E1-9848-4A76-872F-030A56635E70}" destId="{4CD2AD42-B2D8-485E-8F2F-02468FE9FF4A}" srcOrd="0" destOrd="0" presId="urn:microsoft.com/office/officeart/2016/7/layout/VerticalSolidActionList"/>
    <dgm:cxn modelId="{A0BB7946-A3D6-4548-A3F9-3A748EB0BF59}" type="presOf" srcId="{353CCF4F-BA0A-4F67-AB44-14922932026B}" destId="{60F9EDBF-D95E-422D-891E-6FAF83DC9BDA}" srcOrd="0" destOrd="0" presId="urn:microsoft.com/office/officeart/2016/7/layout/VerticalSolidActionList"/>
    <dgm:cxn modelId="{B36D3169-1955-4F85-B6DB-4B4D4B47DEA4}" type="presOf" srcId="{E8E9A3EC-A922-4CE5-9A0B-960C1BBB12A8}" destId="{F05E8960-1274-47A4-8DC3-1B040E7EB897}" srcOrd="0" destOrd="0" presId="urn:microsoft.com/office/officeart/2016/7/layout/VerticalSolidActionList"/>
    <dgm:cxn modelId="{F16ACE69-7602-4711-8104-36833329A512}" type="presOf" srcId="{828DB3D8-484C-45F0-9F48-C465A8D814FC}" destId="{396E975E-F1AE-4523-939F-B47808320C70}" srcOrd="0" destOrd="0" presId="urn:microsoft.com/office/officeart/2016/7/layout/VerticalSolidActionList"/>
    <dgm:cxn modelId="{E74BE34E-2CCD-4078-BEAB-4D69F9DC76D5}" type="presOf" srcId="{D748F079-FC53-4093-B5F4-F8FD7367C90B}" destId="{485398A4-DF62-4E0B-A468-5C5E89F3BBEF}" srcOrd="0" destOrd="0" presId="urn:microsoft.com/office/officeart/2016/7/layout/VerticalSolidActionList"/>
    <dgm:cxn modelId="{236F7471-F585-4BD7-A2D3-7A74827E50D6}" type="presOf" srcId="{B578ED5C-149C-4818-AA2F-E79E5015666C}" destId="{4E0FCCC5-270D-4204-B9AF-820DFAC4B1EB}" srcOrd="0" destOrd="1" presId="urn:microsoft.com/office/officeart/2016/7/layout/VerticalSolidActionList"/>
    <dgm:cxn modelId="{44F37676-8DC8-4BCF-BF76-F3B65BA339F4}" srcId="{E8E9A3EC-A922-4CE5-9A0B-960C1BBB12A8}" destId="{0C6772E9-7B98-4983-BE92-CEC3422DF988}" srcOrd="0" destOrd="0" parTransId="{6FB00D1A-430F-48B9-A07E-15ED79D1644E}" sibTransId="{26DB7EB3-0895-405C-BC34-7B89C9B842F5}"/>
    <dgm:cxn modelId="{4F89F17D-79F8-4946-ABC8-3ABD413D96C4}" srcId="{353CCF4F-BA0A-4F67-AB44-14922932026B}" destId="{DAEFFD67-ED7C-40B0-8917-3E3A34353468}" srcOrd="1" destOrd="0" parTransId="{8269AAF6-605D-4C93-8D89-D76133EC20AE}" sibTransId="{83283AE7-E34A-4B73-8504-37B262CD34BA}"/>
    <dgm:cxn modelId="{D3B71A7F-880A-4869-955B-9DBAEB1A2D2E}" srcId="{353CCF4F-BA0A-4F67-AB44-14922932026B}" destId="{820EBF5D-7F99-4732-8B32-B59987744640}" srcOrd="0" destOrd="0" parTransId="{4E66B7D6-596F-4B5A-B18F-ABB62A53FB9D}" sibTransId="{92A6C24E-35E0-4340-A64D-518A2E1768F3}"/>
    <dgm:cxn modelId="{5276048B-39E2-4224-BE67-13371C9C4ABD}" srcId="{E1FF9D8F-BE1D-4170-B2EE-5E79573B2273}" destId="{B578ED5C-149C-4818-AA2F-E79E5015666C}" srcOrd="1" destOrd="0" parTransId="{2E55E80F-2C83-4B45-B61F-9B0F1C7C2EE8}" sibTransId="{27AABE05-EB34-4667-B8F6-E108317207AA}"/>
    <dgm:cxn modelId="{55E3BD99-19EC-4022-9ABC-2E182233E1F3}" type="presOf" srcId="{DAEFFD67-ED7C-40B0-8917-3E3A34353468}" destId="{FCAC9185-7348-422A-9FFD-CF078CEE7C96}" srcOrd="0" destOrd="1" presId="urn:microsoft.com/office/officeart/2016/7/layout/VerticalSolidActionList"/>
    <dgm:cxn modelId="{3F0CC9A1-54ED-479D-9DE5-82E0B6D545F1}" srcId="{D748F079-FC53-4093-B5F4-F8FD7367C90B}" destId="{C70112D6-4540-4C93-A7C5-99E61CD4535B}" srcOrd="1" destOrd="0" parTransId="{53592D7B-D5E3-4C50-B7D2-0C4A86DC4FF5}" sibTransId="{1708B156-46C4-4750-BC4A-1D38126994EE}"/>
    <dgm:cxn modelId="{8D1DDCA4-D83F-4163-AF5F-EBCF5ECE600B}" type="presOf" srcId="{228F40C3-2433-449C-8195-413A4FA4FC9B}" destId="{4E0FCCC5-270D-4204-B9AF-820DFAC4B1EB}" srcOrd="0" destOrd="0" presId="urn:microsoft.com/office/officeart/2016/7/layout/VerticalSolidActionList"/>
    <dgm:cxn modelId="{A3CCA8A6-9E82-4653-A249-E589222E1D5E}" type="presOf" srcId="{820EBF5D-7F99-4732-8B32-B59987744640}" destId="{FCAC9185-7348-422A-9FFD-CF078CEE7C96}" srcOrd="0" destOrd="0" presId="urn:microsoft.com/office/officeart/2016/7/layout/VerticalSolidActionList"/>
    <dgm:cxn modelId="{045877A7-09F9-416B-B6B8-EA6F2276D833}" type="presOf" srcId="{23679A95-A93B-4517-B2CA-7BF0FD111D90}" destId="{4CD2AD42-B2D8-485E-8F2F-02468FE9FF4A}" srcOrd="0" destOrd="1" presId="urn:microsoft.com/office/officeart/2016/7/layout/VerticalSolidActionList"/>
    <dgm:cxn modelId="{947901A9-23FC-4632-88D9-5EEB7D3C66C6}" type="presOf" srcId="{E1FF9D8F-BE1D-4170-B2EE-5E79573B2273}" destId="{1ED403EB-4664-4FBE-BD13-F211E281CC4D}" srcOrd="0" destOrd="0" presId="urn:microsoft.com/office/officeart/2016/7/layout/VerticalSolidActionList"/>
    <dgm:cxn modelId="{03E9B8AA-6C63-48DA-9FE5-72D183A23EF2}" srcId="{89D89759-2A3E-4F5F-B2D5-E4D0C3D1BC5C}" destId="{E1FF9D8F-BE1D-4170-B2EE-5E79573B2273}" srcOrd="4" destOrd="0" parTransId="{224F9B63-81A6-4D47-B536-8F75177BCAA6}" sibTransId="{21CA2110-3DE9-470C-A90F-9C484F86882C}"/>
    <dgm:cxn modelId="{F88ABDB8-BAEC-429D-BF76-52406801E606}" srcId="{E8E9A3EC-A922-4CE5-9A0B-960C1BBB12A8}" destId="{4E9EF85A-A56F-417E-A17A-4C7D210B3CF9}" srcOrd="2" destOrd="0" parTransId="{3333B967-BF05-4EC1-8A98-B5215948C8A2}" sibTransId="{F7657D4A-B56A-423A-8403-458F888023D7}"/>
    <dgm:cxn modelId="{EF6998BC-C4FA-4853-AB32-08546683CE3B}" srcId="{D748F079-FC53-4093-B5F4-F8FD7367C90B}" destId="{828DB3D8-484C-45F0-9F48-C465A8D814FC}" srcOrd="0" destOrd="0" parTransId="{8CA22DBD-EC16-484E-9AD3-A63656A5CBD9}" sibTransId="{413490AD-6A36-4CCA-A81D-F7A1F82DC39D}"/>
    <dgm:cxn modelId="{7C9D8AC8-C092-48F2-B39D-6671BF8B7638}" type="presOf" srcId="{0C6772E9-7B98-4983-BE92-CEC3422DF988}" destId="{FF1FFC8C-4E85-41F3-9D50-6DE7090CE807}" srcOrd="0" destOrd="0" presId="urn:microsoft.com/office/officeart/2016/7/layout/VerticalSolidActionList"/>
    <dgm:cxn modelId="{C50202D8-04FF-45DE-AA2B-3D65C7C17BFD}" srcId="{E8E9A3EC-A922-4CE5-9A0B-960C1BBB12A8}" destId="{A0666045-11BD-454A-ADDF-E425639F7B1C}" srcOrd="1" destOrd="0" parTransId="{9C0603FB-AD8B-45FE-B7B8-BA1C646C107E}" sibTransId="{0A165CEA-FBEB-4B8E-B5A7-7C9D91058014}"/>
    <dgm:cxn modelId="{31F3A3DE-AB2D-46CE-8F15-4DCEFC9789E8}" type="presOf" srcId="{70E87A03-D4D3-44BD-94B8-8C1A33178D16}" destId="{83383C73-0CDB-44E3-8A20-76D490EB2A4B}" srcOrd="0" destOrd="1" presId="urn:microsoft.com/office/officeart/2016/7/layout/VerticalSolidActionList"/>
    <dgm:cxn modelId="{E4C989EB-A29C-4B6C-AFBE-5BA647037BB6}" srcId="{89D89759-2A3E-4F5F-B2D5-E4D0C3D1BC5C}" destId="{353CCF4F-BA0A-4F67-AB44-14922932026B}" srcOrd="3" destOrd="0" parTransId="{43EEA67D-E5D3-439F-9C82-170086CA7476}" sibTransId="{03EED820-82CE-4AB8-92D6-FE9F91C376C1}"/>
    <dgm:cxn modelId="{ADB0CBF5-87A3-4C27-813A-737486467521}" srcId="{3D86E657-6813-43BC-9463-3A4E67FE0012}" destId="{80EF57E1-9848-4A76-872F-030A56635E70}" srcOrd="0" destOrd="0" parTransId="{33DBFC29-B79F-47CF-870A-3EEAC0F70C38}" sibTransId="{454F9491-BE54-46BE-B9D3-11C5B89FAF0F}"/>
    <dgm:cxn modelId="{BA048EF9-6885-488B-B242-B5AA0643EBEB}" srcId="{89D89759-2A3E-4F5F-B2D5-E4D0C3D1BC5C}" destId="{E8E9A3EC-A922-4CE5-9A0B-960C1BBB12A8}" srcOrd="1" destOrd="0" parTransId="{5C2987E7-C148-46D9-9B09-58DE3551193E}" sibTransId="{A7F71226-4CD7-4005-BCA2-DC5077D08750}"/>
    <dgm:cxn modelId="{255833FD-13FD-4E75-96DE-1D6DCB7BFA38}" type="presOf" srcId="{3D86E657-6813-43BC-9463-3A4E67FE0012}" destId="{A7BF104C-42A2-4109-B10A-ACB3D5F49818}" srcOrd="0" destOrd="0" presId="urn:microsoft.com/office/officeart/2016/7/layout/VerticalSolidActionList"/>
    <dgm:cxn modelId="{5D41CA8A-3C04-4C47-8003-EBA95EB7B785}" type="presParOf" srcId="{F84DA846-BC68-4B73-A545-0F846AC04559}" destId="{F2AAB132-C184-43EA-ABF5-3AAB0E133B4A}" srcOrd="0" destOrd="0" presId="urn:microsoft.com/office/officeart/2016/7/layout/VerticalSolidActionList"/>
    <dgm:cxn modelId="{0FD55470-6400-4C1A-BF49-251BB7F8149C}" type="presParOf" srcId="{F2AAB132-C184-43EA-ABF5-3AAB0E133B4A}" destId="{A7BF104C-42A2-4109-B10A-ACB3D5F49818}" srcOrd="0" destOrd="0" presId="urn:microsoft.com/office/officeart/2016/7/layout/VerticalSolidActionList"/>
    <dgm:cxn modelId="{CE4C01EF-2D3C-47D1-984C-2ACDFA051B0C}" type="presParOf" srcId="{F2AAB132-C184-43EA-ABF5-3AAB0E133B4A}" destId="{4CD2AD42-B2D8-485E-8F2F-02468FE9FF4A}" srcOrd="1" destOrd="0" presId="urn:microsoft.com/office/officeart/2016/7/layout/VerticalSolidActionList"/>
    <dgm:cxn modelId="{1AB8D752-9662-40ED-A7C5-FC5B3D735AC9}" type="presParOf" srcId="{F84DA846-BC68-4B73-A545-0F846AC04559}" destId="{24EC2B3D-ADEF-43C0-BCDA-E62C724BB2BF}" srcOrd="1" destOrd="0" presId="urn:microsoft.com/office/officeart/2016/7/layout/VerticalSolidActionList"/>
    <dgm:cxn modelId="{1F353ED3-6FAB-4D6B-8F93-C6292ED39358}" type="presParOf" srcId="{F84DA846-BC68-4B73-A545-0F846AC04559}" destId="{779D22A2-B84B-48E4-8891-153F5C49C0BB}" srcOrd="2" destOrd="0" presId="urn:microsoft.com/office/officeart/2016/7/layout/VerticalSolidActionList"/>
    <dgm:cxn modelId="{BFBAC701-A133-4CB2-B7BC-4B0489DB9E93}" type="presParOf" srcId="{779D22A2-B84B-48E4-8891-153F5C49C0BB}" destId="{F05E8960-1274-47A4-8DC3-1B040E7EB897}" srcOrd="0" destOrd="0" presId="urn:microsoft.com/office/officeart/2016/7/layout/VerticalSolidActionList"/>
    <dgm:cxn modelId="{37AAD7A6-9622-441A-A3E7-1CA094A9BA64}" type="presParOf" srcId="{779D22A2-B84B-48E4-8891-153F5C49C0BB}" destId="{FF1FFC8C-4E85-41F3-9D50-6DE7090CE807}" srcOrd="1" destOrd="0" presId="urn:microsoft.com/office/officeart/2016/7/layout/VerticalSolidActionList"/>
    <dgm:cxn modelId="{F8DA8F9C-6C06-4515-952D-3E7C9EAA2513}" type="presParOf" srcId="{F84DA846-BC68-4B73-A545-0F846AC04559}" destId="{CABE342A-FF64-4DE4-9D51-E4FEFC32E746}" srcOrd="3" destOrd="0" presId="urn:microsoft.com/office/officeart/2016/7/layout/VerticalSolidActionList"/>
    <dgm:cxn modelId="{36053856-78A4-4521-82F6-FD8D7F71B36F}" type="presParOf" srcId="{F84DA846-BC68-4B73-A545-0F846AC04559}" destId="{30A84A12-CBF8-4EF9-A550-59E6163C5CEA}" srcOrd="4" destOrd="0" presId="urn:microsoft.com/office/officeart/2016/7/layout/VerticalSolidActionList"/>
    <dgm:cxn modelId="{E8393BFD-6A97-4C95-830A-6D6BED1DB16F}" type="presParOf" srcId="{30A84A12-CBF8-4EF9-A550-59E6163C5CEA}" destId="{FF3BEED8-9836-4A7C-AD87-F32A1BB6B54C}" srcOrd="0" destOrd="0" presId="urn:microsoft.com/office/officeart/2016/7/layout/VerticalSolidActionList"/>
    <dgm:cxn modelId="{7226B3CF-4D74-49CE-A969-DC693981432E}" type="presParOf" srcId="{30A84A12-CBF8-4EF9-A550-59E6163C5CEA}" destId="{83383C73-0CDB-44E3-8A20-76D490EB2A4B}" srcOrd="1" destOrd="0" presId="urn:microsoft.com/office/officeart/2016/7/layout/VerticalSolidActionList"/>
    <dgm:cxn modelId="{33974DA9-3C37-4C58-B7F9-299907353C99}" type="presParOf" srcId="{F84DA846-BC68-4B73-A545-0F846AC04559}" destId="{AD832B07-33C3-469C-A42F-1966FF6C7508}" srcOrd="5" destOrd="0" presId="urn:microsoft.com/office/officeart/2016/7/layout/VerticalSolidActionList"/>
    <dgm:cxn modelId="{3C99BD11-A650-479E-8814-D7605D096FAE}" type="presParOf" srcId="{F84DA846-BC68-4B73-A545-0F846AC04559}" destId="{66908309-A693-4962-BEB7-D8416E4C889C}" srcOrd="6" destOrd="0" presId="urn:microsoft.com/office/officeart/2016/7/layout/VerticalSolidActionList"/>
    <dgm:cxn modelId="{F0D6A55E-40E5-4887-B3A5-4E1A1F567EA6}" type="presParOf" srcId="{66908309-A693-4962-BEB7-D8416E4C889C}" destId="{60F9EDBF-D95E-422D-891E-6FAF83DC9BDA}" srcOrd="0" destOrd="0" presId="urn:microsoft.com/office/officeart/2016/7/layout/VerticalSolidActionList"/>
    <dgm:cxn modelId="{21CD587E-047F-4210-8A8D-8D4A6D7DBD7E}" type="presParOf" srcId="{66908309-A693-4962-BEB7-D8416E4C889C}" destId="{FCAC9185-7348-422A-9FFD-CF078CEE7C96}" srcOrd="1" destOrd="0" presId="urn:microsoft.com/office/officeart/2016/7/layout/VerticalSolidActionList"/>
    <dgm:cxn modelId="{6FC78E4E-8A8F-408C-9D30-C352A51790FE}" type="presParOf" srcId="{F84DA846-BC68-4B73-A545-0F846AC04559}" destId="{2E66D8E3-68DF-454B-98F9-67B54BAAB255}" srcOrd="7" destOrd="0" presId="urn:microsoft.com/office/officeart/2016/7/layout/VerticalSolidActionList"/>
    <dgm:cxn modelId="{422E1BCA-5AEC-4041-B557-F3700B86C42D}" type="presParOf" srcId="{F84DA846-BC68-4B73-A545-0F846AC04559}" destId="{ED124651-3391-4511-979A-A8FB71C770D8}" srcOrd="8" destOrd="0" presId="urn:microsoft.com/office/officeart/2016/7/layout/VerticalSolidActionList"/>
    <dgm:cxn modelId="{2D3BE638-9498-4F44-BA8F-A5B77AE7B9FC}" type="presParOf" srcId="{ED124651-3391-4511-979A-A8FB71C770D8}" destId="{1ED403EB-4664-4FBE-BD13-F211E281CC4D}" srcOrd="0" destOrd="0" presId="urn:microsoft.com/office/officeart/2016/7/layout/VerticalSolidActionList"/>
    <dgm:cxn modelId="{8E8004BB-1263-45DD-B80C-B0DDEE93C1A6}" type="presParOf" srcId="{ED124651-3391-4511-979A-A8FB71C770D8}" destId="{4E0FCCC5-270D-4204-B9AF-820DFAC4B1EB}" srcOrd="1" destOrd="0" presId="urn:microsoft.com/office/officeart/2016/7/layout/VerticalSolidActionList"/>
    <dgm:cxn modelId="{014B57F5-EA19-49C6-B124-E9849B1B2E33}" type="presParOf" srcId="{F84DA846-BC68-4B73-A545-0F846AC04559}" destId="{2B42171A-24A4-415A-BC47-E844929A2BA2}" srcOrd="9" destOrd="0" presId="urn:microsoft.com/office/officeart/2016/7/layout/VerticalSolidActionList"/>
    <dgm:cxn modelId="{C75532AE-726B-40E9-B4C7-3052A1090237}" type="presParOf" srcId="{F84DA846-BC68-4B73-A545-0F846AC04559}" destId="{5E355D6B-1B89-4E22-9B24-BAB7C7A5100C}" srcOrd="10" destOrd="0" presId="urn:microsoft.com/office/officeart/2016/7/layout/VerticalSolidActionList"/>
    <dgm:cxn modelId="{C237F241-4A1C-4398-B250-EADF59F89E05}" type="presParOf" srcId="{5E355D6B-1B89-4E22-9B24-BAB7C7A5100C}" destId="{485398A4-DF62-4E0B-A468-5C5E89F3BBEF}" srcOrd="0" destOrd="0" presId="urn:microsoft.com/office/officeart/2016/7/layout/VerticalSolidActionList"/>
    <dgm:cxn modelId="{3B80F97C-0957-470C-81BF-0776DBD16B4B}" type="presParOf" srcId="{5E355D6B-1B89-4E22-9B24-BAB7C7A5100C}" destId="{396E975E-F1AE-4523-939F-B47808320C7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C5FD5CE-1B91-4BDA-AC91-2CA83C551A77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7BC04E3-B44F-4AF5-913D-EECB8F86AE2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Cada grupo deverá apresentar a proposta oralmente (3 a 5 minutos por grupo).</a:t>
          </a:r>
          <a:endParaRPr lang="en-US"/>
        </a:p>
      </dgm:t>
    </dgm:pt>
    <dgm:pt modelId="{7DB79B7C-0FCB-4AF0-AC59-BFA9603DE723}" type="parTrans" cxnId="{1B90A7D4-0794-43FB-A75C-BA814F4D0AE8}">
      <dgm:prSet/>
      <dgm:spPr/>
      <dgm:t>
        <a:bodyPr/>
        <a:lstStyle/>
        <a:p>
          <a:endParaRPr lang="en-US"/>
        </a:p>
      </dgm:t>
    </dgm:pt>
    <dgm:pt modelId="{431A575E-BAD3-446F-9F49-DC9E2A099914}" type="sibTrans" cxnId="{1B90A7D4-0794-43FB-A75C-BA814F4D0AE8}">
      <dgm:prSet/>
      <dgm:spPr/>
      <dgm:t>
        <a:bodyPr/>
        <a:lstStyle/>
        <a:p>
          <a:endParaRPr lang="en-US"/>
        </a:p>
      </dgm:t>
    </dgm:pt>
    <dgm:pt modelId="{8217DFBB-07D5-4368-BBF2-27082992DBE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Entregar também um </a:t>
          </a:r>
          <a:r>
            <a:rPr lang="pt-BR" b="1" i="0" baseline="0"/>
            <a:t>documento (Word ou PDF)</a:t>
          </a:r>
          <a:r>
            <a:rPr lang="pt-BR" b="0" i="0" baseline="0"/>
            <a:t> com os tópicos respondidos (1 a 2 páginas).</a:t>
          </a:r>
          <a:endParaRPr lang="en-US"/>
        </a:p>
      </dgm:t>
    </dgm:pt>
    <dgm:pt modelId="{B2CF96CE-575F-4E56-9086-79A0C3CA84A1}" type="parTrans" cxnId="{7EA30CCB-5AB6-423C-8CAE-5AFCA198FB49}">
      <dgm:prSet/>
      <dgm:spPr/>
      <dgm:t>
        <a:bodyPr/>
        <a:lstStyle/>
        <a:p>
          <a:endParaRPr lang="en-US"/>
        </a:p>
      </dgm:t>
    </dgm:pt>
    <dgm:pt modelId="{C7AEB31B-3AD5-4965-866B-47277C916DBF}" type="sibTrans" cxnId="{7EA30CCB-5AB6-423C-8CAE-5AFCA198FB49}">
      <dgm:prSet/>
      <dgm:spPr/>
      <dgm:t>
        <a:bodyPr/>
        <a:lstStyle/>
        <a:p>
          <a:endParaRPr lang="en-US"/>
        </a:p>
      </dgm:t>
    </dgm:pt>
    <dgm:pt modelId="{9FED1A44-9587-42BD-9A89-2AAAC0BCBB4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 dirty="0"/>
            <a:t>A atividade será considerada para </a:t>
          </a:r>
          <a:r>
            <a:rPr lang="pt-BR" b="1" i="0" baseline="0" dirty="0"/>
            <a:t>participação e avaliação contínua</a:t>
          </a:r>
          <a:r>
            <a:rPr lang="pt-BR" b="0" i="0" baseline="0" dirty="0"/>
            <a:t>.</a:t>
          </a:r>
          <a:endParaRPr lang="en-US" dirty="0"/>
        </a:p>
      </dgm:t>
    </dgm:pt>
    <dgm:pt modelId="{C94B5CA1-C87B-418A-962C-7544C2E4A900}" type="parTrans" cxnId="{EE1F8243-916B-451A-8993-4CD9A2A8A207}">
      <dgm:prSet/>
      <dgm:spPr/>
      <dgm:t>
        <a:bodyPr/>
        <a:lstStyle/>
        <a:p>
          <a:endParaRPr lang="en-US"/>
        </a:p>
      </dgm:t>
    </dgm:pt>
    <dgm:pt modelId="{B94049E1-DC00-4BBF-B72E-F112AB841D8F}" type="sibTrans" cxnId="{EE1F8243-916B-451A-8993-4CD9A2A8A207}">
      <dgm:prSet/>
      <dgm:spPr/>
      <dgm:t>
        <a:bodyPr/>
        <a:lstStyle/>
        <a:p>
          <a:endParaRPr lang="en-US"/>
        </a:p>
      </dgm:t>
    </dgm:pt>
    <dgm:pt modelId="{DF708FA6-CC3C-4123-8C39-697348E48D0E}" type="pres">
      <dgm:prSet presAssocID="{8C5FD5CE-1B91-4BDA-AC91-2CA83C551A77}" presName="root" presStyleCnt="0">
        <dgm:presLayoutVars>
          <dgm:dir/>
          <dgm:resizeHandles val="exact"/>
        </dgm:presLayoutVars>
      </dgm:prSet>
      <dgm:spPr/>
    </dgm:pt>
    <dgm:pt modelId="{34D3CF61-32A1-43D9-B7D2-522D458F71CA}" type="pres">
      <dgm:prSet presAssocID="{D7BC04E3-B44F-4AF5-913D-EECB8F86AE29}" presName="compNode" presStyleCnt="0"/>
      <dgm:spPr/>
    </dgm:pt>
    <dgm:pt modelId="{58818DA9-6FA1-4145-B798-43B63659FD0B}" type="pres">
      <dgm:prSet presAssocID="{D7BC04E3-B44F-4AF5-913D-EECB8F86AE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824E1D85-5E57-452A-B515-FA1875454CFD}" type="pres">
      <dgm:prSet presAssocID="{D7BC04E3-B44F-4AF5-913D-EECB8F86AE29}" presName="spaceRect" presStyleCnt="0"/>
      <dgm:spPr/>
    </dgm:pt>
    <dgm:pt modelId="{FF5BBCA2-BC88-4A37-8E1C-5ADD3E373758}" type="pres">
      <dgm:prSet presAssocID="{D7BC04E3-B44F-4AF5-913D-EECB8F86AE29}" presName="textRect" presStyleLbl="revTx" presStyleIdx="0" presStyleCnt="3">
        <dgm:presLayoutVars>
          <dgm:chMax val="1"/>
          <dgm:chPref val="1"/>
        </dgm:presLayoutVars>
      </dgm:prSet>
      <dgm:spPr/>
    </dgm:pt>
    <dgm:pt modelId="{B07EFBD6-1D6B-46F3-BFC7-8584DD12CE8B}" type="pres">
      <dgm:prSet presAssocID="{431A575E-BAD3-446F-9F49-DC9E2A099914}" presName="sibTrans" presStyleCnt="0"/>
      <dgm:spPr/>
    </dgm:pt>
    <dgm:pt modelId="{C0665473-0D66-4A68-93CE-7CE44C3D36FA}" type="pres">
      <dgm:prSet presAssocID="{8217DFBB-07D5-4368-BBF2-27082992DBEC}" presName="compNode" presStyleCnt="0"/>
      <dgm:spPr/>
    </dgm:pt>
    <dgm:pt modelId="{D8345C87-BE8F-4EBE-8D24-E22F1E9607D0}" type="pres">
      <dgm:prSet presAssocID="{8217DFBB-07D5-4368-BBF2-27082992DB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063330B-923D-413E-B749-4F28D2EF7B80}" type="pres">
      <dgm:prSet presAssocID="{8217DFBB-07D5-4368-BBF2-27082992DBEC}" presName="spaceRect" presStyleCnt="0"/>
      <dgm:spPr/>
    </dgm:pt>
    <dgm:pt modelId="{CCD95713-A64E-4D40-95BB-E970E9C86736}" type="pres">
      <dgm:prSet presAssocID="{8217DFBB-07D5-4368-BBF2-27082992DBEC}" presName="textRect" presStyleLbl="revTx" presStyleIdx="1" presStyleCnt="3">
        <dgm:presLayoutVars>
          <dgm:chMax val="1"/>
          <dgm:chPref val="1"/>
        </dgm:presLayoutVars>
      </dgm:prSet>
      <dgm:spPr/>
    </dgm:pt>
    <dgm:pt modelId="{AEEF47CA-8752-4758-A1D4-DA107758F206}" type="pres">
      <dgm:prSet presAssocID="{C7AEB31B-3AD5-4965-866B-47277C916DBF}" presName="sibTrans" presStyleCnt="0"/>
      <dgm:spPr/>
    </dgm:pt>
    <dgm:pt modelId="{EA85B671-7A24-4C5D-BF37-B924920FD874}" type="pres">
      <dgm:prSet presAssocID="{9FED1A44-9587-42BD-9A89-2AAAC0BCBB44}" presName="compNode" presStyleCnt="0"/>
      <dgm:spPr/>
    </dgm:pt>
    <dgm:pt modelId="{6ADCA1F7-1724-4674-9D87-5EB98EE5E263}" type="pres">
      <dgm:prSet presAssocID="{9FED1A44-9587-42BD-9A89-2AAAC0BCBB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B102C3B-6275-43AF-BCE9-B9C4ECC559CA}" type="pres">
      <dgm:prSet presAssocID="{9FED1A44-9587-42BD-9A89-2AAAC0BCBB44}" presName="spaceRect" presStyleCnt="0"/>
      <dgm:spPr/>
    </dgm:pt>
    <dgm:pt modelId="{93732C21-AC5F-4405-8746-675A1C4DA777}" type="pres">
      <dgm:prSet presAssocID="{9FED1A44-9587-42BD-9A89-2AAAC0BCBB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C6CE32-AAE8-44C5-B073-0CCBEEA9B735}" type="presOf" srcId="{8217DFBB-07D5-4368-BBF2-27082992DBEC}" destId="{CCD95713-A64E-4D40-95BB-E970E9C86736}" srcOrd="0" destOrd="0" presId="urn:microsoft.com/office/officeart/2018/2/layout/IconLabelList"/>
    <dgm:cxn modelId="{C3CFA65C-6392-448E-9966-BA37DD598A1C}" type="presOf" srcId="{8C5FD5CE-1B91-4BDA-AC91-2CA83C551A77}" destId="{DF708FA6-CC3C-4123-8C39-697348E48D0E}" srcOrd="0" destOrd="0" presId="urn:microsoft.com/office/officeart/2018/2/layout/IconLabelList"/>
    <dgm:cxn modelId="{0AA05C63-5121-486D-9070-6F67A1549BD0}" type="presOf" srcId="{9FED1A44-9587-42BD-9A89-2AAAC0BCBB44}" destId="{93732C21-AC5F-4405-8746-675A1C4DA777}" srcOrd="0" destOrd="0" presId="urn:microsoft.com/office/officeart/2018/2/layout/IconLabelList"/>
    <dgm:cxn modelId="{EE1F8243-916B-451A-8993-4CD9A2A8A207}" srcId="{8C5FD5CE-1B91-4BDA-AC91-2CA83C551A77}" destId="{9FED1A44-9587-42BD-9A89-2AAAC0BCBB44}" srcOrd="2" destOrd="0" parTransId="{C94B5CA1-C87B-418A-962C-7544C2E4A900}" sibTransId="{B94049E1-DC00-4BBF-B72E-F112AB841D8F}"/>
    <dgm:cxn modelId="{E8767A74-295A-4709-B6B7-C3A6C746C545}" type="presOf" srcId="{D7BC04E3-B44F-4AF5-913D-EECB8F86AE29}" destId="{FF5BBCA2-BC88-4A37-8E1C-5ADD3E373758}" srcOrd="0" destOrd="0" presId="urn:microsoft.com/office/officeart/2018/2/layout/IconLabelList"/>
    <dgm:cxn modelId="{7EA30CCB-5AB6-423C-8CAE-5AFCA198FB49}" srcId="{8C5FD5CE-1B91-4BDA-AC91-2CA83C551A77}" destId="{8217DFBB-07D5-4368-BBF2-27082992DBEC}" srcOrd="1" destOrd="0" parTransId="{B2CF96CE-575F-4E56-9086-79A0C3CA84A1}" sibTransId="{C7AEB31B-3AD5-4965-866B-47277C916DBF}"/>
    <dgm:cxn modelId="{1B90A7D4-0794-43FB-A75C-BA814F4D0AE8}" srcId="{8C5FD5CE-1B91-4BDA-AC91-2CA83C551A77}" destId="{D7BC04E3-B44F-4AF5-913D-EECB8F86AE29}" srcOrd="0" destOrd="0" parTransId="{7DB79B7C-0FCB-4AF0-AC59-BFA9603DE723}" sibTransId="{431A575E-BAD3-446F-9F49-DC9E2A099914}"/>
    <dgm:cxn modelId="{D06EDECB-0A0A-4065-999F-8354422E4E43}" type="presParOf" srcId="{DF708FA6-CC3C-4123-8C39-697348E48D0E}" destId="{34D3CF61-32A1-43D9-B7D2-522D458F71CA}" srcOrd="0" destOrd="0" presId="urn:microsoft.com/office/officeart/2018/2/layout/IconLabelList"/>
    <dgm:cxn modelId="{9B408699-CF50-4490-AB7A-A601FBE9A192}" type="presParOf" srcId="{34D3CF61-32A1-43D9-B7D2-522D458F71CA}" destId="{58818DA9-6FA1-4145-B798-43B63659FD0B}" srcOrd="0" destOrd="0" presId="urn:microsoft.com/office/officeart/2018/2/layout/IconLabelList"/>
    <dgm:cxn modelId="{C52F5C99-404D-4BD6-A1B2-C15D92283E44}" type="presParOf" srcId="{34D3CF61-32A1-43D9-B7D2-522D458F71CA}" destId="{824E1D85-5E57-452A-B515-FA1875454CFD}" srcOrd="1" destOrd="0" presId="urn:microsoft.com/office/officeart/2018/2/layout/IconLabelList"/>
    <dgm:cxn modelId="{0352A7C5-6A68-4E1F-B51A-8F913F64474C}" type="presParOf" srcId="{34D3CF61-32A1-43D9-B7D2-522D458F71CA}" destId="{FF5BBCA2-BC88-4A37-8E1C-5ADD3E373758}" srcOrd="2" destOrd="0" presId="urn:microsoft.com/office/officeart/2018/2/layout/IconLabelList"/>
    <dgm:cxn modelId="{E5ED2FC6-9212-432D-A2AD-9EBDE3B644D0}" type="presParOf" srcId="{DF708FA6-CC3C-4123-8C39-697348E48D0E}" destId="{B07EFBD6-1D6B-46F3-BFC7-8584DD12CE8B}" srcOrd="1" destOrd="0" presId="urn:microsoft.com/office/officeart/2018/2/layout/IconLabelList"/>
    <dgm:cxn modelId="{BAC2EE92-2BF6-4217-9952-DAD00A164F58}" type="presParOf" srcId="{DF708FA6-CC3C-4123-8C39-697348E48D0E}" destId="{C0665473-0D66-4A68-93CE-7CE44C3D36FA}" srcOrd="2" destOrd="0" presId="urn:microsoft.com/office/officeart/2018/2/layout/IconLabelList"/>
    <dgm:cxn modelId="{5EBF6829-4D04-415E-8148-F1AFA5EB05C0}" type="presParOf" srcId="{C0665473-0D66-4A68-93CE-7CE44C3D36FA}" destId="{D8345C87-BE8F-4EBE-8D24-E22F1E9607D0}" srcOrd="0" destOrd="0" presId="urn:microsoft.com/office/officeart/2018/2/layout/IconLabelList"/>
    <dgm:cxn modelId="{3ACE8591-0E25-4E9E-872A-8A9DD83FB2FA}" type="presParOf" srcId="{C0665473-0D66-4A68-93CE-7CE44C3D36FA}" destId="{4063330B-923D-413E-B749-4F28D2EF7B80}" srcOrd="1" destOrd="0" presId="urn:microsoft.com/office/officeart/2018/2/layout/IconLabelList"/>
    <dgm:cxn modelId="{6EA22C19-BAEA-4E4E-BAC6-9FC13021BB4D}" type="presParOf" srcId="{C0665473-0D66-4A68-93CE-7CE44C3D36FA}" destId="{CCD95713-A64E-4D40-95BB-E970E9C86736}" srcOrd="2" destOrd="0" presId="urn:microsoft.com/office/officeart/2018/2/layout/IconLabelList"/>
    <dgm:cxn modelId="{6E03C418-EBC3-4FB0-9350-C2B675752660}" type="presParOf" srcId="{DF708FA6-CC3C-4123-8C39-697348E48D0E}" destId="{AEEF47CA-8752-4758-A1D4-DA107758F206}" srcOrd="3" destOrd="0" presId="urn:microsoft.com/office/officeart/2018/2/layout/IconLabelList"/>
    <dgm:cxn modelId="{62BD53A1-8A3D-423F-A3DF-D13850970CA3}" type="presParOf" srcId="{DF708FA6-CC3C-4123-8C39-697348E48D0E}" destId="{EA85B671-7A24-4C5D-BF37-B924920FD874}" srcOrd="4" destOrd="0" presId="urn:microsoft.com/office/officeart/2018/2/layout/IconLabelList"/>
    <dgm:cxn modelId="{DAD356F5-3F2F-467B-B516-67DF47920829}" type="presParOf" srcId="{EA85B671-7A24-4C5D-BF37-B924920FD874}" destId="{6ADCA1F7-1724-4674-9D87-5EB98EE5E263}" srcOrd="0" destOrd="0" presId="urn:microsoft.com/office/officeart/2018/2/layout/IconLabelList"/>
    <dgm:cxn modelId="{BA4E2F02-CC22-44FD-82C6-6BC566692277}" type="presParOf" srcId="{EA85B671-7A24-4C5D-BF37-B924920FD874}" destId="{3B102C3B-6275-43AF-BCE9-B9C4ECC559CA}" srcOrd="1" destOrd="0" presId="urn:microsoft.com/office/officeart/2018/2/layout/IconLabelList"/>
    <dgm:cxn modelId="{A4F13CE3-1FCB-46AA-9D1B-90CFD57504CB}" type="presParOf" srcId="{EA85B671-7A24-4C5D-BF37-B924920FD874}" destId="{93732C21-AC5F-4405-8746-675A1C4DA7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64104-541E-455D-AD44-806C4F104E34}">
      <dsp:nvSpPr>
        <dsp:cNvPr id="0" name=""/>
        <dsp:cNvSpPr/>
      </dsp:nvSpPr>
      <dsp:spPr>
        <a:xfrm>
          <a:off x="0" y="202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8C7DD-7430-4F64-AEE7-1DE8433C1826}">
      <dsp:nvSpPr>
        <dsp:cNvPr id="0" name=""/>
        <dsp:cNvSpPr/>
      </dsp:nvSpPr>
      <dsp:spPr>
        <a:xfrm>
          <a:off x="0" y="2025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🎤 Apresentação dos </a:t>
          </a:r>
          <a:r>
            <a:rPr lang="pt-BR" sz="2200" kern="1200" dirty="0" err="1"/>
            <a:t>Mini-desafios</a:t>
          </a:r>
          <a:endParaRPr lang="pt-BR" sz="2200" b="1" kern="1200" dirty="0"/>
        </a:p>
      </dsp:txBody>
      <dsp:txXfrm>
        <a:off x="0" y="2025"/>
        <a:ext cx="4718785" cy="690666"/>
      </dsp:txXfrm>
    </dsp:sp>
    <dsp:sp modelId="{3326D74F-ED89-43D9-9E5E-59AF35746561}">
      <dsp:nvSpPr>
        <dsp:cNvPr id="0" name=""/>
        <dsp:cNvSpPr/>
      </dsp:nvSpPr>
      <dsp:spPr>
        <a:xfrm>
          <a:off x="0" y="692692"/>
          <a:ext cx="4718785" cy="0"/>
        </a:xfrm>
        <a:prstGeom prst="line">
          <a:avLst/>
        </a:prstGeom>
        <a:solidFill>
          <a:schemeClr val="accent2">
            <a:hueOff val="-255475"/>
            <a:satOff val="702"/>
            <a:lumOff val="470"/>
            <a:alphaOff val="0"/>
          </a:schemeClr>
        </a:solidFill>
        <a:ln w="19050" cap="flat" cmpd="sng" algn="ctr">
          <a:solidFill>
            <a:schemeClr val="accent2">
              <a:hueOff val="-255475"/>
              <a:satOff val="702"/>
              <a:lumOff val="4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CE2CA-3385-4917-B702-F5213038102D}">
      <dsp:nvSpPr>
        <dsp:cNvPr id="0" name=""/>
        <dsp:cNvSpPr/>
      </dsp:nvSpPr>
      <dsp:spPr>
        <a:xfrm>
          <a:off x="0" y="692692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🔁 Revisão de conceitos principais</a:t>
          </a:r>
        </a:p>
      </dsp:txBody>
      <dsp:txXfrm>
        <a:off x="0" y="692692"/>
        <a:ext cx="4718785" cy="690666"/>
      </dsp:txXfrm>
    </dsp:sp>
    <dsp:sp modelId="{92A7310F-A69B-4591-8923-ABC7CF27D758}">
      <dsp:nvSpPr>
        <dsp:cNvPr id="0" name=""/>
        <dsp:cNvSpPr/>
      </dsp:nvSpPr>
      <dsp:spPr>
        <a:xfrm>
          <a:off x="0" y="1383358"/>
          <a:ext cx="4718785" cy="0"/>
        </a:xfrm>
        <a:prstGeom prst="line">
          <a:avLst/>
        </a:prstGeom>
        <a:solidFill>
          <a:schemeClr val="accent2">
            <a:hueOff val="-510950"/>
            <a:satOff val="1404"/>
            <a:lumOff val="941"/>
            <a:alphaOff val="0"/>
          </a:schemeClr>
        </a:solidFill>
        <a:ln w="19050" cap="flat" cmpd="sng" algn="ctr">
          <a:solidFill>
            <a:schemeClr val="accent2">
              <a:hueOff val="-510950"/>
              <a:satOff val="1404"/>
              <a:lumOff val="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31BA5-BECC-4E0F-B7A2-5C323DA3D4C2}">
      <dsp:nvSpPr>
        <dsp:cNvPr id="0" name=""/>
        <dsp:cNvSpPr/>
      </dsp:nvSpPr>
      <dsp:spPr>
        <a:xfrm>
          <a:off x="0" y="1383358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📊 Avaliação de modelos e métricas</a:t>
          </a:r>
        </a:p>
      </dsp:txBody>
      <dsp:txXfrm>
        <a:off x="0" y="1383358"/>
        <a:ext cx="4718785" cy="690666"/>
      </dsp:txXfrm>
    </dsp:sp>
    <dsp:sp modelId="{DF80026D-885A-4334-849D-C7B7477DC5D7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2">
            <a:hueOff val="-766425"/>
            <a:satOff val="2105"/>
            <a:lumOff val="1411"/>
            <a:alphaOff val="0"/>
          </a:schemeClr>
        </a:solidFill>
        <a:ln w="19050" cap="flat" cmpd="sng" algn="ctr">
          <a:solidFill>
            <a:schemeClr val="accent2">
              <a:hueOff val="-766425"/>
              <a:satOff val="2105"/>
              <a:lumOff val="14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C156D-4418-4770-9B34-815B56174F19}">
      <dsp:nvSpPr>
        <dsp:cNvPr id="0" name=""/>
        <dsp:cNvSpPr/>
      </dsp:nvSpPr>
      <dsp:spPr>
        <a:xfrm>
          <a:off x="0" y="2074025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⚖️ Comparação de algoritmos</a:t>
          </a:r>
        </a:p>
      </dsp:txBody>
      <dsp:txXfrm>
        <a:off x="0" y="2074025"/>
        <a:ext cx="4718785" cy="690666"/>
      </dsp:txXfrm>
    </dsp:sp>
    <dsp:sp modelId="{4FC725F7-C96D-4720-9797-0C9BC441353C}">
      <dsp:nvSpPr>
        <dsp:cNvPr id="0" name=""/>
        <dsp:cNvSpPr/>
      </dsp:nvSpPr>
      <dsp:spPr>
        <a:xfrm>
          <a:off x="0" y="2764692"/>
          <a:ext cx="4718785" cy="0"/>
        </a:xfrm>
        <a:prstGeom prst="line">
          <a:avLst/>
        </a:prstGeom>
        <a:solidFill>
          <a:schemeClr val="accent2">
            <a:hueOff val="-1021900"/>
            <a:satOff val="2807"/>
            <a:lumOff val="1882"/>
            <a:alphaOff val="0"/>
          </a:schemeClr>
        </a:solidFill>
        <a:ln w="19050" cap="flat" cmpd="sng" algn="ctr">
          <a:solidFill>
            <a:schemeClr val="accent2">
              <a:hueOff val="-1021900"/>
              <a:satOff val="2807"/>
              <a:lumOff val="1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F3F0E-072A-4E9B-AF9D-CE201574A45C}">
      <dsp:nvSpPr>
        <dsp:cNvPr id="0" name=""/>
        <dsp:cNvSpPr/>
      </dsp:nvSpPr>
      <dsp:spPr>
        <a:xfrm>
          <a:off x="0" y="2764692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📝 Atividade prática em dupla</a:t>
          </a:r>
        </a:p>
      </dsp:txBody>
      <dsp:txXfrm>
        <a:off x="0" y="2764692"/>
        <a:ext cx="4718785" cy="690666"/>
      </dsp:txXfrm>
    </dsp:sp>
    <dsp:sp modelId="{B2C225B5-C06F-4E00-AC92-5CF6F907D4F3}">
      <dsp:nvSpPr>
        <dsp:cNvPr id="0" name=""/>
        <dsp:cNvSpPr/>
      </dsp:nvSpPr>
      <dsp:spPr>
        <a:xfrm>
          <a:off x="0" y="3455358"/>
          <a:ext cx="4718785" cy="0"/>
        </a:xfrm>
        <a:prstGeom prst="line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A285E-7B69-4B87-A8B6-A7B9854906F3}">
      <dsp:nvSpPr>
        <dsp:cNvPr id="0" name=""/>
        <dsp:cNvSpPr/>
      </dsp:nvSpPr>
      <dsp:spPr>
        <a:xfrm>
          <a:off x="0" y="3455358"/>
          <a:ext cx="4718785" cy="690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💬 Fechamento</a:t>
          </a:r>
        </a:p>
      </dsp:txBody>
      <dsp:txXfrm>
        <a:off x="0" y="3455358"/>
        <a:ext cx="4718785" cy="690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0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152582" y="113857"/>
          <a:ext cx="277422" cy="2774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582588" y="366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Introdução à Disciplina</a:t>
          </a:r>
          <a:endParaRPr lang="en-US" sz="1600" kern="1200" dirty="0"/>
        </a:p>
      </dsp:txBody>
      <dsp:txXfrm>
        <a:off x="582588" y="366"/>
        <a:ext cx="4297522" cy="504405"/>
      </dsp:txXfrm>
    </dsp:sp>
    <dsp:sp modelId="{88B8DE9F-BFF9-40F9-827B-E1AB5395B1CC}">
      <dsp:nvSpPr>
        <dsp:cNvPr id="0" name=""/>
        <dsp:cNvSpPr/>
      </dsp:nvSpPr>
      <dsp:spPr>
        <a:xfrm>
          <a:off x="0" y="630873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152582" y="744364"/>
          <a:ext cx="277422" cy="2774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582588" y="630873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Conceitos Fundamentais do Big Data</a:t>
          </a:r>
          <a:endParaRPr lang="en-US" sz="1600" kern="1200"/>
        </a:p>
      </dsp:txBody>
      <dsp:txXfrm>
        <a:off x="582588" y="630873"/>
        <a:ext cx="4297522" cy="504405"/>
      </dsp:txXfrm>
    </dsp:sp>
    <dsp:sp modelId="{12930027-1F86-4E37-AE86-4A255152A462}">
      <dsp:nvSpPr>
        <dsp:cNvPr id="0" name=""/>
        <dsp:cNvSpPr/>
      </dsp:nvSpPr>
      <dsp:spPr>
        <a:xfrm>
          <a:off x="0" y="1261379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152582" y="1374871"/>
          <a:ext cx="277422" cy="2774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582588" y="1261379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Tecnologias para Big Data</a:t>
          </a:r>
          <a:endParaRPr lang="en-US" sz="1600" kern="1200"/>
        </a:p>
      </dsp:txBody>
      <dsp:txXfrm>
        <a:off x="582588" y="1261379"/>
        <a:ext cx="4297522" cy="504405"/>
      </dsp:txXfrm>
    </dsp:sp>
    <dsp:sp modelId="{401554BA-51F1-4008-8088-AEE5CD916FCC}">
      <dsp:nvSpPr>
        <dsp:cNvPr id="0" name=""/>
        <dsp:cNvSpPr/>
      </dsp:nvSpPr>
      <dsp:spPr>
        <a:xfrm>
          <a:off x="0" y="1891886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152582" y="2005378"/>
          <a:ext cx="277422" cy="2774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582588" y="1891886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Infraestrutura para Big Data</a:t>
          </a:r>
          <a:endParaRPr lang="en-US" sz="1600" kern="1200" dirty="0"/>
        </a:p>
      </dsp:txBody>
      <dsp:txXfrm>
        <a:off x="582588" y="1891886"/>
        <a:ext cx="4297522" cy="504405"/>
      </dsp:txXfrm>
    </dsp:sp>
    <dsp:sp modelId="{3AEC4C33-D60D-498E-916B-2A4705EE4AE4}">
      <dsp:nvSpPr>
        <dsp:cNvPr id="0" name=""/>
        <dsp:cNvSpPr/>
      </dsp:nvSpPr>
      <dsp:spPr>
        <a:xfrm>
          <a:off x="0" y="2522393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152582" y="2635884"/>
          <a:ext cx="277422" cy="2774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582588" y="2522393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Processamento de Dados em Escala</a:t>
          </a:r>
          <a:endParaRPr lang="en-US" sz="1600" kern="1200" dirty="0"/>
        </a:p>
      </dsp:txBody>
      <dsp:txXfrm>
        <a:off x="582588" y="2522393"/>
        <a:ext cx="4297522" cy="504405"/>
      </dsp:txXfrm>
    </dsp:sp>
    <dsp:sp modelId="{3735C041-C77B-44F0-AC3F-EEA071678FFA}">
      <dsp:nvSpPr>
        <dsp:cNvPr id="0" name=""/>
        <dsp:cNvSpPr/>
      </dsp:nvSpPr>
      <dsp:spPr>
        <a:xfrm>
          <a:off x="0" y="3152900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68228-A6F2-4FAC-80E6-17F8DCD63DF3}">
      <dsp:nvSpPr>
        <dsp:cNvPr id="0" name=""/>
        <dsp:cNvSpPr/>
      </dsp:nvSpPr>
      <dsp:spPr>
        <a:xfrm>
          <a:off x="152582" y="3266391"/>
          <a:ext cx="277422" cy="2774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9A34-7B3A-4E60-B139-CFE6A68B2E02}">
      <dsp:nvSpPr>
        <dsp:cNvPr id="0" name=""/>
        <dsp:cNvSpPr/>
      </dsp:nvSpPr>
      <dsp:spPr>
        <a:xfrm>
          <a:off x="582588" y="3152900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Streaming de Dados</a:t>
          </a:r>
          <a:endParaRPr lang="en-US" sz="1600" kern="1200" dirty="0"/>
        </a:p>
      </dsp:txBody>
      <dsp:txXfrm>
        <a:off x="582588" y="3152900"/>
        <a:ext cx="4297522" cy="504405"/>
      </dsp:txXfrm>
    </dsp:sp>
    <dsp:sp modelId="{004A9969-F1E3-4551-9D39-6F546E820C92}">
      <dsp:nvSpPr>
        <dsp:cNvPr id="0" name=""/>
        <dsp:cNvSpPr/>
      </dsp:nvSpPr>
      <dsp:spPr>
        <a:xfrm>
          <a:off x="0" y="3783407"/>
          <a:ext cx="4880111" cy="5044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DA2DA-85F2-4B0F-BA34-D924668104B1}">
      <dsp:nvSpPr>
        <dsp:cNvPr id="0" name=""/>
        <dsp:cNvSpPr/>
      </dsp:nvSpPr>
      <dsp:spPr>
        <a:xfrm>
          <a:off x="152582" y="3896898"/>
          <a:ext cx="277422" cy="27742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79BFA-D6A0-4D6B-84ED-6C58329FEF87}">
      <dsp:nvSpPr>
        <dsp:cNvPr id="0" name=""/>
        <dsp:cNvSpPr/>
      </dsp:nvSpPr>
      <dsp:spPr>
        <a:xfrm>
          <a:off x="582588" y="3783407"/>
          <a:ext cx="4297522" cy="50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83" tIns="53383" rIns="53383" bIns="533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Machine Learning</a:t>
          </a:r>
        </a:p>
      </dsp:txBody>
      <dsp:txXfrm>
        <a:off x="582588" y="3783407"/>
        <a:ext cx="4297522" cy="5044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AF584-E803-4857-A258-3C7ECFE92353}">
      <dsp:nvSpPr>
        <dsp:cNvPr id="0" name=""/>
        <dsp:cNvSpPr/>
      </dsp:nvSpPr>
      <dsp:spPr>
        <a:xfrm>
          <a:off x="0" y="56546"/>
          <a:ext cx="5000124" cy="730957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- </a:t>
          </a:r>
          <a:r>
            <a:rPr lang="en-US" sz="2800" kern="1200" dirty="0" err="1"/>
            <a:t>Problema</a:t>
          </a:r>
          <a:r>
            <a:rPr lang="en-US" sz="2800" kern="1200" dirty="0"/>
            <a:t> </a:t>
          </a:r>
          <a:r>
            <a:rPr lang="en-US" sz="2800" kern="1200" dirty="0" err="1"/>
            <a:t>identificado</a:t>
          </a:r>
          <a:endParaRPr lang="en-US" sz="2800" kern="1200" dirty="0"/>
        </a:p>
      </dsp:txBody>
      <dsp:txXfrm>
        <a:off x="35682" y="92228"/>
        <a:ext cx="4928760" cy="659593"/>
      </dsp:txXfrm>
    </dsp:sp>
    <dsp:sp modelId="{D02802DC-DBC5-4CB2-9FD7-1BE912C9B8F0}">
      <dsp:nvSpPr>
        <dsp:cNvPr id="0" name=""/>
        <dsp:cNvSpPr/>
      </dsp:nvSpPr>
      <dsp:spPr>
        <a:xfrm>
          <a:off x="0" y="868143"/>
          <a:ext cx="5000124" cy="730957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3484"/>
                <a:satOff val="-16722"/>
                <a:lumOff val="199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3484"/>
                <a:satOff val="-16722"/>
                <a:lumOff val="199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3484"/>
                <a:satOff val="-16722"/>
                <a:lumOff val="199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Tipo de dado necessário</a:t>
          </a:r>
        </a:p>
      </dsp:txBody>
      <dsp:txXfrm>
        <a:off x="35682" y="903825"/>
        <a:ext cx="4928760" cy="659593"/>
      </dsp:txXfrm>
    </dsp:sp>
    <dsp:sp modelId="{CCEAD665-2FD0-4927-9DEE-425B09302145}">
      <dsp:nvSpPr>
        <dsp:cNvPr id="0" name=""/>
        <dsp:cNvSpPr/>
      </dsp:nvSpPr>
      <dsp:spPr>
        <a:xfrm>
          <a:off x="0" y="1679741"/>
          <a:ext cx="5000124" cy="730957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6969"/>
                <a:satOff val="-33445"/>
                <a:lumOff val="398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6969"/>
                <a:satOff val="-33445"/>
                <a:lumOff val="398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6969"/>
                <a:satOff val="-33445"/>
                <a:lumOff val="398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Tipo de aprendizado</a:t>
          </a:r>
        </a:p>
      </dsp:txBody>
      <dsp:txXfrm>
        <a:off x="35682" y="1715423"/>
        <a:ext cx="4928760" cy="659593"/>
      </dsp:txXfrm>
    </dsp:sp>
    <dsp:sp modelId="{3728F34F-9A81-420A-BDA0-9274B45191E4}">
      <dsp:nvSpPr>
        <dsp:cNvPr id="0" name=""/>
        <dsp:cNvSpPr/>
      </dsp:nvSpPr>
      <dsp:spPr>
        <a:xfrm>
          <a:off x="0" y="2491338"/>
          <a:ext cx="5000124" cy="730957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6969"/>
                <a:satOff val="-33445"/>
                <a:lumOff val="398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6969"/>
                <a:satOff val="-33445"/>
                <a:lumOff val="398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6969"/>
                <a:satOff val="-33445"/>
                <a:lumOff val="398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Algoritmo sugerido</a:t>
          </a:r>
        </a:p>
      </dsp:txBody>
      <dsp:txXfrm>
        <a:off x="35682" y="2527020"/>
        <a:ext cx="4928760" cy="659593"/>
      </dsp:txXfrm>
    </dsp:sp>
    <dsp:sp modelId="{19A9FDB3-EB2A-4CB2-AD59-F07FDDC8DFED}">
      <dsp:nvSpPr>
        <dsp:cNvPr id="0" name=""/>
        <dsp:cNvSpPr/>
      </dsp:nvSpPr>
      <dsp:spPr>
        <a:xfrm>
          <a:off x="0" y="3302936"/>
          <a:ext cx="5000124" cy="730957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3484"/>
                <a:satOff val="-16722"/>
                <a:lumOff val="199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3484"/>
                <a:satOff val="-16722"/>
                <a:lumOff val="199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3484"/>
                <a:satOff val="-16722"/>
                <a:lumOff val="199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⏱️ 3 a 5 min por grupo</a:t>
          </a:r>
        </a:p>
      </dsp:txBody>
      <dsp:txXfrm>
        <a:off x="35682" y="3338618"/>
        <a:ext cx="4928760" cy="6595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3B307-99DB-4B71-AF5F-E9A02495F169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D3037-5965-4E7E-8FFB-BAB3B4A700DD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95388-4C5D-4F10-9346-6AAC5CA0D66D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O que é Machine Learning</a:t>
          </a:r>
        </a:p>
      </dsp:txBody>
      <dsp:txXfrm>
        <a:off x="25435" y="1932302"/>
        <a:ext cx="1800000" cy="720000"/>
      </dsp:txXfrm>
    </dsp:sp>
    <dsp:sp modelId="{0BEEC24A-5390-4A47-B05C-38E1238FC87D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E04E8-D9C1-4D7E-8484-8EE54DE67902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30996-DB00-456B-B658-EA675B38E771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Aprendizado supervisionado x não supervisionado</a:t>
          </a:r>
        </a:p>
      </dsp:txBody>
      <dsp:txXfrm>
        <a:off x="2140435" y="1932302"/>
        <a:ext cx="1800000" cy="720000"/>
      </dsp:txXfrm>
    </dsp:sp>
    <dsp:sp modelId="{BE1F11C6-31C5-4C68-A634-8F46F0107E54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EABDE-6D5F-415C-90B4-CC87761B0336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7F2D1-2228-4F25-9094-D1BD6AFBC1BC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Ferramentas e aplicações práticas</a:t>
          </a:r>
        </a:p>
      </dsp:txBody>
      <dsp:txXfrm>
        <a:off x="4255435" y="1932302"/>
        <a:ext cx="1800000" cy="720000"/>
      </dsp:txXfrm>
    </dsp:sp>
    <dsp:sp modelId="{535B2449-B59B-438F-9CA3-D31C3EE4F3C6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110B9-B08F-43FD-B79A-27A9A6E7AE71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EC3E7-50BC-4B25-8584-CD3BD608D6FD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- </a:t>
          </a:r>
          <a:r>
            <a:rPr lang="en-US" sz="1300" kern="1200" dirty="0" err="1"/>
            <a:t>Exemplos</a:t>
          </a:r>
          <a:r>
            <a:rPr lang="en-US" sz="1300" kern="1200" dirty="0"/>
            <a:t> de </a:t>
          </a:r>
          <a:r>
            <a:rPr lang="en-US" sz="1300" kern="1200" dirty="0" err="1"/>
            <a:t>modelos</a:t>
          </a:r>
          <a:endParaRPr lang="en-US" sz="1300" kern="1200" dirty="0"/>
        </a:p>
      </dsp:txBody>
      <dsp:txXfrm>
        <a:off x="6370435" y="19323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A628B-F46F-49B3-B29A-7DB4D1451CCF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A0E2E-973F-4ED3-99B0-FC08A8F1100F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Aprender é adquirir conhecimento com base em dados, experiências e observações.</a:t>
          </a:r>
        </a:p>
      </dsp:txBody>
      <dsp:txXfrm>
        <a:off x="85060" y="2252601"/>
        <a:ext cx="3690000" cy="720000"/>
      </dsp:txXfrm>
    </dsp:sp>
    <dsp:sp modelId="{C08A8B52-7B7F-4E26-86C7-D6A709213000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20A91-1698-4869-A374-ECA058B3F325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➡️ Em ML, aprendemos a partir de dados históricos para prever ou classificar novas informações.</a:t>
          </a:r>
        </a:p>
      </dsp:txBody>
      <dsp:txXfrm>
        <a:off x="4420810" y="2252601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E8CFD-0FCF-4B7C-A433-6DE963F5BD54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A44F1-BD8A-4B9A-BA0B-2BCEDAD9B022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Inteligência: capacidade de resolver problemas ou adaptar-se</a:t>
          </a:r>
        </a:p>
      </dsp:txBody>
      <dsp:txXfrm>
        <a:off x="85060" y="2252601"/>
        <a:ext cx="3690000" cy="720000"/>
      </dsp:txXfrm>
    </dsp:sp>
    <dsp:sp modelId="{12DBDD6A-385D-4867-8F2B-E24D867A439B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00941-33D1-4498-9CC9-B24F6BBD135C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Machine Learning: quando sistemas usam dados para aprender sem serem explicitamente programados</a:t>
          </a:r>
        </a:p>
      </dsp:txBody>
      <dsp:txXfrm>
        <a:off x="4420810" y="2252601"/>
        <a:ext cx="369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A3040-E853-4C58-9ED3-E412740B872F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25636-0E06-42F7-84D5-777FF452A22D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1233F-614C-4CA1-81BC-6D1BCAE92D7B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Supervisionado: aprende com dados rotulados</a:t>
          </a:r>
        </a:p>
      </dsp:txBody>
      <dsp:txXfrm>
        <a:off x="25435" y="1932302"/>
        <a:ext cx="1800000" cy="720000"/>
      </dsp:txXfrm>
    </dsp:sp>
    <dsp:sp modelId="{63CA6633-4027-4E1B-A8FC-67F238973D6E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EC192-486A-487F-8B14-DB6E9AB99A94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6DBBF-32E5-4C57-8742-9E925AD964C4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Não supervisionado: encontra padrões sem rótulos</a:t>
          </a:r>
        </a:p>
      </dsp:txBody>
      <dsp:txXfrm>
        <a:off x="2140435" y="1932302"/>
        <a:ext cx="1800000" cy="720000"/>
      </dsp:txXfrm>
    </dsp:sp>
    <dsp:sp modelId="{E850E851-170B-4FDD-AC5E-125EF2587F7A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37905-D2A6-4DD3-9A5C-D02CADE007F2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E3425-61BB-4794-A518-C0214B26C5E2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Reforço: aprende com tentativa e erro</a:t>
          </a:r>
        </a:p>
      </dsp:txBody>
      <dsp:txXfrm>
        <a:off x="4255435" y="1932302"/>
        <a:ext cx="1800000" cy="720000"/>
      </dsp:txXfrm>
    </dsp:sp>
    <dsp:sp modelId="{063F563D-3066-476E-885C-9B117E603D37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80DDD-90F0-4F34-9FD4-92C45160318A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0D10-3C3E-4DFF-85E7-A36842C3A5FB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Semi-supervisionado e Deep Learning (avançados)</a:t>
          </a:r>
        </a:p>
      </dsp:txBody>
      <dsp:txXfrm>
        <a:off x="6370435" y="19323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7D079-3AF1-4D9E-8191-527B79EEE38E}">
      <dsp:nvSpPr>
        <dsp:cNvPr id="0" name=""/>
        <dsp:cNvSpPr/>
      </dsp:nvSpPr>
      <dsp:spPr>
        <a:xfrm>
          <a:off x="530099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A8BD4-B6A1-4331-9CF5-A0299A33917F}">
      <dsp:nvSpPr>
        <dsp:cNvPr id="0" name=""/>
        <dsp:cNvSpPr/>
      </dsp:nvSpPr>
      <dsp:spPr>
        <a:xfrm>
          <a:off x="829912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2AB87-9EDB-409D-946A-3D672A72E41F}">
      <dsp:nvSpPr>
        <dsp:cNvPr id="0" name=""/>
        <dsp:cNvSpPr/>
      </dsp:nvSpPr>
      <dsp:spPr>
        <a:xfrm>
          <a:off x="80381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Scikit-learn: Fácil, ideal para iniciantes</a:t>
          </a:r>
          <a:endParaRPr lang="en-US" sz="1700" kern="1200"/>
        </a:p>
      </dsp:txBody>
      <dsp:txXfrm>
        <a:off x="80381" y="2049649"/>
        <a:ext cx="2306250" cy="720000"/>
      </dsp:txXfrm>
    </dsp:sp>
    <dsp:sp modelId="{B6B4EB36-DDC3-4D21-B882-2C1DE095AE0C}">
      <dsp:nvSpPr>
        <dsp:cNvPr id="0" name=""/>
        <dsp:cNvSpPr/>
      </dsp:nvSpPr>
      <dsp:spPr>
        <a:xfrm>
          <a:off x="3239943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B831D-487F-49E8-8EA4-580053C11739}">
      <dsp:nvSpPr>
        <dsp:cNvPr id="0" name=""/>
        <dsp:cNvSpPr/>
      </dsp:nvSpPr>
      <dsp:spPr>
        <a:xfrm>
          <a:off x="3539756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886B-D11B-40AF-BD46-4C2D01F2F9F0}">
      <dsp:nvSpPr>
        <dsp:cNvPr id="0" name=""/>
        <dsp:cNvSpPr/>
      </dsp:nvSpPr>
      <dsp:spPr>
        <a:xfrm>
          <a:off x="2790224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TensorFlow: Avançado, voltado a Deep Learning</a:t>
          </a:r>
          <a:endParaRPr lang="en-US" sz="1700" kern="1200"/>
        </a:p>
      </dsp:txBody>
      <dsp:txXfrm>
        <a:off x="2790224" y="2049649"/>
        <a:ext cx="2306250" cy="720000"/>
      </dsp:txXfrm>
    </dsp:sp>
    <dsp:sp modelId="{7B39FD2D-AD13-4A27-9984-E501956237BC}">
      <dsp:nvSpPr>
        <dsp:cNvPr id="0" name=""/>
        <dsp:cNvSpPr/>
      </dsp:nvSpPr>
      <dsp:spPr>
        <a:xfrm>
          <a:off x="5949787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EE30E-F0B8-4320-AA40-9FDE328A5BA4}">
      <dsp:nvSpPr>
        <dsp:cNvPr id="0" name=""/>
        <dsp:cNvSpPr/>
      </dsp:nvSpPr>
      <dsp:spPr>
        <a:xfrm>
          <a:off x="6249600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3C13-0E18-4CDE-B2B8-31BEC6A445A3}">
      <dsp:nvSpPr>
        <dsp:cNvPr id="0" name=""/>
        <dsp:cNvSpPr/>
      </dsp:nvSpPr>
      <dsp:spPr>
        <a:xfrm>
          <a:off x="5500068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MLlib: Integrado ao Apache Spark (distribuído)</a:t>
          </a:r>
          <a:endParaRPr lang="en-US" sz="1700" kern="1200"/>
        </a:p>
      </dsp:txBody>
      <dsp:txXfrm>
        <a:off x="5500068" y="2049649"/>
        <a:ext cx="2306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E040B-65D5-4ECD-92D5-41F9F6D16B16}">
      <dsp:nvSpPr>
        <dsp:cNvPr id="0" name=""/>
        <dsp:cNvSpPr/>
      </dsp:nvSpPr>
      <dsp:spPr>
        <a:xfrm>
          <a:off x="0" y="218751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008B0-DA64-441B-A731-1A167A76F1FE}">
      <dsp:nvSpPr>
        <dsp:cNvPr id="0" name=""/>
        <dsp:cNvSpPr/>
      </dsp:nvSpPr>
      <dsp:spPr>
        <a:xfrm>
          <a:off x="394335" y="71151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Definir o problema</a:t>
          </a:r>
        </a:p>
      </dsp:txBody>
      <dsp:txXfrm>
        <a:off x="408745" y="85561"/>
        <a:ext cx="5491870" cy="266380"/>
      </dsp:txXfrm>
    </dsp:sp>
    <dsp:sp modelId="{6D04A968-C0F5-4EB9-AAA2-C508DD42D766}">
      <dsp:nvSpPr>
        <dsp:cNvPr id="0" name=""/>
        <dsp:cNvSpPr/>
      </dsp:nvSpPr>
      <dsp:spPr>
        <a:xfrm>
          <a:off x="0" y="672351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B3683-6CA2-489B-A75B-6D9928151920}">
      <dsp:nvSpPr>
        <dsp:cNvPr id="0" name=""/>
        <dsp:cNvSpPr/>
      </dsp:nvSpPr>
      <dsp:spPr>
        <a:xfrm>
          <a:off x="394335" y="524751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Obter os dados</a:t>
          </a:r>
        </a:p>
      </dsp:txBody>
      <dsp:txXfrm>
        <a:off x="408745" y="539161"/>
        <a:ext cx="5491870" cy="266380"/>
      </dsp:txXfrm>
    </dsp:sp>
    <dsp:sp modelId="{B8242A3A-0C86-4C4A-8F79-97182F0603BB}">
      <dsp:nvSpPr>
        <dsp:cNvPr id="0" name=""/>
        <dsp:cNvSpPr/>
      </dsp:nvSpPr>
      <dsp:spPr>
        <a:xfrm>
          <a:off x="0" y="11259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03FA2-3B9C-404B-838F-FC76A31C92B6}">
      <dsp:nvSpPr>
        <dsp:cNvPr id="0" name=""/>
        <dsp:cNvSpPr/>
      </dsp:nvSpPr>
      <dsp:spPr>
        <a:xfrm>
          <a:off x="394335" y="9783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Limpar/preparar os dados</a:t>
          </a:r>
        </a:p>
      </dsp:txBody>
      <dsp:txXfrm>
        <a:off x="408745" y="992762"/>
        <a:ext cx="5491870" cy="266380"/>
      </dsp:txXfrm>
    </dsp:sp>
    <dsp:sp modelId="{2F1A28B4-C60F-4E09-9AA4-9FD959D0D602}">
      <dsp:nvSpPr>
        <dsp:cNvPr id="0" name=""/>
        <dsp:cNvSpPr/>
      </dsp:nvSpPr>
      <dsp:spPr>
        <a:xfrm>
          <a:off x="0" y="15795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C9F58-E5B1-4809-A2E4-75BDA71B91E2}">
      <dsp:nvSpPr>
        <dsp:cNvPr id="0" name=""/>
        <dsp:cNvSpPr/>
      </dsp:nvSpPr>
      <dsp:spPr>
        <a:xfrm>
          <a:off x="394335" y="14319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Escolher o algoritmo</a:t>
          </a:r>
        </a:p>
      </dsp:txBody>
      <dsp:txXfrm>
        <a:off x="408745" y="1446362"/>
        <a:ext cx="5491870" cy="266380"/>
      </dsp:txXfrm>
    </dsp:sp>
    <dsp:sp modelId="{3BBC5D9E-223D-46B7-AA9E-31981CA90951}">
      <dsp:nvSpPr>
        <dsp:cNvPr id="0" name=""/>
        <dsp:cNvSpPr/>
      </dsp:nvSpPr>
      <dsp:spPr>
        <a:xfrm>
          <a:off x="0" y="20331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2E8BF-F240-42CE-BA33-6D1655CBB254}">
      <dsp:nvSpPr>
        <dsp:cNvPr id="0" name=""/>
        <dsp:cNvSpPr/>
      </dsp:nvSpPr>
      <dsp:spPr>
        <a:xfrm>
          <a:off x="394335" y="18855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5. Treinar o modelo</a:t>
          </a:r>
        </a:p>
      </dsp:txBody>
      <dsp:txXfrm>
        <a:off x="408745" y="1899962"/>
        <a:ext cx="5491870" cy="266380"/>
      </dsp:txXfrm>
    </dsp:sp>
    <dsp:sp modelId="{5FEE185C-9264-4DE7-9C3D-825C09D0EEC2}">
      <dsp:nvSpPr>
        <dsp:cNvPr id="0" name=""/>
        <dsp:cNvSpPr/>
      </dsp:nvSpPr>
      <dsp:spPr>
        <a:xfrm>
          <a:off x="0" y="24867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CC729-291D-446E-9F43-C1A3F946FD5B}">
      <dsp:nvSpPr>
        <dsp:cNvPr id="0" name=""/>
        <dsp:cNvSpPr/>
      </dsp:nvSpPr>
      <dsp:spPr>
        <a:xfrm>
          <a:off x="394335" y="23391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6. Avaliar e ajustar</a:t>
          </a:r>
        </a:p>
      </dsp:txBody>
      <dsp:txXfrm>
        <a:off x="408745" y="2353562"/>
        <a:ext cx="5491870" cy="266380"/>
      </dsp:txXfrm>
    </dsp:sp>
    <dsp:sp modelId="{074696FF-FC40-4323-998D-29EC1368742A}">
      <dsp:nvSpPr>
        <dsp:cNvPr id="0" name=""/>
        <dsp:cNvSpPr/>
      </dsp:nvSpPr>
      <dsp:spPr>
        <a:xfrm>
          <a:off x="0" y="29403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4B210-AF8F-4A2A-A353-A718E519E67D}">
      <dsp:nvSpPr>
        <dsp:cNvPr id="0" name=""/>
        <dsp:cNvSpPr/>
      </dsp:nvSpPr>
      <dsp:spPr>
        <a:xfrm>
          <a:off x="394335" y="27927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7. Implantar e monitorar</a:t>
          </a:r>
        </a:p>
      </dsp:txBody>
      <dsp:txXfrm>
        <a:off x="408745" y="2807162"/>
        <a:ext cx="5491870" cy="2663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74084-553F-475F-9595-D8FF353A33F6}">
      <dsp:nvSpPr>
        <dsp:cNvPr id="0" name=""/>
        <dsp:cNvSpPr/>
      </dsp:nvSpPr>
      <dsp:spPr>
        <a:xfrm>
          <a:off x="0" y="0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Classificação</a:t>
          </a:r>
          <a:r>
            <a:rPr lang="en-US" sz="1800" kern="1200" dirty="0"/>
            <a:t>: </a:t>
          </a:r>
          <a:r>
            <a:rPr lang="en-US" sz="1800" kern="1200" dirty="0" err="1"/>
            <a:t>Árvore</a:t>
          </a:r>
          <a:r>
            <a:rPr lang="en-US" sz="1800" kern="1200" dirty="0"/>
            <a:t>, KNN, SVM</a:t>
          </a:r>
        </a:p>
      </dsp:txBody>
      <dsp:txXfrm>
        <a:off x="20262" y="20262"/>
        <a:ext cx="5751719" cy="651288"/>
      </dsp:txXfrm>
    </dsp:sp>
    <dsp:sp modelId="{37B4E291-C803-4F0C-8BA3-8484390243F9}">
      <dsp:nvSpPr>
        <dsp:cNvPr id="0" name=""/>
        <dsp:cNvSpPr/>
      </dsp:nvSpPr>
      <dsp:spPr>
        <a:xfrm>
          <a:off x="549123" y="817597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Regressão</a:t>
          </a:r>
          <a:r>
            <a:rPr lang="en-US" sz="1800" kern="1200" dirty="0"/>
            <a:t>: </a:t>
          </a:r>
          <a:r>
            <a:rPr lang="en-US" sz="1800" kern="1200" dirty="0" err="1"/>
            <a:t>Regressão</a:t>
          </a:r>
          <a:r>
            <a:rPr lang="en-US" sz="1800" kern="1200" dirty="0"/>
            <a:t> linear, Lasso, Ridge</a:t>
          </a:r>
        </a:p>
      </dsp:txBody>
      <dsp:txXfrm>
        <a:off x="569385" y="837859"/>
        <a:ext cx="5517371" cy="651288"/>
      </dsp:txXfrm>
    </dsp:sp>
    <dsp:sp modelId="{A86201A4-96E8-4323-A1F8-3B14C5977C0D}">
      <dsp:nvSpPr>
        <dsp:cNvPr id="0" name=""/>
        <dsp:cNvSpPr/>
      </dsp:nvSpPr>
      <dsp:spPr>
        <a:xfrm>
          <a:off x="1090050" y="1635194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Clusterização</a:t>
          </a:r>
          <a:r>
            <a:rPr lang="en-US" sz="1800" kern="1200" dirty="0"/>
            <a:t>: K-Means, DBSCAN</a:t>
          </a:r>
        </a:p>
      </dsp:txBody>
      <dsp:txXfrm>
        <a:off x="1110312" y="1655456"/>
        <a:ext cx="5525566" cy="651288"/>
      </dsp:txXfrm>
    </dsp:sp>
    <dsp:sp modelId="{9D05B3DB-6341-4E89-BDC1-48C87DC83729}">
      <dsp:nvSpPr>
        <dsp:cNvPr id="0" name=""/>
        <dsp:cNvSpPr/>
      </dsp:nvSpPr>
      <dsp:spPr>
        <a:xfrm>
          <a:off x="1639174" y="2452791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Critérios: tipo de dado, tempo de treino, interpretabilidade, precisão</a:t>
          </a:r>
        </a:p>
      </dsp:txBody>
      <dsp:txXfrm>
        <a:off x="1659436" y="2473053"/>
        <a:ext cx="5517371" cy="651288"/>
      </dsp:txXfrm>
    </dsp:sp>
    <dsp:sp modelId="{28D829C2-6CB7-4972-8DDE-A41D0DB79A83}">
      <dsp:nvSpPr>
        <dsp:cNvPr id="0" name=""/>
        <dsp:cNvSpPr/>
      </dsp:nvSpPr>
      <dsp:spPr>
        <a:xfrm>
          <a:off x="6107018" y="529865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08196" y="529865"/>
        <a:ext cx="247322" cy="338383"/>
      </dsp:txXfrm>
    </dsp:sp>
    <dsp:sp modelId="{16B9BE8B-6E6E-4261-BC46-4C3BE2395934}">
      <dsp:nvSpPr>
        <dsp:cNvPr id="0" name=""/>
        <dsp:cNvSpPr/>
      </dsp:nvSpPr>
      <dsp:spPr>
        <a:xfrm>
          <a:off x="6656141" y="1347462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7319" y="1347462"/>
        <a:ext cx="247322" cy="338383"/>
      </dsp:txXfrm>
    </dsp:sp>
    <dsp:sp modelId="{B49C19DD-DFC3-4A33-9C87-6F71E2DA44FA}">
      <dsp:nvSpPr>
        <dsp:cNvPr id="0" name=""/>
        <dsp:cNvSpPr/>
      </dsp:nvSpPr>
      <dsp:spPr>
        <a:xfrm>
          <a:off x="7197069" y="2165059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98247" y="2165059"/>
        <a:ext cx="247322" cy="3383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B4B5C-1459-495E-BC05-B6D729104D82}">
      <dsp:nvSpPr>
        <dsp:cNvPr id="0" name=""/>
        <dsp:cNvSpPr/>
      </dsp:nvSpPr>
      <dsp:spPr>
        <a:xfrm>
          <a:off x="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D2571-8229-4872-817F-7D0889B59B85}">
      <dsp:nvSpPr>
        <dsp:cNvPr id="0" name=""/>
        <dsp:cNvSpPr/>
      </dsp:nvSpPr>
      <dsp:spPr>
        <a:xfrm>
          <a:off x="256120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Classificação: Exemplo de e-mails Spam x Não-Spam</a:t>
          </a:r>
        </a:p>
      </dsp:txBody>
      <dsp:txXfrm>
        <a:off x="298991" y="816189"/>
        <a:ext cx="2219346" cy="1377989"/>
      </dsp:txXfrm>
    </dsp:sp>
    <dsp:sp modelId="{C9D59EF8-4915-465E-A877-FE0915CE45C4}">
      <dsp:nvSpPr>
        <dsp:cNvPr id="0" name=""/>
        <dsp:cNvSpPr/>
      </dsp:nvSpPr>
      <dsp:spPr>
        <a:xfrm>
          <a:off x="281733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37607-E7F3-4788-B325-52177E02ED11}">
      <dsp:nvSpPr>
        <dsp:cNvPr id="0" name=""/>
        <dsp:cNvSpPr/>
      </dsp:nvSpPr>
      <dsp:spPr>
        <a:xfrm>
          <a:off x="3073451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Regressão: Previsão de preços de imóveis</a:t>
          </a:r>
        </a:p>
      </dsp:txBody>
      <dsp:txXfrm>
        <a:off x="3116322" y="816189"/>
        <a:ext cx="2219346" cy="1377989"/>
      </dsp:txXfrm>
    </dsp:sp>
    <dsp:sp modelId="{406C458B-67A5-4F35-9165-022604A5C491}">
      <dsp:nvSpPr>
        <dsp:cNvPr id="0" name=""/>
        <dsp:cNvSpPr/>
      </dsp:nvSpPr>
      <dsp:spPr>
        <a:xfrm>
          <a:off x="5634661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C295B-A5D8-4376-A9CF-33FE99AC052A}">
      <dsp:nvSpPr>
        <dsp:cNvPr id="0" name=""/>
        <dsp:cNvSpPr/>
      </dsp:nvSpPr>
      <dsp:spPr>
        <a:xfrm>
          <a:off x="5890782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Clusterização: Agrupamento de clientes em e-commerce</a:t>
          </a:r>
        </a:p>
      </dsp:txBody>
      <dsp:txXfrm>
        <a:off x="5933653" y="816189"/>
        <a:ext cx="2219346" cy="13779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2FB73-6970-48D1-AE30-47E4CC4CB3D7}">
      <dsp:nvSpPr>
        <dsp:cNvPr id="0" name=""/>
        <dsp:cNvSpPr/>
      </dsp:nvSpPr>
      <dsp:spPr>
        <a:xfrm>
          <a:off x="341150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7D787-FA2F-4D65-A012-BF2995CFCE66}">
      <dsp:nvSpPr>
        <dsp:cNvPr id="0" name=""/>
        <dsp:cNvSpPr/>
      </dsp:nvSpPr>
      <dsp:spPr>
        <a:xfrm>
          <a:off x="2771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Diagnóstico de doenças</a:t>
          </a:r>
        </a:p>
      </dsp:txBody>
      <dsp:txXfrm>
        <a:off x="2771" y="1697401"/>
        <a:ext cx="1230468" cy="492187"/>
      </dsp:txXfrm>
    </dsp:sp>
    <dsp:sp modelId="{3F781633-59F4-43F0-B9A9-54A86B6D2E7A}">
      <dsp:nvSpPr>
        <dsp:cNvPr id="0" name=""/>
        <dsp:cNvSpPr/>
      </dsp:nvSpPr>
      <dsp:spPr>
        <a:xfrm>
          <a:off x="1786950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DDD1C-91CA-4291-8325-806710CBD9AD}">
      <dsp:nvSpPr>
        <dsp:cNvPr id="0" name=""/>
        <dsp:cNvSpPr/>
      </dsp:nvSpPr>
      <dsp:spPr>
        <a:xfrm>
          <a:off x="1448571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Previsão de falhas</a:t>
          </a:r>
        </a:p>
      </dsp:txBody>
      <dsp:txXfrm>
        <a:off x="1448571" y="1697401"/>
        <a:ext cx="1230468" cy="492187"/>
      </dsp:txXfrm>
    </dsp:sp>
    <dsp:sp modelId="{A85384BC-AF5B-4A85-8D68-F853752E961B}">
      <dsp:nvSpPr>
        <dsp:cNvPr id="0" name=""/>
        <dsp:cNvSpPr/>
      </dsp:nvSpPr>
      <dsp:spPr>
        <a:xfrm>
          <a:off x="3232751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3B7B0-E5F5-4221-86CE-CDA7E4DBEFF7}">
      <dsp:nvSpPr>
        <dsp:cNvPr id="0" name=""/>
        <dsp:cNvSpPr/>
      </dsp:nvSpPr>
      <dsp:spPr>
        <a:xfrm>
          <a:off x="2894372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Recomendação de filmes</a:t>
          </a:r>
        </a:p>
      </dsp:txBody>
      <dsp:txXfrm>
        <a:off x="2894372" y="1697401"/>
        <a:ext cx="1230468" cy="492187"/>
      </dsp:txXfrm>
    </dsp:sp>
    <dsp:sp modelId="{E0B1BF11-D7E3-4CBA-88CC-A85D210F14D8}">
      <dsp:nvSpPr>
        <dsp:cNvPr id="0" name=""/>
        <dsp:cNvSpPr/>
      </dsp:nvSpPr>
      <dsp:spPr>
        <a:xfrm>
          <a:off x="4678552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7AD28-F272-4BED-9809-DBD6F13DE99E}">
      <dsp:nvSpPr>
        <dsp:cNvPr id="0" name=""/>
        <dsp:cNvSpPr/>
      </dsp:nvSpPr>
      <dsp:spPr>
        <a:xfrm>
          <a:off x="4340173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Reconhecimento de voz</a:t>
          </a:r>
        </a:p>
      </dsp:txBody>
      <dsp:txXfrm>
        <a:off x="4340173" y="1697401"/>
        <a:ext cx="1230468" cy="492187"/>
      </dsp:txXfrm>
    </dsp:sp>
    <dsp:sp modelId="{6F57F40A-A322-4617-9F9D-0199896BF55A}">
      <dsp:nvSpPr>
        <dsp:cNvPr id="0" name=""/>
        <dsp:cNvSpPr/>
      </dsp:nvSpPr>
      <dsp:spPr>
        <a:xfrm>
          <a:off x="6124353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047E-D7CD-4852-9FE4-A2780CAD19A3}">
      <dsp:nvSpPr>
        <dsp:cNvPr id="0" name=""/>
        <dsp:cNvSpPr/>
      </dsp:nvSpPr>
      <dsp:spPr>
        <a:xfrm>
          <a:off x="5785974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Detecção de fraudes</a:t>
          </a:r>
        </a:p>
      </dsp:txBody>
      <dsp:txXfrm>
        <a:off x="5785974" y="1697401"/>
        <a:ext cx="1230468" cy="492187"/>
      </dsp:txXfrm>
    </dsp:sp>
    <dsp:sp modelId="{CD4F0790-A618-48C9-87ED-F747F84B063A}">
      <dsp:nvSpPr>
        <dsp:cNvPr id="0" name=""/>
        <dsp:cNvSpPr/>
      </dsp:nvSpPr>
      <dsp:spPr>
        <a:xfrm>
          <a:off x="7570153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23945-132A-439E-AA70-61F7889397FD}">
      <dsp:nvSpPr>
        <dsp:cNvPr id="0" name=""/>
        <dsp:cNvSpPr/>
      </dsp:nvSpPr>
      <dsp:spPr>
        <a:xfrm>
          <a:off x="7231775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Anúncios personalizados</a:t>
          </a:r>
        </a:p>
      </dsp:txBody>
      <dsp:txXfrm>
        <a:off x="7231775" y="1697401"/>
        <a:ext cx="1230468" cy="4921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B9089-63AF-4C36-B4C5-4FE9F6E8AF3D}">
      <dsp:nvSpPr>
        <dsp:cNvPr id="0" name=""/>
        <dsp:cNvSpPr/>
      </dsp:nvSpPr>
      <dsp:spPr>
        <a:xfrm>
          <a:off x="0" y="30332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BA830-39F1-45D7-81F6-C2CD8920D258}">
      <dsp:nvSpPr>
        <dsp:cNvPr id="0" name=""/>
        <dsp:cNvSpPr/>
      </dsp:nvSpPr>
      <dsp:spPr>
        <a:xfrm>
          <a:off x="394335" y="52409"/>
          <a:ext cx="552069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Testar se o </a:t>
          </a:r>
          <a:r>
            <a:rPr lang="en-US" sz="1700" kern="1200" dirty="0" err="1"/>
            <a:t>modelo</a:t>
          </a:r>
          <a:r>
            <a:rPr lang="en-US" sz="1700" kern="1200" dirty="0"/>
            <a:t> </a:t>
          </a:r>
          <a:r>
            <a:rPr lang="en-US" sz="1700" kern="1200" dirty="0" err="1"/>
            <a:t>está</a:t>
          </a:r>
          <a:r>
            <a:rPr lang="en-US" sz="1700" kern="1200" dirty="0"/>
            <a:t> </a:t>
          </a:r>
          <a:r>
            <a:rPr lang="en-US" sz="1700" kern="1200" dirty="0" err="1"/>
            <a:t>acertando</a:t>
          </a:r>
          <a:r>
            <a:rPr lang="en-US" sz="1700" kern="1200" dirty="0"/>
            <a:t> </a:t>
          </a:r>
          <a:r>
            <a:rPr lang="en-US" sz="1700" kern="1200" dirty="0" err="1"/>
            <a:t>ou</a:t>
          </a:r>
          <a:r>
            <a:rPr lang="en-US" sz="1700" kern="1200" dirty="0"/>
            <a:t> </a:t>
          </a:r>
          <a:r>
            <a:rPr lang="en-US" sz="1700" kern="1200" dirty="0" err="1"/>
            <a:t>errando</a:t>
          </a:r>
          <a:endParaRPr lang="en-US" sz="1700" kern="1200" dirty="0"/>
        </a:p>
      </dsp:txBody>
      <dsp:txXfrm>
        <a:off x="418833" y="76907"/>
        <a:ext cx="5471694" cy="452844"/>
      </dsp:txXfrm>
    </dsp:sp>
    <dsp:sp modelId="{8784E777-1630-4C58-A669-8B1131E129EF}">
      <dsp:nvSpPr>
        <dsp:cNvPr id="0" name=""/>
        <dsp:cNvSpPr/>
      </dsp:nvSpPr>
      <dsp:spPr>
        <a:xfrm>
          <a:off x="0" y="107444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691E0-4DE8-4C55-9977-8FFF740FE666}">
      <dsp:nvSpPr>
        <dsp:cNvPr id="0" name=""/>
        <dsp:cNvSpPr/>
      </dsp:nvSpPr>
      <dsp:spPr>
        <a:xfrm>
          <a:off x="394335" y="823529"/>
          <a:ext cx="552069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Usar dados de teste</a:t>
          </a:r>
        </a:p>
      </dsp:txBody>
      <dsp:txXfrm>
        <a:off x="418833" y="848027"/>
        <a:ext cx="5471694" cy="452844"/>
      </dsp:txXfrm>
    </dsp:sp>
    <dsp:sp modelId="{B2C50177-950D-4D1F-B555-689FFC12001B}">
      <dsp:nvSpPr>
        <dsp:cNvPr id="0" name=""/>
        <dsp:cNvSpPr/>
      </dsp:nvSpPr>
      <dsp:spPr>
        <a:xfrm>
          <a:off x="0" y="1845569"/>
          <a:ext cx="7886700" cy="1365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54076" rIns="61209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➡️ </a:t>
          </a:r>
          <a:r>
            <a:rPr lang="en-US" sz="1700" kern="1200" dirty="0" err="1"/>
            <a:t>Evitar</a:t>
          </a:r>
          <a:r>
            <a:rPr lang="en-US" sz="1700" kern="1200" dirty="0"/>
            <a:t> overfitting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➡️ </a:t>
          </a:r>
          <a:r>
            <a:rPr lang="en-US" sz="1700" kern="1200" dirty="0" err="1"/>
            <a:t>Medir</a:t>
          </a:r>
          <a:r>
            <a:rPr lang="en-US" sz="1700" kern="1200" dirty="0"/>
            <a:t> </a:t>
          </a:r>
          <a:r>
            <a:rPr lang="en-US" sz="1700" kern="1200" dirty="0" err="1"/>
            <a:t>qualidade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➡️ Escolher melhor modelo</a:t>
          </a:r>
        </a:p>
      </dsp:txBody>
      <dsp:txXfrm>
        <a:off x="0" y="1845569"/>
        <a:ext cx="7886700" cy="1365525"/>
      </dsp:txXfrm>
    </dsp:sp>
    <dsp:sp modelId="{F9D0ED50-0717-44DC-B49C-6EFADEB20A46}">
      <dsp:nvSpPr>
        <dsp:cNvPr id="0" name=""/>
        <dsp:cNvSpPr/>
      </dsp:nvSpPr>
      <dsp:spPr>
        <a:xfrm>
          <a:off x="394335" y="1594649"/>
          <a:ext cx="552069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📌 Por que avaliar?</a:t>
          </a:r>
        </a:p>
      </dsp:txBody>
      <dsp:txXfrm>
        <a:off x="418833" y="1619147"/>
        <a:ext cx="5471694" cy="45284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F7A26-DE8B-4FBB-8A84-6D47103BC159}">
      <dsp:nvSpPr>
        <dsp:cNvPr id="0" name=""/>
        <dsp:cNvSpPr/>
      </dsp:nvSpPr>
      <dsp:spPr>
        <a:xfrm>
          <a:off x="0" y="176279"/>
          <a:ext cx="5000124" cy="2948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Acurácia:</a:t>
          </a:r>
        </a:p>
      </dsp:txBody>
      <dsp:txXfrm>
        <a:off x="14393" y="190672"/>
        <a:ext cx="4971338" cy="266053"/>
      </dsp:txXfrm>
    </dsp:sp>
    <dsp:sp modelId="{8E1D10C9-A477-495D-BA22-1F66D0D9601B}">
      <dsp:nvSpPr>
        <dsp:cNvPr id="0" name=""/>
        <dsp:cNvSpPr/>
      </dsp:nvSpPr>
      <dsp:spPr>
        <a:xfrm>
          <a:off x="0" y="471119"/>
          <a:ext cx="500012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taxa de </a:t>
          </a:r>
          <a:r>
            <a:rPr lang="en-US" sz="900" kern="1200" dirty="0" err="1"/>
            <a:t>acertos</a:t>
          </a:r>
          <a:endParaRPr lang="en-US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900" b="1" kern="1200"/>
            <a:t>“Entre todos os casos, quantos acertei?”</a:t>
          </a:r>
          <a:br>
            <a:rPr lang="pt-BR" sz="900" kern="1200"/>
          </a:br>
          <a:r>
            <a:rPr lang="pt-BR" sz="900" kern="1200"/>
            <a:t>👉 É o percentual total de acertos.</a:t>
          </a:r>
          <a:br>
            <a:rPr lang="pt-BR" sz="900" kern="1200"/>
          </a:br>
          <a:r>
            <a:rPr lang="pt-BR" sz="900" kern="1200"/>
            <a:t>💬 </a:t>
          </a:r>
          <a:r>
            <a:rPr lang="pt-BR" sz="900" i="1" kern="1200"/>
            <a:t>Exemplo: De 100 candidatos, o sistema classificou 90 corretamente. A acurácia é 90%.</a:t>
          </a:r>
          <a:endParaRPr lang="en-US" sz="900" kern="1200" dirty="0"/>
        </a:p>
      </dsp:txBody>
      <dsp:txXfrm>
        <a:off x="0" y="471119"/>
        <a:ext cx="5000124" cy="596160"/>
      </dsp:txXfrm>
    </dsp:sp>
    <dsp:sp modelId="{88BB49A5-2489-4D7C-956C-A8FAFBD12C83}">
      <dsp:nvSpPr>
        <dsp:cNvPr id="0" name=""/>
        <dsp:cNvSpPr/>
      </dsp:nvSpPr>
      <dsp:spPr>
        <a:xfrm>
          <a:off x="0" y="1067279"/>
          <a:ext cx="5000124" cy="294839"/>
        </a:xfrm>
        <a:prstGeom prst="roundRect">
          <a:avLst/>
        </a:prstGeom>
        <a:gradFill rotWithShape="0">
          <a:gsLst>
            <a:gs pos="0">
              <a:schemeClr val="accent2">
                <a:hueOff val="-425792"/>
                <a:satOff val="117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25792"/>
                <a:satOff val="117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25792"/>
                <a:satOff val="117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Precisão:</a:t>
          </a:r>
        </a:p>
      </dsp:txBody>
      <dsp:txXfrm>
        <a:off x="14393" y="1081672"/>
        <a:ext cx="4971338" cy="266053"/>
      </dsp:txXfrm>
    </dsp:sp>
    <dsp:sp modelId="{1F83EE32-A1B0-4684-B5CF-4C707857A494}">
      <dsp:nvSpPr>
        <dsp:cNvPr id="0" name=""/>
        <dsp:cNvSpPr/>
      </dsp:nvSpPr>
      <dsp:spPr>
        <a:xfrm>
          <a:off x="0" y="1362119"/>
          <a:ext cx="50001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entre </a:t>
          </a:r>
          <a:r>
            <a:rPr lang="en-US" sz="900" kern="1200" dirty="0" err="1"/>
            <a:t>os</a:t>
          </a:r>
          <a:r>
            <a:rPr lang="en-US" sz="900" kern="1200" dirty="0"/>
            <a:t> </a:t>
          </a:r>
          <a:r>
            <a:rPr lang="en-US" sz="900" kern="1200" dirty="0" err="1"/>
            <a:t>positivos</a:t>
          </a:r>
          <a:r>
            <a:rPr lang="en-US" sz="900" kern="1200" dirty="0"/>
            <a:t> </a:t>
          </a:r>
          <a:r>
            <a:rPr lang="en-US" sz="900" kern="1200" dirty="0" err="1"/>
            <a:t>previstos</a:t>
          </a:r>
          <a:r>
            <a:rPr lang="en-US" sz="900" kern="1200" dirty="0"/>
            <a:t>, </a:t>
          </a:r>
          <a:r>
            <a:rPr lang="en-US" sz="900" kern="1200" dirty="0" err="1"/>
            <a:t>quantos</a:t>
          </a:r>
          <a:r>
            <a:rPr lang="en-US" sz="900" kern="1200" dirty="0"/>
            <a:t> </a:t>
          </a:r>
          <a:r>
            <a:rPr lang="en-US" sz="900" kern="1200" dirty="0" err="1"/>
            <a:t>estavam</a:t>
          </a:r>
          <a:r>
            <a:rPr lang="en-US" sz="900" kern="1200" dirty="0"/>
            <a:t> </a:t>
          </a:r>
          <a:r>
            <a:rPr lang="en-US" sz="900" kern="1200" dirty="0" err="1"/>
            <a:t>certos</a:t>
          </a:r>
          <a:r>
            <a:rPr lang="en-US" sz="900" kern="1200" dirty="0"/>
            <a:t>?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“Entre os casos que o modelo disse que eram positivos, quantos realmente eram?”</a:t>
          </a:r>
          <a:br>
            <a:rPr lang="pt-BR" sz="900" kern="1200"/>
          </a:br>
          <a:r>
            <a:rPr lang="pt-BR" sz="900" b="1" kern="1200"/>
            <a:t>quantos dos alertas estavam certos</a:t>
          </a:r>
          <a:br>
            <a:rPr lang="pt-BR" sz="900" kern="1200"/>
          </a:br>
          <a:r>
            <a:rPr lang="pt-BR" sz="900" i="1" kern="1200"/>
            <a:t>Exemplo: O modelo disse que 10 currículos eram bons, mas só 6 realmente eram. A precisão é 60%.</a:t>
          </a:r>
          <a:endParaRPr lang="en-US" sz="900" kern="1200" dirty="0"/>
        </a:p>
      </dsp:txBody>
      <dsp:txXfrm>
        <a:off x="0" y="1362119"/>
        <a:ext cx="5000124" cy="695520"/>
      </dsp:txXfrm>
    </dsp:sp>
    <dsp:sp modelId="{1CC06BCD-DF7C-44AD-979F-CB8769735CB9}">
      <dsp:nvSpPr>
        <dsp:cNvPr id="0" name=""/>
        <dsp:cNvSpPr/>
      </dsp:nvSpPr>
      <dsp:spPr>
        <a:xfrm>
          <a:off x="0" y="2057640"/>
          <a:ext cx="5000124" cy="294839"/>
        </a:xfrm>
        <a:prstGeom prst="roundRect">
          <a:avLst/>
        </a:prstGeom>
        <a:gradFill rotWithShape="0">
          <a:gsLst>
            <a:gs pos="0">
              <a:schemeClr val="accent2">
                <a:hueOff val="-851583"/>
                <a:satOff val="2339"/>
                <a:lumOff val="15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51583"/>
                <a:satOff val="2339"/>
                <a:lumOff val="15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51583"/>
                <a:satOff val="2339"/>
                <a:lumOff val="15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Recall:</a:t>
          </a:r>
        </a:p>
      </dsp:txBody>
      <dsp:txXfrm>
        <a:off x="14393" y="2072033"/>
        <a:ext cx="4971338" cy="266053"/>
      </dsp:txXfrm>
    </dsp:sp>
    <dsp:sp modelId="{FD4678FB-F99B-47A7-944C-DE44D59189E3}">
      <dsp:nvSpPr>
        <dsp:cNvPr id="0" name=""/>
        <dsp:cNvSpPr/>
      </dsp:nvSpPr>
      <dsp:spPr>
        <a:xfrm>
          <a:off x="0" y="2352480"/>
          <a:ext cx="5000124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entre </a:t>
          </a:r>
          <a:r>
            <a:rPr lang="en-US" sz="900" kern="1200" dirty="0" err="1"/>
            <a:t>os</a:t>
          </a:r>
          <a:r>
            <a:rPr lang="en-US" sz="900" kern="1200" dirty="0"/>
            <a:t> </a:t>
          </a:r>
          <a:r>
            <a:rPr lang="en-US" sz="900" kern="1200" dirty="0" err="1"/>
            <a:t>positivos</a:t>
          </a:r>
          <a:r>
            <a:rPr lang="en-US" sz="900" kern="1200" dirty="0"/>
            <a:t> reais, </a:t>
          </a:r>
          <a:r>
            <a:rPr lang="en-US" sz="900" kern="1200" dirty="0" err="1"/>
            <a:t>quantos</a:t>
          </a:r>
          <a:r>
            <a:rPr lang="en-US" sz="900" kern="1200" dirty="0"/>
            <a:t> </a:t>
          </a:r>
          <a:r>
            <a:rPr lang="en-US" sz="900" kern="1200" dirty="0" err="1"/>
            <a:t>foram</a:t>
          </a:r>
          <a:r>
            <a:rPr lang="en-US" sz="900" kern="1200" dirty="0"/>
            <a:t> </a:t>
          </a:r>
          <a:r>
            <a:rPr lang="en-US" sz="900" kern="1200" dirty="0" err="1"/>
            <a:t>previstos</a:t>
          </a:r>
          <a:r>
            <a:rPr lang="en-US" sz="900" kern="1200" dirty="0"/>
            <a:t>?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“Entre os positivos reais, quantos o modelo conseguiu encontrar?”</a:t>
          </a:r>
          <a:br>
            <a:rPr lang="pt-BR" sz="900" kern="1200"/>
          </a:br>
          <a:r>
            <a:rPr lang="pt-BR" sz="900" b="1" kern="1200"/>
            <a:t>quantos dos bons casos ele conseguiu identificar</a:t>
          </a:r>
          <a:br>
            <a:rPr lang="pt-BR" sz="900" kern="1200"/>
          </a:br>
          <a:r>
            <a:rPr lang="pt-BR" sz="900" i="1" kern="1200"/>
            <a:t>Exemplo: Tinha 20 currículos bons. O modelo achou só 10. O recall é 50%.</a:t>
          </a:r>
          <a:endParaRPr lang="en-US" sz="900" kern="1200" dirty="0"/>
        </a:p>
      </dsp:txBody>
      <dsp:txXfrm>
        <a:off x="0" y="2352480"/>
        <a:ext cx="5000124" cy="571320"/>
      </dsp:txXfrm>
    </dsp:sp>
    <dsp:sp modelId="{20D6499C-2A10-440C-AB66-EE3988834B91}">
      <dsp:nvSpPr>
        <dsp:cNvPr id="0" name=""/>
        <dsp:cNvSpPr/>
      </dsp:nvSpPr>
      <dsp:spPr>
        <a:xfrm>
          <a:off x="0" y="2923800"/>
          <a:ext cx="5000124" cy="294839"/>
        </a:xfrm>
        <a:prstGeom prst="roundRec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77375"/>
                <a:satOff val="3509"/>
                <a:lumOff val="23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77375"/>
                <a:satOff val="3509"/>
                <a:lumOff val="23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F1-score:</a:t>
          </a:r>
        </a:p>
      </dsp:txBody>
      <dsp:txXfrm>
        <a:off x="14393" y="2938193"/>
        <a:ext cx="4971338" cy="266053"/>
      </dsp:txXfrm>
    </dsp:sp>
    <dsp:sp modelId="{F765156B-A23E-4A7C-8397-F506F243F941}">
      <dsp:nvSpPr>
        <dsp:cNvPr id="0" name=""/>
        <dsp:cNvSpPr/>
      </dsp:nvSpPr>
      <dsp:spPr>
        <a:xfrm>
          <a:off x="0" y="3218640"/>
          <a:ext cx="50001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 err="1"/>
            <a:t>equilíbrio</a:t>
          </a:r>
          <a:r>
            <a:rPr lang="en-US" sz="900" kern="1200" dirty="0"/>
            <a:t> entre </a:t>
          </a:r>
          <a:r>
            <a:rPr lang="en-US" sz="900" kern="1200" dirty="0" err="1"/>
            <a:t>precisão</a:t>
          </a:r>
          <a:r>
            <a:rPr lang="en-US" sz="900" kern="1200" dirty="0"/>
            <a:t> e recall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“Quanto equilíbrio existe entre precisão e recall?”</a:t>
          </a:r>
          <a:br>
            <a:rPr lang="pt-BR" sz="900" kern="1200"/>
          </a:br>
          <a:r>
            <a:rPr lang="pt-BR" sz="900" b="1" kern="1200"/>
            <a:t>média harmônica</a:t>
          </a:r>
          <a:br>
            <a:rPr lang="pt-BR" sz="900" kern="1200"/>
          </a:br>
          <a:r>
            <a:rPr lang="pt-BR" sz="900" i="1" kern="1200"/>
            <a:t>Bom quando você quer um modelo que erre o mínimo possível tanto em falsos positivos quanto negativos.</a:t>
          </a:r>
          <a:endParaRPr lang="en-US" sz="900" kern="1200" dirty="0"/>
        </a:p>
      </dsp:txBody>
      <dsp:txXfrm>
        <a:off x="0" y="3218640"/>
        <a:ext cx="5000124" cy="6955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96150-3AB2-49EC-87B7-A6861818F28D}">
      <dsp:nvSpPr>
        <dsp:cNvPr id="0" name=""/>
        <dsp:cNvSpPr/>
      </dsp:nvSpPr>
      <dsp:spPr>
        <a:xfrm>
          <a:off x="803569" y="460779"/>
          <a:ext cx="854094" cy="8540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31044-866B-40E9-82C1-F8401CB0E1A0}">
      <dsp:nvSpPr>
        <dsp:cNvPr id="0" name=""/>
        <dsp:cNvSpPr/>
      </dsp:nvSpPr>
      <dsp:spPr>
        <a:xfrm>
          <a:off x="10481" y="1410465"/>
          <a:ext cx="2440270" cy="400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- </a:t>
          </a:r>
          <a:r>
            <a:rPr lang="pt-BR" sz="1400" b="1" kern="1200"/>
            <a:t>Modelos </a:t>
          </a:r>
          <a:r>
            <a:rPr lang="en-US" sz="1400" kern="1200"/>
            <a:t>Simples x </a:t>
          </a:r>
          <a:r>
            <a:rPr lang="pt-BR" sz="1400" b="1" kern="1200"/>
            <a:t>Modelos C</a:t>
          </a:r>
          <a:r>
            <a:rPr lang="en-US" sz="1400" kern="1200"/>
            <a:t>omplexos:</a:t>
          </a:r>
        </a:p>
      </dsp:txBody>
      <dsp:txXfrm>
        <a:off x="10481" y="1410465"/>
        <a:ext cx="2440270" cy="400356"/>
      </dsp:txXfrm>
    </dsp:sp>
    <dsp:sp modelId="{9B0098F7-BDF7-438B-93DD-0D1E0B5047EF}">
      <dsp:nvSpPr>
        <dsp:cNvPr id="0" name=""/>
        <dsp:cNvSpPr/>
      </dsp:nvSpPr>
      <dsp:spPr>
        <a:xfrm>
          <a:off x="10481" y="1855282"/>
          <a:ext cx="2440270" cy="82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quando usar cada um?</a:t>
          </a:r>
        </a:p>
      </dsp:txBody>
      <dsp:txXfrm>
        <a:off x="10481" y="1855282"/>
        <a:ext cx="2440270" cy="828541"/>
      </dsp:txXfrm>
    </dsp:sp>
    <dsp:sp modelId="{9B83D8FE-BE9C-4806-ABE4-7D21A6D33EF7}">
      <dsp:nvSpPr>
        <dsp:cNvPr id="0" name=""/>
        <dsp:cNvSpPr/>
      </dsp:nvSpPr>
      <dsp:spPr>
        <a:xfrm>
          <a:off x="3670888" y="460779"/>
          <a:ext cx="854094" cy="8540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C9E16-5FD1-4C17-88AD-D4BAD71AB12E}">
      <dsp:nvSpPr>
        <dsp:cNvPr id="0" name=""/>
        <dsp:cNvSpPr/>
      </dsp:nvSpPr>
      <dsp:spPr>
        <a:xfrm>
          <a:off x="2877800" y="1410465"/>
          <a:ext cx="2440270" cy="400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Simples</a:t>
          </a:r>
          <a:r>
            <a:rPr lang="pt-BR" sz="1400" kern="1200"/>
            <a:t> (como regressão ou árvores de decisão):</a:t>
          </a:r>
          <a:endParaRPr lang="en-US" sz="1400" kern="1200"/>
        </a:p>
      </dsp:txBody>
      <dsp:txXfrm>
        <a:off x="2877800" y="1410465"/>
        <a:ext cx="2440270" cy="400356"/>
      </dsp:txXfrm>
    </dsp:sp>
    <dsp:sp modelId="{32C5375D-6EA2-490F-ABB6-AFCBD357F6BB}">
      <dsp:nvSpPr>
        <dsp:cNvPr id="0" name=""/>
        <dsp:cNvSpPr/>
      </dsp:nvSpPr>
      <dsp:spPr>
        <a:xfrm>
          <a:off x="2877800" y="1855282"/>
          <a:ext cx="2440270" cy="82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📌 São bons quando os dados são mais fáceis de separar ou quando </a:t>
          </a:r>
          <a:r>
            <a:rPr lang="pt-BR" sz="1100" b="1" kern="1200"/>
            <a:t>precisamos de explicações claras</a:t>
          </a:r>
          <a:r>
            <a:rPr lang="pt-BR" sz="1100" kern="1200"/>
            <a:t> (por exemplo, decisões que precisam ser auditáveis).</a:t>
          </a:r>
          <a:endParaRPr lang="en-US" sz="1100" kern="1200"/>
        </a:p>
      </dsp:txBody>
      <dsp:txXfrm>
        <a:off x="2877800" y="1855282"/>
        <a:ext cx="2440270" cy="828541"/>
      </dsp:txXfrm>
    </dsp:sp>
    <dsp:sp modelId="{7533595D-061A-44E3-99FD-11554D8524AC}">
      <dsp:nvSpPr>
        <dsp:cNvPr id="0" name=""/>
        <dsp:cNvSpPr/>
      </dsp:nvSpPr>
      <dsp:spPr>
        <a:xfrm>
          <a:off x="6538206" y="460779"/>
          <a:ext cx="854094" cy="8540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0BA98-E91B-4C3F-A77B-5133DAAB685E}">
      <dsp:nvSpPr>
        <dsp:cNvPr id="0" name=""/>
        <dsp:cNvSpPr/>
      </dsp:nvSpPr>
      <dsp:spPr>
        <a:xfrm>
          <a:off x="5745118" y="1410465"/>
          <a:ext cx="2440270" cy="400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Complexos</a:t>
          </a:r>
          <a:r>
            <a:rPr lang="pt-BR" sz="1400" kern="1200"/>
            <a:t> (como Random Forest, SVM, Redes Neurais):</a:t>
          </a:r>
          <a:endParaRPr lang="en-US" sz="1400" kern="1200"/>
        </a:p>
      </dsp:txBody>
      <dsp:txXfrm>
        <a:off x="5745118" y="1410465"/>
        <a:ext cx="2440270" cy="400356"/>
      </dsp:txXfrm>
    </dsp:sp>
    <dsp:sp modelId="{4552BD52-0E47-464E-8583-38D681B03196}">
      <dsp:nvSpPr>
        <dsp:cNvPr id="0" name=""/>
        <dsp:cNvSpPr/>
      </dsp:nvSpPr>
      <dsp:spPr>
        <a:xfrm>
          <a:off x="5745118" y="1855282"/>
          <a:ext cx="2440270" cy="82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📌 São usados quando há </a:t>
          </a:r>
          <a:r>
            <a:rPr lang="pt-BR" sz="1100" b="1" kern="1200"/>
            <a:t>muita variabilidade ou dados com padrões difíceis de capturar</a:t>
          </a:r>
          <a:r>
            <a:rPr lang="pt-BR" sz="1100" kern="1200"/>
            <a:t>, como imagens, textos, ou muitos atributos combinados.</a:t>
          </a:r>
          <a:endParaRPr lang="en-US" sz="1100" kern="1200"/>
        </a:p>
      </dsp:txBody>
      <dsp:txXfrm>
        <a:off x="5745118" y="1855282"/>
        <a:ext cx="2440270" cy="82854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FDBFA-3F5C-44DE-B0F9-B839BBC8B719}">
      <dsp:nvSpPr>
        <dsp:cNvPr id="0" name=""/>
        <dsp:cNvSpPr/>
      </dsp:nvSpPr>
      <dsp:spPr>
        <a:xfrm>
          <a:off x="868207" y="105692"/>
          <a:ext cx="923425" cy="8740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4AD84-EAD7-4408-AEC5-16784CF03C78}">
      <dsp:nvSpPr>
        <dsp:cNvPr id="0" name=""/>
        <dsp:cNvSpPr/>
      </dsp:nvSpPr>
      <dsp:spPr>
        <a:xfrm>
          <a:off x="10740" y="1140477"/>
          <a:ext cx="2638358" cy="37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- Árvores de decisão:</a:t>
          </a:r>
        </a:p>
      </dsp:txBody>
      <dsp:txXfrm>
        <a:off x="10740" y="1140477"/>
        <a:ext cx="2638358" cy="374576"/>
      </dsp:txXfrm>
    </dsp:sp>
    <dsp:sp modelId="{3D4C48BA-8ACA-439C-BAF5-212CBC5BC9F7}">
      <dsp:nvSpPr>
        <dsp:cNvPr id="0" name=""/>
        <dsp:cNvSpPr/>
      </dsp:nvSpPr>
      <dsp:spPr>
        <a:xfrm>
          <a:off x="10740" y="1589831"/>
          <a:ext cx="2638358" cy="225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i="1" kern="1200" dirty="0"/>
            <a:t>“Se o aluno tem mais de 75% de presença e nota acima de 7, então ele está aprovado.”</a:t>
          </a: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São </a:t>
          </a:r>
          <a:r>
            <a:rPr lang="pt-BR" sz="1200" b="1" kern="1200"/>
            <a:t>fáceis de entender e visualizar</a:t>
          </a:r>
          <a:endParaRPr lang="pt-BR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Funcionam bem em problemas simples a moderados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Bons para explicar decisões para gestores</a:t>
          </a:r>
        </a:p>
      </dsp:txBody>
      <dsp:txXfrm>
        <a:off x="10740" y="1589831"/>
        <a:ext cx="2638358" cy="2254766"/>
      </dsp:txXfrm>
    </dsp:sp>
    <dsp:sp modelId="{129693B0-9D62-4FA5-B074-14E119CE1F27}">
      <dsp:nvSpPr>
        <dsp:cNvPr id="0" name=""/>
        <dsp:cNvSpPr/>
      </dsp:nvSpPr>
      <dsp:spPr>
        <a:xfrm>
          <a:off x="3968278" y="105692"/>
          <a:ext cx="923425" cy="8740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E819C-F9C5-4B93-A879-8D23B56A5CFF}">
      <dsp:nvSpPr>
        <dsp:cNvPr id="0" name=""/>
        <dsp:cNvSpPr/>
      </dsp:nvSpPr>
      <dsp:spPr>
        <a:xfrm>
          <a:off x="3110811" y="1140477"/>
          <a:ext cx="2638358" cy="37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- Random Forest:</a:t>
          </a:r>
        </a:p>
      </dsp:txBody>
      <dsp:txXfrm>
        <a:off x="3110811" y="1140477"/>
        <a:ext cx="2638358" cy="374576"/>
      </dsp:txXfrm>
    </dsp:sp>
    <dsp:sp modelId="{D4E9ABD8-C92A-40D7-944A-0D96825D7E10}">
      <dsp:nvSpPr>
        <dsp:cNvPr id="0" name=""/>
        <dsp:cNvSpPr/>
      </dsp:nvSpPr>
      <dsp:spPr>
        <a:xfrm>
          <a:off x="3110811" y="1589831"/>
          <a:ext cx="2638358" cy="225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i="1" kern="1200" dirty="0"/>
            <a:t>“Várias árvores decidem e o modelo escolhe a resposta mais votada.”</a:t>
          </a: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Mais preciso que uma árvore só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/>
            <a:t>Reduz erros de overfitting</a:t>
          </a:r>
          <a:endParaRPr lang="pt-BR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Leva mais tempo para treinar, mas dá melhor resultado em muitos cenários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3110811" y="1589831"/>
        <a:ext cx="2638358" cy="2254766"/>
      </dsp:txXfrm>
    </dsp:sp>
    <dsp:sp modelId="{718EF667-8B28-4104-99CB-E17A1F65B6A8}">
      <dsp:nvSpPr>
        <dsp:cNvPr id="0" name=""/>
        <dsp:cNvSpPr/>
      </dsp:nvSpPr>
      <dsp:spPr>
        <a:xfrm>
          <a:off x="7068349" y="105692"/>
          <a:ext cx="923425" cy="8740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30969-6D4C-4D32-AE89-AE92B3FC1516}">
      <dsp:nvSpPr>
        <dsp:cNvPr id="0" name=""/>
        <dsp:cNvSpPr/>
      </dsp:nvSpPr>
      <dsp:spPr>
        <a:xfrm>
          <a:off x="6210882" y="1140477"/>
          <a:ext cx="2638358" cy="37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- KNN, SVM, Redes </a:t>
          </a:r>
          <a:r>
            <a:rPr lang="en-US" sz="1600" kern="1200" dirty="0" err="1"/>
            <a:t>Neurais</a:t>
          </a:r>
          <a:r>
            <a:rPr lang="en-US" sz="1600" kern="1200" dirty="0"/>
            <a:t>:</a:t>
          </a:r>
        </a:p>
      </dsp:txBody>
      <dsp:txXfrm>
        <a:off x="6210882" y="1140477"/>
        <a:ext cx="2638358" cy="374576"/>
      </dsp:txXfrm>
    </dsp:sp>
    <dsp:sp modelId="{BF02B769-A14B-4A50-9FF9-C26E7ABB2BED}">
      <dsp:nvSpPr>
        <dsp:cNvPr id="0" name=""/>
        <dsp:cNvSpPr/>
      </dsp:nvSpPr>
      <dsp:spPr>
        <a:xfrm>
          <a:off x="6210882" y="1589831"/>
          <a:ext cx="2638358" cy="225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maior</a:t>
          </a:r>
          <a:r>
            <a:rPr lang="en-US" sz="1200" kern="1200" dirty="0"/>
            <a:t> </a:t>
          </a:r>
          <a:r>
            <a:rPr lang="en-US" sz="1200" kern="1200" dirty="0" err="1"/>
            <a:t>custo</a:t>
          </a:r>
          <a:r>
            <a:rPr lang="en-US" sz="1200" kern="1200" dirty="0"/>
            <a:t> de </a:t>
          </a:r>
          <a:r>
            <a:rPr lang="en-US" sz="1200" kern="1200" dirty="0" err="1"/>
            <a:t>treino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b="1" kern="1200" dirty="0"/>
            <a:t>KNN (K-vizinhos mais próximos)</a:t>
          </a:r>
          <a:r>
            <a:rPr lang="pt-BR" sz="1200" kern="1200" dirty="0"/>
            <a:t>: compara com dados “parecidos” do passado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b="1" kern="1200"/>
            <a:t>SVM</a:t>
          </a:r>
          <a:r>
            <a:rPr lang="pt-BR" sz="1200" kern="1200"/>
            <a:t>: traça a linha ideal que separa as classes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b="1" kern="1200"/>
            <a:t>Redes Neurais</a:t>
          </a:r>
          <a:r>
            <a:rPr lang="pt-BR" sz="1200" kern="1200"/>
            <a:t>: inspiradas no cérebro, muito poderosas (usadas em deep learning)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/>
            <a:t>📌 </a:t>
          </a:r>
          <a:r>
            <a:rPr lang="pt-BR" sz="1200" b="1" kern="1200" dirty="0"/>
            <a:t>Custo de processamento alto</a:t>
          </a:r>
          <a:br>
            <a:rPr lang="pt-BR" sz="1200" kern="1200" dirty="0"/>
          </a:br>
          <a:r>
            <a:rPr lang="pt-BR" sz="1200" kern="1200" dirty="0"/>
            <a:t>📌 Requer mais dados e mais poder computacional</a:t>
          </a:r>
          <a:br>
            <a:rPr lang="pt-BR" sz="1200" kern="1200" dirty="0"/>
          </a:br>
          <a:r>
            <a:rPr lang="pt-BR" sz="1200" kern="1200" dirty="0"/>
            <a:t>📌 Normalmente usados quando há </a:t>
          </a:r>
          <a:r>
            <a:rPr lang="pt-BR" sz="1200" b="1" kern="1200" dirty="0"/>
            <a:t>grande volume e complexidade</a:t>
          </a:r>
          <a:endParaRPr lang="pt-BR" sz="1200" kern="1200" dirty="0"/>
        </a:p>
      </dsp:txBody>
      <dsp:txXfrm>
        <a:off x="6210882" y="1589831"/>
        <a:ext cx="2638358" cy="225476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6A277-7723-40E2-8053-336F5B8ECA9D}">
      <dsp:nvSpPr>
        <dsp:cNvPr id="0" name=""/>
        <dsp:cNvSpPr/>
      </dsp:nvSpPr>
      <dsp:spPr>
        <a:xfrm>
          <a:off x="1230943" y="0"/>
          <a:ext cx="1315996" cy="11799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2FF50-7B23-4A93-B049-90C34DA249FD}">
      <dsp:nvSpPr>
        <dsp:cNvPr id="0" name=""/>
        <dsp:cNvSpPr/>
      </dsp:nvSpPr>
      <dsp:spPr>
        <a:xfrm>
          <a:off x="8947" y="1301077"/>
          <a:ext cx="3759989" cy="50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200" b="1" kern="1200"/>
            <a:t>🎯 Objetivo:</a:t>
          </a:r>
          <a:endParaRPr lang="en-US" sz="3200" kern="1200"/>
        </a:p>
      </dsp:txBody>
      <dsp:txXfrm>
        <a:off x="8947" y="1301077"/>
        <a:ext cx="3759989" cy="505695"/>
      </dsp:txXfrm>
    </dsp:sp>
    <dsp:sp modelId="{4385D2E6-F19D-47B6-B8F8-31940AF6CD85}">
      <dsp:nvSpPr>
        <dsp:cNvPr id="0" name=""/>
        <dsp:cNvSpPr/>
      </dsp:nvSpPr>
      <dsp:spPr>
        <a:xfrm>
          <a:off x="8947" y="1863108"/>
          <a:ext cx="3759989" cy="1281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Planejar, de forma teórica, a aplicação de um modelo de </a:t>
          </a:r>
          <a:r>
            <a:rPr lang="pt-BR" sz="1700" b="1" kern="1200"/>
            <a:t>Machine Learning</a:t>
          </a:r>
          <a:r>
            <a:rPr lang="pt-BR" sz="1700" kern="1200"/>
            <a:t> para resolver um problema real ou hipotético, com foco na </a:t>
          </a:r>
          <a:r>
            <a:rPr lang="pt-BR" sz="1700" b="1" kern="1200"/>
            <a:t>análise crítica, justificativa técnica e aplicação dos conceitos abordados em aula</a:t>
          </a:r>
          <a:r>
            <a:rPr lang="pt-BR" sz="1700" kern="1200"/>
            <a:t>.</a:t>
          </a:r>
          <a:endParaRPr lang="en-US" sz="1700" kern="1200"/>
        </a:p>
      </dsp:txBody>
      <dsp:txXfrm>
        <a:off x="8947" y="1863108"/>
        <a:ext cx="3759989" cy="1281495"/>
      </dsp:txXfrm>
    </dsp:sp>
    <dsp:sp modelId="{CD1A6B64-15D0-49D9-9FB6-88E27AA5F75F}">
      <dsp:nvSpPr>
        <dsp:cNvPr id="0" name=""/>
        <dsp:cNvSpPr/>
      </dsp:nvSpPr>
      <dsp:spPr>
        <a:xfrm>
          <a:off x="5648931" y="0"/>
          <a:ext cx="1315996" cy="11799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5C91B-A680-4146-9221-4A0411C52052}">
      <dsp:nvSpPr>
        <dsp:cNvPr id="0" name=""/>
        <dsp:cNvSpPr/>
      </dsp:nvSpPr>
      <dsp:spPr>
        <a:xfrm>
          <a:off x="4426934" y="1301077"/>
          <a:ext cx="3759989" cy="50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200" b="1" kern="1200"/>
            <a:t>📌 Instruções:</a:t>
          </a:r>
          <a:endParaRPr lang="en-US" sz="3200" kern="1200"/>
        </a:p>
      </dsp:txBody>
      <dsp:txXfrm>
        <a:off x="4426934" y="1301077"/>
        <a:ext cx="3759989" cy="505695"/>
      </dsp:txXfrm>
    </dsp:sp>
    <dsp:sp modelId="{FDCF94EB-F5C8-441E-B384-567FE4B566F9}">
      <dsp:nvSpPr>
        <dsp:cNvPr id="0" name=""/>
        <dsp:cNvSpPr/>
      </dsp:nvSpPr>
      <dsp:spPr>
        <a:xfrm>
          <a:off x="4426934" y="1863108"/>
          <a:ext cx="3759989" cy="1281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O grupo deve elaborar um plano conceitual para uso de Machine Learning, com base: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/>
            <a:t>No </a:t>
          </a:r>
          <a:r>
            <a:rPr lang="pt-BR" sz="1700" b="1" kern="1200"/>
            <a:t>tema do trabalho final</a:t>
          </a:r>
          <a:r>
            <a:rPr lang="pt-BR" sz="1700" kern="1200"/>
            <a:t> de vocês, </a:t>
          </a:r>
          <a:r>
            <a:rPr lang="pt-BR" sz="1700" b="1" kern="1200"/>
            <a:t>ou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/>
            <a:t>No problema hipotético discutido em sala:</a:t>
          </a:r>
          <a:br>
            <a:rPr lang="pt-BR" sz="1700" kern="1200"/>
          </a:br>
          <a:r>
            <a:rPr lang="pt-BR" sz="1700" kern="1200"/>
            <a:t>👉 </a:t>
          </a:r>
          <a:r>
            <a:rPr lang="pt-BR" sz="1700" i="1" kern="1200"/>
            <a:t>"Como podemos utilizar dados e inteligência artificial para melhorar a experiência dos alunos no CEUB?"</a:t>
          </a:r>
          <a:br>
            <a:rPr lang="pt-BR" sz="1700" kern="1200"/>
          </a:br>
          <a:r>
            <a:rPr lang="pt-BR" sz="1700" kern="1200"/>
            <a:t>(Ex: prever evasão, mapear sentimento dos alunos nas redes, otimizar agendamentos, etc.)</a:t>
          </a:r>
          <a:endParaRPr lang="en-US" sz="1700" kern="1200"/>
        </a:p>
      </dsp:txBody>
      <dsp:txXfrm>
        <a:off x="4426934" y="1863108"/>
        <a:ext cx="3759989" cy="12814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2AD42-B2D8-485E-8F2F-02468FE9FF4A}">
      <dsp:nvSpPr>
        <dsp:cNvPr id="0" name=""/>
        <dsp:cNvSpPr/>
      </dsp:nvSpPr>
      <dsp:spPr>
        <a:xfrm>
          <a:off x="1577340" y="398"/>
          <a:ext cx="6309360" cy="5178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Qual o problema real ou hipotético a ser resolvido?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Justifique a relevância e impacto da solução.</a:t>
          </a:r>
          <a:endParaRPr lang="en-US" sz="1100" kern="1200"/>
        </a:p>
      </dsp:txBody>
      <dsp:txXfrm>
        <a:off x="1577340" y="398"/>
        <a:ext cx="6309360" cy="517890"/>
      </dsp:txXfrm>
    </dsp:sp>
    <dsp:sp modelId="{A7BF104C-42A2-4109-B10A-ACB3D5F49818}">
      <dsp:nvSpPr>
        <dsp:cNvPr id="0" name=""/>
        <dsp:cNvSpPr/>
      </dsp:nvSpPr>
      <dsp:spPr>
        <a:xfrm>
          <a:off x="0" y="398"/>
          <a:ext cx="1577340" cy="517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1️⃣ Problema</a:t>
          </a:r>
          <a:endParaRPr lang="en-US" sz="1400" kern="1200" dirty="0"/>
        </a:p>
      </dsp:txBody>
      <dsp:txXfrm>
        <a:off x="0" y="398"/>
        <a:ext cx="1577340" cy="517890"/>
      </dsp:txXfrm>
    </dsp:sp>
    <dsp:sp modelId="{FF1FFC8C-4E85-41F3-9D50-6DE7090CE807}">
      <dsp:nvSpPr>
        <dsp:cNvPr id="0" name=""/>
        <dsp:cNvSpPr/>
      </dsp:nvSpPr>
      <dsp:spPr>
        <a:xfrm>
          <a:off x="1577340" y="549361"/>
          <a:ext cx="6309360" cy="51789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Que dados seriam utilizados?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São dados públicos, institucionais, simulados?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Que tipo de dado (estruturado, texto, imagem, etc.)?</a:t>
          </a:r>
          <a:endParaRPr lang="en-US" sz="1100" kern="1200"/>
        </a:p>
      </dsp:txBody>
      <dsp:txXfrm>
        <a:off x="1577340" y="549361"/>
        <a:ext cx="6309360" cy="517890"/>
      </dsp:txXfrm>
    </dsp:sp>
    <dsp:sp modelId="{F05E8960-1274-47A4-8DC3-1B040E7EB897}">
      <dsp:nvSpPr>
        <dsp:cNvPr id="0" name=""/>
        <dsp:cNvSpPr/>
      </dsp:nvSpPr>
      <dsp:spPr>
        <a:xfrm>
          <a:off x="0" y="549361"/>
          <a:ext cx="1577340" cy="51789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2️⃣ Base de Dados</a:t>
          </a:r>
          <a:endParaRPr lang="en-US" sz="1400" kern="1200"/>
        </a:p>
      </dsp:txBody>
      <dsp:txXfrm>
        <a:off x="0" y="549361"/>
        <a:ext cx="1577340" cy="517890"/>
      </dsp:txXfrm>
    </dsp:sp>
    <dsp:sp modelId="{83383C73-0CDB-44E3-8A20-76D490EB2A4B}">
      <dsp:nvSpPr>
        <dsp:cNvPr id="0" name=""/>
        <dsp:cNvSpPr/>
      </dsp:nvSpPr>
      <dsp:spPr>
        <a:xfrm>
          <a:off x="1577340" y="1098325"/>
          <a:ext cx="6309360" cy="51789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Supervisionado, não supervisionado ou outro?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Justifique sua escolha.</a:t>
          </a:r>
          <a:endParaRPr lang="en-US" sz="1100" kern="1200"/>
        </a:p>
      </dsp:txBody>
      <dsp:txXfrm>
        <a:off x="1577340" y="1098325"/>
        <a:ext cx="6309360" cy="517890"/>
      </dsp:txXfrm>
    </dsp:sp>
    <dsp:sp modelId="{FF3BEED8-9836-4A7C-AD87-F32A1BB6B54C}">
      <dsp:nvSpPr>
        <dsp:cNvPr id="0" name=""/>
        <dsp:cNvSpPr/>
      </dsp:nvSpPr>
      <dsp:spPr>
        <a:xfrm>
          <a:off x="0" y="1098325"/>
          <a:ext cx="1577340" cy="51789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3️⃣ Tipo de Aprendizado</a:t>
          </a:r>
          <a:endParaRPr lang="en-US" sz="1400" kern="1200"/>
        </a:p>
      </dsp:txBody>
      <dsp:txXfrm>
        <a:off x="0" y="1098325"/>
        <a:ext cx="1577340" cy="517890"/>
      </dsp:txXfrm>
    </dsp:sp>
    <dsp:sp modelId="{FCAC9185-7348-422A-9FFD-CF078CEE7C96}">
      <dsp:nvSpPr>
        <dsp:cNvPr id="0" name=""/>
        <dsp:cNvSpPr/>
      </dsp:nvSpPr>
      <dsp:spPr>
        <a:xfrm>
          <a:off x="1577340" y="1647288"/>
          <a:ext cx="6309360" cy="51789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Qual algoritmo/modelo seria utilizado? (</a:t>
          </a:r>
          <a:r>
            <a:rPr lang="pt-BR" sz="1100" kern="1200" dirty="0" err="1"/>
            <a:t>Ex</a:t>
          </a:r>
          <a:r>
            <a:rPr lang="pt-BR" sz="1100" kern="1200" dirty="0"/>
            <a:t>: árvore de decisão, regressão logística, K-</a:t>
          </a:r>
          <a:r>
            <a:rPr lang="pt-BR" sz="1100" kern="1200" dirty="0" err="1"/>
            <a:t>means</a:t>
          </a:r>
          <a:r>
            <a:rPr lang="pt-BR" sz="1100" kern="1200" dirty="0"/>
            <a:t>, etc.)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Por que esse modelo se encaixa melhor no problema?</a:t>
          </a:r>
          <a:endParaRPr lang="en-US" sz="1100" kern="1200"/>
        </a:p>
      </dsp:txBody>
      <dsp:txXfrm>
        <a:off x="1577340" y="1647288"/>
        <a:ext cx="6309360" cy="517890"/>
      </dsp:txXfrm>
    </dsp:sp>
    <dsp:sp modelId="{60F9EDBF-D95E-422D-891E-6FAF83DC9BDA}">
      <dsp:nvSpPr>
        <dsp:cNvPr id="0" name=""/>
        <dsp:cNvSpPr/>
      </dsp:nvSpPr>
      <dsp:spPr>
        <a:xfrm>
          <a:off x="0" y="1647288"/>
          <a:ext cx="1577340" cy="51789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4️⃣ Algoritmo ou Modelo</a:t>
          </a:r>
          <a:endParaRPr lang="en-US" sz="1400" kern="1200" dirty="0"/>
        </a:p>
      </dsp:txBody>
      <dsp:txXfrm>
        <a:off x="0" y="1647288"/>
        <a:ext cx="1577340" cy="517890"/>
      </dsp:txXfrm>
    </dsp:sp>
    <dsp:sp modelId="{4E0FCCC5-270D-4204-B9AF-820DFAC4B1EB}">
      <dsp:nvSpPr>
        <dsp:cNvPr id="0" name=""/>
        <dsp:cNvSpPr/>
      </dsp:nvSpPr>
      <dsp:spPr>
        <a:xfrm>
          <a:off x="1577340" y="2196252"/>
          <a:ext cx="6309360" cy="51789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Como vocês iriam medir se o modelo está funcionando bem?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Escolha ao menos </a:t>
          </a:r>
          <a:r>
            <a:rPr lang="pt-BR" sz="1100" b="1" kern="1200"/>
            <a:t>duas métricas</a:t>
          </a:r>
          <a:r>
            <a:rPr lang="pt-BR" sz="1100" kern="1200"/>
            <a:t> e explique o motivo da escolha.</a:t>
          </a:r>
          <a:br>
            <a:rPr lang="pt-BR" sz="1100" kern="1200"/>
          </a:br>
          <a:r>
            <a:rPr lang="pt-BR" sz="1100" kern="1200"/>
            <a:t>(Ex: acurácia, precisão, recall, F1-score...)</a:t>
          </a:r>
          <a:endParaRPr lang="en-US" sz="1100" kern="1200"/>
        </a:p>
      </dsp:txBody>
      <dsp:txXfrm>
        <a:off x="1577340" y="2196252"/>
        <a:ext cx="6309360" cy="517890"/>
      </dsp:txXfrm>
    </dsp:sp>
    <dsp:sp modelId="{1ED403EB-4664-4FBE-BD13-F211E281CC4D}">
      <dsp:nvSpPr>
        <dsp:cNvPr id="0" name=""/>
        <dsp:cNvSpPr/>
      </dsp:nvSpPr>
      <dsp:spPr>
        <a:xfrm>
          <a:off x="0" y="2196252"/>
          <a:ext cx="1577340" cy="51789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5️⃣ Métricas de Avaliação</a:t>
          </a:r>
          <a:endParaRPr lang="en-US" sz="1400" kern="1200"/>
        </a:p>
      </dsp:txBody>
      <dsp:txXfrm>
        <a:off x="0" y="2196252"/>
        <a:ext cx="1577340" cy="517890"/>
      </dsp:txXfrm>
    </dsp:sp>
    <dsp:sp modelId="{396E975E-F1AE-4523-939F-B47808320C70}">
      <dsp:nvSpPr>
        <dsp:cNvPr id="0" name=""/>
        <dsp:cNvSpPr/>
      </dsp:nvSpPr>
      <dsp:spPr>
        <a:xfrm>
          <a:off x="1577340" y="2745215"/>
          <a:ext cx="6309360" cy="5178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419" tIns="131544" rIns="122419" bIns="13154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 que se espera com a aplicação do modelo?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Quais decisões, melhorias ou ações seriam possíveis com base no resultado?</a:t>
          </a:r>
          <a:endParaRPr lang="en-US" sz="1100" kern="1200"/>
        </a:p>
      </dsp:txBody>
      <dsp:txXfrm>
        <a:off x="1577340" y="2745215"/>
        <a:ext cx="6309360" cy="517890"/>
      </dsp:txXfrm>
    </dsp:sp>
    <dsp:sp modelId="{485398A4-DF62-4E0B-A468-5C5E89F3BBEF}">
      <dsp:nvSpPr>
        <dsp:cNvPr id="0" name=""/>
        <dsp:cNvSpPr/>
      </dsp:nvSpPr>
      <dsp:spPr>
        <a:xfrm>
          <a:off x="0" y="2745215"/>
          <a:ext cx="1577340" cy="517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468" tIns="51156" rIns="83468" bIns="5115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6️⃣ Resultado Esperado</a:t>
          </a:r>
          <a:endParaRPr lang="en-US" sz="1400" kern="1200"/>
        </a:p>
      </dsp:txBody>
      <dsp:txXfrm>
        <a:off x="0" y="2745215"/>
        <a:ext cx="1577340" cy="5178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18DA9-6FA1-4145-B798-43B63659FD0B}">
      <dsp:nvSpPr>
        <dsp:cNvPr id="0" name=""/>
        <dsp:cNvSpPr/>
      </dsp:nvSpPr>
      <dsp:spPr>
        <a:xfrm>
          <a:off x="1577935" y="25780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BBCA2-BC88-4A37-8E1C-5ADD3E373758}">
      <dsp:nvSpPr>
        <dsp:cNvPr id="0" name=""/>
        <dsp:cNvSpPr/>
      </dsp:nvSpPr>
      <dsp:spPr>
        <a:xfrm>
          <a:off x="1082935" y="1337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Cada grupo deverá apresentar a proposta oralmente (3 a 5 minutos por grupo).</a:t>
          </a:r>
          <a:endParaRPr lang="en-US" sz="1100" kern="1200"/>
        </a:p>
      </dsp:txBody>
      <dsp:txXfrm>
        <a:off x="1082935" y="1337813"/>
        <a:ext cx="1800000" cy="720000"/>
      </dsp:txXfrm>
    </dsp:sp>
    <dsp:sp modelId="{D8345C87-BE8F-4EBE-8D24-E22F1E9607D0}">
      <dsp:nvSpPr>
        <dsp:cNvPr id="0" name=""/>
        <dsp:cNvSpPr/>
      </dsp:nvSpPr>
      <dsp:spPr>
        <a:xfrm>
          <a:off x="3692935" y="25780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95713-A64E-4D40-95BB-E970E9C86736}">
      <dsp:nvSpPr>
        <dsp:cNvPr id="0" name=""/>
        <dsp:cNvSpPr/>
      </dsp:nvSpPr>
      <dsp:spPr>
        <a:xfrm>
          <a:off x="3197935" y="1337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Entregar também um </a:t>
          </a:r>
          <a:r>
            <a:rPr lang="pt-BR" sz="1100" b="1" i="0" kern="1200" baseline="0"/>
            <a:t>documento (Word ou PDF)</a:t>
          </a:r>
          <a:r>
            <a:rPr lang="pt-BR" sz="1100" b="0" i="0" kern="1200" baseline="0"/>
            <a:t> com os tópicos respondidos (1 a 2 páginas).</a:t>
          </a:r>
          <a:endParaRPr lang="en-US" sz="1100" kern="1200"/>
        </a:p>
      </dsp:txBody>
      <dsp:txXfrm>
        <a:off x="3197935" y="1337813"/>
        <a:ext cx="1800000" cy="720000"/>
      </dsp:txXfrm>
    </dsp:sp>
    <dsp:sp modelId="{6ADCA1F7-1724-4674-9D87-5EB98EE5E263}">
      <dsp:nvSpPr>
        <dsp:cNvPr id="0" name=""/>
        <dsp:cNvSpPr/>
      </dsp:nvSpPr>
      <dsp:spPr>
        <a:xfrm>
          <a:off x="5807935" y="25780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32C21-AC5F-4405-8746-675A1C4DA777}">
      <dsp:nvSpPr>
        <dsp:cNvPr id="0" name=""/>
        <dsp:cNvSpPr/>
      </dsp:nvSpPr>
      <dsp:spPr>
        <a:xfrm>
          <a:off x="5312935" y="1337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 atividade será considerada para </a:t>
          </a:r>
          <a:r>
            <a:rPr lang="pt-BR" sz="1100" b="1" i="0" kern="1200" baseline="0" dirty="0"/>
            <a:t>participação e avaliação contínua</a:t>
          </a:r>
          <a:r>
            <a:rPr lang="pt-BR" sz="1100" b="0" i="0" kern="1200" baseline="0" dirty="0"/>
            <a:t>.</a:t>
          </a:r>
          <a:endParaRPr lang="en-US" sz="1100" kern="1200" dirty="0"/>
        </a:p>
      </dsp:txBody>
      <dsp:txXfrm>
        <a:off x="5312935" y="1337813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E5DA122-346F-B8EF-78D3-0F3C4398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867348D3-B24F-DC83-57F8-C4CBDCCF0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CDBD507E-3940-371B-3AB3-4FF21CEA7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19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Compreender como avaliar o desempenho de modelos de ML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Conhecer métricas comuns: acurácia, precisão, recall, F1-score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Comparar algoritmos e justificar sua escolha em projetos reais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20AFA1E8-0C06-C3A0-AFAF-B336623129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376082"/>
              </p:ext>
            </p:extLst>
          </p:nvPr>
        </p:nvGraphicFramePr>
        <p:xfrm>
          <a:off x="3927501" y="919149"/>
          <a:ext cx="4718785" cy="4148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326D74F-ED89-43D9-9E5E-59AF35746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3326D74F-ED89-43D9-9E5E-59AF35746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3326D74F-ED89-43D9-9E5E-59AF35746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3BCE2CA-3385-4917-B702-F52130381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53BCE2CA-3385-4917-B702-F52130381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53BCE2CA-3385-4917-B702-F52130381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2A7310F-A69B-4591-8923-ABC7CF27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92A7310F-A69B-4591-8923-ABC7CF27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92A7310F-A69B-4591-8923-ABC7CF27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331BA5-BECC-4E0F-B7A2-5C323DA3D4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88331BA5-BECC-4E0F-B7A2-5C323DA3D4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88331BA5-BECC-4E0F-B7A2-5C323DA3D4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F80026D-885A-4334-849D-C7B7477DC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DF80026D-885A-4334-849D-C7B7477DC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DF80026D-885A-4334-849D-C7B7477DC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94C156D-4418-4770-9B34-815B56174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graphicEl>
                                              <a:dgm id="{A94C156D-4418-4770-9B34-815B56174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graphicEl>
                                              <a:dgm id="{A94C156D-4418-4770-9B34-815B56174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FC725F7-C96D-4720-9797-0C9BC44135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4FC725F7-C96D-4720-9797-0C9BC44135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4FC725F7-C96D-4720-9797-0C9BC44135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1DF3F0E-072A-4E9B-AF9D-CE201574A4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graphicEl>
                                              <a:dgm id="{61DF3F0E-072A-4E9B-AF9D-CE201574A4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61DF3F0E-072A-4E9B-AF9D-CE201574A4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2C225B5-C06F-4E00-AC92-5CF6F907D4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graphicEl>
                                              <a:dgm id="{B2C225B5-C06F-4E00-AC92-5CF6F907D4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graphicEl>
                                              <a:dgm id="{B2C225B5-C06F-4E00-AC92-5CF6F907D4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DDA285E-7B69-4B87-A8B6-A7B985490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graphicEl>
                                              <a:dgm id="{5DDA285E-7B69-4B87-A8B6-A7B985490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graphicEl>
                                              <a:dgm id="{5DDA285E-7B69-4B87-A8B6-A7B985490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036060"/>
              </p:ext>
            </p:extLst>
          </p:nvPr>
        </p:nvGraphicFramePr>
        <p:xfrm>
          <a:off x="3904342" y="849084"/>
          <a:ext cx="4880111" cy="4288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algn="r"/>
            <a:r>
              <a:rPr lang="pt-BR" sz="2800">
                <a:solidFill>
                  <a:srgbClr val="FFFFFF"/>
                </a:solidFill>
              </a:rPr>
              <a:t>🚀 Check-in – Apresentação dos Mini-desafios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7E1C18-DE26-A478-C2A1-D501C99CD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345038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🔁 Revisão – O que vimos na Parte 1?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E07F88-D45B-F455-67E4-F949FD941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79482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63B307-99DB-4B71-AF5F-E9A02495F1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663B307-99DB-4B71-AF5F-E9A02495F1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663B307-99DB-4B71-AF5F-E9A02495F1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DD3037-5965-4E7E-8FFB-BAB3B4A700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53DD3037-5965-4E7E-8FFB-BAB3B4A700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53DD3037-5965-4E7E-8FFB-BAB3B4A700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895388-4C5D-4F10-9346-6AAC5CA0D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DE895388-4C5D-4F10-9346-6AAC5CA0D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DE895388-4C5D-4F10-9346-6AAC5CA0D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AE04E8-D9C1-4D7E-8484-8EE54DE67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5AE04E8-D9C1-4D7E-8484-8EE54DE67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5AE04E8-D9C1-4D7E-8484-8EE54DE67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BEEC24A-5390-4A47-B05C-38E1238FC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0BEEC24A-5390-4A47-B05C-38E1238FC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0BEEC24A-5390-4A47-B05C-38E1238FC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1930996-DB00-456B-B658-EA675B38E7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61930996-DB00-456B-B658-EA675B38E7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61930996-DB00-456B-B658-EA675B38E7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6CEABDE-6D5F-415C-90B4-CC87761B0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F6CEABDE-6D5F-415C-90B4-CC87761B0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F6CEABDE-6D5F-415C-90B4-CC87761B0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1F11C6-31C5-4C68-A634-8F46F0107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BE1F11C6-31C5-4C68-A634-8F46F0107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BE1F11C6-31C5-4C68-A634-8F46F0107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17F2D1-2228-4F25-9094-D1BD6AFBC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3517F2D1-2228-4F25-9094-D1BD6AFBC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3517F2D1-2228-4F25-9094-D1BD6AFBC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5B2449-B59B-438F-9CA3-D31C3EE4F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535B2449-B59B-438F-9CA3-D31C3EE4F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535B2449-B59B-438F-9CA3-D31C3EE4F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B110B9-B08F-43FD-B79A-27A9A6E7A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A6B110B9-B08F-43FD-B79A-27A9A6E7A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A6B110B9-B08F-43FD-B79A-27A9A6E7A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8EC3E7-50BC-4B25-8584-CD3BD608D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5E8EC3E7-50BC-4B25-8584-CD3BD608D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5E8EC3E7-50BC-4B25-8584-CD3BD608D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O que é Machine Learning?</a:t>
            </a: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FA05942C-4232-78E9-D9B4-3DEAE4A3F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Machine Learning é um campo da Inteligência Artificial que permite que máquinas aprendam com dados e tomem decisões com mínima intervenção humana.</a:t>
            </a:r>
          </a:p>
          <a:p>
            <a:pPr marL="0" indent="0">
              <a:buNone/>
            </a:pPr>
            <a:endParaRPr lang="pt-BR" sz="1400" dirty="0">
              <a:solidFill>
                <a:schemeClr val="tx2"/>
              </a:solidFill>
            </a:endParaRPr>
          </a:p>
          <a:p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Graphic 40" descr="Head with Gears">
            <a:extLst>
              <a:ext uri="{FF2B5EF4-FFF2-40B4-BE49-F238E27FC236}">
                <a16:creationId xmlns:a16="http://schemas.microsoft.com/office/drawing/2014/main" id="{2C392FF6-B7F8-C220-2153-AC19B03E1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🧠 O que é aprender?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2D88DD-2E9F-75FE-7BC2-82A8D759C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87946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🤖 Inteligência e Aprendizado de Máquina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912B4-9971-3061-DD9C-4282D6431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23114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📚 Tipos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D09D7-51CB-09A1-B5C0-8C2332C14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74706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26801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5435"/>
            <a:ext cx="7372350" cy="817146"/>
          </a:xfrm>
        </p:spPr>
        <p:txBody>
          <a:bodyPr>
            <a:normAutofit/>
          </a:bodyPr>
          <a:lstStyle/>
          <a:p>
            <a:r>
              <a:rPr lang="pt-BR" sz="2500">
                <a:solidFill>
                  <a:srgbClr val="FFFFFF"/>
                </a:solidFill>
              </a:rPr>
              <a:t>Principais</a:t>
            </a:r>
            <a:br>
              <a:rPr lang="pt-BR" sz="2500">
                <a:solidFill>
                  <a:srgbClr val="FFFFFF"/>
                </a:solidFill>
              </a:rPr>
            </a:br>
            <a:r>
              <a:rPr lang="pt-BR" sz="2500">
                <a:solidFill>
                  <a:srgbClr val="FFFFFF"/>
                </a:solidFill>
              </a:rPr>
              <a:t>Ferramentas</a:t>
            </a:r>
          </a:p>
        </p:txBody>
      </p:sp>
      <p:sp>
        <p:nvSpPr>
          <p:cNvPr id="42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443871"/>
            <a:ext cx="104279" cy="104280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615843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002201"/>
            <a:ext cx="95786" cy="9578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6" name="Espaço Reservado para Conteúdo 3">
            <a:extLst>
              <a:ext uri="{FF2B5EF4-FFF2-40B4-BE49-F238E27FC236}">
                <a16:creationId xmlns:a16="http://schemas.microsoft.com/office/drawing/2014/main" id="{D86D0D7C-CA80-9C16-A740-E5C947A35D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1023"/>
              </p:ext>
            </p:extLst>
          </p:nvPr>
        </p:nvGraphicFramePr>
        <p:xfrm>
          <a:off x="628650" y="1658424"/>
          <a:ext cx="7886700" cy="2974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Pipeline de Machine Learning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A9ED58-145E-F666-4182-83BE35EE1F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2008B0-DA64-441B-A731-1A167A76F1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FA2008B0-DA64-441B-A731-1A167A76F1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BE040B-65D5-4ECD-92D5-41F9F6D16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2ABE040B-65D5-4ECD-92D5-41F9F6D16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CB3683-6CA2-489B-A75B-6D99281519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>
                                            <p:graphicEl>
                                              <a:dgm id="{EDCB3683-6CA2-489B-A75B-6D99281519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04A968-C0F5-4EB9-AAA2-C508DD42D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>
                                            <p:graphicEl>
                                              <a:dgm id="{6D04A968-C0F5-4EB9-AAA2-C508DD42D7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203FA2-3B9C-404B-838F-FC76A31C92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7">
                                            <p:graphicEl>
                                              <a:dgm id="{A6203FA2-3B9C-404B-838F-FC76A31C92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242A3A-0C86-4C4A-8F79-97182F0603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>
                                            <p:graphicEl>
                                              <a:dgm id="{B8242A3A-0C86-4C4A-8F79-97182F0603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9C9F58-E5B1-4809-A2E4-75BDA71B9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7">
                                            <p:graphicEl>
                                              <a:dgm id="{889C9F58-E5B1-4809-A2E4-75BDA71B91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F1A28B4-C60F-4E09-9AA4-9FD959D0D6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7">
                                            <p:graphicEl>
                                              <a:dgm id="{2F1A28B4-C60F-4E09-9AA4-9FD959D0D6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12E8BF-F240-42CE-BA33-6D1655CBB2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7">
                                            <p:graphicEl>
                                              <a:dgm id="{2E12E8BF-F240-42CE-BA33-6D1655CBB2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BC5D9E-223D-46B7-AA9E-31981CA909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7">
                                            <p:graphicEl>
                                              <a:dgm id="{3BBC5D9E-223D-46B7-AA9E-31981CA909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ECC729-291D-446E-9F43-C1A3F946FD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7">
                                            <p:graphicEl>
                                              <a:dgm id="{DBECC729-291D-446E-9F43-C1A3F946FD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EE185C-9264-4DE7-9C3D-825C09D0EE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7">
                                            <p:graphicEl>
                                              <a:dgm id="{5FEE185C-9264-4DE7-9C3D-825C09D0EE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24B210-AF8F-4A2A-A353-A718E519E6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7">
                                            <p:graphicEl>
                                              <a:dgm id="{6E24B210-AF8F-4A2A-A353-A718E519E6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4696FF-FC40-4323-998D-29EC13687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7">
                                            <p:graphicEl>
                                              <a:dgm id="{074696FF-FC40-4323-998D-29EC13687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⚙️ Escolha do Algoritmo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9FE7D-E038-2A36-6DE0-228FEE225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96274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974084-553F-475F-9595-D8FF353A3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6D974084-553F-475F-9595-D8FF353A33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D829C2-6CB7-4972-8DDE-A41D0DB79A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28D829C2-6CB7-4972-8DDE-A41D0DB79A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B4E291-C803-4F0C-8BA3-8484390243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37B4E291-C803-4F0C-8BA3-8484390243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B9BE8B-6E6E-4261-BC46-4C3BE2395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16B9BE8B-6E6E-4261-BC46-4C3BE23959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6201A4-96E8-4323-A1F8-3B14C5977C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A86201A4-96E8-4323-A1F8-3B14C5977C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49C19DD-DFC3-4A33-9C87-6F71E2DA44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B49C19DD-DFC3-4A33-9C87-6F71E2DA44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05B3DB-6341-4E89-BDC1-48C87DC837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9D05B3DB-6341-4E89-BDC1-48C87DC837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Uma demonstração do agrupamento K-Means em dados de dígitos manuscritos">
            <a:extLst>
              <a:ext uri="{FF2B5EF4-FFF2-40B4-BE49-F238E27FC236}">
                <a16:creationId xmlns:a16="http://schemas.microsoft.com/office/drawing/2014/main" id="{FB535C93-500A-E740-D5A8-37E822F64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7929" y="342900"/>
            <a:ext cx="6368142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68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egressão de Árvore de Decisão com HGBT">
            <a:extLst>
              <a:ext uri="{FF2B5EF4-FFF2-40B4-BE49-F238E27FC236}">
                <a16:creationId xmlns:a16="http://schemas.microsoft.com/office/drawing/2014/main" id="{65825190-70AC-8203-1CEC-BF0FA9130D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900" y="457199"/>
            <a:ext cx="8458200" cy="422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943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mparação de classificadores">
            <a:extLst>
              <a:ext uri="{FF2B5EF4-FFF2-40B4-BE49-F238E27FC236}">
                <a16:creationId xmlns:a16="http://schemas.microsoft.com/office/drawing/2014/main" id="{53354F64-7E03-95FB-0E60-894AD65735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900" y="1229011"/>
            <a:ext cx="8458200" cy="268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589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Exemplos de Modelos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63B617-5F3D-2691-D2EA-74E43E950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484619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🌍 Exemplos Reais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94A7AC-13B6-AAED-0CDC-386815D93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549217"/>
              </p:ext>
            </p:extLst>
          </p:nvPr>
        </p:nvGraphicFramePr>
        <p:xfrm>
          <a:off x="483042" y="1584434"/>
          <a:ext cx="8465015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📊 Avaliação de </a:t>
            </a:r>
            <a:r>
              <a:rPr dirty="0" err="1"/>
              <a:t>Modelos</a:t>
            </a:r>
            <a:r>
              <a:rPr dirty="0"/>
              <a:t> de ML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90E86D-0602-DCB9-6470-54F09BE6E0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308902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7BA830-39F1-45D7-81F6-C2CD8920D2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0C7BA830-39F1-45D7-81F6-C2CD8920D2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EB9089-63AF-4C36-B4C5-4FE9F6E8A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C9EB9089-63AF-4C36-B4C5-4FE9F6E8AF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B691E0-4DE8-4C55-9977-8FFF740FE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78B691E0-4DE8-4C55-9977-8FFF740FE6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84E777-1630-4C58-A669-8B1131E12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8784E777-1630-4C58-A669-8B1131E129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D0ED50-0717-44DC-B49C-6EFADEB20A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F9D0ED50-0717-44DC-B49C-6EFADEB20A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C50177-950D-4D1F-B555-689FFC120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B2C50177-950D-4D1F-B555-689FFC120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algn="r"/>
            <a:r>
              <a:rPr lang="pt-BR" sz="3000">
                <a:solidFill>
                  <a:srgbClr val="FFFFFF"/>
                </a:solidFill>
              </a:rPr>
              <a:t>📏 Principais Métricas de Avaliação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24FD87-5AC7-44E1-1E62-1776EC03A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981810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FF7A26-DE8B-4FBB-8A84-6D47103BC1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06FF7A26-DE8B-4FBB-8A84-6D47103BC1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1D10C9-A477-495D-BA22-1F66D0D96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E1D10C9-A477-495D-BA22-1F66D0D96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BB49A5-2489-4D7C-956C-A8FAFBD12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88BB49A5-2489-4D7C-956C-A8FAFBD12C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83EE32-A1B0-4684-B5CF-4C707857A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1F83EE32-A1B0-4684-B5CF-4C707857A4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C06BCD-DF7C-44AD-979F-CB8769735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1CC06BCD-DF7C-44AD-979F-CB8769735C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4678FB-F99B-47A7-944C-DE44D5918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FD4678FB-F99B-47A7-944C-DE44D5918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D6499C-2A10-440C-AB66-EE3988834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20D6499C-2A10-440C-AB66-EE3988834B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65156B-A23E-4A7C-8397-F506F243F9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F765156B-A23E-4A7C-8397-F506F243F9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🧮 Matriz de Confusão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2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045426"/>
            <a:ext cx="4152298" cy="3879865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Mostra acertos e erros do modelo por categoria:</a:t>
            </a:r>
          </a:p>
          <a:p>
            <a:pPr lvl="1"/>
            <a:r>
              <a:rPr lang="pt-BR" dirty="0"/>
              <a:t>Verdadeiro Positivo (VP), Falso Positivo (FP)</a:t>
            </a:r>
          </a:p>
          <a:p>
            <a:pPr lvl="1"/>
            <a:r>
              <a:rPr lang="pt-BR" dirty="0"/>
              <a:t>Verdadeiro Negativo (VN), Falso Negativo (FN)</a:t>
            </a:r>
          </a:p>
          <a:p>
            <a:r>
              <a:rPr lang="pt-BR" dirty="0"/>
              <a:t>Imagine que temos um modelo que detecta </a:t>
            </a:r>
            <a:r>
              <a:rPr lang="pt-BR" b="1" dirty="0"/>
              <a:t>fraudes em transações bancárias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A matriz de confusão ajuda a saber </a:t>
            </a:r>
            <a:r>
              <a:rPr lang="pt-BR" b="1" dirty="0"/>
              <a:t>onde o modelo acertou ou errou</a:t>
            </a:r>
            <a:r>
              <a:rPr lang="pt-BR" dirty="0"/>
              <a:t>: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VP (Verdadeiro Positivo): O modelo acertou que era fraude</a:t>
            </a:r>
          </a:p>
          <a:p>
            <a:r>
              <a:rPr lang="pt-BR" dirty="0"/>
              <a:t>FP (Falso Positivo): O modelo achou que era fraude, mas não era</a:t>
            </a:r>
          </a:p>
          <a:p>
            <a:r>
              <a:rPr lang="pt-BR" dirty="0"/>
              <a:t>FN (Falso Negativo): Era fraude, mas o modelo deixou passar</a:t>
            </a:r>
          </a:p>
          <a:p>
            <a:r>
              <a:rPr lang="pt-BR" dirty="0"/>
              <a:t>VN (Verdadeiro Negativo): Acertou que era normal</a:t>
            </a:r>
          </a:p>
          <a:p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0CE293A-E8D6-FAAE-7B1A-F7FFCF15C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061738"/>
              </p:ext>
            </p:extLst>
          </p:nvPr>
        </p:nvGraphicFramePr>
        <p:xfrm>
          <a:off x="4051514" y="2296285"/>
          <a:ext cx="4152297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99">
                  <a:extLst>
                    <a:ext uri="{9D8B030D-6E8A-4147-A177-3AD203B41FA5}">
                      <a16:colId xmlns:a16="http://schemas.microsoft.com/office/drawing/2014/main" val="551750797"/>
                    </a:ext>
                  </a:extLst>
                </a:gridCol>
                <a:gridCol w="1384099">
                  <a:extLst>
                    <a:ext uri="{9D8B030D-6E8A-4147-A177-3AD203B41FA5}">
                      <a16:colId xmlns:a16="http://schemas.microsoft.com/office/drawing/2014/main" val="599172564"/>
                    </a:ext>
                  </a:extLst>
                </a:gridCol>
                <a:gridCol w="1384099">
                  <a:extLst>
                    <a:ext uri="{9D8B030D-6E8A-4147-A177-3AD203B41FA5}">
                      <a16:colId xmlns:a16="http://schemas.microsoft.com/office/drawing/2014/main" val="1756735713"/>
                    </a:ext>
                  </a:extLst>
                </a:gridCol>
              </a:tblGrid>
              <a:tr h="28655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Fraude real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é fraude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594110"/>
                  </a:ext>
                </a:extLst>
              </a:tr>
              <a:tr h="286552">
                <a:tc>
                  <a:txBody>
                    <a:bodyPr/>
                    <a:lstStyle/>
                    <a:p>
                      <a:r>
                        <a:rPr lang="pt-BR" b="1"/>
                        <a:t>Previu fraude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VP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FP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82758"/>
                  </a:ext>
                </a:extLst>
              </a:tr>
              <a:tr h="286552">
                <a:tc>
                  <a:txBody>
                    <a:bodyPr/>
                    <a:lstStyle/>
                    <a:p>
                      <a:r>
                        <a:rPr lang="pt-BR" b="1" dirty="0"/>
                        <a:t>Previu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559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69"/>
            <a:ext cx="9143999" cy="118196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26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4" y="-3980833"/>
            <a:ext cx="1182335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739"/>
            <a:ext cx="3227567" cy="1181596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3F3F15-1ED0-250F-2A7C-BDE72B7D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264870"/>
            <a:ext cx="5318475" cy="6739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pt-BR" sz="3200" dirty="0">
                <a:solidFill>
                  <a:srgbClr val="FFFFFF"/>
                </a:solidFill>
              </a:rPr>
              <a:t>Matriz de Confusão</a:t>
            </a:r>
            <a:endParaRPr lang="en-US" sz="3000" dirty="0">
              <a:solidFill>
                <a:srgbClr val="FFFFFF"/>
              </a:solidFill>
            </a:endParaRPr>
          </a:p>
        </p:txBody>
      </p:sp>
      <p:pic>
        <p:nvPicPr>
          <p:cNvPr id="5124" name="Picture 4" descr="Como saber se seu modelo de Machine Learning está funcionando mesmo | by  Paulo Vasconcellos | Paulo Vasconcellos — Cientista de Dados Brasileiro">
            <a:extLst>
              <a:ext uri="{FF2B5EF4-FFF2-40B4-BE49-F238E27FC236}">
                <a16:creationId xmlns:a16="http://schemas.microsoft.com/office/drawing/2014/main" id="{D2ECD86B-53F1-ECF3-DDF8-6B63CB2D0F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11" y="2278933"/>
            <a:ext cx="3848316" cy="171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Exemplo de matriz de confusão para classificadores binários ...">
            <a:extLst>
              <a:ext uri="{FF2B5EF4-FFF2-40B4-BE49-F238E27FC236}">
                <a16:creationId xmlns:a16="http://schemas.microsoft.com/office/drawing/2014/main" id="{60C8D115-06FD-D9F8-1BD4-236CEF6F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8873" y="2193677"/>
            <a:ext cx="3848316" cy="193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00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5FABC-AA6F-AC6E-BC31-3A8A2243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72BBA-1941-F3C4-C66E-68603C28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⚖️ Comparação entre Modelos</a:t>
            </a:r>
          </a:p>
        </p:txBody>
      </p:sp>
      <p:graphicFrame>
        <p:nvGraphicFramePr>
          <p:cNvPr id="17" name="Espaço Reservado para Conteúdo 6">
            <a:extLst>
              <a:ext uri="{FF2B5EF4-FFF2-40B4-BE49-F238E27FC236}">
                <a16:creationId xmlns:a16="http://schemas.microsoft.com/office/drawing/2014/main" id="{B87C16F4-286B-FAB4-8B05-E51DEE5A9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769788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11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EC96150-3AB2-49EC-87B7-A6861818F2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>
                                            <p:graphicEl>
                                              <a:dgm id="{2EC96150-3AB2-49EC-87B7-A6861818F2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0C31044-866B-40E9-82C1-F8401CB0E1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7">
                                            <p:graphicEl>
                                              <a:dgm id="{90C31044-866B-40E9-82C1-F8401CB0E1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B0098F7-BDF7-438B-93DD-0D1E0B5047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7">
                                            <p:graphicEl>
                                              <a:dgm id="{9B0098F7-BDF7-438B-93DD-0D1E0B5047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B83D8FE-BE9C-4806-ABE4-7D21A6D33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7">
                                            <p:graphicEl>
                                              <a:dgm id="{9B83D8FE-BE9C-4806-ABE4-7D21A6D33E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17C9E16-5FD1-4C17-88AD-D4BAD71AB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7">
                                            <p:graphicEl>
                                              <a:dgm id="{017C9E16-5FD1-4C17-88AD-D4BAD71AB1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2C5375D-6EA2-490F-ABB6-AFCBD357F6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7">
                                            <p:graphicEl>
                                              <a:dgm id="{32C5375D-6EA2-490F-ABB6-AFCBD357F6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533595D-061A-44E3-99FD-11554D852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>
                                            <p:graphicEl>
                                              <a:dgm id="{7533595D-061A-44E3-99FD-11554D8524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500BA98-E91B-4C3F-A77B-5133DAAB68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7">
                                            <p:graphicEl>
                                              <a:dgm id="{6500BA98-E91B-4C3F-A77B-5133DAAB68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552BD52-0E47-464E-8583-38D681B031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7">
                                            <p:graphicEl>
                                              <a:dgm id="{4552BD52-0E47-464E-8583-38D681B031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⚖️ Comparação entre Modelos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2EABA-09F7-D653-BA81-82FEA14A9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228218"/>
              </p:ext>
            </p:extLst>
          </p:nvPr>
        </p:nvGraphicFramePr>
        <p:xfrm>
          <a:off x="69273" y="1051200"/>
          <a:ext cx="8859982" cy="3950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FDBFA-3F5C-44DE-B0F9-B839BBC8B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B7EFDBFA-3F5C-44DE-B0F9-B839BBC8B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B7EFDBFA-3F5C-44DE-B0F9-B839BBC8B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34AD84-EAD7-4408-AEC5-16784CF03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0A34AD84-EAD7-4408-AEC5-16784CF03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0A34AD84-EAD7-4408-AEC5-16784CF03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4C48BA-8ACA-439C-BAF5-212CBC5BC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3D4C48BA-8ACA-439C-BAF5-212CBC5BC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3D4C48BA-8ACA-439C-BAF5-212CBC5BC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9693B0-9D62-4FA5-B074-14E119CE1F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129693B0-9D62-4FA5-B074-14E119CE1F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129693B0-9D62-4FA5-B074-14E119CE1F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6E819C-F9C5-4B93-A879-8D23B56A5C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4A6E819C-F9C5-4B93-A879-8D23B56A5C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4A6E819C-F9C5-4B93-A879-8D23B56A5C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E9ABD8-C92A-40D7-944A-0D96825D7E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D4E9ABD8-C92A-40D7-944A-0D96825D7E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D4E9ABD8-C92A-40D7-944A-0D96825D7E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8EF667-8B28-4104-99CB-E17A1F65B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718EF667-8B28-4104-99CB-E17A1F65B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718EF667-8B28-4104-99CB-E17A1F65B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BA30969-6D4C-4D32-AE89-AE92B3FC1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3BA30969-6D4C-4D32-AE89-AE92B3FC1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3BA30969-6D4C-4D32-AE89-AE92B3FC1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02B769-A14B-4A50-9FF9-C26E7ABB2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BF02B769-A14B-4A50-9FF9-C26E7ABB2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BF02B769-A14B-4A50-9FF9-C26E7ABB2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1900">
                <a:solidFill>
                  <a:srgbClr val="FFFFFF"/>
                </a:solidFill>
              </a:rPr>
              <a:t>📝 Atividade em grupo – Planejamento de Aplicação de Machine Learning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44BF879F-EF2C-F25F-5840-3B9717350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62035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62E6A277-7723-40E2-8053-336F5B8ECA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>
                                            <p:graphicEl>
                                              <a:dgm id="{62E6A277-7723-40E2-8053-336F5B8ECA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49B2FF50-7B23-4A93-B049-90C34DA249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>
                                            <p:graphicEl>
                                              <a:dgm id="{49B2FF50-7B23-4A93-B049-90C34DA249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4385D2E6-F19D-47B6-B8F8-31940AF6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>
                                            <p:graphicEl>
                                              <a:dgm id="{4385D2E6-F19D-47B6-B8F8-31940AF6CD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CD1A6B64-15D0-49D9-9FB6-88E27AA5F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4">
                                            <p:graphicEl>
                                              <a:dgm id="{CD1A6B64-15D0-49D9-9FB6-88E27AA5F7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4B75C91B-A680-4146-9221-4A0411C520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>
                                            <p:graphicEl>
                                              <a:dgm id="{4B75C91B-A680-4146-9221-4A0411C520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FDCF94EB-F5C8-441E-B384-567FE4B56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>
                                            <p:graphicEl>
                                              <a:dgm id="{FDCF94EB-F5C8-441E-B384-567FE4B566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5">
            <a:extLst>
              <a:ext uri="{FF2B5EF4-FFF2-40B4-BE49-F238E27FC236}">
                <a16:creationId xmlns:a16="http://schemas.microsoft.com/office/drawing/2014/main" id="{69684D67-FE79-8CA2-8C8D-72E401F604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5605" r="3063" b="2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31A0ECC-D115-D6EE-BEE4-0057AD13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lang="pt-BR" sz="2100" b="1" dirty="0"/>
              <a:t>🔍 O grupo deverá responder e organizar sua apresentação nos seguintes tópicos:</a:t>
            </a:r>
            <a:br>
              <a:rPr lang="pt-BR" sz="2100" b="1" dirty="0"/>
            </a:br>
            <a:endParaRPr lang="pt-BR" sz="2100" dirty="0"/>
          </a:p>
        </p:txBody>
      </p:sp>
      <p:graphicFrame>
        <p:nvGraphicFramePr>
          <p:cNvPr id="23" name="Espaço Reservado para Conteúdo 2">
            <a:extLst>
              <a:ext uri="{FF2B5EF4-FFF2-40B4-BE49-F238E27FC236}">
                <a16:creationId xmlns:a16="http://schemas.microsoft.com/office/drawing/2014/main" id="{93A92737-E5B7-90E5-947B-EB31CF9EF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725374"/>
              </p:ext>
            </p:extLst>
          </p:nvPr>
        </p:nvGraphicFramePr>
        <p:xfrm>
          <a:off x="628650" y="1347447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2963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7BF104C-42A2-4109-B10A-ACB3D5F498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graphicEl>
                                              <a:dgm id="{A7BF104C-42A2-4109-B10A-ACB3D5F498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05E8960-1274-47A4-8DC3-1B040E7EB8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graphicEl>
                                              <a:dgm id="{F05E8960-1274-47A4-8DC3-1B040E7EB8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F3BEED8-9836-4A7C-AD87-F32A1BB6B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graphicEl>
                                              <a:dgm id="{FF3BEED8-9836-4A7C-AD87-F32A1BB6B5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60F9EDBF-D95E-422D-891E-6FAF83DC9B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>
                                            <p:graphicEl>
                                              <a:dgm id="{60F9EDBF-D95E-422D-891E-6FAF83DC9B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1ED403EB-4664-4FBE-BD13-F211E281C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graphicEl>
                                              <a:dgm id="{1ED403EB-4664-4FBE-BD13-F211E281CC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85398A4-DF62-4E0B-A468-5C5E89F3B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">
                                            <p:graphicEl>
                                              <a:dgm id="{485398A4-DF62-4E0B-A468-5C5E89F3BB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CD2AD42-B2D8-485E-8F2F-02468FE9FF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graphicEl>
                                              <a:dgm id="{4CD2AD42-B2D8-485E-8F2F-02468FE9FF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F1FFC8C-4E85-41F3-9D50-6DE7090CE8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graphicEl>
                                              <a:dgm id="{FF1FFC8C-4E85-41F3-9D50-6DE7090CE8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83383C73-0CDB-44E3-8A20-76D490EB2A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graphicEl>
                                              <a:dgm id="{83383C73-0CDB-44E3-8A20-76D490EB2A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CAC9185-7348-422A-9FFD-CF078CEE7C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3">
                                            <p:graphicEl>
                                              <a:dgm id="{FCAC9185-7348-422A-9FFD-CF078CEE7C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E0FCCC5-270D-4204-B9AF-820DFAC4B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3">
                                            <p:graphicEl>
                                              <a:dgm id="{4E0FCCC5-270D-4204-B9AF-820DFAC4B1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396E975E-F1AE-4523-939F-B47808320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3">
                                            <p:graphicEl>
                                              <a:dgm id="{396E975E-F1AE-4523-939F-B47808320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Sub>
          <a:bldDgm bld="lvl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D689D6-7DEC-7D66-8C88-47271231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📤 </a:t>
            </a:r>
            <a:r>
              <a:rPr lang="pt-BR" sz="3000" b="1">
                <a:solidFill>
                  <a:srgbClr val="FFFFFF"/>
                </a:solidFill>
              </a:rPr>
              <a:t>Entrega:</a:t>
            </a:r>
            <a:endParaRPr lang="pt-BR" sz="3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305EA1A-B9DE-CF75-E8F7-607C76324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969397"/>
              </p:ext>
            </p:extLst>
          </p:nvPr>
        </p:nvGraphicFramePr>
        <p:xfrm>
          <a:off x="483042" y="1584434"/>
          <a:ext cx="8195871" cy="2315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21AF0AE4-AF14-EA3B-D5A2-A05A89626BAE}"/>
              </a:ext>
            </a:extLst>
          </p:cNvPr>
          <p:cNvSpPr txBox="1"/>
          <p:nvPr/>
        </p:nvSpPr>
        <p:spPr>
          <a:xfrm>
            <a:off x="1591342" y="4028015"/>
            <a:ext cx="6407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/>
              <a:t>💡 Dica:</a:t>
            </a:r>
          </a:p>
          <a:p>
            <a:r>
              <a:rPr lang="pt-BR" sz="1600" dirty="0"/>
              <a:t>Se ainda estiverem indecisos sobre o trabalho final, essa atividade pode servir como </a:t>
            </a:r>
            <a:r>
              <a:rPr lang="pt-BR" sz="1600" b="1" dirty="0"/>
              <a:t>inspiração para definir o tema e escopo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971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8818DA9-6FA1-4145-B798-43B63659FD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58818DA9-6FA1-4145-B798-43B63659FD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58818DA9-6FA1-4145-B798-43B63659FD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F5BBCA2-BC88-4A37-8E1C-5ADD3E37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FF5BBCA2-BC88-4A37-8E1C-5ADD3E37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FF5BBCA2-BC88-4A37-8E1C-5ADD3E37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8345C87-BE8F-4EBE-8D24-E22F1E960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D8345C87-BE8F-4EBE-8D24-E22F1E960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D8345C87-BE8F-4EBE-8D24-E22F1E960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CD95713-A64E-4D40-95BB-E970E9C86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CCD95713-A64E-4D40-95BB-E970E9C86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CCD95713-A64E-4D40-95BB-E970E9C86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ADCA1F7-1724-4674-9D87-5EB98EE5E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6ADCA1F7-1724-4674-9D87-5EB98EE5E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6ADCA1F7-1724-4674-9D87-5EB98EE5E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3732C21-AC5F-4405-8746-675A1C4DA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93732C21-AC5F-4405-8746-675A1C4DA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93732C21-AC5F-4405-8746-675A1C4DA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670219E0-4F3A-E21C-5BDE-08C79EAB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34DE2E-3D37-3E67-48F5-A09D44846E65}"/>
              </a:ext>
            </a:extLst>
          </p:cNvPr>
          <p:cNvSpPr/>
          <p:nvPr/>
        </p:nvSpPr>
        <p:spPr>
          <a:xfrm>
            <a:off x="1777268" y="2392507"/>
            <a:ext cx="635968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'Não é sobre substituir humanos. É sobre aumentar a capacidade humana com decisões baseadas em dados."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6144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💬 Fechamento – Reflexão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816261"/>
            <a:ext cx="3733183" cy="2729467"/>
          </a:xfrm>
        </p:spPr>
        <p:txBody>
          <a:bodyPr anchor="ctr">
            <a:normAutofit/>
          </a:bodyPr>
          <a:lstStyle/>
          <a:p>
            <a:r>
              <a:rPr lang="pt-BR" sz="1400" dirty="0">
                <a:solidFill>
                  <a:schemeClr val="tx2"/>
                </a:solidFill>
              </a:rPr>
              <a:t>"Você confiaria em uma decisão tomada por um algoritmo de Machine Learning? Por quê?"</a:t>
            </a:r>
          </a:p>
          <a:p>
            <a:pPr marL="0" indent="0">
              <a:buNone/>
            </a:pPr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5013950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Aquário">
            <a:extLst>
              <a:ext uri="{FF2B5EF4-FFF2-40B4-BE49-F238E27FC236}">
                <a16:creationId xmlns:a16="http://schemas.microsoft.com/office/drawing/2014/main" id="{E4B352A4-FA00-B30A-2CAF-DC2FE92D6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294" y="1221816"/>
            <a:ext cx="2715016" cy="2715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12335</TotalTime>
  <Words>1495</Words>
  <Application>Microsoft Office PowerPoint</Application>
  <PresentationFormat>Apresentação na tela (16:9)</PresentationFormat>
  <Paragraphs>184</Paragraphs>
  <Slides>34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Wingdings</vt:lpstr>
      <vt:lpstr>Arial</vt:lpstr>
      <vt:lpstr>Tahoma</vt:lpstr>
      <vt:lpstr>Aptos Display</vt:lpstr>
      <vt:lpstr>Calibri</vt:lpstr>
      <vt:lpstr>Aptos</vt:lpstr>
      <vt:lpstr>Tema do Office</vt:lpstr>
      <vt:lpstr>Fundamentos de Big Data</vt:lpstr>
      <vt:lpstr>Objetivo da aula</vt:lpstr>
      <vt:lpstr>Agenda</vt:lpstr>
      <vt:lpstr>Revisão: O que Vimos até o momento?</vt:lpstr>
      <vt:lpstr>🚀 Check-in – Apresentação dos Mini-desafios</vt:lpstr>
      <vt:lpstr>🔁 Revisão – O que vimos na Parte 1?</vt:lpstr>
      <vt:lpstr>O que é Machine Learning?</vt:lpstr>
      <vt:lpstr>🧠 O que é aprender?</vt:lpstr>
      <vt:lpstr>🤖 Inteligência e Aprendizado de Máquina</vt:lpstr>
      <vt:lpstr>📚 Tipos de Machine Learning</vt:lpstr>
      <vt:lpstr>Principais Ferramentas</vt:lpstr>
      <vt:lpstr>🔄 Pipeline de Machine Learning</vt:lpstr>
      <vt:lpstr>⚙️ Escolha do Algoritmo</vt:lpstr>
      <vt:lpstr>Apresentação do PowerPoint</vt:lpstr>
      <vt:lpstr>Apresentação do PowerPoint</vt:lpstr>
      <vt:lpstr>Apresentação do PowerPoint</vt:lpstr>
      <vt:lpstr>Exemplos de Modelos de Machine Learning</vt:lpstr>
      <vt:lpstr>🌍 Exemplos Reais de Machine Learning</vt:lpstr>
      <vt:lpstr>📊 Avaliação de Modelos de ML</vt:lpstr>
      <vt:lpstr>📏 Principais Métricas de Avaliação</vt:lpstr>
      <vt:lpstr>🧮 Matriz de Confusão</vt:lpstr>
      <vt:lpstr>Matriz de Confusão</vt:lpstr>
      <vt:lpstr>⚖️ Comparação entre Modelos</vt:lpstr>
      <vt:lpstr>⚖️ Comparação entre Modelos</vt:lpstr>
      <vt:lpstr>📝 Atividade em grupo – Planejamento de Aplicação de Machine Learning</vt:lpstr>
      <vt:lpstr>🔍 O grupo deverá responder e organizar sua apresentação nos seguintes tópicos: </vt:lpstr>
      <vt:lpstr>📤 Entrega:</vt:lpstr>
      <vt:lpstr>Apresentação do PowerPoint</vt:lpstr>
      <vt:lpstr>💬 Fechamento – Reflexão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16</cp:revision>
  <dcterms:modified xsi:type="dcterms:W3CDTF">2025-03-28T02:01:13Z</dcterms:modified>
</cp:coreProperties>
</file>