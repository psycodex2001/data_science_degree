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0"/>
  </p:notesMasterIdLst>
  <p:sldIdLst>
    <p:sldId id="256" r:id="rId2"/>
    <p:sldId id="301" r:id="rId3"/>
    <p:sldId id="319" r:id="rId4"/>
    <p:sldId id="318" r:id="rId5"/>
    <p:sldId id="257" r:id="rId6"/>
    <p:sldId id="330" r:id="rId7"/>
    <p:sldId id="329" r:id="rId8"/>
    <p:sldId id="260" r:id="rId9"/>
    <p:sldId id="303" r:id="rId10"/>
    <p:sldId id="304" r:id="rId11"/>
    <p:sldId id="321" r:id="rId12"/>
    <p:sldId id="306" r:id="rId13"/>
    <p:sldId id="320" r:id="rId14"/>
    <p:sldId id="322" r:id="rId15"/>
    <p:sldId id="324" r:id="rId16"/>
    <p:sldId id="326" r:id="rId17"/>
    <p:sldId id="327" r:id="rId18"/>
    <p:sldId id="328" r:id="rId19"/>
    <p:sldId id="313" r:id="rId20"/>
    <p:sldId id="316" r:id="rId21"/>
    <p:sldId id="314" r:id="rId22"/>
    <p:sldId id="307" r:id="rId23"/>
    <p:sldId id="311" r:id="rId24"/>
    <p:sldId id="298" r:id="rId25"/>
    <p:sldId id="302" r:id="rId26"/>
    <p:sldId id="300" r:id="rId27"/>
    <p:sldId id="299" r:id="rId28"/>
    <p:sldId id="259" r:id="rId29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31"/>
      <p:bold r:id="rId3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5ACD27-E54B-42BB-B386-BA78ABF3A9AE}" v="61" dt="2025-02-11T11:26:41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Pedro Calistro Torres de Miranda" userId="82558bf5-0a7c-4071-b398-5925c96dbeb2" providerId="ADAL" clId="{4F5ACD27-E54B-42BB-B386-BA78ABF3A9AE}"/>
    <pc:docChg chg="undo redo custSel addSld delSld modSld">
      <pc:chgData name="José Pedro Calistro Torres de Miranda" userId="82558bf5-0a7c-4071-b398-5925c96dbeb2" providerId="ADAL" clId="{4F5ACD27-E54B-42BB-B386-BA78ABF3A9AE}" dt="2025-02-11T11:26:41.801" v="148" actId="16803"/>
      <pc:docMkLst>
        <pc:docMk/>
      </pc:docMkLst>
      <pc:sldChg chg="modSp mod">
        <pc:chgData name="José Pedro Calistro Torres de Miranda" userId="82558bf5-0a7c-4071-b398-5925c96dbeb2" providerId="ADAL" clId="{4F5ACD27-E54B-42BB-B386-BA78ABF3A9AE}" dt="2025-02-11T01:38:09.139" v="20" actId="20577"/>
        <pc:sldMkLst>
          <pc:docMk/>
          <pc:sldMk cId="0" sldId="256"/>
        </pc:sldMkLst>
        <pc:spChg chg="mod">
          <ac:chgData name="José Pedro Calistro Torres de Miranda" userId="82558bf5-0a7c-4071-b398-5925c96dbeb2" providerId="ADAL" clId="{4F5ACD27-E54B-42BB-B386-BA78ABF3A9AE}" dt="2025-02-11T01:38:09.139" v="20" actId="20577"/>
          <ac:spMkLst>
            <pc:docMk/>
            <pc:sldMk cId="0" sldId="256"/>
            <ac:spMk id="3" creationId="{AC9CFFF4-3552-E7DE-922C-18A8A9015A74}"/>
          </ac:spMkLst>
        </pc:spChg>
      </pc:sldChg>
      <pc:sldChg chg="addSp delSp modSp mod">
        <pc:chgData name="José Pedro Calistro Torres de Miranda" userId="82558bf5-0a7c-4071-b398-5925c96dbeb2" providerId="ADAL" clId="{4F5ACD27-E54B-42BB-B386-BA78ABF3A9AE}" dt="2025-02-11T01:50:19.506" v="61"/>
        <pc:sldMkLst>
          <pc:docMk/>
          <pc:sldMk cId="0" sldId="257"/>
        </pc:sldMkLst>
        <pc:spChg chg="mod">
          <ac:chgData name="José Pedro Calistro Torres de Miranda" userId="82558bf5-0a7c-4071-b398-5925c96dbeb2" providerId="ADAL" clId="{4F5ACD27-E54B-42BB-B386-BA78ABF3A9AE}" dt="2025-02-11T01:50:19.506" v="61"/>
          <ac:spMkLst>
            <pc:docMk/>
            <pc:sldMk cId="0" sldId="257"/>
            <ac:spMk id="3" creationId="{1670D46C-7451-0E0A-D8E8-B3065E92D48C}"/>
          </ac:spMkLst>
        </pc:spChg>
        <pc:picChg chg="add del">
          <ac:chgData name="José Pedro Calistro Torres de Miranda" userId="82558bf5-0a7c-4071-b398-5925c96dbeb2" providerId="ADAL" clId="{4F5ACD27-E54B-42BB-B386-BA78ABF3A9AE}" dt="2025-02-11T01:40:54.332" v="29" actId="21"/>
          <ac:picMkLst>
            <pc:docMk/>
            <pc:sldMk cId="0" sldId="257"/>
            <ac:picMk id="4" creationId="{1004ED5A-EAB3-CB2D-6D8E-01D7DA41ED6A}"/>
          </ac:picMkLst>
        </pc:picChg>
        <pc:picChg chg="mod">
          <ac:chgData name="José Pedro Calistro Torres de Miranda" userId="82558bf5-0a7c-4071-b398-5925c96dbeb2" providerId="ADAL" clId="{4F5ACD27-E54B-42BB-B386-BA78ABF3A9AE}" dt="2025-02-11T01:40:59.901" v="30" actId="14826"/>
          <ac:picMkLst>
            <pc:docMk/>
            <pc:sldMk cId="0" sldId="257"/>
            <ac:picMk id="5" creationId="{4B1C8D28-E9E0-57C0-DAEA-3B63A3FDA646}"/>
          </ac:picMkLst>
        </pc:picChg>
        <pc:picChg chg="mod">
          <ac:chgData name="José Pedro Calistro Torres de Miranda" userId="82558bf5-0a7c-4071-b398-5925c96dbeb2" providerId="ADAL" clId="{4F5ACD27-E54B-42BB-B386-BA78ABF3A9AE}" dt="2025-02-11T01:40:09.888" v="27" actId="14826"/>
          <ac:picMkLst>
            <pc:docMk/>
            <pc:sldMk cId="0" sldId="257"/>
            <ac:picMk id="1026" creationId="{4158C8F3-9939-E8D5-EA21-50F2EED7FD32}"/>
          </ac:picMkLst>
        </pc:picChg>
      </pc:sldChg>
      <pc:sldChg chg="addSp delSp modSp mod delAnim">
        <pc:chgData name="José Pedro Calistro Torres de Miranda" userId="82558bf5-0a7c-4071-b398-5925c96dbeb2" providerId="ADAL" clId="{4F5ACD27-E54B-42BB-B386-BA78ABF3A9AE}" dt="2025-02-11T01:54:13.816" v="93"/>
        <pc:sldMkLst>
          <pc:docMk/>
          <pc:sldMk cId="197196880" sldId="260"/>
        </pc:sldMkLst>
        <pc:graphicFrameChg chg="del">
          <ac:chgData name="José Pedro Calistro Torres de Miranda" userId="82558bf5-0a7c-4071-b398-5925c96dbeb2" providerId="ADAL" clId="{4F5ACD27-E54B-42BB-B386-BA78ABF3A9AE}" dt="2025-02-11T01:54:12.452" v="92" actId="478"/>
          <ac:graphicFrameMkLst>
            <pc:docMk/>
            <pc:sldMk cId="197196880" sldId="260"/>
            <ac:graphicFrameMk id="4" creationId="{5D94F033-0B5F-60D7-EE39-A7B1BFC51A8F}"/>
          </ac:graphicFrameMkLst>
        </pc:graphicFrameChg>
        <pc:graphicFrameChg chg="add mod">
          <ac:chgData name="José Pedro Calistro Torres de Miranda" userId="82558bf5-0a7c-4071-b398-5925c96dbeb2" providerId="ADAL" clId="{4F5ACD27-E54B-42BB-B386-BA78ABF3A9AE}" dt="2025-02-11T01:54:13.816" v="93"/>
          <ac:graphicFrameMkLst>
            <pc:docMk/>
            <pc:sldMk cId="197196880" sldId="260"/>
            <ac:graphicFrameMk id="5" creationId="{B015CD03-A492-DE7A-51BD-F7B126787068}"/>
          </ac:graphicFrameMkLst>
        </pc:graphicFrameChg>
      </pc:sldChg>
      <pc:sldChg chg="addSp delSp modSp mod delAnim modAnim">
        <pc:chgData name="José Pedro Calistro Torres de Miranda" userId="82558bf5-0a7c-4071-b398-5925c96dbeb2" providerId="ADAL" clId="{4F5ACD27-E54B-42BB-B386-BA78ABF3A9AE}" dt="2025-02-11T02:06:39.678" v="141"/>
        <pc:sldMkLst>
          <pc:docMk/>
          <pc:sldMk cId="3788279868" sldId="306"/>
        </pc:sldMkLst>
        <pc:graphicFrameChg chg="add mod">
          <ac:chgData name="José Pedro Calistro Torres de Miranda" userId="82558bf5-0a7c-4071-b398-5925c96dbeb2" providerId="ADAL" clId="{4F5ACD27-E54B-42BB-B386-BA78ABF3A9AE}" dt="2025-02-11T02:06:23.980" v="139"/>
          <ac:graphicFrameMkLst>
            <pc:docMk/>
            <pc:sldMk cId="3788279868" sldId="306"/>
            <ac:graphicFrameMk id="3" creationId="{D1A88A32-F4EC-BCB0-6BCE-B4E75734ECB5}"/>
          </ac:graphicFrameMkLst>
        </pc:graphicFrameChg>
        <pc:graphicFrameChg chg="del mod">
          <ac:chgData name="José Pedro Calistro Torres de Miranda" userId="82558bf5-0a7c-4071-b398-5925c96dbeb2" providerId="ADAL" clId="{4F5ACD27-E54B-42BB-B386-BA78ABF3A9AE}" dt="2025-02-11T02:06:21.426" v="138" actId="478"/>
          <ac:graphicFrameMkLst>
            <pc:docMk/>
            <pc:sldMk cId="3788279868" sldId="306"/>
            <ac:graphicFrameMk id="4" creationId="{23B6C899-4C48-FC59-CC44-DE8AF97CA6AA}"/>
          </ac:graphicFrameMkLst>
        </pc:graphicFrameChg>
      </pc:sldChg>
      <pc:sldChg chg="modSp">
        <pc:chgData name="José Pedro Calistro Torres de Miranda" userId="82558bf5-0a7c-4071-b398-5925c96dbeb2" providerId="ADAL" clId="{4F5ACD27-E54B-42BB-B386-BA78ABF3A9AE}" dt="2025-02-11T11:26:41.801" v="148" actId="16803"/>
        <pc:sldMkLst>
          <pc:docMk/>
          <pc:sldMk cId="1498373291" sldId="318"/>
        </pc:sldMkLst>
        <pc:graphicFrameChg chg="mod">
          <ac:chgData name="José Pedro Calistro Torres de Miranda" userId="82558bf5-0a7c-4071-b398-5925c96dbeb2" providerId="ADAL" clId="{4F5ACD27-E54B-42BB-B386-BA78ABF3A9AE}" dt="2025-02-11T11:26:41.801" v="148" actId="16803"/>
          <ac:graphicFrameMkLst>
            <pc:docMk/>
            <pc:sldMk cId="1498373291" sldId="318"/>
            <ac:graphicFrameMk id="5" creationId="{279CDFBD-5D8A-9406-6B71-4A769513E76E}"/>
          </ac:graphicFrameMkLst>
        </pc:graphicFrameChg>
      </pc:sldChg>
      <pc:sldChg chg="modSp">
        <pc:chgData name="José Pedro Calistro Torres de Miranda" userId="82558bf5-0a7c-4071-b398-5925c96dbeb2" providerId="ADAL" clId="{4F5ACD27-E54B-42BB-B386-BA78ABF3A9AE}" dt="2025-02-11T01:56:46.479" v="108" actId="20577"/>
        <pc:sldMkLst>
          <pc:docMk/>
          <pc:sldMk cId="456016944" sldId="328"/>
        </pc:sldMkLst>
        <pc:graphicFrameChg chg="mod">
          <ac:chgData name="José Pedro Calistro Torres de Miranda" userId="82558bf5-0a7c-4071-b398-5925c96dbeb2" providerId="ADAL" clId="{4F5ACD27-E54B-42BB-B386-BA78ABF3A9AE}" dt="2025-02-11T01:56:46.479" v="108" actId="20577"/>
          <ac:graphicFrameMkLst>
            <pc:docMk/>
            <pc:sldMk cId="456016944" sldId="328"/>
            <ac:graphicFrameMk id="5" creationId="{A53432CF-0512-7361-075B-8844AFDEA37A}"/>
          </ac:graphicFrameMkLst>
        </pc:graphicFrameChg>
      </pc:sldChg>
      <pc:sldChg chg="addSp delSp modSp mod">
        <pc:chgData name="José Pedro Calistro Torres de Miranda" userId="82558bf5-0a7c-4071-b398-5925c96dbeb2" providerId="ADAL" clId="{4F5ACD27-E54B-42BB-B386-BA78ABF3A9AE}" dt="2025-02-11T01:39:57.732" v="26" actId="21"/>
        <pc:sldMkLst>
          <pc:docMk/>
          <pc:sldMk cId="1561869914" sldId="330"/>
        </pc:sldMkLst>
        <pc:spChg chg="del">
          <ac:chgData name="José Pedro Calistro Torres de Miranda" userId="82558bf5-0a7c-4071-b398-5925c96dbeb2" providerId="ADAL" clId="{4F5ACD27-E54B-42BB-B386-BA78ABF3A9AE}" dt="2025-02-11T01:39:53.951" v="23"/>
          <ac:spMkLst>
            <pc:docMk/>
            <pc:sldMk cId="1561869914" sldId="330"/>
            <ac:spMk id="3" creationId="{B647FD27-ED03-88C4-376D-B60C8F399439}"/>
          </ac:spMkLst>
        </pc:spChg>
        <pc:spChg chg="add mod">
          <ac:chgData name="José Pedro Calistro Torres de Miranda" userId="82558bf5-0a7c-4071-b398-5925c96dbeb2" providerId="ADAL" clId="{4F5ACD27-E54B-42BB-B386-BA78ABF3A9AE}" dt="2025-02-11T01:39:57.732" v="26" actId="21"/>
          <ac:spMkLst>
            <pc:docMk/>
            <pc:sldMk cId="1561869914" sldId="330"/>
            <ac:spMk id="8" creationId="{EB94E69A-FFA2-E7A1-51D6-314442D455CD}"/>
          </ac:spMkLst>
        </pc:spChg>
        <pc:picChg chg="add del mod">
          <ac:chgData name="José Pedro Calistro Torres de Miranda" userId="82558bf5-0a7c-4071-b398-5925c96dbeb2" providerId="ADAL" clId="{4F5ACD27-E54B-42BB-B386-BA78ABF3A9AE}" dt="2025-02-11T01:39:57.732" v="26" actId="21"/>
          <ac:picMkLst>
            <pc:docMk/>
            <pc:sldMk cId="1561869914" sldId="330"/>
            <ac:picMk id="6" creationId="{2F556730-5E66-0B76-3A87-FDEA160281FF}"/>
          </ac:picMkLst>
        </pc:picChg>
      </pc:sldChg>
      <pc:sldChg chg="new del">
        <pc:chgData name="José Pedro Calistro Torres de Miranda" userId="82558bf5-0a7c-4071-b398-5925c96dbeb2" providerId="ADAL" clId="{4F5ACD27-E54B-42BB-B386-BA78ABF3A9AE}" dt="2025-02-11T01:39:31.545" v="22" actId="47"/>
        <pc:sldMkLst>
          <pc:docMk/>
          <pc:sldMk cId="966543424" sldId="331"/>
        </pc:sldMkLst>
      </pc:sldChg>
      <pc:sldChg chg="addSp delSp modSp new del mod">
        <pc:chgData name="José Pedro Calistro Torres de Miranda" userId="82558bf5-0a7c-4071-b398-5925c96dbeb2" providerId="ADAL" clId="{4F5ACD27-E54B-42BB-B386-BA78ABF3A9AE}" dt="2025-02-11T02:06:45.810" v="142" actId="47"/>
        <pc:sldMkLst>
          <pc:docMk/>
          <pc:sldMk cId="3354494721" sldId="331"/>
        </pc:sldMkLst>
        <pc:spChg chg="del">
          <ac:chgData name="José Pedro Calistro Torres de Miranda" userId="82558bf5-0a7c-4071-b398-5925c96dbeb2" providerId="ADAL" clId="{4F5ACD27-E54B-42BB-B386-BA78ABF3A9AE}" dt="2025-02-11T02:04:01.882" v="110"/>
          <ac:spMkLst>
            <pc:docMk/>
            <pc:sldMk cId="3354494721" sldId="331"/>
            <ac:spMk id="3" creationId="{6FB48F05-F740-FE9A-0968-1DD23D752BD9}"/>
          </ac:spMkLst>
        </pc:spChg>
        <pc:graphicFrameChg chg="add mod modGraphic">
          <ac:chgData name="José Pedro Calistro Torres de Miranda" userId="82558bf5-0a7c-4071-b398-5925c96dbeb2" providerId="ADAL" clId="{4F5ACD27-E54B-42BB-B386-BA78ABF3A9AE}" dt="2025-02-11T02:04:45.559" v="117" actId="14100"/>
          <ac:graphicFrameMkLst>
            <pc:docMk/>
            <pc:sldMk cId="3354494721" sldId="331"/>
            <ac:graphicFrameMk id="4" creationId="{FF30BF37-917B-9C53-16E4-0F85FD559037}"/>
          </ac:graphicFrameMkLst>
        </pc:graphicFrameChg>
      </pc:sldChg>
      <pc:sldChg chg="addSp delSp modSp new del mod">
        <pc:chgData name="José Pedro Calistro Torres de Miranda" userId="82558bf5-0a7c-4071-b398-5925c96dbeb2" providerId="ADAL" clId="{4F5ACD27-E54B-42BB-B386-BA78ABF3A9AE}" dt="2025-02-11T01:54:17.238" v="94" actId="47"/>
        <pc:sldMkLst>
          <pc:docMk/>
          <pc:sldMk cId="3472646237" sldId="331"/>
        </pc:sldMkLst>
        <pc:spChg chg="del mod">
          <ac:chgData name="José Pedro Calistro Torres de Miranda" userId="82558bf5-0a7c-4071-b398-5925c96dbeb2" providerId="ADAL" clId="{4F5ACD27-E54B-42BB-B386-BA78ABF3A9AE}" dt="2025-02-11T01:53:54.460" v="90" actId="26606"/>
          <ac:spMkLst>
            <pc:docMk/>
            <pc:sldMk cId="3472646237" sldId="331"/>
            <ac:spMk id="3" creationId="{70AA79CC-F938-1B91-B40C-4BD221298477}"/>
          </ac:spMkLst>
        </pc:spChg>
        <pc:spChg chg="add mod">
          <ac:chgData name="José Pedro Calistro Torres de Miranda" userId="82558bf5-0a7c-4071-b398-5925c96dbeb2" providerId="ADAL" clId="{4F5ACD27-E54B-42BB-B386-BA78ABF3A9AE}" dt="2025-02-11T01:54:00.215" v="91" actId="21"/>
          <ac:spMkLst>
            <pc:docMk/>
            <pc:sldMk cId="3472646237" sldId="331"/>
            <ac:spMk id="6" creationId="{EC9702E3-6A7B-6B9C-066B-72A7AEB8168C}"/>
          </ac:spMkLst>
        </pc:spChg>
        <pc:graphicFrameChg chg="add del">
          <ac:chgData name="José Pedro Calistro Torres de Miranda" userId="82558bf5-0a7c-4071-b398-5925c96dbeb2" providerId="ADAL" clId="{4F5ACD27-E54B-42BB-B386-BA78ABF3A9AE}" dt="2025-02-11T01:54:00.215" v="91" actId="21"/>
          <ac:graphicFrameMkLst>
            <pc:docMk/>
            <pc:sldMk cId="3472646237" sldId="331"/>
            <ac:graphicFrameMk id="5" creationId="{B015CD03-A492-DE7A-51BD-F7B126787068}"/>
          </ac:graphicFrameMkLst>
        </pc:graphicFrameChg>
      </pc:sldChg>
      <pc:sldChg chg="add del">
        <pc:chgData name="José Pedro Calistro Torres de Miranda" userId="82558bf5-0a7c-4071-b398-5925c96dbeb2" providerId="ADAL" clId="{4F5ACD27-E54B-42BB-B386-BA78ABF3A9AE}" dt="2025-02-11T02:06:49.191" v="143" actId="47"/>
        <pc:sldMkLst>
          <pc:docMk/>
          <pc:sldMk cId="3845966957" sldId="332"/>
        </pc:sldMkLst>
      </pc:sldChg>
      <pc:sldChg chg="addSp delSp modSp new del mod setBg">
        <pc:chgData name="José Pedro Calistro Torres de Miranda" userId="82558bf5-0a7c-4071-b398-5925c96dbeb2" providerId="ADAL" clId="{4F5ACD27-E54B-42BB-B386-BA78ABF3A9AE}" dt="2025-02-11T02:06:52.287" v="144" actId="47"/>
        <pc:sldMkLst>
          <pc:docMk/>
          <pc:sldMk cId="460235417" sldId="333"/>
        </pc:sldMkLst>
        <pc:spChg chg="mod">
          <ac:chgData name="José Pedro Calistro Torres de Miranda" userId="82558bf5-0a7c-4071-b398-5925c96dbeb2" providerId="ADAL" clId="{4F5ACD27-E54B-42BB-B386-BA78ABF3A9AE}" dt="2025-02-11T02:06:13.983" v="136" actId="26606"/>
          <ac:spMkLst>
            <pc:docMk/>
            <pc:sldMk cId="460235417" sldId="333"/>
            <ac:spMk id="2" creationId="{FE33B4BD-E503-05C6-78F5-9AD5366AD852}"/>
          </ac:spMkLst>
        </pc:spChg>
        <pc:spChg chg="add del mod">
          <ac:chgData name="José Pedro Calistro Torres de Miranda" userId="82558bf5-0a7c-4071-b398-5925c96dbeb2" providerId="ADAL" clId="{4F5ACD27-E54B-42BB-B386-BA78ABF3A9AE}" dt="2025-02-11T02:06:13.992" v="137" actId="26606"/>
          <ac:spMkLst>
            <pc:docMk/>
            <pc:sldMk cId="460235417" sldId="333"/>
            <ac:spMk id="3" creationId="{C3B90DCA-3175-4F6D-4DA1-C4607AA69F1F}"/>
          </ac:spMkLst>
        </pc:spChg>
        <pc:spChg chg="add del">
          <ac:chgData name="José Pedro Calistro Torres de Miranda" userId="82558bf5-0a7c-4071-b398-5925c96dbeb2" providerId="ADAL" clId="{4F5ACD27-E54B-42BB-B386-BA78ABF3A9AE}" dt="2025-02-11T02:06:13.983" v="136" actId="26606"/>
          <ac:spMkLst>
            <pc:docMk/>
            <pc:sldMk cId="460235417" sldId="333"/>
            <ac:spMk id="9" creationId="{BACC6370-2D7E-4714-9D71-7542949D7D5D}"/>
          </ac:spMkLst>
        </pc:spChg>
        <pc:spChg chg="add del">
          <ac:chgData name="José Pedro Calistro Torres de Miranda" userId="82558bf5-0a7c-4071-b398-5925c96dbeb2" providerId="ADAL" clId="{4F5ACD27-E54B-42BB-B386-BA78ABF3A9AE}" dt="2025-02-11T02:06:13.983" v="136" actId="26606"/>
          <ac:spMkLst>
            <pc:docMk/>
            <pc:sldMk cId="460235417" sldId="333"/>
            <ac:spMk id="11" creationId="{256B2C21-A230-48C0-8DF1-C46611373C44}"/>
          </ac:spMkLst>
        </pc:spChg>
        <pc:spChg chg="add del">
          <ac:chgData name="José Pedro Calistro Torres de Miranda" userId="82558bf5-0a7c-4071-b398-5925c96dbeb2" providerId="ADAL" clId="{4F5ACD27-E54B-42BB-B386-BA78ABF3A9AE}" dt="2025-02-11T02:06:13.983" v="136" actId="26606"/>
          <ac:spMkLst>
            <pc:docMk/>
            <pc:sldMk cId="460235417" sldId="333"/>
            <ac:spMk id="13" creationId="{3847E18C-932D-4C95-AABA-FEC7C9499AD7}"/>
          </ac:spMkLst>
        </pc:spChg>
        <pc:spChg chg="add del">
          <ac:chgData name="José Pedro Calistro Torres de Miranda" userId="82558bf5-0a7c-4071-b398-5925c96dbeb2" providerId="ADAL" clId="{4F5ACD27-E54B-42BB-B386-BA78ABF3A9AE}" dt="2025-02-11T02:06:13.983" v="136" actId="26606"/>
          <ac:spMkLst>
            <pc:docMk/>
            <pc:sldMk cId="460235417" sldId="333"/>
            <ac:spMk id="15" creationId="{3150CB11-0C61-439E-910F-5787759E72A0}"/>
          </ac:spMkLst>
        </pc:spChg>
        <pc:spChg chg="add del">
          <ac:chgData name="José Pedro Calistro Torres de Miranda" userId="82558bf5-0a7c-4071-b398-5925c96dbeb2" providerId="ADAL" clId="{4F5ACD27-E54B-42BB-B386-BA78ABF3A9AE}" dt="2025-02-11T02:06:13.983" v="136" actId="26606"/>
          <ac:spMkLst>
            <pc:docMk/>
            <pc:sldMk cId="460235417" sldId="333"/>
            <ac:spMk id="17" creationId="{43F8A58B-5155-44CE-A5FF-7647B47D0A7A}"/>
          </ac:spMkLst>
        </pc:spChg>
        <pc:spChg chg="add del">
          <ac:chgData name="José Pedro Calistro Torres de Miranda" userId="82558bf5-0a7c-4071-b398-5925c96dbeb2" providerId="ADAL" clId="{4F5ACD27-E54B-42BB-B386-BA78ABF3A9AE}" dt="2025-02-11T02:06:13.983" v="136" actId="26606"/>
          <ac:spMkLst>
            <pc:docMk/>
            <pc:sldMk cId="460235417" sldId="333"/>
            <ac:spMk id="19" creationId="{443F2ACA-E6D6-4028-82DD-F03C262D5DE6}"/>
          </ac:spMkLst>
        </pc:spChg>
        <pc:graphicFrameChg chg="add del">
          <ac:chgData name="José Pedro Calistro Torres de Miranda" userId="82558bf5-0a7c-4071-b398-5925c96dbeb2" providerId="ADAL" clId="{4F5ACD27-E54B-42BB-B386-BA78ABF3A9AE}" dt="2025-02-11T02:06:13.983" v="136" actId="26606"/>
          <ac:graphicFrameMkLst>
            <pc:docMk/>
            <pc:sldMk cId="460235417" sldId="333"/>
            <ac:graphicFrameMk id="5" creationId="{ECD44518-B128-69DD-97F1-0CD5387BE56E}"/>
          </ac:graphicFrameMkLst>
        </pc:graphicFrameChg>
        <pc:graphicFrameChg chg="add">
          <ac:chgData name="José Pedro Calistro Torres de Miranda" userId="82558bf5-0a7c-4071-b398-5925c96dbeb2" providerId="ADAL" clId="{4F5ACD27-E54B-42BB-B386-BA78ABF3A9AE}" dt="2025-02-11T02:06:13.992" v="137" actId="26606"/>
          <ac:graphicFrameMkLst>
            <pc:docMk/>
            <pc:sldMk cId="460235417" sldId="333"/>
            <ac:graphicFrameMk id="21" creationId="{98ED7E34-A61E-15D5-2762-5B657E828F2C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2" Type="http://schemas.openxmlformats.org/officeDocument/2006/relationships/image" Target="../media/image51.svg"/><Relationship Id="rId16" Type="http://schemas.openxmlformats.org/officeDocument/2006/relationships/image" Target="../media/image65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Relationship Id="rId14" Type="http://schemas.openxmlformats.org/officeDocument/2006/relationships/image" Target="../media/image63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61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77.png"/><Relationship Id="rId3" Type="http://schemas.openxmlformats.org/officeDocument/2006/relationships/image" Target="../media/image71.png"/><Relationship Id="rId7" Type="http://schemas.openxmlformats.org/officeDocument/2006/relationships/image" Target="../media/image42.png"/><Relationship Id="rId12" Type="http://schemas.openxmlformats.org/officeDocument/2006/relationships/image" Target="../media/image76.svg"/><Relationship Id="rId2" Type="http://schemas.openxmlformats.org/officeDocument/2006/relationships/image" Target="../media/image70.svg"/><Relationship Id="rId16" Type="http://schemas.openxmlformats.org/officeDocument/2006/relationships/image" Target="../media/image80.svg"/><Relationship Id="rId1" Type="http://schemas.openxmlformats.org/officeDocument/2006/relationships/image" Target="../media/image69.png"/><Relationship Id="rId6" Type="http://schemas.openxmlformats.org/officeDocument/2006/relationships/image" Target="../media/image63.svg"/><Relationship Id="rId11" Type="http://schemas.openxmlformats.org/officeDocument/2006/relationships/image" Target="../media/image75.png"/><Relationship Id="rId5" Type="http://schemas.openxmlformats.org/officeDocument/2006/relationships/image" Target="../media/image62.png"/><Relationship Id="rId15" Type="http://schemas.openxmlformats.org/officeDocument/2006/relationships/image" Target="../media/image79.png"/><Relationship Id="rId10" Type="http://schemas.openxmlformats.org/officeDocument/2006/relationships/image" Target="../media/image74.svg"/><Relationship Id="rId4" Type="http://schemas.openxmlformats.org/officeDocument/2006/relationships/image" Target="../media/image72.svg"/><Relationship Id="rId9" Type="http://schemas.openxmlformats.org/officeDocument/2006/relationships/image" Target="../media/image73.png"/><Relationship Id="rId14" Type="http://schemas.openxmlformats.org/officeDocument/2006/relationships/image" Target="../media/image7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2" Type="http://schemas.openxmlformats.org/officeDocument/2006/relationships/image" Target="../media/image51.svg"/><Relationship Id="rId16" Type="http://schemas.openxmlformats.org/officeDocument/2006/relationships/image" Target="../media/image65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Relationship Id="rId14" Type="http://schemas.openxmlformats.org/officeDocument/2006/relationships/image" Target="../media/image63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61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77.png"/><Relationship Id="rId3" Type="http://schemas.openxmlformats.org/officeDocument/2006/relationships/image" Target="../media/image71.png"/><Relationship Id="rId7" Type="http://schemas.openxmlformats.org/officeDocument/2006/relationships/image" Target="../media/image42.png"/><Relationship Id="rId12" Type="http://schemas.openxmlformats.org/officeDocument/2006/relationships/image" Target="../media/image76.svg"/><Relationship Id="rId2" Type="http://schemas.openxmlformats.org/officeDocument/2006/relationships/image" Target="../media/image70.svg"/><Relationship Id="rId16" Type="http://schemas.openxmlformats.org/officeDocument/2006/relationships/image" Target="../media/image80.svg"/><Relationship Id="rId1" Type="http://schemas.openxmlformats.org/officeDocument/2006/relationships/image" Target="../media/image69.png"/><Relationship Id="rId6" Type="http://schemas.openxmlformats.org/officeDocument/2006/relationships/image" Target="../media/image63.svg"/><Relationship Id="rId11" Type="http://schemas.openxmlformats.org/officeDocument/2006/relationships/image" Target="../media/image75.png"/><Relationship Id="rId5" Type="http://schemas.openxmlformats.org/officeDocument/2006/relationships/image" Target="../media/image62.png"/><Relationship Id="rId15" Type="http://schemas.openxmlformats.org/officeDocument/2006/relationships/image" Target="../media/image79.png"/><Relationship Id="rId10" Type="http://schemas.openxmlformats.org/officeDocument/2006/relationships/image" Target="../media/image74.svg"/><Relationship Id="rId4" Type="http://schemas.openxmlformats.org/officeDocument/2006/relationships/image" Target="../media/image72.svg"/><Relationship Id="rId9" Type="http://schemas.openxmlformats.org/officeDocument/2006/relationships/image" Target="../media/image73.png"/><Relationship Id="rId14" Type="http://schemas.openxmlformats.org/officeDocument/2006/relationships/image" Target="../media/image7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AA3517-3691-4938-A722-676E3933958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A79114-2AB3-443D-BBF5-7B9BB165105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Ementa;</a:t>
          </a:r>
          <a:endParaRPr lang="en-US" dirty="0"/>
        </a:p>
      </dgm:t>
    </dgm:pt>
    <dgm:pt modelId="{A2863955-C692-45E2-A674-118B6DA54E30}" type="parTrans" cxnId="{799E35DB-8760-4EF4-82B8-F2DBCB6DF591}">
      <dgm:prSet/>
      <dgm:spPr/>
      <dgm:t>
        <a:bodyPr/>
        <a:lstStyle/>
        <a:p>
          <a:endParaRPr lang="en-US"/>
        </a:p>
      </dgm:t>
    </dgm:pt>
    <dgm:pt modelId="{F0BA3B53-B33D-43EF-B0A1-65A9AE6CBE74}" type="sibTrans" cxnId="{799E35DB-8760-4EF4-82B8-F2DBCB6DF591}">
      <dgm:prSet/>
      <dgm:spPr/>
      <dgm:t>
        <a:bodyPr/>
        <a:lstStyle/>
        <a:p>
          <a:endParaRPr lang="en-US"/>
        </a:p>
      </dgm:t>
    </dgm:pt>
    <dgm:pt modelId="{A9E12669-82E8-4C23-A892-0907F5C8AEA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Competência;</a:t>
          </a:r>
          <a:endParaRPr lang="en-US" dirty="0"/>
        </a:p>
      </dgm:t>
    </dgm:pt>
    <dgm:pt modelId="{84329FF9-36EF-41FC-A19E-3FFF35D232FF}" type="parTrans" cxnId="{DEFDD43E-0534-44D2-9EAE-2A225CC5BBF9}">
      <dgm:prSet/>
      <dgm:spPr/>
      <dgm:t>
        <a:bodyPr/>
        <a:lstStyle/>
        <a:p>
          <a:endParaRPr lang="en-US"/>
        </a:p>
      </dgm:t>
    </dgm:pt>
    <dgm:pt modelId="{50E5F701-15B9-43A7-9AF4-EB8F546A2DE0}" type="sibTrans" cxnId="{DEFDD43E-0534-44D2-9EAE-2A225CC5BBF9}">
      <dgm:prSet/>
      <dgm:spPr/>
      <dgm:t>
        <a:bodyPr/>
        <a:lstStyle/>
        <a:p>
          <a:endParaRPr lang="en-US"/>
        </a:p>
      </dgm:t>
    </dgm:pt>
    <dgm:pt modelId="{03702A61-DBE4-4958-97AE-0CB9204B9B6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Habilidades;</a:t>
          </a:r>
          <a:endParaRPr lang="en-US"/>
        </a:p>
      </dgm:t>
    </dgm:pt>
    <dgm:pt modelId="{62F19055-3A10-4A1E-9A54-1EFD6DE29134}" type="parTrans" cxnId="{C47D0BE3-A0B9-46F9-96DF-656608A7A746}">
      <dgm:prSet/>
      <dgm:spPr/>
      <dgm:t>
        <a:bodyPr/>
        <a:lstStyle/>
        <a:p>
          <a:endParaRPr lang="en-US"/>
        </a:p>
      </dgm:t>
    </dgm:pt>
    <dgm:pt modelId="{610D4175-CBF2-4EE0-9A5F-C9E4C58B8E0A}" type="sibTrans" cxnId="{C47D0BE3-A0B9-46F9-96DF-656608A7A746}">
      <dgm:prSet/>
      <dgm:spPr/>
      <dgm:t>
        <a:bodyPr/>
        <a:lstStyle/>
        <a:p>
          <a:endParaRPr lang="en-US"/>
        </a:p>
      </dgm:t>
    </dgm:pt>
    <dgm:pt modelId="{EF59C2B9-E67A-47D3-A87A-09C46C41FE4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Conteúdo Programático;</a:t>
          </a:r>
          <a:endParaRPr lang="en-US" dirty="0"/>
        </a:p>
      </dgm:t>
    </dgm:pt>
    <dgm:pt modelId="{5A1DD94A-088F-4E95-AA0C-C815B9E223C9}" type="parTrans" cxnId="{4BA2A1AD-DFA1-4B54-A572-7427B72A8354}">
      <dgm:prSet/>
      <dgm:spPr/>
      <dgm:t>
        <a:bodyPr/>
        <a:lstStyle/>
        <a:p>
          <a:endParaRPr lang="en-US"/>
        </a:p>
      </dgm:t>
    </dgm:pt>
    <dgm:pt modelId="{BD4EA10E-C785-44C4-9DAA-099BBF5DEFAF}" type="sibTrans" cxnId="{4BA2A1AD-DFA1-4B54-A572-7427B72A8354}">
      <dgm:prSet/>
      <dgm:spPr/>
      <dgm:t>
        <a:bodyPr/>
        <a:lstStyle/>
        <a:p>
          <a:endParaRPr lang="en-US"/>
        </a:p>
      </dgm:t>
    </dgm:pt>
    <dgm:pt modelId="{9DDC5BA0-0B00-4E9C-B92C-DB66F815E84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Dinâmica Quebra-gelo;</a:t>
          </a:r>
          <a:endParaRPr lang="en-US" dirty="0"/>
        </a:p>
      </dgm:t>
    </dgm:pt>
    <dgm:pt modelId="{09630102-750C-44F7-AEB9-391E9551F155}" type="parTrans" cxnId="{CA7E4AD8-1EBF-4866-8E59-99940A7F109A}">
      <dgm:prSet/>
      <dgm:spPr/>
      <dgm:t>
        <a:bodyPr/>
        <a:lstStyle/>
        <a:p>
          <a:endParaRPr lang="en-US"/>
        </a:p>
      </dgm:t>
    </dgm:pt>
    <dgm:pt modelId="{7074EFA1-8E2E-456F-8410-94986314B16B}" type="sibTrans" cxnId="{CA7E4AD8-1EBF-4866-8E59-99940A7F109A}">
      <dgm:prSet/>
      <dgm:spPr/>
      <dgm:t>
        <a:bodyPr/>
        <a:lstStyle/>
        <a:p>
          <a:endParaRPr lang="en-US"/>
        </a:p>
      </dgm:t>
    </dgm:pt>
    <dgm:pt modelId="{B549AF43-A137-409B-B3D4-2F8F5C4989E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 dirty="0"/>
            <a:t>Business </a:t>
          </a:r>
          <a:r>
            <a:rPr lang="pt-BR" i="1" dirty="0" err="1"/>
            <a:t>Intelligence</a:t>
          </a:r>
          <a:r>
            <a:rPr lang="pt-BR" dirty="0"/>
            <a:t>;</a:t>
          </a:r>
          <a:endParaRPr lang="en-US" dirty="0"/>
        </a:p>
      </dgm:t>
    </dgm:pt>
    <dgm:pt modelId="{47C48C2B-782B-4031-A6FD-3C38B48C0F78}" type="parTrans" cxnId="{7365BCA0-BBE4-48FD-BDF0-780DBCA78624}">
      <dgm:prSet/>
      <dgm:spPr/>
      <dgm:t>
        <a:bodyPr/>
        <a:lstStyle/>
        <a:p>
          <a:endParaRPr lang="en-US"/>
        </a:p>
      </dgm:t>
    </dgm:pt>
    <dgm:pt modelId="{58D55A22-4C69-4771-9AA6-E425762057FF}" type="sibTrans" cxnId="{7365BCA0-BBE4-48FD-BDF0-780DBCA78624}">
      <dgm:prSet/>
      <dgm:spPr/>
      <dgm:t>
        <a:bodyPr/>
        <a:lstStyle/>
        <a:p>
          <a:endParaRPr lang="en-US"/>
        </a:p>
      </dgm:t>
    </dgm:pt>
    <dgm:pt modelId="{79E9573E-2CEC-46C5-9A73-BE1035E7295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Modelagem Multidimensional.</a:t>
          </a:r>
          <a:endParaRPr lang="en-US" dirty="0"/>
        </a:p>
      </dgm:t>
    </dgm:pt>
    <dgm:pt modelId="{AE4F8669-F4B0-42B3-88F6-31906895FB36}" type="parTrans" cxnId="{0C21DDE6-539E-4E6B-BA33-47A2DC6116F6}">
      <dgm:prSet/>
      <dgm:spPr/>
      <dgm:t>
        <a:bodyPr/>
        <a:lstStyle/>
        <a:p>
          <a:endParaRPr lang="en-US"/>
        </a:p>
      </dgm:t>
    </dgm:pt>
    <dgm:pt modelId="{B8C34D63-D12F-4486-9F42-BD31FC2F20CE}" type="sibTrans" cxnId="{0C21DDE6-539E-4E6B-BA33-47A2DC6116F6}">
      <dgm:prSet/>
      <dgm:spPr/>
      <dgm:t>
        <a:bodyPr/>
        <a:lstStyle/>
        <a:p>
          <a:endParaRPr lang="en-US"/>
        </a:p>
      </dgm:t>
    </dgm:pt>
    <dgm:pt modelId="{FBCE7753-B04B-4CA6-9A9A-3950FB3E0447}" type="pres">
      <dgm:prSet presAssocID="{5AAA3517-3691-4938-A722-676E3933958D}" presName="root" presStyleCnt="0">
        <dgm:presLayoutVars>
          <dgm:dir/>
          <dgm:resizeHandles val="exact"/>
        </dgm:presLayoutVars>
      </dgm:prSet>
      <dgm:spPr/>
    </dgm:pt>
    <dgm:pt modelId="{600B3870-6406-42DA-83A3-BCEBDD532C61}" type="pres">
      <dgm:prSet presAssocID="{9DDC5BA0-0B00-4E9C-B92C-DB66F815E84A}" presName="compNode" presStyleCnt="0"/>
      <dgm:spPr/>
    </dgm:pt>
    <dgm:pt modelId="{967C7811-E1C2-434C-992A-86A4652B6E8C}" type="pres">
      <dgm:prSet presAssocID="{9DDC5BA0-0B00-4E9C-B92C-DB66F815E84A}" presName="bgRect" presStyleLbl="bgShp" presStyleIdx="0" presStyleCnt="7"/>
      <dgm:spPr/>
    </dgm:pt>
    <dgm:pt modelId="{88B697A3-FBEF-456D-B197-149D4F8EDF72}" type="pres">
      <dgm:prSet presAssocID="{9DDC5BA0-0B00-4E9C-B92C-DB66F815E84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nça"/>
        </a:ext>
      </dgm:extLst>
    </dgm:pt>
    <dgm:pt modelId="{1BC1BF4D-A813-48B9-B789-6DF414EF7831}" type="pres">
      <dgm:prSet presAssocID="{9DDC5BA0-0B00-4E9C-B92C-DB66F815E84A}" presName="spaceRect" presStyleCnt="0"/>
      <dgm:spPr/>
    </dgm:pt>
    <dgm:pt modelId="{B95310AA-1A0D-4641-9370-11C3871CC811}" type="pres">
      <dgm:prSet presAssocID="{9DDC5BA0-0B00-4E9C-B92C-DB66F815E84A}" presName="parTx" presStyleLbl="revTx" presStyleIdx="0" presStyleCnt="7">
        <dgm:presLayoutVars>
          <dgm:chMax val="0"/>
          <dgm:chPref val="0"/>
        </dgm:presLayoutVars>
      </dgm:prSet>
      <dgm:spPr/>
    </dgm:pt>
    <dgm:pt modelId="{E7D36FD0-06C4-4616-83F9-74554E5DE34B}" type="pres">
      <dgm:prSet presAssocID="{7074EFA1-8E2E-456F-8410-94986314B16B}" presName="sibTrans" presStyleCnt="0"/>
      <dgm:spPr/>
    </dgm:pt>
    <dgm:pt modelId="{64C900AB-FEBB-446D-A261-ACE3A1E28050}" type="pres">
      <dgm:prSet presAssocID="{BDA79114-2AB3-443D-BBF5-7B9BB165105C}" presName="compNode" presStyleCnt="0"/>
      <dgm:spPr/>
    </dgm:pt>
    <dgm:pt modelId="{72892262-BD10-41B0-B5E5-BF181C704C2F}" type="pres">
      <dgm:prSet presAssocID="{BDA79114-2AB3-443D-BBF5-7B9BB165105C}" presName="bgRect" presStyleLbl="bgShp" presStyleIdx="1" presStyleCnt="7"/>
      <dgm:spPr/>
    </dgm:pt>
    <dgm:pt modelId="{203FA014-C41E-4A8C-AA17-49664AF2FC27}" type="pres">
      <dgm:prSet presAssocID="{BDA79114-2AB3-443D-BBF5-7B9BB165105C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FCE1FFDB-F7DF-4722-96BA-5DF4BD8D45DE}" type="pres">
      <dgm:prSet presAssocID="{BDA79114-2AB3-443D-BBF5-7B9BB165105C}" presName="spaceRect" presStyleCnt="0"/>
      <dgm:spPr/>
    </dgm:pt>
    <dgm:pt modelId="{311A7E0D-2B4D-4D40-B504-46CA0B156D79}" type="pres">
      <dgm:prSet presAssocID="{BDA79114-2AB3-443D-BBF5-7B9BB165105C}" presName="parTx" presStyleLbl="revTx" presStyleIdx="1" presStyleCnt="7">
        <dgm:presLayoutVars>
          <dgm:chMax val="0"/>
          <dgm:chPref val="0"/>
        </dgm:presLayoutVars>
      </dgm:prSet>
      <dgm:spPr/>
    </dgm:pt>
    <dgm:pt modelId="{2FDF3681-97A9-4FCC-99A0-5826F8E06B7B}" type="pres">
      <dgm:prSet presAssocID="{F0BA3B53-B33D-43EF-B0A1-65A9AE6CBE74}" presName="sibTrans" presStyleCnt="0"/>
      <dgm:spPr/>
    </dgm:pt>
    <dgm:pt modelId="{3B234E8F-8888-46A2-BB29-1F5395879419}" type="pres">
      <dgm:prSet presAssocID="{A9E12669-82E8-4C23-A892-0907F5C8AEAA}" presName="compNode" presStyleCnt="0"/>
      <dgm:spPr/>
    </dgm:pt>
    <dgm:pt modelId="{F4100E4B-55C8-4BEB-918C-74E19EF737D0}" type="pres">
      <dgm:prSet presAssocID="{A9E12669-82E8-4C23-A892-0907F5C8AEAA}" presName="bgRect" presStyleLbl="bgShp" presStyleIdx="2" presStyleCnt="7"/>
      <dgm:spPr/>
    </dgm:pt>
    <dgm:pt modelId="{2A77342A-8011-4747-9427-1BDEA951B614}" type="pres">
      <dgm:prSet presAssocID="{A9E12669-82E8-4C23-A892-0907F5C8AEA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4C6463F-6870-4130-9B80-F053E8595824}" type="pres">
      <dgm:prSet presAssocID="{A9E12669-82E8-4C23-A892-0907F5C8AEAA}" presName="spaceRect" presStyleCnt="0"/>
      <dgm:spPr/>
    </dgm:pt>
    <dgm:pt modelId="{6311CF8A-FA3C-4E75-86A1-3E0EE78568ED}" type="pres">
      <dgm:prSet presAssocID="{A9E12669-82E8-4C23-A892-0907F5C8AEAA}" presName="parTx" presStyleLbl="revTx" presStyleIdx="2" presStyleCnt="7">
        <dgm:presLayoutVars>
          <dgm:chMax val="0"/>
          <dgm:chPref val="0"/>
        </dgm:presLayoutVars>
      </dgm:prSet>
      <dgm:spPr/>
    </dgm:pt>
    <dgm:pt modelId="{57068FF9-61C0-492A-9D92-7CF66FBD268E}" type="pres">
      <dgm:prSet presAssocID="{50E5F701-15B9-43A7-9AF4-EB8F546A2DE0}" presName="sibTrans" presStyleCnt="0"/>
      <dgm:spPr/>
    </dgm:pt>
    <dgm:pt modelId="{1B4A85EA-ACA4-4BC6-91B9-EDF0F290E55E}" type="pres">
      <dgm:prSet presAssocID="{03702A61-DBE4-4958-97AE-0CB9204B9B68}" presName="compNode" presStyleCnt="0"/>
      <dgm:spPr/>
    </dgm:pt>
    <dgm:pt modelId="{3CB70F82-A2BE-4870-9A1C-54D5181D7193}" type="pres">
      <dgm:prSet presAssocID="{03702A61-DBE4-4958-97AE-0CB9204B9B68}" presName="bgRect" presStyleLbl="bgShp" presStyleIdx="3" presStyleCnt="7"/>
      <dgm:spPr/>
    </dgm:pt>
    <dgm:pt modelId="{FB46683C-DF73-41FF-9D5A-3D17450D46A7}" type="pres">
      <dgm:prSet presAssocID="{03702A61-DBE4-4958-97AE-0CB9204B9B6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97AA562-C5B7-4F57-A434-E35A483952C3}" type="pres">
      <dgm:prSet presAssocID="{03702A61-DBE4-4958-97AE-0CB9204B9B68}" presName="spaceRect" presStyleCnt="0"/>
      <dgm:spPr/>
    </dgm:pt>
    <dgm:pt modelId="{019679A5-5303-4EC4-B388-61973A16AB86}" type="pres">
      <dgm:prSet presAssocID="{03702A61-DBE4-4958-97AE-0CB9204B9B68}" presName="parTx" presStyleLbl="revTx" presStyleIdx="3" presStyleCnt="7">
        <dgm:presLayoutVars>
          <dgm:chMax val="0"/>
          <dgm:chPref val="0"/>
        </dgm:presLayoutVars>
      </dgm:prSet>
      <dgm:spPr/>
    </dgm:pt>
    <dgm:pt modelId="{17A16CC2-D4F3-4D0E-923B-8E14BD059117}" type="pres">
      <dgm:prSet presAssocID="{610D4175-CBF2-4EE0-9A5F-C9E4C58B8E0A}" presName="sibTrans" presStyleCnt="0"/>
      <dgm:spPr/>
    </dgm:pt>
    <dgm:pt modelId="{ADA603C0-6A0A-4380-9AC8-04E9FE29B261}" type="pres">
      <dgm:prSet presAssocID="{EF59C2B9-E67A-47D3-A87A-09C46C41FE4A}" presName="compNode" presStyleCnt="0"/>
      <dgm:spPr/>
    </dgm:pt>
    <dgm:pt modelId="{2AA71A80-36DE-4E21-94F1-3A5C0E007378}" type="pres">
      <dgm:prSet presAssocID="{EF59C2B9-E67A-47D3-A87A-09C46C41FE4A}" presName="bgRect" presStyleLbl="bgShp" presStyleIdx="4" presStyleCnt="7"/>
      <dgm:spPr/>
    </dgm:pt>
    <dgm:pt modelId="{38451037-3F6B-4432-94B5-9AC0D82BD5CB}" type="pres">
      <dgm:prSet presAssocID="{EF59C2B9-E67A-47D3-A87A-09C46C41FE4A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ECCC2474-D4B9-4ADF-8C49-AB5C427E9B18}" type="pres">
      <dgm:prSet presAssocID="{EF59C2B9-E67A-47D3-A87A-09C46C41FE4A}" presName="spaceRect" presStyleCnt="0"/>
      <dgm:spPr/>
    </dgm:pt>
    <dgm:pt modelId="{3AC0F2ED-39CD-4F27-881D-833EA895EF48}" type="pres">
      <dgm:prSet presAssocID="{EF59C2B9-E67A-47D3-A87A-09C46C41FE4A}" presName="parTx" presStyleLbl="revTx" presStyleIdx="4" presStyleCnt="7">
        <dgm:presLayoutVars>
          <dgm:chMax val="0"/>
          <dgm:chPref val="0"/>
        </dgm:presLayoutVars>
      </dgm:prSet>
      <dgm:spPr/>
    </dgm:pt>
    <dgm:pt modelId="{8277945F-B13E-4295-AD2A-1D89A60AC849}" type="pres">
      <dgm:prSet presAssocID="{BD4EA10E-C785-44C4-9DAA-099BBF5DEFAF}" presName="sibTrans" presStyleCnt="0"/>
      <dgm:spPr/>
    </dgm:pt>
    <dgm:pt modelId="{D7C38464-60E4-4C9C-8532-89CA6C56E615}" type="pres">
      <dgm:prSet presAssocID="{B549AF43-A137-409B-B3D4-2F8F5C4989E3}" presName="compNode" presStyleCnt="0"/>
      <dgm:spPr/>
    </dgm:pt>
    <dgm:pt modelId="{016690D3-3CF6-4437-B603-567B333D17A8}" type="pres">
      <dgm:prSet presAssocID="{B549AF43-A137-409B-B3D4-2F8F5C4989E3}" presName="bgRect" presStyleLbl="bgShp" presStyleIdx="5" presStyleCnt="7"/>
      <dgm:spPr/>
    </dgm:pt>
    <dgm:pt modelId="{3CE1946C-1D82-4391-96C9-29AAAB88B0B4}" type="pres">
      <dgm:prSet presAssocID="{B549AF43-A137-409B-B3D4-2F8F5C4989E3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2A79DB9D-49D7-4BC3-AAB1-A48246189481}" type="pres">
      <dgm:prSet presAssocID="{B549AF43-A137-409B-B3D4-2F8F5C4989E3}" presName="spaceRect" presStyleCnt="0"/>
      <dgm:spPr/>
    </dgm:pt>
    <dgm:pt modelId="{2A1D29C5-DDAD-424E-BD90-1EEC12221C20}" type="pres">
      <dgm:prSet presAssocID="{B549AF43-A137-409B-B3D4-2F8F5C4989E3}" presName="parTx" presStyleLbl="revTx" presStyleIdx="5" presStyleCnt="7">
        <dgm:presLayoutVars>
          <dgm:chMax val="0"/>
          <dgm:chPref val="0"/>
        </dgm:presLayoutVars>
      </dgm:prSet>
      <dgm:spPr/>
    </dgm:pt>
    <dgm:pt modelId="{39CC4B23-A4FD-40B1-AB10-5E19386E4E1D}" type="pres">
      <dgm:prSet presAssocID="{58D55A22-4C69-4771-9AA6-E425762057FF}" presName="sibTrans" presStyleCnt="0"/>
      <dgm:spPr/>
    </dgm:pt>
    <dgm:pt modelId="{08263905-A970-42A4-9459-A49C3B2C536A}" type="pres">
      <dgm:prSet presAssocID="{79E9573E-2CEC-46C5-9A73-BE1035E7295C}" presName="compNode" presStyleCnt="0"/>
      <dgm:spPr/>
    </dgm:pt>
    <dgm:pt modelId="{D662E02F-A1C5-48F6-AA37-2E0F4E27B174}" type="pres">
      <dgm:prSet presAssocID="{79E9573E-2CEC-46C5-9A73-BE1035E7295C}" presName="bgRect" presStyleLbl="bgShp" presStyleIdx="6" presStyleCnt="7"/>
      <dgm:spPr/>
    </dgm:pt>
    <dgm:pt modelId="{F3519010-0228-4A89-AF96-D364FD69E5A1}" type="pres">
      <dgm:prSet presAssocID="{79E9573E-2CEC-46C5-9A73-BE1035E7295C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de"/>
        </a:ext>
      </dgm:extLst>
    </dgm:pt>
    <dgm:pt modelId="{433C0DEB-4EFB-4FF6-A64A-FEAD4F060288}" type="pres">
      <dgm:prSet presAssocID="{79E9573E-2CEC-46C5-9A73-BE1035E7295C}" presName="spaceRect" presStyleCnt="0"/>
      <dgm:spPr/>
    </dgm:pt>
    <dgm:pt modelId="{9EB4E151-6671-4046-B00C-D5C0D2B1AAF8}" type="pres">
      <dgm:prSet presAssocID="{79E9573E-2CEC-46C5-9A73-BE1035E7295C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61688936-CAA8-4B46-8589-317300B864AD}" type="presOf" srcId="{9DDC5BA0-0B00-4E9C-B92C-DB66F815E84A}" destId="{B95310AA-1A0D-4641-9370-11C3871CC811}" srcOrd="0" destOrd="0" presId="urn:microsoft.com/office/officeart/2018/2/layout/IconVerticalSolidList"/>
    <dgm:cxn modelId="{DEFDD43E-0534-44D2-9EAE-2A225CC5BBF9}" srcId="{5AAA3517-3691-4938-A722-676E3933958D}" destId="{A9E12669-82E8-4C23-A892-0907F5C8AEAA}" srcOrd="2" destOrd="0" parTransId="{84329FF9-36EF-41FC-A19E-3FFF35D232FF}" sibTransId="{50E5F701-15B9-43A7-9AF4-EB8F546A2DE0}"/>
    <dgm:cxn modelId="{F3A4265E-6A3C-4993-BD0B-186D0BC5FEF5}" type="presOf" srcId="{BDA79114-2AB3-443D-BBF5-7B9BB165105C}" destId="{311A7E0D-2B4D-4D40-B504-46CA0B156D79}" srcOrd="0" destOrd="0" presId="urn:microsoft.com/office/officeart/2018/2/layout/IconVerticalSolidList"/>
    <dgm:cxn modelId="{CBEBBD49-D7EC-4F22-9091-9844DD3A7E36}" type="presOf" srcId="{A9E12669-82E8-4C23-A892-0907F5C8AEAA}" destId="{6311CF8A-FA3C-4E75-86A1-3E0EE78568ED}" srcOrd="0" destOrd="0" presId="urn:microsoft.com/office/officeart/2018/2/layout/IconVerticalSolidList"/>
    <dgm:cxn modelId="{4FDF6080-BCF9-4808-BF9A-A588B811DA3A}" type="presOf" srcId="{B549AF43-A137-409B-B3D4-2F8F5C4989E3}" destId="{2A1D29C5-DDAD-424E-BD90-1EEC12221C20}" srcOrd="0" destOrd="0" presId="urn:microsoft.com/office/officeart/2018/2/layout/IconVerticalSolidList"/>
    <dgm:cxn modelId="{C85F0D9C-6353-4C3B-A517-CA889F90AD9F}" type="presOf" srcId="{EF59C2B9-E67A-47D3-A87A-09C46C41FE4A}" destId="{3AC0F2ED-39CD-4F27-881D-833EA895EF48}" srcOrd="0" destOrd="0" presId="urn:microsoft.com/office/officeart/2018/2/layout/IconVerticalSolidList"/>
    <dgm:cxn modelId="{7365BCA0-BBE4-48FD-BDF0-780DBCA78624}" srcId="{5AAA3517-3691-4938-A722-676E3933958D}" destId="{B549AF43-A137-409B-B3D4-2F8F5C4989E3}" srcOrd="5" destOrd="0" parTransId="{47C48C2B-782B-4031-A6FD-3C38B48C0F78}" sibTransId="{58D55A22-4C69-4771-9AA6-E425762057FF}"/>
    <dgm:cxn modelId="{3F3804AC-09B5-4F20-B0F4-DBE757745D59}" type="presOf" srcId="{5AAA3517-3691-4938-A722-676E3933958D}" destId="{FBCE7753-B04B-4CA6-9A9A-3950FB3E0447}" srcOrd="0" destOrd="0" presId="urn:microsoft.com/office/officeart/2018/2/layout/IconVerticalSolidList"/>
    <dgm:cxn modelId="{7C9AF3AC-06EF-4CFA-BDC9-12337098C8BF}" type="presOf" srcId="{79E9573E-2CEC-46C5-9A73-BE1035E7295C}" destId="{9EB4E151-6671-4046-B00C-D5C0D2B1AAF8}" srcOrd="0" destOrd="0" presId="urn:microsoft.com/office/officeart/2018/2/layout/IconVerticalSolidList"/>
    <dgm:cxn modelId="{4BA2A1AD-DFA1-4B54-A572-7427B72A8354}" srcId="{5AAA3517-3691-4938-A722-676E3933958D}" destId="{EF59C2B9-E67A-47D3-A87A-09C46C41FE4A}" srcOrd="4" destOrd="0" parTransId="{5A1DD94A-088F-4E95-AA0C-C815B9E223C9}" sibTransId="{BD4EA10E-C785-44C4-9DAA-099BBF5DEFAF}"/>
    <dgm:cxn modelId="{7AD5D0CD-64F4-48AF-BC04-06C9A31C61DD}" type="presOf" srcId="{03702A61-DBE4-4958-97AE-0CB9204B9B68}" destId="{019679A5-5303-4EC4-B388-61973A16AB86}" srcOrd="0" destOrd="0" presId="urn:microsoft.com/office/officeart/2018/2/layout/IconVerticalSolidList"/>
    <dgm:cxn modelId="{CA7E4AD8-1EBF-4866-8E59-99940A7F109A}" srcId="{5AAA3517-3691-4938-A722-676E3933958D}" destId="{9DDC5BA0-0B00-4E9C-B92C-DB66F815E84A}" srcOrd="0" destOrd="0" parTransId="{09630102-750C-44F7-AEB9-391E9551F155}" sibTransId="{7074EFA1-8E2E-456F-8410-94986314B16B}"/>
    <dgm:cxn modelId="{799E35DB-8760-4EF4-82B8-F2DBCB6DF591}" srcId="{5AAA3517-3691-4938-A722-676E3933958D}" destId="{BDA79114-2AB3-443D-BBF5-7B9BB165105C}" srcOrd="1" destOrd="0" parTransId="{A2863955-C692-45E2-A674-118B6DA54E30}" sibTransId="{F0BA3B53-B33D-43EF-B0A1-65A9AE6CBE74}"/>
    <dgm:cxn modelId="{C47D0BE3-A0B9-46F9-96DF-656608A7A746}" srcId="{5AAA3517-3691-4938-A722-676E3933958D}" destId="{03702A61-DBE4-4958-97AE-0CB9204B9B68}" srcOrd="3" destOrd="0" parTransId="{62F19055-3A10-4A1E-9A54-1EFD6DE29134}" sibTransId="{610D4175-CBF2-4EE0-9A5F-C9E4C58B8E0A}"/>
    <dgm:cxn modelId="{0C21DDE6-539E-4E6B-BA33-47A2DC6116F6}" srcId="{5AAA3517-3691-4938-A722-676E3933958D}" destId="{79E9573E-2CEC-46C5-9A73-BE1035E7295C}" srcOrd="6" destOrd="0" parTransId="{AE4F8669-F4B0-42B3-88F6-31906895FB36}" sibTransId="{B8C34D63-D12F-4486-9F42-BD31FC2F20CE}"/>
    <dgm:cxn modelId="{492B6305-0AA5-4762-AC58-21BA1A9D0977}" type="presParOf" srcId="{FBCE7753-B04B-4CA6-9A9A-3950FB3E0447}" destId="{600B3870-6406-42DA-83A3-BCEBDD532C61}" srcOrd="0" destOrd="0" presId="urn:microsoft.com/office/officeart/2018/2/layout/IconVerticalSolidList"/>
    <dgm:cxn modelId="{C75D8D32-F54D-4A98-A3CA-469D591E7F7B}" type="presParOf" srcId="{600B3870-6406-42DA-83A3-BCEBDD532C61}" destId="{967C7811-E1C2-434C-992A-86A4652B6E8C}" srcOrd="0" destOrd="0" presId="urn:microsoft.com/office/officeart/2018/2/layout/IconVerticalSolidList"/>
    <dgm:cxn modelId="{988E4DDE-EDD7-4DEB-9076-DBEB91A73B19}" type="presParOf" srcId="{600B3870-6406-42DA-83A3-BCEBDD532C61}" destId="{88B697A3-FBEF-456D-B197-149D4F8EDF72}" srcOrd="1" destOrd="0" presId="urn:microsoft.com/office/officeart/2018/2/layout/IconVerticalSolidList"/>
    <dgm:cxn modelId="{E6FC0221-0439-406C-896C-32E78879F320}" type="presParOf" srcId="{600B3870-6406-42DA-83A3-BCEBDD532C61}" destId="{1BC1BF4D-A813-48B9-B789-6DF414EF7831}" srcOrd="2" destOrd="0" presId="urn:microsoft.com/office/officeart/2018/2/layout/IconVerticalSolidList"/>
    <dgm:cxn modelId="{60436DF0-602C-44C4-96A0-B36317CBC79A}" type="presParOf" srcId="{600B3870-6406-42DA-83A3-BCEBDD532C61}" destId="{B95310AA-1A0D-4641-9370-11C3871CC811}" srcOrd="3" destOrd="0" presId="urn:microsoft.com/office/officeart/2018/2/layout/IconVerticalSolidList"/>
    <dgm:cxn modelId="{593E42FA-7C16-434C-B84E-BC43F79B88AC}" type="presParOf" srcId="{FBCE7753-B04B-4CA6-9A9A-3950FB3E0447}" destId="{E7D36FD0-06C4-4616-83F9-74554E5DE34B}" srcOrd="1" destOrd="0" presId="urn:microsoft.com/office/officeart/2018/2/layout/IconVerticalSolidList"/>
    <dgm:cxn modelId="{A9AB2BD6-3772-42F2-8226-A4C308FF596E}" type="presParOf" srcId="{FBCE7753-B04B-4CA6-9A9A-3950FB3E0447}" destId="{64C900AB-FEBB-446D-A261-ACE3A1E28050}" srcOrd="2" destOrd="0" presId="urn:microsoft.com/office/officeart/2018/2/layout/IconVerticalSolidList"/>
    <dgm:cxn modelId="{F68CC906-619F-4E6B-8A7A-A9B96D4C8613}" type="presParOf" srcId="{64C900AB-FEBB-446D-A261-ACE3A1E28050}" destId="{72892262-BD10-41B0-B5E5-BF181C704C2F}" srcOrd="0" destOrd="0" presId="urn:microsoft.com/office/officeart/2018/2/layout/IconVerticalSolidList"/>
    <dgm:cxn modelId="{91183C38-0E91-4827-A17D-56FE0A861A59}" type="presParOf" srcId="{64C900AB-FEBB-446D-A261-ACE3A1E28050}" destId="{203FA014-C41E-4A8C-AA17-49664AF2FC27}" srcOrd="1" destOrd="0" presId="urn:microsoft.com/office/officeart/2018/2/layout/IconVerticalSolidList"/>
    <dgm:cxn modelId="{0389A22E-EF8F-426E-BD01-7B09A43D58F8}" type="presParOf" srcId="{64C900AB-FEBB-446D-A261-ACE3A1E28050}" destId="{FCE1FFDB-F7DF-4722-96BA-5DF4BD8D45DE}" srcOrd="2" destOrd="0" presId="urn:microsoft.com/office/officeart/2018/2/layout/IconVerticalSolidList"/>
    <dgm:cxn modelId="{6DA4AEF2-9720-44C3-A0CB-1FE9F358D12D}" type="presParOf" srcId="{64C900AB-FEBB-446D-A261-ACE3A1E28050}" destId="{311A7E0D-2B4D-4D40-B504-46CA0B156D79}" srcOrd="3" destOrd="0" presId="urn:microsoft.com/office/officeart/2018/2/layout/IconVerticalSolidList"/>
    <dgm:cxn modelId="{D7265D1A-3A24-4061-BFAB-626F683EC09E}" type="presParOf" srcId="{FBCE7753-B04B-4CA6-9A9A-3950FB3E0447}" destId="{2FDF3681-97A9-4FCC-99A0-5826F8E06B7B}" srcOrd="3" destOrd="0" presId="urn:microsoft.com/office/officeart/2018/2/layout/IconVerticalSolidList"/>
    <dgm:cxn modelId="{09602608-4B89-41F7-A5F0-C17B244AAF4D}" type="presParOf" srcId="{FBCE7753-B04B-4CA6-9A9A-3950FB3E0447}" destId="{3B234E8F-8888-46A2-BB29-1F5395879419}" srcOrd="4" destOrd="0" presId="urn:microsoft.com/office/officeart/2018/2/layout/IconVerticalSolidList"/>
    <dgm:cxn modelId="{7797D312-A05D-4356-A34A-26C9C0A958B1}" type="presParOf" srcId="{3B234E8F-8888-46A2-BB29-1F5395879419}" destId="{F4100E4B-55C8-4BEB-918C-74E19EF737D0}" srcOrd="0" destOrd="0" presId="urn:microsoft.com/office/officeart/2018/2/layout/IconVerticalSolidList"/>
    <dgm:cxn modelId="{10BD74C1-4CBC-4DA0-9ED8-635B78BFEF02}" type="presParOf" srcId="{3B234E8F-8888-46A2-BB29-1F5395879419}" destId="{2A77342A-8011-4747-9427-1BDEA951B614}" srcOrd="1" destOrd="0" presId="urn:microsoft.com/office/officeart/2018/2/layout/IconVerticalSolidList"/>
    <dgm:cxn modelId="{0479B0E1-8D74-400E-B8CA-964AF122506A}" type="presParOf" srcId="{3B234E8F-8888-46A2-BB29-1F5395879419}" destId="{74C6463F-6870-4130-9B80-F053E8595824}" srcOrd="2" destOrd="0" presId="urn:microsoft.com/office/officeart/2018/2/layout/IconVerticalSolidList"/>
    <dgm:cxn modelId="{1CDB1C6A-5226-427B-AE98-1F352B84AB55}" type="presParOf" srcId="{3B234E8F-8888-46A2-BB29-1F5395879419}" destId="{6311CF8A-FA3C-4E75-86A1-3E0EE78568ED}" srcOrd="3" destOrd="0" presId="urn:microsoft.com/office/officeart/2018/2/layout/IconVerticalSolidList"/>
    <dgm:cxn modelId="{0BB4C73F-EA86-4D0E-8546-1D98A8312833}" type="presParOf" srcId="{FBCE7753-B04B-4CA6-9A9A-3950FB3E0447}" destId="{57068FF9-61C0-492A-9D92-7CF66FBD268E}" srcOrd="5" destOrd="0" presId="urn:microsoft.com/office/officeart/2018/2/layout/IconVerticalSolidList"/>
    <dgm:cxn modelId="{CDDEFDED-DC0D-450A-B7B2-BA9D252084B8}" type="presParOf" srcId="{FBCE7753-B04B-4CA6-9A9A-3950FB3E0447}" destId="{1B4A85EA-ACA4-4BC6-91B9-EDF0F290E55E}" srcOrd="6" destOrd="0" presId="urn:microsoft.com/office/officeart/2018/2/layout/IconVerticalSolidList"/>
    <dgm:cxn modelId="{52C1BFAB-8BF9-4B65-A6A6-A6C7B014793E}" type="presParOf" srcId="{1B4A85EA-ACA4-4BC6-91B9-EDF0F290E55E}" destId="{3CB70F82-A2BE-4870-9A1C-54D5181D7193}" srcOrd="0" destOrd="0" presId="urn:microsoft.com/office/officeart/2018/2/layout/IconVerticalSolidList"/>
    <dgm:cxn modelId="{A6868454-007B-4C21-BB5B-609EF359F2B0}" type="presParOf" srcId="{1B4A85EA-ACA4-4BC6-91B9-EDF0F290E55E}" destId="{FB46683C-DF73-41FF-9D5A-3D17450D46A7}" srcOrd="1" destOrd="0" presId="urn:microsoft.com/office/officeart/2018/2/layout/IconVerticalSolidList"/>
    <dgm:cxn modelId="{5D4D622F-E404-4367-8645-DFF6D23A8F9D}" type="presParOf" srcId="{1B4A85EA-ACA4-4BC6-91B9-EDF0F290E55E}" destId="{597AA562-C5B7-4F57-A434-E35A483952C3}" srcOrd="2" destOrd="0" presId="urn:microsoft.com/office/officeart/2018/2/layout/IconVerticalSolidList"/>
    <dgm:cxn modelId="{AEE00461-930B-448A-BA40-7B1F75CB72F3}" type="presParOf" srcId="{1B4A85EA-ACA4-4BC6-91B9-EDF0F290E55E}" destId="{019679A5-5303-4EC4-B388-61973A16AB86}" srcOrd="3" destOrd="0" presId="urn:microsoft.com/office/officeart/2018/2/layout/IconVerticalSolidList"/>
    <dgm:cxn modelId="{060D3138-E68E-4FB0-A525-86E43C4DAF5C}" type="presParOf" srcId="{FBCE7753-B04B-4CA6-9A9A-3950FB3E0447}" destId="{17A16CC2-D4F3-4D0E-923B-8E14BD059117}" srcOrd="7" destOrd="0" presId="urn:microsoft.com/office/officeart/2018/2/layout/IconVerticalSolidList"/>
    <dgm:cxn modelId="{37432D79-1147-4590-A226-4338A004E0D5}" type="presParOf" srcId="{FBCE7753-B04B-4CA6-9A9A-3950FB3E0447}" destId="{ADA603C0-6A0A-4380-9AC8-04E9FE29B261}" srcOrd="8" destOrd="0" presId="urn:microsoft.com/office/officeart/2018/2/layout/IconVerticalSolidList"/>
    <dgm:cxn modelId="{1BF24FE6-09E9-4591-871A-6DD77B3A4A76}" type="presParOf" srcId="{ADA603C0-6A0A-4380-9AC8-04E9FE29B261}" destId="{2AA71A80-36DE-4E21-94F1-3A5C0E007378}" srcOrd="0" destOrd="0" presId="urn:microsoft.com/office/officeart/2018/2/layout/IconVerticalSolidList"/>
    <dgm:cxn modelId="{3A0A872D-8CBE-44AC-A579-887B57A1569D}" type="presParOf" srcId="{ADA603C0-6A0A-4380-9AC8-04E9FE29B261}" destId="{38451037-3F6B-4432-94B5-9AC0D82BD5CB}" srcOrd="1" destOrd="0" presId="urn:microsoft.com/office/officeart/2018/2/layout/IconVerticalSolidList"/>
    <dgm:cxn modelId="{79E50412-6B3D-4A69-BD5B-EE264E4C40CD}" type="presParOf" srcId="{ADA603C0-6A0A-4380-9AC8-04E9FE29B261}" destId="{ECCC2474-D4B9-4ADF-8C49-AB5C427E9B18}" srcOrd="2" destOrd="0" presId="urn:microsoft.com/office/officeart/2018/2/layout/IconVerticalSolidList"/>
    <dgm:cxn modelId="{D5E8444B-0793-4D24-A5D4-0DF4438A6A70}" type="presParOf" srcId="{ADA603C0-6A0A-4380-9AC8-04E9FE29B261}" destId="{3AC0F2ED-39CD-4F27-881D-833EA895EF48}" srcOrd="3" destOrd="0" presId="urn:microsoft.com/office/officeart/2018/2/layout/IconVerticalSolidList"/>
    <dgm:cxn modelId="{F0204232-5A95-45A1-B628-366840C1E23A}" type="presParOf" srcId="{FBCE7753-B04B-4CA6-9A9A-3950FB3E0447}" destId="{8277945F-B13E-4295-AD2A-1D89A60AC849}" srcOrd="9" destOrd="0" presId="urn:microsoft.com/office/officeart/2018/2/layout/IconVerticalSolidList"/>
    <dgm:cxn modelId="{E31D7F92-4FFD-4BBB-BC50-C4EA5CEFBDEE}" type="presParOf" srcId="{FBCE7753-B04B-4CA6-9A9A-3950FB3E0447}" destId="{D7C38464-60E4-4C9C-8532-89CA6C56E615}" srcOrd="10" destOrd="0" presId="urn:microsoft.com/office/officeart/2018/2/layout/IconVerticalSolidList"/>
    <dgm:cxn modelId="{FEB7C581-2D0F-4A82-9B62-41C8EA2802EB}" type="presParOf" srcId="{D7C38464-60E4-4C9C-8532-89CA6C56E615}" destId="{016690D3-3CF6-4437-B603-567B333D17A8}" srcOrd="0" destOrd="0" presId="urn:microsoft.com/office/officeart/2018/2/layout/IconVerticalSolidList"/>
    <dgm:cxn modelId="{53AEE536-8D2E-4DA4-9E3C-5D357D674D92}" type="presParOf" srcId="{D7C38464-60E4-4C9C-8532-89CA6C56E615}" destId="{3CE1946C-1D82-4391-96C9-29AAAB88B0B4}" srcOrd="1" destOrd="0" presId="urn:microsoft.com/office/officeart/2018/2/layout/IconVerticalSolidList"/>
    <dgm:cxn modelId="{39EA0A58-B5F5-4C3C-A157-B5F9C3750010}" type="presParOf" srcId="{D7C38464-60E4-4C9C-8532-89CA6C56E615}" destId="{2A79DB9D-49D7-4BC3-AAB1-A48246189481}" srcOrd="2" destOrd="0" presId="urn:microsoft.com/office/officeart/2018/2/layout/IconVerticalSolidList"/>
    <dgm:cxn modelId="{0551D858-5008-4E06-8930-68E2F7269D82}" type="presParOf" srcId="{D7C38464-60E4-4C9C-8532-89CA6C56E615}" destId="{2A1D29C5-DDAD-424E-BD90-1EEC12221C20}" srcOrd="3" destOrd="0" presId="urn:microsoft.com/office/officeart/2018/2/layout/IconVerticalSolidList"/>
    <dgm:cxn modelId="{5B6C2421-5556-4214-AE62-3EF6941AD045}" type="presParOf" srcId="{FBCE7753-B04B-4CA6-9A9A-3950FB3E0447}" destId="{39CC4B23-A4FD-40B1-AB10-5E19386E4E1D}" srcOrd="11" destOrd="0" presId="urn:microsoft.com/office/officeart/2018/2/layout/IconVerticalSolidList"/>
    <dgm:cxn modelId="{213590EA-54AF-4A12-BC8D-0CFA81C7836B}" type="presParOf" srcId="{FBCE7753-B04B-4CA6-9A9A-3950FB3E0447}" destId="{08263905-A970-42A4-9459-A49C3B2C536A}" srcOrd="12" destOrd="0" presId="urn:microsoft.com/office/officeart/2018/2/layout/IconVerticalSolidList"/>
    <dgm:cxn modelId="{D78607CD-31ED-47EB-B6CE-09649B486019}" type="presParOf" srcId="{08263905-A970-42A4-9459-A49C3B2C536A}" destId="{D662E02F-A1C5-48F6-AA37-2E0F4E27B174}" srcOrd="0" destOrd="0" presId="urn:microsoft.com/office/officeart/2018/2/layout/IconVerticalSolidList"/>
    <dgm:cxn modelId="{4757541F-8C5C-458B-ADC0-BDD1D5F69A83}" type="presParOf" srcId="{08263905-A970-42A4-9459-A49C3B2C536A}" destId="{F3519010-0228-4A89-AF96-D364FD69E5A1}" srcOrd="1" destOrd="0" presId="urn:microsoft.com/office/officeart/2018/2/layout/IconVerticalSolidList"/>
    <dgm:cxn modelId="{B0B1A2A9-D5C7-4C79-8059-8ED3710EEAA9}" type="presParOf" srcId="{08263905-A970-42A4-9459-A49C3B2C536A}" destId="{433C0DEB-4EFB-4FF6-A64A-FEAD4F060288}" srcOrd="2" destOrd="0" presId="urn:microsoft.com/office/officeart/2018/2/layout/IconVerticalSolidList"/>
    <dgm:cxn modelId="{432F0526-12B6-4990-9F60-E5DCA415ECC2}" type="presParOf" srcId="{08263905-A970-42A4-9459-A49C3B2C536A}" destId="{9EB4E151-6671-4046-B00C-D5C0D2B1AA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A0485A-D5A1-43D2-A9A9-26B6970FF2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3DB3D70-CCE0-4E72-8328-66E71B075E4A}">
      <dgm:prSet/>
      <dgm:spPr/>
      <dgm:t>
        <a:bodyPr/>
        <a:lstStyle/>
        <a:p>
          <a:r>
            <a:rPr lang="pt-BR" b="0" i="0"/>
            <a:t>Introdução: conceitos e origem sobre o desenvolvimento dos modelos de dados e sistemas gerenciadores de banco de dados.</a:t>
          </a:r>
          <a:endParaRPr lang="en-US"/>
        </a:p>
      </dgm:t>
    </dgm:pt>
    <dgm:pt modelId="{1A160AAE-CC63-49BF-A359-59E8AD29A749}" type="parTrans" cxnId="{EBAD49B5-4999-4E43-9633-9FD16627028F}">
      <dgm:prSet/>
      <dgm:spPr/>
      <dgm:t>
        <a:bodyPr/>
        <a:lstStyle/>
        <a:p>
          <a:endParaRPr lang="en-US"/>
        </a:p>
      </dgm:t>
    </dgm:pt>
    <dgm:pt modelId="{CB72782D-1FFD-4A2E-904A-9179855EA6C6}" type="sibTrans" cxnId="{EBAD49B5-4999-4E43-9633-9FD16627028F}">
      <dgm:prSet/>
      <dgm:spPr/>
      <dgm:t>
        <a:bodyPr/>
        <a:lstStyle/>
        <a:p>
          <a:endParaRPr lang="en-US"/>
        </a:p>
      </dgm:t>
    </dgm:pt>
    <dgm:pt modelId="{4F6D1CC1-55BC-49B6-8F03-E97FAFE5DEA4}">
      <dgm:prSet/>
      <dgm:spPr/>
      <dgm:t>
        <a:bodyPr/>
        <a:lstStyle/>
        <a:p>
          <a:r>
            <a:rPr lang="pt-BR" b="0" i="0"/>
            <a:t>Normalização de banco de dados multidimensionais (star schema – Ralf Kimball).</a:t>
          </a:r>
          <a:endParaRPr lang="en-US"/>
        </a:p>
      </dgm:t>
    </dgm:pt>
    <dgm:pt modelId="{76BDF873-9345-4CA5-B619-E44E54F19E18}" type="parTrans" cxnId="{7526DEC6-CF18-424A-9054-0ADCBC4A963C}">
      <dgm:prSet/>
      <dgm:spPr/>
      <dgm:t>
        <a:bodyPr/>
        <a:lstStyle/>
        <a:p>
          <a:endParaRPr lang="en-US"/>
        </a:p>
      </dgm:t>
    </dgm:pt>
    <dgm:pt modelId="{E55EB650-B34B-42D7-BE3B-685B8B8F5C51}" type="sibTrans" cxnId="{7526DEC6-CF18-424A-9054-0ADCBC4A963C}">
      <dgm:prSet/>
      <dgm:spPr/>
      <dgm:t>
        <a:bodyPr/>
        <a:lstStyle/>
        <a:p>
          <a:endParaRPr lang="en-US"/>
        </a:p>
      </dgm:t>
    </dgm:pt>
    <dgm:pt modelId="{B6C7DDB9-639F-4DFA-952A-2CD5E57F11D4}">
      <dgm:prSet/>
      <dgm:spPr/>
      <dgm:t>
        <a:bodyPr/>
        <a:lstStyle/>
        <a:p>
          <a:r>
            <a:rPr lang="pt-BR" b="0" i="0" dirty="0"/>
            <a:t>Conceitos e fundamentos de banco de dados multidimensionais. </a:t>
          </a:r>
          <a:r>
            <a:rPr lang="pt-BR" b="0" i="0"/>
            <a:t>Preparação e gerenciamento dos dados:. </a:t>
          </a:r>
          <a:r>
            <a:rPr lang="pt-BR" b="0" i="0" dirty="0"/>
            <a:t>Data Warehouse (DW) e Data Mart (DM). </a:t>
          </a:r>
          <a:endParaRPr lang="en-US" dirty="0"/>
        </a:p>
      </dgm:t>
    </dgm:pt>
    <dgm:pt modelId="{3EA75E7A-E8F5-4C3C-96D6-19DE51522EF5}" type="parTrans" cxnId="{C3ABC825-B4B2-41DE-8C6D-00A0455114AA}">
      <dgm:prSet/>
      <dgm:spPr/>
      <dgm:t>
        <a:bodyPr/>
        <a:lstStyle/>
        <a:p>
          <a:endParaRPr lang="en-US"/>
        </a:p>
      </dgm:t>
    </dgm:pt>
    <dgm:pt modelId="{3A6936F2-4DA3-4715-B285-E22CD25026E5}" type="sibTrans" cxnId="{C3ABC825-B4B2-41DE-8C6D-00A0455114AA}">
      <dgm:prSet/>
      <dgm:spPr/>
      <dgm:t>
        <a:bodyPr/>
        <a:lstStyle/>
        <a:p>
          <a:endParaRPr lang="en-US"/>
        </a:p>
      </dgm:t>
    </dgm:pt>
    <dgm:pt modelId="{50D8D3B6-6379-4011-BB2F-F98B6BAA1D68}">
      <dgm:prSet/>
      <dgm:spPr/>
      <dgm:t>
        <a:bodyPr/>
        <a:lstStyle/>
        <a:p>
          <a:r>
            <a:rPr lang="pt-BR" b="0" i="0"/>
            <a:t>Ferramentas OLAP e ETL. </a:t>
          </a:r>
          <a:endParaRPr lang="en-US"/>
        </a:p>
      </dgm:t>
    </dgm:pt>
    <dgm:pt modelId="{7ABC2351-A794-4181-81F8-627FB7922243}" type="parTrans" cxnId="{9BC3CD93-D4A0-43C5-988F-196AD9B0AAB2}">
      <dgm:prSet/>
      <dgm:spPr/>
      <dgm:t>
        <a:bodyPr/>
        <a:lstStyle/>
        <a:p>
          <a:endParaRPr lang="en-US"/>
        </a:p>
      </dgm:t>
    </dgm:pt>
    <dgm:pt modelId="{05EE09AE-DB2F-41EC-8D9E-01F284A8CAE1}" type="sibTrans" cxnId="{9BC3CD93-D4A0-43C5-988F-196AD9B0AAB2}">
      <dgm:prSet/>
      <dgm:spPr/>
      <dgm:t>
        <a:bodyPr/>
        <a:lstStyle/>
        <a:p>
          <a:endParaRPr lang="en-US"/>
        </a:p>
      </dgm:t>
    </dgm:pt>
    <dgm:pt modelId="{FBC2FA6E-F166-462B-B5C4-BD9FDDEE3785}">
      <dgm:prSet/>
      <dgm:spPr/>
      <dgm:t>
        <a:bodyPr/>
        <a:lstStyle/>
        <a:p>
          <a:r>
            <a:rPr lang="pt-BR" b="0" i="0"/>
            <a:t>Técnicas de Análise de dados: Analise exploratória dos dados, métrica e indicadores-chave de desempenho (KPIs), técnicas de mineração de dados e aprendizado de máquina aplicadas a BI. </a:t>
          </a:r>
          <a:endParaRPr lang="en-US"/>
        </a:p>
      </dgm:t>
    </dgm:pt>
    <dgm:pt modelId="{E2D2FADA-23E5-466D-B550-E27B544C7D38}" type="parTrans" cxnId="{AFC57097-1BF0-46E8-8926-7D2BEF37D7D3}">
      <dgm:prSet/>
      <dgm:spPr/>
      <dgm:t>
        <a:bodyPr/>
        <a:lstStyle/>
        <a:p>
          <a:endParaRPr lang="en-US"/>
        </a:p>
      </dgm:t>
    </dgm:pt>
    <dgm:pt modelId="{85EC3E20-6158-454A-B780-01BEFBE306A9}" type="sibTrans" cxnId="{AFC57097-1BF0-46E8-8926-7D2BEF37D7D3}">
      <dgm:prSet/>
      <dgm:spPr/>
      <dgm:t>
        <a:bodyPr/>
        <a:lstStyle/>
        <a:p>
          <a:endParaRPr lang="en-US"/>
        </a:p>
      </dgm:t>
    </dgm:pt>
    <dgm:pt modelId="{50C5F10B-5127-4B41-B204-2CA47F043C21}">
      <dgm:prSet/>
      <dgm:spPr/>
      <dgm:t>
        <a:bodyPr/>
        <a:lstStyle/>
        <a:p>
          <a:r>
            <a:rPr lang="pt-BR" b="0" i="0"/>
            <a:t>Visualização de Dados e Dashboards: Ferramentas de criação de dashboards, construção e interpretação de dashboards.</a:t>
          </a:r>
          <a:endParaRPr lang="en-US"/>
        </a:p>
      </dgm:t>
    </dgm:pt>
    <dgm:pt modelId="{AD7C6423-01BB-462E-B889-29023D5CB8B0}" type="parTrans" cxnId="{3AD3885D-FC65-44DF-808B-7C3AFE41AE7E}">
      <dgm:prSet/>
      <dgm:spPr/>
      <dgm:t>
        <a:bodyPr/>
        <a:lstStyle/>
        <a:p>
          <a:endParaRPr lang="en-US"/>
        </a:p>
      </dgm:t>
    </dgm:pt>
    <dgm:pt modelId="{E1FE8FC5-8EF7-4996-9573-782AD12183C9}" type="sibTrans" cxnId="{3AD3885D-FC65-44DF-808B-7C3AFE41AE7E}">
      <dgm:prSet/>
      <dgm:spPr/>
      <dgm:t>
        <a:bodyPr/>
        <a:lstStyle/>
        <a:p>
          <a:endParaRPr lang="en-US"/>
        </a:p>
      </dgm:t>
    </dgm:pt>
    <dgm:pt modelId="{8D95FDEF-CCED-4AD9-BE2D-F89C77C6E95C}" type="pres">
      <dgm:prSet presAssocID="{C6A0485A-D5A1-43D2-A9A9-26B6970FF252}" presName="linear" presStyleCnt="0">
        <dgm:presLayoutVars>
          <dgm:animLvl val="lvl"/>
          <dgm:resizeHandles val="exact"/>
        </dgm:presLayoutVars>
      </dgm:prSet>
      <dgm:spPr/>
    </dgm:pt>
    <dgm:pt modelId="{D3673AAA-4342-40F3-9DB1-132E0A38DE67}" type="pres">
      <dgm:prSet presAssocID="{83DB3D70-CCE0-4E72-8328-66E71B075E4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44811D5-392C-490B-841B-898378A4DFD5}" type="pres">
      <dgm:prSet presAssocID="{CB72782D-1FFD-4A2E-904A-9179855EA6C6}" presName="spacer" presStyleCnt="0"/>
      <dgm:spPr/>
    </dgm:pt>
    <dgm:pt modelId="{3636425F-1CC4-4B5B-B922-45D208629087}" type="pres">
      <dgm:prSet presAssocID="{4F6D1CC1-55BC-49B6-8F03-E97FAFE5DEA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9165A97-1C76-4444-AF16-DF89CD418DA8}" type="pres">
      <dgm:prSet presAssocID="{E55EB650-B34B-42D7-BE3B-685B8B8F5C51}" presName="spacer" presStyleCnt="0"/>
      <dgm:spPr/>
    </dgm:pt>
    <dgm:pt modelId="{6DBFECAB-A653-466A-B07E-DAA3DC488550}" type="pres">
      <dgm:prSet presAssocID="{B6C7DDB9-639F-4DFA-952A-2CD5E57F11D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BD71EBC-CD45-4535-9CC5-8B087C62AE5E}" type="pres">
      <dgm:prSet presAssocID="{3A6936F2-4DA3-4715-B285-E22CD25026E5}" presName="spacer" presStyleCnt="0"/>
      <dgm:spPr/>
    </dgm:pt>
    <dgm:pt modelId="{45AD5687-1858-434A-B47E-9C824759E347}" type="pres">
      <dgm:prSet presAssocID="{50D8D3B6-6379-4011-BB2F-F98B6BAA1D6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26EBC91-FDAB-4C6C-93F7-93E6DFB205D0}" type="pres">
      <dgm:prSet presAssocID="{05EE09AE-DB2F-41EC-8D9E-01F284A8CAE1}" presName="spacer" presStyleCnt="0"/>
      <dgm:spPr/>
    </dgm:pt>
    <dgm:pt modelId="{9C57345F-9290-4EC9-9357-74B926693FD1}" type="pres">
      <dgm:prSet presAssocID="{FBC2FA6E-F166-462B-B5C4-BD9FDDEE378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66A7BBF-7148-42FF-B02E-7693458FE615}" type="pres">
      <dgm:prSet presAssocID="{85EC3E20-6158-454A-B780-01BEFBE306A9}" presName="spacer" presStyleCnt="0"/>
      <dgm:spPr/>
    </dgm:pt>
    <dgm:pt modelId="{3AFDCC30-6422-41EF-B803-8B004D4A5C50}" type="pres">
      <dgm:prSet presAssocID="{50C5F10B-5127-4B41-B204-2CA47F043C21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7271A10-CF74-4B8E-A2C9-4A234B8D724E}" type="presOf" srcId="{FBC2FA6E-F166-462B-B5C4-BD9FDDEE3785}" destId="{9C57345F-9290-4EC9-9357-74B926693FD1}" srcOrd="0" destOrd="0" presId="urn:microsoft.com/office/officeart/2005/8/layout/vList2"/>
    <dgm:cxn modelId="{3CCDC319-668D-4290-8D15-9800CD0A931C}" type="presOf" srcId="{50C5F10B-5127-4B41-B204-2CA47F043C21}" destId="{3AFDCC30-6422-41EF-B803-8B004D4A5C50}" srcOrd="0" destOrd="0" presId="urn:microsoft.com/office/officeart/2005/8/layout/vList2"/>
    <dgm:cxn modelId="{C3ABC825-B4B2-41DE-8C6D-00A0455114AA}" srcId="{C6A0485A-D5A1-43D2-A9A9-26B6970FF252}" destId="{B6C7DDB9-639F-4DFA-952A-2CD5E57F11D4}" srcOrd="2" destOrd="0" parTransId="{3EA75E7A-E8F5-4C3C-96D6-19DE51522EF5}" sibTransId="{3A6936F2-4DA3-4715-B285-E22CD25026E5}"/>
    <dgm:cxn modelId="{3AD3885D-FC65-44DF-808B-7C3AFE41AE7E}" srcId="{C6A0485A-D5A1-43D2-A9A9-26B6970FF252}" destId="{50C5F10B-5127-4B41-B204-2CA47F043C21}" srcOrd="5" destOrd="0" parTransId="{AD7C6423-01BB-462E-B889-29023D5CB8B0}" sibTransId="{E1FE8FC5-8EF7-4996-9573-782AD12183C9}"/>
    <dgm:cxn modelId="{34CEB251-F925-41B3-8A0C-BA5303309065}" type="presOf" srcId="{83DB3D70-CCE0-4E72-8328-66E71B075E4A}" destId="{D3673AAA-4342-40F3-9DB1-132E0A38DE67}" srcOrd="0" destOrd="0" presId="urn:microsoft.com/office/officeart/2005/8/layout/vList2"/>
    <dgm:cxn modelId="{9BC3CD93-D4A0-43C5-988F-196AD9B0AAB2}" srcId="{C6A0485A-D5A1-43D2-A9A9-26B6970FF252}" destId="{50D8D3B6-6379-4011-BB2F-F98B6BAA1D68}" srcOrd="3" destOrd="0" parTransId="{7ABC2351-A794-4181-81F8-627FB7922243}" sibTransId="{05EE09AE-DB2F-41EC-8D9E-01F284A8CAE1}"/>
    <dgm:cxn modelId="{AFC57097-1BF0-46E8-8926-7D2BEF37D7D3}" srcId="{C6A0485A-D5A1-43D2-A9A9-26B6970FF252}" destId="{FBC2FA6E-F166-462B-B5C4-BD9FDDEE3785}" srcOrd="4" destOrd="0" parTransId="{E2D2FADA-23E5-466D-B550-E27B544C7D38}" sibTransId="{85EC3E20-6158-454A-B780-01BEFBE306A9}"/>
    <dgm:cxn modelId="{BCD7E1B4-2B22-4DF6-B1B6-C02DDBC2E5B4}" type="presOf" srcId="{C6A0485A-D5A1-43D2-A9A9-26B6970FF252}" destId="{8D95FDEF-CCED-4AD9-BE2D-F89C77C6E95C}" srcOrd="0" destOrd="0" presId="urn:microsoft.com/office/officeart/2005/8/layout/vList2"/>
    <dgm:cxn modelId="{EBAD49B5-4999-4E43-9633-9FD16627028F}" srcId="{C6A0485A-D5A1-43D2-A9A9-26B6970FF252}" destId="{83DB3D70-CCE0-4E72-8328-66E71B075E4A}" srcOrd="0" destOrd="0" parTransId="{1A160AAE-CC63-49BF-A359-59E8AD29A749}" sibTransId="{CB72782D-1FFD-4A2E-904A-9179855EA6C6}"/>
    <dgm:cxn modelId="{4DF486B7-FDE4-44B0-9407-EA955F8F1D5D}" type="presOf" srcId="{B6C7DDB9-639F-4DFA-952A-2CD5E57F11D4}" destId="{6DBFECAB-A653-466A-B07E-DAA3DC488550}" srcOrd="0" destOrd="0" presId="urn:microsoft.com/office/officeart/2005/8/layout/vList2"/>
    <dgm:cxn modelId="{7526DEC6-CF18-424A-9054-0ADCBC4A963C}" srcId="{C6A0485A-D5A1-43D2-A9A9-26B6970FF252}" destId="{4F6D1CC1-55BC-49B6-8F03-E97FAFE5DEA4}" srcOrd="1" destOrd="0" parTransId="{76BDF873-9345-4CA5-B619-E44E54F19E18}" sibTransId="{E55EB650-B34B-42D7-BE3B-685B8B8F5C51}"/>
    <dgm:cxn modelId="{2AA015CC-57B5-493A-A20E-C92B07500E32}" type="presOf" srcId="{50D8D3B6-6379-4011-BB2F-F98B6BAA1D68}" destId="{45AD5687-1858-434A-B47E-9C824759E347}" srcOrd="0" destOrd="0" presId="urn:microsoft.com/office/officeart/2005/8/layout/vList2"/>
    <dgm:cxn modelId="{714DDED6-FF85-498E-BCB6-1C3128196B0A}" type="presOf" srcId="{4F6D1CC1-55BC-49B6-8F03-E97FAFE5DEA4}" destId="{3636425F-1CC4-4B5B-B922-45D208629087}" srcOrd="0" destOrd="0" presId="urn:microsoft.com/office/officeart/2005/8/layout/vList2"/>
    <dgm:cxn modelId="{CDB7BF42-28B9-4CEE-BE13-238D243B0031}" type="presParOf" srcId="{8D95FDEF-CCED-4AD9-BE2D-F89C77C6E95C}" destId="{D3673AAA-4342-40F3-9DB1-132E0A38DE67}" srcOrd="0" destOrd="0" presId="urn:microsoft.com/office/officeart/2005/8/layout/vList2"/>
    <dgm:cxn modelId="{7013D41F-E419-4C9B-85BD-FA84BFEA1CCC}" type="presParOf" srcId="{8D95FDEF-CCED-4AD9-BE2D-F89C77C6E95C}" destId="{844811D5-392C-490B-841B-898378A4DFD5}" srcOrd="1" destOrd="0" presId="urn:microsoft.com/office/officeart/2005/8/layout/vList2"/>
    <dgm:cxn modelId="{D6FD7BD1-F2BC-4B27-BACB-EAF00CB4E05A}" type="presParOf" srcId="{8D95FDEF-CCED-4AD9-BE2D-F89C77C6E95C}" destId="{3636425F-1CC4-4B5B-B922-45D208629087}" srcOrd="2" destOrd="0" presId="urn:microsoft.com/office/officeart/2005/8/layout/vList2"/>
    <dgm:cxn modelId="{94AD9098-FF12-439C-B9DE-6B44AD84F3C5}" type="presParOf" srcId="{8D95FDEF-CCED-4AD9-BE2D-F89C77C6E95C}" destId="{79165A97-1C76-4444-AF16-DF89CD418DA8}" srcOrd="3" destOrd="0" presId="urn:microsoft.com/office/officeart/2005/8/layout/vList2"/>
    <dgm:cxn modelId="{1816145C-23D5-461C-A0E8-A51A59905170}" type="presParOf" srcId="{8D95FDEF-CCED-4AD9-BE2D-F89C77C6E95C}" destId="{6DBFECAB-A653-466A-B07E-DAA3DC488550}" srcOrd="4" destOrd="0" presId="urn:microsoft.com/office/officeart/2005/8/layout/vList2"/>
    <dgm:cxn modelId="{A759563F-2661-4F00-B402-4BB5C75737C5}" type="presParOf" srcId="{8D95FDEF-CCED-4AD9-BE2D-F89C77C6E95C}" destId="{5BD71EBC-CD45-4535-9CC5-8B087C62AE5E}" srcOrd="5" destOrd="0" presId="urn:microsoft.com/office/officeart/2005/8/layout/vList2"/>
    <dgm:cxn modelId="{9C753EFA-D183-47C7-B917-CB1A5E6095BE}" type="presParOf" srcId="{8D95FDEF-CCED-4AD9-BE2D-F89C77C6E95C}" destId="{45AD5687-1858-434A-B47E-9C824759E347}" srcOrd="6" destOrd="0" presId="urn:microsoft.com/office/officeart/2005/8/layout/vList2"/>
    <dgm:cxn modelId="{23203EFB-609A-45FE-9DC7-536C8087685A}" type="presParOf" srcId="{8D95FDEF-CCED-4AD9-BE2D-F89C77C6E95C}" destId="{026EBC91-FDAB-4C6C-93F7-93E6DFB205D0}" srcOrd="7" destOrd="0" presId="urn:microsoft.com/office/officeart/2005/8/layout/vList2"/>
    <dgm:cxn modelId="{DE01BAC3-C54E-44FA-AB6B-31F13A290341}" type="presParOf" srcId="{8D95FDEF-CCED-4AD9-BE2D-F89C77C6E95C}" destId="{9C57345F-9290-4EC9-9357-74B926693FD1}" srcOrd="8" destOrd="0" presId="urn:microsoft.com/office/officeart/2005/8/layout/vList2"/>
    <dgm:cxn modelId="{A9662C5B-FA65-489C-8E8D-241B8FDB5BB2}" type="presParOf" srcId="{8D95FDEF-CCED-4AD9-BE2D-F89C77C6E95C}" destId="{B66A7BBF-7148-42FF-B02E-7693458FE615}" srcOrd="9" destOrd="0" presId="urn:microsoft.com/office/officeart/2005/8/layout/vList2"/>
    <dgm:cxn modelId="{01493F95-8EC3-4ECB-AA70-966D9A7B0EDF}" type="presParOf" srcId="{8D95FDEF-CCED-4AD9-BE2D-F89C77C6E95C}" destId="{3AFDCC30-6422-41EF-B803-8B004D4A5C5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F4DD2C-88E6-41F4-AAB2-850EA0C67F1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548DA1-B7C2-4232-8B12-73B6687A488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C2 - Propor soluções e inovações tecnológicas no desenvolvimento de projetos, materiais, ferramentas, técnicas e soluções na área de dados;</a:t>
          </a:r>
          <a:endParaRPr lang="en-US"/>
        </a:p>
      </dgm:t>
    </dgm:pt>
    <dgm:pt modelId="{1103B8B0-F95C-452F-85FD-F515CFCF2E56}" type="parTrans" cxnId="{89939C2E-D4F5-46DC-99A2-5D25164094E0}">
      <dgm:prSet/>
      <dgm:spPr/>
      <dgm:t>
        <a:bodyPr/>
        <a:lstStyle/>
        <a:p>
          <a:endParaRPr lang="en-US"/>
        </a:p>
      </dgm:t>
    </dgm:pt>
    <dgm:pt modelId="{A39E00CE-DF37-4ECD-B458-6EC1FD50C8DF}" type="sibTrans" cxnId="{89939C2E-D4F5-46DC-99A2-5D25164094E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645D19-62BD-492A-BCCF-254C3A8A93C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C10 - Compreender os fatos essenciais, os conceitos, os princípios e as teorias relacionadas ao ciclo de vida da descoberta do conhecimento e suas aplicações;</a:t>
          </a:r>
          <a:endParaRPr lang="en-US"/>
        </a:p>
      </dgm:t>
    </dgm:pt>
    <dgm:pt modelId="{A8EC26AB-C0E9-49BB-83F9-AD61A504CBD8}" type="parTrans" cxnId="{6BE19477-DA75-4801-8728-F014057B7BDA}">
      <dgm:prSet/>
      <dgm:spPr/>
      <dgm:t>
        <a:bodyPr/>
        <a:lstStyle/>
        <a:p>
          <a:endParaRPr lang="en-US"/>
        </a:p>
      </dgm:t>
    </dgm:pt>
    <dgm:pt modelId="{56877412-1437-496C-9E03-14DD5399876B}" type="sibTrans" cxnId="{6BE19477-DA75-4801-8728-F014057B7BD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A234D0-8052-4389-82C2-0D99727575A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C13 - Estar apto a construir um rico banco de dados com toda a informação demandada para a construção de um modelo baseado em algoritmos de aprendizagem de máquina (Machine Learning);</a:t>
          </a:r>
          <a:endParaRPr lang="en-US"/>
        </a:p>
      </dgm:t>
    </dgm:pt>
    <dgm:pt modelId="{F9A64104-C40E-42A9-85F8-82306C6AC39F}" type="parTrans" cxnId="{EC1AE82A-9311-4D34-92B2-EE4A055325E7}">
      <dgm:prSet/>
      <dgm:spPr/>
      <dgm:t>
        <a:bodyPr/>
        <a:lstStyle/>
        <a:p>
          <a:endParaRPr lang="en-US"/>
        </a:p>
      </dgm:t>
    </dgm:pt>
    <dgm:pt modelId="{4AC4CB18-E1D7-447A-9856-153DAB69442C}" type="sibTrans" cxnId="{EC1AE82A-9311-4D34-92B2-EE4A055325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EDF134-A0F3-4024-A06F-DF06C4B90CF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C14 - Integração de ferramentas computacionais no processo de tomada de decisão baseada em modelos de aprendizagem de máquina (Machine Learning).</a:t>
          </a:r>
          <a:endParaRPr lang="en-US"/>
        </a:p>
      </dgm:t>
    </dgm:pt>
    <dgm:pt modelId="{DC34D034-CDD0-4743-8A9C-6A8DAD506A99}" type="parTrans" cxnId="{976A8EAE-1B43-4D06-8476-C80AC9952331}">
      <dgm:prSet/>
      <dgm:spPr/>
      <dgm:t>
        <a:bodyPr/>
        <a:lstStyle/>
        <a:p>
          <a:endParaRPr lang="en-US"/>
        </a:p>
      </dgm:t>
    </dgm:pt>
    <dgm:pt modelId="{0E436466-8B8B-4341-A264-3950D5AAFCFC}" type="sibTrans" cxnId="{976A8EAE-1B43-4D06-8476-C80AC9952331}">
      <dgm:prSet/>
      <dgm:spPr/>
      <dgm:t>
        <a:bodyPr/>
        <a:lstStyle/>
        <a:p>
          <a:endParaRPr lang="en-US"/>
        </a:p>
      </dgm:t>
    </dgm:pt>
    <dgm:pt modelId="{988EBB3F-FA65-4EAC-860D-DDC5B7956D26}" type="pres">
      <dgm:prSet presAssocID="{71F4DD2C-88E6-41F4-AAB2-850EA0C67F18}" presName="root" presStyleCnt="0">
        <dgm:presLayoutVars>
          <dgm:dir/>
          <dgm:resizeHandles val="exact"/>
        </dgm:presLayoutVars>
      </dgm:prSet>
      <dgm:spPr/>
    </dgm:pt>
    <dgm:pt modelId="{E643E44F-A8C7-433F-8DF6-52E0FD731118}" type="pres">
      <dgm:prSet presAssocID="{71F4DD2C-88E6-41F4-AAB2-850EA0C67F18}" presName="container" presStyleCnt="0">
        <dgm:presLayoutVars>
          <dgm:dir/>
          <dgm:resizeHandles val="exact"/>
        </dgm:presLayoutVars>
      </dgm:prSet>
      <dgm:spPr/>
    </dgm:pt>
    <dgm:pt modelId="{14704145-2C46-4E52-A6A8-EC55AEB51C12}" type="pres">
      <dgm:prSet presAssocID="{31548DA1-B7C2-4232-8B12-73B6687A4886}" presName="compNode" presStyleCnt="0"/>
      <dgm:spPr/>
    </dgm:pt>
    <dgm:pt modelId="{A92CB376-9516-4DBE-890E-32AAB5F07D6C}" type="pres">
      <dgm:prSet presAssocID="{31548DA1-B7C2-4232-8B12-73B6687A4886}" presName="iconBgRect" presStyleLbl="bgShp" presStyleIdx="0" presStyleCnt="4"/>
      <dgm:spPr/>
    </dgm:pt>
    <dgm:pt modelId="{11ABE88A-D272-4A62-819A-DA30FD8D092D}" type="pres">
      <dgm:prSet presAssocID="{31548DA1-B7C2-4232-8B12-73B6687A488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66687D16-041F-48AE-BFED-FAF21E2FD3D9}" type="pres">
      <dgm:prSet presAssocID="{31548DA1-B7C2-4232-8B12-73B6687A4886}" presName="spaceRect" presStyleCnt="0"/>
      <dgm:spPr/>
    </dgm:pt>
    <dgm:pt modelId="{F7926F1D-28A0-434B-99CD-FEB966AC54D6}" type="pres">
      <dgm:prSet presAssocID="{31548DA1-B7C2-4232-8B12-73B6687A4886}" presName="textRect" presStyleLbl="revTx" presStyleIdx="0" presStyleCnt="4">
        <dgm:presLayoutVars>
          <dgm:chMax val="1"/>
          <dgm:chPref val="1"/>
        </dgm:presLayoutVars>
      </dgm:prSet>
      <dgm:spPr/>
    </dgm:pt>
    <dgm:pt modelId="{1C3B55B7-AB1A-4563-8D9B-B6DABB780927}" type="pres">
      <dgm:prSet presAssocID="{A39E00CE-DF37-4ECD-B458-6EC1FD50C8DF}" presName="sibTrans" presStyleLbl="sibTrans2D1" presStyleIdx="0" presStyleCnt="0"/>
      <dgm:spPr/>
    </dgm:pt>
    <dgm:pt modelId="{CDF8C0BE-1EA7-41A1-8731-23FA21070E1F}" type="pres">
      <dgm:prSet presAssocID="{61645D19-62BD-492A-BCCF-254C3A8A93C3}" presName="compNode" presStyleCnt="0"/>
      <dgm:spPr/>
    </dgm:pt>
    <dgm:pt modelId="{5BC8F59B-F38E-42DE-9611-05E05BEFC428}" type="pres">
      <dgm:prSet presAssocID="{61645D19-62BD-492A-BCCF-254C3A8A93C3}" presName="iconBgRect" presStyleLbl="bgShp" presStyleIdx="1" presStyleCnt="4"/>
      <dgm:spPr/>
    </dgm:pt>
    <dgm:pt modelId="{33F71C07-2E41-4BB5-9A55-231E010834B4}" type="pres">
      <dgm:prSet presAssocID="{61645D19-62BD-492A-BCCF-254C3A8A93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irinto"/>
        </a:ext>
      </dgm:extLst>
    </dgm:pt>
    <dgm:pt modelId="{1E0E4135-48A5-452D-954C-31DFC9B369C3}" type="pres">
      <dgm:prSet presAssocID="{61645D19-62BD-492A-BCCF-254C3A8A93C3}" presName="spaceRect" presStyleCnt="0"/>
      <dgm:spPr/>
    </dgm:pt>
    <dgm:pt modelId="{F5797B8B-A92F-4F59-9B8D-40CE30076256}" type="pres">
      <dgm:prSet presAssocID="{61645D19-62BD-492A-BCCF-254C3A8A93C3}" presName="textRect" presStyleLbl="revTx" presStyleIdx="1" presStyleCnt="4">
        <dgm:presLayoutVars>
          <dgm:chMax val="1"/>
          <dgm:chPref val="1"/>
        </dgm:presLayoutVars>
      </dgm:prSet>
      <dgm:spPr/>
    </dgm:pt>
    <dgm:pt modelId="{6B09C4D1-D141-4A26-9696-D6E6EC068EA6}" type="pres">
      <dgm:prSet presAssocID="{56877412-1437-496C-9E03-14DD5399876B}" presName="sibTrans" presStyleLbl="sibTrans2D1" presStyleIdx="0" presStyleCnt="0"/>
      <dgm:spPr/>
    </dgm:pt>
    <dgm:pt modelId="{FCC25641-7F77-40B4-B1D0-425AEC74511C}" type="pres">
      <dgm:prSet presAssocID="{89A234D0-8052-4389-82C2-0D99727575AB}" presName="compNode" presStyleCnt="0"/>
      <dgm:spPr/>
    </dgm:pt>
    <dgm:pt modelId="{455D31E3-0D9F-465A-A406-9059465B07B9}" type="pres">
      <dgm:prSet presAssocID="{89A234D0-8052-4389-82C2-0D99727575AB}" presName="iconBgRect" presStyleLbl="bgShp" presStyleIdx="2" presStyleCnt="4"/>
      <dgm:spPr/>
    </dgm:pt>
    <dgm:pt modelId="{37CA3031-27F1-4205-98EF-6B4BD1F1A94D}" type="pres">
      <dgm:prSet presAssocID="{89A234D0-8052-4389-82C2-0D99727575A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FC4A1EE9-7C38-46A6-A77E-5AFC9EED7CFA}" type="pres">
      <dgm:prSet presAssocID="{89A234D0-8052-4389-82C2-0D99727575AB}" presName="spaceRect" presStyleCnt="0"/>
      <dgm:spPr/>
    </dgm:pt>
    <dgm:pt modelId="{709A46B0-72FB-41AF-A234-12C4568A9C6E}" type="pres">
      <dgm:prSet presAssocID="{89A234D0-8052-4389-82C2-0D99727575AB}" presName="textRect" presStyleLbl="revTx" presStyleIdx="2" presStyleCnt="4">
        <dgm:presLayoutVars>
          <dgm:chMax val="1"/>
          <dgm:chPref val="1"/>
        </dgm:presLayoutVars>
      </dgm:prSet>
      <dgm:spPr/>
    </dgm:pt>
    <dgm:pt modelId="{048606E5-A68F-40A7-ABC4-961FE634E39B}" type="pres">
      <dgm:prSet presAssocID="{4AC4CB18-E1D7-447A-9856-153DAB69442C}" presName="sibTrans" presStyleLbl="sibTrans2D1" presStyleIdx="0" presStyleCnt="0"/>
      <dgm:spPr/>
    </dgm:pt>
    <dgm:pt modelId="{533FA067-C5E8-4C37-9677-E4DC68456814}" type="pres">
      <dgm:prSet presAssocID="{0CEDF134-A0F3-4024-A06F-DF06C4B90CFB}" presName="compNode" presStyleCnt="0"/>
      <dgm:spPr/>
    </dgm:pt>
    <dgm:pt modelId="{7A29AA02-8E0C-4205-8D1D-85B332834DB3}" type="pres">
      <dgm:prSet presAssocID="{0CEDF134-A0F3-4024-A06F-DF06C4B90CFB}" presName="iconBgRect" presStyleLbl="bgShp" presStyleIdx="3" presStyleCnt="4"/>
      <dgm:spPr/>
    </dgm:pt>
    <dgm:pt modelId="{54BC86A8-2399-43C5-9C20-3E43C5E89CED}" type="pres">
      <dgm:prSet presAssocID="{0CEDF134-A0F3-4024-A06F-DF06C4B90C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342422E-5918-4C4D-A2EB-701746ACAFA5}" type="pres">
      <dgm:prSet presAssocID="{0CEDF134-A0F3-4024-A06F-DF06C4B90CFB}" presName="spaceRect" presStyleCnt="0"/>
      <dgm:spPr/>
    </dgm:pt>
    <dgm:pt modelId="{E1ABBC7C-4C8E-4816-B0BC-A336E1139005}" type="pres">
      <dgm:prSet presAssocID="{0CEDF134-A0F3-4024-A06F-DF06C4B90CF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C1AE82A-9311-4D34-92B2-EE4A055325E7}" srcId="{71F4DD2C-88E6-41F4-AAB2-850EA0C67F18}" destId="{89A234D0-8052-4389-82C2-0D99727575AB}" srcOrd="2" destOrd="0" parTransId="{F9A64104-C40E-42A9-85F8-82306C6AC39F}" sibTransId="{4AC4CB18-E1D7-447A-9856-153DAB69442C}"/>
    <dgm:cxn modelId="{89939C2E-D4F5-46DC-99A2-5D25164094E0}" srcId="{71F4DD2C-88E6-41F4-AAB2-850EA0C67F18}" destId="{31548DA1-B7C2-4232-8B12-73B6687A4886}" srcOrd="0" destOrd="0" parTransId="{1103B8B0-F95C-452F-85FD-F515CFCF2E56}" sibTransId="{A39E00CE-DF37-4ECD-B458-6EC1FD50C8DF}"/>
    <dgm:cxn modelId="{6BE19477-DA75-4801-8728-F014057B7BDA}" srcId="{71F4DD2C-88E6-41F4-AAB2-850EA0C67F18}" destId="{61645D19-62BD-492A-BCCF-254C3A8A93C3}" srcOrd="1" destOrd="0" parTransId="{A8EC26AB-C0E9-49BB-83F9-AD61A504CBD8}" sibTransId="{56877412-1437-496C-9E03-14DD5399876B}"/>
    <dgm:cxn modelId="{212D4C78-838F-4620-9B77-33579DCD29B2}" type="presOf" srcId="{56877412-1437-496C-9E03-14DD5399876B}" destId="{6B09C4D1-D141-4A26-9696-D6E6EC068EA6}" srcOrd="0" destOrd="0" presId="urn:microsoft.com/office/officeart/2018/2/layout/IconCircleList"/>
    <dgm:cxn modelId="{B0BA0E7D-863C-49B4-8BF9-9F9AFF9A8026}" type="presOf" srcId="{0CEDF134-A0F3-4024-A06F-DF06C4B90CFB}" destId="{E1ABBC7C-4C8E-4816-B0BC-A336E1139005}" srcOrd="0" destOrd="0" presId="urn:microsoft.com/office/officeart/2018/2/layout/IconCircleList"/>
    <dgm:cxn modelId="{147CB492-3A0F-440D-8F3E-88B88D60FD18}" type="presOf" srcId="{31548DA1-B7C2-4232-8B12-73B6687A4886}" destId="{F7926F1D-28A0-434B-99CD-FEB966AC54D6}" srcOrd="0" destOrd="0" presId="urn:microsoft.com/office/officeart/2018/2/layout/IconCircleList"/>
    <dgm:cxn modelId="{CA7D21A5-CE33-4B03-9D79-7D691B73F3BC}" type="presOf" srcId="{4AC4CB18-E1D7-447A-9856-153DAB69442C}" destId="{048606E5-A68F-40A7-ABC4-961FE634E39B}" srcOrd="0" destOrd="0" presId="urn:microsoft.com/office/officeart/2018/2/layout/IconCircleList"/>
    <dgm:cxn modelId="{976A8EAE-1B43-4D06-8476-C80AC9952331}" srcId="{71F4DD2C-88E6-41F4-AAB2-850EA0C67F18}" destId="{0CEDF134-A0F3-4024-A06F-DF06C4B90CFB}" srcOrd="3" destOrd="0" parTransId="{DC34D034-CDD0-4743-8A9C-6A8DAD506A99}" sibTransId="{0E436466-8B8B-4341-A264-3950D5AAFCFC}"/>
    <dgm:cxn modelId="{B47B9BC0-3DBC-4C64-9E37-71BC762E88E8}" type="presOf" srcId="{A39E00CE-DF37-4ECD-B458-6EC1FD50C8DF}" destId="{1C3B55B7-AB1A-4563-8D9B-B6DABB780927}" srcOrd="0" destOrd="0" presId="urn:microsoft.com/office/officeart/2018/2/layout/IconCircleList"/>
    <dgm:cxn modelId="{A8FED5CE-AAB4-4FFF-BDDE-C742DF0A838E}" type="presOf" srcId="{61645D19-62BD-492A-BCCF-254C3A8A93C3}" destId="{F5797B8B-A92F-4F59-9B8D-40CE30076256}" srcOrd="0" destOrd="0" presId="urn:microsoft.com/office/officeart/2018/2/layout/IconCircleList"/>
    <dgm:cxn modelId="{23B2BFDB-CA1A-418D-BCD1-731FB6F3D11F}" type="presOf" srcId="{89A234D0-8052-4389-82C2-0D99727575AB}" destId="{709A46B0-72FB-41AF-A234-12C4568A9C6E}" srcOrd="0" destOrd="0" presId="urn:microsoft.com/office/officeart/2018/2/layout/IconCircleList"/>
    <dgm:cxn modelId="{0ACD15F2-7410-4A25-B0AD-CFA73681EE4B}" type="presOf" srcId="{71F4DD2C-88E6-41F4-AAB2-850EA0C67F18}" destId="{988EBB3F-FA65-4EAC-860D-DDC5B7956D26}" srcOrd="0" destOrd="0" presId="urn:microsoft.com/office/officeart/2018/2/layout/IconCircleList"/>
    <dgm:cxn modelId="{06266C15-1D1B-4F32-9D4A-97FB1DAC0E42}" type="presParOf" srcId="{988EBB3F-FA65-4EAC-860D-DDC5B7956D26}" destId="{E643E44F-A8C7-433F-8DF6-52E0FD731118}" srcOrd="0" destOrd="0" presId="urn:microsoft.com/office/officeart/2018/2/layout/IconCircleList"/>
    <dgm:cxn modelId="{C4167D5A-A284-438D-A173-C721FB51EF91}" type="presParOf" srcId="{E643E44F-A8C7-433F-8DF6-52E0FD731118}" destId="{14704145-2C46-4E52-A6A8-EC55AEB51C12}" srcOrd="0" destOrd="0" presId="urn:microsoft.com/office/officeart/2018/2/layout/IconCircleList"/>
    <dgm:cxn modelId="{A1F9651B-12F2-4EFA-8D74-FC705E3DF622}" type="presParOf" srcId="{14704145-2C46-4E52-A6A8-EC55AEB51C12}" destId="{A92CB376-9516-4DBE-890E-32AAB5F07D6C}" srcOrd="0" destOrd="0" presId="urn:microsoft.com/office/officeart/2018/2/layout/IconCircleList"/>
    <dgm:cxn modelId="{D7E211B0-8FA5-4D4F-8E2A-FC53EB0F5E68}" type="presParOf" srcId="{14704145-2C46-4E52-A6A8-EC55AEB51C12}" destId="{11ABE88A-D272-4A62-819A-DA30FD8D092D}" srcOrd="1" destOrd="0" presId="urn:microsoft.com/office/officeart/2018/2/layout/IconCircleList"/>
    <dgm:cxn modelId="{FF2430F4-7BF9-4E99-8DAC-1655F36AEDD8}" type="presParOf" srcId="{14704145-2C46-4E52-A6A8-EC55AEB51C12}" destId="{66687D16-041F-48AE-BFED-FAF21E2FD3D9}" srcOrd="2" destOrd="0" presId="urn:microsoft.com/office/officeart/2018/2/layout/IconCircleList"/>
    <dgm:cxn modelId="{B8D965FD-CB3C-4A96-A2DB-81FB267147B2}" type="presParOf" srcId="{14704145-2C46-4E52-A6A8-EC55AEB51C12}" destId="{F7926F1D-28A0-434B-99CD-FEB966AC54D6}" srcOrd="3" destOrd="0" presId="urn:microsoft.com/office/officeart/2018/2/layout/IconCircleList"/>
    <dgm:cxn modelId="{22EABA85-1100-4C22-BDDA-CB8DBD9A3D9B}" type="presParOf" srcId="{E643E44F-A8C7-433F-8DF6-52E0FD731118}" destId="{1C3B55B7-AB1A-4563-8D9B-B6DABB780927}" srcOrd="1" destOrd="0" presId="urn:microsoft.com/office/officeart/2018/2/layout/IconCircleList"/>
    <dgm:cxn modelId="{5C3A6992-FC62-4B56-BEF8-DE1C8471121A}" type="presParOf" srcId="{E643E44F-A8C7-433F-8DF6-52E0FD731118}" destId="{CDF8C0BE-1EA7-41A1-8731-23FA21070E1F}" srcOrd="2" destOrd="0" presId="urn:microsoft.com/office/officeart/2018/2/layout/IconCircleList"/>
    <dgm:cxn modelId="{32D2D778-6388-4BE2-AD4F-B8548B27466E}" type="presParOf" srcId="{CDF8C0BE-1EA7-41A1-8731-23FA21070E1F}" destId="{5BC8F59B-F38E-42DE-9611-05E05BEFC428}" srcOrd="0" destOrd="0" presId="urn:microsoft.com/office/officeart/2018/2/layout/IconCircleList"/>
    <dgm:cxn modelId="{F0CD6A21-318F-47DF-B78F-8A6E3B1FA5BC}" type="presParOf" srcId="{CDF8C0BE-1EA7-41A1-8731-23FA21070E1F}" destId="{33F71C07-2E41-4BB5-9A55-231E010834B4}" srcOrd="1" destOrd="0" presId="urn:microsoft.com/office/officeart/2018/2/layout/IconCircleList"/>
    <dgm:cxn modelId="{95797E0E-F2B7-4AE0-8FEB-0F300DAB1E2C}" type="presParOf" srcId="{CDF8C0BE-1EA7-41A1-8731-23FA21070E1F}" destId="{1E0E4135-48A5-452D-954C-31DFC9B369C3}" srcOrd="2" destOrd="0" presId="urn:microsoft.com/office/officeart/2018/2/layout/IconCircleList"/>
    <dgm:cxn modelId="{82B350F5-08F6-44FB-A970-23E311C63D6C}" type="presParOf" srcId="{CDF8C0BE-1EA7-41A1-8731-23FA21070E1F}" destId="{F5797B8B-A92F-4F59-9B8D-40CE30076256}" srcOrd="3" destOrd="0" presId="urn:microsoft.com/office/officeart/2018/2/layout/IconCircleList"/>
    <dgm:cxn modelId="{D8848883-2D45-4336-A5B7-9A1580CF3E8F}" type="presParOf" srcId="{E643E44F-A8C7-433F-8DF6-52E0FD731118}" destId="{6B09C4D1-D141-4A26-9696-D6E6EC068EA6}" srcOrd="3" destOrd="0" presId="urn:microsoft.com/office/officeart/2018/2/layout/IconCircleList"/>
    <dgm:cxn modelId="{6F9BC002-B031-4370-8A58-092450EFCE31}" type="presParOf" srcId="{E643E44F-A8C7-433F-8DF6-52E0FD731118}" destId="{FCC25641-7F77-40B4-B1D0-425AEC74511C}" srcOrd="4" destOrd="0" presId="urn:microsoft.com/office/officeart/2018/2/layout/IconCircleList"/>
    <dgm:cxn modelId="{84A138E4-6C5C-46CD-9666-37F2129002FC}" type="presParOf" srcId="{FCC25641-7F77-40B4-B1D0-425AEC74511C}" destId="{455D31E3-0D9F-465A-A406-9059465B07B9}" srcOrd="0" destOrd="0" presId="urn:microsoft.com/office/officeart/2018/2/layout/IconCircleList"/>
    <dgm:cxn modelId="{1A40683A-2C08-4805-8BB4-16D1FD8E64F5}" type="presParOf" srcId="{FCC25641-7F77-40B4-B1D0-425AEC74511C}" destId="{37CA3031-27F1-4205-98EF-6B4BD1F1A94D}" srcOrd="1" destOrd="0" presId="urn:microsoft.com/office/officeart/2018/2/layout/IconCircleList"/>
    <dgm:cxn modelId="{D55E9787-C34E-4362-BAA1-624BD41DD532}" type="presParOf" srcId="{FCC25641-7F77-40B4-B1D0-425AEC74511C}" destId="{FC4A1EE9-7C38-46A6-A77E-5AFC9EED7CFA}" srcOrd="2" destOrd="0" presId="urn:microsoft.com/office/officeart/2018/2/layout/IconCircleList"/>
    <dgm:cxn modelId="{E58E7A95-525E-4EAD-8842-F801E91F8A19}" type="presParOf" srcId="{FCC25641-7F77-40B4-B1D0-425AEC74511C}" destId="{709A46B0-72FB-41AF-A234-12C4568A9C6E}" srcOrd="3" destOrd="0" presId="urn:microsoft.com/office/officeart/2018/2/layout/IconCircleList"/>
    <dgm:cxn modelId="{9C8A8AA2-1A0C-438B-9685-B87A65345F64}" type="presParOf" srcId="{E643E44F-A8C7-433F-8DF6-52E0FD731118}" destId="{048606E5-A68F-40A7-ABC4-961FE634E39B}" srcOrd="5" destOrd="0" presId="urn:microsoft.com/office/officeart/2018/2/layout/IconCircleList"/>
    <dgm:cxn modelId="{3FD06C23-9785-4B08-A32A-48947E0E7CFC}" type="presParOf" srcId="{E643E44F-A8C7-433F-8DF6-52E0FD731118}" destId="{533FA067-C5E8-4C37-9677-E4DC68456814}" srcOrd="6" destOrd="0" presId="urn:microsoft.com/office/officeart/2018/2/layout/IconCircleList"/>
    <dgm:cxn modelId="{D7113BEB-6110-43E0-8CF7-F372BABB5087}" type="presParOf" srcId="{533FA067-C5E8-4C37-9677-E4DC68456814}" destId="{7A29AA02-8E0C-4205-8D1D-85B332834DB3}" srcOrd="0" destOrd="0" presId="urn:microsoft.com/office/officeart/2018/2/layout/IconCircleList"/>
    <dgm:cxn modelId="{EF8C8564-78A3-4B5E-8887-1EE4F2342FC5}" type="presParOf" srcId="{533FA067-C5E8-4C37-9677-E4DC68456814}" destId="{54BC86A8-2399-43C5-9C20-3E43C5E89CED}" srcOrd="1" destOrd="0" presId="urn:microsoft.com/office/officeart/2018/2/layout/IconCircleList"/>
    <dgm:cxn modelId="{2B1CF56C-010A-4AB1-80FA-8D8D74D53F41}" type="presParOf" srcId="{533FA067-C5E8-4C37-9677-E4DC68456814}" destId="{D342422E-5918-4C4D-A2EB-701746ACAFA5}" srcOrd="2" destOrd="0" presId="urn:microsoft.com/office/officeart/2018/2/layout/IconCircleList"/>
    <dgm:cxn modelId="{8FC541F8-D023-4247-9905-051A0A128753}" type="presParOf" srcId="{533FA067-C5E8-4C37-9677-E4DC68456814}" destId="{E1ABBC7C-4C8E-4816-B0BC-A336E113900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6446C6-E571-4AD2-A68E-E2D4699A5BC2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85A6BF-20C3-4646-91E8-6820AE3B9B9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0" i="0" baseline="0"/>
            <a:t>H1 - Identificar conceitos sobre Business Intelligence (BI) e como eles podem ser aplicados na prática;</a:t>
          </a:r>
          <a:endParaRPr lang="en-US"/>
        </a:p>
      </dgm:t>
    </dgm:pt>
    <dgm:pt modelId="{144D206B-DBC3-456E-87DD-85EE239E7E23}" type="parTrans" cxnId="{5C1CFA12-5FC6-43DA-B0ED-B1DD8B506E93}">
      <dgm:prSet/>
      <dgm:spPr/>
      <dgm:t>
        <a:bodyPr/>
        <a:lstStyle/>
        <a:p>
          <a:endParaRPr lang="en-US"/>
        </a:p>
      </dgm:t>
    </dgm:pt>
    <dgm:pt modelId="{6D02CD4A-B6C6-45A4-AC0A-E8212F5D6F92}" type="sibTrans" cxnId="{5C1CFA12-5FC6-43DA-B0ED-B1DD8B506E93}">
      <dgm:prSet/>
      <dgm:spPr/>
      <dgm:t>
        <a:bodyPr/>
        <a:lstStyle/>
        <a:p>
          <a:endParaRPr lang="en-US"/>
        </a:p>
      </dgm:t>
    </dgm:pt>
    <dgm:pt modelId="{9C0A6D48-6B95-4677-AAC8-9300AA42197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0" i="0" baseline="0"/>
            <a:t>H2 - Resolver problemas clássicos sobre BI;</a:t>
          </a:r>
          <a:endParaRPr lang="en-US"/>
        </a:p>
      </dgm:t>
    </dgm:pt>
    <dgm:pt modelId="{38278A15-9460-40F6-99C0-C2516B42963F}" type="parTrans" cxnId="{DB2A7F16-2937-4737-B48A-4BDAEF63747E}">
      <dgm:prSet/>
      <dgm:spPr/>
      <dgm:t>
        <a:bodyPr/>
        <a:lstStyle/>
        <a:p>
          <a:endParaRPr lang="en-US"/>
        </a:p>
      </dgm:t>
    </dgm:pt>
    <dgm:pt modelId="{E61C3681-BB83-47C8-BBA5-8AD5E199B8AE}" type="sibTrans" cxnId="{DB2A7F16-2937-4737-B48A-4BDAEF63747E}">
      <dgm:prSet/>
      <dgm:spPr/>
      <dgm:t>
        <a:bodyPr/>
        <a:lstStyle/>
        <a:p>
          <a:endParaRPr lang="en-US"/>
        </a:p>
      </dgm:t>
    </dgm:pt>
    <dgm:pt modelId="{9D59F5D7-2A16-4266-804E-BACCD43961B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0" i="0" baseline="0"/>
            <a:t>H3 - Selecionar a solução mais adequada para determinados problemas de BI;</a:t>
          </a:r>
          <a:endParaRPr lang="en-US" dirty="0"/>
        </a:p>
      </dgm:t>
    </dgm:pt>
    <dgm:pt modelId="{C4254819-503D-4BCB-B163-131BB570FEF4}" type="parTrans" cxnId="{C4A20BCE-D8D8-4BD9-BF9B-00A8B0D57952}">
      <dgm:prSet/>
      <dgm:spPr/>
      <dgm:t>
        <a:bodyPr/>
        <a:lstStyle/>
        <a:p>
          <a:endParaRPr lang="en-US"/>
        </a:p>
      </dgm:t>
    </dgm:pt>
    <dgm:pt modelId="{F1D309A3-CC44-4330-A54C-94B31B82832B}" type="sibTrans" cxnId="{C4A20BCE-D8D8-4BD9-BF9B-00A8B0D57952}">
      <dgm:prSet/>
      <dgm:spPr/>
      <dgm:t>
        <a:bodyPr/>
        <a:lstStyle/>
        <a:p>
          <a:endParaRPr lang="en-US"/>
        </a:p>
      </dgm:t>
    </dgm:pt>
    <dgm:pt modelId="{73ABAE0C-1C07-4051-8C6F-B74236D8183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0" i="0" baseline="0"/>
            <a:t>H4 - Conhecer as tendências mais atuais na área de BI e suas aplicações nas mais diversas áreas do conhecimento.</a:t>
          </a:r>
          <a:endParaRPr lang="en-US"/>
        </a:p>
      </dgm:t>
    </dgm:pt>
    <dgm:pt modelId="{E373D6AE-F158-4C57-8E85-3B8F0DBD3BBB}" type="parTrans" cxnId="{95FE6783-4280-4E6A-96FF-0F00006D83F7}">
      <dgm:prSet/>
      <dgm:spPr/>
      <dgm:t>
        <a:bodyPr/>
        <a:lstStyle/>
        <a:p>
          <a:endParaRPr lang="en-US"/>
        </a:p>
      </dgm:t>
    </dgm:pt>
    <dgm:pt modelId="{7C3FC514-5B01-4334-834E-C5109370F476}" type="sibTrans" cxnId="{95FE6783-4280-4E6A-96FF-0F00006D83F7}">
      <dgm:prSet/>
      <dgm:spPr/>
      <dgm:t>
        <a:bodyPr/>
        <a:lstStyle/>
        <a:p>
          <a:endParaRPr lang="en-US"/>
        </a:p>
      </dgm:t>
    </dgm:pt>
    <dgm:pt modelId="{BB54DCA3-9DE4-4324-94E9-86939F732E65}" type="pres">
      <dgm:prSet presAssocID="{E06446C6-E571-4AD2-A68E-E2D4699A5BC2}" presName="root" presStyleCnt="0">
        <dgm:presLayoutVars>
          <dgm:dir/>
          <dgm:resizeHandles val="exact"/>
        </dgm:presLayoutVars>
      </dgm:prSet>
      <dgm:spPr/>
    </dgm:pt>
    <dgm:pt modelId="{4D3A0AC2-29E9-4E59-B02C-C58E757044B9}" type="pres">
      <dgm:prSet presAssocID="{1585A6BF-20C3-4646-91E8-6820AE3B9B9C}" presName="compNode" presStyleCnt="0"/>
      <dgm:spPr/>
    </dgm:pt>
    <dgm:pt modelId="{54CCFA68-D4FC-4C6C-A033-EF979CFA2242}" type="pres">
      <dgm:prSet presAssocID="{1585A6BF-20C3-4646-91E8-6820AE3B9B9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FA44595-3DAE-42B9-9AD7-D3DE11D29985}" type="pres">
      <dgm:prSet presAssocID="{1585A6BF-20C3-4646-91E8-6820AE3B9B9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5FE9644-C7A5-4C9B-95C5-B5789B839071}" type="pres">
      <dgm:prSet presAssocID="{1585A6BF-20C3-4646-91E8-6820AE3B9B9C}" presName="spaceRect" presStyleCnt="0"/>
      <dgm:spPr/>
    </dgm:pt>
    <dgm:pt modelId="{AC1CEE89-F5BC-42C0-8E7B-18E63390A639}" type="pres">
      <dgm:prSet presAssocID="{1585A6BF-20C3-4646-91E8-6820AE3B9B9C}" presName="textRect" presStyleLbl="revTx" presStyleIdx="0" presStyleCnt="4">
        <dgm:presLayoutVars>
          <dgm:chMax val="1"/>
          <dgm:chPref val="1"/>
        </dgm:presLayoutVars>
      </dgm:prSet>
      <dgm:spPr/>
    </dgm:pt>
    <dgm:pt modelId="{A9434577-E6AF-4F1B-9826-9A0F7D7020B4}" type="pres">
      <dgm:prSet presAssocID="{6D02CD4A-B6C6-45A4-AC0A-E8212F5D6F92}" presName="sibTrans" presStyleCnt="0"/>
      <dgm:spPr/>
    </dgm:pt>
    <dgm:pt modelId="{D1E9CC72-E605-4D3E-81DD-2834EA3EB7DC}" type="pres">
      <dgm:prSet presAssocID="{9C0A6D48-6B95-4677-AAC8-9300AA42197E}" presName="compNode" presStyleCnt="0"/>
      <dgm:spPr/>
    </dgm:pt>
    <dgm:pt modelId="{43289AE3-A03A-4426-929D-8EC37A65320D}" type="pres">
      <dgm:prSet presAssocID="{9C0A6D48-6B95-4677-AAC8-9300AA42197E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1594C7A-F53C-44EE-B118-5FD63C1634FB}" type="pres">
      <dgm:prSet presAssocID="{9C0A6D48-6B95-4677-AAC8-9300AA42197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erramentas"/>
        </a:ext>
      </dgm:extLst>
    </dgm:pt>
    <dgm:pt modelId="{D508746E-1E1D-403E-A3B6-08B173C2D472}" type="pres">
      <dgm:prSet presAssocID="{9C0A6D48-6B95-4677-AAC8-9300AA42197E}" presName="spaceRect" presStyleCnt="0"/>
      <dgm:spPr/>
    </dgm:pt>
    <dgm:pt modelId="{7E99869F-5343-4458-8991-ED2D40B86855}" type="pres">
      <dgm:prSet presAssocID="{9C0A6D48-6B95-4677-AAC8-9300AA42197E}" presName="textRect" presStyleLbl="revTx" presStyleIdx="1" presStyleCnt="4">
        <dgm:presLayoutVars>
          <dgm:chMax val="1"/>
          <dgm:chPref val="1"/>
        </dgm:presLayoutVars>
      </dgm:prSet>
      <dgm:spPr/>
    </dgm:pt>
    <dgm:pt modelId="{A0204B86-7C17-4814-86A8-2B27DF293A4A}" type="pres">
      <dgm:prSet presAssocID="{E61C3681-BB83-47C8-BBA5-8AD5E199B8AE}" presName="sibTrans" presStyleCnt="0"/>
      <dgm:spPr/>
    </dgm:pt>
    <dgm:pt modelId="{893B03DB-D14E-49D0-9E13-CC7A3B0ECE59}" type="pres">
      <dgm:prSet presAssocID="{9D59F5D7-2A16-4266-804E-BACCD43961B1}" presName="compNode" presStyleCnt="0"/>
      <dgm:spPr/>
    </dgm:pt>
    <dgm:pt modelId="{C3D1CD27-9F62-49CB-A35D-C7055C2BFE29}" type="pres">
      <dgm:prSet presAssocID="{9D59F5D7-2A16-4266-804E-BACCD43961B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83F32F6-15F0-478C-92F0-624205ED79D2}" type="pres">
      <dgm:prSet presAssocID="{9D59F5D7-2A16-4266-804E-BACCD43961B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C4C86198-5F30-4D6F-9D0D-9EA8F4601D54}" type="pres">
      <dgm:prSet presAssocID="{9D59F5D7-2A16-4266-804E-BACCD43961B1}" presName="spaceRect" presStyleCnt="0"/>
      <dgm:spPr/>
    </dgm:pt>
    <dgm:pt modelId="{ABF320C7-DEEE-4076-9B6F-7A62179296E8}" type="pres">
      <dgm:prSet presAssocID="{9D59F5D7-2A16-4266-804E-BACCD43961B1}" presName="textRect" presStyleLbl="revTx" presStyleIdx="2" presStyleCnt="4">
        <dgm:presLayoutVars>
          <dgm:chMax val="1"/>
          <dgm:chPref val="1"/>
        </dgm:presLayoutVars>
      </dgm:prSet>
      <dgm:spPr/>
    </dgm:pt>
    <dgm:pt modelId="{5FAE1BBC-8168-4C30-80F6-DDF2A06E64BE}" type="pres">
      <dgm:prSet presAssocID="{F1D309A3-CC44-4330-A54C-94B31B82832B}" presName="sibTrans" presStyleCnt="0"/>
      <dgm:spPr/>
    </dgm:pt>
    <dgm:pt modelId="{0A71DF70-0036-42AB-8526-488EFFD94F19}" type="pres">
      <dgm:prSet presAssocID="{73ABAE0C-1C07-4051-8C6F-B74236D81834}" presName="compNode" presStyleCnt="0"/>
      <dgm:spPr/>
    </dgm:pt>
    <dgm:pt modelId="{37F33E47-3DB6-4A99-829C-6E85011C43A2}" type="pres">
      <dgm:prSet presAssocID="{73ABAE0C-1C07-4051-8C6F-B74236D8183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5194FC1-8091-4B0A-88D8-6D9DE4386BA4}" type="pres">
      <dgm:prSet presAssocID="{73ABAE0C-1C07-4051-8C6F-B74236D818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ED158FFF-8B8F-4E3E-BF73-E7C8131AB52E}" type="pres">
      <dgm:prSet presAssocID="{73ABAE0C-1C07-4051-8C6F-B74236D81834}" presName="spaceRect" presStyleCnt="0"/>
      <dgm:spPr/>
    </dgm:pt>
    <dgm:pt modelId="{9A7E0323-112D-4AE7-A4FB-079F63B6578B}" type="pres">
      <dgm:prSet presAssocID="{73ABAE0C-1C07-4051-8C6F-B74236D8183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4A72103-E8E4-49BB-880C-E85525D29039}" type="presOf" srcId="{9C0A6D48-6B95-4677-AAC8-9300AA42197E}" destId="{7E99869F-5343-4458-8991-ED2D40B86855}" srcOrd="0" destOrd="0" presId="urn:microsoft.com/office/officeart/2018/5/layout/IconLeafLabelList"/>
    <dgm:cxn modelId="{5C1CFA12-5FC6-43DA-B0ED-B1DD8B506E93}" srcId="{E06446C6-E571-4AD2-A68E-E2D4699A5BC2}" destId="{1585A6BF-20C3-4646-91E8-6820AE3B9B9C}" srcOrd="0" destOrd="0" parTransId="{144D206B-DBC3-456E-87DD-85EE239E7E23}" sibTransId="{6D02CD4A-B6C6-45A4-AC0A-E8212F5D6F92}"/>
    <dgm:cxn modelId="{DB2A7F16-2937-4737-B48A-4BDAEF63747E}" srcId="{E06446C6-E571-4AD2-A68E-E2D4699A5BC2}" destId="{9C0A6D48-6B95-4677-AAC8-9300AA42197E}" srcOrd="1" destOrd="0" parTransId="{38278A15-9460-40F6-99C0-C2516B42963F}" sibTransId="{E61C3681-BB83-47C8-BBA5-8AD5E199B8AE}"/>
    <dgm:cxn modelId="{C9486B6C-3AC5-4746-870F-293018D6C8ED}" type="presOf" srcId="{E06446C6-E571-4AD2-A68E-E2D4699A5BC2}" destId="{BB54DCA3-9DE4-4324-94E9-86939F732E65}" srcOrd="0" destOrd="0" presId="urn:microsoft.com/office/officeart/2018/5/layout/IconLeafLabelList"/>
    <dgm:cxn modelId="{CCF28159-D438-4454-B17E-703320CBCBB6}" type="presOf" srcId="{73ABAE0C-1C07-4051-8C6F-B74236D81834}" destId="{9A7E0323-112D-4AE7-A4FB-079F63B6578B}" srcOrd="0" destOrd="0" presId="urn:microsoft.com/office/officeart/2018/5/layout/IconLeafLabelList"/>
    <dgm:cxn modelId="{95FE6783-4280-4E6A-96FF-0F00006D83F7}" srcId="{E06446C6-E571-4AD2-A68E-E2D4699A5BC2}" destId="{73ABAE0C-1C07-4051-8C6F-B74236D81834}" srcOrd="3" destOrd="0" parTransId="{E373D6AE-F158-4C57-8E85-3B8F0DBD3BBB}" sibTransId="{7C3FC514-5B01-4334-834E-C5109370F476}"/>
    <dgm:cxn modelId="{A81EDDAB-57D5-4C58-9FC6-F82028F58114}" type="presOf" srcId="{1585A6BF-20C3-4646-91E8-6820AE3B9B9C}" destId="{AC1CEE89-F5BC-42C0-8E7B-18E63390A639}" srcOrd="0" destOrd="0" presId="urn:microsoft.com/office/officeart/2018/5/layout/IconLeafLabelList"/>
    <dgm:cxn modelId="{237AEDCC-B984-4072-B391-DD2F56330F0B}" type="presOf" srcId="{9D59F5D7-2A16-4266-804E-BACCD43961B1}" destId="{ABF320C7-DEEE-4076-9B6F-7A62179296E8}" srcOrd="0" destOrd="0" presId="urn:microsoft.com/office/officeart/2018/5/layout/IconLeafLabelList"/>
    <dgm:cxn modelId="{C4A20BCE-D8D8-4BD9-BF9B-00A8B0D57952}" srcId="{E06446C6-E571-4AD2-A68E-E2D4699A5BC2}" destId="{9D59F5D7-2A16-4266-804E-BACCD43961B1}" srcOrd="2" destOrd="0" parTransId="{C4254819-503D-4BCB-B163-131BB570FEF4}" sibTransId="{F1D309A3-CC44-4330-A54C-94B31B82832B}"/>
    <dgm:cxn modelId="{5F6CA31D-38D3-4026-8467-90C4D6950FC8}" type="presParOf" srcId="{BB54DCA3-9DE4-4324-94E9-86939F732E65}" destId="{4D3A0AC2-29E9-4E59-B02C-C58E757044B9}" srcOrd="0" destOrd="0" presId="urn:microsoft.com/office/officeart/2018/5/layout/IconLeafLabelList"/>
    <dgm:cxn modelId="{18199B1B-2D91-4F94-9886-7C81D4FFA352}" type="presParOf" srcId="{4D3A0AC2-29E9-4E59-B02C-C58E757044B9}" destId="{54CCFA68-D4FC-4C6C-A033-EF979CFA2242}" srcOrd="0" destOrd="0" presId="urn:microsoft.com/office/officeart/2018/5/layout/IconLeafLabelList"/>
    <dgm:cxn modelId="{19185251-4C22-48F7-BB1D-F17928C97F89}" type="presParOf" srcId="{4D3A0AC2-29E9-4E59-B02C-C58E757044B9}" destId="{8FA44595-3DAE-42B9-9AD7-D3DE11D29985}" srcOrd="1" destOrd="0" presId="urn:microsoft.com/office/officeart/2018/5/layout/IconLeafLabelList"/>
    <dgm:cxn modelId="{F3836D54-253A-42AF-96F1-B4F384C6E54B}" type="presParOf" srcId="{4D3A0AC2-29E9-4E59-B02C-C58E757044B9}" destId="{B5FE9644-C7A5-4C9B-95C5-B5789B839071}" srcOrd="2" destOrd="0" presId="urn:microsoft.com/office/officeart/2018/5/layout/IconLeafLabelList"/>
    <dgm:cxn modelId="{EE8F5C52-430E-4E75-94B4-C1468BDB8912}" type="presParOf" srcId="{4D3A0AC2-29E9-4E59-B02C-C58E757044B9}" destId="{AC1CEE89-F5BC-42C0-8E7B-18E63390A639}" srcOrd="3" destOrd="0" presId="urn:microsoft.com/office/officeart/2018/5/layout/IconLeafLabelList"/>
    <dgm:cxn modelId="{38B3B41E-3585-43B6-9DD4-53F4029B6493}" type="presParOf" srcId="{BB54DCA3-9DE4-4324-94E9-86939F732E65}" destId="{A9434577-E6AF-4F1B-9826-9A0F7D7020B4}" srcOrd="1" destOrd="0" presId="urn:microsoft.com/office/officeart/2018/5/layout/IconLeafLabelList"/>
    <dgm:cxn modelId="{62DBCD44-D514-4E4A-B0D3-5A63E96BB4AA}" type="presParOf" srcId="{BB54DCA3-9DE4-4324-94E9-86939F732E65}" destId="{D1E9CC72-E605-4D3E-81DD-2834EA3EB7DC}" srcOrd="2" destOrd="0" presId="urn:microsoft.com/office/officeart/2018/5/layout/IconLeafLabelList"/>
    <dgm:cxn modelId="{F839E0F4-2E25-4A13-8EF3-C8F4EA8A623E}" type="presParOf" srcId="{D1E9CC72-E605-4D3E-81DD-2834EA3EB7DC}" destId="{43289AE3-A03A-4426-929D-8EC37A65320D}" srcOrd="0" destOrd="0" presId="urn:microsoft.com/office/officeart/2018/5/layout/IconLeafLabelList"/>
    <dgm:cxn modelId="{DFD6E3AA-768C-47BD-9612-965B7429BDD4}" type="presParOf" srcId="{D1E9CC72-E605-4D3E-81DD-2834EA3EB7DC}" destId="{51594C7A-F53C-44EE-B118-5FD63C1634FB}" srcOrd="1" destOrd="0" presId="urn:microsoft.com/office/officeart/2018/5/layout/IconLeafLabelList"/>
    <dgm:cxn modelId="{7661CDE2-BA24-41FA-B697-40D60E71405D}" type="presParOf" srcId="{D1E9CC72-E605-4D3E-81DD-2834EA3EB7DC}" destId="{D508746E-1E1D-403E-A3B6-08B173C2D472}" srcOrd="2" destOrd="0" presId="urn:microsoft.com/office/officeart/2018/5/layout/IconLeafLabelList"/>
    <dgm:cxn modelId="{0F82E2C1-CA8B-4D8C-8D26-BA43890767CA}" type="presParOf" srcId="{D1E9CC72-E605-4D3E-81DD-2834EA3EB7DC}" destId="{7E99869F-5343-4458-8991-ED2D40B86855}" srcOrd="3" destOrd="0" presId="urn:microsoft.com/office/officeart/2018/5/layout/IconLeafLabelList"/>
    <dgm:cxn modelId="{D09DEBE2-8009-4422-B222-6454B26F81DC}" type="presParOf" srcId="{BB54DCA3-9DE4-4324-94E9-86939F732E65}" destId="{A0204B86-7C17-4814-86A8-2B27DF293A4A}" srcOrd="3" destOrd="0" presId="urn:microsoft.com/office/officeart/2018/5/layout/IconLeafLabelList"/>
    <dgm:cxn modelId="{5DB04D1C-30A6-4148-8B5C-D3B1A65BA9CD}" type="presParOf" srcId="{BB54DCA3-9DE4-4324-94E9-86939F732E65}" destId="{893B03DB-D14E-49D0-9E13-CC7A3B0ECE59}" srcOrd="4" destOrd="0" presId="urn:microsoft.com/office/officeart/2018/5/layout/IconLeafLabelList"/>
    <dgm:cxn modelId="{E11B7E77-5196-437C-BCE1-CEC4C46E99B0}" type="presParOf" srcId="{893B03DB-D14E-49D0-9E13-CC7A3B0ECE59}" destId="{C3D1CD27-9F62-49CB-A35D-C7055C2BFE29}" srcOrd="0" destOrd="0" presId="urn:microsoft.com/office/officeart/2018/5/layout/IconLeafLabelList"/>
    <dgm:cxn modelId="{30FD7C11-E6B1-4EE9-B2C6-F7BACE95F976}" type="presParOf" srcId="{893B03DB-D14E-49D0-9E13-CC7A3B0ECE59}" destId="{A83F32F6-15F0-478C-92F0-624205ED79D2}" srcOrd="1" destOrd="0" presId="urn:microsoft.com/office/officeart/2018/5/layout/IconLeafLabelList"/>
    <dgm:cxn modelId="{61AF2DF6-CB61-4A28-B6A3-0FE70CC3BC14}" type="presParOf" srcId="{893B03DB-D14E-49D0-9E13-CC7A3B0ECE59}" destId="{C4C86198-5F30-4D6F-9D0D-9EA8F4601D54}" srcOrd="2" destOrd="0" presId="urn:microsoft.com/office/officeart/2018/5/layout/IconLeafLabelList"/>
    <dgm:cxn modelId="{EE7DF3F2-A00E-4839-8C6C-D0F834E58871}" type="presParOf" srcId="{893B03DB-D14E-49D0-9E13-CC7A3B0ECE59}" destId="{ABF320C7-DEEE-4076-9B6F-7A62179296E8}" srcOrd="3" destOrd="0" presId="urn:microsoft.com/office/officeart/2018/5/layout/IconLeafLabelList"/>
    <dgm:cxn modelId="{5F1B35A4-D9AF-4981-9C55-8338CFEE929D}" type="presParOf" srcId="{BB54DCA3-9DE4-4324-94E9-86939F732E65}" destId="{5FAE1BBC-8168-4C30-80F6-DDF2A06E64BE}" srcOrd="5" destOrd="0" presId="urn:microsoft.com/office/officeart/2018/5/layout/IconLeafLabelList"/>
    <dgm:cxn modelId="{99E7057F-1BB9-4D6A-8705-628F9914E4E3}" type="presParOf" srcId="{BB54DCA3-9DE4-4324-94E9-86939F732E65}" destId="{0A71DF70-0036-42AB-8526-488EFFD94F19}" srcOrd="6" destOrd="0" presId="urn:microsoft.com/office/officeart/2018/5/layout/IconLeafLabelList"/>
    <dgm:cxn modelId="{7EEF3D61-ED0F-41B0-86FE-B5AC51677E23}" type="presParOf" srcId="{0A71DF70-0036-42AB-8526-488EFFD94F19}" destId="{37F33E47-3DB6-4A99-829C-6E85011C43A2}" srcOrd="0" destOrd="0" presId="urn:microsoft.com/office/officeart/2018/5/layout/IconLeafLabelList"/>
    <dgm:cxn modelId="{F5522E04-27FD-4761-8135-973641473219}" type="presParOf" srcId="{0A71DF70-0036-42AB-8526-488EFFD94F19}" destId="{D5194FC1-8091-4B0A-88D8-6D9DE4386BA4}" srcOrd="1" destOrd="0" presId="urn:microsoft.com/office/officeart/2018/5/layout/IconLeafLabelList"/>
    <dgm:cxn modelId="{FDF6D231-2450-46F7-AE7F-6B7B26A5B4CB}" type="presParOf" srcId="{0A71DF70-0036-42AB-8526-488EFFD94F19}" destId="{ED158FFF-8B8F-4E3E-BF73-E7C8131AB52E}" srcOrd="2" destOrd="0" presId="urn:microsoft.com/office/officeart/2018/5/layout/IconLeafLabelList"/>
    <dgm:cxn modelId="{EA6B18F0-AB49-4F32-B5D2-1B1BF2C4F67F}" type="presParOf" srcId="{0A71DF70-0036-42AB-8526-488EFFD94F19}" destId="{9A7E0323-112D-4AE7-A4FB-079F63B6578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6446C6-E571-4AD2-A68E-E2D4699A5BC2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85A6BF-20C3-4646-91E8-6820AE3B9B9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0" i="0" baseline="0"/>
            <a:t>H1 - Identificar conceitos sobre Business Intelligence (BI) e como eles podem ser aplicados na prática;</a:t>
          </a:r>
          <a:endParaRPr lang="en-US"/>
        </a:p>
      </dgm:t>
    </dgm:pt>
    <dgm:pt modelId="{144D206B-DBC3-456E-87DD-85EE239E7E23}" type="parTrans" cxnId="{5C1CFA12-5FC6-43DA-B0ED-B1DD8B506E93}">
      <dgm:prSet/>
      <dgm:spPr/>
      <dgm:t>
        <a:bodyPr/>
        <a:lstStyle/>
        <a:p>
          <a:endParaRPr lang="en-US"/>
        </a:p>
      </dgm:t>
    </dgm:pt>
    <dgm:pt modelId="{6D02CD4A-B6C6-45A4-AC0A-E8212F5D6F92}" type="sibTrans" cxnId="{5C1CFA12-5FC6-43DA-B0ED-B1DD8B506E93}">
      <dgm:prSet/>
      <dgm:spPr/>
      <dgm:t>
        <a:bodyPr/>
        <a:lstStyle/>
        <a:p>
          <a:endParaRPr lang="en-US"/>
        </a:p>
      </dgm:t>
    </dgm:pt>
    <dgm:pt modelId="{9C0A6D48-6B95-4677-AAC8-9300AA42197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0" i="0" baseline="0"/>
            <a:t>H2 - Resolver problemas clássicos sobre BI;</a:t>
          </a:r>
          <a:endParaRPr lang="en-US"/>
        </a:p>
      </dgm:t>
    </dgm:pt>
    <dgm:pt modelId="{38278A15-9460-40F6-99C0-C2516B42963F}" type="parTrans" cxnId="{DB2A7F16-2937-4737-B48A-4BDAEF63747E}">
      <dgm:prSet/>
      <dgm:spPr/>
      <dgm:t>
        <a:bodyPr/>
        <a:lstStyle/>
        <a:p>
          <a:endParaRPr lang="en-US"/>
        </a:p>
      </dgm:t>
    </dgm:pt>
    <dgm:pt modelId="{E61C3681-BB83-47C8-BBA5-8AD5E199B8AE}" type="sibTrans" cxnId="{DB2A7F16-2937-4737-B48A-4BDAEF63747E}">
      <dgm:prSet/>
      <dgm:spPr/>
      <dgm:t>
        <a:bodyPr/>
        <a:lstStyle/>
        <a:p>
          <a:endParaRPr lang="en-US"/>
        </a:p>
      </dgm:t>
    </dgm:pt>
    <dgm:pt modelId="{9D59F5D7-2A16-4266-804E-BACCD43961B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0" i="0" baseline="0"/>
            <a:t>H3 - Selecionar a solução mais adequada para determinados problemas de BI;</a:t>
          </a:r>
          <a:endParaRPr lang="en-US" dirty="0"/>
        </a:p>
      </dgm:t>
    </dgm:pt>
    <dgm:pt modelId="{C4254819-503D-4BCB-B163-131BB570FEF4}" type="parTrans" cxnId="{C4A20BCE-D8D8-4BD9-BF9B-00A8B0D57952}">
      <dgm:prSet/>
      <dgm:spPr/>
      <dgm:t>
        <a:bodyPr/>
        <a:lstStyle/>
        <a:p>
          <a:endParaRPr lang="en-US"/>
        </a:p>
      </dgm:t>
    </dgm:pt>
    <dgm:pt modelId="{F1D309A3-CC44-4330-A54C-94B31B82832B}" type="sibTrans" cxnId="{C4A20BCE-D8D8-4BD9-BF9B-00A8B0D57952}">
      <dgm:prSet/>
      <dgm:spPr/>
      <dgm:t>
        <a:bodyPr/>
        <a:lstStyle/>
        <a:p>
          <a:endParaRPr lang="en-US"/>
        </a:p>
      </dgm:t>
    </dgm:pt>
    <dgm:pt modelId="{73ABAE0C-1C07-4051-8C6F-B74236D8183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0" i="0" baseline="0"/>
            <a:t>H4 - Conhecer as tendências mais atuais na área de BI e suas aplicações nas mais diversas áreas do conhecimento.</a:t>
          </a:r>
          <a:endParaRPr lang="en-US"/>
        </a:p>
      </dgm:t>
    </dgm:pt>
    <dgm:pt modelId="{E373D6AE-F158-4C57-8E85-3B8F0DBD3BBB}" type="parTrans" cxnId="{95FE6783-4280-4E6A-96FF-0F00006D83F7}">
      <dgm:prSet/>
      <dgm:spPr/>
      <dgm:t>
        <a:bodyPr/>
        <a:lstStyle/>
        <a:p>
          <a:endParaRPr lang="en-US"/>
        </a:p>
      </dgm:t>
    </dgm:pt>
    <dgm:pt modelId="{7C3FC514-5B01-4334-834E-C5109370F476}" type="sibTrans" cxnId="{95FE6783-4280-4E6A-96FF-0F00006D83F7}">
      <dgm:prSet/>
      <dgm:spPr/>
      <dgm:t>
        <a:bodyPr/>
        <a:lstStyle/>
        <a:p>
          <a:endParaRPr lang="en-US"/>
        </a:p>
      </dgm:t>
    </dgm:pt>
    <dgm:pt modelId="{BB54DCA3-9DE4-4324-94E9-86939F732E65}" type="pres">
      <dgm:prSet presAssocID="{E06446C6-E571-4AD2-A68E-E2D4699A5BC2}" presName="root" presStyleCnt="0">
        <dgm:presLayoutVars>
          <dgm:dir/>
          <dgm:resizeHandles val="exact"/>
        </dgm:presLayoutVars>
      </dgm:prSet>
      <dgm:spPr/>
    </dgm:pt>
    <dgm:pt modelId="{4D3A0AC2-29E9-4E59-B02C-C58E757044B9}" type="pres">
      <dgm:prSet presAssocID="{1585A6BF-20C3-4646-91E8-6820AE3B9B9C}" presName="compNode" presStyleCnt="0"/>
      <dgm:spPr/>
    </dgm:pt>
    <dgm:pt modelId="{54CCFA68-D4FC-4C6C-A033-EF979CFA2242}" type="pres">
      <dgm:prSet presAssocID="{1585A6BF-20C3-4646-91E8-6820AE3B9B9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FA44595-3DAE-42B9-9AD7-D3DE11D29985}" type="pres">
      <dgm:prSet presAssocID="{1585A6BF-20C3-4646-91E8-6820AE3B9B9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5FE9644-C7A5-4C9B-95C5-B5789B839071}" type="pres">
      <dgm:prSet presAssocID="{1585A6BF-20C3-4646-91E8-6820AE3B9B9C}" presName="spaceRect" presStyleCnt="0"/>
      <dgm:spPr/>
    </dgm:pt>
    <dgm:pt modelId="{AC1CEE89-F5BC-42C0-8E7B-18E63390A639}" type="pres">
      <dgm:prSet presAssocID="{1585A6BF-20C3-4646-91E8-6820AE3B9B9C}" presName="textRect" presStyleLbl="revTx" presStyleIdx="0" presStyleCnt="4">
        <dgm:presLayoutVars>
          <dgm:chMax val="1"/>
          <dgm:chPref val="1"/>
        </dgm:presLayoutVars>
      </dgm:prSet>
      <dgm:spPr/>
    </dgm:pt>
    <dgm:pt modelId="{A9434577-E6AF-4F1B-9826-9A0F7D7020B4}" type="pres">
      <dgm:prSet presAssocID="{6D02CD4A-B6C6-45A4-AC0A-E8212F5D6F92}" presName="sibTrans" presStyleCnt="0"/>
      <dgm:spPr/>
    </dgm:pt>
    <dgm:pt modelId="{D1E9CC72-E605-4D3E-81DD-2834EA3EB7DC}" type="pres">
      <dgm:prSet presAssocID="{9C0A6D48-6B95-4677-AAC8-9300AA42197E}" presName="compNode" presStyleCnt="0"/>
      <dgm:spPr/>
    </dgm:pt>
    <dgm:pt modelId="{43289AE3-A03A-4426-929D-8EC37A65320D}" type="pres">
      <dgm:prSet presAssocID="{9C0A6D48-6B95-4677-AAC8-9300AA42197E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1594C7A-F53C-44EE-B118-5FD63C1634FB}" type="pres">
      <dgm:prSet presAssocID="{9C0A6D48-6B95-4677-AAC8-9300AA42197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erramentas"/>
        </a:ext>
      </dgm:extLst>
    </dgm:pt>
    <dgm:pt modelId="{D508746E-1E1D-403E-A3B6-08B173C2D472}" type="pres">
      <dgm:prSet presAssocID="{9C0A6D48-6B95-4677-AAC8-9300AA42197E}" presName="spaceRect" presStyleCnt="0"/>
      <dgm:spPr/>
    </dgm:pt>
    <dgm:pt modelId="{7E99869F-5343-4458-8991-ED2D40B86855}" type="pres">
      <dgm:prSet presAssocID="{9C0A6D48-6B95-4677-AAC8-9300AA42197E}" presName="textRect" presStyleLbl="revTx" presStyleIdx="1" presStyleCnt="4">
        <dgm:presLayoutVars>
          <dgm:chMax val="1"/>
          <dgm:chPref val="1"/>
        </dgm:presLayoutVars>
      </dgm:prSet>
      <dgm:spPr/>
    </dgm:pt>
    <dgm:pt modelId="{A0204B86-7C17-4814-86A8-2B27DF293A4A}" type="pres">
      <dgm:prSet presAssocID="{E61C3681-BB83-47C8-BBA5-8AD5E199B8AE}" presName="sibTrans" presStyleCnt="0"/>
      <dgm:spPr/>
    </dgm:pt>
    <dgm:pt modelId="{893B03DB-D14E-49D0-9E13-CC7A3B0ECE59}" type="pres">
      <dgm:prSet presAssocID="{9D59F5D7-2A16-4266-804E-BACCD43961B1}" presName="compNode" presStyleCnt="0"/>
      <dgm:spPr/>
    </dgm:pt>
    <dgm:pt modelId="{C3D1CD27-9F62-49CB-A35D-C7055C2BFE29}" type="pres">
      <dgm:prSet presAssocID="{9D59F5D7-2A16-4266-804E-BACCD43961B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83F32F6-15F0-478C-92F0-624205ED79D2}" type="pres">
      <dgm:prSet presAssocID="{9D59F5D7-2A16-4266-804E-BACCD43961B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C4C86198-5F30-4D6F-9D0D-9EA8F4601D54}" type="pres">
      <dgm:prSet presAssocID="{9D59F5D7-2A16-4266-804E-BACCD43961B1}" presName="spaceRect" presStyleCnt="0"/>
      <dgm:spPr/>
    </dgm:pt>
    <dgm:pt modelId="{ABF320C7-DEEE-4076-9B6F-7A62179296E8}" type="pres">
      <dgm:prSet presAssocID="{9D59F5D7-2A16-4266-804E-BACCD43961B1}" presName="textRect" presStyleLbl="revTx" presStyleIdx="2" presStyleCnt="4">
        <dgm:presLayoutVars>
          <dgm:chMax val="1"/>
          <dgm:chPref val="1"/>
        </dgm:presLayoutVars>
      </dgm:prSet>
      <dgm:spPr/>
    </dgm:pt>
    <dgm:pt modelId="{5FAE1BBC-8168-4C30-80F6-DDF2A06E64BE}" type="pres">
      <dgm:prSet presAssocID="{F1D309A3-CC44-4330-A54C-94B31B82832B}" presName="sibTrans" presStyleCnt="0"/>
      <dgm:spPr/>
    </dgm:pt>
    <dgm:pt modelId="{0A71DF70-0036-42AB-8526-488EFFD94F19}" type="pres">
      <dgm:prSet presAssocID="{73ABAE0C-1C07-4051-8C6F-B74236D81834}" presName="compNode" presStyleCnt="0"/>
      <dgm:spPr/>
    </dgm:pt>
    <dgm:pt modelId="{37F33E47-3DB6-4A99-829C-6E85011C43A2}" type="pres">
      <dgm:prSet presAssocID="{73ABAE0C-1C07-4051-8C6F-B74236D8183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5194FC1-8091-4B0A-88D8-6D9DE4386BA4}" type="pres">
      <dgm:prSet presAssocID="{73ABAE0C-1C07-4051-8C6F-B74236D818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ED158FFF-8B8F-4E3E-BF73-E7C8131AB52E}" type="pres">
      <dgm:prSet presAssocID="{73ABAE0C-1C07-4051-8C6F-B74236D81834}" presName="spaceRect" presStyleCnt="0"/>
      <dgm:spPr/>
    </dgm:pt>
    <dgm:pt modelId="{9A7E0323-112D-4AE7-A4FB-079F63B6578B}" type="pres">
      <dgm:prSet presAssocID="{73ABAE0C-1C07-4051-8C6F-B74236D8183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4A72103-E8E4-49BB-880C-E85525D29039}" type="presOf" srcId="{9C0A6D48-6B95-4677-AAC8-9300AA42197E}" destId="{7E99869F-5343-4458-8991-ED2D40B86855}" srcOrd="0" destOrd="0" presId="urn:microsoft.com/office/officeart/2018/5/layout/IconLeafLabelList"/>
    <dgm:cxn modelId="{5C1CFA12-5FC6-43DA-B0ED-B1DD8B506E93}" srcId="{E06446C6-E571-4AD2-A68E-E2D4699A5BC2}" destId="{1585A6BF-20C3-4646-91E8-6820AE3B9B9C}" srcOrd="0" destOrd="0" parTransId="{144D206B-DBC3-456E-87DD-85EE239E7E23}" sibTransId="{6D02CD4A-B6C6-45A4-AC0A-E8212F5D6F92}"/>
    <dgm:cxn modelId="{DB2A7F16-2937-4737-B48A-4BDAEF63747E}" srcId="{E06446C6-E571-4AD2-A68E-E2D4699A5BC2}" destId="{9C0A6D48-6B95-4677-AAC8-9300AA42197E}" srcOrd="1" destOrd="0" parTransId="{38278A15-9460-40F6-99C0-C2516B42963F}" sibTransId="{E61C3681-BB83-47C8-BBA5-8AD5E199B8AE}"/>
    <dgm:cxn modelId="{C9486B6C-3AC5-4746-870F-293018D6C8ED}" type="presOf" srcId="{E06446C6-E571-4AD2-A68E-E2D4699A5BC2}" destId="{BB54DCA3-9DE4-4324-94E9-86939F732E65}" srcOrd="0" destOrd="0" presId="urn:microsoft.com/office/officeart/2018/5/layout/IconLeafLabelList"/>
    <dgm:cxn modelId="{CCF28159-D438-4454-B17E-703320CBCBB6}" type="presOf" srcId="{73ABAE0C-1C07-4051-8C6F-B74236D81834}" destId="{9A7E0323-112D-4AE7-A4FB-079F63B6578B}" srcOrd="0" destOrd="0" presId="urn:microsoft.com/office/officeart/2018/5/layout/IconLeafLabelList"/>
    <dgm:cxn modelId="{95FE6783-4280-4E6A-96FF-0F00006D83F7}" srcId="{E06446C6-E571-4AD2-A68E-E2D4699A5BC2}" destId="{73ABAE0C-1C07-4051-8C6F-B74236D81834}" srcOrd="3" destOrd="0" parTransId="{E373D6AE-F158-4C57-8E85-3B8F0DBD3BBB}" sibTransId="{7C3FC514-5B01-4334-834E-C5109370F476}"/>
    <dgm:cxn modelId="{A81EDDAB-57D5-4C58-9FC6-F82028F58114}" type="presOf" srcId="{1585A6BF-20C3-4646-91E8-6820AE3B9B9C}" destId="{AC1CEE89-F5BC-42C0-8E7B-18E63390A639}" srcOrd="0" destOrd="0" presId="urn:microsoft.com/office/officeart/2018/5/layout/IconLeafLabelList"/>
    <dgm:cxn modelId="{237AEDCC-B984-4072-B391-DD2F56330F0B}" type="presOf" srcId="{9D59F5D7-2A16-4266-804E-BACCD43961B1}" destId="{ABF320C7-DEEE-4076-9B6F-7A62179296E8}" srcOrd="0" destOrd="0" presId="urn:microsoft.com/office/officeart/2018/5/layout/IconLeafLabelList"/>
    <dgm:cxn modelId="{C4A20BCE-D8D8-4BD9-BF9B-00A8B0D57952}" srcId="{E06446C6-E571-4AD2-A68E-E2D4699A5BC2}" destId="{9D59F5D7-2A16-4266-804E-BACCD43961B1}" srcOrd="2" destOrd="0" parTransId="{C4254819-503D-4BCB-B163-131BB570FEF4}" sibTransId="{F1D309A3-CC44-4330-A54C-94B31B82832B}"/>
    <dgm:cxn modelId="{5F6CA31D-38D3-4026-8467-90C4D6950FC8}" type="presParOf" srcId="{BB54DCA3-9DE4-4324-94E9-86939F732E65}" destId="{4D3A0AC2-29E9-4E59-B02C-C58E757044B9}" srcOrd="0" destOrd="0" presId="urn:microsoft.com/office/officeart/2018/5/layout/IconLeafLabelList"/>
    <dgm:cxn modelId="{18199B1B-2D91-4F94-9886-7C81D4FFA352}" type="presParOf" srcId="{4D3A0AC2-29E9-4E59-B02C-C58E757044B9}" destId="{54CCFA68-D4FC-4C6C-A033-EF979CFA2242}" srcOrd="0" destOrd="0" presId="urn:microsoft.com/office/officeart/2018/5/layout/IconLeafLabelList"/>
    <dgm:cxn modelId="{19185251-4C22-48F7-BB1D-F17928C97F89}" type="presParOf" srcId="{4D3A0AC2-29E9-4E59-B02C-C58E757044B9}" destId="{8FA44595-3DAE-42B9-9AD7-D3DE11D29985}" srcOrd="1" destOrd="0" presId="urn:microsoft.com/office/officeart/2018/5/layout/IconLeafLabelList"/>
    <dgm:cxn modelId="{F3836D54-253A-42AF-96F1-B4F384C6E54B}" type="presParOf" srcId="{4D3A0AC2-29E9-4E59-B02C-C58E757044B9}" destId="{B5FE9644-C7A5-4C9B-95C5-B5789B839071}" srcOrd="2" destOrd="0" presId="urn:microsoft.com/office/officeart/2018/5/layout/IconLeafLabelList"/>
    <dgm:cxn modelId="{EE8F5C52-430E-4E75-94B4-C1468BDB8912}" type="presParOf" srcId="{4D3A0AC2-29E9-4E59-B02C-C58E757044B9}" destId="{AC1CEE89-F5BC-42C0-8E7B-18E63390A639}" srcOrd="3" destOrd="0" presId="urn:microsoft.com/office/officeart/2018/5/layout/IconLeafLabelList"/>
    <dgm:cxn modelId="{38B3B41E-3585-43B6-9DD4-53F4029B6493}" type="presParOf" srcId="{BB54DCA3-9DE4-4324-94E9-86939F732E65}" destId="{A9434577-E6AF-4F1B-9826-9A0F7D7020B4}" srcOrd="1" destOrd="0" presId="urn:microsoft.com/office/officeart/2018/5/layout/IconLeafLabelList"/>
    <dgm:cxn modelId="{62DBCD44-D514-4E4A-B0D3-5A63E96BB4AA}" type="presParOf" srcId="{BB54DCA3-9DE4-4324-94E9-86939F732E65}" destId="{D1E9CC72-E605-4D3E-81DD-2834EA3EB7DC}" srcOrd="2" destOrd="0" presId="urn:microsoft.com/office/officeart/2018/5/layout/IconLeafLabelList"/>
    <dgm:cxn modelId="{F839E0F4-2E25-4A13-8EF3-C8F4EA8A623E}" type="presParOf" srcId="{D1E9CC72-E605-4D3E-81DD-2834EA3EB7DC}" destId="{43289AE3-A03A-4426-929D-8EC37A65320D}" srcOrd="0" destOrd="0" presId="urn:microsoft.com/office/officeart/2018/5/layout/IconLeafLabelList"/>
    <dgm:cxn modelId="{DFD6E3AA-768C-47BD-9612-965B7429BDD4}" type="presParOf" srcId="{D1E9CC72-E605-4D3E-81DD-2834EA3EB7DC}" destId="{51594C7A-F53C-44EE-B118-5FD63C1634FB}" srcOrd="1" destOrd="0" presId="urn:microsoft.com/office/officeart/2018/5/layout/IconLeafLabelList"/>
    <dgm:cxn modelId="{7661CDE2-BA24-41FA-B697-40D60E71405D}" type="presParOf" srcId="{D1E9CC72-E605-4D3E-81DD-2834EA3EB7DC}" destId="{D508746E-1E1D-403E-A3B6-08B173C2D472}" srcOrd="2" destOrd="0" presId="urn:microsoft.com/office/officeart/2018/5/layout/IconLeafLabelList"/>
    <dgm:cxn modelId="{0F82E2C1-CA8B-4D8C-8D26-BA43890767CA}" type="presParOf" srcId="{D1E9CC72-E605-4D3E-81DD-2834EA3EB7DC}" destId="{7E99869F-5343-4458-8991-ED2D40B86855}" srcOrd="3" destOrd="0" presId="urn:microsoft.com/office/officeart/2018/5/layout/IconLeafLabelList"/>
    <dgm:cxn modelId="{D09DEBE2-8009-4422-B222-6454B26F81DC}" type="presParOf" srcId="{BB54DCA3-9DE4-4324-94E9-86939F732E65}" destId="{A0204B86-7C17-4814-86A8-2B27DF293A4A}" srcOrd="3" destOrd="0" presId="urn:microsoft.com/office/officeart/2018/5/layout/IconLeafLabelList"/>
    <dgm:cxn modelId="{5DB04D1C-30A6-4148-8B5C-D3B1A65BA9CD}" type="presParOf" srcId="{BB54DCA3-9DE4-4324-94E9-86939F732E65}" destId="{893B03DB-D14E-49D0-9E13-CC7A3B0ECE59}" srcOrd="4" destOrd="0" presId="urn:microsoft.com/office/officeart/2018/5/layout/IconLeafLabelList"/>
    <dgm:cxn modelId="{E11B7E77-5196-437C-BCE1-CEC4C46E99B0}" type="presParOf" srcId="{893B03DB-D14E-49D0-9E13-CC7A3B0ECE59}" destId="{C3D1CD27-9F62-49CB-A35D-C7055C2BFE29}" srcOrd="0" destOrd="0" presId="urn:microsoft.com/office/officeart/2018/5/layout/IconLeafLabelList"/>
    <dgm:cxn modelId="{30FD7C11-E6B1-4EE9-B2C6-F7BACE95F976}" type="presParOf" srcId="{893B03DB-D14E-49D0-9E13-CC7A3B0ECE59}" destId="{A83F32F6-15F0-478C-92F0-624205ED79D2}" srcOrd="1" destOrd="0" presId="urn:microsoft.com/office/officeart/2018/5/layout/IconLeafLabelList"/>
    <dgm:cxn modelId="{61AF2DF6-CB61-4A28-B6A3-0FE70CC3BC14}" type="presParOf" srcId="{893B03DB-D14E-49D0-9E13-CC7A3B0ECE59}" destId="{C4C86198-5F30-4D6F-9D0D-9EA8F4601D54}" srcOrd="2" destOrd="0" presId="urn:microsoft.com/office/officeart/2018/5/layout/IconLeafLabelList"/>
    <dgm:cxn modelId="{EE7DF3F2-A00E-4839-8C6C-D0F834E58871}" type="presParOf" srcId="{893B03DB-D14E-49D0-9E13-CC7A3B0ECE59}" destId="{ABF320C7-DEEE-4076-9B6F-7A62179296E8}" srcOrd="3" destOrd="0" presId="urn:microsoft.com/office/officeart/2018/5/layout/IconLeafLabelList"/>
    <dgm:cxn modelId="{5F1B35A4-D9AF-4981-9C55-8338CFEE929D}" type="presParOf" srcId="{BB54DCA3-9DE4-4324-94E9-86939F732E65}" destId="{5FAE1BBC-8168-4C30-80F6-DDF2A06E64BE}" srcOrd="5" destOrd="0" presId="urn:microsoft.com/office/officeart/2018/5/layout/IconLeafLabelList"/>
    <dgm:cxn modelId="{99E7057F-1BB9-4D6A-8705-628F9914E4E3}" type="presParOf" srcId="{BB54DCA3-9DE4-4324-94E9-86939F732E65}" destId="{0A71DF70-0036-42AB-8526-488EFFD94F19}" srcOrd="6" destOrd="0" presId="urn:microsoft.com/office/officeart/2018/5/layout/IconLeafLabelList"/>
    <dgm:cxn modelId="{7EEF3D61-ED0F-41B0-86FE-B5AC51677E23}" type="presParOf" srcId="{0A71DF70-0036-42AB-8526-488EFFD94F19}" destId="{37F33E47-3DB6-4A99-829C-6E85011C43A2}" srcOrd="0" destOrd="0" presId="urn:microsoft.com/office/officeart/2018/5/layout/IconLeafLabelList"/>
    <dgm:cxn modelId="{F5522E04-27FD-4761-8135-973641473219}" type="presParOf" srcId="{0A71DF70-0036-42AB-8526-488EFFD94F19}" destId="{D5194FC1-8091-4B0A-88D8-6D9DE4386BA4}" srcOrd="1" destOrd="0" presId="urn:microsoft.com/office/officeart/2018/5/layout/IconLeafLabelList"/>
    <dgm:cxn modelId="{FDF6D231-2450-46F7-AE7F-6B7B26A5B4CB}" type="presParOf" srcId="{0A71DF70-0036-42AB-8526-488EFFD94F19}" destId="{ED158FFF-8B8F-4E3E-BF73-E7C8131AB52E}" srcOrd="2" destOrd="0" presId="urn:microsoft.com/office/officeart/2018/5/layout/IconLeafLabelList"/>
    <dgm:cxn modelId="{EA6B18F0-AB49-4F32-B5D2-1B1BF2C4F67F}" type="presParOf" srcId="{0A71DF70-0036-42AB-8526-488EFFD94F19}" destId="{9A7E0323-112D-4AE7-A4FB-079F63B6578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9B2C888-8A25-43A2-91CE-F89A21CAD96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EA4666D-EF04-4F15-B7D0-40966CDA517C}">
      <dgm:prSet/>
      <dgm:spPr/>
      <dgm:t>
        <a:bodyPr/>
        <a:lstStyle/>
        <a:p>
          <a:r>
            <a:rPr lang="pt-BR" b="0" i="0"/>
            <a:t>Unidade 1</a:t>
          </a:r>
          <a:endParaRPr lang="en-US"/>
        </a:p>
      </dgm:t>
    </dgm:pt>
    <dgm:pt modelId="{772B800D-E1BA-4D99-911C-AE18B2AABC40}" type="parTrans" cxnId="{640AEED1-707D-4C7A-9D69-03817EE8A050}">
      <dgm:prSet/>
      <dgm:spPr/>
      <dgm:t>
        <a:bodyPr/>
        <a:lstStyle/>
        <a:p>
          <a:endParaRPr lang="en-US"/>
        </a:p>
      </dgm:t>
    </dgm:pt>
    <dgm:pt modelId="{AD3C4E56-80C2-4849-9537-87AB986D332B}" type="sibTrans" cxnId="{640AEED1-707D-4C7A-9D69-03817EE8A050}">
      <dgm:prSet/>
      <dgm:spPr/>
      <dgm:t>
        <a:bodyPr/>
        <a:lstStyle/>
        <a:p>
          <a:endParaRPr lang="en-US"/>
        </a:p>
      </dgm:t>
    </dgm:pt>
    <dgm:pt modelId="{98FE2D5C-83E6-46EB-A87B-7B09E84A7421}">
      <dgm:prSet/>
      <dgm:spPr/>
      <dgm:t>
        <a:bodyPr/>
        <a:lstStyle/>
        <a:p>
          <a:r>
            <a:rPr lang="pt-BR" b="0" i="0"/>
            <a:t>Modelagem e preparação de dados multidimensional</a:t>
          </a:r>
          <a:endParaRPr lang="en-US"/>
        </a:p>
      </dgm:t>
    </dgm:pt>
    <dgm:pt modelId="{7CC10B85-4FA2-4535-8EE3-7B2229E31DE2}" type="parTrans" cxnId="{DBCB0F90-9E71-48DD-B823-0192B2FE87A1}">
      <dgm:prSet/>
      <dgm:spPr/>
      <dgm:t>
        <a:bodyPr/>
        <a:lstStyle/>
        <a:p>
          <a:endParaRPr lang="en-US"/>
        </a:p>
      </dgm:t>
    </dgm:pt>
    <dgm:pt modelId="{5DD2281C-4408-4B20-829A-60D11C85BD04}" type="sibTrans" cxnId="{DBCB0F90-9E71-48DD-B823-0192B2FE87A1}">
      <dgm:prSet/>
      <dgm:spPr/>
      <dgm:t>
        <a:bodyPr/>
        <a:lstStyle/>
        <a:p>
          <a:endParaRPr lang="en-US"/>
        </a:p>
      </dgm:t>
    </dgm:pt>
    <dgm:pt modelId="{C9610550-90C0-4758-9EC6-D5F10905E649}">
      <dgm:prSet/>
      <dgm:spPr/>
      <dgm:t>
        <a:bodyPr/>
        <a:lstStyle/>
        <a:p>
          <a:r>
            <a:rPr lang="pt-BR" b="0" i="0"/>
            <a:t>Unidade 2</a:t>
          </a:r>
          <a:endParaRPr lang="en-US"/>
        </a:p>
      </dgm:t>
    </dgm:pt>
    <dgm:pt modelId="{E2E68EE5-591D-4468-B402-C366B0BF664B}" type="parTrans" cxnId="{8171553B-4FA1-4726-8E00-6853C8A9907B}">
      <dgm:prSet/>
      <dgm:spPr/>
      <dgm:t>
        <a:bodyPr/>
        <a:lstStyle/>
        <a:p>
          <a:endParaRPr lang="en-US"/>
        </a:p>
      </dgm:t>
    </dgm:pt>
    <dgm:pt modelId="{EBD16F53-AD07-4F05-9A17-2ECFD3A64C7F}" type="sibTrans" cxnId="{8171553B-4FA1-4726-8E00-6853C8A9907B}">
      <dgm:prSet/>
      <dgm:spPr/>
      <dgm:t>
        <a:bodyPr/>
        <a:lstStyle/>
        <a:p>
          <a:endParaRPr lang="en-US"/>
        </a:p>
      </dgm:t>
    </dgm:pt>
    <dgm:pt modelId="{D6524474-17F7-4237-BD7B-F2990A9FDAAF}">
      <dgm:prSet/>
      <dgm:spPr/>
      <dgm:t>
        <a:bodyPr/>
        <a:lstStyle/>
        <a:p>
          <a:r>
            <a:rPr lang="pt-BR" b="0" i="0" u="sng"/>
            <a:t>Armazenamento Data Warehouse (DW) e Data Mart (DM)</a:t>
          </a:r>
          <a:endParaRPr lang="en-US"/>
        </a:p>
      </dgm:t>
    </dgm:pt>
    <dgm:pt modelId="{9235937E-7A27-4585-B292-24AE9C2398B7}" type="parTrans" cxnId="{289079EE-91C5-4E41-BF2C-AB32DAFDC64A}">
      <dgm:prSet/>
      <dgm:spPr/>
      <dgm:t>
        <a:bodyPr/>
        <a:lstStyle/>
        <a:p>
          <a:endParaRPr lang="en-US"/>
        </a:p>
      </dgm:t>
    </dgm:pt>
    <dgm:pt modelId="{236114B0-ABEC-4FEE-B96B-004E82B823EC}" type="sibTrans" cxnId="{289079EE-91C5-4E41-BF2C-AB32DAFDC64A}">
      <dgm:prSet/>
      <dgm:spPr/>
      <dgm:t>
        <a:bodyPr/>
        <a:lstStyle/>
        <a:p>
          <a:endParaRPr lang="en-US"/>
        </a:p>
      </dgm:t>
    </dgm:pt>
    <dgm:pt modelId="{32DEDF31-8AAB-4749-862B-72B55963FE3F}">
      <dgm:prSet/>
      <dgm:spPr/>
      <dgm:t>
        <a:bodyPr/>
        <a:lstStyle/>
        <a:p>
          <a:r>
            <a:rPr lang="pt-BR" b="0" i="0"/>
            <a:t>Unidade 3</a:t>
          </a:r>
          <a:endParaRPr lang="en-US"/>
        </a:p>
      </dgm:t>
    </dgm:pt>
    <dgm:pt modelId="{38EDAD02-8256-426A-8F2F-58F800A1B1DA}" type="parTrans" cxnId="{1FC91C3D-6A86-432E-99D5-A0DD6935C641}">
      <dgm:prSet/>
      <dgm:spPr/>
      <dgm:t>
        <a:bodyPr/>
        <a:lstStyle/>
        <a:p>
          <a:endParaRPr lang="en-US"/>
        </a:p>
      </dgm:t>
    </dgm:pt>
    <dgm:pt modelId="{271BA9CC-22AA-41A8-8906-E6E161A31C82}" type="sibTrans" cxnId="{1FC91C3D-6A86-432E-99D5-A0DD6935C641}">
      <dgm:prSet/>
      <dgm:spPr/>
      <dgm:t>
        <a:bodyPr/>
        <a:lstStyle/>
        <a:p>
          <a:endParaRPr lang="en-US"/>
        </a:p>
      </dgm:t>
    </dgm:pt>
    <dgm:pt modelId="{22EC4375-2ADA-41D8-BE3C-39DE2241E477}">
      <dgm:prSet/>
      <dgm:spPr/>
      <dgm:t>
        <a:bodyPr/>
        <a:lstStyle/>
        <a:p>
          <a:r>
            <a:rPr lang="pt-BR" b="0" i="0"/>
            <a:t>Ferramentas OLAP e ETL</a:t>
          </a:r>
          <a:endParaRPr lang="en-US"/>
        </a:p>
      </dgm:t>
    </dgm:pt>
    <dgm:pt modelId="{693578D2-B235-41F2-8A74-E8D290A4B71E}" type="parTrans" cxnId="{A1FC874E-FFA0-463F-B83D-0CAFC1CFC1D7}">
      <dgm:prSet/>
      <dgm:spPr/>
      <dgm:t>
        <a:bodyPr/>
        <a:lstStyle/>
        <a:p>
          <a:endParaRPr lang="en-US"/>
        </a:p>
      </dgm:t>
    </dgm:pt>
    <dgm:pt modelId="{3C8FA57D-8C50-4247-84BD-395E5FBAEDDB}" type="sibTrans" cxnId="{A1FC874E-FFA0-463F-B83D-0CAFC1CFC1D7}">
      <dgm:prSet/>
      <dgm:spPr/>
      <dgm:t>
        <a:bodyPr/>
        <a:lstStyle/>
        <a:p>
          <a:endParaRPr lang="en-US"/>
        </a:p>
      </dgm:t>
    </dgm:pt>
    <dgm:pt modelId="{D53F59A9-C6A6-43C5-A00F-6F994467DCA6}">
      <dgm:prSet/>
      <dgm:spPr/>
      <dgm:t>
        <a:bodyPr/>
        <a:lstStyle/>
        <a:p>
          <a:r>
            <a:rPr lang="pt-BR" b="0" i="0"/>
            <a:t>Unidade 4</a:t>
          </a:r>
          <a:endParaRPr lang="en-US"/>
        </a:p>
      </dgm:t>
    </dgm:pt>
    <dgm:pt modelId="{99926DDF-D5EE-42E3-BB36-B64C2A85C8DF}" type="parTrans" cxnId="{76D1CFEC-ADF0-457D-B15A-4F99C0FDABB0}">
      <dgm:prSet/>
      <dgm:spPr/>
      <dgm:t>
        <a:bodyPr/>
        <a:lstStyle/>
        <a:p>
          <a:endParaRPr lang="en-US"/>
        </a:p>
      </dgm:t>
    </dgm:pt>
    <dgm:pt modelId="{7908587A-D1CF-47FE-845B-B5059EDF9B18}" type="sibTrans" cxnId="{76D1CFEC-ADF0-457D-B15A-4F99C0FDABB0}">
      <dgm:prSet/>
      <dgm:spPr/>
      <dgm:t>
        <a:bodyPr/>
        <a:lstStyle/>
        <a:p>
          <a:endParaRPr lang="en-US"/>
        </a:p>
      </dgm:t>
    </dgm:pt>
    <dgm:pt modelId="{CC1D03AA-E330-49B1-96BE-F23A3A9FC324}">
      <dgm:prSet/>
      <dgm:spPr/>
      <dgm:t>
        <a:bodyPr/>
        <a:lstStyle/>
        <a:p>
          <a:r>
            <a:rPr lang="pt-BR" b="0" i="0"/>
            <a:t>Projeto e implementação de banco de dados multidimensional</a:t>
          </a:r>
          <a:endParaRPr lang="en-US"/>
        </a:p>
      </dgm:t>
    </dgm:pt>
    <dgm:pt modelId="{CD5BEA42-8868-4FB9-8DC8-18F7B97CE09C}" type="parTrans" cxnId="{283494F0-84C2-4F39-89F6-E8B0CA00E887}">
      <dgm:prSet/>
      <dgm:spPr/>
      <dgm:t>
        <a:bodyPr/>
        <a:lstStyle/>
        <a:p>
          <a:endParaRPr lang="en-US"/>
        </a:p>
      </dgm:t>
    </dgm:pt>
    <dgm:pt modelId="{F0A8A2BF-4AB2-4F24-9106-0C9CB5384A0C}" type="sibTrans" cxnId="{283494F0-84C2-4F39-89F6-E8B0CA00E887}">
      <dgm:prSet/>
      <dgm:spPr/>
      <dgm:t>
        <a:bodyPr/>
        <a:lstStyle/>
        <a:p>
          <a:endParaRPr lang="en-US"/>
        </a:p>
      </dgm:t>
    </dgm:pt>
    <dgm:pt modelId="{BB8C81E4-FDB1-4CFE-9DED-9DBCEB89A29E}">
      <dgm:prSet/>
      <dgm:spPr/>
      <dgm:t>
        <a:bodyPr/>
        <a:lstStyle/>
        <a:p>
          <a:r>
            <a:rPr lang="pt-BR" b="0" i="0"/>
            <a:t>Unidade 5</a:t>
          </a:r>
          <a:endParaRPr lang="en-US"/>
        </a:p>
      </dgm:t>
    </dgm:pt>
    <dgm:pt modelId="{C63F2B47-6C2F-42F0-9E5E-79941C0F7F69}" type="parTrans" cxnId="{7818D786-428E-4B77-BAC2-B949B8D7C562}">
      <dgm:prSet/>
      <dgm:spPr/>
      <dgm:t>
        <a:bodyPr/>
        <a:lstStyle/>
        <a:p>
          <a:endParaRPr lang="en-US"/>
        </a:p>
      </dgm:t>
    </dgm:pt>
    <dgm:pt modelId="{4CE4D6F0-7B68-4727-91B4-282F8EDE2FAD}" type="sibTrans" cxnId="{7818D786-428E-4B77-BAC2-B949B8D7C562}">
      <dgm:prSet/>
      <dgm:spPr/>
      <dgm:t>
        <a:bodyPr/>
        <a:lstStyle/>
        <a:p>
          <a:endParaRPr lang="en-US"/>
        </a:p>
      </dgm:t>
    </dgm:pt>
    <dgm:pt modelId="{B9E07410-0CE9-45C8-9C34-3DB75EFB483C}">
      <dgm:prSet/>
      <dgm:spPr/>
      <dgm:t>
        <a:bodyPr/>
        <a:lstStyle/>
        <a:p>
          <a:r>
            <a:rPr lang="pt-BR" b="0" i="0"/>
            <a:t>Técnicas de Análise de Dados</a:t>
          </a:r>
          <a:endParaRPr lang="en-US"/>
        </a:p>
      </dgm:t>
    </dgm:pt>
    <dgm:pt modelId="{1BD13232-BE3E-4D9B-B0E7-245ED2F93ABC}" type="parTrans" cxnId="{04D709C4-C540-4165-818A-0FB7879AB7A5}">
      <dgm:prSet/>
      <dgm:spPr/>
      <dgm:t>
        <a:bodyPr/>
        <a:lstStyle/>
        <a:p>
          <a:endParaRPr lang="en-US"/>
        </a:p>
      </dgm:t>
    </dgm:pt>
    <dgm:pt modelId="{329F9D9E-E669-42F9-90AB-1B42ABA3EF91}" type="sibTrans" cxnId="{04D709C4-C540-4165-818A-0FB7879AB7A5}">
      <dgm:prSet/>
      <dgm:spPr/>
      <dgm:t>
        <a:bodyPr/>
        <a:lstStyle/>
        <a:p>
          <a:endParaRPr lang="en-US"/>
        </a:p>
      </dgm:t>
    </dgm:pt>
    <dgm:pt modelId="{72BBF4AC-4619-4EE2-9DBD-5FCE1DA9C704}">
      <dgm:prSet/>
      <dgm:spPr/>
      <dgm:t>
        <a:bodyPr/>
        <a:lstStyle/>
        <a:p>
          <a:r>
            <a:rPr lang="pt-BR" b="0" i="0"/>
            <a:t>Unidade 6</a:t>
          </a:r>
          <a:endParaRPr lang="en-US"/>
        </a:p>
      </dgm:t>
    </dgm:pt>
    <dgm:pt modelId="{6E322741-50BF-4DE3-AFAB-509079BF8087}" type="parTrans" cxnId="{7FE07259-C50F-4D67-8043-E748E833A04B}">
      <dgm:prSet/>
      <dgm:spPr/>
      <dgm:t>
        <a:bodyPr/>
        <a:lstStyle/>
        <a:p>
          <a:endParaRPr lang="en-US"/>
        </a:p>
      </dgm:t>
    </dgm:pt>
    <dgm:pt modelId="{C39B3F1A-5D16-4971-B5D5-D1A593655099}" type="sibTrans" cxnId="{7FE07259-C50F-4D67-8043-E748E833A04B}">
      <dgm:prSet/>
      <dgm:spPr/>
      <dgm:t>
        <a:bodyPr/>
        <a:lstStyle/>
        <a:p>
          <a:endParaRPr lang="en-US"/>
        </a:p>
      </dgm:t>
    </dgm:pt>
    <dgm:pt modelId="{8E4313D6-B65C-4677-9402-6A402378AF1F}">
      <dgm:prSet/>
      <dgm:spPr/>
      <dgm:t>
        <a:bodyPr/>
        <a:lstStyle/>
        <a:p>
          <a:r>
            <a:rPr lang="pt-BR" b="0" i="0"/>
            <a:t>Visualização de Dados e Dashboards</a:t>
          </a:r>
          <a:endParaRPr lang="en-US"/>
        </a:p>
      </dgm:t>
    </dgm:pt>
    <dgm:pt modelId="{E8AE83CF-36D7-43C1-9C1F-375EDB364380}" type="parTrans" cxnId="{EAECD926-70F3-4FED-BE55-7B6D4A9167E6}">
      <dgm:prSet/>
      <dgm:spPr/>
      <dgm:t>
        <a:bodyPr/>
        <a:lstStyle/>
        <a:p>
          <a:endParaRPr lang="en-US"/>
        </a:p>
      </dgm:t>
    </dgm:pt>
    <dgm:pt modelId="{53DC7DE0-20CF-4907-B826-0826A9C5966F}" type="sibTrans" cxnId="{EAECD926-70F3-4FED-BE55-7B6D4A9167E6}">
      <dgm:prSet/>
      <dgm:spPr/>
      <dgm:t>
        <a:bodyPr/>
        <a:lstStyle/>
        <a:p>
          <a:endParaRPr lang="en-US"/>
        </a:p>
      </dgm:t>
    </dgm:pt>
    <dgm:pt modelId="{0764E71A-0DF6-45DD-A804-C91338C4180F}" type="pres">
      <dgm:prSet presAssocID="{F9B2C888-8A25-43A2-91CE-F89A21CAD960}" presName="Name0" presStyleCnt="0">
        <dgm:presLayoutVars>
          <dgm:dir/>
          <dgm:animLvl val="lvl"/>
          <dgm:resizeHandles val="exact"/>
        </dgm:presLayoutVars>
      </dgm:prSet>
      <dgm:spPr/>
    </dgm:pt>
    <dgm:pt modelId="{3F771B3B-A523-4A96-BE52-6EE6861AD5D5}" type="pres">
      <dgm:prSet presAssocID="{BEA4666D-EF04-4F15-B7D0-40966CDA517C}" presName="composite" presStyleCnt="0"/>
      <dgm:spPr/>
    </dgm:pt>
    <dgm:pt modelId="{EF06C2FE-2DCE-4590-97C0-77ED6C614DB4}" type="pres">
      <dgm:prSet presAssocID="{BEA4666D-EF04-4F15-B7D0-40966CDA517C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F68B52B3-57E8-4816-BCDE-50B8762CBCC3}" type="pres">
      <dgm:prSet presAssocID="{BEA4666D-EF04-4F15-B7D0-40966CDA517C}" presName="desTx" presStyleLbl="alignAccFollowNode1" presStyleIdx="0" presStyleCnt="6">
        <dgm:presLayoutVars>
          <dgm:bulletEnabled val="1"/>
        </dgm:presLayoutVars>
      </dgm:prSet>
      <dgm:spPr/>
    </dgm:pt>
    <dgm:pt modelId="{F6352012-9A9F-4555-9BAF-0D3612D49594}" type="pres">
      <dgm:prSet presAssocID="{AD3C4E56-80C2-4849-9537-87AB986D332B}" presName="space" presStyleCnt="0"/>
      <dgm:spPr/>
    </dgm:pt>
    <dgm:pt modelId="{9F8FB8F3-0227-4617-85DF-975429B3C423}" type="pres">
      <dgm:prSet presAssocID="{C9610550-90C0-4758-9EC6-D5F10905E649}" presName="composite" presStyleCnt="0"/>
      <dgm:spPr/>
    </dgm:pt>
    <dgm:pt modelId="{0F10E4E5-1C75-4038-96D7-A77865940351}" type="pres">
      <dgm:prSet presAssocID="{C9610550-90C0-4758-9EC6-D5F10905E649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3BB9C64B-587D-4072-BCD2-CFF98FA8A5B8}" type="pres">
      <dgm:prSet presAssocID="{C9610550-90C0-4758-9EC6-D5F10905E649}" presName="desTx" presStyleLbl="alignAccFollowNode1" presStyleIdx="1" presStyleCnt="6">
        <dgm:presLayoutVars>
          <dgm:bulletEnabled val="1"/>
        </dgm:presLayoutVars>
      </dgm:prSet>
      <dgm:spPr/>
    </dgm:pt>
    <dgm:pt modelId="{A36E7EBF-8F39-49E3-BFC3-DB54C7CF669C}" type="pres">
      <dgm:prSet presAssocID="{EBD16F53-AD07-4F05-9A17-2ECFD3A64C7F}" presName="space" presStyleCnt="0"/>
      <dgm:spPr/>
    </dgm:pt>
    <dgm:pt modelId="{CBBC4927-4DF1-4BCF-BF04-38105C74D2C2}" type="pres">
      <dgm:prSet presAssocID="{32DEDF31-8AAB-4749-862B-72B55963FE3F}" presName="composite" presStyleCnt="0"/>
      <dgm:spPr/>
    </dgm:pt>
    <dgm:pt modelId="{7BB40EAB-9914-461C-B131-98C5F9F0EC4A}" type="pres">
      <dgm:prSet presAssocID="{32DEDF31-8AAB-4749-862B-72B55963FE3F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568A750F-163A-4786-ADD9-91C2350811B1}" type="pres">
      <dgm:prSet presAssocID="{32DEDF31-8AAB-4749-862B-72B55963FE3F}" presName="desTx" presStyleLbl="alignAccFollowNode1" presStyleIdx="2" presStyleCnt="6">
        <dgm:presLayoutVars>
          <dgm:bulletEnabled val="1"/>
        </dgm:presLayoutVars>
      </dgm:prSet>
      <dgm:spPr/>
    </dgm:pt>
    <dgm:pt modelId="{9257D048-E81B-4485-BF43-CDEB1D932623}" type="pres">
      <dgm:prSet presAssocID="{271BA9CC-22AA-41A8-8906-E6E161A31C82}" presName="space" presStyleCnt="0"/>
      <dgm:spPr/>
    </dgm:pt>
    <dgm:pt modelId="{7B69FCD0-E8C1-46A0-868D-9A4FC4A6BAFD}" type="pres">
      <dgm:prSet presAssocID="{D53F59A9-C6A6-43C5-A00F-6F994467DCA6}" presName="composite" presStyleCnt="0"/>
      <dgm:spPr/>
    </dgm:pt>
    <dgm:pt modelId="{CC792928-991F-4AFC-9A2F-93D4374827EC}" type="pres">
      <dgm:prSet presAssocID="{D53F59A9-C6A6-43C5-A00F-6F994467DCA6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20B96A88-19A3-42E8-AB22-1BC3B15FCE28}" type="pres">
      <dgm:prSet presAssocID="{D53F59A9-C6A6-43C5-A00F-6F994467DCA6}" presName="desTx" presStyleLbl="alignAccFollowNode1" presStyleIdx="3" presStyleCnt="6">
        <dgm:presLayoutVars>
          <dgm:bulletEnabled val="1"/>
        </dgm:presLayoutVars>
      </dgm:prSet>
      <dgm:spPr/>
    </dgm:pt>
    <dgm:pt modelId="{3C931C9A-785D-4671-9B26-83F98E0A37FC}" type="pres">
      <dgm:prSet presAssocID="{7908587A-D1CF-47FE-845B-B5059EDF9B18}" presName="space" presStyleCnt="0"/>
      <dgm:spPr/>
    </dgm:pt>
    <dgm:pt modelId="{22135E86-10C0-4F32-A2FE-857F8D26061A}" type="pres">
      <dgm:prSet presAssocID="{BB8C81E4-FDB1-4CFE-9DED-9DBCEB89A29E}" presName="composite" presStyleCnt="0"/>
      <dgm:spPr/>
    </dgm:pt>
    <dgm:pt modelId="{0E58B88C-C335-4A53-AACD-86A7CF9A7CD5}" type="pres">
      <dgm:prSet presAssocID="{BB8C81E4-FDB1-4CFE-9DED-9DBCEB89A29E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B9E68FDE-33EF-41C0-BECF-B911A160AD8E}" type="pres">
      <dgm:prSet presAssocID="{BB8C81E4-FDB1-4CFE-9DED-9DBCEB89A29E}" presName="desTx" presStyleLbl="alignAccFollowNode1" presStyleIdx="4" presStyleCnt="6">
        <dgm:presLayoutVars>
          <dgm:bulletEnabled val="1"/>
        </dgm:presLayoutVars>
      </dgm:prSet>
      <dgm:spPr/>
    </dgm:pt>
    <dgm:pt modelId="{DBBD0AF2-6727-4929-8284-D286C7AFC775}" type="pres">
      <dgm:prSet presAssocID="{4CE4D6F0-7B68-4727-91B4-282F8EDE2FAD}" presName="space" presStyleCnt="0"/>
      <dgm:spPr/>
    </dgm:pt>
    <dgm:pt modelId="{94D35843-B9DC-4B10-A012-6119D3BDAEDA}" type="pres">
      <dgm:prSet presAssocID="{72BBF4AC-4619-4EE2-9DBD-5FCE1DA9C704}" presName="composite" presStyleCnt="0"/>
      <dgm:spPr/>
    </dgm:pt>
    <dgm:pt modelId="{521CB023-28CE-4653-BD17-69465476A496}" type="pres">
      <dgm:prSet presAssocID="{72BBF4AC-4619-4EE2-9DBD-5FCE1DA9C704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6C7E3649-D02C-41E1-97F8-02C9999FB4A9}" type="pres">
      <dgm:prSet presAssocID="{72BBF4AC-4619-4EE2-9DBD-5FCE1DA9C704}" presName="desTx" presStyleLbl="alignAccFollowNode1" presStyleIdx="5" presStyleCnt="6">
        <dgm:presLayoutVars>
          <dgm:bulletEnabled val="1"/>
        </dgm:presLayoutVars>
      </dgm:prSet>
      <dgm:spPr/>
    </dgm:pt>
  </dgm:ptLst>
  <dgm:cxnLst>
    <dgm:cxn modelId="{56A3BF06-8F03-4648-B40B-6BF73EB8501C}" type="presOf" srcId="{8E4313D6-B65C-4677-9402-6A402378AF1F}" destId="{6C7E3649-D02C-41E1-97F8-02C9999FB4A9}" srcOrd="0" destOrd="0" presId="urn:microsoft.com/office/officeart/2005/8/layout/hList1"/>
    <dgm:cxn modelId="{A7ED2516-49AC-49D9-9D3E-2946617F520B}" type="presOf" srcId="{22EC4375-2ADA-41D8-BE3C-39DE2241E477}" destId="{568A750F-163A-4786-ADD9-91C2350811B1}" srcOrd="0" destOrd="0" presId="urn:microsoft.com/office/officeart/2005/8/layout/hList1"/>
    <dgm:cxn modelId="{E415B120-BD1B-4CF8-9680-9B5B6B476EF1}" type="presOf" srcId="{BB8C81E4-FDB1-4CFE-9DED-9DBCEB89A29E}" destId="{0E58B88C-C335-4A53-AACD-86A7CF9A7CD5}" srcOrd="0" destOrd="0" presId="urn:microsoft.com/office/officeart/2005/8/layout/hList1"/>
    <dgm:cxn modelId="{EAECD926-70F3-4FED-BE55-7B6D4A9167E6}" srcId="{72BBF4AC-4619-4EE2-9DBD-5FCE1DA9C704}" destId="{8E4313D6-B65C-4677-9402-6A402378AF1F}" srcOrd="0" destOrd="0" parTransId="{E8AE83CF-36D7-43C1-9C1F-375EDB364380}" sibTransId="{53DC7DE0-20CF-4907-B826-0826A9C5966F}"/>
    <dgm:cxn modelId="{8171553B-4FA1-4726-8E00-6853C8A9907B}" srcId="{F9B2C888-8A25-43A2-91CE-F89A21CAD960}" destId="{C9610550-90C0-4758-9EC6-D5F10905E649}" srcOrd="1" destOrd="0" parTransId="{E2E68EE5-591D-4468-B402-C366B0BF664B}" sibTransId="{EBD16F53-AD07-4F05-9A17-2ECFD3A64C7F}"/>
    <dgm:cxn modelId="{1FC91C3D-6A86-432E-99D5-A0DD6935C641}" srcId="{F9B2C888-8A25-43A2-91CE-F89A21CAD960}" destId="{32DEDF31-8AAB-4749-862B-72B55963FE3F}" srcOrd="2" destOrd="0" parTransId="{38EDAD02-8256-426A-8F2F-58F800A1B1DA}" sibTransId="{271BA9CC-22AA-41A8-8906-E6E161A31C82}"/>
    <dgm:cxn modelId="{86E63A5E-DD5E-48D4-9260-35B82D2232FF}" type="presOf" srcId="{F9B2C888-8A25-43A2-91CE-F89A21CAD960}" destId="{0764E71A-0DF6-45DD-A804-C91338C4180F}" srcOrd="0" destOrd="0" presId="urn:microsoft.com/office/officeart/2005/8/layout/hList1"/>
    <dgm:cxn modelId="{8AD62341-9523-4E0F-B56E-A17997A922FD}" type="presOf" srcId="{D6524474-17F7-4237-BD7B-F2990A9FDAAF}" destId="{3BB9C64B-587D-4072-BCD2-CFF98FA8A5B8}" srcOrd="0" destOrd="0" presId="urn:microsoft.com/office/officeart/2005/8/layout/hList1"/>
    <dgm:cxn modelId="{5B3CC966-42DB-400E-96C5-994BC7EAE5C4}" type="presOf" srcId="{72BBF4AC-4619-4EE2-9DBD-5FCE1DA9C704}" destId="{521CB023-28CE-4653-BD17-69465476A496}" srcOrd="0" destOrd="0" presId="urn:microsoft.com/office/officeart/2005/8/layout/hList1"/>
    <dgm:cxn modelId="{A1FC874E-FFA0-463F-B83D-0CAFC1CFC1D7}" srcId="{32DEDF31-8AAB-4749-862B-72B55963FE3F}" destId="{22EC4375-2ADA-41D8-BE3C-39DE2241E477}" srcOrd="0" destOrd="0" parTransId="{693578D2-B235-41F2-8A74-E8D290A4B71E}" sibTransId="{3C8FA57D-8C50-4247-84BD-395E5FBAEDDB}"/>
    <dgm:cxn modelId="{7FE07259-C50F-4D67-8043-E748E833A04B}" srcId="{F9B2C888-8A25-43A2-91CE-F89A21CAD960}" destId="{72BBF4AC-4619-4EE2-9DBD-5FCE1DA9C704}" srcOrd="5" destOrd="0" parTransId="{6E322741-50BF-4DE3-AFAB-509079BF8087}" sibTransId="{C39B3F1A-5D16-4971-B5D5-D1A593655099}"/>
    <dgm:cxn modelId="{CF460F82-C5E4-4F4B-8E70-C4C49DA817CB}" type="presOf" srcId="{B9E07410-0CE9-45C8-9C34-3DB75EFB483C}" destId="{B9E68FDE-33EF-41C0-BECF-B911A160AD8E}" srcOrd="0" destOrd="0" presId="urn:microsoft.com/office/officeart/2005/8/layout/hList1"/>
    <dgm:cxn modelId="{7818D786-428E-4B77-BAC2-B949B8D7C562}" srcId="{F9B2C888-8A25-43A2-91CE-F89A21CAD960}" destId="{BB8C81E4-FDB1-4CFE-9DED-9DBCEB89A29E}" srcOrd="4" destOrd="0" parTransId="{C63F2B47-6C2F-42F0-9E5E-79941C0F7F69}" sibTransId="{4CE4D6F0-7B68-4727-91B4-282F8EDE2FAD}"/>
    <dgm:cxn modelId="{DBCB0F90-9E71-48DD-B823-0192B2FE87A1}" srcId="{BEA4666D-EF04-4F15-B7D0-40966CDA517C}" destId="{98FE2D5C-83E6-46EB-A87B-7B09E84A7421}" srcOrd="0" destOrd="0" parTransId="{7CC10B85-4FA2-4535-8EE3-7B2229E31DE2}" sibTransId="{5DD2281C-4408-4B20-829A-60D11C85BD04}"/>
    <dgm:cxn modelId="{59206F96-85C6-4DE4-8595-BB325BD67618}" type="presOf" srcId="{32DEDF31-8AAB-4749-862B-72B55963FE3F}" destId="{7BB40EAB-9914-461C-B131-98C5F9F0EC4A}" srcOrd="0" destOrd="0" presId="urn:microsoft.com/office/officeart/2005/8/layout/hList1"/>
    <dgm:cxn modelId="{9E8F9896-9C5E-45A7-983D-6904B5FBF350}" type="presOf" srcId="{98FE2D5C-83E6-46EB-A87B-7B09E84A7421}" destId="{F68B52B3-57E8-4816-BCDE-50B8762CBCC3}" srcOrd="0" destOrd="0" presId="urn:microsoft.com/office/officeart/2005/8/layout/hList1"/>
    <dgm:cxn modelId="{19D4EAA1-0486-465F-9D89-AB22E31E49F6}" type="presOf" srcId="{D53F59A9-C6A6-43C5-A00F-6F994467DCA6}" destId="{CC792928-991F-4AFC-9A2F-93D4374827EC}" srcOrd="0" destOrd="0" presId="urn:microsoft.com/office/officeart/2005/8/layout/hList1"/>
    <dgm:cxn modelId="{A4E4EAAA-0A5E-45B5-9496-4C5C8072203D}" type="presOf" srcId="{C9610550-90C0-4758-9EC6-D5F10905E649}" destId="{0F10E4E5-1C75-4038-96D7-A77865940351}" srcOrd="0" destOrd="0" presId="urn:microsoft.com/office/officeart/2005/8/layout/hList1"/>
    <dgm:cxn modelId="{7D9BAFBF-74A3-487D-9BAA-92ABC78AC9A7}" type="presOf" srcId="{CC1D03AA-E330-49B1-96BE-F23A3A9FC324}" destId="{20B96A88-19A3-42E8-AB22-1BC3B15FCE28}" srcOrd="0" destOrd="0" presId="urn:microsoft.com/office/officeart/2005/8/layout/hList1"/>
    <dgm:cxn modelId="{04D709C4-C540-4165-818A-0FB7879AB7A5}" srcId="{BB8C81E4-FDB1-4CFE-9DED-9DBCEB89A29E}" destId="{B9E07410-0CE9-45C8-9C34-3DB75EFB483C}" srcOrd="0" destOrd="0" parTransId="{1BD13232-BE3E-4D9B-B0E7-245ED2F93ABC}" sibTransId="{329F9D9E-E669-42F9-90AB-1B42ABA3EF91}"/>
    <dgm:cxn modelId="{640AEED1-707D-4C7A-9D69-03817EE8A050}" srcId="{F9B2C888-8A25-43A2-91CE-F89A21CAD960}" destId="{BEA4666D-EF04-4F15-B7D0-40966CDA517C}" srcOrd="0" destOrd="0" parTransId="{772B800D-E1BA-4D99-911C-AE18B2AABC40}" sibTransId="{AD3C4E56-80C2-4849-9537-87AB986D332B}"/>
    <dgm:cxn modelId="{4BD1F9DF-5C2B-4911-8AA0-524E126DB98A}" type="presOf" srcId="{BEA4666D-EF04-4F15-B7D0-40966CDA517C}" destId="{EF06C2FE-2DCE-4590-97C0-77ED6C614DB4}" srcOrd="0" destOrd="0" presId="urn:microsoft.com/office/officeart/2005/8/layout/hList1"/>
    <dgm:cxn modelId="{76D1CFEC-ADF0-457D-B15A-4F99C0FDABB0}" srcId="{F9B2C888-8A25-43A2-91CE-F89A21CAD960}" destId="{D53F59A9-C6A6-43C5-A00F-6F994467DCA6}" srcOrd="3" destOrd="0" parTransId="{99926DDF-D5EE-42E3-BB36-B64C2A85C8DF}" sibTransId="{7908587A-D1CF-47FE-845B-B5059EDF9B18}"/>
    <dgm:cxn modelId="{289079EE-91C5-4E41-BF2C-AB32DAFDC64A}" srcId="{C9610550-90C0-4758-9EC6-D5F10905E649}" destId="{D6524474-17F7-4237-BD7B-F2990A9FDAAF}" srcOrd="0" destOrd="0" parTransId="{9235937E-7A27-4585-B292-24AE9C2398B7}" sibTransId="{236114B0-ABEC-4FEE-B96B-004E82B823EC}"/>
    <dgm:cxn modelId="{283494F0-84C2-4F39-89F6-E8B0CA00E887}" srcId="{D53F59A9-C6A6-43C5-A00F-6F994467DCA6}" destId="{CC1D03AA-E330-49B1-96BE-F23A3A9FC324}" srcOrd="0" destOrd="0" parTransId="{CD5BEA42-8868-4FB9-8DC8-18F7B97CE09C}" sibTransId="{F0A8A2BF-4AB2-4F24-9106-0C9CB5384A0C}"/>
    <dgm:cxn modelId="{9AEECAC7-923C-4C7F-B0F0-FE1C602C77A3}" type="presParOf" srcId="{0764E71A-0DF6-45DD-A804-C91338C4180F}" destId="{3F771B3B-A523-4A96-BE52-6EE6861AD5D5}" srcOrd="0" destOrd="0" presId="urn:microsoft.com/office/officeart/2005/8/layout/hList1"/>
    <dgm:cxn modelId="{8EA4B360-8A22-4392-A5E2-30B0A70827E7}" type="presParOf" srcId="{3F771B3B-A523-4A96-BE52-6EE6861AD5D5}" destId="{EF06C2FE-2DCE-4590-97C0-77ED6C614DB4}" srcOrd="0" destOrd="0" presId="urn:microsoft.com/office/officeart/2005/8/layout/hList1"/>
    <dgm:cxn modelId="{735FCA11-D652-481E-BDA6-E61418B17E00}" type="presParOf" srcId="{3F771B3B-A523-4A96-BE52-6EE6861AD5D5}" destId="{F68B52B3-57E8-4816-BCDE-50B8762CBCC3}" srcOrd="1" destOrd="0" presId="urn:microsoft.com/office/officeart/2005/8/layout/hList1"/>
    <dgm:cxn modelId="{50E5B43A-40AF-4EE8-BF04-E9387C69D1D0}" type="presParOf" srcId="{0764E71A-0DF6-45DD-A804-C91338C4180F}" destId="{F6352012-9A9F-4555-9BAF-0D3612D49594}" srcOrd="1" destOrd="0" presId="urn:microsoft.com/office/officeart/2005/8/layout/hList1"/>
    <dgm:cxn modelId="{27BDF2D4-5728-4F07-B6F5-E6D59A903F06}" type="presParOf" srcId="{0764E71A-0DF6-45DD-A804-C91338C4180F}" destId="{9F8FB8F3-0227-4617-85DF-975429B3C423}" srcOrd="2" destOrd="0" presId="urn:microsoft.com/office/officeart/2005/8/layout/hList1"/>
    <dgm:cxn modelId="{2F41CB23-0C45-4C22-A476-97B250441263}" type="presParOf" srcId="{9F8FB8F3-0227-4617-85DF-975429B3C423}" destId="{0F10E4E5-1C75-4038-96D7-A77865940351}" srcOrd="0" destOrd="0" presId="urn:microsoft.com/office/officeart/2005/8/layout/hList1"/>
    <dgm:cxn modelId="{170610DD-21D8-4B41-9973-7A8D78EE304E}" type="presParOf" srcId="{9F8FB8F3-0227-4617-85DF-975429B3C423}" destId="{3BB9C64B-587D-4072-BCD2-CFF98FA8A5B8}" srcOrd="1" destOrd="0" presId="urn:microsoft.com/office/officeart/2005/8/layout/hList1"/>
    <dgm:cxn modelId="{306BBBE5-BFE6-4DA7-8F45-E12C52A569DB}" type="presParOf" srcId="{0764E71A-0DF6-45DD-A804-C91338C4180F}" destId="{A36E7EBF-8F39-49E3-BFC3-DB54C7CF669C}" srcOrd="3" destOrd="0" presId="urn:microsoft.com/office/officeart/2005/8/layout/hList1"/>
    <dgm:cxn modelId="{CCAC4A06-3C51-4166-B5E5-10258BCCD950}" type="presParOf" srcId="{0764E71A-0DF6-45DD-A804-C91338C4180F}" destId="{CBBC4927-4DF1-4BCF-BF04-38105C74D2C2}" srcOrd="4" destOrd="0" presId="urn:microsoft.com/office/officeart/2005/8/layout/hList1"/>
    <dgm:cxn modelId="{DE3A2F0F-15DE-451C-B781-99C63B2BB2AC}" type="presParOf" srcId="{CBBC4927-4DF1-4BCF-BF04-38105C74D2C2}" destId="{7BB40EAB-9914-461C-B131-98C5F9F0EC4A}" srcOrd="0" destOrd="0" presId="urn:microsoft.com/office/officeart/2005/8/layout/hList1"/>
    <dgm:cxn modelId="{EC21F300-1C09-47AA-8BC8-87C047A07470}" type="presParOf" srcId="{CBBC4927-4DF1-4BCF-BF04-38105C74D2C2}" destId="{568A750F-163A-4786-ADD9-91C2350811B1}" srcOrd="1" destOrd="0" presId="urn:microsoft.com/office/officeart/2005/8/layout/hList1"/>
    <dgm:cxn modelId="{4D48F4DE-5439-41BB-9042-9B014F77BB65}" type="presParOf" srcId="{0764E71A-0DF6-45DD-A804-C91338C4180F}" destId="{9257D048-E81B-4485-BF43-CDEB1D932623}" srcOrd="5" destOrd="0" presId="urn:microsoft.com/office/officeart/2005/8/layout/hList1"/>
    <dgm:cxn modelId="{11B03BAE-6490-41DB-BC1E-576C6E21344D}" type="presParOf" srcId="{0764E71A-0DF6-45DD-A804-C91338C4180F}" destId="{7B69FCD0-E8C1-46A0-868D-9A4FC4A6BAFD}" srcOrd="6" destOrd="0" presId="urn:microsoft.com/office/officeart/2005/8/layout/hList1"/>
    <dgm:cxn modelId="{79F4AA4C-CA52-41D6-A44B-EF2A35A73398}" type="presParOf" srcId="{7B69FCD0-E8C1-46A0-868D-9A4FC4A6BAFD}" destId="{CC792928-991F-4AFC-9A2F-93D4374827EC}" srcOrd="0" destOrd="0" presId="urn:microsoft.com/office/officeart/2005/8/layout/hList1"/>
    <dgm:cxn modelId="{9403B4B9-0092-4CD4-9AA9-15B18CE768AE}" type="presParOf" srcId="{7B69FCD0-E8C1-46A0-868D-9A4FC4A6BAFD}" destId="{20B96A88-19A3-42E8-AB22-1BC3B15FCE28}" srcOrd="1" destOrd="0" presId="urn:microsoft.com/office/officeart/2005/8/layout/hList1"/>
    <dgm:cxn modelId="{1D9F6AF3-CA2E-43CC-9F8E-785262804828}" type="presParOf" srcId="{0764E71A-0DF6-45DD-A804-C91338C4180F}" destId="{3C931C9A-785D-4671-9B26-83F98E0A37FC}" srcOrd="7" destOrd="0" presId="urn:microsoft.com/office/officeart/2005/8/layout/hList1"/>
    <dgm:cxn modelId="{A28005E3-9126-421E-AB5A-8B18A5BCA8A9}" type="presParOf" srcId="{0764E71A-0DF6-45DD-A804-C91338C4180F}" destId="{22135E86-10C0-4F32-A2FE-857F8D26061A}" srcOrd="8" destOrd="0" presId="urn:microsoft.com/office/officeart/2005/8/layout/hList1"/>
    <dgm:cxn modelId="{B0A1F642-49B3-4CCC-AB73-3EEF816FD304}" type="presParOf" srcId="{22135E86-10C0-4F32-A2FE-857F8D26061A}" destId="{0E58B88C-C335-4A53-AACD-86A7CF9A7CD5}" srcOrd="0" destOrd="0" presId="urn:microsoft.com/office/officeart/2005/8/layout/hList1"/>
    <dgm:cxn modelId="{C0D33334-7633-41CD-A9E0-8A99795342EB}" type="presParOf" srcId="{22135E86-10C0-4F32-A2FE-857F8D26061A}" destId="{B9E68FDE-33EF-41C0-BECF-B911A160AD8E}" srcOrd="1" destOrd="0" presId="urn:microsoft.com/office/officeart/2005/8/layout/hList1"/>
    <dgm:cxn modelId="{32415598-9183-4576-B321-9211FA8BF264}" type="presParOf" srcId="{0764E71A-0DF6-45DD-A804-C91338C4180F}" destId="{DBBD0AF2-6727-4929-8284-D286C7AFC775}" srcOrd="9" destOrd="0" presId="urn:microsoft.com/office/officeart/2005/8/layout/hList1"/>
    <dgm:cxn modelId="{3E408FE5-E343-4DCD-B4CC-81DD2EE1071C}" type="presParOf" srcId="{0764E71A-0DF6-45DD-A804-C91338C4180F}" destId="{94D35843-B9DC-4B10-A012-6119D3BDAEDA}" srcOrd="10" destOrd="0" presId="urn:microsoft.com/office/officeart/2005/8/layout/hList1"/>
    <dgm:cxn modelId="{21E03F1E-D920-4BF1-A519-A97E63C4ABD8}" type="presParOf" srcId="{94D35843-B9DC-4B10-A012-6119D3BDAEDA}" destId="{521CB023-28CE-4653-BD17-69465476A496}" srcOrd="0" destOrd="0" presId="urn:microsoft.com/office/officeart/2005/8/layout/hList1"/>
    <dgm:cxn modelId="{DF7F7CBB-28BD-46CB-A148-B09A5875A233}" type="presParOf" srcId="{94D35843-B9DC-4B10-A012-6119D3BDAEDA}" destId="{6C7E3649-D02C-41E1-97F8-02C9999FB4A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8E2573C-76D4-43A9-A499-B3EF7B8E6E0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97488B69-D72A-46F9-B71F-8868F8BD996A}">
      <dgm:prSet/>
      <dgm:spPr/>
      <dgm:t>
        <a:bodyPr/>
        <a:lstStyle/>
        <a:p>
          <a:r>
            <a:rPr lang="pt-BR" b="0" i="0" baseline="0"/>
            <a:t>Para o elemento Conhecimento:</a:t>
          </a:r>
          <a:endParaRPr lang="en-US"/>
        </a:p>
      </dgm:t>
    </dgm:pt>
    <dgm:pt modelId="{DE72FC5B-8B1C-4D8E-BC73-D7FCA33AEAA1}" type="parTrans" cxnId="{41D2B360-6434-49E2-9663-EF952691C849}">
      <dgm:prSet/>
      <dgm:spPr/>
      <dgm:t>
        <a:bodyPr/>
        <a:lstStyle/>
        <a:p>
          <a:endParaRPr lang="en-US"/>
        </a:p>
      </dgm:t>
    </dgm:pt>
    <dgm:pt modelId="{26B9A812-1DCE-4721-A4C5-E81C2E178FDB}" type="sibTrans" cxnId="{41D2B360-6434-49E2-9663-EF952691C849}">
      <dgm:prSet/>
      <dgm:spPr/>
      <dgm:t>
        <a:bodyPr/>
        <a:lstStyle/>
        <a:p>
          <a:endParaRPr lang="en-US"/>
        </a:p>
      </dgm:t>
    </dgm:pt>
    <dgm:pt modelId="{3AEC79D3-EEC4-426B-A1D2-FE632E640617}">
      <dgm:prSet/>
      <dgm:spPr/>
      <dgm:t>
        <a:bodyPr/>
        <a:lstStyle/>
        <a:p>
          <a:r>
            <a:rPr lang="pt-BR" b="0" i="0" baseline="0"/>
            <a:t>Aula expositiva dialogada; apresentação e análise de estudos de caso; análise e discussão de textos e artigos acadêmicos.</a:t>
          </a:r>
          <a:endParaRPr lang="en-US"/>
        </a:p>
      </dgm:t>
    </dgm:pt>
    <dgm:pt modelId="{67F0EE1C-4D3A-44D9-881D-DA6004750379}" type="parTrans" cxnId="{C507BA3D-983B-4C52-9682-B4B80A66650B}">
      <dgm:prSet/>
      <dgm:spPr/>
      <dgm:t>
        <a:bodyPr/>
        <a:lstStyle/>
        <a:p>
          <a:endParaRPr lang="en-US"/>
        </a:p>
      </dgm:t>
    </dgm:pt>
    <dgm:pt modelId="{BC9A3B1F-7D89-40F1-A527-F4B841B2439E}" type="sibTrans" cxnId="{C507BA3D-983B-4C52-9682-B4B80A66650B}">
      <dgm:prSet/>
      <dgm:spPr/>
      <dgm:t>
        <a:bodyPr/>
        <a:lstStyle/>
        <a:p>
          <a:endParaRPr lang="en-US"/>
        </a:p>
      </dgm:t>
    </dgm:pt>
    <dgm:pt modelId="{6DA69FC3-C1B0-4140-8C1F-45CB62E3BD5F}">
      <dgm:prSet/>
      <dgm:spPr/>
      <dgm:t>
        <a:bodyPr/>
        <a:lstStyle/>
        <a:p>
          <a:r>
            <a:rPr lang="pt-BR" b="0" i="0" baseline="0"/>
            <a:t>Para o elemento Habilidade:</a:t>
          </a:r>
          <a:endParaRPr lang="en-US"/>
        </a:p>
      </dgm:t>
    </dgm:pt>
    <dgm:pt modelId="{6FEA4AC5-0057-4132-B81C-CB2881518D75}" type="parTrans" cxnId="{0B82499E-6A88-4DD5-AAC4-4C111E31DC6D}">
      <dgm:prSet/>
      <dgm:spPr/>
      <dgm:t>
        <a:bodyPr/>
        <a:lstStyle/>
        <a:p>
          <a:endParaRPr lang="en-US"/>
        </a:p>
      </dgm:t>
    </dgm:pt>
    <dgm:pt modelId="{D072CE51-8732-4CBE-9A3A-0C695261980B}" type="sibTrans" cxnId="{0B82499E-6A88-4DD5-AAC4-4C111E31DC6D}">
      <dgm:prSet/>
      <dgm:spPr/>
      <dgm:t>
        <a:bodyPr/>
        <a:lstStyle/>
        <a:p>
          <a:endParaRPr lang="en-US"/>
        </a:p>
      </dgm:t>
    </dgm:pt>
    <dgm:pt modelId="{D6E01DC1-9B2D-42E7-98A1-0801652FCACC}">
      <dgm:prSet/>
      <dgm:spPr/>
      <dgm:t>
        <a:bodyPr/>
        <a:lstStyle/>
        <a:p>
          <a:r>
            <a:rPr lang="pt-BR" b="0" i="0" baseline="0"/>
            <a:t>Pesquisas e reflexões individuais; organização, participação e condução de seminários; construção de estudos de caso.</a:t>
          </a:r>
          <a:endParaRPr lang="en-US"/>
        </a:p>
      </dgm:t>
    </dgm:pt>
    <dgm:pt modelId="{DD584700-BD4E-4872-A5D9-9085B654165B}" type="parTrans" cxnId="{5528B41F-8C11-4C9B-BDE5-1A47E39E1BC7}">
      <dgm:prSet/>
      <dgm:spPr/>
      <dgm:t>
        <a:bodyPr/>
        <a:lstStyle/>
        <a:p>
          <a:endParaRPr lang="en-US"/>
        </a:p>
      </dgm:t>
    </dgm:pt>
    <dgm:pt modelId="{CED4133D-E200-4C54-9D25-48563F6EE570}" type="sibTrans" cxnId="{5528B41F-8C11-4C9B-BDE5-1A47E39E1BC7}">
      <dgm:prSet/>
      <dgm:spPr/>
      <dgm:t>
        <a:bodyPr/>
        <a:lstStyle/>
        <a:p>
          <a:endParaRPr lang="en-US"/>
        </a:p>
      </dgm:t>
    </dgm:pt>
    <dgm:pt modelId="{B80119E6-1498-40FA-B2D0-231B03779441}">
      <dgm:prSet/>
      <dgm:spPr/>
      <dgm:t>
        <a:bodyPr/>
        <a:lstStyle/>
        <a:p>
          <a:r>
            <a:rPr lang="pt-BR" b="0" i="0" baseline="0"/>
            <a:t>Para o elemento Atitude:</a:t>
          </a:r>
          <a:endParaRPr lang="en-US"/>
        </a:p>
      </dgm:t>
    </dgm:pt>
    <dgm:pt modelId="{EC24F884-4FDF-4ABC-B2D5-93FF411E3E5F}" type="parTrans" cxnId="{4A998533-497A-4EDE-B95B-A689A8EA0906}">
      <dgm:prSet/>
      <dgm:spPr/>
      <dgm:t>
        <a:bodyPr/>
        <a:lstStyle/>
        <a:p>
          <a:endParaRPr lang="en-US"/>
        </a:p>
      </dgm:t>
    </dgm:pt>
    <dgm:pt modelId="{860AC357-2FDD-4B39-BDC7-4F7F9DF2D1FC}" type="sibTrans" cxnId="{4A998533-497A-4EDE-B95B-A689A8EA0906}">
      <dgm:prSet/>
      <dgm:spPr/>
      <dgm:t>
        <a:bodyPr/>
        <a:lstStyle/>
        <a:p>
          <a:endParaRPr lang="en-US"/>
        </a:p>
      </dgm:t>
    </dgm:pt>
    <dgm:pt modelId="{7348CB13-3D3B-4EBC-BEDE-1B2085C0DFFF}">
      <dgm:prSet/>
      <dgm:spPr/>
      <dgm:t>
        <a:bodyPr/>
        <a:lstStyle/>
        <a:p>
          <a:r>
            <a:rPr lang="pt-BR" b="0" i="0" baseline="0"/>
            <a:t>Atividades que estimulem a liderança, a comunicação e articulação de grupos;</a:t>
          </a:r>
          <a:endParaRPr lang="en-US"/>
        </a:p>
      </dgm:t>
    </dgm:pt>
    <dgm:pt modelId="{2CB7754F-B33C-452B-B56E-51F0163ACCA3}" type="parTrans" cxnId="{CA8ED63C-DA49-4F57-9510-DAC4BB3EBA56}">
      <dgm:prSet/>
      <dgm:spPr/>
      <dgm:t>
        <a:bodyPr/>
        <a:lstStyle/>
        <a:p>
          <a:endParaRPr lang="en-US"/>
        </a:p>
      </dgm:t>
    </dgm:pt>
    <dgm:pt modelId="{4C875A2D-B27D-4477-B460-A65BA7B65995}" type="sibTrans" cxnId="{CA8ED63C-DA49-4F57-9510-DAC4BB3EBA56}">
      <dgm:prSet/>
      <dgm:spPr/>
      <dgm:t>
        <a:bodyPr/>
        <a:lstStyle/>
        <a:p>
          <a:endParaRPr lang="en-US"/>
        </a:p>
      </dgm:t>
    </dgm:pt>
    <dgm:pt modelId="{0DFF69E1-D3DC-47AE-AA42-30E51FCA0477}">
      <dgm:prSet/>
      <dgm:spPr/>
      <dgm:t>
        <a:bodyPr/>
        <a:lstStyle/>
        <a:p>
          <a:r>
            <a:rPr lang="pt-BR" b="0" i="0" baseline="0"/>
            <a:t>Aplicação da Ética no cotidiano do curso; autoavaliação e avaliação de seus pares</a:t>
          </a:r>
          <a:endParaRPr lang="en-US"/>
        </a:p>
      </dgm:t>
    </dgm:pt>
    <dgm:pt modelId="{EA20BC28-A13D-460F-B134-4B4D6FC1601D}" type="parTrans" cxnId="{6CDA0836-F2A3-4727-A100-DA6BF8E2DB02}">
      <dgm:prSet/>
      <dgm:spPr/>
      <dgm:t>
        <a:bodyPr/>
        <a:lstStyle/>
        <a:p>
          <a:endParaRPr lang="en-US"/>
        </a:p>
      </dgm:t>
    </dgm:pt>
    <dgm:pt modelId="{0728CC8C-17F6-455F-86A3-64DAAD554FD8}" type="sibTrans" cxnId="{6CDA0836-F2A3-4727-A100-DA6BF8E2DB02}">
      <dgm:prSet/>
      <dgm:spPr/>
      <dgm:t>
        <a:bodyPr/>
        <a:lstStyle/>
        <a:p>
          <a:endParaRPr lang="en-US"/>
        </a:p>
      </dgm:t>
    </dgm:pt>
    <dgm:pt modelId="{1C373EB2-A3ED-46FF-A835-E8654BC94FE9}" type="pres">
      <dgm:prSet presAssocID="{A8E2573C-76D4-43A9-A499-B3EF7B8E6E0E}" presName="root" presStyleCnt="0">
        <dgm:presLayoutVars>
          <dgm:dir/>
          <dgm:resizeHandles val="exact"/>
        </dgm:presLayoutVars>
      </dgm:prSet>
      <dgm:spPr/>
    </dgm:pt>
    <dgm:pt modelId="{6D1D89FA-EC30-43F1-A0E0-AD2EEAECD17C}" type="pres">
      <dgm:prSet presAssocID="{97488B69-D72A-46F9-B71F-8868F8BD996A}" presName="compNode" presStyleCnt="0"/>
      <dgm:spPr/>
    </dgm:pt>
    <dgm:pt modelId="{0A15EE87-684E-436A-815E-36A9C7DA519B}" type="pres">
      <dgm:prSet presAssocID="{97488B69-D72A-46F9-B71F-8868F8BD996A}" presName="bgRect" presStyleLbl="bgShp" presStyleIdx="0" presStyleCnt="3"/>
      <dgm:spPr/>
    </dgm:pt>
    <dgm:pt modelId="{FA5E793E-EB9D-41B7-BF58-B936F7848444}" type="pres">
      <dgm:prSet presAssocID="{97488B69-D72A-46F9-B71F-8868F8BD99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E36548CB-0F52-40BF-BC91-55F2EC8C8FFC}" type="pres">
      <dgm:prSet presAssocID="{97488B69-D72A-46F9-B71F-8868F8BD996A}" presName="spaceRect" presStyleCnt="0"/>
      <dgm:spPr/>
    </dgm:pt>
    <dgm:pt modelId="{13373A7F-5960-4995-9214-1F1D3F3D057B}" type="pres">
      <dgm:prSet presAssocID="{97488B69-D72A-46F9-B71F-8868F8BD996A}" presName="parTx" presStyleLbl="revTx" presStyleIdx="0" presStyleCnt="6">
        <dgm:presLayoutVars>
          <dgm:chMax val="0"/>
          <dgm:chPref val="0"/>
        </dgm:presLayoutVars>
      </dgm:prSet>
      <dgm:spPr/>
    </dgm:pt>
    <dgm:pt modelId="{CE57F31E-A84C-4837-A511-BF0632F893D7}" type="pres">
      <dgm:prSet presAssocID="{97488B69-D72A-46F9-B71F-8868F8BD996A}" presName="desTx" presStyleLbl="revTx" presStyleIdx="1" presStyleCnt="6">
        <dgm:presLayoutVars/>
      </dgm:prSet>
      <dgm:spPr/>
    </dgm:pt>
    <dgm:pt modelId="{4F092F48-1050-4DF9-B9DB-32664B082464}" type="pres">
      <dgm:prSet presAssocID="{26B9A812-1DCE-4721-A4C5-E81C2E178FDB}" presName="sibTrans" presStyleCnt="0"/>
      <dgm:spPr/>
    </dgm:pt>
    <dgm:pt modelId="{D51BE664-74B9-4FF2-8071-E1BE73DB7EAE}" type="pres">
      <dgm:prSet presAssocID="{6DA69FC3-C1B0-4140-8C1F-45CB62E3BD5F}" presName="compNode" presStyleCnt="0"/>
      <dgm:spPr/>
    </dgm:pt>
    <dgm:pt modelId="{BC081EE3-CA6A-4725-B9CC-F91245E72ADC}" type="pres">
      <dgm:prSet presAssocID="{6DA69FC3-C1B0-4140-8C1F-45CB62E3BD5F}" presName="bgRect" presStyleLbl="bgShp" presStyleIdx="1" presStyleCnt="3"/>
      <dgm:spPr/>
    </dgm:pt>
    <dgm:pt modelId="{1D500C0F-74F3-4870-8B2F-E7C00C9CE2F7}" type="pres">
      <dgm:prSet presAssocID="{6DA69FC3-C1B0-4140-8C1F-45CB62E3BD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197F3EB-EEC5-4694-A0DD-5FE350361CCF}" type="pres">
      <dgm:prSet presAssocID="{6DA69FC3-C1B0-4140-8C1F-45CB62E3BD5F}" presName="spaceRect" presStyleCnt="0"/>
      <dgm:spPr/>
    </dgm:pt>
    <dgm:pt modelId="{4AF2E442-213F-4912-831A-95FAA6BC040D}" type="pres">
      <dgm:prSet presAssocID="{6DA69FC3-C1B0-4140-8C1F-45CB62E3BD5F}" presName="parTx" presStyleLbl="revTx" presStyleIdx="2" presStyleCnt="6">
        <dgm:presLayoutVars>
          <dgm:chMax val="0"/>
          <dgm:chPref val="0"/>
        </dgm:presLayoutVars>
      </dgm:prSet>
      <dgm:spPr/>
    </dgm:pt>
    <dgm:pt modelId="{F06337C6-41CA-4C92-BBC9-78C7D9E2E0D2}" type="pres">
      <dgm:prSet presAssocID="{6DA69FC3-C1B0-4140-8C1F-45CB62E3BD5F}" presName="desTx" presStyleLbl="revTx" presStyleIdx="3" presStyleCnt="6">
        <dgm:presLayoutVars/>
      </dgm:prSet>
      <dgm:spPr/>
    </dgm:pt>
    <dgm:pt modelId="{F837BBA1-7D27-4890-8246-63E1D54C5EA5}" type="pres">
      <dgm:prSet presAssocID="{D072CE51-8732-4CBE-9A3A-0C695261980B}" presName="sibTrans" presStyleCnt="0"/>
      <dgm:spPr/>
    </dgm:pt>
    <dgm:pt modelId="{3CC6758C-6EC4-49A1-B74C-8198901AF868}" type="pres">
      <dgm:prSet presAssocID="{B80119E6-1498-40FA-B2D0-231B03779441}" presName="compNode" presStyleCnt="0"/>
      <dgm:spPr/>
    </dgm:pt>
    <dgm:pt modelId="{C5626DAB-E9ED-4C23-AFD9-D77B02FFEED0}" type="pres">
      <dgm:prSet presAssocID="{B80119E6-1498-40FA-B2D0-231B03779441}" presName="bgRect" presStyleLbl="bgShp" presStyleIdx="2" presStyleCnt="3"/>
      <dgm:spPr/>
    </dgm:pt>
    <dgm:pt modelId="{6D9E41C3-0D22-4364-BCD4-A0B89AB1F9D2}" type="pres">
      <dgm:prSet presAssocID="{B80119E6-1498-40FA-B2D0-231B0377944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88DCD6C-BFBD-4E98-A5FA-53F974A59790}" type="pres">
      <dgm:prSet presAssocID="{B80119E6-1498-40FA-B2D0-231B03779441}" presName="spaceRect" presStyleCnt="0"/>
      <dgm:spPr/>
    </dgm:pt>
    <dgm:pt modelId="{A21E7603-C478-4E99-B7EC-7F126684057B}" type="pres">
      <dgm:prSet presAssocID="{B80119E6-1498-40FA-B2D0-231B03779441}" presName="parTx" presStyleLbl="revTx" presStyleIdx="4" presStyleCnt="6">
        <dgm:presLayoutVars>
          <dgm:chMax val="0"/>
          <dgm:chPref val="0"/>
        </dgm:presLayoutVars>
      </dgm:prSet>
      <dgm:spPr/>
    </dgm:pt>
    <dgm:pt modelId="{06247584-5F01-44ED-B676-80328D78C7E0}" type="pres">
      <dgm:prSet presAssocID="{B80119E6-1498-40FA-B2D0-231B03779441}" presName="desTx" presStyleLbl="revTx" presStyleIdx="5" presStyleCnt="6">
        <dgm:presLayoutVars/>
      </dgm:prSet>
      <dgm:spPr/>
    </dgm:pt>
  </dgm:ptLst>
  <dgm:cxnLst>
    <dgm:cxn modelId="{14AA6A17-3C78-43F6-8541-F3A1C4FDE68D}" type="presOf" srcId="{B80119E6-1498-40FA-B2D0-231B03779441}" destId="{A21E7603-C478-4E99-B7EC-7F126684057B}" srcOrd="0" destOrd="0" presId="urn:microsoft.com/office/officeart/2018/2/layout/IconVerticalSolidList"/>
    <dgm:cxn modelId="{47398117-2580-45CF-9A4D-DE3ADE6E85F2}" type="presOf" srcId="{7348CB13-3D3B-4EBC-BEDE-1B2085C0DFFF}" destId="{06247584-5F01-44ED-B676-80328D78C7E0}" srcOrd="0" destOrd="0" presId="urn:microsoft.com/office/officeart/2018/2/layout/IconVerticalSolidList"/>
    <dgm:cxn modelId="{9D9C1B18-248F-4E45-9E60-170258270EEF}" type="presOf" srcId="{97488B69-D72A-46F9-B71F-8868F8BD996A}" destId="{13373A7F-5960-4995-9214-1F1D3F3D057B}" srcOrd="0" destOrd="0" presId="urn:microsoft.com/office/officeart/2018/2/layout/IconVerticalSolidList"/>
    <dgm:cxn modelId="{AE09A619-3507-48EF-A084-C7E1B89D71EF}" type="presOf" srcId="{A8E2573C-76D4-43A9-A499-B3EF7B8E6E0E}" destId="{1C373EB2-A3ED-46FF-A835-E8654BC94FE9}" srcOrd="0" destOrd="0" presId="urn:microsoft.com/office/officeart/2018/2/layout/IconVerticalSolidList"/>
    <dgm:cxn modelId="{5528B41F-8C11-4C9B-BDE5-1A47E39E1BC7}" srcId="{6DA69FC3-C1B0-4140-8C1F-45CB62E3BD5F}" destId="{D6E01DC1-9B2D-42E7-98A1-0801652FCACC}" srcOrd="0" destOrd="0" parTransId="{DD584700-BD4E-4872-A5D9-9085B654165B}" sibTransId="{CED4133D-E200-4C54-9D25-48563F6EE570}"/>
    <dgm:cxn modelId="{66BBC627-9242-4C2D-AD7D-5F65C5BE9257}" type="presOf" srcId="{3AEC79D3-EEC4-426B-A1D2-FE632E640617}" destId="{CE57F31E-A84C-4837-A511-BF0632F893D7}" srcOrd="0" destOrd="0" presId="urn:microsoft.com/office/officeart/2018/2/layout/IconVerticalSolidList"/>
    <dgm:cxn modelId="{4A998533-497A-4EDE-B95B-A689A8EA0906}" srcId="{A8E2573C-76D4-43A9-A499-B3EF7B8E6E0E}" destId="{B80119E6-1498-40FA-B2D0-231B03779441}" srcOrd="2" destOrd="0" parTransId="{EC24F884-4FDF-4ABC-B2D5-93FF411E3E5F}" sibTransId="{860AC357-2FDD-4B39-BDC7-4F7F9DF2D1FC}"/>
    <dgm:cxn modelId="{6CDA0836-F2A3-4727-A100-DA6BF8E2DB02}" srcId="{B80119E6-1498-40FA-B2D0-231B03779441}" destId="{0DFF69E1-D3DC-47AE-AA42-30E51FCA0477}" srcOrd="1" destOrd="0" parTransId="{EA20BC28-A13D-460F-B134-4B4D6FC1601D}" sibTransId="{0728CC8C-17F6-455F-86A3-64DAAD554FD8}"/>
    <dgm:cxn modelId="{CA8ED63C-DA49-4F57-9510-DAC4BB3EBA56}" srcId="{B80119E6-1498-40FA-B2D0-231B03779441}" destId="{7348CB13-3D3B-4EBC-BEDE-1B2085C0DFFF}" srcOrd="0" destOrd="0" parTransId="{2CB7754F-B33C-452B-B56E-51F0163ACCA3}" sibTransId="{4C875A2D-B27D-4477-B460-A65BA7B65995}"/>
    <dgm:cxn modelId="{C507BA3D-983B-4C52-9682-B4B80A66650B}" srcId="{97488B69-D72A-46F9-B71F-8868F8BD996A}" destId="{3AEC79D3-EEC4-426B-A1D2-FE632E640617}" srcOrd="0" destOrd="0" parTransId="{67F0EE1C-4D3A-44D9-881D-DA6004750379}" sibTransId="{BC9A3B1F-7D89-40F1-A527-F4B841B2439E}"/>
    <dgm:cxn modelId="{41D2B360-6434-49E2-9663-EF952691C849}" srcId="{A8E2573C-76D4-43A9-A499-B3EF7B8E6E0E}" destId="{97488B69-D72A-46F9-B71F-8868F8BD996A}" srcOrd="0" destOrd="0" parTransId="{DE72FC5B-8B1C-4D8E-BC73-D7FCA33AEAA1}" sibTransId="{26B9A812-1DCE-4721-A4C5-E81C2E178FDB}"/>
    <dgm:cxn modelId="{0B82499E-6A88-4DD5-AAC4-4C111E31DC6D}" srcId="{A8E2573C-76D4-43A9-A499-B3EF7B8E6E0E}" destId="{6DA69FC3-C1B0-4140-8C1F-45CB62E3BD5F}" srcOrd="1" destOrd="0" parTransId="{6FEA4AC5-0057-4132-B81C-CB2881518D75}" sibTransId="{D072CE51-8732-4CBE-9A3A-0C695261980B}"/>
    <dgm:cxn modelId="{F2817EAA-7F1C-4598-89BE-AB638D38ACF9}" type="presOf" srcId="{D6E01DC1-9B2D-42E7-98A1-0801652FCACC}" destId="{F06337C6-41CA-4C92-BBC9-78C7D9E2E0D2}" srcOrd="0" destOrd="0" presId="urn:microsoft.com/office/officeart/2018/2/layout/IconVerticalSolidList"/>
    <dgm:cxn modelId="{2EA3DDE0-3DCD-4542-B42F-77573752C622}" type="presOf" srcId="{0DFF69E1-D3DC-47AE-AA42-30E51FCA0477}" destId="{06247584-5F01-44ED-B676-80328D78C7E0}" srcOrd="0" destOrd="1" presId="urn:microsoft.com/office/officeart/2018/2/layout/IconVerticalSolidList"/>
    <dgm:cxn modelId="{5F610FEE-05A9-40D0-8DE3-0956263CC64B}" type="presOf" srcId="{6DA69FC3-C1B0-4140-8C1F-45CB62E3BD5F}" destId="{4AF2E442-213F-4912-831A-95FAA6BC040D}" srcOrd="0" destOrd="0" presId="urn:microsoft.com/office/officeart/2018/2/layout/IconVerticalSolidList"/>
    <dgm:cxn modelId="{EFDB6AD9-6C95-4956-9B6D-DAC3FD9E3A1D}" type="presParOf" srcId="{1C373EB2-A3ED-46FF-A835-E8654BC94FE9}" destId="{6D1D89FA-EC30-43F1-A0E0-AD2EEAECD17C}" srcOrd="0" destOrd="0" presId="urn:microsoft.com/office/officeart/2018/2/layout/IconVerticalSolidList"/>
    <dgm:cxn modelId="{C05F1312-CE91-4312-8A31-18F44BB2DB2A}" type="presParOf" srcId="{6D1D89FA-EC30-43F1-A0E0-AD2EEAECD17C}" destId="{0A15EE87-684E-436A-815E-36A9C7DA519B}" srcOrd="0" destOrd="0" presId="urn:microsoft.com/office/officeart/2018/2/layout/IconVerticalSolidList"/>
    <dgm:cxn modelId="{F8558665-4A9B-4456-8128-1634FC9A743D}" type="presParOf" srcId="{6D1D89FA-EC30-43F1-A0E0-AD2EEAECD17C}" destId="{FA5E793E-EB9D-41B7-BF58-B936F7848444}" srcOrd="1" destOrd="0" presId="urn:microsoft.com/office/officeart/2018/2/layout/IconVerticalSolidList"/>
    <dgm:cxn modelId="{E59BB8D9-610A-4523-A446-DD531D500199}" type="presParOf" srcId="{6D1D89FA-EC30-43F1-A0E0-AD2EEAECD17C}" destId="{E36548CB-0F52-40BF-BC91-55F2EC8C8FFC}" srcOrd="2" destOrd="0" presId="urn:microsoft.com/office/officeart/2018/2/layout/IconVerticalSolidList"/>
    <dgm:cxn modelId="{E529797D-243E-4AC8-B41C-92123DB7D3F0}" type="presParOf" srcId="{6D1D89FA-EC30-43F1-A0E0-AD2EEAECD17C}" destId="{13373A7F-5960-4995-9214-1F1D3F3D057B}" srcOrd="3" destOrd="0" presId="urn:microsoft.com/office/officeart/2018/2/layout/IconVerticalSolidList"/>
    <dgm:cxn modelId="{6CA40856-E4DC-4B6A-B242-C62626EC206C}" type="presParOf" srcId="{6D1D89FA-EC30-43F1-A0E0-AD2EEAECD17C}" destId="{CE57F31E-A84C-4837-A511-BF0632F893D7}" srcOrd="4" destOrd="0" presId="urn:microsoft.com/office/officeart/2018/2/layout/IconVerticalSolidList"/>
    <dgm:cxn modelId="{1042A75D-89E4-4CAF-AD71-CA7B34361ADD}" type="presParOf" srcId="{1C373EB2-A3ED-46FF-A835-E8654BC94FE9}" destId="{4F092F48-1050-4DF9-B9DB-32664B082464}" srcOrd="1" destOrd="0" presId="urn:microsoft.com/office/officeart/2018/2/layout/IconVerticalSolidList"/>
    <dgm:cxn modelId="{2B3F0A48-9701-4840-B7AA-3B417DA8EE83}" type="presParOf" srcId="{1C373EB2-A3ED-46FF-A835-E8654BC94FE9}" destId="{D51BE664-74B9-4FF2-8071-E1BE73DB7EAE}" srcOrd="2" destOrd="0" presId="urn:microsoft.com/office/officeart/2018/2/layout/IconVerticalSolidList"/>
    <dgm:cxn modelId="{9B502F92-3EC7-48BE-BEF0-17B11D89CA81}" type="presParOf" srcId="{D51BE664-74B9-4FF2-8071-E1BE73DB7EAE}" destId="{BC081EE3-CA6A-4725-B9CC-F91245E72ADC}" srcOrd="0" destOrd="0" presId="urn:microsoft.com/office/officeart/2018/2/layout/IconVerticalSolidList"/>
    <dgm:cxn modelId="{55A6A961-80CD-45A5-906C-EE888D614514}" type="presParOf" srcId="{D51BE664-74B9-4FF2-8071-E1BE73DB7EAE}" destId="{1D500C0F-74F3-4870-8B2F-E7C00C9CE2F7}" srcOrd="1" destOrd="0" presId="urn:microsoft.com/office/officeart/2018/2/layout/IconVerticalSolidList"/>
    <dgm:cxn modelId="{0FD233FD-2ED6-4E9F-B3AE-1C72DB9D1205}" type="presParOf" srcId="{D51BE664-74B9-4FF2-8071-E1BE73DB7EAE}" destId="{8197F3EB-EEC5-4694-A0DD-5FE350361CCF}" srcOrd="2" destOrd="0" presId="urn:microsoft.com/office/officeart/2018/2/layout/IconVerticalSolidList"/>
    <dgm:cxn modelId="{8B898F27-8264-4417-98D1-4445439C0E6E}" type="presParOf" srcId="{D51BE664-74B9-4FF2-8071-E1BE73DB7EAE}" destId="{4AF2E442-213F-4912-831A-95FAA6BC040D}" srcOrd="3" destOrd="0" presId="urn:microsoft.com/office/officeart/2018/2/layout/IconVerticalSolidList"/>
    <dgm:cxn modelId="{5E773976-9CAA-450F-BC7A-E68F5D3DC988}" type="presParOf" srcId="{D51BE664-74B9-4FF2-8071-E1BE73DB7EAE}" destId="{F06337C6-41CA-4C92-BBC9-78C7D9E2E0D2}" srcOrd="4" destOrd="0" presId="urn:microsoft.com/office/officeart/2018/2/layout/IconVerticalSolidList"/>
    <dgm:cxn modelId="{E942B3ED-E1A7-41E2-845F-62D957CC833A}" type="presParOf" srcId="{1C373EB2-A3ED-46FF-A835-E8654BC94FE9}" destId="{F837BBA1-7D27-4890-8246-63E1D54C5EA5}" srcOrd="3" destOrd="0" presId="urn:microsoft.com/office/officeart/2018/2/layout/IconVerticalSolidList"/>
    <dgm:cxn modelId="{BDA1CB3E-1B8B-4D52-B69A-C2FFD5E6D6E2}" type="presParOf" srcId="{1C373EB2-A3ED-46FF-A835-E8654BC94FE9}" destId="{3CC6758C-6EC4-49A1-B74C-8198901AF868}" srcOrd="4" destOrd="0" presId="urn:microsoft.com/office/officeart/2018/2/layout/IconVerticalSolidList"/>
    <dgm:cxn modelId="{CDF654F3-9253-44BD-9BF4-9997B36CF012}" type="presParOf" srcId="{3CC6758C-6EC4-49A1-B74C-8198901AF868}" destId="{C5626DAB-E9ED-4C23-AFD9-D77B02FFEED0}" srcOrd="0" destOrd="0" presId="urn:microsoft.com/office/officeart/2018/2/layout/IconVerticalSolidList"/>
    <dgm:cxn modelId="{80C6D349-AB38-44D1-9EC9-6F1BAA8D9368}" type="presParOf" srcId="{3CC6758C-6EC4-49A1-B74C-8198901AF868}" destId="{6D9E41C3-0D22-4364-BCD4-A0B89AB1F9D2}" srcOrd="1" destOrd="0" presId="urn:microsoft.com/office/officeart/2018/2/layout/IconVerticalSolidList"/>
    <dgm:cxn modelId="{DC8CC5DA-FA79-4F6D-891E-A227E4E2AB58}" type="presParOf" srcId="{3CC6758C-6EC4-49A1-B74C-8198901AF868}" destId="{888DCD6C-BFBD-4E98-A5FA-53F974A59790}" srcOrd="2" destOrd="0" presId="urn:microsoft.com/office/officeart/2018/2/layout/IconVerticalSolidList"/>
    <dgm:cxn modelId="{6180F01F-26EC-4E8F-B32D-473113970301}" type="presParOf" srcId="{3CC6758C-6EC4-49A1-B74C-8198901AF868}" destId="{A21E7603-C478-4E99-B7EC-7F126684057B}" srcOrd="3" destOrd="0" presId="urn:microsoft.com/office/officeart/2018/2/layout/IconVerticalSolidList"/>
    <dgm:cxn modelId="{79C75FCA-AD38-47F1-B2ED-7F92A02BFF48}" type="presParOf" srcId="{3CC6758C-6EC4-49A1-B74C-8198901AF868}" destId="{06247584-5F01-44ED-B676-80328D78C7E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941C0CC-8539-43DF-8F3F-25223E1FF2D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C6F1ED-0CD2-44FD-9EBE-5D7BDCDB1D7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 dirty="0"/>
            <a:t>Computadores ou dispositivos móveis com conexão com a Internet.</a:t>
          </a:r>
          <a:endParaRPr lang="en-US" sz="1200" dirty="0"/>
        </a:p>
      </dgm:t>
    </dgm:pt>
    <dgm:pt modelId="{2E528EE3-F0D2-47DF-B418-BDB84AD25438}" type="parTrans" cxnId="{8B357325-C2AD-4038-90A7-89EB9D54ABAF}">
      <dgm:prSet/>
      <dgm:spPr/>
      <dgm:t>
        <a:bodyPr/>
        <a:lstStyle/>
        <a:p>
          <a:endParaRPr lang="en-US" sz="1400"/>
        </a:p>
      </dgm:t>
    </dgm:pt>
    <dgm:pt modelId="{A7A3904E-7BE7-4F3A-90C8-A5B7E1332C0B}" type="sibTrans" cxnId="{8B357325-C2AD-4038-90A7-89EB9D54ABAF}">
      <dgm:prSet/>
      <dgm:spPr/>
      <dgm:t>
        <a:bodyPr/>
        <a:lstStyle/>
        <a:p>
          <a:endParaRPr lang="en-US" sz="1600"/>
        </a:p>
      </dgm:t>
    </dgm:pt>
    <dgm:pt modelId="{E425703E-EBEB-4F3D-8860-04FE25F2F69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Quadro branco em sala de aula convencional ou laboratório.</a:t>
          </a:r>
          <a:endParaRPr lang="en-US" sz="1200"/>
        </a:p>
      </dgm:t>
    </dgm:pt>
    <dgm:pt modelId="{C5417DD2-E539-4E39-8659-9DEB29F0CA30}" type="parTrans" cxnId="{37C67937-2158-43D1-8C26-131CA369D049}">
      <dgm:prSet/>
      <dgm:spPr/>
      <dgm:t>
        <a:bodyPr/>
        <a:lstStyle/>
        <a:p>
          <a:endParaRPr lang="en-US" sz="1400"/>
        </a:p>
      </dgm:t>
    </dgm:pt>
    <dgm:pt modelId="{0D7D3856-804D-41BE-A202-AA76C726BD94}" type="sibTrans" cxnId="{37C67937-2158-43D1-8C26-131CA369D049}">
      <dgm:prSet/>
      <dgm:spPr/>
      <dgm:t>
        <a:bodyPr/>
        <a:lstStyle/>
        <a:p>
          <a:endParaRPr lang="en-US" sz="1600"/>
        </a:p>
      </dgm:t>
    </dgm:pt>
    <dgm:pt modelId="{636AC5F4-AC59-4C9F-8A1E-A6222E2141B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Recursos audiovisuais (projetor multimídia, tela, equipamento de áudio, vídeos)</a:t>
          </a:r>
          <a:endParaRPr lang="en-US" sz="1200"/>
        </a:p>
      </dgm:t>
    </dgm:pt>
    <dgm:pt modelId="{15DF7FC3-14D5-4BC8-8389-ECB03EE69E32}" type="parTrans" cxnId="{6630EBDB-6B07-4482-991A-D057A1A32086}">
      <dgm:prSet/>
      <dgm:spPr/>
      <dgm:t>
        <a:bodyPr/>
        <a:lstStyle/>
        <a:p>
          <a:endParaRPr lang="en-US" sz="1400"/>
        </a:p>
      </dgm:t>
    </dgm:pt>
    <dgm:pt modelId="{45625DEC-E5B5-4AE5-A077-C220E886690B}" type="sibTrans" cxnId="{6630EBDB-6B07-4482-991A-D057A1A32086}">
      <dgm:prSet/>
      <dgm:spPr/>
      <dgm:t>
        <a:bodyPr/>
        <a:lstStyle/>
        <a:p>
          <a:endParaRPr lang="en-US" sz="1600"/>
        </a:p>
      </dgm:t>
    </dgm:pt>
    <dgm:pt modelId="{74A1159A-B6F5-41F0-8EB2-561CAFB0DE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Ambiente do SGI, notadamente para aspectos administrativos da disciplina (frequência, menções, comunicados).</a:t>
          </a:r>
          <a:endParaRPr lang="en-US" sz="1200"/>
        </a:p>
      </dgm:t>
    </dgm:pt>
    <dgm:pt modelId="{7353C099-A249-464D-B101-ED31BBD35766}" type="parTrans" cxnId="{B42EB706-3378-4271-B054-6F90B5599210}">
      <dgm:prSet/>
      <dgm:spPr/>
      <dgm:t>
        <a:bodyPr/>
        <a:lstStyle/>
        <a:p>
          <a:endParaRPr lang="en-US" sz="1400"/>
        </a:p>
      </dgm:t>
    </dgm:pt>
    <dgm:pt modelId="{22CF3817-7A62-40FE-A1E4-7984DD7B9588}" type="sibTrans" cxnId="{B42EB706-3378-4271-B054-6F90B5599210}">
      <dgm:prSet/>
      <dgm:spPr/>
      <dgm:t>
        <a:bodyPr/>
        <a:lstStyle/>
        <a:p>
          <a:endParaRPr lang="en-US" sz="1600"/>
        </a:p>
      </dgm:t>
    </dgm:pt>
    <dgm:pt modelId="{ECD162EE-11F2-47AC-8E4F-30FD819DB85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Ambiente Moodle (Sala Online) será utilizado como apoio às atividades pedagógicas, incluindo conteúdo, atividades e avisos.</a:t>
          </a:r>
          <a:endParaRPr lang="en-US" sz="1200"/>
        </a:p>
      </dgm:t>
    </dgm:pt>
    <dgm:pt modelId="{9D91DB58-8AB9-4001-B474-168D271EE5D4}" type="parTrans" cxnId="{430C998D-7A19-4B44-A14B-EF6650EF43F8}">
      <dgm:prSet/>
      <dgm:spPr/>
      <dgm:t>
        <a:bodyPr/>
        <a:lstStyle/>
        <a:p>
          <a:endParaRPr lang="en-US" sz="1400"/>
        </a:p>
      </dgm:t>
    </dgm:pt>
    <dgm:pt modelId="{6E0AA0C2-1357-45F6-8F12-9D7D4A9CA3A6}" type="sibTrans" cxnId="{430C998D-7A19-4B44-A14B-EF6650EF43F8}">
      <dgm:prSet/>
      <dgm:spPr/>
      <dgm:t>
        <a:bodyPr/>
        <a:lstStyle/>
        <a:p>
          <a:endParaRPr lang="en-US" sz="1600"/>
        </a:p>
      </dgm:t>
    </dgm:pt>
    <dgm:pt modelId="{072B57C4-6A91-43FB-8ACA-341A09A323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Livros e artigos relativos à disciplina.</a:t>
          </a:r>
          <a:endParaRPr lang="en-US" sz="1200"/>
        </a:p>
      </dgm:t>
    </dgm:pt>
    <dgm:pt modelId="{879CC280-A172-480D-9C63-4A6745A0CFDC}" type="parTrans" cxnId="{D05D897D-4E81-4E88-AE94-FCEF66168238}">
      <dgm:prSet/>
      <dgm:spPr/>
      <dgm:t>
        <a:bodyPr/>
        <a:lstStyle/>
        <a:p>
          <a:endParaRPr lang="en-US" sz="1400"/>
        </a:p>
      </dgm:t>
    </dgm:pt>
    <dgm:pt modelId="{52284A9A-BD81-410D-A673-B1619FC36B7D}" type="sibTrans" cxnId="{D05D897D-4E81-4E88-AE94-FCEF66168238}">
      <dgm:prSet/>
      <dgm:spPr/>
      <dgm:t>
        <a:bodyPr/>
        <a:lstStyle/>
        <a:p>
          <a:endParaRPr lang="en-US" sz="1600"/>
        </a:p>
      </dgm:t>
    </dgm:pt>
    <dgm:pt modelId="{9FCE6BAA-4B9A-4CCA-B57B-6B9E58B3381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MS Power BI.</a:t>
          </a:r>
          <a:endParaRPr lang="en-US" sz="1200"/>
        </a:p>
      </dgm:t>
    </dgm:pt>
    <dgm:pt modelId="{80C9577F-B629-4517-8895-24226F65A3BE}" type="parTrans" cxnId="{39CC5EA8-7022-4925-B1C8-45D305E4EFCF}">
      <dgm:prSet/>
      <dgm:spPr/>
      <dgm:t>
        <a:bodyPr/>
        <a:lstStyle/>
        <a:p>
          <a:endParaRPr lang="en-US" sz="1400"/>
        </a:p>
      </dgm:t>
    </dgm:pt>
    <dgm:pt modelId="{70D326B1-C16C-4BA0-8C1E-185A6E9BA3DF}" type="sibTrans" cxnId="{39CC5EA8-7022-4925-B1C8-45D305E4EFCF}">
      <dgm:prSet/>
      <dgm:spPr/>
      <dgm:t>
        <a:bodyPr/>
        <a:lstStyle/>
        <a:p>
          <a:endParaRPr lang="en-US" sz="1600"/>
        </a:p>
      </dgm:t>
    </dgm:pt>
    <dgm:pt modelId="{3ADD6EDE-0FBB-4456-8E82-04E31AB0387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Outros softwares online ou ferramentas gratuitas poderão ser empregados em proveito do processo de ensino e aprendizagem. </a:t>
          </a:r>
          <a:endParaRPr lang="en-US" sz="1200"/>
        </a:p>
      </dgm:t>
    </dgm:pt>
    <dgm:pt modelId="{C85CD55F-8279-4023-A753-6F96D9B37DC8}" type="parTrans" cxnId="{FA4E728B-1745-4066-97E6-27E51B9A899A}">
      <dgm:prSet/>
      <dgm:spPr/>
      <dgm:t>
        <a:bodyPr/>
        <a:lstStyle/>
        <a:p>
          <a:endParaRPr lang="en-US" sz="1400"/>
        </a:p>
      </dgm:t>
    </dgm:pt>
    <dgm:pt modelId="{B134658A-6C2E-48F1-B337-3E778664A2F5}" type="sibTrans" cxnId="{FA4E728B-1745-4066-97E6-27E51B9A899A}">
      <dgm:prSet/>
      <dgm:spPr/>
      <dgm:t>
        <a:bodyPr/>
        <a:lstStyle/>
        <a:p>
          <a:endParaRPr lang="en-US" sz="1600"/>
        </a:p>
      </dgm:t>
    </dgm:pt>
    <dgm:pt modelId="{61EF93F7-6989-4A39-AA3B-455100503E09}" type="pres">
      <dgm:prSet presAssocID="{E941C0CC-8539-43DF-8F3F-25223E1FF2D4}" presName="root" presStyleCnt="0">
        <dgm:presLayoutVars>
          <dgm:dir/>
          <dgm:resizeHandles val="exact"/>
        </dgm:presLayoutVars>
      </dgm:prSet>
      <dgm:spPr/>
    </dgm:pt>
    <dgm:pt modelId="{80D25C5C-14D0-4CEB-9003-B2F676CFBA1B}" type="pres">
      <dgm:prSet presAssocID="{35C6F1ED-0CD2-44FD-9EBE-5D7BDCDB1D7D}" presName="compNode" presStyleCnt="0"/>
      <dgm:spPr/>
    </dgm:pt>
    <dgm:pt modelId="{25FBE828-1D2D-44C4-B0A4-B232B578644C}" type="pres">
      <dgm:prSet presAssocID="{35C6F1ED-0CD2-44FD-9EBE-5D7BDCDB1D7D}" presName="bgRect" presStyleLbl="bgShp" presStyleIdx="0" presStyleCnt="8"/>
      <dgm:spPr/>
    </dgm:pt>
    <dgm:pt modelId="{44B3E565-3701-4B93-9CD8-5E0D351295BF}" type="pres">
      <dgm:prSet presAssocID="{35C6F1ED-0CD2-44FD-9EBE-5D7BDCDB1D7D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m fio"/>
        </a:ext>
      </dgm:extLst>
    </dgm:pt>
    <dgm:pt modelId="{4B8C8AC1-D64C-4200-AC05-4661A02449E8}" type="pres">
      <dgm:prSet presAssocID="{35C6F1ED-0CD2-44FD-9EBE-5D7BDCDB1D7D}" presName="spaceRect" presStyleCnt="0"/>
      <dgm:spPr/>
    </dgm:pt>
    <dgm:pt modelId="{3D3CB6E1-37B6-457D-82BE-52CBBD116C70}" type="pres">
      <dgm:prSet presAssocID="{35C6F1ED-0CD2-44FD-9EBE-5D7BDCDB1D7D}" presName="parTx" presStyleLbl="revTx" presStyleIdx="0" presStyleCnt="8">
        <dgm:presLayoutVars>
          <dgm:chMax val="0"/>
          <dgm:chPref val="0"/>
        </dgm:presLayoutVars>
      </dgm:prSet>
      <dgm:spPr/>
    </dgm:pt>
    <dgm:pt modelId="{248BA354-0EC3-4380-B5E0-5943973A5F27}" type="pres">
      <dgm:prSet presAssocID="{A7A3904E-7BE7-4F3A-90C8-A5B7E1332C0B}" presName="sibTrans" presStyleCnt="0"/>
      <dgm:spPr/>
    </dgm:pt>
    <dgm:pt modelId="{0CDC5C4F-EA57-4DA1-B2CB-638F6A8BD9A9}" type="pres">
      <dgm:prSet presAssocID="{E425703E-EBEB-4F3D-8860-04FE25F2F69C}" presName="compNode" presStyleCnt="0"/>
      <dgm:spPr/>
    </dgm:pt>
    <dgm:pt modelId="{D90FDEFD-FBC6-42AC-ABC5-A04C626E1E4A}" type="pres">
      <dgm:prSet presAssocID="{E425703E-EBEB-4F3D-8860-04FE25F2F69C}" presName="bgRect" presStyleLbl="bgShp" presStyleIdx="1" presStyleCnt="8"/>
      <dgm:spPr/>
    </dgm:pt>
    <dgm:pt modelId="{6CCB4D1F-9FC5-43A9-8585-CA731D025BCA}" type="pres">
      <dgm:prSet presAssocID="{E425703E-EBEB-4F3D-8860-04FE25F2F69C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entista"/>
        </a:ext>
      </dgm:extLst>
    </dgm:pt>
    <dgm:pt modelId="{E1564873-6A3E-4EC1-B3E1-C5DB96C7A0B3}" type="pres">
      <dgm:prSet presAssocID="{E425703E-EBEB-4F3D-8860-04FE25F2F69C}" presName="spaceRect" presStyleCnt="0"/>
      <dgm:spPr/>
    </dgm:pt>
    <dgm:pt modelId="{990A413C-CD31-4DBA-AF30-436BEA4F0B16}" type="pres">
      <dgm:prSet presAssocID="{E425703E-EBEB-4F3D-8860-04FE25F2F69C}" presName="parTx" presStyleLbl="revTx" presStyleIdx="1" presStyleCnt="8">
        <dgm:presLayoutVars>
          <dgm:chMax val="0"/>
          <dgm:chPref val="0"/>
        </dgm:presLayoutVars>
      </dgm:prSet>
      <dgm:spPr/>
    </dgm:pt>
    <dgm:pt modelId="{066205BC-6E3D-4806-94BB-0A363E6C9FE5}" type="pres">
      <dgm:prSet presAssocID="{0D7D3856-804D-41BE-A202-AA76C726BD94}" presName="sibTrans" presStyleCnt="0"/>
      <dgm:spPr/>
    </dgm:pt>
    <dgm:pt modelId="{37218F2B-BB01-46A2-BC0D-5A36985427F3}" type="pres">
      <dgm:prSet presAssocID="{636AC5F4-AC59-4C9F-8A1E-A6222E2141BF}" presName="compNode" presStyleCnt="0"/>
      <dgm:spPr/>
    </dgm:pt>
    <dgm:pt modelId="{E3348C30-67E4-4AFB-82C6-50E12912AE79}" type="pres">
      <dgm:prSet presAssocID="{636AC5F4-AC59-4C9F-8A1E-A6222E2141BF}" presName="bgRect" presStyleLbl="bgShp" presStyleIdx="2" presStyleCnt="8"/>
      <dgm:spPr/>
    </dgm:pt>
    <dgm:pt modelId="{20759C0C-341E-4405-81B7-774A86E838C6}" type="pres">
      <dgm:prSet presAssocID="{636AC5F4-AC59-4C9F-8A1E-A6222E2141B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3F297AFC-C572-4CF0-AFE6-4EAA8A5A54D9}" type="pres">
      <dgm:prSet presAssocID="{636AC5F4-AC59-4C9F-8A1E-A6222E2141BF}" presName="spaceRect" presStyleCnt="0"/>
      <dgm:spPr/>
    </dgm:pt>
    <dgm:pt modelId="{66D72721-BB15-4E63-ACE8-834A4D87CF80}" type="pres">
      <dgm:prSet presAssocID="{636AC5F4-AC59-4C9F-8A1E-A6222E2141BF}" presName="parTx" presStyleLbl="revTx" presStyleIdx="2" presStyleCnt="8">
        <dgm:presLayoutVars>
          <dgm:chMax val="0"/>
          <dgm:chPref val="0"/>
        </dgm:presLayoutVars>
      </dgm:prSet>
      <dgm:spPr/>
    </dgm:pt>
    <dgm:pt modelId="{118B3464-E6B8-48C6-81FC-50C041CAA297}" type="pres">
      <dgm:prSet presAssocID="{45625DEC-E5B5-4AE5-A077-C220E886690B}" presName="sibTrans" presStyleCnt="0"/>
      <dgm:spPr/>
    </dgm:pt>
    <dgm:pt modelId="{288EE377-65C8-4B09-9F99-A56C7DFCE3B2}" type="pres">
      <dgm:prSet presAssocID="{74A1159A-B6F5-41F0-8EB2-561CAFB0DE38}" presName="compNode" presStyleCnt="0"/>
      <dgm:spPr/>
    </dgm:pt>
    <dgm:pt modelId="{C6FB527D-3C50-4012-A84B-62C2412447F6}" type="pres">
      <dgm:prSet presAssocID="{74A1159A-B6F5-41F0-8EB2-561CAFB0DE38}" presName="bgRect" presStyleLbl="bgShp" presStyleIdx="3" presStyleCnt="8"/>
      <dgm:spPr/>
    </dgm:pt>
    <dgm:pt modelId="{F4A42C8D-4547-46B3-BA86-C7E07E495E45}" type="pres">
      <dgm:prSet presAssocID="{74A1159A-B6F5-41F0-8EB2-561CAFB0DE38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6002B25F-E984-4ADD-A60A-7C8146F018B7}" type="pres">
      <dgm:prSet presAssocID="{74A1159A-B6F5-41F0-8EB2-561CAFB0DE38}" presName="spaceRect" presStyleCnt="0"/>
      <dgm:spPr/>
    </dgm:pt>
    <dgm:pt modelId="{29182CC9-795B-46A3-8B65-D3BEC1BFDA1B}" type="pres">
      <dgm:prSet presAssocID="{74A1159A-B6F5-41F0-8EB2-561CAFB0DE38}" presName="parTx" presStyleLbl="revTx" presStyleIdx="3" presStyleCnt="8">
        <dgm:presLayoutVars>
          <dgm:chMax val="0"/>
          <dgm:chPref val="0"/>
        </dgm:presLayoutVars>
      </dgm:prSet>
      <dgm:spPr/>
    </dgm:pt>
    <dgm:pt modelId="{50A02880-A7DA-48C2-8D77-6FDADC64D6DB}" type="pres">
      <dgm:prSet presAssocID="{22CF3817-7A62-40FE-A1E4-7984DD7B9588}" presName="sibTrans" presStyleCnt="0"/>
      <dgm:spPr/>
    </dgm:pt>
    <dgm:pt modelId="{3729F1BE-7350-41BD-BD80-0C94C937E608}" type="pres">
      <dgm:prSet presAssocID="{ECD162EE-11F2-47AC-8E4F-30FD819DB856}" presName="compNode" presStyleCnt="0"/>
      <dgm:spPr/>
    </dgm:pt>
    <dgm:pt modelId="{0427A985-A16E-4492-8BB7-53AD3BB6D43C}" type="pres">
      <dgm:prSet presAssocID="{ECD162EE-11F2-47AC-8E4F-30FD819DB856}" presName="bgRect" presStyleLbl="bgShp" presStyleIdx="4" presStyleCnt="8"/>
      <dgm:spPr/>
    </dgm:pt>
    <dgm:pt modelId="{30110F25-7C77-4D32-8397-348AC6CCA13B}" type="pres">
      <dgm:prSet presAssocID="{ECD162EE-11F2-47AC-8E4F-30FD819DB856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leia"/>
        </a:ext>
      </dgm:extLst>
    </dgm:pt>
    <dgm:pt modelId="{4347CB49-0B16-4AB1-8928-B879886445F4}" type="pres">
      <dgm:prSet presAssocID="{ECD162EE-11F2-47AC-8E4F-30FD819DB856}" presName="spaceRect" presStyleCnt="0"/>
      <dgm:spPr/>
    </dgm:pt>
    <dgm:pt modelId="{3E6F38B7-7287-470A-B57D-C644D6878497}" type="pres">
      <dgm:prSet presAssocID="{ECD162EE-11F2-47AC-8E4F-30FD819DB856}" presName="parTx" presStyleLbl="revTx" presStyleIdx="4" presStyleCnt="8">
        <dgm:presLayoutVars>
          <dgm:chMax val="0"/>
          <dgm:chPref val="0"/>
        </dgm:presLayoutVars>
      </dgm:prSet>
      <dgm:spPr/>
    </dgm:pt>
    <dgm:pt modelId="{9175D6B3-F25B-414D-B22B-9B61762D469C}" type="pres">
      <dgm:prSet presAssocID="{6E0AA0C2-1357-45F6-8F12-9D7D4A9CA3A6}" presName="sibTrans" presStyleCnt="0"/>
      <dgm:spPr/>
    </dgm:pt>
    <dgm:pt modelId="{D427043F-4292-4D1B-A068-99891F91C2A9}" type="pres">
      <dgm:prSet presAssocID="{072B57C4-6A91-43FB-8ACA-341A09A323D0}" presName="compNode" presStyleCnt="0"/>
      <dgm:spPr/>
    </dgm:pt>
    <dgm:pt modelId="{F07DFD8B-DF01-4905-A6BB-87D4DF46F977}" type="pres">
      <dgm:prSet presAssocID="{072B57C4-6A91-43FB-8ACA-341A09A323D0}" presName="bgRect" presStyleLbl="bgShp" presStyleIdx="5" presStyleCnt="8"/>
      <dgm:spPr/>
    </dgm:pt>
    <dgm:pt modelId="{A4C6F6F3-4A31-433B-AC1D-0B8652EE3DB9}" type="pres">
      <dgm:prSet presAssocID="{072B57C4-6A91-43FB-8ACA-341A09A323D0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3BD566E9-73E2-4EC2-9408-9EB2C024851B}" type="pres">
      <dgm:prSet presAssocID="{072B57C4-6A91-43FB-8ACA-341A09A323D0}" presName="spaceRect" presStyleCnt="0"/>
      <dgm:spPr/>
    </dgm:pt>
    <dgm:pt modelId="{23B2F73A-A459-4A3D-8384-EB16E36C22DA}" type="pres">
      <dgm:prSet presAssocID="{072B57C4-6A91-43FB-8ACA-341A09A323D0}" presName="parTx" presStyleLbl="revTx" presStyleIdx="5" presStyleCnt="8">
        <dgm:presLayoutVars>
          <dgm:chMax val="0"/>
          <dgm:chPref val="0"/>
        </dgm:presLayoutVars>
      </dgm:prSet>
      <dgm:spPr/>
    </dgm:pt>
    <dgm:pt modelId="{B756DEDF-4B94-4CD5-8959-CB57B262F369}" type="pres">
      <dgm:prSet presAssocID="{52284A9A-BD81-410D-A673-B1619FC36B7D}" presName="sibTrans" presStyleCnt="0"/>
      <dgm:spPr/>
    </dgm:pt>
    <dgm:pt modelId="{E5A8EF64-A6E3-4214-9A0F-2432134B4695}" type="pres">
      <dgm:prSet presAssocID="{9FCE6BAA-4B9A-4CCA-B57B-6B9E58B33818}" presName="compNode" presStyleCnt="0"/>
      <dgm:spPr/>
    </dgm:pt>
    <dgm:pt modelId="{EB5F4179-AC69-4C5D-80CE-5D11CB354B87}" type="pres">
      <dgm:prSet presAssocID="{9FCE6BAA-4B9A-4CCA-B57B-6B9E58B33818}" presName="bgRect" presStyleLbl="bgShp" presStyleIdx="6" presStyleCnt="8"/>
      <dgm:spPr/>
    </dgm:pt>
    <dgm:pt modelId="{97C6AFDA-F062-4751-AD65-E0C30B68BD1F}" type="pres">
      <dgm:prSet presAssocID="{9FCE6BAA-4B9A-4CCA-B57B-6B9E58B33818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D8D24154-927E-4580-9162-E0D47CD4F4BD}" type="pres">
      <dgm:prSet presAssocID="{9FCE6BAA-4B9A-4CCA-B57B-6B9E58B33818}" presName="spaceRect" presStyleCnt="0"/>
      <dgm:spPr/>
    </dgm:pt>
    <dgm:pt modelId="{CA577C19-80C3-4817-A1CF-B5810ABBFAD3}" type="pres">
      <dgm:prSet presAssocID="{9FCE6BAA-4B9A-4CCA-B57B-6B9E58B33818}" presName="parTx" presStyleLbl="revTx" presStyleIdx="6" presStyleCnt="8">
        <dgm:presLayoutVars>
          <dgm:chMax val="0"/>
          <dgm:chPref val="0"/>
        </dgm:presLayoutVars>
      </dgm:prSet>
      <dgm:spPr/>
    </dgm:pt>
    <dgm:pt modelId="{BA1CF221-701E-4A0A-84DF-8EA5B43333B7}" type="pres">
      <dgm:prSet presAssocID="{70D326B1-C16C-4BA0-8C1E-185A6E9BA3DF}" presName="sibTrans" presStyleCnt="0"/>
      <dgm:spPr/>
    </dgm:pt>
    <dgm:pt modelId="{95FB7548-01A2-4AF2-A7F7-4473E360CA71}" type="pres">
      <dgm:prSet presAssocID="{3ADD6EDE-0FBB-4456-8E82-04E31AB03872}" presName="compNode" presStyleCnt="0"/>
      <dgm:spPr/>
    </dgm:pt>
    <dgm:pt modelId="{1FFCAD5C-3D44-440C-ACAA-9347161A5508}" type="pres">
      <dgm:prSet presAssocID="{3ADD6EDE-0FBB-4456-8E82-04E31AB03872}" presName="bgRect" presStyleLbl="bgShp" presStyleIdx="7" presStyleCnt="8"/>
      <dgm:spPr/>
    </dgm:pt>
    <dgm:pt modelId="{F0F8A4A5-74F3-49E8-9282-04206E2E5C70}" type="pres">
      <dgm:prSet presAssocID="{3ADD6EDE-0FBB-4456-8E82-04E31AB03872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1994BBF9-DA0F-4A00-A615-86464BBD3BA2}" type="pres">
      <dgm:prSet presAssocID="{3ADD6EDE-0FBB-4456-8E82-04E31AB03872}" presName="spaceRect" presStyleCnt="0"/>
      <dgm:spPr/>
    </dgm:pt>
    <dgm:pt modelId="{74232418-C9BC-4FDB-8D2B-A1583F28BBA4}" type="pres">
      <dgm:prSet presAssocID="{3ADD6EDE-0FBB-4456-8E82-04E31AB03872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B42EB706-3378-4271-B054-6F90B5599210}" srcId="{E941C0CC-8539-43DF-8F3F-25223E1FF2D4}" destId="{74A1159A-B6F5-41F0-8EB2-561CAFB0DE38}" srcOrd="3" destOrd="0" parTransId="{7353C099-A249-464D-B101-ED31BBD35766}" sibTransId="{22CF3817-7A62-40FE-A1E4-7984DD7B9588}"/>
    <dgm:cxn modelId="{7CFF5007-9947-4F2E-9478-12DBD5F01043}" type="presOf" srcId="{35C6F1ED-0CD2-44FD-9EBE-5D7BDCDB1D7D}" destId="{3D3CB6E1-37B6-457D-82BE-52CBBD116C70}" srcOrd="0" destOrd="0" presId="urn:microsoft.com/office/officeart/2018/2/layout/IconVerticalSolidList"/>
    <dgm:cxn modelId="{9C062E16-17A7-4BA1-90B2-C6752BD29066}" type="presOf" srcId="{ECD162EE-11F2-47AC-8E4F-30FD819DB856}" destId="{3E6F38B7-7287-470A-B57D-C644D6878497}" srcOrd="0" destOrd="0" presId="urn:microsoft.com/office/officeart/2018/2/layout/IconVerticalSolidList"/>
    <dgm:cxn modelId="{8B357325-C2AD-4038-90A7-89EB9D54ABAF}" srcId="{E941C0CC-8539-43DF-8F3F-25223E1FF2D4}" destId="{35C6F1ED-0CD2-44FD-9EBE-5D7BDCDB1D7D}" srcOrd="0" destOrd="0" parTransId="{2E528EE3-F0D2-47DF-B418-BDB84AD25438}" sibTransId="{A7A3904E-7BE7-4F3A-90C8-A5B7E1332C0B}"/>
    <dgm:cxn modelId="{DA6CBE2A-88C2-4BDE-B6C0-9FDC3166EC47}" type="presOf" srcId="{E425703E-EBEB-4F3D-8860-04FE25F2F69C}" destId="{990A413C-CD31-4DBA-AF30-436BEA4F0B16}" srcOrd="0" destOrd="0" presId="urn:microsoft.com/office/officeart/2018/2/layout/IconVerticalSolidList"/>
    <dgm:cxn modelId="{E5DF4437-EF14-481E-B899-60B04429E0B5}" type="presOf" srcId="{74A1159A-B6F5-41F0-8EB2-561CAFB0DE38}" destId="{29182CC9-795B-46A3-8B65-D3BEC1BFDA1B}" srcOrd="0" destOrd="0" presId="urn:microsoft.com/office/officeart/2018/2/layout/IconVerticalSolidList"/>
    <dgm:cxn modelId="{37C67937-2158-43D1-8C26-131CA369D049}" srcId="{E941C0CC-8539-43DF-8F3F-25223E1FF2D4}" destId="{E425703E-EBEB-4F3D-8860-04FE25F2F69C}" srcOrd="1" destOrd="0" parTransId="{C5417DD2-E539-4E39-8659-9DEB29F0CA30}" sibTransId="{0D7D3856-804D-41BE-A202-AA76C726BD94}"/>
    <dgm:cxn modelId="{EBF8123A-08E8-409A-8E3D-F3B2DA397772}" type="presOf" srcId="{3ADD6EDE-0FBB-4456-8E82-04E31AB03872}" destId="{74232418-C9BC-4FDB-8D2B-A1583F28BBA4}" srcOrd="0" destOrd="0" presId="urn:microsoft.com/office/officeart/2018/2/layout/IconVerticalSolidList"/>
    <dgm:cxn modelId="{D05D897D-4E81-4E88-AE94-FCEF66168238}" srcId="{E941C0CC-8539-43DF-8F3F-25223E1FF2D4}" destId="{072B57C4-6A91-43FB-8ACA-341A09A323D0}" srcOrd="5" destOrd="0" parTransId="{879CC280-A172-480D-9C63-4A6745A0CFDC}" sibTransId="{52284A9A-BD81-410D-A673-B1619FC36B7D}"/>
    <dgm:cxn modelId="{D417AE81-FBE6-416B-9ABD-C8CD9AEA54FE}" type="presOf" srcId="{636AC5F4-AC59-4C9F-8A1E-A6222E2141BF}" destId="{66D72721-BB15-4E63-ACE8-834A4D87CF80}" srcOrd="0" destOrd="0" presId="urn:microsoft.com/office/officeart/2018/2/layout/IconVerticalSolidList"/>
    <dgm:cxn modelId="{FA4E728B-1745-4066-97E6-27E51B9A899A}" srcId="{E941C0CC-8539-43DF-8F3F-25223E1FF2D4}" destId="{3ADD6EDE-0FBB-4456-8E82-04E31AB03872}" srcOrd="7" destOrd="0" parTransId="{C85CD55F-8279-4023-A753-6F96D9B37DC8}" sibTransId="{B134658A-6C2E-48F1-B337-3E778664A2F5}"/>
    <dgm:cxn modelId="{430C998D-7A19-4B44-A14B-EF6650EF43F8}" srcId="{E941C0CC-8539-43DF-8F3F-25223E1FF2D4}" destId="{ECD162EE-11F2-47AC-8E4F-30FD819DB856}" srcOrd="4" destOrd="0" parTransId="{9D91DB58-8AB9-4001-B474-168D271EE5D4}" sibTransId="{6E0AA0C2-1357-45F6-8F12-9D7D4A9CA3A6}"/>
    <dgm:cxn modelId="{39CC5EA8-7022-4925-B1C8-45D305E4EFCF}" srcId="{E941C0CC-8539-43DF-8F3F-25223E1FF2D4}" destId="{9FCE6BAA-4B9A-4CCA-B57B-6B9E58B33818}" srcOrd="6" destOrd="0" parTransId="{80C9577F-B629-4517-8895-24226F65A3BE}" sibTransId="{70D326B1-C16C-4BA0-8C1E-185A6E9BA3DF}"/>
    <dgm:cxn modelId="{C7C4DAD7-E71E-43A3-B70F-7759843EE1FE}" type="presOf" srcId="{E941C0CC-8539-43DF-8F3F-25223E1FF2D4}" destId="{61EF93F7-6989-4A39-AA3B-455100503E09}" srcOrd="0" destOrd="0" presId="urn:microsoft.com/office/officeart/2018/2/layout/IconVerticalSolidList"/>
    <dgm:cxn modelId="{6630EBDB-6B07-4482-991A-D057A1A32086}" srcId="{E941C0CC-8539-43DF-8F3F-25223E1FF2D4}" destId="{636AC5F4-AC59-4C9F-8A1E-A6222E2141BF}" srcOrd="2" destOrd="0" parTransId="{15DF7FC3-14D5-4BC8-8389-ECB03EE69E32}" sibTransId="{45625DEC-E5B5-4AE5-A077-C220E886690B}"/>
    <dgm:cxn modelId="{7DB654E1-7FCB-4165-AB23-0BD5051531D7}" type="presOf" srcId="{9FCE6BAA-4B9A-4CCA-B57B-6B9E58B33818}" destId="{CA577C19-80C3-4817-A1CF-B5810ABBFAD3}" srcOrd="0" destOrd="0" presId="urn:microsoft.com/office/officeart/2018/2/layout/IconVerticalSolidList"/>
    <dgm:cxn modelId="{C07DEDE1-E0B3-4A1C-BCD4-FCB5366A7E27}" type="presOf" srcId="{072B57C4-6A91-43FB-8ACA-341A09A323D0}" destId="{23B2F73A-A459-4A3D-8384-EB16E36C22DA}" srcOrd="0" destOrd="0" presId="urn:microsoft.com/office/officeart/2018/2/layout/IconVerticalSolidList"/>
    <dgm:cxn modelId="{758397BF-D213-4624-84C8-BD1FFCB5CB92}" type="presParOf" srcId="{61EF93F7-6989-4A39-AA3B-455100503E09}" destId="{80D25C5C-14D0-4CEB-9003-B2F676CFBA1B}" srcOrd="0" destOrd="0" presId="urn:microsoft.com/office/officeart/2018/2/layout/IconVerticalSolidList"/>
    <dgm:cxn modelId="{97315047-3923-44E1-BC24-310B25DF5409}" type="presParOf" srcId="{80D25C5C-14D0-4CEB-9003-B2F676CFBA1B}" destId="{25FBE828-1D2D-44C4-B0A4-B232B578644C}" srcOrd="0" destOrd="0" presId="urn:microsoft.com/office/officeart/2018/2/layout/IconVerticalSolidList"/>
    <dgm:cxn modelId="{47BDCA41-1769-4902-B4F7-AB00104110CF}" type="presParOf" srcId="{80D25C5C-14D0-4CEB-9003-B2F676CFBA1B}" destId="{44B3E565-3701-4B93-9CD8-5E0D351295BF}" srcOrd="1" destOrd="0" presId="urn:microsoft.com/office/officeart/2018/2/layout/IconVerticalSolidList"/>
    <dgm:cxn modelId="{C5137CEC-0B6B-4C2B-A181-5FB09CB0EBDA}" type="presParOf" srcId="{80D25C5C-14D0-4CEB-9003-B2F676CFBA1B}" destId="{4B8C8AC1-D64C-4200-AC05-4661A02449E8}" srcOrd="2" destOrd="0" presId="urn:microsoft.com/office/officeart/2018/2/layout/IconVerticalSolidList"/>
    <dgm:cxn modelId="{49BB723B-0367-4F8A-AB87-A7A161EF46AF}" type="presParOf" srcId="{80D25C5C-14D0-4CEB-9003-B2F676CFBA1B}" destId="{3D3CB6E1-37B6-457D-82BE-52CBBD116C70}" srcOrd="3" destOrd="0" presId="urn:microsoft.com/office/officeart/2018/2/layout/IconVerticalSolidList"/>
    <dgm:cxn modelId="{016B4F77-2ABA-453A-9B46-AB7202F8826B}" type="presParOf" srcId="{61EF93F7-6989-4A39-AA3B-455100503E09}" destId="{248BA354-0EC3-4380-B5E0-5943973A5F27}" srcOrd="1" destOrd="0" presId="urn:microsoft.com/office/officeart/2018/2/layout/IconVerticalSolidList"/>
    <dgm:cxn modelId="{123A4FAD-1797-42CE-9C34-586D3349065C}" type="presParOf" srcId="{61EF93F7-6989-4A39-AA3B-455100503E09}" destId="{0CDC5C4F-EA57-4DA1-B2CB-638F6A8BD9A9}" srcOrd="2" destOrd="0" presId="urn:microsoft.com/office/officeart/2018/2/layout/IconVerticalSolidList"/>
    <dgm:cxn modelId="{203BB2F1-37B8-447B-9BAF-E858FF3D1954}" type="presParOf" srcId="{0CDC5C4F-EA57-4DA1-B2CB-638F6A8BD9A9}" destId="{D90FDEFD-FBC6-42AC-ABC5-A04C626E1E4A}" srcOrd="0" destOrd="0" presId="urn:microsoft.com/office/officeart/2018/2/layout/IconVerticalSolidList"/>
    <dgm:cxn modelId="{1B041430-1354-456E-86DF-74FD2B703432}" type="presParOf" srcId="{0CDC5C4F-EA57-4DA1-B2CB-638F6A8BD9A9}" destId="{6CCB4D1F-9FC5-43A9-8585-CA731D025BCA}" srcOrd="1" destOrd="0" presId="urn:microsoft.com/office/officeart/2018/2/layout/IconVerticalSolidList"/>
    <dgm:cxn modelId="{F15B4921-9F04-4632-ACB0-A747F43A7031}" type="presParOf" srcId="{0CDC5C4F-EA57-4DA1-B2CB-638F6A8BD9A9}" destId="{E1564873-6A3E-4EC1-B3E1-C5DB96C7A0B3}" srcOrd="2" destOrd="0" presId="urn:microsoft.com/office/officeart/2018/2/layout/IconVerticalSolidList"/>
    <dgm:cxn modelId="{2AD5900C-E12F-46E9-9214-5AF115A48D93}" type="presParOf" srcId="{0CDC5C4F-EA57-4DA1-B2CB-638F6A8BD9A9}" destId="{990A413C-CD31-4DBA-AF30-436BEA4F0B16}" srcOrd="3" destOrd="0" presId="urn:microsoft.com/office/officeart/2018/2/layout/IconVerticalSolidList"/>
    <dgm:cxn modelId="{FCB2CB29-FCBC-4887-95D5-533A7F548A21}" type="presParOf" srcId="{61EF93F7-6989-4A39-AA3B-455100503E09}" destId="{066205BC-6E3D-4806-94BB-0A363E6C9FE5}" srcOrd="3" destOrd="0" presId="urn:microsoft.com/office/officeart/2018/2/layout/IconVerticalSolidList"/>
    <dgm:cxn modelId="{5D6A3A49-6251-4F62-9DE8-B0B46E7FE5D8}" type="presParOf" srcId="{61EF93F7-6989-4A39-AA3B-455100503E09}" destId="{37218F2B-BB01-46A2-BC0D-5A36985427F3}" srcOrd="4" destOrd="0" presId="urn:microsoft.com/office/officeart/2018/2/layout/IconVerticalSolidList"/>
    <dgm:cxn modelId="{16609246-6FD4-4B04-B0AA-5C4E41733526}" type="presParOf" srcId="{37218F2B-BB01-46A2-BC0D-5A36985427F3}" destId="{E3348C30-67E4-4AFB-82C6-50E12912AE79}" srcOrd="0" destOrd="0" presId="urn:microsoft.com/office/officeart/2018/2/layout/IconVerticalSolidList"/>
    <dgm:cxn modelId="{1EA6A460-172C-4162-BBF2-B6F1CA63E2E1}" type="presParOf" srcId="{37218F2B-BB01-46A2-BC0D-5A36985427F3}" destId="{20759C0C-341E-4405-81B7-774A86E838C6}" srcOrd="1" destOrd="0" presId="urn:microsoft.com/office/officeart/2018/2/layout/IconVerticalSolidList"/>
    <dgm:cxn modelId="{6E6434C1-72D2-4B09-B1B1-F4D3EA1171A7}" type="presParOf" srcId="{37218F2B-BB01-46A2-BC0D-5A36985427F3}" destId="{3F297AFC-C572-4CF0-AFE6-4EAA8A5A54D9}" srcOrd="2" destOrd="0" presId="urn:microsoft.com/office/officeart/2018/2/layout/IconVerticalSolidList"/>
    <dgm:cxn modelId="{CF42D319-7188-4D66-A9CD-5E6A6D58A3AC}" type="presParOf" srcId="{37218F2B-BB01-46A2-BC0D-5A36985427F3}" destId="{66D72721-BB15-4E63-ACE8-834A4D87CF80}" srcOrd="3" destOrd="0" presId="urn:microsoft.com/office/officeart/2018/2/layout/IconVerticalSolidList"/>
    <dgm:cxn modelId="{08CF31F3-998B-4C1E-BB2F-22E49B7D737E}" type="presParOf" srcId="{61EF93F7-6989-4A39-AA3B-455100503E09}" destId="{118B3464-E6B8-48C6-81FC-50C041CAA297}" srcOrd="5" destOrd="0" presId="urn:microsoft.com/office/officeart/2018/2/layout/IconVerticalSolidList"/>
    <dgm:cxn modelId="{8238CC8C-5932-40DF-96D4-5C4FB9234D28}" type="presParOf" srcId="{61EF93F7-6989-4A39-AA3B-455100503E09}" destId="{288EE377-65C8-4B09-9F99-A56C7DFCE3B2}" srcOrd="6" destOrd="0" presId="urn:microsoft.com/office/officeart/2018/2/layout/IconVerticalSolidList"/>
    <dgm:cxn modelId="{447828FE-B59B-4632-926A-DFBF2B8A14D0}" type="presParOf" srcId="{288EE377-65C8-4B09-9F99-A56C7DFCE3B2}" destId="{C6FB527D-3C50-4012-A84B-62C2412447F6}" srcOrd="0" destOrd="0" presId="urn:microsoft.com/office/officeart/2018/2/layout/IconVerticalSolidList"/>
    <dgm:cxn modelId="{70994A6F-1A87-4D95-B69C-897C8D103C1C}" type="presParOf" srcId="{288EE377-65C8-4B09-9F99-A56C7DFCE3B2}" destId="{F4A42C8D-4547-46B3-BA86-C7E07E495E45}" srcOrd="1" destOrd="0" presId="urn:microsoft.com/office/officeart/2018/2/layout/IconVerticalSolidList"/>
    <dgm:cxn modelId="{6996D41D-FDBE-40E8-BF15-FF48CE61EA47}" type="presParOf" srcId="{288EE377-65C8-4B09-9F99-A56C7DFCE3B2}" destId="{6002B25F-E984-4ADD-A60A-7C8146F018B7}" srcOrd="2" destOrd="0" presId="urn:microsoft.com/office/officeart/2018/2/layout/IconVerticalSolidList"/>
    <dgm:cxn modelId="{990EEFB8-3913-4FDA-BA2A-E2F2D429E8EA}" type="presParOf" srcId="{288EE377-65C8-4B09-9F99-A56C7DFCE3B2}" destId="{29182CC9-795B-46A3-8B65-D3BEC1BFDA1B}" srcOrd="3" destOrd="0" presId="urn:microsoft.com/office/officeart/2018/2/layout/IconVerticalSolidList"/>
    <dgm:cxn modelId="{FE955EED-1DE4-499C-92D5-B3128934C59D}" type="presParOf" srcId="{61EF93F7-6989-4A39-AA3B-455100503E09}" destId="{50A02880-A7DA-48C2-8D77-6FDADC64D6DB}" srcOrd="7" destOrd="0" presId="urn:microsoft.com/office/officeart/2018/2/layout/IconVerticalSolidList"/>
    <dgm:cxn modelId="{E027D9C5-7ACF-4BE8-8A03-2DDBBFB71F8D}" type="presParOf" srcId="{61EF93F7-6989-4A39-AA3B-455100503E09}" destId="{3729F1BE-7350-41BD-BD80-0C94C937E608}" srcOrd="8" destOrd="0" presId="urn:microsoft.com/office/officeart/2018/2/layout/IconVerticalSolidList"/>
    <dgm:cxn modelId="{155CEA0A-56DF-4010-8578-B0A0E660CAA5}" type="presParOf" srcId="{3729F1BE-7350-41BD-BD80-0C94C937E608}" destId="{0427A985-A16E-4492-8BB7-53AD3BB6D43C}" srcOrd="0" destOrd="0" presId="urn:microsoft.com/office/officeart/2018/2/layout/IconVerticalSolidList"/>
    <dgm:cxn modelId="{D5134C12-4F15-4A29-A491-607DDFD396EF}" type="presParOf" srcId="{3729F1BE-7350-41BD-BD80-0C94C937E608}" destId="{30110F25-7C77-4D32-8397-348AC6CCA13B}" srcOrd="1" destOrd="0" presId="urn:microsoft.com/office/officeart/2018/2/layout/IconVerticalSolidList"/>
    <dgm:cxn modelId="{B7FB0457-750E-4EB2-A495-6E139985F8E3}" type="presParOf" srcId="{3729F1BE-7350-41BD-BD80-0C94C937E608}" destId="{4347CB49-0B16-4AB1-8928-B879886445F4}" srcOrd="2" destOrd="0" presId="urn:microsoft.com/office/officeart/2018/2/layout/IconVerticalSolidList"/>
    <dgm:cxn modelId="{A722D0AC-136E-4A55-B635-79133AED5635}" type="presParOf" srcId="{3729F1BE-7350-41BD-BD80-0C94C937E608}" destId="{3E6F38B7-7287-470A-B57D-C644D6878497}" srcOrd="3" destOrd="0" presId="urn:microsoft.com/office/officeart/2018/2/layout/IconVerticalSolidList"/>
    <dgm:cxn modelId="{3F81F0E2-2D61-47A7-B5E4-E149B830D3B3}" type="presParOf" srcId="{61EF93F7-6989-4A39-AA3B-455100503E09}" destId="{9175D6B3-F25B-414D-B22B-9B61762D469C}" srcOrd="9" destOrd="0" presId="urn:microsoft.com/office/officeart/2018/2/layout/IconVerticalSolidList"/>
    <dgm:cxn modelId="{CAD5049E-D21E-4A5D-B777-73AA6498317F}" type="presParOf" srcId="{61EF93F7-6989-4A39-AA3B-455100503E09}" destId="{D427043F-4292-4D1B-A068-99891F91C2A9}" srcOrd="10" destOrd="0" presId="urn:microsoft.com/office/officeart/2018/2/layout/IconVerticalSolidList"/>
    <dgm:cxn modelId="{5C12FAB3-8D11-456B-A419-014F8CCD6103}" type="presParOf" srcId="{D427043F-4292-4D1B-A068-99891F91C2A9}" destId="{F07DFD8B-DF01-4905-A6BB-87D4DF46F977}" srcOrd="0" destOrd="0" presId="urn:microsoft.com/office/officeart/2018/2/layout/IconVerticalSolidList"/>
    <dgm:cxn modelId="{44B90F27-EDC8-4464-A9F0-26B549880F53}" type="presParOf" srcId="{D427043F-4292-4D1B-A068-99891F91C2A9}" destId="{A4C6F6F3-4A31-433B-AC1D-0B8652EE3DB9}" srcOrd="1" destOrd="0" presId="urn:microsoft.com/office/officeart/2018/2/layout/IconVerticalSolidList"/>
    <dgm:cxn modelId="{9CDC967D-A6A7-40D4-9451-B221D72FCEDA}" type="presParOf" srcId="{D427043F-4292-4D1B-A068-99891F91C2A9}" destId="{3BD566E9-73E2-4EC2-9408-9EB2C024851B}" srcOrd="2" destOrd="0" presId="urn:microsoft.com/office/officeart/2018/2/layout/IconVerticalSolidList"/>
    <dgm:cxn modelId="{C20CBE8F-73F3-428D-8EB8-045D8A5ED1CE}" type="presParOf" srcId="{D427043F-4292-4D1B-A068-99891F91C2A9}" destId="{23B2F73A-A459-4A3D-8384-EB16E36C22DA}" srcOrd="3" destOrd="0" presId="urn:microsoft.com/office/officeart/2018/2/layout/IconVerticalSolidList"/>
    <dgm:cxn modelId="{CC0A63B5-6B9C-4304-B57A-D95D3F2C53CB}" type="presParOf" srcId="{61EF93F7-6989-4A39-AA3B-455100503E09}" destId="{B756DEDF-4B94-4CD5-8959-CB57B262F369}" srcOrd="11" destOrd="0" presId="urn:microsoft.com/office/officeart/2018/2/layout/IconVerticalSolidList"/>
    <dgm:cxn modelId="{33350206-9846-4A1E-AF4D-3208526E0DF9}" type="presParOf" srcId="{61EF93F7-6989-4A39-AA3B-455100503E09}" destId="{E5A8EF64-A6E3-4214-9A0F-2432134B4695}" srcOrd="12" destOrd="0" presId="urn:microsoft.com/office/officeart/2018/2/layout/IconVerticalSolidList"/>
    <dgm:cxn modelId="{D2D73F3C-1AA6-48AB-B0BE-27CFCDA96516}" type="presParOf" srcId="{E5A8EF64-A6E3-4214-9A0F-2432134B4695}" destId="{EB5F4179-AC69-4C5D-80CE-5D11CB354B87}" srcOrd="0" destOrd="0" presId="urn:microsoft.com/office/officeart/2018/2/layout/IconVerticalSolidList"/>
    <dgm:cxn modelId="{1411FAA2-83C6-4BA2-A1E5-2BDB34DDAFDD}" type="presParOf" srcId="{E5A8EF64-A6E3-4214-9A0F-2432134B4695}" destId="{97C6AFDA-F062-4751-AD65-E0C30B68BD1F}" srcOrd="1" destOrd="0" presId="urn:microsoft.com/office/officeart/2018/2/layout/IconVerticalSolidList"/>
    <dgm:cxn modelId="{6021B677-F24C-4489-95AB-17EDA5EA5F89}" type="presParOf" srcId="{E5A8EF64-A6E3-4214-9A0F-2432134B4695}" destId="{D8D24154-927E-4580-9162-E0D47CD4F4BD}" srcOrd="2" destOrd="0" presId="urn:microsoft.com/office/officeart/2018/2/layout/IconVerticalSolidList"/>
    <dgm:cxn modelId="{72B71BBC-45CD-4D0F-BD8A-348C796EFDC7}" type="presParOf" srcId="{E5A8EF64-A6E3-4214-9A0F-2432134B4695}" destId="{CA577C19-80C3-4817-A1CF-B5810ABBFAD3}" srcOrd="3" destOrd="0" presId="urn:microsoft.com/office/officeart/2018/2/layout/IconVerticalSolidList"/>
    <dgm:cxn modelId="{1C1FEECC-BAC4-4824-8E88-4EEBA5D438F9}" type="presParOf" srcId="{61EF93F7-6989-4A39-AA3B-455100503E09}" destId="{BA1CF221-701E-4A0A-84DF-8EA5B43333B7}" srcOrd="13" destOrd="0" presId="urn:microsoft.com/office/officeart/2018/2/layout/IconVerticalSolidList"/>
    <dgm:cxn modelId="{3F53B2FF-34FA-4100-8B52-1AC9E203C146}" type="presParOf" srcId="{61EF93F7-6989-4A39-AA3B-455100503E09}" destId="{95FB7548-01A2-4AF2-A7F7-4473E360CA71}" srcOrd="14" destOrd="0" presId="urn:microsoft.com/office/officeart/2018/2/layout/IconVerticalSolidList"/>
    <dgm:cxn modelId="{AA21D0EE-D2A6-4F6B-BA7E-9500FC57F061}" type="presParOf" srcId="{95FB7548-01A2-4AF2-A7F7-4473E360CA71}" destId="{1FFCAD5C-3D44-440C-ACAA-9347161A5508}" srcOrd="0" destOrd="0" presId="urn:microsoft.com/office/officeart/2018/2/layout/IconVerticalSolidList"/>
    <dgm:cxn modelId="{5AAFCE53-7025-4FFC-9A53-B6612C7E06BA}" type="presParOf" srcId="{95FB7548-01A2-4AF2-A7F7-4473E360CA71}" destId="{F0F8A4A5-74F3-49E8-9282-04206E2E5C70}" srcOrd="1" destOrd="0" presId="urn:microsoft.com/office/officeart/2018/2/layout/IconVerticalSolidList"/>
    <dgm:cxn modelId="{3C7B97E8-8FD2-41BB-8370-A43F5D310B76}" type="presParOf" srcId="{95FB7548-01A2-4AF2-A7F7-4473E360CA71}" destId="{1994BBF9-DA0F-4A00-A615-86464BBD3BA2}" srcOrd="2" destOrd="0" presId="urn:microsoft.com/office/officeart/2018/2/layout/IconVerticalSolidList"/>
    <dgm:cxn modelId="{AF0FE842-94E5-4EC7-9AE4-401815405A10}" type="presParOf" srcId="{95FB7548-01A2-4AF2-A7F7-4473E360CA71}" destId="{74232418-C9BC-4FDB-8D2B-A1583F28BB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057BCE9-C1B8-4B4D-85F1-62DF65BCA7AA}" type="doc">
      <dgm:prSet loTypeId="urn:microsoft.com/office/officeart/2005/8/layout/vProcess5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13FEF934-E50F-40C8-B936-8B27E2DFB455}">
      <dgm:prSet/>
      <dgm:spPr/>
      <dgm:t>
        <a:bodyPr/>
        <a:lstStyle/>
        <a:p>
          <a:r>
            <a:rPr lang="pt-BR"/>
            <a:t>Baseado no Regimento Geral do CEUB, Título IV, Capítulo I, Subseção V, a apuração do rendimento escolar será feita abrangendo os aspectos de assiduidade e aproveitamento, eliminatórios por si mesmos.</a:t>
          </a:r>
          <a:endParaRPr lang="en-US"/>
        </a:p>
      </dgm:t>
    </dgm:pt>
    <dgm:pt modelId="{D1C9C8A2-FD90-475A-AD98-5FC5E6922647}" type="parTrans" cxnId="{1D92D7B3-C582-4DCB-BE81-4B5CE32D6835}">
      <dgm:prSet/>
      <dgm:spPr/>
      <dgm:t>
        <a:bodyPr/>
        <a:lstStyle/>
        <a:p>
          <a:endParaRPr lang="en-US"/>
        </a:p>
      </dgm:t>
    </dgm:pt>
    <dgm:pt modelId="{F6814C1E-26EE-4112-9E04-66747A6E6E09}" type="sibTrans" cxnId="{1D92D7B3-C582-4DCB-BE81-4B5CE32D6835}">
      <dgm:prSet/>
      <dgm:spPr/>
      <dgm:t>
        <a:bodyPr/>
        <a:lstStyle/>
        <a:p>
          <a:endParaRPr lang="en-US"/>
        </a:p>
      </dgm:t>
    </dgm:pt>
    <dgm:pt modelId="{E4F60E65-69ED-42AB-AC56-DF34B3C81EA0}">
      <dgm:prSet/>
      <dgm:spPr/>
      <dgm:t>
        <a:bodyPr/>
        <a:lstStyle/>
        <a:p>
          <a:r>
            <a:rPr lang="pt-BR"/>
            <a:t>A assiduidade será verificada pela frequência às aulas e às atividades da disciplina. </a:t>
          </a:r>
          <a:endParaRPr lang="en-US"/>
        </a:p>
      </dgm:t>
    </dgm:pt>
    <dgm:pt modelId="{FD7698C9-8600-4DEE-BDAC-D6F881B54307}" type="parTrans" cxnId="{3F2978A1-18BB-464E-AFE6-F4895E88610D}">
      <dgm:prSet/>
      <dgm:spPr/>
      <dgm:t>
        <a:bodyPr/>
        <a:lstStyle/>
        <a:p>
          <a:endParaRPr lang="en-US"/>
        </a:p>
      </dgm:t>
    </dgm:pt>
    <dgm:pt modelId="{BFCB4D71-1E73-4425-A164-CEDCC676EACF}" type="sibTrans" cxnId="{3F2978A1-18BB-464E-AFE6-F4895E88610D}">
      <dgm:prSet/>
      <dgm:spPr/>
      <dgm:t>
        <a:bodyPr/>
        <a:lstStyle/>
        <a:p>
          <a:endParaRPr lang="en-US"/>
        </a:p>
      </dgm:t>
    </dgm:pt>
    <dgm:pt modelId="{9E98F076-07E6-4015-A005-26AC3C95A9E4}">
      <dgm:prSet/>
      <dgm:spPr/>
      <dgm:t>
        <a:bodyPr/>
        <a:lstStyle/>
        <a:p>
          <a:r>
            <a:rPr lang="pt-BR" dirty="0"/>
            <a:t>O aproveitamento será aferido mediante a exigência da assimilação progressiva dos conhecimentos ministrados, avaliado em provas e em outras tarefas ministradas ao longo do período letivo.</a:t>
          </a:r>
          <a:endParaRPr lang="en-US" dirty="0"/>
        </a:p>
      </dgm:t>
    </dgm:pt>
    <dgm:pt modelId="{5A68D9FF-EBEB-4C85-B9FF-F42576A18EC6}" type="parTrans" cxnId="{E40DDBE8-823E-451B-BC46-A8F0D6835732}">
      <dgm:prSet/>
      <dgm:spPr/>
      <dgm:t>
        <a:bodyPr/>
        <a:lstStyle/>
        <a:p>
          <a:endParaRPr lang="en-US"/>
        </a:p>
      </dgm:t>
    </dgm:pt>
    <dgm:pt modelId="{82F69728-9A7A-46D8-91A6-83F2E2E7D832}" type="sibTrans" cxnId="{E40DDBE8-823E-451B-BC46-A8F0D6835732}">
      <dgm:prSet/>
      <dgm:spPr/>
      <dgm:t>
        <a:bodyPr/>
        <a:lstStyle/>
        <a:p>
          <a:endParaRPr lang="en-US"/>
        </a:p>
      </dgm:t>
    </dgm:pt>
    <dgm:pt modelId="{E883C9FC-92E1-4F19-A0FE-79C24757796B}">
      <dgm:prSet/>
      <dgm:spPr/>
      <dgm:t>
        <a:bodyPr/>
        <a:lstStyle/>
        <a:p>
          <a:r>
            <a:rPr lang="pt-BR"/>
            <a:t>A menção final (MF) representará o julgamento global do aproveitamento INDIVIDUAL nos estudos dentro de suas respectivas proporções de equivalência.</a:t>
          </a:r>
          <a:endParaRPr lang="en-US"/>
        </a:p>
      </dgm:t>
    </dgm:pt>
    <dgm:pt modelId="{90313CFD-92C3-4EDF-B554-79AD40B2BB92}" type="parTrans" cxnId="{B0A7396E-AA39-40CC-A1F7-85A214117727}">
      <dgm:prSet/>
      <dgm:spPr/>
      <dgm:t>
        <a:bodyPr/>
        <a:lstStyle/>
        <a:p>
          <a:endParaRPr lang="en-US"/>
        </a:p>
      </dgm:t>
    </dgm:pt>
    <dgm:pt modelId="{AA06BC8D-CB3A-4897-B262-6051D74F9B7B}" type="sibTrans" cxnId="{B0A7396E-AA39-40CC-A1F7-85A214117727}">
      <dgm:prSet/>
      <dgm:spPr/>
      <dgm:t>
        <a:bodyPr/>
        <a:lstStyle/>
        <a:p>
          <a:endParaRPr lang="en-US"/>
        </a:p>
      </dgm:t>
    </dgm:pt>
    <dgm:pt modelId="{C04049E3-11E4-4263-AACE-CD6798E5375D}">
      <dgm:prSet/>
      <dgm:spPr/>
      <dgm:t>
        <a:bodyPr/>
        <a:lstStyle/>
        <a:p>
          <a:r>
            <a:rPr lang="pt-BR"/>
            <a:t>O </a:t>
          </a:r>
          <a:r>
            <a:rPr lang="pt-BR" dirty="0"/>
            <a:t>aproveitamento nos estudos será traduzido pelas seguintes menções: SS (Superior); MS (Médio Superior); MM (Médio); MI (Médio Inferior); II (Inferior); SR (Sem Rendimento) e RF (Reprovado por Falta).</a:t>
          </a:r>
          <a:endParaRPr lang="en-US" dirty="0"/>
        </a:p>
      </dgm:t>
    </dgm:pt>
    <dgm:pt modelId="{89C21ABF-E3D4-4FAD-8E68-E415EC703D7A}" type="parTrans" cxnId="{A0D6F30A-F1E6-4754-8A42-1AC15A4B23C3}">
      <dgm:prSet/>
      <dgm:spPr/>
      <dgm:t>
        <a:bodyPr/>
        <a:lstStyle/>
        <a:p>
          <a:endParaRPr lang="pt-BR"/>
        </a:p>
      </dgm:t>
    </dgm:pt>
    <dgm:pt modelId="{B6B1C992-725F-423D-9D6F-0709CFF2A6FF}" type="sibTrans" cxnId="{A0D6F30A-F1E6-4754-8A42-1AC15A4B23C3}">
      <dgm:prSet/>
      <dgm:spPr/>
      <dgm:t>
        <a:bodyPr/>
        <a:lstStyle/>
        <a:p>
          <a:endParaRPr lang="pt-BR"/>
        </a:p>
      </dgm:t>
    </dgm:pt>
    <dgm:pt modelId="{B2660908-CCD8-431E-9BF2-AF195F59BF37}" type="pres">
      <dgm:prSet presAssocID="{0057BCE9-C1B8-4B4D-85F1-62DF65BCA7AA}" presName="outerComposite" presStyleCnt="0">
        <dgm:presLayoutVars>
          <dgm:chMax val="5"/>
          <dgm:dir/>
          <dgm:resizeHandles val="exact"/>
        </dgm:presLayoutVars>
      </dgm:prSet>
      <dgm:spPr/>
    </dgm:pt>
    <dgm:pt modelId="{F189A2F6-471A-48CC-B82B-C8984EA9F188}" type="pres">
      <dgm:prSet presAssocID="{0057BCE9-C1B8-4B4D-85F1-62DF65BCA7AA}" presName="dummyMaxCanvas" presStyleCnt="0">
        <dgm:presLayoutVars/>
      </dgm:prSet>
      <dgm:spPr/>
    </dgm:pt>
    <dgm:pt modelId="{F3F96554-9D40-4C90-826F-7345399A8895}" type="pres">
      <dgm:prSet presAssocID="{0057BCE9-C1B8-4B4D-85F1-62DF65BCA7AA}" presName="FiveNodes_1" presStyleLbl="node1" presStyleIdx="0" presStyleCnt="5">
        <dgm:presLayoutVars>
          <dgm:bulletEnabled val="1"/>
        </dgm:presLayoutVars>
      </dgm:prSet>
      <dgm:spPr/>
    </dgm:pt>
    <dgm:pt modelId="{A4DA07B0-3941-40B1-8092-9567E76853AD}" type="pres">
      <dgm:prSet presAssocID="{0057BCE9-C1B8-4B4D-85F1-62DF65BCA7AA}" presName="FiveNodes_2" presStyleLbl="node1" presStyleIdx="1" presStyleCnt="5">
        <dgm:presLayoutVars>
          <dgm:bulletEnabled val="1"/>
        </dgm:presLayoutVars>
      </dgm:prSet>
      <dgm:spPr/>
    </dgm:pt>
    <dgm:pt modelId="{F3AA50EB-93EC-41D3-92A5-3CDAD605777F}" type="pres">
      <dgm:prSet presAssocID="{0057BCE9-C1B8-4B4D-85F1-62DF65BCA7AA}" presName="FiveNodes_3" presStyleLbl="node1" presStyleIdx="2" presStyleCnt="5">
        <dgm:presLayoutVars>
          <dgm:bulletEnabled val="1"/>
        </dgm:presLayoutVars>
      </dgm:prSet>
      <dgm:spPr/>
    </dgm:pt>
    <dgm:pt modelId="{B754D3FA-91C7-4695-B81D-345EF437EF7F}" type="pres">
      <dgm:prSet presAssocID="{0057BCE9-C1B8-4B4D-85F1-62DF65BCA7AA}" presName="FiveNodes_4" presStyleLbl="node1" presStyleIdx="3" presStyleCnt="5">
        <dgm:presLayoutVars>
          <dgm:bulletEnabled val="1"/>
        </dgm:presLayoutVars>
      </dgm:prSet>
      <dgm:spPr/>
    </dgm:pt>
    <dgm:pt modelId="{4F9122E9-50A0-4496-892C-9593020D3D92}" type="pres">
      <dgm:prSet presAssocID="{0057BCE9-C1B8-4B4D-85F1-62DF65BCA7AA}" presName="FiveNodes_5" presStyleLbl="node1" presStyleIdx="4" presStyleCnt="5">
        <dgm:presLayoutVars>
          <dgm:bulletEnabled val="1"/>
        </dgm:presLayoutVars>
      </dgm:prSet>
      <dgm:spPr/>
    </dgm:pt>
    <dgm:pt modelId="{3C23C661-2FAD-4AD9-BC54-B0469EA85725}" type="pres">
      <dgm:prSet presAssocID="{0057BCE9-C1B8-4B4D-85F1-62DF65BCA7AA}" presName="FiveConn_1-2" presStyleLbl="fgAccFollowNode1" presStyleIdx="0" presStyleCnt="4">
        <dgm:presLayoutVars>
          <dgm:bulletEnabled val="1"/>
        </dgm:presLayoutVars>
      </dgm:prSet>
      <dgm:spPr/>
    </dgm:pt>
    <dgm:pt modelId="{9520941A-44C6-4468-A54E-6F3BF87B55AE}" type="pres">
      <dgm:prSet presAssocID="{0057BCE9-C1B8-4B4D-85F1-62DF65BCA7AA}" presName="FiveConn_2-3" presStyleLbl="fgAccFollowNode1" presStyleIdx="1" presStyleCnt="4">
        <dgm:presLayoutVars>
          <dgm:bulletEnabled val="1"/>
        </dgm:presLayoutVars>
      </dgm:prSet>
      <dgm:spPr/>
    </dgm:pt>
    <dgm:pt modelId="{BB05CB52-03EE-4A28-AF18-60F4EA7D78FB}" type="pres">
      <dgm:prSet presAssocID="{0057BCE9-C1B8-4B4D-85F1-62DF65BCA7AA}" presName="FiveConn_3-4" presStyleLbl="fgAccFollowNode1" presStyleIdx="2" presStyleCnt="4">
        <dgm:presLayoutVars>
          <dgm:bulletEnabled val="1"/>
        </dgm:presLayoutVars>
      </dgm:prSet>
      <dgm:spPr/>
    </dgm:pt>
    <dgm:pt modelId="{229B61A7-082F-4969-A0B2-62C02D20B095}" type="pres">
      <dgm:prSet presAssocID="{0057BCE9-C1B8-4B4D-85F1-62DF65BCA7AA}" presName="FiveConn_4-5" presStyleLbl="fgAccFollowNode1" presStyleIdx="3" presStyleCnt="4">
        <dgm:presLayoutVars>
          <dgm:bulletEnabled val="1"/>
        </dgm:presLayoutVars>
      </dgm:prSet>
      <dgm:spPr/>
    </dgm:pt>
    <dgm:pt modelId="{D93C7677-F568-4DA5-BEE2-EDD56611E581}" type="pres">
      <dgm:prSet presAssocID="{0057BCE9-C1B8-4B4D-85F1-62DF65BCA7AA}" presName="FiveNodes_1_text" presStyleLbl="node1" presStyleIdx="4" presStyleCnt="5">
        <dgm:presLayoutVars>
          <dgm:bulletEnabled val="1"/>
        </dgm:presLayoutVars>
      </dgm:prSet>
      <dgm:spPr/>
    </dgm:pt>
    <dgm:pt modelId="{023C32DD-B5AF-4C03-9A52-0DE07C6D8C4F}" type="pres">
      <dgm:prSet presAssocID="{0057BCE9-C1B8-4B4D-85F1-62DF65BCA7AA}" presName="FiveNodes_2_text" presStyleLbl="node1" presStyleIdx="4" presStyleCnt="5">
        <dgm:presLayoutVars>
          <dgm:bulletEnabled val="1"/>
        </dgm:presLayoutVars>
      </dgm:prSet>
      <dgm:spPr/>
    </dgm:pt>
    <dgm:pt modelId="{ECCA4FAB-2C18-406E-BC39-1A18FB6DFEF1}" type="pres">
      <dgm:prSet presAssocID="{0057BCE9-C1B8-4B4D-85F1-62DF65BCA7AA}" presName="FiveNodes_3_text" presStyleLbl="node1" presStyleIdx="4" presStyleCnt="5">
        <dgm:presLayoutVars>
          <dgm:bulletEnabled val="1"/>
        </dgm:presLayoutVars>
      </dgm:prSet>
      <dgm:spPr/>
    </dgm:pt>
    <dgm:pt modelId="{51DF2185-B1C1-4D82-B8AD-914A9CB4FADC}" type="pres">
      <dgm:prSet presAssocID="{0057BCE9-C1B8-4B4D-85F1-62DF65BCA7AA}" presName="FiveNodes_4_text" presStyleLbl="node1" presStyleIdx="4" presStyleCnt="5">
        <dgm:presLayoutVars>
          <dgm:bulletEnabled val="1"/>
        </dgm:presLayoutVars>
      </dgm:prSet>
      <dgm:spPr/>
    </dgm:pt>
    <dgm:pt modelId="{ED47351F-40DE-4041-99E0-6E49C84AB61A}" type="pres">
      <dgm:prSet presAssocID="{0057BCE9-C1B8-4B4D-85F1-62DF65BCA7A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0D6F30A-F1E6-4754-8A42-1AC15A4B23C3}" srcId="{0057BCE9-C1B8-4B4D-85F1-62DF65BCA7AA}" destId="{C04049E3-11E4-4263-AACE-CD6798E5375D}" srcOrd="3" destOrd="0" parTransId="{89C21ABF-E3D4-4FAD-8E68-E415EC703D7A}" sibTransId="{B6B1C992-725F-423D-9D6F-0709CFF2A6FF}"/>
    <dgm:cxn modelId="{5E45FB45-81E9-4A95-A475-C352A57D780E}" type="presOf" srcId="{B6B1C992-725F-423D-9D6F-0709CFF2A6FF}" destId="{229B61A7-082F-4969-A0B2-62C02D20B095}" srcOrd="0" destOrd="0" presId="urn:microsoft.com/office/officeart/2005/8/layout/vProcess5"/>
    <dgm:cxn modelId="{C5E2AD67-42FF-409C-A031-1C1DCE9743CE}" type="presOf" srcId="{F6814C1E-26EE-4112-9E04-66747A6E6E09}" destId="{3C23C661-2FAD-4AD9-BC54-B0469EA85725}" srcOrd="0" destOrd="0" presId="urn:microsoft.com/office/officeart/2005/8/layout/vProcess5"/>
    <dgm:cxn modelId="{1AEE444A-0F29-42CC-A93F-27BCE91244C2}" type="presOf" srcId="{C04049E3-11E4-4263-AACE-CD6798E5375D}" destId="{B754D3FA-91C7-4695-B81D-345EF437EF7F}" srcOrd="0" destOrd="0" presId="urn:microsoft.com/office/officeart/2005/8/layout/vProcess5"/>
    <dgm:cxn modelId="{B0A7396E-AA39-40CC-A1F7-85A214117727}" srcId="{0057BCE9-C1B8-4B4D-85F1-62DF65BCA7AA}" destId="{E883C9FC-92E1-4F19-A0FE-79C24757796B}" srcOrd="4" destOrd="0" parTransId="{90313CFD-92C3-4EDF-B554-79AD40B2BB92}" sibTransId="{AA06BC8D-CB3A-4897-B262-6051D74F9B7B}"/>
    <dgm:cxn modelId="{962C456F-8077-42AF-8FCD-C0ED0C032FE6}" type="presOf" srcId="{C04049E3-11E4-4263-AACE-CD6798E5375D}" destId="{51DF2185-B1C1-4D82-B8AD-914A9CB4FADC}" srcOrd="1" destOrd="0" presId="urn:microsoft.com/office/officeart/2005/8/layout/vProcess5"/>
    <dgm:cxn modelId="{E93BFE70-66B2-4E1C-988B-B8DD69825C60}" type="presOf" srcId="{E883C9FC-92E1-4F19-A0FE-79C24757796B}" destId="{4F9122E9-50A0-4496-892C-9593020D3D92}" srcOrd="0" destOrd="0" presId="urn:microsoft.com/office/officeart/2005/8/layout/vProcess5"/>
    <dgm:cxn modelId="{21BC5B52-B6DD-4025-9C6C-90ACADDE7192}" type="presOf" srcId="{82F69728-9A7A-46D8-91A6-83F2E2E7D832}" destId="{BB05CB52-03EE-4A28-AF18-60F4EA7D78FB}" srcOrd="0" destOrd="0" presId="urn:microsoft.com/office/officeart/2005/8/layout/vProcess5"/>
    <dgm:cxn modelId="{2840E977-4368-40D6-85F7-0704D6AFC356}" type="presOf" srcId="{13FEF934-E50F-40C8-B936-8B27E2DFB455}" destId="{F3F96554-9D40-4C90-826F-7345399A8895}" srcOrd="0" destOrd="0" presId="urn:microsoft.com/office/officeart/2005/8/layout/vProcess5"/>
    <dgm:cxn modelId="{785B127E-3CFF-4674-9BA1-946DA083DB7F}" type="presOf" srcId="{13FEF934-E50F-40C8-B936-8B27E2DFB455}" destId="{D93C7677-F568-4DA5-BEE2-EDD56611E581}" srcOrd="1" destOrd="0" presId="urn:microsoft.com/office/officeart/2005/8/layout/vProcess5"/>
    <dgm:cxn modelId="{4003A580-686F-4BAC-8B82-D21992C08E34}" type="presOf" srcId="{E883C9FC-92E1-4F19-A0FE-79C24757796B}" destId="{ED47351F-40DE-4041-99E0-6E49C84AB61A}" srcOrd="1" destOrd="0" presId="urn:microsoft.com/office/officeart/2005/8/layout/vProcess5"/>
    <dgm:cxn modelId="{31F98482-810C-4CAB-B221-AD7576F28A5D}" type="presOf" srcId="{BFCB4D71-1E73-4425-A164-CEDCC676EACF}" destId="{9520941A-44C6-4468-A54E-6F3BF87B55AE}" srcOrd="0" destOrd="0" presId="urn:microsoft.com/office/officeart/2005/8/layout/vProcess5"/>
    <dgm:cxn modelId="{060AA884-B7B7-4F54-B29C-22FBB055A948}" type="presOf" srcId="{E4F60E65-69ED-42AB-AC56-DF34B3C81EA0}" destId="{023C32DD-B5AF-4C03-9A52-0DE07C6D8C4F}" srcOrd="1" destOrd="0" presId="urn:microsoft.com/office/officeart/2005/8/layout/vProcess5"/>
    <dgm:cxn modelId="{3F2978A1-18BB-464E-AFE6-F4895E88610D}" srcId="{0057BCE9-C1B8-4B4D-85F1-62DF65BCA7AA}" destId="{E4F60E65-69ED-42AB-AC56-DF34B3C81EA0}" srcOrd="1" destOrd="0" parTransId="{FD7698C9-8600-4DEE-BDAC-D6F881B54307}" sibTransId="{BFCB4D71-1E73-4425-A164-CEDCC676EACF}"/>
    <dgm:cxn modelId="{1D92D7B3-C582-4DCB-BE81-4B5CE32D6835}" srcId="{0057BCE9-C1B8-4B4D-85F1-62DF65BCA7AA}" destId="{13FEF934-E50F-40C8-B936-8B27E2DFB455}" srcOrd="0" destOrd="0" parTransId="{D1C9C8A2-FD90-475A-AD98-5FC5E6922647}" sibTransId="{F6814C1E-26EE-4112-9E04-66747A6E6E09}"/>
    <dgm:cxn modelId="{184579BF-4BC5-4188-893F-044D30A31EAD}" type="presOf" srcId="{0057BCE9-C1B8-4B4D-85F1-62DF65BCA7AA}" destId="{B2660908-CCD8-431E-9BF2-AF195F59BF37}" srcOrd="0" destOrd="0" presId="urn:microsoft.com/office/officeart/2005/8/layout/vProcess5"/>
    <dgm:cxn modelId="{212316D0-EB2F-41D4-A920-3128B4B8D4E9}" type="presOf" srcId="{9E98F076-07E6-4015-A005-26AC3C95A9E4}" destId="{F3AA50EB-93EC-41D3-92A5-3CDAD605777F}" srcOrd="0" destOrd="0" presId="urn:microsoft.com/office/officeart/2005/8/layout/vProcess5"/>
    <dgm:cxn modelId="{078C88DC-C699-45D5-B3C7-001B8640A669}" type="presOf" srcId="{E4F60E65-69ED-42AB-AC56-DF34B3C81EA0}" destId="{A4DA07B0-3941-40B1-8092-9567E76853AD}" srcOrd="0" destOrd="0" presId="urn:microsoft.com/office/officeart/2005/8/layout/vProcess5"/>
    <dgm:cxn modelId="{E40DDBE8-823E-451B-BC46-A8F0D6835732}" srcId="{0057BCE9-C1B8-4B4D-85F1-62DF65BCA7AA}" destId="{9E98F076-07E6-4015-A005-26AC3C95A9E4}" srcOrd="2" destOrd="0" parTransId="{5A68D9FF-EBEB-4C85-B9FF-F42576A18EC6}" sibTransId="{82F69728-9A7A-46D8-91A6-83F2E2E7D832}"/>
    <dgm:cxn modelId="{64A193F3-8236-4B0B-9322-BB8982009BCC}" type="presOf" srcId="{9E98F076-07E6-4015-A005-26AC3C95A9E4}" destId="{ECCA4FAB-2C18-406E-BC39-1A18FB6DFEF1}" srcOrd="1" destOrd="0" presId="urn:microsoft.com/office/officeart/2005/8/layout/vProcess5"/>
    <dgm:cxn modelId="{74EE33A3-1B9A-47CE-BA80-E1CAB4FC029A}" type="presParOf" srcId="{B2660908-CCD8-431E-9BF2-AF195F59BF37}" destId="{F189A2F6-471A-48CC-B82B-C8984EA9F188}" srcOrd="0" destOrd="0" presId="urn:microsoft.com/office/officeart/2005/8/layout/vProcess5"/>
    <dgm:cxn modelId="{13E85391-C150-4CCE-93AE-BBDDBFCD0147}" type="presParOf" srcId="{B2660908-CCD8-431E-9BF2-AF195F59BF37}" destId="{F3F96554-9D40-4C90-826F-7345399A8895}" srcOrd="1" destOrd="0" presId="urn:microsoft.com/office/officeart/2005/8/layout/vProcess5"/>
    <dgm:cxn modelId="{4F77F374-FAA4-442B-A584-BEBC81B1A7F5}" type="presParOf" srcId="{B2660908-CCD8-431E-9BF2-AF195F59BF37}" destId="{A4DA07B0-3941-40B1-8092-9567E76853AD}" srcOrd="2" destOrd="0" presId="urn:microsoft.com/office/officeart/2005/8/layout/vProcess5"/>
    <dgm:cxn modelId="{456DE7B3-1589-43F8-A73A-6AE94FB43084}" type="presParOf" srcId="{B2660908-CCD8-431E-9BF2-AF195F59BF37}" destId="{F3AA50EB-93EC-41D3-92A5-3CDAD605777F}" srcOrd="3" destOrd="0" presId="urn:microsoft.com/office/officeart/2005/8/layout/vProcess5"/>
    <dgm:cxn modelId="{279CB11B-B952-48A0-84AF-8E9B34679674}" type="presParOf" srcId="{B2660908-CCD8-431E-9BF2-AF195F59BF37}" destId="{B754D3FA-91C7-4695-B81D-345EF437EF7F}" srcOrd="4" destOrd="0" presId="urn:microsoft.com/office/officeart/2005/8/layout/vProcess5"/>
    <dgm:cxn modelId="{104A1D62-EA40-4FEF-844B-A48DA8853C98}" type="presParOf" srcId="{B2660908-CCD8-431E-9BF2-AF195F59BF37}" destId="{4F9122E9-50A0-4496-892C-9593020D3D92}" srcOrd="5" destOrd="0" presId="urn:microsoft.com/office/officeart/2005/8/layout/vProcess5"/>
    <dgm:cxn modelId="{7002DC54-441A-4A0F-B9C6-881DA8B794E9}" type="presParOf" srcId="{B2660908-CCD8-431E-9BF2-AF195F59BF37}" destId="{3C23C661-2FAD-4AD9-BC54-B0469EA85725}" srcOrd="6" destOrd="0" presId="urn:microsoft.com/office/officeart/2005/8/layout/vProcess5"/>
    <dgm:cxn modelId="{13B56540-2658-4CE3-AF77-73CA5EF21D4F}" type="presParOf" srcId="{B2660908-CCD8-431E-9BF2-AF195F59BF37}" destId="{9520941A-44C6-4468-A54E-6F3BF87B55AE}" srcOrd="7" destOrd="0" presId="urn:microsoft.com/office/officeart/2005/8/layout/vProcess5"/>
    <dgm:cxn modelId="{584812EC-9EF5-4980-B0E2-71B4B67A7CF0}" type="presParOf" srcId="{B2660908-CCD8-431E-9BF2-AF195F59BF37}" destId="{BB05CB52-03EE-4A28-AF18-60F4EA7D78FB}" srcOrd="8" destOrd="0" presId="urn:microsoft.com/office/officeart/2005/8/layout/vProcess5"/>
    <dgm:cxn modelId="{3C6FE9B9-2A6B-40A2-8E7B-2DC64FA118AE}" type="presParOf" srcId="{B2660908-CCD8-431E-9BF2-AF195F59BF37}" destId="{229B61A7-082F-4969-A0B2-62C02D20B095}" srcOrd="9" destOrd="0" presId="urn:microsoft.com/office/officeart/2005/8/layout/vProcess5"/>
    <dgm:cxn modelId="{9457888B-D793-49EF-B191-772D11011279}" type="presParOf" srcId="{B2660908-CCD8-431E-9BF2-AF195F59BF37}" destId="{D93C7677-F568-4DA5-BEE2-EDD56611E581}" srcOrd="10" destOrd="0" presId="urn:microsoft.com/office/officeart/2005/8/layout/vProcess5"/>
    <dgm:cxn modelId="{BCF0B8AC-3EB7-4244-8F52-63D0456245B2}" type="presParOf" srcId="{B2660908-CCD8-431E-9BF2-AF195F59BF37}" destId="{023C32DD-B5AF-4C03-9A52-0DE07C6D8C4F}" srcOrd="11" destOrd="0" presId="urn:microsoft.com/office/officeart/2005/8/layout/vProcess5"/>
    <dgm:cxn modelId="{5E864640-6E16-46ED-AE6D-936605C0671E}" type="presParOf" srcId="{B2660908-CCD8-431E-9BF2-AF195F59BF37}" destId="{ECCA4FAB-2C18-406E-BC39-1A18FB6DFEF1}" srcOrd="12" destOrd="0" presId="urn:microsoft.com/office/officeart/2005/8/layout/vProcess5"/>
    <dgm:cxn modelId="{135CBE4E-08C4-4E8C-9ED2-F9F51C10077D}" type="presParOf" srcId="{B2660908-CCD8-431E-9BF2-AF195F59BF37}" destId="{51DF2185-B1C1-4D82-B8AD-914A9CB4FADC}" srcOrd="13" destOrd="0" presId="urn:microsoft.com/office/officeart/2005/8/layout/vProcess5"/>
    <dgm:cxn modelId="{394A4006-BD70-4237-BE2D-C8268EACEFAA}" type="presParOf" srcId="{B2660908-CCD8-431E-9BF2-AF195F59BF37}" destId="{ED47351F-40DE-4041-99E0-6E49C84AB61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AE621C3-F849-48C0-AFB8-DC3F06848184}" type="doc">
      <dgm:prSet loTypeId="urn:microsoft.com/office/officeart/2005/8/layout/hList1" loCatId="list" qsTypeId="urn:microsoft.com/office/officeart/2005/8/quickstyle/simple1" qsCatId="simple" csTypeId="urn:microsoft.com/office/officeart/2005/8/colors/accent2_3" csCatId="accent2"/>
      <dgm:spPr/>
      <dgm:t>
        <a:bodyPr/>
        <a:lstStyle/>
        <a:p>
          <a:endParaRPr lang="en-US"/>
        </a:p>
      </dgm:t>
    </dgm:pt>
    <dgm:pt modelId="{FE78F974-81F5-42AA-AFA4-F6DE82B7C959}">
      <dgm:prSet/>
      <dgm:spPr/>
      <dgm:t>
        <a:bodyPr/>
        <a:lstStyle/>
        <a:p>
          <a:r>
            <a:rPr lang="pt-BR"/>
            <a:t>Menção Parcial 01:</a:t>
          </a:r>
          <a:endParaRPr lang="en-US"/>
        </a:p>
      </dgm:t>
    </dgm:pt>
    <dgm:pt modelId="{13BDE5E8-8A38-4EF5-8F6C-BA8FB2AEB2B5}" type="parTrans" cxnId="{038FF06A-FDA9-4BF2-ABD9-6A7DE1B0C2A9}">
      <dgm:prSet/>
      <dgm:spPr/>
      <dgm:t>
        <a:bodyPr/>
        <a:lstStyle/>
        <a:p>
          <a:endParaRPr lang="en-US"/>
        </a:p>
      </dgm:t>
    </dgm:pt>
    <dgm:pt modelId="{D9862D28-5A24-44FF-BABE-C3BF082E6356}" type="sibTrans" cxnId="{038FF06A-FDA9-4BF2-ABD9-6A7DE1B0C2A9}">
      <dgm:prSet/>
      <dgm:spPr/>
      <dgm:t>
        <a:bodyPr/>
        <a:lstStyle/>
        <a:p>
          <a:endParaRPr lang="en-US"/>
        </a:p>
      </dgm:t>
    </dgm:pt>
    <dgm:pt modelId="{F7A6629B-833A-43DF-B8AF-535F5A13E441}">
      <dgm:prSet/>
      <dgm:spPr/>
      <dgm:t>
        <a:bodyPr/>
        <a:lstStyle/>
        <a:p>
          <a:r>
            <a:rPr lang="pt-BR"/>
            <a:t>1ª Avaliação Presencial.Será composta com o conteúdo trabalhado no primeiro bimestre de aulas, ministrada de forma individual e sem consulta.A aplicação ocorrerá em dia a ser informado no Plano de Aula, com publicação no Espaço Aluno e no AVA da disciplina.</a:t>
          </a:r>
          <a:endParaRPr lang="en-US"/>
        </a:p>
      </dgm:t>
    </dgm:pt>
    <dgm:pt modelId="{CB71CDE4-FD65-4F3D-A7BE-7F537D22155B}" type="parTrans" cxnId="{7161BACD-C8C6-4A21-B6BB-E2727D188230}">
      <dgm:prSet/>
      <dgm:spPr/>
      <dgm:t>
        <a:bodyPr/>
        <a:lstStyle/>
        <a:p>
          <a:endParaRPr lang="en-US"/>
        </a:p>
      </dgm:t>
    </dgm:pt>
    <dgm:pt modelId="{15122A55-9808-4D1D-A8DC-41EFBDC5BFF3}" type="sibTrans" cxnId="{7161BACD-C8C6-4A21-B6BB-E2727D188230}">
      <dgm:prSet/>
      <dgm:spPr/>
      <dgm:t>
        <a:bodyPr/>
        <a:lstStyle/>
        <a:p>
          <a:endParaRPr lang="en-US"/>
        </a:p>
      </dgm:t>
    </dgm:pt>
    <dgm:pt modelId="{2750F943-5732-4DB9-94F1-A98B193EF0E1}">
      <dgm:prSet/>
      <dgm:spPr/>
      <dgm:t>
        <a:bodyPr/>
        <a:lstStyle/>
        <a:p>
          <a:r>
            <a:rPr lang="pt-BR"/>
            <a:t>Menção Parcial 02:</a:t>
          </a:r>
          <a:endParaRPr lang="en-US"/>
        </a:p>
      </dgm:t>
    </dgm:pt>
    <dgm:pt modelId="{B1EF81AB-5B35-450C-AFDC-41BEBA7A3293}" type="parTrans" cxnId="{D0E00635-6A3A-4A6F-B687-DABFB79B16EC}">
      <dgm:prSet/>
      <dgm:spPr/>
      <dgm:t>
        <a:bodyPr/>
        <a:lstStyle/>
        <a:p>
          <a:endParaRPr lang="en-US"/>
        </a:p>
      </dgm:t>
    </dgm:pt>
    <dgm:pt modelId="{8D9A3532-D44A-431F-BBB6-96F254FF68F8}" type="sibTrans" cxnId="{D0E00635-6A3A-4A6F-B687-DABFB79B16EC}">
      <dgm:prSet/>
      <dgm:spPr/>
      <dgm:t>
        <a:bodyPr/>
        <a:lstStyle/>
        <a:p>
          <a:endParaRPr lang="en-US"/>
        </a:p>
      </dgm:t>
    </dgm:pt>
    <dgm:pt modelId="{9211D830-5D17-452F-A603-AADBAB91B136}">
      <dgm:prSet/>
      <dgm:spPr/>
      <dgm:t>
        <a:bodyPr/>
        <a:lstStyle/>
        <a:p>
          <a:r>
            <a:rPr lang="pt-BR"/>
            <a:t>Avaliação Geral dos trabalhos e atividades do 1º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/>
        </a:p>
      </dgm:t>
    </dgm:pt>
    <dgm:pt modelId="{969423E7-C648-43A7-A8E9-6F07C9B6C119}" type="parTrans" cxnId="{DC17FF09-E140-4D98-BB72-125F5DFC32C2}">
      <dgm:prSet/>
      <dgm:spPr/>
      <dgm:t>
        <a:bodyPr/>
        <a:lstStyle/>
        <a:p>
          <a:endParaRPr lang="en-US"/>
        </a:p>
      </dgm:t>
    </dgm:pt>
    <dgm:pt modelId="{F186C93E-5DFE-42A3-AF85-19501D51CFD5}" type="sibTrans" cxnId="{DC17FF09-E140-4D98-BB72-125F5DFC32C2}">
      <dgm:prSet/>
      <dgm:spPr/>
      <dgm:t>
        <a:bodyPr/>
        <a:lstStyle/>
        <a:p>
          <a:endParaRPr lang="en-US"/>
        </a:p>
      </dgm:t>
    </dgm:pt>
    <dgm:pt modelId="{DD5DCDF7-BBC6-486B-B6D8-549658FD7C3E}">
      <dgm:prSet/>
      <dgm:spPr/>
      <dgm:t>
        <a:bodyPr/>
        <a:lstStyle/>
        <a:p>
          <a:r>
            <a:rPr lang="pt-BR"/>
            <a:t>A avaliação ocorrerá durante o primeiro bimestre com a publicação do resultado até o final do semestre letivo.</a:t>
          </a:r>
          <a:endParaRPr lang="en-US"/>
        </a:p>
      </dgm:t>
    </dgm:pt>
    <dgm:pt modelId="{2B70F7EB-5CBC-4ADE-AD23-3DEB154C84F0}" type="parTrans" cxnId="{B1C86D3E-7D6F-47CF-8821-C39BD9B1E825}">
      <dgm:prSet/>
      <dgm:spPr/>
      <dgm:t>
        <a:bodyPr/>
        <a:lstStyle/>
        <a:p>
          <a:endParaRPr lang="en-US"/>
        </a:p>
      </dgm:t>
    </dgm:pt>
    <dgm:pt modelId="{89D68DA7-C540-4B7F-B6FB-D8EB9A922759}" type="sibTrans" cxnId="{B1C86D3E-7D6F-47CF-8821-C39BD9B1E825}">
      <dgm:prSet/>
      <dgm:spPr/>
      <dgm:t>
        <a:bodyPr/>
        <a:lstStyle/>
        <a:p>
          <a:endParaRPr lang="en-US"/>
        </a:p>
      </dgm:t>
    </dgm:pt>
    <dgm:pt modelId="{F8EDA125-1CCE-4ED4-BD12-76C4D45D0BE6}">
      <dgm:prSet/>
      <dgm:spPr/>
      <dgm:t>
        <a:bodyPr/>
        <a:lstStyle/>
        <a:p>
          <a:r>
            <a:rPr lang="pt-BR"/>
            <a:t>Menção Parcial 03:</a:t>
          </a:r>
          <a:endParaRPr lang="en-US"/>
        </a:p>
      </dgm:t>
    </dgm:pt>
    <dgm:pt modelId="{C455C9EB-A1AB-4B2F-A54A-4F669DA3984E}" type="parTrans" cxnId="{4C857703-C9F0-4362-B3FF-9E3CDFB1D755}">
      <dgm:prSet/>
      <dgm:spPr/>
      <dgm:t>
        <a:bodyPr/>
        <a:lstStyle/>
        <a:p>
          <a:endParaRPr lang="en-US"/>
        </a:p>
      </dgm:t>
    </dgm:pt>
    <dgm:pt modelId="{D23B520F-D8D6-491E-A419-B4A2C60D83C2}" type="sibTrans" cxnId="{4C857703-C9F0-4362-B3FF-9E3CDFB1D755}">
      <dgm:prSet/>
      <dgm:spPr/>
      <dgm:t>
        <a:bodyPr/>
        <a:lstStyle/>
        <a:p>
          <a:endParaRPr lang="en-US"/>
        </a:p>
      </dgm:t>
    </dgm:pt>
    <dgm:pt modelId="{0FA5390C-D7C9-4746-9664-4D8966F08298}">
      <dgm:prSet/>
      <dgm:spPr/>
      <dgm:t>
        <a:bodyPr/>
        <a:lstStyle/>
        <a:p>
          <a:r>
            <a:rPr lang="pt-BR"/>
            <a:t>2ª Avaliação Presencial.Será composta com o conteúdo trabalhado no primeiro bimestre de aulas, ministrada de forma individual e sem consulta.A aplicação ocorrerá em dia a ser informado no Plano de Aula, com publicação no Espaço Aluno e no AVA da disciplina.</a:t>
          </a:r>
          <a:endParaRPr lang="en-US"/>
        </a:p>
      </dgm:t>
    </dgm:pt>
    <dgm:pt modelId="{4F44CBBA-8935-4A25-8867-461366BA5083}" type="parTrans" cxnId="{6D8402CC-6812-4C8A-A35C-65D8460192E6}">
      <dgm:prSet/>
      <dgm:spPr/>
      <dgm:t>
        <a:bodyPr/>
        <a:lstStyle/>
        <a:p>
          <a:endParaRPr lang="en-US"/>
        </a:p>
      </dgm:t>
    </dgm:pt>
    <dgm:pt modelId="{793A45A9-5104-4A06-AC84-375FEB83D46F}" type="sibTrans" cxnId="{6D8402CC-6812-4C8A-A35C-65D8460192E6}">
      <dgm:prSet/>
      <dgm:spPr/>
      <dgm:t>
        <a:bodyPr/>
        <a:lstStyle/>
        <a:p>
          <a:endParaRPr lang="en-US"/>
        </a:p>
      </dgm:t>
    </dgm:pt>
    <dgm:pt modelId="{A987030F-41A2-4072-AECD-E8FDFB6F78F5}">
      <dgm:prSet/>
      <dgm:spPr/>
      <dgm:t>
        <a:bodyPr/>
        <a:lstStyle/>
        <a:p>
          <a:r>
            <a:rPr lang="pt-BR"/>
            <a:t>Menção Parcial 04:</a:t>
          </a:r>
          <a:endParaRPr lang="en-US"/>
        </a:p>
      </dgm:t>
    </dgm:pt>
    <dgm:pt modelId="{91734842-5E58-438F-BF8C-1309C13992B7}" type="parTrans" cxnId="{7B80F831-144C-40F0-9197-5AA8A3310773}">
      <dgm:prSet/>
      <dgm:spPr/>
      <dgm:t>
        <a:bodyPr/>
        <a:lstStyle/>
        <a:p>
          <a:endParaRPr lang="en-US"/>
        </a:p>
      </dgm:t>
    </dgm:pt>
    <dgm:pt modelId="{1B7A7E99-DC1D-4147-A36A-F4B65D80FED6}" type="sibTrans" cxnId="{7B80F831-144C-40F0-9197-5AA8A3310773}">
      <dgm:prSet/>
      <dgm:spPr/>
      <dgm:t>
        <a:bodyPr/>
        <a:lstStyle/>
        <a:p>
          <a:endParaRPr lang="en-US"/>
        </a:p>
      </dgm:t>
    </dgm:pt>
    <dgm:pt modelId="{F9966893-4B7A-476F-8F87-BB985CA090AB}">
      <dgm:prSet/>
      <dgm:spPr/>
      <dgm:t>
        <a:bodyPr/>
        <a:lstStyle/>
        <a:p>
          <a:r>
            <a:rPr lang="pt-BR"/>
            <a:t>Avaliação Geral dos trabalhos e atividades do 2º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/>
        </a:p>
      </dgm:t>
    </dgm:pt>
    <dgm:pt modelId="{79F842E8-7516-42E9-A279-EED2001EDB6F}" type="parTrans" cxnId="{00A2C559-7D44-478F-A762-271CCBB71D63}">
      <dgm:prSet/>
      <dgm:spPr/>
      <dgm:t>
        <a:bodyPr/>
        <a:lstStyle/>
        <a:p>
          <a:endParaRPr lang="en-US"/>
        </a:p>
      </dgm:t>
    </dgm:pt>
    <dgm:pt modelId="{1A6FB34C-1E41-41BC-A628-92C4BFA251D8}" type="sibTrans" cxnId="{00A2C559-7D44-478F-A762-271CCBB71D63}">
      <dgm:prSet/>
      <dgm:spPr/>
      <dgm:t>
        <a:bodyPr/>
        <a:lstStyle/>
        <a:p>
          <a:endParaRPr lang="en-US"/>
        </a:p>
      </dgm:t>
    </dgm:pt>
    <dgm:pt modelId="{51F68DBF-CC35-4706-84A3-4AE5DCD9BF5B}">
      <dgm:prSet/>
      <dgm:spPr/>
      <dgm:t>
        <a:bodyPr/>
        <a:lstStyle/>
        <a:p>
          <a:r>
            <a:rPr lang="pt-BR"/>
            <a:t>A avaliação ocorrerá durante o segundo bimestre com a publicação do resultado até o final do semestre letivo.</a:t>
          </a:r>
          <a:endParaRPr lang="en-US"/>
        </a:p>
      </dgm:t>
    </dgm:pt>
    <dgm:pt modelId="{BFC5F569-F7CC-4E01-AD78-F269202F3EAC}" type="parTrans" cxnId="{B9080520-39FF-480C-9FA6-ACAA73EB087F}">
      <dgm:prSet/>
      <dgm:spPr/>
      <dgm:t>
        <a:bodyPr/>
        <a:lstStyle/>
        <a:p>
          <a:endParaRPr lang="en-US"/>
        </a:p>
      </dgm:t>
    </dgm:pt>
    <dgm:pt modelId="{B51C9BE5-82CE-4BAB-9BA9-1F24FB1189EB}" type="sibTrans" cxnId="{B9080520-39FF-480C-9FA6-ACAA73EB087F}">
      <dgm:prSet/>
      <dgm:spPr/>
      <dgm:t>
        <a:bodyPr/>
        <a:lstStyle/>
        <a:p>
          <a:endParaRPr lang="en-US"/>
        </a:p>
      </dgm:t>
    </dgm:pt>
    <dgm:pt modelId="{9CDA9250-F815-4856-9692-5CCA7CB14E12}" type="pres">
      <dgm:prSet presAssocID="{EAE621C3-F849-48C0-AFB8-DC3F06848184}" presName="Name0" presStyleCnt="0">
        <dgm:presLayoutVars>
          <dgm:dir/>
          <dgm:animLvl val="lvl"/>
          <dgm:resizeHandles val="exact"/>
        </dgm:presLayoutVars>
      </dgm:prSet>
      <dgm:spPr/>
    </dgm:pt>
    <dgm:pt modelId="{1B577B29-58AE-4085-B40A-56192F17312B}" type="pres">
      <dgm:prSet presAssocID="{FE78F974-81F5-42AA-AFA4-F6DE82B7C959}" presName="composite" presStyleCnt="0"/>
      <dgm:spPr/>
    </dgm:pt>
    <dgm:pt modelId="{5DFFACDE-B77D-4ADB-85FA-198DD14BB2B5}" type="pres">
      <dgm:prSet presAssocID="{FE78F974-81F5-42AA-AFA4-F6DE82B7C959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39A834DD-F52C-49B0-8161-4C7BEC69B2BD}" type="pres">
      <dgm:prSet presAssocID="{FE78F974-81F5-42AA-AFA4-F6DE82B7C959}" presName="desTx" presStyleLbl="alignAccFollowNode1" presStyleIdx="0" presStyleCnt="4">
        <dgm:presLayoutVars>
          <dgm:bulletEnabled val="1"/>
        </dgm:presLayoutVars>
      </dgm:prSet>
      <dgm:spPr/>
    </dgm:pt>
    <dgm:pt modelId="{EC4EC94B-6259-4477-8561-C7AD9E7F83AC}" type="pres">
      <dgm:prSet presAssocID="{D9862D28-5A24-44FF-BABE-C3BF082E6356}" presName="space" presStyleCnt="0"/>
      <dgm:spPr/>
    </dgm:pt>
    <dgm:pt modelId="{C9886DA1-CA6C-4991-B34B-246129E56D5A}" type="pres">
      <dgm:prSet presAssocID="{2750F943-5732-4DB9-94F1-A98B193EF0E1}" presName="composite" presStyleCnt="0"/>
      <dgm:spPr/>
    </dgm:pt>
    <dgm:pt modelId="{02E27D1C-166F-43EA-9A6C-1EE18E916A40}" type="pres">
      <dgm:prSet presAssocID="{2750F943-5732-4DB9-94F1-A98B193EF0E1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49FAE2A6-49D2-4426-802B-2325F85F7D65}" type="pres">
      <dgm:prSet presAssocID="{2750F943-5732-4DB9-94F1-A98B193EF0E1}" presName="desTx" presStyleLbl="alignAccFollowNode1" presStyleIdx="1" presStyleCnt="4">
        <dgm:presLayoutVars>
          <dgm:bulletEnabled val="1"/>
        </dgm:presLayoutVars>
      </dgm:prSet>
      <dgm:spPr/>
    </dgm:pt>
    <dgm:pt modelId="{33E72989-1014-44D7-AEA5-92205FF1C9ED}" type="pres">
      <dgm:prSet presAssocID="{8D9A3532-D44A-431F-BBB6-96F254FF68F8}" presName="space" presStyleCnt="0"/>
      <dgm:spPr/>
    </dgm:pt>
    <dgm:pt modelId="{C9E4D592-0C9D-4A4C-A948-61EC5AA1FA75}" type="pres">
      <dgm:prSet presAssocID="{F8EDA125-1CCE-4ED4-BD12-76C4D45D0BE6}" presName="composite" presStyleCnt="0"/>
      <dgm:spPr/>
    </dgm:pt>
    <dgm:pt modelId="{9091D9F8-6A9D-4B10-81A1-52E18C5C75A8}" type="pres">
      <dgm:prSet presAssocID="{F8EDA125-1CCE-4ED4-BD12-76C4D45D0BE6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8AB50F8-3385-4519-A709-933B23D6DF83}" type="pres">
      <dgm:prSet presAssocID="{F8EDA125-1CCE-4ED4-BD12-76C4D45D0BE6}" presName="desTx" presStyleLbl="alignAccFollowNode1" presStyleIdx="2" presStyleCnt="4">
        <dgm:presLayoutVars>
          <dgm:bulletEnabled val="1"/>
        </dgm:presLayoutVars>
      </dgm:prSet>
      <dgm:spPr/>
    </dgm:pt>
    <dgm:pt modelId="{C81DCE02-D4E3-438E-A86C-185FB248CA86}" type="pres">
      <dgm:prSet presAssocID="{D23B520F-D8D6-491E-A419-B4A2C60D83C2}" presName="space" presStyleCnt="0"/>
      <dgm:spPr/>
    </dgm:pt>
    <dgm:pt modelId="{E220935B-8734-46BC-BE31-F6EF070E513B}" type="pres">
      <dgm:prSet presAssocID="{A987030F-41A2-4072-AECD-E8FDFB6F78F5}" presName="composite" presStyleCnt="0"/>
      <dgm:spPr/>
    </dgm:pt>
    <dgm:pt modelId="{C48C84AD-7F7B-4304-8B34-20919B119831}" type="pres">
      <dgm:prSet presAssocID="{A987030F-41A2-4072-AECD-E8FDFB6F78F5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30A235E-A7F9-4B2B-AD6D-D626F33F8DDA}" type="pres">
      <dgm:prSet presAssocID="{A987030F-41A2-4072-AECD-E8FDFB6F78F5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4C857703-C9F0-4362-B3FF-9E3CDFB1D755}" srcId="{EAE621C3-F849-48C0-AFB8-DC3F06848184}" destId="{F8EDA125-1CCE-4ED4-BD12-76C4D45D0BE6}" srcOrd="2" destOrd="0" parTransId="{C455C9EB-A1AB-4B2F-A54A-4F669DA3984E}" sibTransId="{D23B520F-D8D6-491E-A419-B4A2C60D83C2}"/>
    <dgm:cxn modelId="{DC17FF09-E140-4D98-BB72-125F5DFC32C2}" srcId="{2750F943-5732-4DB9-94F1-A98B193EF0E1}" destId="{9211D830-5D17-452F-A603-AADBAB91B136}" srcOrd="0" destOrd="0" parTransId="{969423E7-C648-43A7-A8E9-6F07C9B6C119}" sibTransId="{F186C93E-5DFE-42A3-AF85-19501D51CFD5}"/>
    <dgm:cxn modelId="{E3CBC211-852B-4EB2-A66A-8C8BC4AC4DBC}" type="presOf" srcId="{F7A6629B-833A-43DF-B8AF-535F5A13E441}" destId="{39A834DD-F52C-49B0-8161-4C7BEC69B2BD}" srcOrd="0" destOrd="0" presId="urn:microsoft.com/office/officeart/2005/8/layout/hList1"/>
    <dgm:cxn modelId="{B9080520-39FF-480C-9FA6-ACAA73EB087F}" srcId="{A987030F-41A2-4072-AECD-E8FDFB6F78F5}" destId="{51F68DBF-CC35-4706-84A3-4AE5DCD9BF5B}" srcOrd="1" destOrd="0" parTransId="{BFC5F569-F7CC-4E01-AD78-F269202F3EAC}" sibTransId="{B51C9BE5-82CE-4BAB-9BA9-1F24FB1189EB}"/>
    <dgm:cxn modelId="{207ACC20-EEC5-4C91-9018-14CD1B695A7F}" type="presOf" srcId="{A987030F-41A2-4072-AECD-E8FDFB6F78F5}" destId="{C48C84AD-7F7B-4304-8B34-20919B119831}" srcOrd="0" destOrd="0" presId="urn:microsoft.com/office/officeart/2005/8/layout/hList1"/>
    <dgm:cxn modelId="{7B80F831-144C-40F0-9197-5AA8A3310773}" srcId="{EAE621C3-F849-48C0-AFB8-DC3F06848184}" destId="{A987030F-41A2-4072-AECD-E8FDFB6F78F5}" srcOrd="3" destOrd="0" parTransId="{91734842-5E58-438F-BF8C-1309C13992B7}" sibTransId="{1B7A7E99-DC1D-4147-A36A-F4B65D80FED6}"/>
    <dgm:cxn modelId="{D0E00635-6A3A-4A6F-B687-DABFB79B16EC}" srcId="{EAE621C3-F849-48C0-AFB8-DC3F06848184}" destId="{2750F943-5732-4DB9-94F1-A98B193EF0E1}" srcOrd="1" destOrd="0" parTransId="{B1EF81AB-5B35-450C-AFDC-41BEBA7A3293}" sibTransId="{8D9A3532-D44A-431F-BBB6-96F254FF68F8}"/>
    <dgm:cxn modelId="{B1C86D3E-7D6F-47CF-8821-C39BD9B1E825}" srcId="{2750F943-5732-4DB9-94F1-A98B193EF0E1}" destId="{DD5DCDF7-BBC6-486B-B6D8-549658FD7C3E}" srcOrd="1" destOrd="0" parTransId="{2B70F7EB-5CBC-4ADE-AD23-3DEB154C84F0}" sibTransId="{89D68DA7-C540-4B7F-B6FB-D8EB9A922759}"/>
    <dgm:cxn modelId="{598EFB60-FF46-4393-81AF-9A6787AE372E}" type="presOf" srcId="{EAE621C3-F849-48C0-AFB8-DC3F06848184}" destId="{9CDA9250-F815-4856-9692-5CCA7CB14E12}" srcOrd="0" destOrd="0" presId="urn:microsoft.com/office/officeart/2005/8/layout/hList1"/>
    <dgm:cxn modelId="{E97ED749-DDD2-48D9-9105-3366942DDFB5}" type="presOf" srcId="{F9966893-4B7A-476F-8F87-BB985CA090AB}" destId="{730A235E-A7F9-4B2B-AD6D-D626F33F8DDA}" srcOrd="0" destOrd="0" presId="urn:microsoft.com/office/officeart/2005/8/layout/hList1"/>
    <dgm:cxn modelId="{038FF06A-FDA9-4BF2-ABD9-6A7DE1B0C2A9}" srcId="{EAE621C3-F849-48C0-AFB8-DC3F06848184}" destId="{FE78F974-81F5-42AA-AFA4-F6DE82B7C959}" srcOrd="0" destOrd="0" parTransId="{13BDE5E8-8A38-4EF5-8F6C-BA8FB2AEB2B5}" sibTransId="{D9862D28-5A24-44FF-BABE-C3BF082E6356}"/>
    <dgm:cxn modelId="{E98A4475-F3B2-4291-A1D0-704287F63BD0}" type="presOf" srcId="{0FA5390C-D7C9-4746-9664-4D8966F08298}" destId="{C8AB50F8-3385-4519-A709-933B23D6DF83}" srcOrd="0" destOrd="0" presId="urn:microsoft.com/office/officeart/2005/8/layout/hList1"/>
    <dgm:cxn modelId="{00A2C559-7D44-478F-A762-271CCBB71D63}" srcId="{A987030F-41A2-4072-AECD-E8FDFB6F78F5}" destId="{F9966893-4B7A-476F-8F87-BB985CA090AB}" srcOrd="0" destOrd="0" parTransId="{79F842E8-7516-42E9-A279-EED2001EDB6F}" sibTransId="{1A6FB34C-1E41-41BC-A628-92C4BFA251D8}"/>
    <dgm:cxn modelId="{B96343B6-8C2E-42AF-A372-1EB1392522D2}" type="presOf" srcId="{FE78F974-81F5-42AA-AFA4-F6DE82B7C959}" destId="{5DFFACDE-B77D-4ADB-85FA-198DD14BB2B5}" srcOrd="0" destOrd="0" presId="urn:microsoft.com/office/officeart/2005/8/layout/hList1"/>
    <dgm:cxn modelId="{2B9F93B6-4333-46FE-98B7-CDF1F78B24B2}" type="presOf" srcId="{51F68DBF-CC35-4706-84A3-4AE5DCD9BF5B}" destId="{730A235E-A7F9-4B2B-AD6D-D626F33F8DDA}" srcOrd="0" destOrd="1" presId="urn:microsoft.com/office/officeart/2005/8/layout/hList1"/>
    <dgm:cxn modelId="{A872B9B9-5D7C-4299-B97B-AD2E77E46ECA}" type="presOf" srcId="{DD5DCDF7-BBC6-486B-B6D8-549658FD7C3E}" destId="{49FAE2A6-49D2-4426-802B-2325F85F7D65}" srcOrd="0" destOrd="1" presId="urn:microsoft.com/office/officeart/2005/8/layout/hList1"/>
    <dgm:cxn modelId="{6D8402CC-6812-4C8A-A35C-65D8460192E6}" srcId="{F8EDA125-1CCE-4ED4-BD12-76C4D45D0BE6}" destId="{0FA5390C-D7C9-4746-9664-4D8966F08298}" srcOrd="0" destOrd="0" parTransId="{4F44CBBA-8935-4A25-8867-461366BA5083}" sibTransId="{793A45A9-5104-4A06-AC84-375FEB83D46F}"/>
    <dgm:cxn modelId="{7161BACD-C8C6-4A21-B6BB-E2727D188230}" srcId="{FE78F974-81F5-42AA-AFA4-F6DE82B7C959}" destId="{F7A6629B-833A-43DF-B8AF-535F5A13E441}" srcOrd="0" destOrd="0" parTransId="{CB71CDE4-FD65-4F3D-A7BE-7F537D22155B}" sibTransId="{15122A55-9808-4D1D-A8DC-41EFBDC5BFF3}"/>
    <dgm:cxn modelId="{5B8CDBCE-C232-458C-B3BE-6323BE9A9603}" type="presOf" srcId="{2750F943-5732-4DB9-94F1-A98B193EF0E1}" destId="{02E27D1C-166F-43EA-9A6C-1EE18E916A40}" srcOrd="0" destOrd="0" presId="urn:microsoft.com/office/officeart/2005/8/layout/hList1"/>
    <dgm:cxn modelId="{C9B55CE9-D42E-42D8-A8F2-B5BCBE55A958}" type="presOf" srcId="{F8EDA125-1CCE-4ED4-BD12-76C4D45D0BE6}" destId="{9091D9F8-6A9D-4B10-81A1-52E18C5C75A8}" srcOrd="0" destOrd="0" presId="urn:microsoft.com/office/officeart/2005/8/layout/hList1"/>
    <dgm:cxn modelId="{2B41CCF8-B199-4727-A88E-045762D6E250}" type="presOf" srcId="{9211D830-5D17-452F-A603-AADBAB91B136}" destId="{49FAE2A6-49D2-4426-802B-2325F85F7D65}" srcOrd="0" destOrd="0" presId="urn:microsoft.com/office/officeart/2005/8/layout/hList1"/>
    <dgm:cxn modelId="{4E354EA8-757E-4930-B519-8FC8F654C9FA}" type="presParOf" srcId="{9CDA9250-F815-4856-9692-5CCA7CB14E12}" destId="{1B577B29-58AE-4085-B40A-56192F17312B}" srcOrd="0" destOrd="0" presId="urn:microsoft.com/office/officeart/2005/8/layout/hList1"/>
    <dgm:cxn modelId="{F82BAEB1-D467-403A-8C75-4ECB1C405D9E}" type="presParOf" srcId="{1B577B29-58AE-4085-B40A-56192F17312B}" destId="{5DFFACDE-B77D-4ADB-85FA-198DD14BB2B5}" srcOrd="0" destOrd="0" presId="urn:microsoft.com/office/officeart/2005/8/layout/hList1"/>
    <dgm:cxn modelId="{846C075E-76A3-43D4-92F8-251128AB0E32}" type="presParOf" srcId="{1B577B29-58AE-4085-B40A-56192F17312B}" destId="{39A834DD-F52C-49B0-8161-4C7BEC69B2BD}" srcOrd="1" destOrd="0" presId="urn:microsoft.com/office/officeart/2005/8/layout/hList1"/>
    <dgm:cxn modelId="{1D522CED-DCE2-48C3-9062-5DE856DD3F20}" type="presParOf" srcId="{9CDA9250-F815-4856-9692-5CCA7CB14E12}" destId="{EC4EC94B-6259-4477-8561-C7AD9E7F83AC}" srcOrd="1" destOrd="0" presId="urn:microsoft.com/office/officeart/2005/8/layout/hList1"/>
    <dgm:cxn modelId="{F92166ED-6368-4825-8EFF-72B87DD009FA}" type="presParOf" srcId="{9CDA9250-F815-4856-9692-5CCA7CB14E12}" destId="{C9886DA1-CA6C-4991-B34B-246129E56D5A}" srcOrd="2" destOrd="0" presId="urn:microsoft.com/office/officeart/2005/8/layout/hList1"/>
    <dgm:cxn modelId="{FCED414E-B0FA-42F6-96E5-515A92CDB637}" type="presParOf" srcId="{C9886DA1-CA6C-4991-B34B-246129E56D5A}" destId="{02E27D1C-166F-43EA-9A6C-1EE18E916A40}" srcOrd="0" destOrd="0" presId="urn:microsoft.com/office/officeart/2005/8/layout/hList1"/>
    <dgm:cxn modelId="{01EDA844-4B8E-4DF1-8666-B5E5F1F285D8}" type="presParOf" srcId="{C9886DA1-CA6C-4991-B34B-246129E56D5A}" destId="{49FAE2A6-49D2-4426-802B-2325F85F7D65}" srcOrd="1" destOrd="0" presId="urn:microsoft.com/office/officeart/2005/8/layout/hList1"/>
    <dgm:cxn modelId="{5BC2BF50-F6CC-4297-B573-0C2A8D6375AB}" type="presParOf" srcId="{9CDA9250-F815-4856-9692-5CCA7CB14E12}" destId="{33E72989-1014-44D7-AEA5-92205FF1C9ED}" srcOrd="3" destOrd="0" presId="urn:microsoft.com/office/officeart/2005/8/layout/hList1"/>
    <dgm:cxn modelId="{95442E5B-E1E4-4991-A7BB-4FCD107249D8}" type="presParOf" srcId="{9CDA9250-F815-4856-9692-5CCA7CB14E12}" destId="{C9E4D592-0C9D-4A4C-A948-61EC5AA1FA75}" srcOrd="4" destOrd="0" presId="urn:microsoft.com/office/officeart/2005/8/layout/hList1"/>
    <dgm:cxn modelId="{316F3A7C-DD6E-474C-AA88-CAEFCEB23476}" type="presParOf" srcId="{C9E4D592-0C9D-4A4C-A948-61EC5AA1FA75}" destId="{9091D9F8-6A9D-4B10-81A1-52E18C5C75A8}" srcOrd="0" destOrd="0" presId="urn:microsoft.com/office/officeart/2005/8/layout/hList1"/>
    <dgm:cxn modelId="{47FA1066-F286-467A-B9C5-4CA1784E6B27}" type="presParOf" srcId="{C9E4D592-0C9D-4A4C-A948-61EC5AA1FA75}" destId="{C8AB50F8-3385-4519-A709-933B23D6DF83}" srcOrd="1" destOrd="0" presId="urn:microsoft.com/office/officeart/2005/8/layout/hList1"/>
    <dgm:cxn modelId="{218E03D7-A3B5-4227-8CB4-9C29F0DEF3EB}" type="presParOf" srcId="{9CDA9250-F815-4856-9692-5CCA7CB14E12}" destId="{C81DCE02-D4E3-438E-A86C-185FB248CA86}" srcOrd="5" destOrd="0" presId="urn:microsoft.com/office/officeart/2005/8/layout/hList1"/>
    <dgm:cxn modelId="{5A44F745-28E6-487A-B357-8D065C94C0AA}" type="presParOf" srcId="{9CDA9250-F815-4856-9692-5CCA7CB14E12}" destId="{E220935B-8734-46BC-BE31-F6EF070E513B}" srcOrd="6" destOrd="0" presId="urn:microsoft.com/office/officeart/2005/8/layout/hList1"/>
    <dgm:cxn modelId="{122993B7-E79A-4AEA-905E-6B86D0C9D9D3}" type="presParOf" srcId="{E220935B-8734-46BC-BE31-F6EF070E513B}" destId="{C48C84AD-7F7B-4304-8B34-20919B119831}" srcOrd="0" destOrd="0" presId="urn:microsoft.com/office/officeart/2005/8/layout/hList1"/>
    <dgm:cxn modelId="{4AFA17DC-322A-4FEB-93B7-8AF6105CFF41}" type="presParOf" srcId="{E220935B-8734-46BC-BE31-F6EF070E513B}" destId="{730A235E-A7F9-4B2B-AD6D-D626F33F8DD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3956516-AA9D-42CA-B527-4A6375A5387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12F3C6-07D3-4882-8245-F19812AFABF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Como descrito no parágrafo 3°do artigo 50 do regimento interno do CEUB, a menção final é um conceito, não representa a média das menções parciais, devendo, antes, significar um julgamento final e global do aproveitamento nos estudos. Sendo assim, a menção final levará também em consideração o desempenho do aluno ao longo do semestre letivo, por meio da análise dos seguintes aspectos: conhecimento, dedicação, pontualidade, assiduidade e participação.</a:t>
          </a:r>
          <a:endParaRPr lang="en-US"/>
        </a:p>
      </dgm:t>
    </dgm:pt>
    <dgm:pt modelId="{9FB3340C-60F3-4B51-8856-BD41CFE1018B}" type="parTrans" cxnId="{BE1DC0D6-530F-48C9-A2A4-F0325F4073C6}">
      <dgm:prSet/>
      <dgm:spPr/>
      <dgm:t>
        <a:bodyPr/>
        <a:lstStyle/>
        <a:p>
          <a:endParaRPr lang="en-US"/>
        </a:p>
      </dgm:t>
    </dgm:pt>
    <dgm:pt modelId="{6B09E710-BEAC-465C-A7B3-59C5B169161C}" type="sibTrans" cxnId="{BE1DC0D6-530F-48C9-A2A4-F0325F4073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E5B33D0-D66C-4E2F-BF55-07FD73C14EC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Além da avaliação pela menção, para ser aprovado na disciplina o aluno que obtiver frequência igual ou superior a 75% do total de aulas ou atividades realizadas. </a:t>
          </a:r>
          <a:endParaRPr lang="en-US"/>
        </a:p>
      </dgm:t>
    </dgm:pt>
    <dgm:pt modelId="{55EA4806-6708-4E43-9E44-B12454475554}" type="parTrans" cxnId="{33C29DA5-0D98-4111-9825-0AF584E7D1B0}">
      <dgm:prSet/>
      <dgm:spPr/>
      <dgm:t>
        <a:bodyPr/>
        <a:lstStyle/>
        <a:p>
          <a:endParaRPr lang="en-US"/>
        </a:p>
      </dgm:t>
    </dgm:pt>
    <dgm:pt modelId="{140BE3A3-BCA7-417B-82F8-C4EB9FF6B66F}" type="sibTrans" cxnId="{33C29DA5-0D98-4111-9825-0AF584E7D1B0}">
      <dgm:prSet/>
      <dgm:spPr/>
      <dgm:t>
        <a:bodyPr/>
        <a:lstStyle/>
        <a:p>
          <a:endParaRPr lang="en-US"/>
        </a:p>
      </dgm:t>
    </dgm:pt>
    <dgm:pt modelId="{3F0DAAD3-F823-4CE7-84C0-29FBBAAE6670}" type="pres">
      <dgm:prSet presAssocID="{23956516-AA9D-42CA-B527-4A6375A53878}" presName="root" presStyleCnt="0">
        <dgm:presLayoutVars>
          <dgm:dir/>
          <dgm:resizeHandles val="exact"/>
        </dgm:presLayoutVars>
      </dgm:prSet>
      <dgm:spPr/>
    </dgm:pt>
    <dgm:pt modelId="{3EDD8EED-E826-403E-BAE9-A9C80E55FF44}" type="pres">
      <dgm:prSet presAssocID="{23956516-AA9D-42CA-B527-4A6375A53878}" presName="container" presStyleCnt="0">
        <dgm:presLayoutVars>
          <dgm:dir/>
          <dgm:resizeHandles val="exact"/>
        </dgm:presLayoutVars>
      </dgm:prSet>
      <dgm:spPr/>
    </dgm:pt>
    <dgm:pt modelId="{C9F2D882-A889-4728-852A-A84A91E15603}" type="pres">
      <dgm:prSet presAssocID="{CC12F3C6-07D3-4882-8245-F19812AFABFA}" presName="compNode" presStyleCnt="0"/>
      <dgm:spPr/>
    </dgm:pt>
    <dgm:pt modelId="{BE45B588-F469-4499-8B7A-4DC5492CB7A2}" type="pres">
      <dgm:prSet presAssocID="{CC12F3C6-07D3-4882-8245-F19812AFABFA}" presName="iconBgRect" presStyleLbl="bgShp" presStyleIdx="0" presStyleCnt="2"/>
      <dgm:spPr/>
    </dgm:pt>
    <dgm:pt modelId="{77FF8424-11CA-4937-8259-FA229161F81F}" type="pres">
      <dgm:prSet presAssocID="{CC12F3C6-07D3-4882-8245-F19812AFABF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330C2E5B-DC5E-4BFC-BC5D-4198801DEB3C}" type="pres">
      <dgm:prSet presAssocID="{CC12F3C6-07D3-4882-8245-F19812AFABFA}" presName="spaceRect" presStyleCnt="0"/>
      <dgm:spPr/>
    </dgm:pt>
    <dgm:pt modelId="{2197E136-D830-4EB5-BCD2-83DDC601452C}" type="pres">
      <dgm:prSet presAssocID="{CC12F3C6-07D3-4882-8245-F19812AFABFA}" presName="textRect" presStyleLbl="revTx" presStyleIdx="0" presStyleCnt="2">
        <dgm:presLayoutVars>
          <dgm:chMax val="1"/>
          <dgm:chPref val="1"/>
        </dgm:presLayoutVars>
      </dgm:prSet>
      <dgm:spPr/>
    </dgm:pt>
    <dgm:pt modelId="{7D672081-942D-4DEE-A27C-083EF98F8BCD}" type="pres">
      <dgm:prSet presAssocID="{6B09E710-BEAC-465C-A7B3-59C5B169161C}" presName="sibTrans" presStyleLbl="sibTrans2D1" presStyleIdx="0" presStyleCnt="0"/>
      <dgm:spPr/>
    </dgm:pt>
    <dgm:pt modelId="{918CE02E-A0F4-45F1-8981-85CF405ECAFC}" type="pres">
      <dgm:prSet presAssocID="{5E5B33D0-D66C-4E2F-BF55-07FD73C14EC2}" presName="compNode" presStyleCnt="0"/>
      <dgm:spPr/>
    </dgm:pt>
    <dgm:pt modelId="{40371F49-4261-4972-8CF2-7E5803D58CCB}" type="pres">
      <dgm:prSet presAssocID="{5E5B33D0-D66C-4E2F-BF55-07FD73C14EC2}" presName="iconBgRect" presStyleLbl="bgShp" presStyleIdx="1" presStyleCnt="2"/>
      <dgm:spPr/>
    </dgm:pt>
    <dgm:pt modelId="{17E89E5C-CEEC-4F6C-8805-AE3AEF4910B1}" type="pres">
      <dgm:prSet presAssocID="{5E5B33D0-D66C-4E2F-BF55-07FD73C14EC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BA0B6BE8-50BF-4D11-B2C6-73B0BF1CFC62}" type="pres">
      <dgm:prSet presAssocID="{5E5B33D0-D66C-4E2F-BF55-07FD73C14EC2}" presName="spaceRect" presStyleCnt="0"/>
      <dgm:spPr/>
    </dgm:pt>
    <dgm:pt modelId="{2E8D1255-20C3-4BFD-B906-42FEC3B7E7EE}" type="pres">
      <dgm:prSet presAssocID="{5E5B33D0-D66C-4E2F-BF55-07FD73C14EC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AE1A371-0C76-4C92-8C3D-CE4CB5691756}" type="presOf" srcId="{6B09E710-BEAC-465C-A7B3-59C5B169161C}" destId="{7D672081-942D-4DEE-A27C-083EF98F8BCD}" srcOrd="0" destOrd="0" presId="urn:microsoft.com/office/officeart/2018/2/layout/IconCircleList"/>
    <dgm:cxn modelId="{5CFDDE7D-C0F7-41F8-8000-26756458FEEB}" type="presOf" srcId="{23956516-AA9D-42CA-B527-4A6375A53878}" destId="{3F0DAAD3-F823-4CE7-84C0-29FBBAAE6670}" srcOrd="0" destOrd="0" presId="urn:microsoft.com/office/officeart/2018/2/layout/IconCircleList"/>
    <dgm:cxn modelId="{33C29DA5-0D98-4111-9825-0AF584E7D1B0}" srcId="{23956516-AA9D-42CA-B527-4A6375A53878}" destId="{5E5B33D0-D66C-4E2F-BF55-07FD73C14EC2}" srcOrd="1" destOrd="0" parTransId="{55EA4806-6708-4E43-9E44-B12454475554}" sibTransId="{140BE3A3-BCA7-417B-82F8-C4EB9FF6B66F}"/>
    <dgm:cxn modelId="{DD9590AE-F17A-4D42-A950-594869733D1B}" type="presOf" srcId="{CC12F3C6-07D3-4882-8245-F19812AFABFA}" destId="{2197E136-D830-4EB5-BCD2-83DDC601452C}" srcOrd="0" destOrd="0" presId="urn:microsoft.com/office/officeart/2018/2/layout/IconCircleList"/>
    <dgm:cxn modelId="{E239B4B4-EE0D-4440-835F-E22D502FEB32}" type="presOf" srcId="{5E5B33D0-D66C-4E2F-BF55-07FD73C14EC2}" destId="{2E8D1255-20C3-4BFD-B906-42FEC3B7E7EE}" srcOrd="0" destOrd="0" presId="urn:microsoft.com/office/officeart/2018/2/layout/IconCircleList"/>
    <dgm:cxn modelId="{BE1DC0D6-530F-48C9-A2A4-F0325F4073C6}" srcId="{23956516-AA9D-42CA-B527-4A6375A53878}" destId="{CC12F3C6-07D3-4882-8245-F19812AFABFA}" srcOrd="0" destOrd="0" parTransId="{9FB3340C-60F3-4B51-8856-BD41CFE1018B}" sibTransId="{6B09E710-BEAC-465C-A7B3-59C5B169161C}"/>
    <dgm:cxn modelId="{506FC652-5E41-4FE6-BF11-9A8491BB9D9C}" type="presParOf" srcId="{3F0DAAD3-F823-4CE7-84C0-29FBBAAE6670}" destId="{3EDD8EED-E826-403E-BAE9-A9C80E55FF44}" srcOrd="0" destOrd="0" presId="urn:microsoft.com/office/officeart/2018/2/layout/IconCircleList"/>
    <dgm:cxn modelId="{6F36A7A5-F0DA-4DF5-8B37-33CD7DDA8882}" type="presParOf" srcId="{3EDD8EED-E826-403E-BAE9-A9C80E55FF44}" destId="{C9F2D882-A889-4728-852A-A84A91E15603}" srcOrd="0" destOrd="0" presId="urn:microsoft.com/office/officeart/2018/2/layout/IconCircleList"/>
    <dgm:cxn modelId="{813C4319-45A0-464F-9F33-AC2EA2089804}" type="presParOf" srcId="{C9F2D882-A889-4728-852A-A84A91E15603}" destId="{BE45B588-F469-4499-8B7A-4DC5492CB7A2}" srcOrd="0" destOrd="0" presId="urn:microsoft.com/office/officeart/2018/2/layout/IconCircleList"/>
    <dgm:cxn modelId="{55276098-BCD2-4C4A-BC7E-9DDC77654518}" type="presParOf" srcId="{C9F2D882-A889-4728-852A-A84A91E15603}" destId="{77FF8424-11CA-4937-8259-FA229161F81F}" srcOrd="1" destOrd="0" presId="urn:microsoft.com/office/officeart/2018/2/layout/IconCircleList"/>
    <dgm:cxn modelId="{FEC82FB4-F957-4DC8-AA43-53E45E774408}" type="presParOf" srcId="{C9F2D882-A889-4728-852A-A84A91E15603}" destId="{330C2E5B-DC5E-4BFC-BC5D-4198801DEB3C}" srcOrd="2" destOrd="0" presId="urn:microsoft.com/office/officeart/2018/2/layout/IconCircleList"/>
    <dgm:cxn modelId="{7A79EF0E-252F-41D9-932B-B17E48B67A7C}" type="presParOf" srcId="{C9F2D882-A889-4728-852A-A84A91E15603}" destId="{2197E136-D830-4EB5-BCD2-83DDC601452C}" srcOrd="3" destOrd="0" presId="urn:microsoft.com/office/officeart/2018/2/layout/IconCircleList"/>
    <dgm:cxn modelId="{BA55BFB1-ECDC-4D99-92EB-2FA971C21CC0}" type="presParOf" srcId="{3EDD8EED-E826-403E-BAE9-A9C80E55FF44}" destId="{7D672081-942D-4DEE-A27C-083EF98F8BCD}" srcOrd="1" destOrd="0" presId="urn:microsoft.com/office/officeart/2018/2/layout/IconCircleList"/>
    <dgm:cxn modelId="{0F2786BF-4C21-492C-8F06-E3FC24590A49}" type="presParOf" srcId="{3EDD8EED-E826-403E-BAE9-A9C80E55FF44}" destId="{918CE02E-A0F4-45F1-8981-85CF405ECAFC}" srcOrd="2" destOrd="0" presId="urn:microsoft.com/office/officeart/2018/2/layout/IconCircleList"/>
    <dgm:cxn modelId="{F246A767-E70C-492E-ABF0-2CB06C953FD5}" type="presParOf" srcId="{918CE02E-A0F4-45F1-8981-85CF405ECAFC}" destId="{40371F49-4261-4972-8CF2-7E5803D58CCB}" srcOrd="0" destOrd="0" presId="urn:microsoft.com/office/officeart/2018/2/layout/IconCircleList"/>
    <dgm:cxn modelId="{9C42F292-3CC0-421A-84D5-DE9803E520CD}" type="presParOf" srcId="{918CE02E-A0F4-45F1-8981-85CF405ECAFC}" destId="{17E89E5C-CEEC-4F6C-8805-AE3AEF4910B1}" srcOrd="1" destOrd="0" presId="urn:microsoft.com/office/officeart/2018/2/layout/IconCircleList"/>
    <dgm:cxn modelId="{D22E802F-760A-40A4-9D77-90797C19E76C}" type="presParOf" srcId="{918CE02E-A0F4-45F1-8981-85CF405ECAFC}" destId="{BA0B6BE8-50BF-4D11-B2C6-73B0BF1CFC62}" srcOrd="2" destOrd="0" presId="urn:microsoft.com/office/officeart/2018/2/layout/IconCircleList"/>
    <dgm:cxn modelId="{87B3CABD-8DAD-4705-968A-A7D456779C32}" type="presParOf" srcId="{918CE02E-A0F4-45F1-8981-85CF405ECAFC}" destId="{2E8D1255-20C3-4BFD-B906-42FEC3B7E7E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5969DC0-2881-467C-B6D8-4DC12D7BE686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E4D4559-42AE-49BA-8604-4C5C55434E9D}">
      <dgm:prSet/>
      <dgm:spPr/>
      <dgm:t>
        <a:bodyPr/>
        <a:lstStyle/>
        <a:p>
          <a:r>
            <a:rPr lang="pt-BR"/>
            <a:t>Básica</a:t>
          </a:r>
          <a:endParaRPr lang="en-US"/>
        </a:p>
      </dgm:t>
    </dgm:pt>
    <dgm:pt modelId="{CAAE76EF-515C-42A1-B720-03FC2D4ACD56}" type="parTrans" cxnId="{B6705D75-33FB-4741-A959-56608352E6DC}">
      <dgm:prSet/>
      <dgm:spPr/>
      <dgm:t>
        <a:bodyPr/>
        <a:lstStyle/>
        <a:p>
          <a:endParaRPr lang="en-US"/>
        </a:p>
      </dgm:t>
    </dgm:pt>
    <dgm:pt modelId="{AC1E474B-32F3-4DF1-A67C-30A4F4DB0319}" type="sibTrans" cxnId="{B6705D75-33FB-4741-A959-56608352E6DC}">
      <dgm:prSet/>
      <dgm:spPr/>
      <dgm:t>
        <a:bodyPr/>
        <a:lstStyle/>
        <a:p>
          <a:endParaRPr lang="en-US"/>
        </a:p>
      </dgm:t>
    </dgm:pt>
    <dgm:pt modelId="{763B8615-6AFE-414D-9D28-F9C680F73ACF}">
      <dgm:prSet/>
      <dgm:spPr/>
      <dgm:t>
        <a:bodyPr/>
        <a:lstStyle/>
        <a:p>
          <a:r>
            <a:rPr lang="pt-BR" dirty="0"/>
            <a:t>GRUS, Joel. Data Science do Zero. São Paulo: Alta Books, 2021. MINHA BIBLIOTECA</a:t>
          </a:r>
          <a:endParaRPr lang="en-US" dirty="0"/>
        </a:p>
      </dgm:t>
    </dgm:pt>
    <dgm:pt modelId="{99B453E2-B124-4521-BB62-BA4C883E4FCD}" type="parTrans" cxnId="{B2209B7F-61B9-4AA2-9C20-39E34F033A3B}">
      <dgm:prSet/>
      <dgm:spPr/>
      <dgm:t>
        <a:bodyPr/>
        <a:lstStyle/>
        <a:p>
          <a:endParaRPr lang="en-US"/>
        </a:p>
      </dgm:t>
    </dgm:pt>
    <dgm:pt modelId="{3225B12B-D851-4878-A42E-C416EA385EA0}" type="sibTrans" cxnId="{B2209B7F-61B9-4AA2-9C20-39E34F033A3B}">
      <dgm:prSet/>
      <dgm:spPr/>
      <dgm:t>
        <a:bodyPr/>
        <a:lstStyle/>
        <a:p>
          <a:endParaRPr lang="en-US"/>
        </a:p>
      </dgm:t>
    </dgm:pt>
    <dgm:pt modelId="{BF2A6656-53A9-4E45-9F54-B5159DA85B99}">
      <dgm:prSet/>
      <dgm:spPr/>
      <dgm:t>
        <a:bodyPr/>
        <a:lstStyle/>
        <a:p>
          <a:r>
            <a:rPr lang="pt-BR"/>
            <a:t>Complementar </a:t>
          </a:r>
          <a:endParaRPr lang="en-US"/>
        </a:p>
      </dgm:t>
    </dgm:pt>
    <dgm:pt modelId="{2ED7B577-657C-4D33-AC2E-80D4C26B830C}" type="parTrans" cxnId="{52692DC9-BA2E-4D21-8188-5421A54A70BB}">
      <dgm:prSet/>
      <dgm:spPr/>
      <dgm:t>
        <a:bodyPr/>
        <a:lstStyle/>
        <a:p>
          <a:endParaRPr lang="en-US"/>
        </a:p>
      </dgm:t>
    </dgm:pt>
    <dgm:pt modelId="{1E2201ED-8C50-4CCB-970F-D5D9EEB9AEA5}" type="sibTrans" cxnId="{52692DC9-BA2E-4D21-8188-5421A54A70BB}">
      <dgm:prSet/>
      <dgm:spPr/>
      <dgm:t>
        <a:bodyPr/>
        <a:lstStyle/>
        <a:p>
          <a:endParaRPr lang="en-US"/>
        </a:p>
      </dgm:t>
    </dgm:pt>
    <dgm:pt modelId="{EA619002-0EE0-4B38-A1D4-A8BB379E8B8B}">
      <dgm:prSet/>
      <dgm:spPr/>
      <dgm:t>
        <a:bodyPr/>
        <a:lstStyle/>
        <a:p>
          <a:r>
            <a:rPr lang="en-US" u="sng"/>
            <a:t>ADAGA, Ejuma Martha et al. Philosophy in business analytics: a review of sustainable and ethical approaches. International Journal of Management &amp; Entrepreneurship Research, v. 6, n. 1, p. 69-86, 2024. Disponível em: https://www.fepbl.com/index.php/ijmer/article/view/710</a:t>
          </a:r>
          <a:r>
            <a:rPr lang="en-US"/>
            <a:t>	</a:t>
          </a:r>
          <a:endParaRPr lang="en-US" dirty="0"/>
        </a:p>
      </dgm:t>
    </dgm:pt>
    <dgm:pt modelId="{2D313EED-4F4D-46F5-BCB3-A91FE191792D}" type="parTrans" cxnId="{2AB53F90-5A1F-4005-A4C3-E60E2F9111C8}">
      <dgm:prSet/>
      <dgm:spPr/>
      <dgm:t>
        <a:bodyPr/>
        <a:lstStyle/>
        <a:p>
          <a:endParaRPr lang="en-US"/>
        </a:p>
      </dgm:t>
    </dgm:pt>
    <dgm:pt modelId="{BC98ACC5-6D72-49B6-A9E9-7EC90D294082}" type="sibTrans" cxnId="{2AB53F90-5A1F-4005-A4C3-E60E2F9111C8}">
      <dgm:prSet/>
      <dgm:spPr/>
      <dgm:t>
        <a:bodyPr/>
        <a:lstStyle/>
        <a:p>
          <a:endParaRPr lang="en-US"/>
        </a:p>
      </dgm:t>
    </dgm:pt>
    <dgm:pt modelId="{D0838666-6365-4062-B180-F16204CBDB8B}">
      <dgm:prSet/>
      <dgm:spPr/>
      <dgm:t>
        <a:bodyPr/>
        <a:lstStyle/>
        <a:p>
          <a:r>
            <a:rPr lang="pt-BR" dirty="0"/>
            <a:t>HYMAN, Jack. Microsoft Power BI Para Leigos. Rio de Janeiro: Alta Books, 2023. MINHA BIBLIOTECA</a:t>
          </a:r>
        </a:p>
      </dgm:t>
    </dgm:pt>
    <dgm:pt modelId="{5396F949-A16D-4CC5-90C4-AA374C2DD872}" type="parTrans" cxnId="{D9FA0CB3-48A5-46FD-8194-EC32236D880F}">
      <dgm:prSet/>
      <dgm:spPr/>
      <dgm:t>
        <a:bodyPr/>
        <a:lstStyle/>
        <a:p>
          <a:endParaRPr lang="pt-BR"/>
        </a:p>
      </dgm:t>
    </dgm:pt>
    <dgm:pt modelId="{313AA277-B2B1-4802-8E02-8D983275472C}" type="sibTrans" cxnId="{D9FA0CB3-48A5-46FD-8194-EC32236D880F}">
      <dgm:prSet/>
      <dgm:spPr/>
      <dgm:t>
        <a:bodyPr/>
        <a:lstStyle/>
        <a:p>
          <a:endParaRPr lang="pt-BR"/>
        </a:p>
      </dgm:t>
    </dgm:pt>
    <dgm:pt modelId="{2897AD0C-BFF8-4F20-ACB7-BCBDACB189F9}">
      <dgm:prSet/>
      <dgm:spPr/>
      <dgm:t>
        <a:bodyPr/>
        <a:lstStyle/>
        <a:p>
          <a:r>
            <a:rPr lang="pt-BR" dirty="0"/>
            <a:t>RODRIGUES, Levi; MARQUES, Débora. OS IMPACTOS DA UTILIZAÇÃO DA TECNOLOGIA DA INFORMAÇÃO NA GESTÃO DAS MICRO E PEQUENAS EMPRESAS: O CASE DA MAIS CONTROLE. Gestão-Revista Científica, v. 5, n. 2, 2024. Disponível em: https://seer.uniacademia.edu.br/index.php/gestao/article/view/3838</a:t>
          </a:r>
        </a:p>
      </dgm:t>
    </dgm:pt>
    <dgm:pt modelId="{48E0EC41-BCAB-493D-A4A5-CF0A93E56D2C}" type="parTrans" cxnId="{8FE50236-319A-4938-82D8-D803A906D457}">
      <dgm:prSet/>
      <dgm:spPr/>
      <dgm:t>
        <a:bodyPr/>
        <a:lstStyle/>
        <a:p>
          <a:endParaRPr lang="pt-BR"/>
        </a:p>
      </dgm:t>
    </dgm:pt>
    <dgm:pt modelId="{240E5268-A95B-4DDF-8AEA-982E2A23AE59}" type="sibTrans" cxnId="{8FE50236-319A-4938-82D8-D803A906D457}">
      <dgm:prSet/>
      <dgm:spPr/>
      <dgm:t>
        <a:bodyPr/>
        <a:lstStyle/>
        <a:p>
          <a:endParaRPr lang="pt-BR"/>
        </a:p>
      </dgm:t>
    </dgm:pt>
    <dgm:pt modelId="{8782453E-DC1B-40A4-8B19-7BB8523EEADF}">
      <dgm:prSet/>
      <dgm:spPr/>
      <dgm:t>
        <a:bodyPr/>
        <a:lstStyle/>
        <a:p>
          <a:r>
            <a:rPr lang="pt-BR" dirty="0"/>
            <a:t>SHARDA, </a:t>
          </a:r>
          <a:r>
            <a:rPr lang="pt-BR" dirty="0" err="1"/>
            <a:t>Ramesh</a:t>
          </a:r>
          <a:r>
            <a:rPr lang="pt-BR" dirty="0"/>
            <a:t>; DELEN, </a:t>
          </a:r>
          <a:r>
            <a:rPr lang="pt-BR" dirty="0" err="1"/>
            <a:t>Dursun</a:t>
          </a:r>
          <a:r>
            <a:rPr lang="pt-BR" dirty="0"/>
            <a:t>; TURBAN, Efraim. Business </a:t>
          </a:r>
          <a:r>
            <a:rPr lang="pt-BR" dirty="0" err="1"/>
            <a:t>intelligence</a:t>
          </a:r>
          <a:r>
            <a:rPr lang="pt-BR" dirty="0"/>
            <a:t> e análise de dados para gestão do negócio. Porto Alegre: SAGAH: Grupo A, 2019. MINHA BIBLIOTECA</a:t>
          </a:r>
        </a:p>
      </dgm:t>
    </dgm:pt>
    <dgm:pt modelId="{0FAD17E5-ED6A-44DF-A591-F72164EE10DF}" type="parTrans" cxnId="{EAA90885-6350-4777-8069-AD6F83F068EF}">
      <dgm:prSet/>
      <dgm:spPr/>
      <dgm:t>
        <a:bodyPr/>
        <a:lstStyle/>
        <a:p>
          <a:endParaRPr lang="pt-BR"/>
        </a:p>
      </dgm:t>
    </dgm:pt>
    <dgm:pt modelId="{00A68033-FEED-48DB-AD5A-986DE734D5D2}" type="sibTrans" cxnId="{EAA90885-6350-4777-8069-AD6F83F068EF}">
      <dgm:prSet/>
      <dgm:spPr/>
      <dgm:t>
        <a:bodyPr/>
        <a:lstStyle/>
        <a:p>
          <a:endParaRPr lang="pt-BR"/>
        </a:p>
      </dgm:t>
    </dgm:pt>
    <dgm:pt modelId="{09DD0ED6-9BA6-4F2D-B6F9-F4CA92A30492}">
      <dgm:prSet/>
      <dgm:spPr/>
      <dgm:t>
        <a:bodyPr/>
        <a:lstStyle/>
        <a:p>
          <a:r>
            <a:rPr lang="pt-BR" u="none" dirty="0"/>
            <a:t>BARBOZA, Fabrício F M.; FREITAS, Pedro H C. Modelagem e desenvolvimento de banco de dados. Porto Alegre: SAGAH: Grupo A, 2018. MINHA BIBLIOTECA</a:t>
          </a:r>
          <a:r>
            <a:rPr lang="pt-BR" dirty="0"/>
            <a:t>	</a:t>
          </a:r>
        </a:p>
      </dgm:t>
    </dgm:pt>
    <dgm:pt modelId="{0623013A-CEAE-4647-9BA3-5D04AC2B7837}" type="parTrans" cxnId="{84F44FE6-D1F3-4C40-9DBD-58373886DBBB}">
      <dgm:prSet/>
      <dgm:spPr/>
      <dgm:t>
        <a:bodyPr/>
        <a:lstStyle/>
        <a:p>
          <a:endParaRPr lang="pt-BR"/>
        </a:p>
      </dgm:t>
    </dgm:pt>
    <dgm:pt modelId="{1DD4AB6D-3AFE-48CE-ADFE-05DD34429F5E}" type="sibTrans" cxnId="{84F44FE6-D1F3-4C40-9DBD-58373886DBBB}">
      <dgm:prSet/>
      <dgm:spPr/>
      <dgm:t>
        <a:bodyPr/>
        <a:lstStyle/>
        <a:p>
          <a:endParaRPr lang="pt-BR"/>
        </a:p>
      </dgm:t>
    </dgm:pt>
    <dgm:pt modelId="{A057B6F2-1F16-4698-9E4A-C5A56786C108}">
      <dgm:prSet/>
      <dgm:spPr/>
      <dgm:t>
        <a:bodyPr/>
        <a:lstStyle/>
        <a:p>
          <a:r>
            <a:rPr lang="pt-BR" u="none" dirty="0"/>
            <a:t>CARVALHO, André C. P. L. F de; MENEZES, </a:t>
          </a:r>
          <a:r>
            <a:rPr lang="pt-BR" u="none" dirty="0" err="1"/>
            <a:t>Angelo</a:t>
          </a:r>
          <a:r>
            <a:rPr lang="pt-BR" u="none" dirty="0"/>
            <a:t> G.; BONIDIA, Robson P. Ciência de Dados - Fundamentos e Aplicações. Rio de Janeiro: Grupo GEN, 2024. MINHA BIBLIOTECA</a:t>
          </a:r>
          <a:r>
            <a:rPr lang="pt-BR" dirty="0"/>
            <a:t>	</a:t>
          </a:r>
        </a:p>
      </dgm:t>
    </dgm:pt>
    <dgm:pt modelId="{0F05E9D3-75AB-4F06-87E1-90A96C187AC4}" type="parTrans" cxnId="{5187ABAC-7411-415D-AA2F-9DB5B1397E1E}">
      <dgm:prSet/>
      <dgm:spPr/>
      <dgm:t>
        <a:bodyPr/>
        <a:lstStyle/>
        <a:p>
          <a:endParaRPr lang="pt-BR"/>
        </a:p>
      </dgm:t>
    </dgm:pt>
    <dgm:pt modelId="{93706D7D-CD89-4F44-8FC7-660E011E734F}" type="sibTrans" cxnId="{5187ABAC-7411-415D-AA2F-9DB5B1397E1E}">
      <dgm:prSet/>
      <dgm:spPr/>
      <dgm:t>
        <a:bodyPr/>
        <a:lstStyle/>
        <a:p>
          <a:endParaRPr lang="pt-BR"/>
        </a:p>
      </dgm:t>
    </dgm:pt>
    <dgm:pt modelId="{B3345B17-CABF-464F-82A8-55EB5CC8FDEC}">
      <dgm:prSet/>
      <dgm:spPr/>
      <dgm:t>
        <a:bodyPr/>
        <a:lstStyle/>
        <a:p>
          <a:r>
            <a:rPr lang="pt-BR" u="none" dirty="0"/>
            <a:t>FERREIRA, Maria C. Power BI® 2019 – Aprenda de Forma rápida. São Paulo: Saraiva, 2020. MINHA BIBLIOTECA</a:t>
          </a:r>
          <a:r>
            <a:rPr lang="pt-BR" dirty="0"/>
            <a:t>	</a:t>
          </a:r>
        </a:p>
      </dgm:t>
    </dgm:pt>
    <dgm:pt modelId="{385F4371-2A34-4B10-9287-C4798071C2FC}" type="parTrans" cxnId="{391468D2-D87E-4629-9D9E-A0346654211F}">
      <dgm:prSet/>
      <dgm:spPr/>
      <dgm:t>
        <a:bodyPr/>
        <a:lstStyle/>
        <a:p>
          <a:endParaRPr lang="pt-BR"/>
        </a:p>
      </dgm:t>
    </dgm:pt>
    <dgm:pt modelId="{532831E3-A42F-4598-8CDD-C4674547EAAE}" type="sibTrans" cxnId="{391468D2-D87E-4629-9D9E-A0346654211F}">
      <dgm:prSet/>
      <dgm:spPr/>
      <dgm:t>
        <a:bodyPr/>
        <a:lstStyle/>
        <a:p>
          <a:endParaRPr lang="pt-BR"/>
        </a:p>
      </dgm:t>
    </dgm:pt>
    <dgm:pt modelId="{10A62524-8691-41D0-9EE9-312DEEC6BF44}">
      <dgm:prSet/>
      <dgm:spPr/>
      <dgm:t>
        <a:bodyPr/>
        <a:lstStyle/>
        <a:p>
          <a:r>
            <a:rPr lang="pt-BR" u="none" dirty="0"/>
            <a:t>PEREIRA, Mariana A.; NEUMANN, Fabiano B.; MILANI, Alessandra M P.; et al. Framework de Big Data. Porto Alegre: SAGAH: Grupo A, 2020. MINHA BIBLIOTECA</a:t>
          </a:r>
          <a:r>
            <a:rPr lang="pt-BR" dirty="0"/>
            <a:t>	</a:t>
          </a:r>
        </a:p>
      </dgm:t>
    </dgm:pt>
    <dgm:pt modelId="{5B59BCDE-4A84-4590-9F16-98454ED1DED1}" type="parTrans" cxnId="{A13641AA-321C-422D-B4F5-4D15C34CBADB}">
      <dgm:prSet/>
      <dgm:spPr/>
      <dgm:t>
        <a:bodyPr/>
        <a:lstStyle/>
        <a:p>
          <a:endParaRPr lang="pt-BR"/>
        </a:p>
      </dgm:t>
    </dgm:pt>
    <dgm:pt modelId="{524CC8CC-4C00-4027-85FA-1867A4E1BE53}" type="sibTrans" cxnId="{A13641AA-321C-422D-B4F5-4D15C34CBADB}">
      <dgm:prSet/>
      <dgm:spPr/>
      <dgm:t>
        <a:bodyPr/>
        <a:lstStyle/>
        <a:p>
          <a:endParaRPr lang="pt-BR"/>
        </a:p>
      </dgm:t>
    </dgm:pt>
    <dgm:pt modelId="{A6D09041-185D-4C99-85EC-6AB7B7D33809}">
      <dgm:prSet/>
      <dgm:spPr/>
      <dgm:t>
        <a:bodyPr/>
        <a:lstStyle/>
        <a:p>
          <a:r>
            <a:rPr lang="pt-BR" u="none" dirty="0"/>
            <a:t>SCHAEDLER, Andrew; MENDES, </a:t>
          </a:r>
          <a:r>
            <a:rPr lang="pt-BR" u="none" dirty="0" err="1"/>
            <a:t>Giselly</a:t>
          </a:r>
          <a:r>
            <a:rPr lang="pt-BR" u="none" dirty="0"/>
            <a:t> Santos. Business </a:t>
          </a:r>
          <a:r>
            <a:rPr lang="pt-BR" u="none" dirty="0" err="1"/>
            <a:t>intelligence</a:t>
          </a:r>
          <a:r>
            <a:rPr lang="pt-BR" u="none" dirty="0"/>
            <a:t>. 1. ed. Curitiba: </a:t>
          </a:r>
          <a:r>
            <a:rPr lang="pt-BR" u="none" dirty="0" err="1"/>
            <a:t>Intersaberes</a:t>
          </a:r>
          <a:r>
            <a:rPr lang="pt-BR" u="none" dirty="0"/>
            <a:t>, 2021 MINHA BIBLIOTECA</a:t>
          </a:r>
          <a:r>
            <a:rPr lang="pt-BR" dirty="0"/>
            <a:t>	</a:t>
          </a:r>
        </a:p>
      </dgm:t>
    </dgm:pt>
    <dgm:pt modelId="{50C774F6-167F-41A9-AD8F-01A920765AB5}" type="parTrans" cxnId="{6D7E5E6C-828C-4757-82C8-83185E2D01B8}">
      <dgm:prSet/>
      <dgm:spPr/>
      <dgm:t>
        <a:bodyPr/>
        <a:lstStyle/>
        <a:p>
          <a:endParaRPr lang="pt-BR"/>
        </a:p>
      </dgm:t>
    </dgm:pt>
    <dgm:pt modelId="{C3DD2559-ACFE-4D41-A77A-2D8168F18BB3}" type="sibTrans" cxnId="{6D7E5E6C-828C-4757-82C8-83185E2D01B8}">
      <dgm:prSet/>
      <dgm:spPr/>
      <dgm:t>
        <a:bodyPr/>
        <a:lstStyle/>
        <a:p>
          <a:endParaRPr lang="pt-BR"/>
        </a:p>
      </dgm:t>
    </dgm:pt>
    <dgm:pt modelId="{0FAECDC9-CBB8-4889-A3D4-7B4DB9187EBA}">
      <dgm:prSet/>
      <dgm:spPr/>
      <dgm:t>
        <a:bodyPr/>
        <a:lstStyle/>
        <a:p>
          <a:r>
            <a:rPr lang="pt-BR" u="none" dirty="0"/>
            <a:t>UA01 - Business </a:t>
          </a:r>
          <a:r>
            <a:rPr lang="pt-BR" u="none" dirty="0" err="1"/>
            <a:t>Intelligence</a:t>
          </a:r>
          <a:r>
            <a:rPr lang="pt-BR" u="none" dirty="0"/>
            <a:t> (BI) - Código: 19903</a:t>
          </a:r>
          <a:r>
            <a:rPr lang="pt-BR" dirty="0"/>
            <a:t>	</a:t>
          </a:r>
        </a:p>
      </dgm:t>
    </dgm:pt>
    <dgm:pt modelId="{3679CC99-6659-4E95-BA1D-0D53D1BB4BCF}" type="parTrans" cxnId="{CBC04AA9-BB14-4394-895B-E3748DCB44A6}">
      <dgm:prSet/>
      <dgm:spPr/>
      <dgm:t>
        <a:bodyPr/>
        <a:lstStyle/>
        <a:p>
          <a:endParaRPr lang="pt-BR"/>
        </a:p>
      </dgm:t>
    </dgm:pt>
    <dgm:pt modelId="{ACC63048-B65C-47E2-A083-1C83A18F05A9}" type="sibTrans" cxnId="{CBC04AA9-BB14-4394-895B-E3748DCB44A6}">
      <dgm:prSet/>
      <dgm:spPr/>
      <dgm:t>
        <a:bodyPr/>
        <a:lstStyle/>
        <a:p>
          <a:endParaRPr lang="pt-BR"/>
        </a:p>
      </dgm:t>
    </dgm:pt>
    <dgm:pt modelId="{9EF69E1F-A5BA-46D8-818E-53FD0BBC3846}">
      <dgm:prSet/>
      <dgm:spPr/>
      <dgm:t>
        <a:bodyPr/>
        <a:lstStyle/>
        <a:p>
          <a:r>
            <a:rPr lang="pt-BR" u="none" dirty="0"/>
            <a:t>UA02 - Banco de Dados, </a:t>
          </a:r>
          <a:r>
            <a:rPr lang="pt-BR" u="none" dirty="0" err="1"/>
            <a:t>Datawarehouse</a:t>
          </a:r>
          <a:r>
            <a:rPr lang="pt-BR" u="none" dirty="0"/>
            <a:t> e Business </a:t>
          </a:r>
          <a:r>
            <a:rPr lang="pt-BR" u="none" dirty="0" err="1"/>
            <a:t>Intelligence</a:t>
          </a:r>
          <a:r>
            <a:rPr lang="pt-BR" u="none" dirty="0"/>
            <a:t> - Código: 14713</a:t>
          </a:r>
          <a:r>
            <a:rPr lang="pt-BR" dirty="0"/>
            <a:t>	</a:t>
          </a:r>
        </a:p>
      </dgm:t>
    </dgm:pt>
    <dgm:pt modelId="{B7A86DCF-CEEB-492B-8218-EEF7275712D7}" type="parTrans" cxnId="{DCB38335-5CF0-4628-AACE-A92782CED738}">
      <dgm:prSet/>
      <dgm:spPr/>
      <dgm:t>
        <a:bodyPr/>
        <a:lstStyle/>
        <a:p>
          <a:endParaRPr lang="pt-BR"/>
        </a:p>
      </dgm:t>
    </dgm:pt>
    <dgm:pt modelId="{2FE4B70E-7BD6-4FD5-A8AC-C9D5732A465F}" type="sibTrans" cxnId="{DCB38335-5CF0-4628-AACE-A92782CED738}">
      <dgm:prSet/>
      <dgm:spPr/>
      <dgm:t>
        <a:bodyPr/>
        <a:lstStyle/>
        <a:p>
          <a:endParaRPr lang="pt-BR"/>
        </a:p>
      </dgm:t>
    </dgm:pt>
    <dgm:pt modelId="{C257803D-7678-48A9-952C-ED9BA9EE4169}">
      <dgm:prSet/>
      <dgm:spPr/>
      <dgm:t>
        <a:bodyPr/>
        <a:lstStyle/>
        <a:p>
          <a:r>
            <a:rPr lang="pt-BR" u="none" dirty="0"/>
            <a:t>UA03 - Ferramentas de Business </a:t>
          </a:r>
          <a:r>
            <a:rPr lang="pt-BR" u="none" dirty="0" err="1"/>
            <a:t>Intelligence</a:t>
          </a:r>
          <a:r>
            <a:rPr lang="pt-BR" u="none" dirty="0"/>
            <a:t> e sistemas de apoio à decisão - Código: 35472</a:t>
          </a:r>
          <a:r>
            <a:rPr lang="pt-BR" dirty="0"/>
            <a:t>	</a:t>
          </a:r>
        </a:p>
      </dgm:t>
    </dgm:pt>
    <dgm:pt modelId="{44A5C9DC-EBC1-452E-ADD9-D9BEF19DCDB4}" type="parTrans" cxnId="{18913E0B-36AB-4CAC-8FC7-D33069D7DA5C}">
      <dgm:prSet/>
      <dgm:spPr/>
      <dgm:t>
        <a:bodyPr/>
        <a:lstStyle/>
        <a:p>
          <a:endParaRPr lang="pt-BR"/>
        </a:p>
      </dgm:t>
    </dgm:pt>
    <dgm:pt modelId="{F603D5E0-A2CF-4A2A-8A46-283298D10CBC}" type="sibTrans" cxnId="{18913E0B-36AB-4CAC-8FC7-D33069D7DA5C}">
      <dgm:prSet/>
      <dgm:spPr/>
      <dgm:t>
        <a:bodyPr/>
        <a:lstStyle/>
        <a:p>
          <a:endParaRPr lang="pt-BR"/>
        </a:p>
      </dgm:t>
    </dgm:pt>
    <dgm:pt modelId="{35AECED6-D5EE-4BA7-84A7-95D74C4D0D5C}">
      <dgm:prSet/>
      <dgm:spPr/>
      <dgm:t>
        <a:bodyPr/>
        <a:lstStyle/>
        <a:p>
          <a:r>
            <a:rPr lang="pt-BR" u="none" dirty="0"/>
            <a:t>UA04 - Ferramentas de KDD - Código: 41424</a:t>
          </a:r>
          <a:endParaRPr lang="pt-BR" dirty="0"/>
        </a:p>
      </dgm:t>
    </dgm:pt>
    <dgm:pt modelId="{C210E3D8-E2D9-4155-A776-407A01ADADCE}" type="parTrans" cxnId="{EDB33AB6-39B0-471E-BD49-602DEB729831}">
      <dgm:prSet/>
      <dgm:spPr/>
      <dgm:t>
        <a:bodyPr/>
        <a:lstStyle/>
        <a:p>
          <a:endParaRPr lang="pt-BR"/>
        </a:p>
      </dgm:t>
    </dgm:pt>
    <dgm:pt modelId="{7709DB17-D765-41EE-8FFD-DC9F02377D86}" type="sibTrans" cxnId="{EDB33AB6-39B0-471E-BD49-602DEB729831}">
      <dgm:prSet/>
      <dgm:spPr/>
      <dgm:t>
        <a:bodyPr/>
        <a:lstStyle/>
        <a:p>
          <a:endParaRPr lang="pt-BR"/>
        </a:p>
      </dgm:t>
    </dgm:pt>
    <dgm:pt modelId="{A55BA91D-AF74-4A3E-8A0A-BE27CA01EF8E}" type="pres">
      <dgm:prSet presAssocID="{55969DC0-2881-467C-B6D8-4DC12D7BE686}" presName="linear" presStyleCnt="0">
        <dgm:presLayoutVars>
          <dgm:dir/>
          <dgm:animLvl val="lvl"/>
          <dgm:resizeHandles val="exact"/>
        </dgm:presLayoutVars>
      </dgm:prSet>
      <dgm:spPr/>
    </dgm:pt>
    <dgm:pt modelId="{7FDE1489-F82B-422F-AAA2-C1D233D99846}" type="pres">
      <dgm:prSet presAssocID="{FE4D4559-42AE-49BA-8604-4C5C55434E9D}" presName="parentLin" presStyleCnt="0"/>
      <dgm:spPr/>
    </dgm:pt>
    <dgm:pt modelId="{BE16A6D6-8FA0-4F09-8336-B3C006DF2041}" type="pres">
      <dgm:prSet presAssocID="{FE4D4559-42AE-49BA-8604-4C5C55434E9D}" presName="parentLeftMargin" presStyleLbl="node1" presStyleIdx="0" presStyleCnt="2"/>
      <dgm:spPr/>
    </dgm:pt>
    <dgm:pt modelId="{30C84674-8782-4053-A0FE-3FA9D9E9CA80}" type="pres">
      <dgm:prSet presAssocID="{FE4D4559-42AE-49BA-8604-4C5C55434E9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856C1B-1BF8-4615-9635-AD526FBE6747}" type="pres">
      <dgm:prSet presAssocID="{FE4D4559-42AE-49BA-8604-4C5C55434E9D}" presName="negativeSpace" presStyleCnt="0"/>
      <dgm:spPr/>
    </dgm:pt>
    <dgm:pt modelId="{B2F3E913-60CE-4329-A56A-E080B85FFFFB}" type="pres">
      <dgm:prSet presAssocID="{FE4D4559-42AE-49BA-8604-4C5C55434E9D}" presName="childText" presStyleLbl="conFgAcc1" presStyleIdx="0" presStyleCnt="2">
        <dgm:presLayoutVars>
          <dgm:bulletEnabled val="1"/>
        </dgm:presLayoutVars>
      </dgm:prSet>
      <dgm:spPr/>
    </dgm:pt>
    <dgm:pt modelId="{8B021C1D-D543-4570-9341-CC1DE3FC200B}" type="pres">
      <dgm:prSet presAssocID="{AC1E474B-32F3-4DF1-A67C-30A4F4DB0319}" presName="spaceBetweenRectangles" presStyleCnt="0"/>
      <dgm:spPr/>
    </dgm:pt>
    <dgm:pt modelId="{7C5DB9ED-ED4F-45B6-B570-C16684318DCA}" type="pres">
      <dgm:prSet presAssocID="{BF2A6656-53A9-4E45-9F54-B5159DA85B99}" presName="parentLin" presStyleCnt="0"/>
      <dgm:spPr/>
    </dgm:pt>
    <dgm:pt modelId="{ED5A10E1-DDB8-45CB-BC10-E5F4EA7FB6CB}" type="pres">
      <dgm:prSet presAssocID="{BF2A6656-53A9-4E45-9F54-B5159DA85B99}" presName="parentLeftMargin" presStyleLbl="node1" presStyleIdx="0" presStyleCnt="2"/>
      <dgm:spPr/>
    </dgm:pt>
    <dgm:pt modelId="{651EAF6A-BD44-4106-B67A-BD27DF6A5F08}" type="pres">
      <dgm:prSet presAssocID="{BF2A6656-53A9-4E45-9F54-B5159DA85B9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B43D27E-1B1C-4720-9648-46D658D0CAE7}" type="pres">
      <dgm:prSet presAssocID="{BF2A6656-53A9-4E45-9F54-B5159DA85B99}" presName="negativeSpace" presStyleCnt="0"/>
      <dgm:spPr/>
    </dgm:pt>
    <dgm:pt modelId="{F19856E2-0B45-4814-8E2A-2FE76D02A899}" type="pres">
      <dgm:prSet presAssocID="{BF2A6656-53A9-4E45-9F54-B5159DA85B9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7856102-7E44-4DE6-A199-0EE26560BBE5}" type="presOf" srcId="{2897AD0C-BFF8-4F20-ACB7-BCBDACB189F9}" destId="{B2F3E913-60CE-4329-A56A-E080B85FFFFB}" srcOrd="0" destOrd="2" presId="urn:microsoft.com/office/officeart/2005/8/layout/list1"/>
    <dgm:cxn modelId="{18913E0B-36AB-4CAC-8FC7-D33069D7DA5C}" srcId="{BF2A6656-53A9-4E45-9F54-B5159DA85B99}" destId="{C257803D-7678-48A9-952C-ED9BA9EE4169}" srcOrd="8" destOrd="0" parTransId="{44A5C9DC-EBC1-452E-ADD9-D9BEF19DCDB4}" sibTransId="{F603D5E0-A2CF-4A2A-8A46-283298D10CBC}"/>
    <dgm:cxn modelId="{71006D1A-02BA-4236-8134-F1BA8F241349}" type="presOf" srcId="{35AECED6-D5EE-4BA7-84A7-95D74C4D0D5C}" destId="{F19856E2-0B45-4814-8E2A-2FE76D02A899}" srcOrd="0" destOrd="9" presId="urn:microsoft.com/office/officeart/2005/8/layout/list1"/>
    <dgm:cxn modelId="{0A76EE1B-9A9D-4A94-920B-DC6356043153}" type="presOf" srcId="{55969DC0-2881-467C-B6D8-4DC12D7BE686}" destId="{A55BA91D-AF74-4A3E-8A0A-BE27CA01EF8E}" srcOrd="0" destOrd="0" presId="urn:microsoft.com/office/officeart/2005/8/layout/list1"/>
    <dgm:cxn modelId="{146AB521-9D1B-4AA3-864F-99C6D6082403}" type="presOf" srcId="{D0838666-6365-4062-B180-F16204CBDB8B}" destId="{B2F3E913-60CE-4329-A56A-E080B85FFFFB}" srcOrd="0" destOrd="1" presId="urn:microsoft.com/office/officeart/2005/8/layout/list1"/>
    <dgm:cxn modelId="{180FC02B-F4DD-4C24-AFE0-C047AB0854F1}" type="presOf" srcId="{A057B6F2-1F16-4698-9E4A-C5A56786C108}" destId="{F19856E2-0B45-4814-8E2A-2FE76D02A899}" srcOrd="0" destOrd="2" presId="urn:microsoft.com/office/officeart/2005/8/layout/list1"/>
    <dgm:cxn modelId="{DCB38335-5CF0-4628-AACE-A92782CED738}" srcId="{BF2A6656-53A9-4E45-9F54-B5159DA85B99}" destId="{9EF69E1F-A5BA-46D8-818E-53FD0BBC3846}" srcOrd="7" destOrd="0" parTransId="{B7A86DCF-CEEB-492B-8218-EEF7275712D7}" sibTransId="{2FE4B70E-7BD6-4FD5-A8AC-C9D5732A465F}"/>
    <dgm:cxn modelId="{8FE50236-319A-4938-82D8-D803A906D457}" srcId="{FE4D4559-42AE-49BA-8604-4C5C55434E9D}" destId="{2897AD0C-BFF8-4F20-ACB7-BCBDACB189F9}" srcOrd="2" destOrd="0" parTransId="{48E0EC41-BCAB-493D-A4A5-CF0A93E56D2C}" sibTransId="{240E5268-A95B-4DDF-8AEA-982E2A23AE59}"/>
    <dgm:cxn modelId="{3EEEF944-A556-49A4-A6DE-DFC94D8A3421}" type="presOf" srcId="{763B8615-6AFE-414D-9D28-F9C680F73ACF}" destId="{B2F3E913-60CE-4329-A56A-E080B85FFFFB}" srcOrd="0" destOrd="0" presId="urn:microsoft.com/office/officeart/2005/8/layout/list1"/>
    <dgm:cxn modelId="{6D7E5E6C-828C-4757-82C8-83185E2D01B8}" srcId="{BF2A6656-53A9-4E45-9F54-B5159DA85B99}" destId="{A6D09041-185D-4C99-85EC-6AB7B7D33809}" srcOrd="5" destOrd="0" parTransId="{50C774F6-167F-41A9-AD8F-01A920765AB5}" sibTransId="{C3DD2559-ACFE-4D41-A77A-2D8168F18BB3}"/>
    <dgm:cxn modelId="{F46FAB52-7BFA-4C91-9C3C-CF26FDEDE2DC}" type="presOf" srcId="{09DD0ED6-9BA6-4F2D-B6F9-F4CA92A30492}" destId="{F19856E2-0B45-4814-8E2A-2FE76D02A899}" srcOrd="0" destOrd="1" presId="urn:microsoft.com/office/officeart/2005/8/layout/list1"/>
    <dgm:cxn modelId="{A7E7DE72-4E26-4585-B91A-392D528EBDB0}" type="presOf" srcId="{BF2A6656-53A9-4E45-9F54-B5159DA85B99}" destId="{ED5A10E1-DDB8-45CB-BC10-E5F4EA7FB6CB}" srcOrd="0" destOrd="0" presId="urn:microsoft.com/office/officeart/2005/8/layout/list1"/>
    <dgm:cxn modelId="{97E95F73-16A6-4ADC-8BF5-8D9C5316F7E3}" type="presOf" srcId="{EA619002-0EE0-4B38-A1D4-A8BB379E8B8B}" destId="{F19856E2-0B45-4814-8E2A-2FE76D02A899}" srcOrd="0" destOrd="0" presId="urn:microsoft.com/office/officeart/2005/8/layout/list1"/>
    <dgm:cxn modelId="{B6705D75-33FB-4741-A959-56608352E6DC}" srcId="{55969DC0-2881-467C-B6D8-4DC12D7BE686}" destId="{FE4D4559-42AE-49BA-8604-4C5C55434E9D}" srcOrd="0" destOrd="0" parTransId="{CAAE76EF-515C-42A1-B720-03FC2D4ACD56}" sibTransId="{AC1E474B-32F3-4DF1-A67C-30A4F4DB0319}"/>
    <dgm:cxn modelId="{B2209B7F-61B9-4AA2-9C20-39E34F033A3B}" srcId="{FE4D4559-42AE-49BA-8604-4C5C55434E9D}" destId="{763B8615-6AFE-414D-9D28-F9C680F73ACF}" srcOrd="0" destOrd="0" parTransId="{99B453E2-B124-4521-BB62-BA4C883E4FCD}" sibTransId="{3225B12B-D851-4878-A42E-C416EA385EA0}"/>
    <dgm:cxn modelId="{EAA90885-6350-4777-8069-AD6F83F068EF}" srcId="{FE4D4559-42AE-49BA-8604-4C5C55434E9D}" destId="{8782453E-DC1B-40A4-8B19-7BB8523EEADF}" srcOrd="3" destOrd="0" parTransId="{0FAD17E5-ED6A-44DF-A591-F72164EE10DF}" sibTransId="{00A68033-FEED-48DB-AD5A-986DE734D5D2}"/>
    <dgm:cxn modelId="{6310F385-22D0-4A66-8DF4-E08ED243D0CF}" type="presOf" srcId="{C257803D-7678-48A9-952C-ED9BA9EE4169}" destId="{F19856E2-0B45-4814-8E2A-2FE76D02A899}" srcOrd="0" destOrd="8" presId="urn:microsoft.com/office/officeart/2005/8/layout/list1"/>
    <dgm:cxn modelId="{E7BC9086-D005-475F-964F-D8C8F4720B2E}" type="presOf" srcId="{9EF69E1F-A5BA-46D8-818E-53FD0BBC3846}" destId="{F19856E2-0B45-4814-8E2A-2FE76D02A899}" srcOrd="0" destOrd="7" presId="urn:microsoft.com/office/officeart/2005/8/layout/list1"/>
    <dgm:cxn modelId="{2AB53F90-5A1F-4005-A4C3-E60E2F9111C8}" srcId="{BF2A6656-53A9-4E45-9F54-B5159DA85B99}" destId="{EA619002-0EE0-4B38-A1D4-A8BB379E8B8B}" srcOrd="0" destOrd="0" parTransId="{2D313EED-4F4D-46F5-BCB3-A91FE191792D}" sibTransId="{BC98ACC5-6D72-49B6-A9E9-7EC90D294082}"/>
    <dgm:cxn modelId="{ABDE8692-F5D1-48A9-AE38-9EDD9BEBF933}" type="presOf" srcId="{BF2A6656-53A9-4E45-9F54-B5159DA85B99}" destId="{651EAF6A-BD44-4106-B67A-BD27DF6A5F08}" srcOrd="1" destOrd="0" presId="urn:microsoft.com/office/officeart/2005/8/layout/list1"/>
    <dgm:cxn modelId="{F059E597-1B69-4408-8741-4E02534560BB}" type="presOf" srcId="{FE4D4559-42AE-49BA-8604-4C5C55434E9D}" destId="{30C84674-8782-4053-A0FE-3FA9D9E9CA80}" srcOrd="1" destOrd="0" presId="urn:microsoft.com/office/officeart/2005/8/layout/list1"/>
    <dgm:cxn modelId="{CBC04AA9-BB14-4394-895B-E3748DCB44A6}" srcId="{BF2A6656-53A9-4E45-9F54-B5159DA85B99}" destId="{0FAECDC9-CBB8-4889-A3D4-7B4DB9187EBA}" srcOrd="6" destOrd="0" parTransId="{3679CC99-6659-4E95-BA1D-0D53D1BB4BCF}" sibTransId="{ACC63048-B65C-47E2-A083-1C83A18F05A9}"/>
    <dgm:cxn modelId="{A13641AA-321C-422D-B4F5-4D15C34CBADB}" srcId="{BF2A6656-53A9-4E45-9F54-B5159DA85B99}" destId="{10A62524-8691-41D0-9EE9-312DEEC6BF44}" srcOrd="4" destOrd="0" parTransId="{5B59BCDE-4A84-4590-9F16-98454ED1DED1}" sibTransId="{524CC8CC-4C00-4027-85FA-1867A4E1BE53}"/>
    <dgm:cxn modelId="{5187ABAC-7411-415D-AA2F-9DB5B1397E1E}" srcId="{BF2A6656-53A9-4E45-9F54-B5159DA85B99}" destId="{A057B6F2-1F16-4698-9E4A-C5A56786C108}" srcOrd="2" destOrd="0" parTransId="{0F05E9D3-75AB-4F06-87E1-90A96C187AC4}" sibTransId="{93706D7D-CD89-4F44-8FC7-660E011E734F}"/>
    <dgm:cxn modelId="{ABD4D5AF-B661-4DF3-BE7F-041439BFB1C3}" type="presOf" srcId="{10A62524-8691-41D0-9EE9-312DEEC6BF44}" destId="{F19856E2-0B45-4814-8E2A-2FE76D02A899}" srcOrd="0" destOrd="4" presId="urn:microsoft.com/office/officeart/2005/8/layout/list1"/>
    <dgm:cxn modelId="{D9FA0CB3-48A5-46FD-8194-EC32236D880F}" srcId="{FE4D4559-42AE-49BA-8604-4C5C55434E9D}" destId="{D0838666-6365-4062-B180-F16204CBDB8B}" srcOrd="1" destOrd="0" parTransId="{5396F949-A16D-4CC5-90C4-AA374C2DD872}" sibTransId="{313AA277-B2B1-4802-8E02-8D983275472C}"/>
    <dgm:cxn modelId="{EDB33AB6-39B0-471E-BD49-602DEB729831}" srcId="{BF2A6656-53A9-4E45-9F54-B5159DA85B99}" destId="{35AECED6-D5EE-4BA7-84A7-95D74C4D0D5C}" srcOrd="9" destOrd="0" parTransId="{C210E3D8-E2D9-4155-A776-407A01ADADCE}" sibTransId="{7709DB17-D765-41EE-8FFD-DC9F02377D86}"/>
    <dgm:cxn modelId="{26DA1CB8-3656-4A7A-B40C-C94DBC9A20C6}" type="presOf" srcId="{FE4D4559-42AE-49BA-8604-4C5C55434E9D}" destId="{BE16A6D6-8FA0-4F09-8336-B3C006DF2041}" srcOrd="0" destOrd="0" presId="urn:microsoft.com/office/officeart/2005/8/layout/list1"/>
    <dgm:cxn modelId="{DD4929C5-4775-4D76-9703-E66DC447F707}" type="presOf" srcId="{0FAECDC9-CBB8-4889-A3D4-7B4DB9187EBA}" destId="{F19856E2-0B45-4814-8E2A-2FE76D02A899}" srcOrd="0" destOrd="6" presId="urn:microsoft.com/office/officeart/2005/8/layout/list1"/>
    <dgm:cxn modelId="{52692DC9-BA2E-4D21-8188-5421A54A70BB}" srcId="{55969DC0-2881-467C-B6D8-4DC12D7BE686}" destId="{BF2A6656-53A9-4E45-9F54-B5159DA85B99}" srcOrd="1" destOrd="0" parTransId="{2ED7B577-657C-4D33-AC2E-80D4C26B830C}" sibTransId="{1E2201ED-8C50-4CCB-970F-D5D9EEB9AEA5}"/>
    <dgm:cxn modelId="{391468D2-D87E-4629-9D9E-A0346654211F}" srcId="{BF2A6656-53A9-4E45-9F54-B5159DA85B99}" destId="{B3345B17-CABF-464F-82A8-55EB5CC8FDEC}" srcOrd="3" destOrd="0" parTransId="{385F4371-2A34-4B10-9287-C4798071C2FC}" sibTransId="{532831E3-A42F-4598-8CDD-C4674547EAAE}"/>
    <dgm:cxn modelId="{7FD69AD9-641A-494F-B14E-5977D8AE5FBD}" type="presOf" srcId="{A6D09041-185D-4C99-85EC-6AB7B7D33809}" destId="{F19856E2-0B45-4814-8E2A-2FE76D02A899}" srcOrd="0" destOrd="5" presId="urn:microsoft.com/office/officeart/2005/8/layout/list1"/>
    <dgm:cxn modelId="{033812E2-7A4A-4754-827F-CAAA02D2F686}" type="presOf" srcId="{8782453E-DC1B-40A4-8B19-7BB8523EEADF}" destId="{B2F3E913-60CE-4329-A56A-E080B85FFFFB}" srcOrd="0" destOrd="3" presId="urn:microsoft.com/office/officeart/2005/8/layout/list1"/>
    <dgm:cxn modelId="{84F44FE6-D1F3-4C40-9DBD-58373886DBBB}" srcId="{BF2A6656-53A9-4E45-9F54-B5159DA85B99}" destId="{09DD0ED6-9BA6-4F2D-B6F9-F4CA92A30492}" srcOrd="1" destOrd="0" parTransId="{0623013A-CEAE-4647-9BA3-5D04AC2B7837}" sibTransId="{1DD4AB6D-3AFE-48CE-ADFE-05DD34429F5E}"/>
    <dgm:cxn modelId="{B54604FD-8622-4F9E-8388-6E83D3E2C66C}" type="presOf" srcId="{B3345B17-CABF-464F-82A8-55EB5CC8FDEC}" destId="{F19856E2-0B45-4814-8E2A-2FE76D02A899}" srcOrd="0" destOrd="3" presId="urn:microsoft.com/office/officeart/2005/8/layout/list1"/>
    <dgm:cxn modelId="{30154633-1C2C-4A80-A654-00D0C47FF961}" type="presParOf" srcId="{A55BA91D-AF74-4A3E-8A0A-BE27CA01EF8E}" destId="{7FDE1489-F82B-422F-AAA2-C1D233D99846}" srcOrd="0" destOrd="0" presId="urn:microsoft.com/office/officeart/2005/8/layout/list1"/>
    <dgm:cxn modelId="{084DC765-1E1E-45E4-B89D-6DC2CE6CED3D}" type="presParOf" srcId="{7FDE1489-F82B-422F-AAA2-C1D233D99846}" destId="{BE16A6D6-8FA0-4F09-8336-B3C006DF2041}" srcOrd="0" destOrd="0" presId="urn:microsoft.com/office/officeart/2005/8/layout/list1"/>
    <dgm:cxn modelId="{14D141D9-4BE9-4012-8755-5548188FF424}" type="presParOf" srcId="{7FDE1489-F82B-422F-AAA2-C1D233D99846}" destId="{30C84674-8782-4053-A0FE-3FA9D9E9CA80}" srcOrd="1" destOrd="0" presId="urn:microsoft.com/office/officeart/2005/8/layout/list1"/>
    <dgm:cxn modelId="{21B01D5E-6A8D-4999-AE23-47DE6D5E4D9D}" type="presParOf" srcId="{A55BA91D-AF74-4A3E-8A0A-BE27CA01EF8E}" destId="{88856C1B-1BF8-4615-9635-AD526FBE6747}" srcOrd="1" destOrd="0" presId="urn:microsoft.com/office/officeart/2005/8/layout/list1"/>
    <dgm:cxn modelId="{809FEB68-870E-4E29-8EAA-12CB880A89B6}" type="presParOf" srcId="{A55BA91D-AF74-4A3E-8A0A-BE27CA01EF8E}" destId="{B2F3E913-60CE-4329-A56A-E080B85FFFFB}" srcOrd="2" destOrd="0" presId="urn:microsoft.com/office/officeart/2005/8/layout/list1"/>
    <dgm:cxn modelId="{284D558A-DECA-4520-9DA7-5AE5A4FD49E7}" type="presParOf" srcId="{A55BA91D-AF74-4A3E-8A0A-BE27CA01EF8E}" destId="{8B021C1D-D543-4570-9341-CC1DE3FC200B}" srcOrd="3" destOrd="0" presId="urn:microsoft.com/office/officeart/2005/8/layout/list1"/>
    <dgm:cxn modelId="{FBA43A43-D6D6-406C-92F5-0514FBC65A29}" type="presParOf" srcId="{A55BA91D-AF74-4A3E-8A0A-BE27CA01EF8E}" destId="{7C5DB9ED-ED4F-45B6-B570-C16684318DCA}" srcOrd="4" destOrd="0" presId="urn:microsoft.com/office/officeart/2005/8/layout/list1"/>
    <dgm:cxn modelId="{880DC25E-6A84-48AC-83C8-90933ADDEEBF}" type="presParOf" srcId="{7C5DB9ED-ED4F-45B6-B570-C16684318DCA}" destId="{ED5A10E1-DDB8-45CB-BC10-E5F4EA7FB6CB}" srcOrd="0" destOrd="0" presId="urn:microsoft.com/office/officeart/2005/8/layout/list1"/>
    <dgm:cxn modelId="{9943790C-84B5-4256-B810-8DAC6BECBE98}" type="presParOf" srcId="{7C5DB9ED-ED4F-45B6-B570-C16684318DCA}" destId="{651EAF6A-BD44-4106-B67A-BD27DF6A5F08}" srcOrd="1" destOrd="0" presId="urn:microsoft.com/office/officeart/2005/8/layout/list1"/>
    <dgm:cxn modelId="{6A2F593C-7A41-4FF4-BE9D-495F76CC8DB7}" type="presParOf" srcId="{A55BA91D-AF74-4A3E-8A0A-BE27CA01EF8E}" destId="{BB43D27E-1B1C-4720-9648-46D658D0CAE7}" srcOrd="5" destOrd="0" presId="urn:microsoft.com/office/officeart/2005/8/layout/list1"/>
    <dgm:cxn modelId="{DEAFDD85-8B29-4982-A839-BD97FD2B2FC9}" type="presParOf" srcId="{A55BA91D-AF74-4A3E-8A0A-BE27CA01EF8E}" destId="{F19856E2-0B45-4814-8E2A-2FE76D02A89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E907EF8-AB5C-4431-9CB9-9C3A54579F1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9DEA04-A03E-4018-9CC8-725FE62D163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/>
            <a:t>Coleta de Dados;</a:t>
          </a:r>
          <a:endParaRPr lang="en-US"/>
        </a:p>
      </dgm:t>
    </dgm:pt>
    <dgm:pt modelId="{567F3902-3BE2-41E4-B243-4B18A21C8A98}" type="parTrans" cxnId="{FD2C5E5F-4181-49B3-B01B-4A7C52B9A536}">
      <dgm:prSet/>
      <dgm:spPr/>
      <dgm:t>
        <a:bodyPr/>
        <a:lstStyle/>
        <a:p>
          <a:endParaRPr lang="en-US"/>
        </a:p>
      </dgm:t>
    </dgm:pt>
    <dgm:pt modelId="{90017941-15CB-4192-84BD-345E63E68D5D}" type="sibTrans" cxnId="{FD2C5E5F-4181-49B3-B01B-4A7C52B9A536}">
      <dgm:prSet/>
      <dgm:spPr/>
      <dgm:t>
        <a:bodyPr/>
        <a:lstStyle/>
        <a:p>
          <a:endParaRPr lang="en-US"/>
        </a:p>
      </dgm:t>
    </dgm:pt>
    <dgm:pt modelId="{56D3C47E-2690-4EC8-8921-DBA1FDE0CBE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/>
            <a:t>Transformação de Dados;</a:t>
          </a:r>
          <a:endParaRPr lang="en-US"/>
        </a:p>
      </dgm:t>
    </dgm:pt>
    <dgm:pt modelId="{DF9925B0-D42B-4E77-80E1-ED6062E00E35}" type="parTrans" cxnId="{CC27243C-8BFC-40F6-BCEE-CE8D9FDAE1F0}">
      <dgm:prSet/>
      <dgm:spPr/>
      <dgm:t>
        <a:bodyPr/>
        <a:lstStyle/>
        <a:p>
          <a:endParaRPr lang="en-US"/>
        </a:p>
      </dgm:t>
    </dgm:pt>
    <dgm:pt modelId="{5F4B379C-9A4C-4A44-8505-8666BB791D13}" type="sibTrans" cxnId="{CC27243C-8BFC-40F6-BCEE-CE8D9FDAE1F0}">
      <dgm:prSet/>
      <dgm:spPr/>
      <dgm:t>
        <a:bodyPr/>
        <a:lstStyle/>
        <a:p>
          <a:endParaRPr lang="en-US"/>
        </a:p>
      </dgm:t>
    </dgm:pt>
    <dgm:pt modelId="{6CD32EBA-BA5F-421C-9660-F45E2BC7B04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/>
            <a:t>Armazenamento de Dados;</a:t>
          </a:r>
          <a:endParaRPr lang="en-US"/>
        </a:p>
      </dgm:t>
    </dgm:pt>
    <dgm:pt modelId="{1DDCD45A-A983-4D0F-9A11-8D56E463D757}" type="parTrans" cxnId="{1C0ABBCA-B20A-4C0D-9525-7AA04297C2CD}">
      <dgm:prSet/>
      <dgm:spPr/>
      <dgm:t>
        <a:bodyPr/>
        <a:lstStyle/>
        <a:p>
          <a:endParaRPr lang="en-US"/>
        </a:p>
      </dgm:t>
    </dgm:pt>
    <dgm:pt modelId="{5438406A-6237-4BA1-BBD7-DEF73E0B4304}" type="sibTrans" cxnId="{1C0ABBCA-B20A-4C0D-9525-7AA04297C2CD}">
      <dgm:prSet/>
      <dgm:spPr/>
      <dgm:t>
        <a:bodyPr/>
        <a:lstStyle/>
        <a:p>
          <a:endParaRPr lang="en-US"/>
        </a:p>
      </dgm:t>
    </dgm:pt>
    <dgm:pt modelId="{210552F8-7CE1-4318-B2CE-DDB58F26DF4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/>
            <a:t>Análise de Dados;</a:t>
          </a:r>
          <a:endParaRPr lang="en-US"/>
        </a:p>
      </dgm:t>
    </dgm:pt>
    <dgm:pt modelId="{C201D341-B96D-44FC-8773-C9AEA03EC847}" type="parTrans" cxnId="{7E7B0266-CD31-4C77-B466-4EBF5229E661}">
      <dgm:prSet/>
      <dgm:spPr/>
      <dgm:t>
        <a:bodyPr/>
        <a:lstStyle/>
        <a:p>
          <a:endParaRPr lang="en-US"/>
        </a:p>
      </dgm:t>
    </dgm:pt>
    <dgm:pt modelId="{FE41D10E-A93C-4218-82F0-EF1A72C80FD4}" type="sibTrans" cxnId="{7E7B0266-CD31-4C77-B466-4EBF5229E661}">
      <dgm:prSet/>
      <dgm:spPr/>
      <dgm:t>
        <a:bodyPr/>
        <a:lstStyle/>
        <a:p>
          <a:endParaRPr lang="en-US"/>
        </a:p>
      </dgm:t>
    </dgm:pt>
    <dgm:pt modelId="{CBAF27C2-C38C-4A10-BEEE-FCEB0ACFA47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/>
            <a:t>Visualização de Dados;</a:t>
          </a:r>
          <a:endParaRPr lang="en-US"/>
        </a:p>
      </dgm:t>
    </dgm:pt>
    <dgm:pt modelId="{F3D4AE1E-12E7-42FF-973C-727CDA617DE4}" type="parTrans" cxnId="{AAA8F9CC-E5F1-4E3C-9662-CC17527CA0DD}">
      <dgm:prSet/>
      <dgm:spPr/>
      <dgm:t>
        <a:bodyPr/>
        <a:lstStyle/>
        <a:p>
          <a:endParaRPr lang="en-US"/>
        </a:p>
      </dgm:t>
    </dgm:pt>
    <dgm:pt modelId="{E2FA100D-FC23-4077-86AD-CF98295699E6}" type="sibTrans" cxnId="{AAA8F9CC-E5F1-4E3C-9662-CC17527CA0DD}">
      <dgm:prSet/>
      <dgm:spPr/>
      <dgm:t>
        <a:bodyPr/>
        <a:lstStyle/>
        <a:p>
          <a:endParaRPr lang="en-US"/>
        </a:p>
      </dgm:t>
    </dgm:pt>
    <dgm:pt modelId="{6D3CE9A2-5F22-4D0A-8A89-15842B238E5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/>
            <a:t>Geração de Insights;</a:t>
          </a:r>
          <a:endParaRPr lang="en-US"/>
        </a:p>
      </dgm:t>
    </dgm:pt>
    <dgm:pt modelId="{4F1DC87F-646E-4623-A0B6-EA006BBC0560}" type="parTrans" cxnId="{E10BED46-A36E-4359-A7B1-D134B11A71AA}">
      <dgm:prSet/>
      <dgm:spPr/>
      <dgm:t>
        <a:bodyPr/>
        <a:lstStyle/>
        <a:p>
          <a:endParaRPr lang="en-US"/>
        </a:p>
      </dgm:t>
    </dgm:pt>
    <dgm:pt modelId="{EEEAF508-F758-4317-A648-EA2155ECF807}" type="sibTrans" cxnId="{E10BED46-A36E-4359-A7B1-D134B11A71AA}">
      <dgm:prSet/>
      <dgm:spPr/>
      <dgm:t>
        <a:bodyPr/>
        <a:lstStyle/>
        <a:p>
          <a:endParaRPr lang="en-US"/>
        </a:p>
      </dgm:t>
    </dgm:pt>
    <dgm:pt modelId="{6C63BB3D-ACD1-44BB-BBAA-324BEAB7895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/>
            <a:t>Tomada de Decisões;</a:t>
          </a:r>
          <a:endParaRPr lang="en-US"/>
        </a:p>
      </dgm:t>
    </dgm:pt>
    <dgm:pt modelId="{788166A7-0782-48E6-8F5C-81134B1B4636}" type="parTrans" cxnId="{650159EC-69BF-48D4-AA09-CBAA258D84A3}">
      <dgm:prSet/>
      <dgm:spPr/>
      <dgm:t>
        <a:bodyPr/>
        <a:lstStyle/>
        <a:p>
          <a:endParaRPr lang="en-US"/>
        </a:p>
      </dgm:t>
    </dgm:pt>
    <dgm:pt modelId="{4C342B97-6C3F-4854-8ACE-3DECCC99463D}" type="sibTrans" cxnId="{650159EC-69BF-48D4-AA09-CBAA258D84A3}">
      <dgm:prSet/>
      <dgm:spPr/>
      <dgm:t>
        <a:bodyPr/>
        <a:lstStyle/>
        <a:p>
          <a:endParaRPr lang="en-US"/>
        </a:p>
      </dgm:t>
    </dgm:pt>
    <dgm:pt modelId="{97626757-0333-4F91-9347-EEB84A74917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 dirty="0"/>
            <a:t>Ciclo de Feedback.</a:t>
          </a:r>
          <a:endParaRPr lang="en-US" dirty="0"/>
        </a:p>
      </dgm:t>
    </dgm:pt>
    <dgm:pt modelId="{DB190380-4372-4625-912F-9C7A8B2BB49D}" type="parTrans" cxnId="{E17C7688-6F94-45B6-AFB5-1207DF9612FF}">
      <dgm:prSet/>
      <dgm:spPr/>
      <dgm:t>
        <a:bodyPr/>
        <a:lstStyle/>
        <a:p>
          <a:endParaRPr lang="en-US"/>
        </a:p>
      </dgm:t>
    </dgm:pt>
    <dgm:pt modelId="{E25653E7-4B6D-45FE-AF28-CA1CCA50000E}" type="sibTrans" cxnId="{E17C7688-6F94-45B6-AFB5-1207DF9612FF}">
      <dgm:prSet/>
      <dgm:spPr/>
      <dgm:t>
        <a:bodyPr/>
        <a:lstStyle/>
        <a:p>
          <a:endParaRPr lang="en-US"/>
        </a:p>
      </dgm:t>
    </dgm:pt>
    <dgm:pt modelId="{58373A6D-EE95-4B43-9C01-9FF6EC754CAC}" type="pres">
      <dgm:prSet presAssocID="{4E907EF8-AB5C-4431-9CB9-9C3A54579F13}" presName="root" presStyleCnt="0">
        <dgm:presLayoutVars>
          <dgm:dir/>
          <dgm:resizeHandles val="exact"/>
        </dgm:presLayoutVars>
      </dgm:prSet>
      <dgm:spPr/>
    </dgm:pt>
    <dgm:pt modelId="{3DDF10B9-73BB-4389-ACE9-C90685075412}" type="pres">
      <dgm:prSet presAssocID="{EC9DEA04-A03E-4018-9CC8-725FE62D1634}" presName="compNode" presStyleCnt="0"/>
      <dgm:spPr/>
    </dgm:pt>
    <dgm:pt modelId="{087017D6-07A3-43F5-BFEF-0C3B7644CB4E}" type="pres">
      <dgm:prSet presAssocID="{EC9DEA04-A03E-4018-9CC8-725FE62D1634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4CC8D270-D245-4589-8A6B-CF72AB906702}" type="pres">
      <dgm:prSet presAssocID="{EC9DEA04-A03E-4018-9CC8-725FE62D1634}" presName="spaceRect" presStyleCnt="0"/>
      <dgm:spPr/>
    </dgm:pt>
    <dgm:pt modelId="{472CD5C1-76B9-489B-9198-2C73AF0F6119}" type="pres">
      <dgm:prSet presAssocID="{EC9DEA04-A03E-4018-9CC8-725FE62D1634}" presName="textRect" presStyleLbl="revTx" presStyleIdx="0" presStyleCnt="8">
        <dgm:presLayoutVars>
          <dgm:chMax val="1"/>
          <dgm:chPref val="1"/>
        </dgm:presLayoutVars>
      </dgm:prSet>
      <dgm:spPr/>
    </dgm:pt>
    <dgm:pt modelId="{A4F0C87B-05AD-40B3-AE50-9EB0A321FB25}" type="pres">
      <dgm:prSet presAssocID="{90017941-15CB-4192-84BD-345E63E68D5D}" presName="sibTrans" presStyleCnt="0"/>
      <dgm:spPr/>
    </dgm:pt>
    <dgm:pt modelId="{3182BF5C-8A1A-4D20-A105-41E59F0B9CB6}" type="pres">
      <dgm:prSet presAssocID="{56D3C47E-2690-4EC8-8921-DBA1FDE0CBE3}" presName="compNode" presStyleCnt="0"/>
      <dgm:spPr/>
    </dgm:pt>
    <dgm:pt modelId="{6C049E02-78BB-4115-99E5-43ADDEBFED9D}" type="pres">
      <dgm:prSet presAssocID="{56D3C47E-2690-4EC8-8921-DBA1FDE0CBE3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621D65A1-0684-4629-A2B9-99E185AFFC5A}" type="pres">
      <dgm:prSet presAssocID="{56D3C47E-2690-4EC8-8921-DBA1FDE0CBE3}" presName="spaceRect" presStyleCnt="0"/>
      <dgm:spPr/>
    </dgm:pt>
    <dgm:pt modelId="{B10786EF-6BE8-4202-A467-1F967EAA2FF3}" type="pres">
      <dgm:prSet presAssocID="{56D3C47E-2690-4EC8-8921-DBA1FDE0CBE3}" presName="textRect" presStyleLbl="revTx" presStyleIdx="1" presStyleCnt="8">
        <dgm:presLayoutVars>
          <dgm:chMax val="1"/>
          <dgm:chPref val="1"/>
        </dgm:presLayoutVars>
      </dgm:prSet>
      <dgm:spPr/>
    </dgm:pt>
    <dgm:pt modelId="{27DB959A-E0DB-47C1-82F1-C94EEECF5292}" type="pres">
      <dgm:prSet presAssocID="{5F4B379C-9A4C-4A44-8505-8666BB791D13}" presName="sibTrans" presStyleCnt="0"/>
      <dgm:spPr/>
    </dgm:pt>
    <dgm:pt modelId="{B4B4CD2A-0527-4A35-AAC2-6C3611F14F09}" type="pres">
      <dgm:prSet presAssocID="{6CD32EBA-BA5F-421C-9660-F45E2BC7B041}" presName="compNode" presStyleCnt="0"/>
      <dgm:spPr/>
    </dgm:pt>
    <dgm:pt modelId="{3E6C6E5D-AC41-450C-AB49-8A466E068933}" type="pres">
      <dgm:prSet presAssocID="{6CD32EBA-BA5F-421C-9660-F45E2BC7B041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7F129B6E-A1CE-4A78-A0AB-D7B5C9C6CD03}" type="pres">
      <dgm:prSet presAssocID="{6CD32EBA-BA5F-421C-9660-F45E2BC7B041}" presName="spaceRect" presStyleCnt="0"/>
      <dgm:spPr/>
    </dgm:pt>
    <dgm:pt modelId="{CF0F595B-1BFA-45B0-9E68-E7ACF5886EF6}" type="pres">
      <dgm:prSet presAssocID="{6CD32EBA-BA5F-421C-9660-F45E2BC7B041}" presName="textRect" presStyleLbl="revTx" presStyleIdx="2" presStyleCnt="8">
        <dgm:presLayoutVars>
          <dgm:chMax val="1"/>
          <dgm:chPref val="1"/>
        </dgm:presLayoutVars>
      </dgm:prSet>
      <dgm:spPr/>
    </dgm:pt>
    <dgm:pt modelId="{E68A2450-AF23-4CC5-9C71-EBE34B48EC6B}" type="pres">
      <dgm:prSet presAssocID="{5438406A-6237-4BA1-BBD7-DEF73E0B4304}" presName="sibTrans" presStyleCnt="0"/>
      <dgm:spPr/>
    </dgm:pt>
    <dgm:pt modelId="{58550109-EC0D-403E-AFA5-FCBD59313B8E}" type="pres">
      <dgm:prSet presAssocID="{210552F8-7CE1-4318-B2CE-DDB58F26DF4D}" presName="compNode" presStyleCnt="0"/>
      <dgm:spPr/>
    </dgm:pt>
    <dgm:pt modelId="{4FF95836-25D8-4B95-AA1F-953D1C9D34B1}" type="pres">
      <dgm:prSet presAssocID="{210552F8-7CE1-4318-B2CE-DDB58F26DF4D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E7B73E91-F81C-4CB1-8A0D-1AF220F711B6}" type="pres">
      <dgm:prSet presAssocID="{210552F8-7CE1-4318-B2CE-DDB58F26DF4D}" presName="spaceRect" presStyleCnt="0"/>
      <dgm:spPr/>
    </dgm:pt>
    <dgm:pt modelId="{7D96EB74-D6FD-4F75-8173-8B11728B906B}" type="pres">
      <dgm:prSet presAssocID="{210552F8-7CE1-4318-B2CE-DDB58F26DF4D}" presName="textRect" presStyleLbl="revTx" presStyleIdx="3" presStyleCnt="8">
        <dgm:presLayoutVars>
          <dgm:chMax val="1"/>
          <dgm:chPref val="1"/>
        </dgm:presLayoutVars>
      </dgm:prSet>
      <dgm:spPr/>
    </dgm:pt>
    <dgm:pt modelId="{B5D302C7-3556-4113-9085-E9D5A3F3D0DD}" type="pres">
      <dgm:prSet presAssocID="{FE41D10E-A93C-4218-82F0-EF1A72C80FD4}" presName="sibTrans" presStyleCnt="0"/>
      <dgm:spPr/>
    </dgm:pt>
    <dgm:pt modelId="{00BBE4BC-4305-4DF2-9057-086602821105}" type="pres">
      <dgm:prSet presAssocID="{CBAF27C2-C38C-4A10-BEEE-FCEB0ACFA47B}" presName="compNode" presStyleCnt="0"/>
      <dgm:spPr/>
    </dgm:pt>
    <dgm:pt modelId="{7C9385EA-87E8-48EF-8355-556D3511EDD3}" type="pres">
      <dgm:prSet presAssocID="{CBAF27C2-C38C-4A10-BEEE-FCEB0ACFA47B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158E1404-B1A2-4D2D-9EA5-349867376D42}" type="pres">
      <dgm:prSet presAssocID="{CBAF27C2-C38C-4A10-BEEE-FCEB0ACFA47B}" presName="spaceRect" presStyleCnt="0"/>
      <dgm:spPr/>
    </dgm:pt>
    <dgm:pt modelId="{1DFD134B-E64A-4699-8D6F-71E25DD7C6EF}" type="pres">
      <dgm:prSet presAssocID="{CBAF27C2-C38C-4A10-BEEE-FCEB0ACFA47B}" presName="textRect" presStyleLbl="revTx" presStyleIdx="4" presStyleCnt="8">
        <dgm:presLayoutVars>
          <dgm:chMax val="1"/>
          <dgm:chPref val="1"/>
        </dgm:presLayoutVars>
      </dgm:prSet>
      <dgm:spPr/>
    </dgm:pt>
    <dgm:pt modelId="{3096C6D6-3C8E-477B-B246-115FF2D5F14C}" type="pres">
      <dgm:prSet presAssocID="{E2FA100D-FC23-4077-86AD-CF98295699E6}" presName="sibTrans" presStyleCnt="0"/>
      <dgm:spPr/>
    </dgm:pt>
    <dgm:pt modelId="{BC234D83-7B72-45ED-8617-A363AB165974}" type="pres">
      <dgm:prSet presAssocID="{6D3CE9A2-5F22-4D0A-8A89-15842B238E52}" presName="compNode" presStyleCnt="0"/>
      <dgm:spPr/>
    </dgm:pt>
    <dgm:pt modelId="{0B7C21B0-326A-422F-8DC1-C980D2F45E15}" type="pres">
      <dgm:prSet presAssocID="{6D3CE9A2-5F22-4D0A-8A89-15842B238E52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7F952E1B-EDA3-4C9D-B124-94CA1C97CAC1}" type="pres">
      <dgm:prSet presAssocID="{6D3CE9A2-5F22-4D0A-8A89-15842B238E52}" presName="spaceRect" presStyleCnt="0"/>
      <dgm:spPr/>
    </dgm:pt>
    <dgm:pt modelId="{74549370-67BB-4CC1-A49F-4E1A8D08EBDD}" type="pres">
      <dgm:prSet presAssocID="{6D3CE9A2-5F22-4D0A-8A89-15842B238E52}" presName="textRect" presStyleLbl="revTx" presStyleIdx="5" presStyleCnt="8">
        <dgm:presLayoutVars>
          <dgm:chMax val="1"/>
          <dgm:chPref val="1"/>
        </dgm:presLayoutVars>
      </dgm:prSet>
      <dgm:spPr/>
    </dgm:pt>
    <dgm:pt modelId="{F81C79D0-EB06-4D2B-9E78-91B3B48A7964}" type="pres">
      <dgm:prSet presAssocID="{EEEAF508-F758-4317-A648-EA2155ECF807}" presName="sibTrans" presStyleCnt="0"/>
      <dgm:spPr/>
    </dgm:pt>
    <dgm:pt modelId="{E364ABF4-AE0F-43D6-BEB4-0A9682B169B2}" type="pres">
      <dgm:prSet presAssocID="{6C63BB3D-ACD1-44BB-BBAA-324BEAB7895B}" presName="compNode" presStyleCnt="0"/>
      <dgm:spPr/>
    </dgm:pt>
    <dgm:pt modelId="{5F76C7C0-B355-40F2-BD45-85A9BF96836F}" type="pres">
      <dgm:prSet presAssocID="{6C63BB3D-ACD1-44BB-BBAA-324BEAB7895B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07F83F83-DA6A-4B47-AC41-BD9E6FFA5FAA}" type="pres">
      <dgm:prSet presAssocID="{6C63BB3D-ACD1-44BB-BBAA-324BEAB7895B}" presName="spaceRect" presStyleCnt="0"/>
      <dgm:spPr/>
    </dgm:pt>
    <dgm:pt modelId="{77535B61-D295-484B-A505-1CC38F29108D}" type="pres">
      <dgm:prSet presAssocID="{6C63BB3D-ACD1-44BB-BBAA-324BEAB7895B}" presName="textRect" presStyleLbl="revTx" presStyleIdx="6" presStyleCnt="8">
        <dgm:presLayoutVars>
          <dgm:chMax val="1"/>
          <dgm:chPref val="1"/>
        </dgm:presLayoutVars>
      </dgm:prSet>
      <dgm:spPr/>
    </dgm:pt>
    <dgm:pt modelId="{1A4A762B-D538-4796-8182-7C4D98347A1C}" type="pres">
      <dgm:prSet presAssocID="{4C342B97-6C3F-4854-8ACE-3DECCC99463D}" presName="sibTrans" presStyleCnt="0"/>
      <dgm:spPr/>
    </dgm:pt>
    <dgm:pt modelId="{75696D36-B432-425D-8ED0-935CF47B1D2A}" type="pres">
      <dgm:prSet presAssocID="{97626757-0333-4F91-9347-EEB84A749173}" presName="compNode" presStyleCnt="0"/>
      <dgm:spPr/>
    </dgm:pt>
    <dgm:pt modelId="{DA7B88B3-957E-4592-BFFD-9A5B9E7E2CCC}" type="pres">
      <dgm:prSet presAssocID="{97626757-0333-4F91-9347-EEB84A749173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14ED4EBA-7BF5-46FD-B746-44ABAF05C525}" type="pres">
      <dgm:prSet presAssocID="{97626757-0333-4F91-9347-EEB84A749173}" presName="spaceRect" presStyleCnt="0"/>
      <dgm:spPr/>
    </dgm:pt>
    <dgm:pt modelId="{195DB426-1BDA-4C3F-8C37-814691EC9DF2}" type="pres">
      <dgm:prSet presAssocID="{97626757-0333-4F91-9347-EEB84A749173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1C9C4A18-773E-4D20-BE89-05EF91DB1005}" type="presOf" srcId="{210552F8-7CE1-4318-B2CE-DDB58F26DF4D}" destId="{7D96EB74-D6FD-4F75-8173-8B11728B906B}" srcOrd="0" destOrd="0" presId="urn:microsoft.com/office/officeart/2018/2/layout/IconLabelList"/>
    <dgm:cxn modelId="{CC27243C-8BFC-40F6-BCEE-CE8D9FDAE1F0}" srcId="{4E907EF8-AB5C-4431-9CB9-9C3A54579F13}" destId="{56D3C47E-2690-4EC8-8921-DBA1FDE0CBE3}" srcOrd="1" destOrd="0" parTransId="{DF9925B0-D42B-4E77-80E1-ED6062E00E35}" sibTransId="{5F4B379C-9A4C-4A44-8505-8666BB791D13}"/>
    <dgm:cxn modelId="{FD2C5E5F-4181-49B3-B01B-4A7C52B9A536}" srcId="{4E907EF8-AB5C-4431-9CB9-9C3A54579F13}" destId="{EC9DEA04-A03E-4018-9CC8-725FE62D1634}" srcOrd="0" destOrd="0" parTransId="{567F3902-3BE2-41E4-B243-4B18A21C8A98}" sibTransId="{90017941-15CB-4192-84BD-345E63E68D5D}"/>
    <dgm:cxn modelId="{7E7B0266-CD31-4C77-B466-4EBF5229E661}" srcId="{4E907EF8-AB5C-4431-9CB9-9C3A54579F13}" destId="{210552F8-7CE1-4318-B2CE-DDB58F26DF4D}" srcOrd="3" destOrd="0" parTransId="{C201D341-B96D-44FC-8773-C9AEA03EC847}" sibTransId="{FE41D10E-A93C-4218-82F0-EF1A72C80FD4}"/>
    <dgm:cxn modelId="{E10BED46-A36E-4359-A7B1-D134B11A71AA}" srcId="{4E907EF8-AB5C-4431-9CB9-9C3A54579F13}" destId="{6D3CE9A2-5F22-4D0A-8A89-15842B238E52}" srcOrd="5" destOrd="0" parTransId="{4F1DC87F-646E-4623-A0B6-EA006BBC0560}" sibTransId="{EEEAF508-F758-4317-A648-EA2155ECF807}"/>
    <dgm:cxn modelId="{C522DC67-F01F-4C00-ACAF-23347797CA34}" type="presOf" srcId="{EC9DEA04-A03E-4018-9CC8-725FE62D1634}" destId="{472CD5C1-76B9-489B-9198-2C73AF0F6119}" srcOrd="0" destOrd="0" presId="urn:microsoft.com/office/officeart/2018/2/layout/IconLabelList"/>
    <dgm:cxn modelId="{0568076E-D120-476C-947C-4803575C4101}" type="presOf" srcId="{4E907EF8-AB5C-4431-9CB9-9C3A54579F13}" destId="{58373A6D-EE95-4B43-9C01-9FF6EC754CAC}" srcOrd="0" destOrd="0" presId="urn:microsoft.com/office/officeart/2018/2/layout/IconLabelList"/>
    <dgm:cxn modelId="{8FA7E94F-B86D-4726-B971-959E45DAFD88}" type="presOf" srcId="{CBAF27C2-C38C-4A10-BEEE-FCEB0ACFA47B}" destId="{1DFD134B-E64A-4699-8D6F-71E25DD7C6EF}" srcOrd="0" destOrd="0" presId="urn:microsoft.com/office/officeart/2018/2/layout/IconLabelList"/>
    <dgm:cxn modelId="{F1B07772-306E-48AF-B505-FAEC21971B08}" type="presOf" srcId="{6D3CE9A2-5F22-4D0A-8A89-15842B238E52}" destId="{74549370-67BB-4CC1-A49F-4E1A8D08EBDD}" srcOrd="0" destOrd="0" presId="urn:microsoft.com/office/officeart/2018/2/layout/IconLabelList"/>
    <dgm:cxn modelId="{1EC8BE85-D874-48A3-9168-7625CC903A93}" type="presOf" srcId="{56D3C47E-2690-4EC8-8921-DBA1FDE0CBE3}" destId="{B10786EF-6BE8-4202-A467-1F967EAA2FF3}" srcOrd="0" destOrd="0" presId="urn:microsoft.com/office/officeart/2018/2/layout/IconLabelList"/>
    <dgm:cxn modelId="{E17C7688-6F94-45B6-AFB5-1207DF9612FF}" srcId="{4E907EF8-AB5C-4431-9CB9-9C3A54579F13}" destId="{97626757-0333-4F91-9347-EEB84A749173}" srcOrd="7" destOrd="0" parTransId="{DB190380-4372-4625-912F-9C7A8B2BB49D}" sibTransId="{E25653E7-4B6D-45FE-AF28-CA1CCA50000E}"/>
    <dgm:cxn modelId="{C80C9C89-CFA0-428F-9275-52A9504319BF}" type="presOf" srcId="{6CD32EBA-BA5F-421C-9660-F45E2BC7B041}" destId="{CF0F595B-1BFA-45B0-9E68-E7ACF5886EF6}" srcOrd="0" destOrd="0" presId="urn:microsoft.com/office/officeart/2018/2/layout/IconLabelList"/>
    <dgm:cxn modelId="{1FF0E4A7-B427-4755-ACA2-8B4EFF99095F}" type="presOf" srcId="{6C63BB3D-ACD1-44BB-BBAA-324BEAB7895B}" destId="{77535B61-D295-484B-A505-1CC38F29108D}" srcOrd="0" destOrd="0" presId="urn:microsoft.com/office/officeart/2018/2/layout/IconLabelList"/>
    <dgm:cxn modelId="{24DB5CC3-0A0B-46D2-89F1-38AF6724D506}" type="presOf" srcId="{97626757-0333-4F91-9347-EEB84A749173}" destId="{195DB426-1BDA-4C3F-8C37-814691EC9DF2}" srcOrd="0" destOrd="0" presId="urn:microsoft.com/office/officeart/2018/2/layout/IconLabelList"/>
    <dgm:cxn modelId="{1C0ABBCA-B20A-4C0D-9525-7AA04297C2CD}" srcId="{4E907EF8-AB5C-4431-9CB9-9C3A54579F13}" destId="{6CD32EBA-BA5F-421C-9660-F45E2BC7B041}" srcOrd="2" destOrd="0" parTransId="{1DDCD45A-A983-4D0F-9A11-8D56E463D757}" sibTransId="{5438406A-6237-4BA1-BBD7-DEF73E0B4304}"/>
    <dgm:cxn modelId="{AAA8F9CC-E5F1-4E3C-9662-CC17527CA0DD}" srcId="{4E907EF8-AB5C-4431-9CB9-9C3A54579F13}" destId="{CBAF27C2-C38C-4A10-BEEE-FCEB0ACFA47B}" srcOrd="4" destOrd="0" parTransId="{F3D4AE1E-12E7-42FF-973C-727CDA617DE4}" sibTransId="{E2FA100D-FC23-4077-86AD-CF98295699E6}"/>
    <dgm:cxn modelId="{650159EC-69BF-48D4-AA09-CBAA258D84A3}" srcId="{4E907EF8-AB5C-4431-9CB9-9C3A54579F13}" destId="{6C63BB3D-ACD1-44BB-BBAA-324BEAB7895B}" srcOrd="6" destOrd="0" parTransId="{788166A7-0782-48E6-8F5C-81134B1B4636}" sibTransId="{4C342B97-6C3F-4854-8ACE-3DECCC99463D}"/>
    <dgm:cxn modelId="{02B35360-8238-44F5-9399-DBF6A4E6C52C}" type="presParOf" srcId="{58373A6D-EE95-4B43-9C01-9FF6EC754CAC}" destId="{3DDF10B9-73BB-4389-ACE9-C90685075412}" srcOrd="0" destOrd="0" presId="urn:microsoft.com/office/officeart/2018/2/layout/IconLabelList"/>
    <dgm:cxn modelId="{065D814C-9E29-490E-8A68-FEB890C8DAC0}" type="presParOf" srcId="{3DDF10B9-73BB-4389-ACE9-C90685075412}" destId="{087017D6-07A3-43F5-BFEF-0C3B7644CB4E}" srcOrd="0" destOrd="0" presId="urn:microsoft.com/office/officeart/2018/2/layout/IconLabelList"/>
    <dgm:cxn modelId="{6179430D-5E19-44CF-BEC7-B53EB1260BBE}" type="presParOf" srcId="{3DDF10B9-73BB-4389-ACE9-C90685075412}" destId="{4CC8D270-D245-4589-8A6B-CF72AB906702}" srcOrd="1" destOrd="0" presId="urn:microsoft.com/office/officeart/2018/2/layout/IconLabelList"/>
    <dgm:cxn modelId="{5A26B9CC-48F8-40BF-B0B6-10F349976B0A}" type="presParOf" srcId="{3DDF10B9-73BB-4389-ACE9-C90685075412}" destId="{472CD5C1-76B9-489B-9198-2C73AF0F6119}" srcOrd="2" destOrd="0" presId="urn:microsoft.com/office/officeart/2018/2/layout/IconLabelList"/>
    <dgm:cxn modelId="{19C0E0D9-070D-441C-B3F8-B077BCBCFFDE}" type="presParOf" srcId="{58373A6D-EE95-4B43-9C01-9FF6EC754CAC}" destId="{A4F0C87B-05AD-40B3-AE50-9EB0A321FB25}" srcOrd="1" destOrd="0" presId="urn:microsoft.com/office/officeart/2018/2/layout/IconLabelList"/>
    <dgm:cxn modelId="{5199558D-20F4-42A0-B6B7-CA5769631D49}" type="presParOf" srcId="{58373A6D-EE95-4B43-9C01-9FF6EC754CAC}" destId="{3182BF5C-8A1A-4D20-A105-41E59F0B9CB6}" srcOrd="2" destOrd="0" presId="urn:microsoft.com/office/officeart/2018/2/layout/IconLabelList"/>
    <dgm:cxn modelId="{7F0A1EBE-9395-41A3-8594-FBDDD0C14BAD}" type="presParOf" srcId="{3182BF5C-8A1A-4D20-A105-41E59F0B9CB6}" destId="{6C049E02-78BB-4115-99E5-43ADDEBFED9D}" srcOrd="0" destOrd="0" presId="urn:microsoft.com/office/officeart/2018/2/layout/IconLabelList"/>
    <dgm:cxn modelId="{A3FEF201-BDE3-4C6A-8A1F-00F440CCAA87}" type="presParOf" srcId="{3182BF5C-8A1A-4D20-A105-41E59F0B9CB6}" destId="{621D65A1-0684-4629-A2B9-99E185AFFC5A}" srcOrd="1" destOrd="0" presId="urn:microsoft.com/office/officeart/2018/2/layout/IconLabelList"/>
    <dgm:cxn modelId="{82E2F9A0-D59C-40EB-809F-0C394D1E0F92}" type="presParOf" srcId="{3182BF5C-8A1A-4D20-A105-41E59F0B9CB6}" destId="{B10786EF-6BE8-4202-A467-1F967EAA2FF3}" srcOrd="2" destOrd="0" presId="urn:microsoft.com/office/officeart/2018/2/layout/IconLabelList"/>
    <dgm:cxn modelId="{5EC5A9DF-9F04-4E4D-B075-5174A65ED504}" type="presParOf" srcId="{58373A6D-EE95-4B43-9C01-9FF6EC754CAC}" destId="{27DB959A-E0DB-47C1-82F1-C94EEECF5292}" srcOrd="3" destOrd="0" presId="urn:microsoft.com/office/officeart/2018/2/layout/IconLabelList"/>
    <dgm:cxn modelId="{2333FDD3-6250-45C4-81D9-50B9DAB957BD}" type="presParOf" srcId="{58373A6D-EE95-4B43-9C01-9FF6EC754CAC}" destId="{B4B4CD2A-0527-4A35-AAC2-6C3611F14F09}" srcOrd="4" destOrd="0" presId="urn:microsoft.com/office/officeart/2018/2/layout/IconLabelList"/>
    <dgm:cxn modelId="{E89D3915-9130-46A4-831B-4194CD7A9B86}" type="presParOf" srcId="{B4B4CD2A-0527-4A35-AAC2-6C3611F14F09}" destId="{3E6C6E5D-AC41-450C-AB49-8A466E068933}" srcOrd="0" destOrd="0" presId="urn:microsoft.com/office/officeart/2018/2/layout/IconLabelList"/>
    <dgm:cxn modelId="{9D0BEE81-56D7-4755-9ABB-502467C0976F}" type="presParOf" srcId="{B4B4CD2A-0527-4A35-AAC2-6C3611F14F09}" destId="{7F129B6E-A1CE-4A78-A0AB-D7B5C9C6CD03}" srcOrd="1" destOrd="0" presId="urn:microsoft.com/office/officeart/2018/2/layout/IconLabelList"/>
    <dgm:cxn modelId="{2B67F0D4-0E91-4332-ABA6-4E9F10B28D39}" type="presParOf" srcId="{B4B4CD2A-0527-4A35-AAC2-6C3611F14F09}" destId="{CF0F595B-1BFA-45B0-9E68-E7ACF5886EF6}" srcOrd="2" destOrd="0" presId="urn:microsoft.com/office/officeart/2018/2/layout/IconLabelList"/>
    <dgm:cxn modelId="{017D9C76-F80A-401E-8C68-E2972A14FF49}" type="presParOf" srcId="{58373A6D-EE95-4B43-9C01-9FF6EC754CAC}" destId="{E68A2450-AF23-4CC5-9C71-EBE34B48EC6B}" srcOrd="5" destOrd="0" presId="urn:microsoft.com/office/officeart/2018/2/layout/IconLabelList"/>
    <dgm:cxn modelId="{2F0E7AB9-9C0D-4A05-9377-DCDF466DA3E9}" type="presParOf" srcId="{58373A6D-EE95-4B43-9C01-9FF6EC754CAC}" destId="{58550109-EC0D-403E-AFA5-FCBD59313B8E}" srcOrd="6" destOrd="0" presId="urn:microsoft.com/office/officeart/2018/2/layout/IconLabelList"/>
    <dgm:cxn modelId="{B22139B7-3AD2-4020-A3AD-F9618C1E2F6C}" type="presParOf" srcId="{58550109-EC0D-403E-AFA5-FCBD59313B8E}" destId="{4FF95836-25D8-4B95-AA1F-953D1C9D34B1}" srcOrd="0" destOrd="0" presId="urn:microsoft.com/office/officeart/2018/2/layout/IconLabelList"/>
    <dgm:cxn modelId="{63A8E135-5919-457B-B438-5B670E8852D8}" type="presParOf" srcId="{58550109-EC0D-403E-AFA5-FCBD59313B8E}" destId="{E7B73E91-F81C-4CB1-8A0D-1AF220F711B6}" srcOrd="1" destOrd="0" presId="urn:microsoft.com/office/officeart/2018/2/layout/IconLabelList"/>
    <dgm:cxn modelId="{411F687C-8618-4734-A66A-CB8C53859A34}" type="presParOf" srcId="{58550109-EC0D-403E-AFA5-FCBD59313B8E}" destId="{7D96EB74-D6FD-4F75-8173-8B11728B906B}" srcOrd="2" destOrd="0" presId="urn:microsoft.com/office/officeart/2018/2/layout/IconLabelList"/>
    <dgm:cxn modelId="{7C921EC3-6908-47A5-AD03-F2981286F36C}" type="presParOf" srcId="{58373A6D-EE95-4B43-9C01-9FF6EC754CAC}" destId="{B5D302C7-3556-4113-9085-E9D5A3F3D0DD}" srcOrd="7" destOrd="0" presId="urn:microsoft.com/office/officeart/2018/2/layout/IconLabelList"/>
    <dgm:cxn modelId="{77680605-D9F2-4FBC-8823-7A773B08FD10}" type="presParOf" srcId="{58373A6D-EE95-4B43-9C01-9FF6EC754CAC}" destId="{00BBE4BC-4305-4DF2-9057-086602821105}" srcOrd="8" destOrd="0" presId="urn:microsoft.com/office/officeart/2018/2/layout/IconLabelList"/>
    <dgm:cxn modelId="{AF5547F3-C29D-49DB-A54A-305BB8C52997}" type="presParOf" srcId="{00BBE4BC-4305-4DF2-9057-086602821105}" destId="{7C9385EA-87E8-48EF-8355-556D3511EDD3}" srcOrd="0" destOrd="0" presId="urn:microsoft.com/office/officeart/2018/2/layout/IconLabelList"/>
    <dgm:cxn modelId="{0E4B74C2-9316-444F-BD14-34C963976D08}" type="presParOf" srcId="{00BBE4BC-4305-4DF2-9057-086602821105}" destId="{158E1404-B1A2-4D2D-9EA5-349867376D42}" srcOrd="1" destOrd="0" presId="urn:microsoft.com/office/officeart/2018/2/layout/IconLabelList"/>
    <dgm:cxn modelId="{CEB13151-0001-48D9-A9A2-7AE1127987EC}" type="presParOf" srcId="{00BBE4BC-4305-4DF2-9057-086602821105}" destId="{1DFD134B-E64A-4699-8D6F-71E25DD7C6EF}" srcOrd="2" destOrd="0" presId="urn:microsoft.com/office/officeart/2018/2/layout/IconLabelList"/>
    <dgm:cxn modelId="{BD1E77E9-DAE2-463B-AB23-F994BB4EA5C5}" type="presParOf" srcId="{58373A6D-EE95-4B43-9C01-9FF6EC754CAC}" destId="{3096C6D6-3C8E-477B-B246-115FF2D5F14C}" srcOrd="9" destOrd="0" presId="urn:microsoft.com/office/officeart/2018/2/layout/IconLabelList"/>
    <dgm:cxn modelId="{5E32345C-44AB-463F-9ADF-D26ADBC478BC}" type="presParOf" srcId="{58373A6D-EE95-4B43-9C01-9FF6EC754CAC}" destId="{BC234D83-7B72-45ED-8617-A363AB165974}" srcOrd="10" destOrd="0" presId="urn:microsoft.com/office/officeart/2018/2/layout/IconLabelList"/>
    <dgm:cxn modelId="{6A247E66-DDCB-477D-B098-F1702F86CB59}" type="presParOf" srcId="{BC234D83-7B72-45ED-8617-A363AB165974}" destId="{0B7C21B0-326A-422F-8DC1-C980D2F45E15}" srcOrd="0" destOrd="0" presId="urn:microsoft.com/office/officeart/2018/2/layout/IconLabelList"/>
    <dgm:cxn modelId="{6634944C-7D51-4AF0-86B7-0AC19EA04E9F}" type="presParOf" srcId="{BC234D83-7B72-45ED-8617-A363AB165974}" destId="{7F952E1B-EDA3-4C9D-B124-94CA1C97CAC1}" srcOrd="1" destOrd="0" presId="urn:microsoft.com/office/officeart/2018/2/layout/IconLabelList"/>
    <dgm:cxn modelId="{A37040E3-78AB-4169-A3E8-09DB99500FC1}" type="presParOf" srcId="{BC234D83-7B72-45ED-8617-A363AB165974}" destId="{74549370-67BB-4CC1-A49F-4E1A8D08EBDD}" srcOrd="2" destOrd="0" presId="urn:microsoft.com/office/officeart/2018/2/layout/IconLabelList"/>
    <dgm:cxn modelId="{C7F96242-03F0-40EB-942C-9D02DF59AFD4}" type="presParOf" srcId="{58373A6D-EE95-4B43-9C01-9FF6EC754CAC}" destId="{F81C79D0-EB06-4D2B-9E78-91B3B48A7964}" srcOrd="11" destOrd="0" presId="urn:microsoft.com/office/officeart/2018/2/layout/IconLabelList"/>
    <dgm:cxn modelId="{A747E803-3567-4143-B65A-41DD0D32F7CE}" type="presParOf" srcId="{58373A6D-EE95-4B43-9C01-9FF6EC754CAC}" destId="{E364ABF4-AE0F-43D6-BEB4-0A9682B169B2}" srcOrd="12" destOrd="0" presId="urn:microsoft.com/office/officeart/2018/2/layout/IconLabelList"/>
    <dgm:cxn modelId="{38259FFC-8B22-4824-B309-04EDB0AFD773}" type="presParOf" srcId="{E364ABF4-AE0F-43D6-BEB4-0A9682B169B2}" destId="{5F76C7C0-B355-40F2-BD45-85A9BF96836F}" srcOrd="0" destOrd="0" presId="urn:microsoft.com/office/officeart/2018/2/layout/IconLabelList"/>
    <dgm:cxn modelId="{50CD2171-6F71-4FA6-A7A1-AC70B8C822D5}" type="presParOf" srcId="{E364ABF4-AE0F-43D6-BEB4-0A9682B169B2}" destId="{07F83F83-DA6A-4B47-AC41-BD9E6FFA5FAA}" srcOrd="1" destOrd="0" presId="urn:microsoft.com/office/officeart/2018/2/layout/IconLabelList"/>
    <dgm:cxn modelId="{3C63255A-70AC-498F-A1AF-2229678D09D5}" type="presParOf" srcId="{E364ABF4-AE0F-43D6-BEB4-0A9682B169B2}" destId="{77535B61-D295-484B-A505-1CC38F29108D}" srcOrd="2" destOrd="0" presId="urn:microsoft.com/office/officeart/2018/2/layout/IconLabelList"/>
    <dgm:cxn modelId="{42D09AA1-A3E1-4A51-B234-EBBE25B125D4}" type="presParOf" srcId="{58373A6D-EE95-4B43-9C01-9FF6EC754CAC}" destId="{1A4A762B-D538-4796-8182-7C4D98347A1C}" srcOrd="13" destOrd="0" presId="urn:microsoft.com/office/officeart/2018/2/layout/IconLabelList"/>
    <dgm:cxn modelId="{D23F327E-1F80-43EA-A283-66FE8A67EAF7}" type="presParOf" srcId="{58373A6D-EE95-4B43-9C01-9FF6EC754CAC}" destId="{75696D36-B432-425D-8ED0-935CF47B1D2A}" srcOrd="14" destOrd="0" presId="urn:microsoft.com/office/officeart/2018/2/layout/IconLabelList"/>
    <dgm:cxn modelId="{8216E3DC-0663-42AE-A4D4-7B10EE7A0E89}" type="presParOf" srcId="{75696D36-B432-425D-8ED0-935CF47B1D2A}" destId="{DA7B88B3-957E-4592-BFFD-9A5B9E7E2CCC}" srcOrd="0" destOrd="0" presId="urn:microsoft.com/office/officeart/2018/2/layout/IconLabelList"/>
    <dgm:cxn modelId="{37E46747-B34E-490B-90A0-FCBF2E848166}" type="presParOf" srcId="{75696D36-B432-425D-8ED0-935CF47B1D2A}" destId="{14ED4EBA-7BF5-46FD-B746-44ABAF05C525}" srcOrd="1" destOrd="0" presId="urn:microsoft.com/office/officeart/2018/2/layout/IconLabelList"/>
    <dgm:cxn modelId="{621B5C0B-7750-4D30-985F-F99C929DE097}" type="presParOf" srcId="{75696D36-B432-425D-8ED0-935CF47B1D2A}" destId="{195DB426-1BDA-4C3F-8C37-814691EC9DF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DD51627-F1C7-4DA2-83F8-2BAF66654805}" type="doc">
      <dgm:prSet loTypeId="urn:microsoft.com/office/officeart/2005/8/layout/defaul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64C5C350-E1C3-4A1F-A3A0-14B7207586A7}">
      <dgm:prSet/>
      <dgm:spPr/>
      <dgm:t>
        <a:bodyPr/>
        <a:lstStyle/>
        <a:p>
          <a:r>
            <a:rPr lang="pt-BR" b="1" i="0" dirty="0"/>
            <a:t>Dimensões</a:t>
          </a:r>
          <a:endParaRPr lang="en-US" dirty="0"/>
        </a:p>
      </dgm:t>
    </dgm:pt>
    <dgm:pt modelId="{050936C2-3F4C-4EB8-984A-E0E65087731F}" type="parTrans" cxnId="{E14C4D88-9C51-458B-B80E-CA6E8873F736}">
      <dgm:prSet/>
      <dgm:spPr/>
      <dgm:t>
        <a:bodyPr/>
        <a:lstStyle/>
        <a:p>
          <a:endParaRPr lang="en-US"/>
        </a:p>
      </dgm:t>
    </dgm:pt>
    <dgm:pt modelId="{A00B8C0F-08C4-45D0-93A4-ECCA309C7814}" type="sibTrans" cxnId="{E14C4D88-9C51-458B-B80E-CA6E8873F736}">
      <dgm:prSet/>
      <dgm:spPr/>
      <dgm:t>
        <a:bodyPr/>
        <a:lstStyle/>
        <a:p>
          <a:endParaRPr lang="en-US"/>
        </a:p>
      </dgm:t>
    </dgm:pt>
    <dgm:pt modelId="{E2FC5BBD-59FC-4CFB-BEAA-285DB5F66D65}">
      <dgm:prSet/>
      <dgm:spPr/>
      <dgm:t>
        <a:bodyPr/>
        <a:lstStyle/>
        <a:p>
          <a:r>
            <a:rPr lang="pt-BR" b="1" i="0" dirty="0"/>
            <a:t>Fatos</a:t>
          </a:r>
          <a:endParaRPr lang="en-US" dirty="0"/>
        </a:p>
      </dgm:t>
    </dgm:pt>
    <dgm:pt modelId="{1B07DAB7-0BD8-4881-9E33-6A91A22CD577}" type="parTrans" cxnId="{0874A31F-01C7-4C4D-A287-E9B51306A0E4}">
      <dgm:prSet/>
      <dgm:spPr/>
      <dgm:t>
        <a:bodyPr/>
        <a:lstStyle/>
        <a:p>
          <a:endParaRPr lang="en-US"/>
        </a:p>
      </dgm:t>
    </dgm:pt>
    <dgm:pt modelId="{53D559B7-0495-4E38-B40C-E7EF58570F7F}" type="sibTrans" cxnId="{0874A31F-01C7-4C4D-A287-E9B51306A0E4}">
      <dgm:prSet/>
      <dgm:spPr/>
      <dgm:t>
        <a:bodyPr/>
        <a:lstStyle/>
        <a:p>
          <a:endParaRPr lang="en-US"/>
        </a:p>
      </dgm:t>
    </dgm:pt>
    <dgm:pt modelId="{E1FBE631-9B01-4B2E-B783-F8BDB19AE8D7}">
      <dgm:prSet/>
      <dgm:spPr/>
      <dgm:t>
        <a:bodyPr/>
        <a:lstStyle/>
        <a:p>
          <a:r>
            <a:rPr lang="pt-BR" b="1" i="0" dirty="0"/>
            <a:t>Tabela de fatos</a:t>
          </a:r>
          <a:endParaRPr lang="en-US" dirty="0"/>
        </a:p>
      </dgm:t>
    </dgm:pt>
    <dgm:pt modelId="{8466400C-52C7-4CF5-A5FB-A1A95B7CD952}" type="parTrans" cxnId="{FDBE3A9A-4668-4F29-89FF-59E909BB4FDC}">
      <dgm:prSet/>
      <dgm:spPr/>
      <dgm:t>
        <a:bodyPr/>
        <a:lstStyle/>
        <a:p>
          <a:endParaRPr lang="en-US"/>
        </a:p>
      </dgm:t>
    </dgm:pt>
    <dgm:pt modelId="{6E95B481-8EED-405B-BEA4-1F29717E1072}" type="sibTrans" cxnId="{FDBE3A9A-4668-4F29-89FF-59E909BB4FDC}">
      <dgm:prSet/>
      <dgm:spPr/>
      <dgm:t>
        <a:bodyPr/>
        <a:lstStyle/>
        <a:p>
          <a:endParaRPr lang="en-US"/>
        </a:p>
      </dgm:t>
    </dgm:pt>
    <dgm:pt modelId="{2FE72CEB-03C1-4C1D-ADC1-0EEB3A9E679C}">
      <dgm:prSet/>
      <dgm:spPr/>
      <dgm:t>
        <a:bodyPr/>
        <a:lstStyle/>
        <a:p>
          <a:r>
            <a:rPr lang="pt-BR" b="1" i="0" dirty="0"/>
            <a:t>Tabelas de dimensão</a:t>
          </a:r>
          <a:endParaRPr lang="en-US" dirty="0"/>
        </a:p>
      </dgm:t>
    </dgm:pt>
    <dgm:pt modelId="{AB7BC7CF-E4B1-49E3-8005-199A6A749AF2}" type="parTrans" cxnId="{D5AB1BC3-A000-4EF7-AE15-363AD05EFB3E}">
      <dgm:prSet/>
      <dgm:spPr/>
      <dgm:t>
        <a:bodyPr/>
        <a:lstStyle/>
        <a:p>
          <a:endParaRPr lang="en-US"/>
        </a:p>
      </dgm:t>
    </dgm:pt>
    <dgm:pt modelId="{004CEA23-8D53-4030-A44A-2448FD5F4643}" type="sibTrans" cxnId="{D5AB1BC3-A000-4EF7-AE15-363AD05EFB3E}">
      <dgm:prSet/>
      <dgm:spPr/>
      <dgm:t>
        <a:bodyPr/>
        <a:lstStyle/>
        <a:p>
          <a:endParaRPr lang="en-US"/>
        </a:p>
      </dgm:t>
    </dgm:pt>
    <dgm:pt modelId="{24128F85-714B-4F83-A79B-313A72E0C696}">
      <dgm:prSet/>
      <dgm:spPr/>
      <dgm:t>
        <a:bodyPr/>
        <a:lstStyle/>
        <a:p>
          <a:r>
            <a:rPr lang="pt-BR" b="1" i="0" dirty="0"/>
            <a:t>Relacionamentos</a:t>
          </a:r>
          <a:endParaRPr lang="en-US" dirty="0"/>
        </a:p>
      </dgm:t>
    </dgm:pt>
    <dgm:pt modelId="{559149E2-AB33-4953-B05D-E496F5D91934}" type="parTrans" cxnId="{93938CBB-6C8C-4264-9731-2E5BCB5059B7}">
      <dgm:prSet/>
      <dgm:spPr/>
      <dgm:t>
        <a:bodyPr/>
        <a:lstStyle/>
        <a:p>
          <a:endParaRPr lang="en-US"/>
        </a:p>
      </dgm:t>
    </dgm:pt>
    <dgm:pt modelId="{C8BFF46B-2EFE-4FDB-8038-2A591A507163}" type="sibTrans" cxnId="{93938CBB-6C8C-4264-9731-2E5BCB5059B7}">
      <dgm:prSet/>
      <dgm:spPr/>
      <dgm:t>
        <a:bodyPr/>
        <a:lstStyle/>
        <a:p>
          <a:endParaRPr lang="en-US"/>
        </a:p>
      </dgm:t>
    </dgm:pt>
    <dgm:pt modelId="{F4043881-3A7C-46D0-AC11-38E02DEAB102}">
      <dgm:prSet/>
      <dgm:spPr/>
      <dgm:t>
        <a:bodyPr/>
        <a:lstStyle/>
        <a:p>
          <a:r>
            <a:rPr lang="pt-BR" b="1" i="0"/>
            <a:t>Cubos OLAP</a:t>
          </a:r>
          <a:endParaRPr lang="en-US" dirty="0"/>
        </a:p>
      </dgm:t>
    </dgm:pt>
    <dgm:pt modelId="{042088D9-5377-4343-9BA3-F7AC5F557A1D}" type="parTrans" cxnId="{28161FDF-F405-4D12-986E-A8CFA70209FA}">
      <dgm:prSet/>
      <dgm:spPr/>
      <dgm:t>
        <a:bodyPr/>
        <a:lstStyle/>
        <a:p>
          <a:endParaRPr lang="en-US"/>
        </a:p>
      </dgm:t>
    </dgm:pt>
    <dgm:pt modelId="{A1F6DBB2-4421-4F78-A5BC-7B5330812D36}" type="sibTrans" cxnId="{28161FDF-F405-4D12-986E-A8CFA70209FA}">
      <dgm:prSet/>
      <dgm:spPr/>
      <dgm:t>
        <a:bodyPr/>
        <a:lstStyle/>
        <a:p>
          <a:endParaRPr lang="en-US"/>
        </a:p>
      </dgm:t>
    </dgm:pt>
    <dgm:pt modelId="{8000535B-C466-45BD-B2CC-F10DCB19F56B}" type="pres">
      <dgm:prSet presAssocID="{1DD51627-F1C7-4DA2-83F8-2BAF66654805}" presName="diagram" presStyleCnt="0">
        <dgm:presLayoutVars>
          <dgm:dir/>
          <dgm:resizeHandles val="exact"/>
        </dgm:presLayoutVars>
      </dgm:prSet>
      <dgm:spPr/>
    </dgm:pt>
    <dgm:pt modelId="{E0E4ED5A-9BA3-4953-957A-644D387284D7}" type="pres">
      <dgm:prSet presAssocID="{64C5C350-E1C3-4A1F-A3A0-14B7207586A7}" presName="node" presStyleLbl="node1" presStyleIdx="0" presStyleCnt="6">
        <dgm:presLayoutVars>
          <dgm:bulletEnabled val="1"/>
        </dgm:presLayoutVars>
      </dgm:prSet>
      <dgm:spPr/>
    </dgm:pt>
    <dgm:pt modelId="{77F9BFD1-9B5B-4497-8D97-4B15D2B1BA38}" type="pres">
      <dgm:prSet presAssocID="{A00B8C0F-08C4-45D0-93A4-ECCA309C7814}" presName="sibTrans" presStyleCnt="0"/>
      <dgm:spPr/>
    </dgm:pt>
    <dgm:pt modelId="{E67EE6F7-9E70-4215-9772-1CB9A5B8C069}" type="pres">
      <dgm:prSet presAssocID="{E2FC5BBD-59FC-4CFB-BEAA-285DB5F66D65}" presName="node" presStyleLbl="node1" presStyleIdx="1" presStyleCnt="6">
        <dgm:presLayoutVars>
          <dgm:bulletEnabled val="1"/>
        </dgm:presLayoutVars>
      </dgm:prSet>
      <dgm:spPr/>
    </dgm:pt>
    <dgm:pt modelId="{60641367-FAE1-4DA6-A60E-4FEB4AEABB9C}" type="pres">
      <dgm:prSet presAssocID="{53D559B7-0495-4E38-B40C-E7EF58570F7F}" presName="sibTrans" presStyleCnt="0"/>
      <dgm:spPr/>
    </dgm:pt>
    <dgm:pt modelId="{9D35451E-B65F-4ED9-9E34-D0553BC5C15A}" type="pres">
      <dgm:prSet presAssocID="{E1FBE631-9B01-4B2E-B783-F8BDB19AE8D7}" presName="node" presStyleLbl="node1" presStyleIdx="2" presStyleCnt="6">
        <dgm:presLayoutVars>
          <dgm:bulletEnabled val="1"/>
        </dgm:presLayoutVars>
      </dgm:prSet>
      <dgm:spPr/>
    </dgm:pt>
    <dgm:pt modelId="{28C9D6FF-937D-4F62-B6DD-DBBA8E8C639E}" type="pres">
      <dgm:prSet presAssocID="{6E95B481-8EED-405B-BEA4-1F29717E1072}" presName="sibTrans" presStyleCnt="0"/>
      <dgm:spPr/>
    </dgm:pt>
    <dgm:pt modelId="{EA4B7783-BE2F-43DA-9378-85ECFCE3C98F}" type="pres">
      <dgm:prSet presAssocID="{2FE72CEB-03C1-4C1D-ADC1-0EEB3A9E679C}" presName="node" presStyleLbl="node1" presStyleIdx="3" presStyleCnt="6">
        <dgm:presLayoutVars>
          <dgm:bulletEnabled val="1"/>
        </dgm:presLayoutVars>
      </dgm:prSet>
      <dgm:spPr/>
    </dgm:pt>
    <dgm:pt modelId="{EBA2CB27-2289-44D7-A64C-AF037F28A00D}" type="pres">
      <dgm:prSet presAssocID="{004CEA23-8D53-4030-A44A-2448FD5F4643}" presName="sibTrans" presStyleCnt="0"/>
      <dgm:spPr/>
    </dgm:pt>
    <dgm:pt modelId="{3CCEC5DA-2D23-4A0B-881A-A72BBDE4E9B4}" type="pres">
      <dgm:prSet presAssocID="{24128F85-714B-4F83-A79B-313A72E0C696}" presName="node" presStyleLbl="node1" presStyleIdx="4" presStyleCnt="6">
        <dgm:presLayoutVars>
          <dgm:bulletEnabled val="1"/>
        </dgm:presLayoutVars>
      </dgm:prSet>
      <dgm:spPr/>
    </dgm:pt>
    <dgm:pt modelId="{63CEE03A-0DE4-4779-ACAD-0D288A85FB90}" type="pres">
      <dgm:prSet presAssocID="{C8BFF46B-2EFE-4FDB-8038-2A591A507163}" presName="sibTrans" presStyleCnt="0"/>
      <dgm:spPr/>
    </dgm:pt>
    <dgm:pt modelId="{B1DAAB2C-B00E-4010-9BC4-E6B430E54535}" type="pres">
      <dgm:prSet presAssocID="{F4043881-3A7C-46D0-AC11-38E02DEAB102}" presName="node" presStyleLbl="node1" presStyleIdx="5" presStyleCnt="6">
        <dgm:presLayoutVars>
          <dgm:bulletEnabled val="1"/>
        </dgm:presLayoutVars>
      </dgm:prSet>
      <dgm:spPr/>
    </dgm:pt>
  </dgm:ptLst>
  <dgm:cxnLst>
    <dgm:cxn modelId="{0874A31F-01C7-4C4D-A287-E9B51306A0E4}" srcId="{1DD51627-F1C7-4DA2-83F8-2BAF66654805}" destId="{E2FC5BBD-59FC-4CFB-BEAA-285DB5F66D65}" srcOrd="1" destOrd="0" parTransId="{1B07DAB7-0BD8-4881-9E33-6A91A22CD577}" sibTransId="{53D559B7-0495-4E38-B40C-E7EF58570F7F}"/>
    <dgm:cxn modelId="{630FD328-8D0B-46F9-BB75-B776867AFE59}" type="presOf" srcId="{E2FC5BBD-59FC-4CFB-BEAA-285DB5F66D65}" destId="{E67EE6F7-9E70-4215-9772-1CB9A5B8C069}" srcOrd="0" destOrd="0" presId="urn:microsoft.com/office/officeart/2005/8/layout/default"/>
    <dgm:cxn modelId="{59E15B30-5F34-4C7B-8ACD-D1D26BE929E3}" type="presOf" srcId="{2FE72CEB-03C1-4C1D-ADC1-0EEB3A9E679C}" destId="{EA4B7783-BE2F-43DA-9378-85ECFCE3C98F}" srcOrd="0" destOrd="0" presId="urn:microsoft.com/office/officeart/2005/8/layout/default"/>
    <dgm:cxn modelId="{D7E79C5E-7ECF-4524-B5BE-750D04A18857}" type="presOf" srcId="{F4043881-3A7C-46D0-AC11-38E02DEAB102}" destId="{B1DAAB2C-B00E-4010-9BC4-E6B430E54535}" srcOrd="0" destOrd="0" presId="urn:microsoft.com/office/officeart/2005/8/layout/default"/>
    <dgm:cxn modelId="{B122E578-BEDB-4A47-916A-13D720A70426}" type="presOf" srcId="{64C5C350-E1C3-4A1F-A3A0-14B7207586A7}" destId="{E0E4ED5A-9BA3-4953-957A-644D387284D7}" srcOrd="0" destOrd="0" presId="urn:microsoft.com/office/officeart/2005/8/layout/default"/>
    <dgm:cxn modelId="{D0DD8379-D11B-4D20-9C7C-231F8DAEE746}" type="presOf" srcId="{1DD51627-F1C7-4DA2-83F8-2BAF66654805}" destId="{8000535B-C466-45BD-B2CC-F10DCB19F56B}" srcOrd="0" destOrd="0" presId="urn:microsoft.com/office/officeart/2005/8/layout/default"/>
    <dgm:cxn modelId="{E14C4D88-9C51-458B-B80E-CA6E8873F736}" srcId="{1DD51627-F1C7-4DA2-83F8-2BAF66654805}" destId="{64C5C350-E1C3-4A1F-A3A0-14B7207586A7}" srcOrd="0" destOrd="0" parTransId="{050936C2-3F4C-4EB8-984A-E0E65087731F}" sibTransId="{A00B8C0F-08C4-45D0-93A4-ECCA309C7814}"/>
    <dgm:cxn modelId="{1F344292-8EF9-4B12-991C-675B638441EF}" type="presOf" srcId="{E1FBE631-9B01-4B2E-B783-F8BDB19AE8D7}" destId="{9D35451E-B65F-4ED9-9E34-D0553BC5C15A}" srcOrd="0" destOrd="0" presId="urn:microsoft.com/office/officeart/2005/8/layout/default"/>
    <dgm:cxn modelId="{FDBE3A9A-4668-4F29-89FF-59E909BB4FDC}" srcId="{1DD51627-F1C7-4DA2-83F8-2BAF66654805}" destId="{E1FBE631-9B01-4B2E-B783-F8BDB19AE8D7}" srcOrd="2" destOrd="0" parTransId="{8466400C-52C7-4CF5-A5FB-A1A95B7CD952}" sibTransId="{6E95B481-8EED-405B-BEA4-1F29717E1072}"/>
    <dgm:cxn modelId="{93938CBB-6C8C-4264-9731-2E5BCB5059B7}" srcId="{1DD51627-F1C7-4DA2-83F8-2BAF66654805}" destId="{24128F85-714B-4F83-A79B-313A72E0C696}" srcOrd="4" destOrd="0" parTransId="{559149E2-AB33-4953-B05D-E496F5D91934}" sibTransId="{C8BFF46B-2EFE-4FDB-8038-2A591A507163}"/>
    <dgm:cxn modelId="{D5AB1BC3-A000-4EF7-AE15-363AD05EFB3E}" srcId="{1DD51627-F1C7-4DA2-83F8-2BAF66654805}" destId="{2FE72CEB-03C1-4C1D-ADC1-0EEB3A9E679C}" srcOrd="3" destOrd="0" parTransId="{AB7BC7CF-E4B1-49E3-8005-199A6A749AF2}" sibTransId="{004CEA23-8D53-4030-A44A-2448FD5F4643}"/>
    <dgm:cxn modelId="{28161FDF-F405-4D12-986E-A8CFA70209FA}" srcId="{1DD51627-F1C7-4DA2-83F8-2BAF66654805}" destId="{F4043881-3A7C-46D0-AC11-38E02DEAB102}" srcOrd="5" destOrd="0" parTransId="{042088D9-5377-4343-9BA3-F7AC5F557A1D}" sibTransId="{A1F6DBB2-4421-4F78-A5BC-7B5330812D36}"/>
    <dgm:cxn modelId="{5194E3E8-0B97-495A-94CB-946C7335285C}" type="presOf" srcId="{24128F85-714B-4F83-A79B-313A72E0C696}" destId="{3CCEC5DA-2D23-4A0B-881A-A72BBDE4E9B4}" srcOrd="0" destOrd="0" presId="urn:microsoft.com/office/officeart/2005/8/layout/default"/>
    <dgm:cxn modelId="{B33D6581-6D9C-4B9C-9E97-E59B58716C53}" type="presParOf" srcId="{8000535B-C466-45BD-B2CC-F10DCB19F56B}" destId="{E0E4ED5A-9BA3-4953-957A-644D387284D7}" srcOrd="0" destOrd="0" presId="urn:microsoft.com/office/officeart/2005/8/layout/default"/>
    <dgm:cxn modelId="{BD2AA53E-AE27-4275-9BF5-19ECA09D39FD}" type="presParOf" srcId="{8000535B-C466-45BD-B2CC-F10DCB19F56B}" destId="{77F9BFD1-9B5B-4497-8D97-4B15D2B1BA38}" srcOrd="1" destOrd="0" presId="urn:microsoft.com/office/officeart/2005/8/layout/default"/>
    <dgm:cxn modelId="{BF84BEBC-BBDA-4D5E-B8CB-171307BDB5FA}" type="presParOf" srcId="{8000535B-C466-45BD-B2CC-F10DCB19F56B}" destId="{E67EE6F7-9E70-4215-9772-1CB9A5B8C069}" srcOrd="2" destOrd="0" presId="urn:microsoft.com/office/officeart/2005/8/layout/default"/>
    <dgm:cxn modelId="{F5C175FF-051C-477E-B58C-0F6749B05125}" type="presParOf" srcId="{8000535B-C466-45BD-B2CC-F10DCB19F56B}" destId="{60641367-FAE1-4DA6-A60E-4FEB4AEABB9C}" srcOrd="3" destOrd="0" presId="urn:microsoft.com/office/officeart/2005/8/layout/default"/>
    <dgm:cxn modelId="{FFA0D729-4EF1-4C30-B88E-140F23314383}" type="presParOf" srcId="{8000535B-C466-45BD-B2CC-F10DCB19F56B}" destId="{9D35451E-B65F-4ED9-9E34-D0553BC5C15A}" srcOrd="4" destOrd="0" presId="urn:microsoft.com/office/officeart/2005/8/layout/default"/>
    <dgm:cxn modelId="{D908AEB6-9D3D-4ED2-806B-9569D433139F}" type="presParOf" srcId="{8000535B-C466-45BD-B2CC-F10DCB19F56B}" destId="{28C9D6FF-937D-4F62-B6DD-DBBA8E8C639E}" srcOrd="5" destOrd="0" presId="urn:microsoft.com/office/officeart/2005/8/layout/default"/>
    <dgm:cxn modelId="{BB43598B-99A3-4E69-9976-1C775E7FA703}" type="presParOf" srcId="{8000535B-C466-45BD-B2CC-F10DCB19F56B}" destId="{EA4B7783-BE2F-43DA-9378-85ECFCE3C98F}" srcOrd="6" destOrd="0" presId="urn:microsoft.com/office/officeart/2005/8/layout/default"/>
    <dgm:cxn modelId="{6ECE4064-C56C-4C5C-B05E-2CF1D4154739}" type="presParOf" srcId="{8000535B-C466-45BD-B2CC-F10DCB19F56B}" destId="{EBA2CB27-2289-44D7-A64C-AF037F28A00D}" srcOrd="7" destOrd="0" presId="urn:microsoft.com/office/officeart/2005/8/layout/default"/>
    <dgm:cxn modelId="{7C10E60E-38B3-48FE-AAA9-2AD92C32A939}" type="presParOf" srcId="{8000535B-C466-45BD-B2CC-F10DCB19F56B}" destId="{3CCEC5DA-2D23-4A0B-881A-A72BBDE4E9B4}" srcOrd="8" destOrd="0" presId="urn:microsoft.com/office/officeart/2005/8/layout/default"/>
    <dgm:cxn modelId="{CBEC3037-77B1-442C-871C-87D6E5A40D27}" type="presParOf" srcId="{8000535B-C466-45BD-B2CC-F10DCB19F56B}" destId="{63CEE03A-0DE4-4779-ACAD-0D288A85FB90}" srcOrd="9" destOrd="0" presId="urn:microsoft.com/office/officeart/2005/8/layout/default"/>
    <dgm:cxn modelId="{0A156400-9938-44B1-9545-C7278DEEB831}" type="presParOf" srcId="{8000535B-C466-45BD-B2CC-F10DCB19F56B}" destId="{B1DAAB2C-B00E-4010-9BC4-E6B430E5453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C7811-E1C2-434C-992A-86A4652B6E8C}">
      <dsp:nvSpPr>
        <dsp:cNvPr id="0" name=""/>
        <dsp:cNvSpPr/>
      </dsp:nvSpPr>
      <dsp:spPr>
        <a:xfrm>
          <a:off x="0" y="337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B697A3-FBEF-456D-B197-149D4F8EDF72}">
      <dsp:nvSpPr>
        <dsp:cNvPr id="0" name=""/>
        <dsp:cNvSpPr/>
      </dsp:nvSpPr>
      <dsp:spPr>
        <a:xfrm>
          <a:off x="140651" y="104954"/>
          <a:ext cx="255730" cy="2557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310AA-1A0D-4641-9370-11C3871CC811}">
      <dsp:nvSpPr>
        <dsp:cNvPr id="0" name=""/>
        <dsp:cNvSpPr/>
      </dsp:nvSpPr>
      <dsp:spPr>
        <a:xfrm>
          <a:off x="537034" y="337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Dinâmica Quebra-gelo;</a:t>
          </a:r>
          <a:endParaRPr lang="en-US" sz="1600" kern="1200" dirty="0"/>
        </a:p>
      </dsp:txBody>
      <dsp:txXfrm>
        <a:off x="537034" y="337"/>
        <a:ext cx="4146914" cy="464964"/>
      </dsp:txXfrm>
    </dsp:sp>
    <dsp:sp modelId="{72892262-BD10-41B0-B5E5-BF181C704C2F}">
      <dsp:nvSpPr>
        <dsp:cNvPr id="0" name=""/>
        <dsp:cNvSpPr/>
      </dsp:nvSpPr>
      <dsp:spPr>
        <a:xfrm>
          <a:off x="0" y="581543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3FA014-C41E-4A8C-AA17-49664AF2FC27}">
      <dsp:nvSpPr>
        <dsp:cNvPr id="0" name=""/>
        <dsp:cNvSpPr/>
      </dsp:nvSpPr>
      <dsp:spPr>
        <a:xfrm>
          <a:off x="140651" y="686160"/>
          <a:ext cx="255730" cy="2557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A7E0D-2B4D-4D40-B504-46CA0B156D79}">
      <dsp:nvSpPr>
        <dsp:cNvPr id="0" name=""/>
        <dsp:cNvSpPr/>
      </dsp:nvSpPr>
      <dsp:spPr>
        <a:xfrm>
          <a:off x="537034" y="581543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Ementa;</a:t>
          </a:r>
          <a:endParaRPr lang="en-US" sz="1600" kern="1200" dirty="0"/>
        </a:p>
      </dsp:txBody>
      <dsp:txXfrm>
        <a:off x="537034" y="581543"/>
        <a:ext cx="4146914" cy="464964"/>
      </dsp:txXfrm>
    </dsp:sp>
    <dsp:sp modelId="{F4100E4B-55C8-4BEB-918C-74E19EF737D0}">
      <dsp:nvSpPr>
        <dsp:cNvPr id="0" name=""/>
        <dsp:cNvSpPr/>
      </dsp:nvSpPr>
      <dsp:spPr>
        <a:xfrm>
          <a:off x="0" y="1162749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7342A-8011-4747-9427-1BDEA951B614}">
      <dsp:nvSpPr>
        <dsp:cNvPr id="0" name=""/>
        <dsp:cNvSpPr/>
      </dsp:nvSpPr>
      <dsp:spPr>
        <a:xfrm>
          <a:off x="140651" y="1267366"/>
          <a:ext cx="255730" cy="2557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11CF8A-FA3C-4E75-86A1-3E0EE78568ED}">
      <dsp:nvSpPr>
        <dsp:cNvPr id="0" name=""/>
        <dsp:cNvSpPr/>
      </dsp:nvSpPr>
      <dsp:spPr>
        <a:xfrm>
          <a:off x="537034" y="1162749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Competência;</a:t>
          </a:r>
          <a:endParaRPr lang="en-US" sz="1600" kern="1200" dirty="0"/>
        </a:p>
      </dsp:txBody>
      <dsp:txXfrm>
        <a:off x="537034" y="1162749"/>
        <a:ext cx="4146914" cy="464964"/>
      </dsp:txXfrm>
    </dsp:sp>
    <dsp:sp modelId="{3CB70F82-A2BE-4870-9A1C-54D5181D7193}">
      <dsp:nvSpPr>
        <dsp:cNvPr id="0" name=""/>
        <dsp:cNvSpPr/>
      </dsp:nvSpPr>
      <dsp:spPr>
        <a:xfrm>
          <a:off x="0" y="1743955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46683C-DF73-41FF-9D5A-3D17450D46A7}">
      <dsp:nvSpPr>
        <dsp:cNvPr id="0" name=""/>
        <dsp:cNvSpPr/>
      </dsp:nvSpPr>
      <dsp:spPr>
        <a:xfrm>
          <a:off x="140651" y="1848572"/>
          <a:ext cx="255730" cy="2557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679A5-5303-4EC4-B388-61973A16AB86}">
      <dsp:nvSpPr>
        <dsp:cNvPr id="0" name=""/>
        <dsp:cNvSpPr/>
      </dsp:nvSpPr>
      <dsp:spPr>
        <a:xfrm>
          <a:off x="537034" y="1743955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Habilidades;</a:t>
          </a:r>
          <a:endParaRPr lang="en-US" sz="1600" kern="1200"/>
        </a:p>
      </dsp:txBody>
      <dsp:txXfrm>
        <a:off x="537034" y="1743955"/>
        <a:ext cx="4146914" cy="464964"/>
      </dsp:txXfrm>
    </dsp:sp>
    <dsp:sp modelId="{2AA71A80-36DE-4E21-94F1-3A5C0E007378}">
      <dsp:nvSpPr>
        <dsp:cNvPr id="0" name=""/>
        <dsp:cNvSpPr/>
      </dsp:nvSpPr>
      <dsp:spPr>
        <a:xfrm>
          <a:off x="0" y="2325160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451037-3F6B-4432-94B5-9AC0D82BD5CB}">
      <dsp:nvSpPr>
        <dsp:cNvPr id="0" name=""/>
        <dsp:cNvSpPr/>
      </dsp:nvSpPr>
      <dsp:spPr>
        <a:xfrm>
          <a:off x="140651" y="2429778"/>
          <a:ext cx="255730" cy="2557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0F2ED-39CD-4F27-881D-833EA895EF48}">
      <dsp:nvSpPr>
        <dsp:cNvPr id="0" name=""/>
        <dsp:cNvSpPr/>
      </dsp:nvSpPr>
      <dsp:spPr>
        <a:xfrm>
          <a:off x="537034" y="2325160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Conteúdo Programático;</a:t>
          </a:r>
          <a:endParaRPr lang="en-US" sz="1600" kern="1200" dirty="0"/>
        </a:p>
      </dsp:txBody>
      <dsp:txXfrm>
        <a:off x="537034" y="2325160"/>
        <a:ext cx="4146914" cy="464964"/>
      </dsp:txXfrm>
    </dsp:sp>
    <dsp:sp modelId="{016690D3-3CF6-4437-B603-567B333D17A8}">
      <dsp:nvSpPr>
        <dsp:cNvPr id="0" name=""/>
        <dsp:cNvSpPr/>
      </dsp:nvSpPr>
      <dsp:spPr>
        <a:xfrm>
          <a:off x="0" y="2906366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1946C-1D82-4391-96C9-29AAAB88B0B4}">
      <dsp:nvSpPr>
        <dsp:cNvPr id="0" name=""/>
        <dsp:cNvSpPr/>
      </dsp:nvSpPr>
      <dsp:spPr>
        <a:xfrm>
          <a:off x="140651" y="3010983"/>
          <a:ext cx="255730" cy="25573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D29C5-DDAD-424E-BD90-1EEC12221C20}">
      <dsp:nvSpPr>
        <dsp:cNvPr id="0" name=""/>
        <dsp:cNvSpPr/>
      </dsp:nvSpPr>
      <dsp:spPr>
        <a:xfrm>
          <a:off x="537034" y="2906366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i="1" kern="1200" dirty="0"/>
            <a:t>Business </a:t>
          </a:r>
          <a:r>
            <a:rPr lang="pt-BR" sz="1600" i="1" kern="1200" dirty="0" err="1"/>
            <a:t>Intelligence</a:t>
          </a:r>
          <a:r>
            <a:rPr lang="pt-BR" sz="1600" kern="1200" dirty="0"/>
            <a:t>;</a:t>
          </a:r>
          <a:endParaRPr lang="en-US" sz="1600" kern="1200" dirty="0"/>
        </a:p>
      </dsp:txBody>
      <dsp:txXfrm>
        <a:off x="537034" y="2906366"/>
        <a:ext cx="4146914" cy="464964"/>
      </dsp:txXfrm>
    </dsp:sp>
    <dsp:sp modelId="{D662E02F-A1C5-48F6-AA37-2E0F4E27B174}">
      <dsp:nvSpPr>
        <dsp:cNvPr id="0" name=""/>
        <dsp:cNvSpPr/>
      </dsp:nvSpPr>
      <dsp:spPr>
        <a:xfrm>
          <a:off x="0" y="3487572"/>
          <a:ext cx="4683949" cy="4649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19010-0228-4A89-AF96-D364FD69E5A1}">
      <dsp:nvSpPr>
        <dsp:cNvPr id="0" name=""/>
        <dsp:cNvSpPr/>
      </dsp:nvSpPr>
      <dsp:spPr>
        <a:xfrm>
          <a:off x="140651" y="3592189"/>
          <a:ext cx="255730" cy="25573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4E151-6671-4046-B00C-D5C0D2B1AAF8}">
      <dsp:nvSpPr>
        <dsp:cNvPr id="0" name=""/>
        <dsp:cNvSpPr/>
      </dsp:nvSpPr>
      <dsp:spPr>
        <a:xfrm>
          <a:off x="537034" y="3487572"/>
          <a:ext cx="4146914" cy="464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09" tIns="49209" rIns="49209" bIns="4920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Modelagem Multidimensional.</a:t>
          </a:r>
          <a:endParaRPr lang="en-US" sz="1600" kern="1200" dirty="0"/>
        </a:p>
      </dsp:txBody>
      <dsp:txXfrm>
        <a:off x="537034" y="3487572"/>
        <a:ext cx="4146914" cy="464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73AAA-4342-40F3-9DB1-132E0A38DE67}">
      <dsp:nvSpPr>
        <dsp:cNvPr id="0" name=""/>
        <dsp:cNvSpPr/>
      </dsp:nvSpPr>
      <dsp:spPr>
        <a:xfrm>
          <a:off x="0" y="113272"/>
          <a:ext cx="7886700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/>
            <a:t>Introdução: conceitos e origem sobre o desenvolvimento dos modelos de dados e sistemas gerenciadores de banco de dados.</a:t>
          </a:r>
          <a:endParaRPr lang="en-US" sz="1200" kern="1200"/>
        </a:p>
      </dsp:txBody>
      <dsp:txXfrm>
        <a:off x="23303" y="136575"/>
        <a:ext cx="7840094" cy="430753"/>
      </dsp:txXfrm>
    </dsp:sp>
    <dsp:sp modelId="{3636425F-1CC4-4B5B-B922-45D208629087}">
      <dsp:nvSpPr>
        <dsp:cNvPr id="0" name=""/>
        <dsp:cNvSpPr/>
      </dsp:nvSpPr>
      <dsp:spPr>
        <a:xfrm>
          <a:off x="0" y="625192"/>
          <a:ext cx="7886700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/>
            <a:t>Normalização de banco de dados multidimensionais (star schema – Ralf Kimball).</a:t>
          </a:r>
          <a:endParaRPr lang="en-US" sz="1200" kern="1200"/>
        </a:p>
      </dsp:txBody>
      <dsp:txXfrm>
        <a:off x="23303" y="648495"/>
        <a:ext cx="7840094" cy="430753"/>
      </dsp:txXfrm>
    </dsp:sp>
    <dsp:sp modelId="{6DBFECAB-A653-466A-B07E-DAA3DC488550}">
      <dsp:nvSpPr>
        <dsp:cNvPr id="0" name=""/>
        <dsp:cNvSpPr/>
      </dsp:nvSpPr>
      <dsp:spPr>
        <a:xfrm>
          <a:off x="0" y="1137112"/>
          <a:ext cx="7886700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dirty="0"/>
            <a:t>Conceitos e fundamentos de banco de dados multidimensionais. </a:t>
          </a:r>
          <a:r>
            <a:rPr lang="pt-BR" sz="1200" b="0" i="0" kern="1200"/>
            <a:t>Preparação e gerenciamento dos dados:. </a:t>
          </a:r>
          <a:r>
            <a:rPr lang="pt-BR" sz="1200" b="0" i="0" kern="1200" dirty="0"/>
            <a:t>Data Warehouse (DW) e Data Mart (DM). </a:t>
          </a:r>
          <a:endParaRPr lang="en-US" sz="1200" kern="1200" dirty="0"/>
        </a:p>
      </dsp:txBody>
      <dsp:txXfrm>
        <a:off x="23303" y="1160415"/>
        <a:ext cx="7840094" cy="430753"/>
      </dsp:txXfrm>
    </dsp:sp>
    <dsp:sp modelId="{45AD5687-1858-434A-B47E-9C824759E347}">
      <dsp:nvSpPr>
        <dsp:cNvPr id="0" name=""/>
        <dsp:cNvSpPr/>
      </dsp:nvSpPr>
      <dsp:spPr>
        <a:xfrm>
          <a:off x="0" y="1649032"/>
          <a:ext cx="7886700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/>
            <a:t>Ferramentas OLAP e ETL. </a:t>
          </a:r>
          <a:endParaRPr lang="en-US" sz="1200" kern="1200"/>
        </a:p>
      </dsp:txBody>
      <dsp:txXfrm>
        <a:off x="23303" y="1672335"/>
        <a:ext cx="7840094" cy="430753"/>
      </dsp:txXfrm>
    </dsp:sp>
    <dsp:sp modelId="{9C57345F-9290-4EC9-9357-74B926693FD1}">
      <dsp:nvSpPr>
        <dsp:cNvPr id="0" name=""/>
        <dsp:cNvSpPr/>
      </dsp:nvSpPr>
      <dsp:spPr>
        <a:xfrm>
          <a:off x="0" y="2160952"/>
          <a:ext cx="7886700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/>
            <a:t>Técnicas de Análise de dados: Analise exploratória dos dados, métrica e indicadores-chave de desempenho (KPIs), técnicas de mineração de dados e aprendizado de máquina aplicadas a BI. </a:t>
          </a:r>
          <a:endParaRPr lang="en-US" sz="1200" kern="1200"/>
        </a:p>
      </dsp:txBody>
      <dsp:txXfrm>
        <a:off x="23303" y="2184255"/>
        <a:ext cx="7840094" cy="430753"/>
      </dsp:txXfrm>
    </dsp:sp>
    <dsp:sp modelId="{3AFDCC30-6422-41EF-B803-8B004D4A5C50}">
      <dsp:nvSpPr>
        <dsp:cNvPr id="0" name=""/>
        <dsp:cNvSpPr/>
      </dsp:nvSpPr>
      <dsp:spPr>
        <a:xfrm>
          <a:off x="0" y="2672871"/>
          <a:ext cx="7886700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/>
            <a:t>Visualização de Dados e Dashboards: Ferramentas de criação de dashboards, construção e interpretação de dashboards.</a:t>
          </a:r>
          <a:endParaRPr lang="en-US" sz="1200" kern="1200"/>
        </a:p>
      </dsp:txBody>
      <dsp:txXfrm>
        <a:off x="23303" y="2696174"/>
        <a:ext cx="7840094" cy="4307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CB376-9516-4DBE-890E-32AAB5F07D6C}">
      <dsp:nvSpPr>
        <dsp:cNvPr id="0" name=""/>
        <dsp:cNvSpPr/>
      </dsp:nvSpPr>
      <dsp:spPr>
        <a:xfrm>
          <a:off x="146116" y="288043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ABE88A-D272-4A62-819A-DA30FD8D092D}">
      <dsp:nvSpPr>
        <dsp:cNvPr id="0" name=""/>
        <dsp:cNvSpPr/>
      </dsp:nvSpPr>
      <dsp:spPr>
        <a:xfrm>
          <a:off x="383358" y="525285"/>
          <a:ext cx="655237" cy="6552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26F1D-28A0-434B-99CD-FEB966AC54D6}">
      <dsp:nvSpPr>
        <dsp:cNvPr id="0" name=""/>
        <dsp:cNvSpPr/>
      </dsp:nvSpPr>
      <dsp:spPr>
        <a:xfrm>
          <a:off x="1517920" y="288043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C2 - Propor soluções e inovações tecnológicas no desenvolvimento de projetos, materiais, ferramentas, técnicas e soluções na área de dados;</a:t>
          </a:r>
          <a:endParaRPr lang="en-US" sz="1200" kern="1200"/>
        </a:p>
      </dsp:txBody>
      <dsp:txXfrm>
        <a:off x="1517920" y="288043"/>
        <a:ext cx="2662912" cy="1129720"/>
      </dsp:txXfrm>
    </dsp:sp>
    <dsp:sp modelId="{5BC8F59B-F38E-42DE-9611-05E05BEFC428}">
      <dsp:nvSpPr>
        <dsp:cNvPr id="0" name=""/>
        <dsp:cNvSpPr/>
      </dsp:nvSpPr>
      <dsp:spPr>
        <a:xfrm>
          <a:off x="4644825" y="288043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71C07-2E41-4BB5-9A55-231E010834B4}">
      <dsp:nvSpPr>
        <dsp:cNvPr id="0" name=""/>
        <dsp:cNvSpPr/>
      </dsp:nvSpPr>
      <dsp:spPr>
        <a:xfrm>
          <a:off x="4882067" y="525285"/>
          <a:ext cx="655237" cy="6552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97B8B-A92F-4F59-9B8D-40CE30076256}">
      <dsp:nvSpPr>
        <dsp:cNvPr id="0" name=""/>
        <dsp:cNvSpPr/>
      </dsp:nvSpPr>
      <dsp:spPr>
        <a:xfrm>
          <a:off x="6016629" y="288043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C10 - Compreender os fatos essenciais, os conceitos, os princípios e as teorias relacionadas ao ciclo de vida da descoberta do conhecimento e suas aplicações;</a:t>
          </a:r>
          <a:endParaRPr lang="en-US" sz="1200" kern="1200"/>
        </a:p>
      </dsp:txBody>
      <dsp:txXfrm>
        <a:off x="6016629" y="288043"/>
        <a:ext cx="2662912" cy="1129720"/>
      </dsp:txXfrm>
    </dsp:sp>
    <dsp:sp modelId="{455D31E3-0D9F-465A-A406-9059465B07B9}">
      <dsp:nvSpPr>
        <dsp:cNvPr id="0" name=""/>
        <dsp:cNvSpPr/>
      </dsp:nvSpPr>
      <dsp:spPr>
        <a:xfrm>
          <a:off x="146116" y="1998535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A3031-27F1-4205-98EF-6B4BD1F1A94D}">
      <dsp:nvSpPr>
        <dsp:cNvPr id="0" name=""/>
        <dsp:cNvSpPr/>
      </dsp:nvSpPr>
      <dsp:spPr>
        <a:xfrm>
          <a:off x="383358" y="2235776"/>
          <a:ext cx="655237" cy="6552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A46B0-72FB-41AF-A234-12C4568A9C6E}">
      <dsp:nvSpPr>
        <dsp:cNvPr id="0" name=""/>
        <dsp:cNvSpPr/>
      </dsp:nvSpPr>
      <dsp:spPr>
        <a:xfrm>
          <a:off x="1517920" y="1998535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C13 - Estar apto a construir um rico banco de dados com toda a informação demandada para a construção de um modelo baseado em algoritmos de aprendizagem de máquina (Machine Learning);</a:t>
          </a:r>
          <a:endParaRPr lang="en-US" sz="1200" kern="1200"/>
        </a:p>
      </dsp:txBody>
      <dsp:txXfrm>
        <a:off x="1517920" y="1998535"/>
        <a:ext cx="2662912" cy="1129720"/>
      </dsp:txXfrm>
    </dsp:sp>
    <dsp:sp modelId="{7A29AA02-8E0C-4205-8D1D-85B332834DB3}">
      <dsp:nvSpPr>
        <dsp:cNvPr id="0" name=""/>
        <dsp:cNvSpPr/>
      </dsp:nvSpPr>
      <dsp:spPr>
        <a:xfrm>
          <a:off x="4644825" y="1998535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C86A8-2399-43C5-9C20-3E43C5E89CED}">
      <dsp:nvSpPr>
        <dsp:cNvPr id="0" name=""/>
        <dsp:cNvSpPr/>
      </dsp:nvSpPr>
      <dsp:spPr>
        <a:xfrm>
          <a:off x="4882067" y="2235776"/>
          <a:ext cx="655237" cy="6552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BBC7C-4C8E-4816-B0BC-A336E1139005}">
      <dsp:nvSpPr>
        <dsp:cNvPr id="0" name=""/>
        <dsp:cNvSpPr/>
      </dsp:nvSpPr>
      <dsp:spPr>
        <a:xfrm>
          <a:off x="6016629" y="1998535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C14 - Integração de ferramentas computacionais no processo de tomada de decisão baseada em modelos de aprendizagem de máquina (Machine Learning).</a:t>
          </a:r>
          <a:endParaRPr lang="en-US" sz="1200" kern="1200"/>
        </a:p>
      </dsp:txBody>
      <dsp:txXfrm>
        <a:off x="6016629" y="1998535"/>
        <a:ext cx="2662912" cy="11297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CCFA68-D4FC-4C6C-A033-EF979CFA2242}">
      <dsp:nvSpPr>
        <dsp:cNvPr id="0" name=""/>
        <dsp:cNvSpPr/>
      </dsp:nvSpPr>
      <dsp:spPr>
        <a:xfrm>
          <a:off x="776866" y="28495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44595-3DAE-42B9-9AD7-D3DE11D29985}">
      <dsp:nvSpPr>
        <dsp:cNvPr id="0" name=""/>
        <dsp:cNvSpPr/>
      </dsp:nvSpPr>
      <dsp:spPr>
        <a:xfrm>
          <a:off x="1010866" y="518954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CEE89-F5BC-42C0-8E7B-18E63390A639}">
      <dsp:nvSpPr>
        <dsp:cNvPr id="0" name=""/>
        <dsp:cNvSpPr/>
      </dsp:nvSpPr>
      <dsp:spPr>
        <a:xfrm>
          <a:off x="425866" y="1724954"/>
          <a:ext cx="1800000" cy="1024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 baseline="0"/>
            <a:t>H1 - Identificar conceitos sobre Business Intelligence (BI) e como eles podem ser aplicados na prática;</a:t>
          </a:r>
          <a:endParaRPr lang="en-US" sz="1100" kern="1200"/>
        </a:p>
      </dsp:txBody>
      <dsp:txXfrm>
        <a:off x="425866" y="1724954"/>
        <a:ext cx="1800000" cy="1024497"/>
      </dsp:txXfrm>
    </dsp:sp>
    <dsp:sp modelId="{43289AE3-A03A-4426-929D-8EC37A65320D}">
      <dsp:nvSpPr>
        <dsp:cNvPr id="0" name=""/>
        <dsp:cNvSpPr/>
      </dsp:nvSpPr>
      <dsp:spPr>
        <a:xfrm>
          <a:off x="2891866" y="28495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594C7A-F53C-44EE-B118-5FD63C1634FB}">
      <dsp:nvSpPr>
        <dsp:cNvPr id="0" name=""/>
        <dsp:cNvSpPr/>
      </dsp:nvSpPr>
      <dsp:spPr>
        <a:xfrm>
          <a:off x="3125866" y="518954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99869F-5343-4458-8991-ED2D40B86855}">
      <dsp:nvSpPr>
        <dsp:cNvPr id="0" name=""/>
        <dsp:cNvSpPr/>
      </dsp:nvSpPr>
      <dsp:spPr>
        <a:xfrm>
          <a:off x="2540866" y="1724954"/>
          <a:ext cx="1800000" cy="1024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 baseline="0"/>
            <a:t>H2 - Resolver problemas clássicos sobre BI;</a:t>
          </a:r>
          <a:endParaRPr lang="en-US" sz="1100" kern="1200"/>
        </a:p>
      </dsp:txBody>
      <dsp:txXfrm>
        <a:off x="2540866" y="1724954"/>
        <a:ext cx="1800000" cy="1024497"/>
      </dsp:txXfrm>
    </dsp:sp>
    <dsp:sp modelId="{C3D1CD27-9F62-49CB-A35D-C7055C2BFE29}">
      <dsp:nvSpPr>
        <dsp:cNvPr id="0" name=""/>
        <dsp:cNvSpPr/>
      </dsp:nvSpPr>
      <dsp:spPr>
        <a:xfrm>
          <a:off x="5006866" y="28495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3F32F6-15F0-478C-92F0-624205ED79D2}">
      <dsp:nvSpPr>
        <dsp:cNvPr id="0" name=""/>
        <dsp:cNvSpPr/>
      </dsp:nvSpPr>
      <dsp:spPr>
        <a:xfrm>
          <a:off x="5240866" y="518954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320C7-DEEE-4076-9B6F-7A62179296E8}">
      <dsp:nvSpPr>
        <dsp:cNvPr id="0" name=""/>
        <dsp:cNvSpPr/>
      </dsp:nvSpPr>
      <dsp:spPr>
        <a:xfrm>
          <a:off x="4655866" y="1724954"/>
          <a:ext cx="1800000" cy="1024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 baseline="0"/>
            <a:t>H3 - Selecionar a solução mais adequada para determinados problemas de BI;</a:t>
          </a:r>
          <a:endParaRPr lang="en-US" sz="1100" kern="1200" dirty="0"/>
        </a:p>
      </dsp:txBody>
      <dsp:txXfrm>
        <a:off x="4655866" y="1724954"/>
        <a:ext cx="1800000" cy="1024497"/>
      </dsp:txXfrm>
    </dsp:sp>
    <dsp:sp modelId="{37F33E47-3DB6-4A99-829C-6E85011C43A2}">
      <dsp:nvSpPr>
        <dsp:cNvPr id="0" name=""/>
        <dsp:cNvSpPr/>
      </dsp:nvSpPr>
      <dsp:spPr>
        <a:xfrm>
          <a:off x="7121866" y="28495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194FC1-8091-4B0A-88D8-6D9DE4386BA4}">
      <dsp:nvSpPr>
        <dsp:cNvPr id="0" name=""/>
        <dsp:cNvSpPr/>
      </dsp:nvSpPr>
      <dsp:spPr>
        <a:xfrm>
          <a:off x="7355866" y="518954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E0323-112D-4AE7-A4FB-079F63B6578B}">
      <dsp:nvSpPr>
        <dsp:cNvPr id="0" name=""/>
        <dsp:cNvSpPr/>
      </dsp:nvSpPr>
      <dsp:spPr>
        <a:xfrm>
          <a:off x="6770866" y="1724954"/>
          <a:ext cx="1800000" cy="1024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 baseline="0"/>
            <a:t>H4 - Conhecer as tendências mais atuais na área de BI e suas aplicações nas mais diversas áreas do conhecimento.</a:t>
          </a:r>
          <a:endParaRPr lang="en-US" sz="1100" kern="1200"/>
        </a:p>
      </dsp:txBody>
      <dsp:txXfrm>
        <a:off x="6770866" y="1724954"/>
        <a:ext cx="1800000" cy="10244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CCFA68-D4FC-4C6C-A033-EF979CFA2242}">
      <dsp:nvSpPr>
        <dsp:cNvPr id="0" name=""/>
        <dsp:cNvSpPr/>
      </dsp:nvSpPr>
      <dsp:spPr>
        <a:xfrm>
          <a:off x="776866" y="28495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44595-3DAE-42B9-9AD7-D3DE11D29985}">
      <dsp:nvSpPr>
        <dsp:cNvPr id="0" name=""/>
        <dsp:cNvSpPr/>
      </dsp:nvSpPr>
      <dsp:spPr>
        <a:xfrm>
          <a:off x="1010866" y="518954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CEE89-F5BC-42C0-8E7B-18E63390A639}">
      <dsp:nvSpPr>
        <dsp:cNvPr id="0" name=""/>
        <dsp:cNvSpPr/>
      </dsp:nvSpPr>
      <dsp:spPr>
        <a:xfrm>
          <a:off x="425866" y="1724954"/>
          <a:ext cx="1800000" cy="1024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 baseline="0"/>
            <a:t>H1 - Identificar conceitos sobre Business Intelligence (BI) e como eles podem ser aplicados na prática;</a:t>
          </a:r>
          <a:endParaRPr lang="en-US" sz="1100" kern="1200"/>
        </a:p>
      </dsp:txBody>
      <dsp:txXfrm>
        <a:off x="425866" y="1724954"/>
        <a:ext cx="1800000" cy="1024497"/>
      </dsp:txXfrm>
    </dsp:sp>
    <dsp:sp modelId="{43289AE3-A03A-4426-929D-8EC37A65320D}">
      <dsp:nvSpPr>
        <dsp:cNvPr id="0" name=""/>
        <dsp:cNvSpPr/>
      </dsp:nvSpPr>
      <dsp:spPr>
        <a:xfrm>
          <a:off x="2891866" y="28495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594C7A-F53C-44EE-B118-5FD63C1634FB}">
      <dsp:nvSpPr>
        <dsp:cNvPr id="0" name=""/>
        <dsp:cNvSpPr/>
      </dsp:nvSpPr>
      <dsp:spPr>
        <a:xfrm>
          <a:off x="3125866" y="518954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99869F-5343-4458-8991-ED2D40B86855}">
      <dsp:nvSpPr>
        <dsp:cNvPr id="0" name=""/>
        <dsp:cNvSpPr/>
      </dsp:nvSpPr>
      <dsp:spPr>
        <a:xfrm>
          <a:off x="2540866" y="1724954"/>
          <a:ext cx="1800000" cy="1024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 baseline="0"/>
            <a:t>H2 - Resolver problemas clássicos sobre BI;</a:t>
          </a:r>
          <a:endParaRPr lang="en-US" sz="1100" kern="1200"/>
        </a:p>
      </dsp:txBody>
      <dsp:txXfrm>
        <a:off x="2540866" y="1724954"/>
        <a:ext cx="1800000" cy="1024497"/>
      </dsp:txXfrm>
    </dsp:sp>
    <dsp:sp modelId="{C3D1CD27-9F62-49CB-A35D-C7055C2BFE29}">
      <dsp:nvSpPr>
        <dsp:cNvPr id="0" name=""/>
        <dsp:cNvSpPr/>
      </dsp:nvSpPr>
      <dsp:spPr>
        <a:xfrm>
          <a:off x="5006866" y="28495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3F32F6-15F0-478C-92F0-624205ED79D2}">
      <dsp:nvSpPr>
        <dsp:cNvPr id="0" name=""/>
        <dsp:cNvSpPr/>
      </dsp:nvSpPr>
      <dsp:spPr>
        <a:xfrm>
          <a:off x="5240866" y="518954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320C7-DEEE-4076-9B6F-7A62179296E8}">
      <dsp:nvSpPr>
        <dsp:cNvPr id="0" name=""/>
        <dsp:cNvSpPr/>
      </dsp:nvSpPr>
      <dsp:spPr>
        <a:xfrm>
          <a:off x="4655866" y="1724954"/>
          <a:ext cx="1800000" cy="1024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 baseline="0"/>
            <a:t>H3 - Selecionar a solução mais adequada para determinados problemas de BI;</a:t>
          </a:r>
          <a:endParaRPr lang="en-US" sz="1100" kern="1200" dirty="0"/>
        </a:p>
      </dsp:txBody>
      <dsp:txXfrm>
        <a:off x="4655866" y="1724954"/>
        <a:ext cx="1800000" cy="1024497"/>
      </dsp:txXfrm>
    </dsp:sp>
    <dsp:sp modelId="{37F33E47-3DB6-4A99-829C-6E85011C43A2}">
      <dsp:nvSpPr>
        <dsp:cNvPr id="0" name=""/>
        <dsp:cNvSpPr/>
      </dsp:nvSpPr>
      <dsp:spPr>
        <a:xfrm>
          <a:off x="7121866" y="28495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194FC1-8091-4B0A-88D8-6D9DE4386BA4}">
      <dsp:nvSpPr>
        <dsp:cNvPr id="0" name=""/>
        <dsp:cNvSpPr/>
      </dsp:nvSpPr>
      <dsp:spPr>
        <a:xfrm>
          <a:off x="7355866" y="518954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E0323-112D-4AE7-A4FB-079F63B6578B}">
      <dsp:nvSpPr>
        <dsp:cNvPr id="0" name=""/>
        <dsp:cNvSpPr/>
      </dsp:nvSpPr>
      <dsp:spPr>
        <a:xfrm>
          <a:off x="6770866" y="1724954"/>
          <a:ext cx="1800000" cy="1024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 baseline="0"/>
            <a:t>H4 - Conhecer as tendências mais atuais na área de BI e suas aplicações nas mais diversas áreas do conhecimento.</a:t>
          </a:r>
          <a:endParaRPr lang="en-US" sz="1100" kern="1200"/>
        </a:p>
      </dsp:txBody>
      <dsp:txXfrm>
        <a:off x="6770866" y="1724954"/>
        <a:ext cx="1800000" cy="10244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6C2FE-2DCE-4590-97C0-77ED6C614DB4}">
      <dsp:nvSpPr>
        <dsp:cNvPr id="0" name=""/>
        <dsp:cNvSpPr/>
      </dsp:nvSpPr>
      <dsp:spPr>
        <a:xfrm>
          <a:off x="2214" y="1061204"/>
          <a:ext cx="1176458" cy="288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0" i="0" kern="1200"/>
            <a:t>Unidade 1</a:t>
          </a:r>
          <a:endParaRPr lang="en-US" sz="1000" kern="1200"/>
        </a:p>
      </dsp:txBody>
      <dsp:txXfrm>
        <a:off x="2214" y="1061204"/>
        <a:ext cx="1176458" cy="288000"/>
      </dsp:txXfrm>
    </dsp:sp>
    <dsp:sp modelId="{F68B52B3-57E8-4816-BCDE-50B8762CBCC3}">
      <dsp:nvSpPr>
        <dsp:cNvPr id="0" name=""/>
        <dsp:cNvSpPr/>
      </dsp:nvSpPr>
      <dsp:spPr>
        <a:xfrm>
          <a:off x="2214" y="1349204"/>
          <a:ext cx="1176458" cy="8530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b="0" i="0" kern="1200"/>
            <a:t>Modelagem e preparação de dados multidimensional</a:t>
          </a:r>
          <a:endParaRPr lang="en-US" sz="1000" kern="1200"/>
        </a:p>
      </dsp:txBody>
      <dsp:txXfrm>
        <a:off x="2214" y="1349204"/>
        <a:ext cx="1176458" cy="853094"/>
      </dsp:txXfrm>
    </dsp:sp>
    <dsp:sp modelId="{0F10E4E5-1C75-4038-96D7-A77865940351}">
      <dsp:nvSpPr>
        <dsp:cNvPr id="0" name=""/>
        <dsp:cNvSpPr/>
      </dsp:nvSpPr>
      <dsp:spPr>
        <a:xfrm>
          <a:off x="1343376" y="1061204"/>
          <a:ext cx="1176458" cy="288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0" i="0" kern="1200"/>
            <a:t>Unidade 2</a:t>
          </a:r>
          <a:endParaRPr lang="en-US" sz="1000" kern="1200"/>
        </a:p>
      </dsp:txBody>
      <dsp:txXfrm>
        <a:off x="1343376" y="1061204"/>
        <a:ext cx="1176458" cy="288000"/>
      </dsp:txXfrm>
    </dsp:sp>
    <dsp:sp modelId="{3BB9C64B-587D-4072-BCD2-CFF98FA8A5B8}">
      <dsp:nvSpPr>
        <dsp:cNvPr id="0" name=""/>
        <dsp:cNvSpPr/>
      </dsp:nvSpPr>
      <dsp:spPr>
        <a:xfrm>
          <a:off x="1343376" y="1349204"/>
          <a:ext cx="1176458" cy="8530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b="0" i="0" u="sng" kern="1200"/>
            <a:t>Armazenamento Data Warehouse (DW) e Data Mart (DM)</a:t>
          </a:r>
          <a:endParaRPr lang="en-US" sz="1000" kern="1200"/>
        </a:p>
      </dsp:txBody>
      <dsp:txXfrm>
        <a:off x="1343376" y="1349204"/>
        <a:ext cx="1176458" cy="853094"/>
      </dsp:txXfrm>
    </dsp:sp>
    <dsp:sp modelId="{7BB40EAB-9914-461C-B131-98C5F9F0EC4A}">
      <dsp:nvSpPr>
        <dsp:cNvPr id="0" name=""/>
        <dsp:cNvSpPr/>
      </dsp:nvSpPr>
      <dsp:spPr>
        <a:xfrm>
          <a:off x="2684539" y="1061204"/>
          <a:ext cx="1176458" cy="288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0" i="0" kern="1200"/>
            <a:t>Unidade 3</a:t>
          </a:r>
          <a:endParaRPr lang="en-US" sz="1000" kern="1200"/>
        </a:p>
      </dsp:txBody>
      <dsp:txXfrm>
        <a:off x="2684539" y="1061204"/>
        <a:ext cx="1176458" cy="288000"/>
      </dsp:txXfrm>
    </dsp:sp>
    <dsp:sp modelId="{568A750F-163A-4786-ADD9-91C2350811B1}">
      <dsp:nvSpPr>
        <dsp:cNvPr id="0" name=""/>
        <dsp:cNvSpPr/>
      </dsp:nvSpPr>
      <dsp:spPr>
        <a:xfrm>
          <a:off x="2684539" y="1349204"/>
          <a:ext cx="1176458" cy="8530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b="0" i="0" kern="1200"/>
            <a:t>Ferramentas OLAP e ETL</a:t>
          </a:r>
          <a:endParaRPr lang="en-US" sz="1000" kern="1200"/>
        </a:p>
      </dsp:txBody>
      <dsp:txXfrm>
        <a:off x="2684539" y="1349204"/>
        <a:ext cx="1176458" cy="853094"/>
      </dsp:txXfrm>
    </dsp:sp>
    <dsp:sp modelId="{CC792928-991F-4AFC-9A2F-93D4374827EC}">
      <dsp:nvSpPr>
        <dsp:cNvPr id="0" name=""/>
        <dsp:cNvSpPr/>
      </dsp:nvSpPr>
      <dsp:spPr>
        <a:xfrm>
          <a:off x="4025702" y="1061204"/>
          <a:ext cx="1176458" cy="288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0" i="0" kern="1200"/>
            <a:t>Unidade 4</a:t>
          </a:r>
          <a:endParaRPr lang="en-US" sz="1000" kern="1200"/>
        </a:p>
      </dsp:txBody>
      <dsp:txXfrm>
        <a:off x="4025702" y="1061204"/>
        <a:ext cx="1176458" cy="288000"/>
      </dsp:txXfrm>
    </dsp:sp>
    <dsp:sp modelId="{20B96A88-19A3-42E8-AB22-1BC3B15FCE28}">
      <dsp:nvSpPr>
        <dsp:cNvPr id="0" name=""/>
        <dsp:cNvSpPr/>
      </dsp:nvSpPr>
      <dsp:spPr>
        <a:xfrm>
          <a:off x="4025702" y="1349204"/>
          <a:ext cx="1176458" cy="8530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b="0" i="0" kern="1200"/>
            <a:t>Projeto e implementação de banco de dados multidimensional</a:t>
          </a:r>
          <a:endParaRPr lang="en-US" sz="1000" kern="1200"/>
        </a:p>
      </dsp:txBody>
      <dsp:txXfrm>
        <a:off x="4025702" y="1349204"/>
        <a:ext cx="1176458" cy="853094"/>
      </dsp:txXfrm>
    </dsp:sp>
    <dsp:sp modelId="{0E58B88C-C335-4A53-AACD-86A7CF9A7CD5}">
      <dsp:nvSpPr>
        <dsp:cNvPr id="0" name=""/>
        <dsp:cNvSpPr/>
      </dsp:nvSpPr>
      <dsp:spPr>
        <a:xfrm>
          <a:off x="5366864" y="1061204"/>
          <a:ext cx="1176458" cy="288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0" i="0" kern="1200"/>
            <a:t>Unidade 5</a:t>
          </a:r>
          <a:endParaRPr lang="en-US" sz="1000" kern="1200"/>
        </a:p>
      </dsp:txBody>
      <dsp:txXfrm>
        <a:off x="5366864" y="1061204"/>
        <a:ext cx="1176458" cy="288000"/>
      </dsp:txXfrm>
    </dsp:sp>
    <dsp:sp modelId="{B9E68FDE-33EF-41C0-BECF-B911A160AD8E}">
      <dsp:nvSpPr>
        <dsp:cNvPr id="0" name=""/>
        <dsp:cNvSpPr/>
      </dsp:nvSpPr>
      <dsp:spPr>
        <a:xfrm>
          <a:off x="5366864" y="1349204"/>
          <a:ext cx="1176458" cy="8530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b="0" i="0" kern="1200"/>
            <a:t>Técnicas de Análise de Dados</a:t>
          </a:r>
          <a:endParaRPr lang="en-US" sz="1000" kern="1200"/>
        </a:p>
      </dsp:txBody>
      <dsp:txXfrm>
        <a:off x="5366864" y="1349204"/>
        <a:ext cx="1176458" cy="853094"/>
      </dsp:txXfrm>
    </dsp:sp>
    <dsp:sp modelId="{521CB023-28CE-4653-BD17-69465476A496}">
      <dsp:nvSpPr>
        <dsp:cNvPr id="0" name=""/>
        <dsp:cNvSpPr/>
      </dsp:nvSpPr>
      <dsp:spPr>
        <a:xfrm>
          <a:off x="6708027" y="1061204"/>
          <a:ext cx="1176458" cy="288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0" i="0" kern="1200"/>
            <a:t>Unidade 6</a:t>
          </a:r>
          <a:endParaRPr lang="en-US" sz="1000" kern="1200"/>
        </a:p>
      </dsp:txBody>
      <dsp:txXfrm>
        <a:off x="6708027" y="1061204"/>
        <a:ext cx="1176458" cy="288000"/>
      </dsp:txXfrm>
    </dsp:sp>
    <dsp:sp modelId="{6C7E3649-D02C-41E1-97F8-02C9999FB4A9}">
      <dsp:nvSpPr>
        <dsp:cNvPr id="0" name=""/>
        <dsp:cNvSpPr/>
      </dsp:nvSpPr>
      <dsp:spPr>
        <a:xfrm>
          <a:off x="6708027" y="1349204"/>
          <a:ext cx="1176458" cy="8530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b="0" i="0" kern="1200"/>
            <a:t>Visualização de Dados e Dashboards</a:t>
          </a:r>
          <a:endParaRPr lang="en-US" sz="1000" kern="1200"/>
        </a:p>
      </dsp:txBody>
      <dsp:txXfrm>
        <a:off x="6708027" y="1349204"/>
        <a:ext cx="1176458" cy="8530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5EE87-684E-436A-815E-36A9C7DA519B}">
      <dsp:nvSpPr>
        <dsp:cNvPr id="0" name=""/>
        <dsp:cNvSpPr/>
      </dsp:nvSpPr>
      <dsp:spPr>
        <a:xfrm>
          <a:off x="0" y="1393"/>
          <a:ext cx="7866196" cy="6517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E793E-EB9D-41B7-BF58-B936F7848444}">
      <dsp:nvSpPr>
        <dsp:cNvPr id="0" name=""/>
        <dsp:cNvSpPr/>
      </dsp:nvSpPr>
      <dsp:spPr>
        <a:xfrm>
          <a:off x="197140" y="148026"/>
          <a:ext cx="358436" cy="3584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73A7F-5960-4995-9214-1F1D3F3D057B}">
      <dsp:nvSpPr>
        <dsp:cNvPr id="0" name=""/>
        <dsp:cNvSpPr/>
      </dsp:nvSpPr>
      <dsp:spPr>
        <a:xfrm>
          <a:off x="752717" y="1393"/>
          <a:ext cx="3539788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Para o elemento Conhecimento:</a:t>
          </a:r>
          <a:endParaRPr lang="en-US" sz="1900" kern="1200"/>
        </a:p>
      </dsp:txBody>
      <dsp:txXfrm>
        <a:off x="752717" y="1393"/>
        <a:ext cx="3539788" cy="651703"/>
      </dsp:txXfrm>
    </dsp:sp>
    <dsp:sp modelId="{CE57F31E-A84C-4837-A511-BF0632F893D7}">
      <dsp:nvSpPr>
        <dsp:cNvPr id="0" name=""/>
        <dsp:cNvSpPr/>
      </dsp:nvSpPr>
      <dsp:spPr>
        <a:xfrm>
          <a:off x="4292505" y="1393"/>
          <a:ext cx="3572954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Aula expositiva dialogada; apresentação e análise de estudos de caso; análise e discussão de textos e artigos acadêmicos.</a:t>
          </a:r>
          <a:endParaRPr lang="en-US" sz="1100" kern="1200"/>
        </a:p>
      </dsp:txBody>
      <dsp:txXfrm>
        <a:off x="4292505" y="1393"/>
        <a:ext cx="3572954" cy="651703"/>
      </dsp:txXfrm>
    </dsp:sp>
    <dsp:sp modelId="{BC081EE3-CA6A-4725-B9CC-F91245E72ADC}">
      <dsp:nvSpPr>
        <dsp:cNvPr id="0" name=""/>
        <dsp:cNvSpPr/>
      </dsp:nvSpPr>
      <dsp:spPr>
        <a:xfrm>
          <a:off x="0" y="816022"/>
          <a:ext cx="7866196" cy="6517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00C0F-74F3-4870-8B2F-E7C00C9CE2F7}">
      <dsp:nvSpPr>
        <dsp:cNvPr id="0" name=""/>
        <dsp:cNvSpPr/>
      </dsp:nvSpPr>
      <dsp:spPr>
        <a:xfrm>
          <a:off x="197140" y="962656"/>
          <a:ext cx="358436" cy="3584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F2E442-213F-4912-831A-95FAA6BC040D}">
      <dsp:nvSpPr>
        <dsp:cNvPr id="0" name=""/>
        <dsp:cNvSpPr/>
      </dsp:nvSpPr>
      <dsp:spPr>
        <a:xfrm>
          <a:off x="752717" y="816022"/>
          <a:ext cx="3539788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Para o elemento Habilidade:</a:t>
          </a:r>
          <a:endParaRPr lang="en-US" sz="1900" kern="1200"/>
        </a:p>
      </dsp:txBody>
      <dsp:txXfrm>
        <a:off x="752717" y="816022"/>
        <a:ext cx="3539788" cy="651703"/>
      </dsp:txXfrm>
    </dsp:sp>
    <dsp:sp modelId="{F06337C6-41CA-4C92-BBC9-78C7D9E2E0D2}">
      <dsp:nvSpPr>
        <dsp:cNvPr id="0" name=""/>
        <dsp:cNvSpPr/>
      </dsp:nvSpPr>
      <dsp:spPr>
        <a:xfrm>
          <a:off x="4292505" y="816022"/>
          <a:ext cx="3572954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Pesquisas e reflexões individuais; organização, participação e condução de seminários; construção de estudos de caso.</a:t>
          </a:r>
          <a:endParaRPr lang="en-US" sz="1100" kern="1200"/>
        </a:p>
      </dsp:txBody>
      <dsp:txXfrm>
        <a:off x="4292505" y="816022"/>
        <a:ext cx="3572954" cy="651703"/>
      </dsp:txXfrm>
    </dsp:sp>
    <dsp:sp modelId="{C5626DAB-E9ED-4C23-AFD9-D77B02FFEED0}">
      <dsp:nvSpPr>
        <dsp:cNvPr id="0" name=""/>
        <dsp:cNvSpPr/>
      </dsp:nvSpPr>
      <dsp:spPr>
        <a:xfrm>
          <a:off x="0" y="1630652"/>
          <a:ext cx="7866196" cy="6517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E41C3-0D22-4364-BCD4-A0B89AB1F9D2}">
      <dsp:nvSpPr>
        <dsp:cNvPr id="0" name=""/>
        <dsp:cNvSpPr/>
      </dsp:nvSpPr>
      <dsp:spPr>
        <a:xfrm>
          <a:off x="197140" y="1777285"/>
          <a:ext cx="358436" cy="3584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E7603-C478-4E99-B7EC-7F126684057B}">
      <dsp:nvSpPr>
        <dsp:cNvPr id="0" name=""/>
        <dsp:cNvSpPr/>
      </dsp:nvSpPr>
      <dsp:spPr>
        <a:xfrm>
          <a:off x="752717" y="1630652"/>
          <a:ext cx="3539788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Para o elemento Atitude:</a:t>
          </a:r>
          <a:endParaRPr lang="en-US" sz="1900" kern="1200"/>
        </a:p>
      </dsp:txBody>
      <dsp:txXfrm>
        <a:off x="752717" y="1630652"/>
        <a:ext cx="3539788" cy="651703"/>
      </dsp:txXfrm>
    </dsp:sp>
    <dsp:sp modelId="{06247584-5F01-44ED-B676-80328D78C7E0}">
      <dsp:nvSpPr>
        <dsp:cNvPr id="0" name=""/>
        <dsp:cNvSpPr/>
      </dsp:nvSpPr>
      <dsp:spPr>
        <a:xfrm>
          <a:off x="4292505" y="1630652"/>
          <a:ext cx="3572954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Atividades que estimulem a liderança, a comunicação e articulação de grupos;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Aplicação da Ética no cotidiano do curso; autoavaliação e avaliação de seus pares</a:t>
          </a:r>
          <a:endParaRPr lang="en-US" sz="1100" kern="1200"/>
        </a:p>
      </dsp:txBody>
      <dsp:txXfrm>
        <a:off x="4292505" y="1630652"/>
        <a:ext cx="3572954" cy="6517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BE828-1D2D-44C4-B0A4-B232B578644C}">
      <dsp:nvSpPr>
        <dsp:cNvPr id="0" name=""/>
        <dsp:cNvSpPr/>
      </dsp:nvSpPr>
      <dsp:spPr>
        <a:xfrm>
          <a:off x="0" y="596"/>
          <a:ext cx="5372421" cy="5007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B3E565-3701-4B93-9CD8-5E0D351295BF}">
      <dsp:nvSpPr>
        <dsp:cNvPr id="0" name=""/>
        <dsp:cNvSpPr/>
      </dsp:nvSpPr>
      <dsp:spPr>
        <a:xfrm>
          <a:off x="151474" y="113263"/>
          <a:ext cx="275408" cy="2754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3CB6E1-37B6-457D-82BE-52CBBD116C70}">
      <dsp:nvSpPr>
        <dsp:cNvPr id="0" name=""/>
        <dsp:cNvSpPr/>
      </dsp:nvSpPr>
      <dsp:spPr>
        <a:xfrm>
          <a:off x="578357" y="596"/>
          <a:ext cx="4794064" cy="500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95" tIns="52995" rIns="52995" bIns="52995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 dirty="0"/>
            <a:t>Computadores ou dispositivos móveis com conexão com a Internet.</a:t>
          </a:r>
          <a:endParaRPr lang="en-US" sz="1200" kern="1200" dirty="0"/>
        </a:p>
      </dsp:txBody>
      <dsp:txXfrm>
        <a:off x="578357" y="596"/>
        <a:ext cx="4794064" cy="500742"/>
      </dsp:txXfrm>
    </dsp:sp>
    <dsp:sp modelId="{D90FDEFD-FBC6-42AC-ABC5-A04C626E1E4A}">
      <dsp:nvSpPr>
        <dsp:cNvPr id="0" name=""/>
        <dsp:cNvSpPr/>
      </dsp:nvSpPr>
      <dsp:spPr>
        <a:xfrm>
          <a:off x="0" y="626523"/>
          <a:ext cx="5372421" cy="5007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B4D1F-9FC5-43A9-8585-CA731D025BCA}">
      <dsp:nvSpPr>
        <dsp:cNvPr id="0" name=""/>
        <dsp:cNvSpPr/>
      </dsp:nvSpPr>
      <dsp:spPr>
        <a:xfrm>
          <a:off x="151474" y="739190"/>
          <a:ext cx="275408" cy="2754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A413C-CD31-4DBA-AF30-436BEA4F0B16}">
      <dsp:nvSpPr>
        <dsp:cNvPr id="0" name=""/>
        <dsp:cNvSpPr/>
      </dsp:nvSpPr>
      <dsp:spPr>
        <a:xfrm>
          <a:off x="578357" y="626523"/>
          <a:ext cx="4794064" cy="500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95" tIns="52995" rIns="52995" bIns="52995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Quadro branco em sala de aula convencional ou laboratório.</a:t>
          </a:r>
          <a:endParaRPr lang="en-US" sz="1200" kern="1200"/>
        </a:p>
      </dsp:txBody>
      <dsp:txXfrm>
        <a:off x="578357" y="626523"/>
        <a:ext cx="4794064" cy="500742"/>
      </dsp:txXfrm>
    </dsp:sp>
    <dsp:sp modelId="{E3348C30-67E4-4AFB-82C6-50E12912AE79}">
      <dsp:nvSpPr>
        <dsp:cNvPr id="0" name=""/>
        <dsp:cNvSpPr/>
      </dsp:nvSpPr>
      <dsp:spPr>
        <a:xfrm>
          <a:off x="0" y="1252451"/>
          <a:ext cx="5372421" cy="5007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59C0C-341E-4405-81B7-774A86E838C6}">
      <dsp:nvSpPr>
        <dsp:cNvPr id="0" name=""/>
        <dsp:cNvSpPr/>
      </dsp:nvSpPr>
      <dsp:spPr>
        <a:xfrm>
          <a:off x="151474" y="1365118"/>
          <a:ext cx="275408" cy="2754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72721-BB15-4E63-ACE8-834A4D87CF80}">
      <dsp:nvSpPr>
        <dsp:cNvPr id="0" name=""/>
        <dsp:cNvSpPr/>
      </dsp:nvSpPr>
      <dsp:spPr>
        <a:xfrm>
          <a:off x="578357" y="1252451"/>
          <a:ext cx="4794064" cy="500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95" tIns="52995" rIns="52995" bIns="52995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Recursos audiovisuais (projetor multimídia, tela, equipamento de áudio, vídeos)</a:t>
          </a:r>
          <a:endParaRPr lang="en-US" sz="1200" kern="1200"/>
        </a:p>
      </dsp:txBody>
      <dsp:txXfrm>
        <a:off x="578357" y="1252451"/>
        <a:ext cx="4794064" cy="500742"/>
      </dsp:txXfrm>
    </dsp:sp>
    <dsp:sp modelId="{C6FB527D-3C50-4012-A84B-62C2412447F6}">
      <dsp:nvSpPr>
        <dsp:cNvPr id="0" name=""/>
        <dsp:cNvSpPr/>
      </dsp:nvSpPr>
      <dsp:spPr>
        <a:xfrm>
          <a:off x="0" y="1878379"/>
          <a:ext cx="5372421" cy="5007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42C8D-4547-46B3-BA86-C7E07E495E45}">
      <dsp:nvSpPr>
        <dsp:cNvPr id="0" name=""/>
        <dsp:cNvSpPr/>
      </dsp:nvSpPr>
      <dsp:spPr>
        <a:xfrm>
          <a:off x="151474" y="1991046"/>
          <a:ext cx="275408" cy="2754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82CC9-795B-46A3-8B65-D3BEC1BFDA1B}">
      <dsp:nvSpPr>
        <dsp:cNvPr id="0" name=""/>
        <dsp:cNvSpPr/>
      </dsp:nvSpPr>
      <dsp:spPr>
        <a:xfrm>
          <a:off x="578357" y="1878379"/>
          <a:ext cx="4794064" cy="500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95" tIns="52995" rIns="52995" bIns="52995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Ambiente do SGI, notadamente para aspectos administrativos da disciplina (frequência, menções, comunicados).</a:t>
          </a:r>
          <a:endParaRPr lang="en-US" sz="1200" kern="1200"/>
        </a:p>
      </dsp:txBody>
      <dsp:txXfrm>
        <a:off x="578357" y="1878379"/>
        <a:ext cx="4794064" cy="500742"/>
      </dsp:txXfrm>
    </dsp:sp>
    <dsp:sp modelId="{0427A985-A16E-4492-8BB7-53AD3BB6D43C}">
      <dsp:nvSpPr>
        <dsp:cNvPr id="0" name=""/>
        <dsp:cNvSpPr/>
      </dsp:nvSpPr>
      <dsp:spPr>
        <a:xfrm>
          <a:off x="0" y="2504306"/>
          <a:ext cx="5372421" cy="5007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10F25-7C77-4D32-8397-348AC6CCA13B}">
      <dsp:nvSpPr>
        <dsp:cNvPr id="0" name=""/>
        <dsp:cNvSpPr/>
      </dsp:nvSpPr>
      <dsp:spPr>
        <a:xfrm>
          <a:off x="151474" y="2616973"/>
          <a:ext cx="275408" cy="2754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F38B7-7287-470A-B57D-C644D6878497}">
      <dsp:nvSpPr>
        <dsp:cNvPr id="0" name=""/>
        <dsp:cNvSpPr/>
      </dsp:nvSpPr>
      <dsp:spPr>
        <a:xfrm>
          <a:off x="578357" y="2504306"/>
          <a:ext cx="4794064" cy="500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95" tIns="52995" rIns="52995" bIns="52995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Ambiente Moodle (Sala Online) será utilizado como apoio às atividades pedagógicas, incluindo conteúdo, atividades e avisos.</a:t>
          </a:r>
          <a:endParaRPr lang="en-US" sz="1200" kern="1200"/>
        </a:p>
      </dsp:txBody>
      <dsp:txXfrm>
        <a:off x="578357" y="2504306"/>
        <a:ext cx="4794064" cy="500742"/>
      </dsp:txXfrm>
    </dsp:sp>
    <dsp:sp modelId="{F07DFD8B-DF01-4905-A6BB-87D4DF46F977}">
      <dsp:nvSpPr>
        <dsp:cNvPr id="0" name=""/>
        <dsp:cNvSpPr/>
      </dsp:nvSpPr>
      <dsp:spPr>
        <a:xfrm>
          <a:off x="0" y="3130234"/>
          <a:ext cx="5372421" cy="5007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6F6F3-4A31-433B-AC1D-0B8652EE3DB9}">
      <dsp:nvSpPr>
        <dsp:cNvPr id="0" name=""/>
        <dsp:cNvSpPr/>
      </dsp:nvSpPr>
      <dsp:spPr>
        <a:xfrm>
          <a:off x="151474" y="3242901"/>
          <a:ext cx="275408" cy="27540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2F73A-A459-4A3D-8384-EB16E36C22DA}">
      <dsp:nvSpPr>
        <dsp:cNvPr id="0" name=""/>
        <dsp:cNvSpPr/>
      </dsp:nvSpPr>
      <dsp:spPr>
        <a:xfrm>
          <a:off x="578357" y="3130234"/>
          <a:ext cx="4794064" cy="500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95" tIns="52995" rIns="52995" bIns="52995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Livros e artigos relativos à disciplina.</a:t>
          </a:r>
          <a:endParaRPr lang="en-US" sz="1200" kern="1200"/>
        </a:p>
      </dsp:txBody>
      <dsp:txXfrm>
        <a:off x="578357" y="3130234"/>
        <a:ext cx="4794064" cy="500742"/>
      </dsp:txXfrm>
    </dsp:sp>
    <dsp:sp modelId="{EB5F4179-AC69-4C5D-80CE-5D11CB354B87}">
      <dsp:nvSpPr>
        <dsp:cNvPr id="0" name=""/>
        <dsp:cNvSpPr/>
      </dsp:nvSpPr>
      <dsp:spPr>
        <a:xfrm>
          <a:off x="0" y="3756162"/>
          <a:ext cx="5372421" cy="5007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6AFDA-F062-4751-AD65-E0C30B68BD1F}">
      <dsp:nvSpPr>
        <dsp:cNvPr id="0" name=""/>
        <dsp:cNvSpPr/>
      </dsp:nvSpPr>
      <dsp:spPr>
        <a:xfrm>
          <a:off x="151474" y="3868829"/>
          <a:ext cx="275408" cy="27540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77C19-80C3-4817-A1CF-B5810ABBFAD3}">
      <dsp:nvSpPr>
        <dsp:cNvPr id="0" name=""/>
        <dsp:cNvSpPr/>
      </dsp:nvSpPr>
      <dsp:spPr>
        <a:xfrm>
          <a:off x="578357" y="3756162"/>
          <a:ext cx="4794064" cy="500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95" tIns="52995" rIns="52995" bIns="52995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MS Power BI.</a:t>
          </a:r>
          <a:endParaRPr lang="en-US" sz="1200" kern="1200"/>
        </a:p>
      </dsp:txBody>
      <dsp:txXfrm>
        <a:off x="578357" y="3756162"/>
        <a:ext cx="4794064" cy="500742"/>
      </dsp:txXfrm>
    </dsp:sp>
    <dsp:sp modelId="{1FFCAD5C-3D44-440C-ACAA-9347161A5508}">
      <dsp:nvSpPr>
        <dsp:cNvPr id="0" name=""/>
        <dsp:cNvSpPr/>
      </dsp:nvSpPr>
      <dsp:spPr>
        <a:xfrm>
          <a:off x="0" y="4382089"/>
          <a:ext cx="5372421" cy="5007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F8A4A5-74F3-49E8-9282-04206E2E5C70}">
      <dsp:nvSpPr>
        <dsp:cNvPr id="0" name=""/>
        <dsp:cNvSpPr/>
      </dsp:nvSpPr>
      <dsp:spPr>
        <a:xfrm>
          <a:off x="151474" y="4494756"/>
          <a:ext cx="275408" cy="275408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32418-C9BC-4FDB-8D2B-A1583F28BBA4}">
      <dsp:nvSpPr>
        <dsp:cNvPr id="0" name=""/>
        <dsp:cNvSpPr/>
      </dsp:nvSpPr>
      <dsp:spPr>
        <a:xfrm>
          <a:off x="578357" y="4382089"/>
          <a:ext cx="4794064" cy="500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95" tIns="52995" rIns="52995" bIns="52995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Outros softwares online ou ferramentas gratuitas poderão ser empregados em proveito do processo de ensino e aprendizagem. </a:t>
          </a:r>
          <a:endParaRPr lang="en-US" sz="1200" kern="1200"/>
        </a:p>
      </dsp:txBody>
      <dsp:txXfrm>
        <a:off x="578357" y="4382089"/>
        <a:ext cx="4794064" cy="50074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96554-9D40-4C90-826F-7345399A8895}">
      <dsp:nvSpPr>
        <dsp:cNvPr id="0" name=""/>
        <dsp:cNvSpPr/>
      </dsp:nvSpPr>
      <dsp:spPr>
        <a:xfrm>
          <a:off x="0" y="0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Baseado no Regimento Geral do CEUB, Título IV, Capítulo I, Subseção V, a apuração do rendimento escolar será feita abrangendo os aspectos de assiduidade e aproveitamento, eliminatórios por si mesmos.</a:t>
          </a:r>
          <a:endParaRPr lang="en-US" sz="1000" kern="1200"/>
        </a:p>
      </dsp:txBody>
      <dsp:txXfrm>
        <a:off x="16578" y="16578"/>
        <a:ext cx="5633807" cy="532872"/>
      </dsp:txXfrm>
    </dsp:sp>
    <dsp:sp modelId="{A4DA07B0-3941-40B1-8092-9567E76853AD}">
      <dsp:nvSpPr>
        <dsp:cNvPr id="0" name=""/>
        <dsp:cNvSpPr/>
      </dsp:nvSpPr>
      <dsp:spPr>
        <a:xfrm>
          <a:off x="471262" y="644643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2753"/>
            <a:satOff val="-9438"/>
            <a:lumOff val="85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A assiduidade será verificada pela frequência às aulas e às atividades da disciplina. </a:t>
          </a:r>
          <a:endParaRPr lang="en-US" sz="1000" kern="1200"/>
        </a:p>
      </dsp:txBody>
      <dsp:txXfrm>
        <a:off x="487840" y="661221"/>
        <a:ext cx="5438483" cy="532872"/>
      </dsp:txXfrm>
    </dsp:sp>
    <dsp:sp modelId="{F3AA50EB-93EC-41D3-92A5-3CDAD605777F}">
      <dsp:nvSpPr>
        <dsp:cNvPr id="0" name=""/>
        <dsp:cNvSpPr/>
      </dsp:nvSpPr>
      <dsp:spPr>
        <a:xfrm>
          <a:off x="942525" y="1289287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5506"/>
            <a:satOff val="-18875"/>
            <a:lumOff val="170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O aproveitamento será aferido mediante a exigência da assimilação progressiva dos conhecimentos ministrados, avaliado em provas e em outras tarefas ministradas ao longo do período letivo.</a:t>
          </a:r>
          <a:endParaRPr lang="en-US" sz="1000" kern="1200" dirty="0"/>
        </a:p>
      </dsp:txBody>
      <dsp:txXfrm>
        <a:off x="959103" y="1305865"/>
        <a:ext cx="5438483" cy="532872"/>
      </dsp:txXfrm>
    </dsp:sp>
    <dsp:sp modelId="{B754D3FA-91C7-4695-B81D-345EF437EF7F}">
      <dsp:nvSpPr>
        <dsp:cNvPr id="0" name=""/>
        <dsp:cNvSpPr/>
      </dsp:nvSpPr>
      <dsp:spPr>
        <a:xfrm>
          <a:off x="1413787" y="1933931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8259"/>
            <a:satOff val="-28313"/>
            <a:lumOff val="255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O </a:t>
          </a:r>
          <a:r>
            <a:rPr lang="pt-BR" sz="1000" kern="1200" dirty="0"/>
            <a:t>aproveitamento nos estudos será traduzido pelas seguintes menções: SS (Superior); MS (Médio Superior); MM (Médio); MI (Médio Inferior); II (Inferior); SR (Sem Rendimento) e RF (Reprovado por Falta).</a:t>
          </a:r>
          <a:endParaRPr lang="en-US" sz="1000" kern="1200" dirty="0"/>
        </a:p>
      </dsp:txBody>
      <dsp:txXfrm>
        <a:off x="1430365" y="1950509"/>
        <a:ext cx="5438483" cy="532872"/>
      </dsp:txXfrm>
    </dsp:sp>
    <dsp:sp modelId="{4F9122E9-50A0-4496-892C-9593020D3D92}">
      <dsp:nvSpPr>
        <dsp:cNvPr id="0" name=""/>
        <dsp:cNvSpPr/>
      </dsp:nvSpPr>
      <dsp:spPr>
        <a:xfrm>
          <a:off x="1885050" y="2578575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1011"/>
            <a:satOff val="-37751"/>
            <a:lumOff val="340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A menção final (MF) representará o julgamento global do aproveitamento INDIVIDUAL nos estudos dentro de suas respectivas proporções de equivalência.</a:t>
          </a:r>
          <a:endParaRPr lang="en-US" sz="1000" kern="1200"/>
        </a:p>
      </dsp:txBody>
      <dsp:txXfrm>
        <a:off x="1901628" y="2595153"/>
        <a:ext cx="5438483" cy="532872"/>
      </dsp:txXfrm>
    </dsp:sp>
    <dsp:sp modelId="{3C23C661-2FAD-4AD9-BC54-B0469EA85725}">
      <dsp:nvSpPr>
        <dsp:cNvPr id="0" name=""/>
        <dsp:cNvSpPr/>
      </dsp:nvSpPr>
      <dsp:spPr>
        <a:xfrm>
          <a:off x="5942902" y="413515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025684" y="413515"/>
        <a:ext cx="202354" cy="276858"/>
      </dsp:txXfrm>
    </dsp:sp>
    <dsp:sp modelId="{9520941A-44C6-4468-A54E-6F3BF87B55AE}">
      <dsp:nvSpPr>
        <dsp:cNvPr id="0" name=""/>
        <dsp:cNvSpPr/>
      </dsp:nvSpPr>
      <dsp:spPr>
        <a:xfrm>
          <a:off x="6414164" y="1058159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496946" y="1058159"/>
        <a:ext cx="202354" cy="276858"/>
      </dsp:txXfrm>
    </dsp:sp>
    <dsp:sp modelId="{BB05CB52-03EE-4A28-AF18-60F4EA7D78FB}">
      <dsp:nvSpPr>
        <dsp:cNvPr id="0" name=""/>
        <dsp:cNvSpPr/>
      </dsp:nvSpPr>
      <dsp:spPr>
        <a:xfrm>
          <a:off x="6885427" y="1693369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968209" y="1693369"/>
        <a:ext cx="202354" cy="276858"/>
      </dsp:txXfrm>
    </dsp:sp>
    <dsp:sp modelId="{229B61A7-082F-4969-A0B2-62C02D20B095}">
      <dsp:nvSpPr>
        <dsp:cNvPr id="0" name=""/>
        <dsp:cNvSpPr/>
      </dsp:nvSpPr>
      <dsp:spPr>
        <a:xfrm>
          <a:off x="7356689" y="2344302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/>
        </a:p>
      </dsp:txBody>
      <dsp:txXfrm>
        <a:off x="7439471" y="2344302"/>
        <a:ext cx="202354" cy="2768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FACDE-B77D-4ADB-85FA-198DD14BB2B5}">
      <dsp:nvSpPr>
        <dsp:cNvPr id="0" name=""/>
        <dsp:cNvSpPr/>
      </dsp:nvSpPr>
      <dsp:spPr>
        <a:xfrm>
          <a:off x="3081" y="11195"/>
          <a:ext cx="1852875" cy="288000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Menção Parcial 01:</a:t>
          </a:r>
          <a:endParaRPr lang="en-US" sz="1000" kern="1200"/>
        </a:p>
      </dsp:txBody>
      <dsp:txXfrm>
        <a:off x="3081" y="11195"/>
        <a:ext cx="1852875" cy="288000"/>
      </dsp:txXfrm>
    </dsp:sp>
    <dsp:sp modelId="{39A834DD-F52C-49B0-8161-4C7BEC69B2BD}">
      <dsp:nvSpPr>
        <dsp:cNvPr id="0" name=""/>
        <dsp:cNvSpPr/>
      </dsp:nvSpPr>
      <dsp:spPr>
        <a:xfrm>
          <a:off x="3081" y="299195"/>
          <a:ext cx="1852875" cy="283421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1ª Avaliação Presencial.Será composta com o conteúdo trabalhado no primeiro bimestre de aulas, ministrada de forma individual e sem consulta.A aplicação ocorrerá em dia a ser informado no Plano de Aula, com publicação no Espaço Aluno e no AVA da disciplina.</a:t>
          </a:r>
          <a:endParaRPr lang="en-US" sz="1000" kern="1200"/>
        </a:p>
      </dsp:txBody>
      <dsp:txXfrm>
        <a:off x="3081" y="299195"/>
        <a:ext cx="1852875" cy="2834212"/>
      </dsp:txXfrm>
    </dsp:sp>
    <dsp:sp modelId="{02E27D1C-166F-43EA-9A6C-1EE18E916A40}">
      <dsp:nvSpPr>
        <dsp:cNvPr id="0" name=""/>
        <dsp:cNvSpPr/>
      </dsp:nvSpPr>
      <dsp:spPr>
        <a:xfrm>
          <a:off x="2115359" y="11195"/>
          <a:ext cx="1852875" cy="288000"/>
        </a:xfrm>
        <a:prstGeom prst="rect">
          <a:avLst/>
        </a:prstGeom>
        <a:solidFill>
          <a:schemeClr val="accent2">
            <a:shade val="80000"/>
            <a:hueOff val="-94031"/>
            <a:satOff val="1462"/>
            <a:lumOff val="7807"/>
            <a:alphaOff val="0"/>
          </a:schemeClr>
        </a:solidFill>
        <a:ln w="19050" cap="flat" cmpd="sng" algn="ctr">
          <a:solidFill>
            <a:schemeClr val="accent2">
              <a:shade val="80000"/>
              <a:hueOff val="-94031"/>
              <a:satOff val="1462"/>
              <a:lumOff val="78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Menção Parcial 02:</a:t>
          </a:r>
          <a:endParaRPr lang="en-US" sz="1000" kern="1200"/>
        </a:p>
      </dsp:txBody>
      <dsp:txXfrm>
        <a:off x="2115359" y="11195"/>
        <a:ext cx="1852875" cy="288000"/>
      </dsp:txXfrm>
    </dsp:sp>
    <dsp:sp modelId="{49FAE2A6-49D2-4426-802B-2325F85F7D65}">
      <dsp:nvSpPr>
        <dsp:cNvPr id="0" name=""/>
        <dsp:cNvSpPr/>
      </dsp:nvSpPr>
      <dsp:spPr>
        <a:xfrm>
          <a:off x="2115359" y="299195"/>
          <a:ext cx="1852875" cy="283421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Avaliação Geral dos trabalhos e atividades do 1º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A avaliação ocorrerá durante o primeiro bimestre com a publicação do resultado até o final do semestre letivo.</a:t>
          </a:r>
          <a:endParaRPr lang="en-US" sz="1000" kern="1200"/>
        </a:p>
      </dsp:txBody>
      <dsp:txXfrm>
        <a:off x="2115359" y="299195"/>
        <a:ext cx="1852875" cy="2834212"/>
      </dsp:txXfrm>
    </dsp:sp>
    <dsp:sp modelId="{9091D9F8-6A9D-4B10-81A1-52E18C5C75A8}">
      <dsp:nvSpPr>
        <dsp:cNvPr id="0" name=""/>
        <dsp:cNvSpPr/>
      </dsp:nvSpPr>
      <dsp:spPr>
        <a:xfrm>
          <a:off x="4227636" y="11195"/>
          <a:ext cx="1852875" cy="288000"/>
        </a:xfrm>
        <a:prstGeom prst="rect">
          <a:avLst/>
        </a:prstGeom>
        <a:solidFill>
          <a:schemeClr val="accent2">
            <a:shade val="80000"/>
            <a:hueOff val="-188062"/>
            <a:satOff val="2925"/>
            <a:lumOff val="15613"/>
            <a:alphaOff val="0"/>
          </a:schemeClr>
        </a:solidFill>
        <a:ln w="19050" cap="flat" cmpd="sng" algn="ctr">
          <a:solidFill>
            <a:schemeClr val="accent2">
              <a:shade val="80000"/>
              <a:hueOff val="-188062"/>
              <a:satOff val="2925"/>
              <a:lumOff val="156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Menção Parcial 03:</a:t>
          </a:r>
          <a:endParaRPr lang="en-US" sz="1000" kern="1200"/>
        </a:p>
      </dsp:txBody>
      <dsp:txXfrm>
        <a:off x="4227636" y="11195"/>
        <a:ext cx="1852875" cy="288000"/>
      </dsp:txXfrm>
    </dsp:sp>
    <dsp:sp modelId="{C8AB50F8-3385-4519-A709-933B23D6DF83}">
      <dsp:nvSpPr>
        <dsp:cNvPr id="0" name=""/>
        <dsp:cNvSpPr/>
      </dsp:nvSpPr>
      <dsp:spPr>
        <a:xfrm>
          <a:off x="4227636" y="299195"/>
          <a:ext cx="1852875" cy="283421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2ª Avaliação Presencial.Será composta com o conteúdo trabalhado no primeiro bimestre de aulas, ministrada de forma individual e sem consulta.A aplicação ocorrerá em dia a ser informado no Plano de Aula, com publicação no Espaço Aluno e no AVA da disciplina.</a:t>
          </a:r>
          <a:endParaRPr lang="en-US" sz="1000" kern="1200"/>
        </a:p>
      </dsp:txBody>
      <dsp:txXfrm>
        <a:off x="4227636" y="299195"/>
        <a:ext cx="1852875" cy="2834212"/>
      </dsp:txXfrm>
    </dsp:sp>
    <dsp:sp modelId="{C48C84AD-7F7B-4304-8B34-20919B119831}">
      <dsp:nvSpPr>
        <dsp:cNvPr id="0" name=""/>
        <dsp:cNvSpPr/>
      </dsp:nvSpPr>
      <dsp:spPr>
        <a:xfrm>
          <a:off x="6339914" y="11195"/>
          <a:ext cx="1852875" cy="288000"/>
        </a:xfrm>
        <a:prstGeom prst="rect">
          <a:avLst/>
        </a:prstGeom>
        <a:solidFill>
          <a:schemeClr val="accent2">
            <a:shade val="80000"/>
            <a:hueOff val="-282092"/>
            <a:satOff val="4387"/>
            <a:lumOff val="23420"/>
            <a:alphaOff val="0"/>
          </a:schemeClr>
        </a:solidFill>
        <a:ln w="19050" cap="flat" cmpd="sng" algn="ctr">
          <a:solidFill>
            <a:schemeClr val="accent2">
              <a:shade val="80000"/>
              <a:hueOff val="-282092"/>
              <a:satOff val="4387"/>
              <a:lumOff val="234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Menção Parcial 04:</a:t>
          </a:r>
          <a:endParaRPr lang="en-US" sz="1000" kern="1200"/>
        </a:p>
      </dsp:txBody>
      <dsp:txXfrm>
        <a:off x="6339914" y="11195"/>
        <a:ext cx="1852875" cy="288000"/>
      </dsp:txXfrm>
    </dsp:sp>
    <dsp:sp modelId="{730A235E-A7F9-4B2B-AD6D-D626F33F8DDA}">
      <dsp:nvSpPr>
        <dsp:cNvPr id="0" name=""/>
        <dsp:cNvSpPr/>
      </dsp:nvSpPr>
      <dsp:spPr>
        <a:xfrm>
          <a:off x="6339914" y="299195"/>
          <a:ext cx="1852875" cy="283421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Avaliação Geral dos trabalhos e atividades do 2º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A avaliação ocorrerá durante o segundo bimestre com a publicação do resultado até o final do semestre letivo.</a:t>
          </a:r>
          <a:endParaRPr lang="en-US" sz="1000" kern="1200"/>
        </a:p>
      </dsp:txBody>
      <dsp:txXfrm>
        <a:off x="6339914" y="299195"/>
        <a:ext cx="1852875" cy="283421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5B588-F469-4499-8B7A-4DC5492CB7A2}">
      <dsp:nvSpPr>
        <dsp:cNvPr id="0" name=""/>
        <dsp:cNvSpPr/>
      </dsp:nvSpPr>
      <dsp:spPr>
        <a:xfrm>
          <a:off x="18535" y="1032239"/>
          <a:ext cx="1080124" cy="10801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F8424-11CA-4937-8259-FA229161F81F}">
      <dsp:nvSpPr>
        <dsp:cNvPr id="0" name=""/>
        <dsp:cNvSpPr/>
      </dsp:nvSpPr>
      <dsp:spPr>
        <a:xfrm>
          <a:off x="245361" y="125906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7E136-D830-4EB5-BCD2-83DDC601452C}">
      <dsp:nvSpPr>
        <dsp:cNvPr id="0" name=""/>
        <dsp:cNvSpPr/>
      </dsp:nvSpPr>
      <dsp:spPr>
        <a:xfrm>
          <a:off x="1330115" y="103223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Como descrito no parágrafo 3°do artigo 50 do regimento interno do CEUB, a menção final é um conceito, não representa a média das menções parciais, devendo, antes, significar um julgamento final e global do aproveitamento nos estudos. Sendo assim, a menção final levará também em consideração o desempenho do aluno ao longo do semestre letivo, por meio da análise dos seguintes aspectos: conhecimento, dedicação, pontualidade, assiduidade e participação.</a:t>
          </a:r>
          <a:endParaRPr lang="en-US" sz="1100" kern="1200"/>
        </a:p>
      </dsp:txBody>
      <dsp:txXfrm>
        <a:off x="1330115" y="1032239"/>
        <a:ext cx="2546008" cy="1080124"/>
      </dsp:txXfrm>
    </dsp:sp>
    <dsp:sp modelId="{40371F49-4261-4972-8CF2-7E5803D58CCB}">
      <dsp:nvSpPr>
        <dsp:cNvPr id="0" name=""/>
        <dsp:cNvSpPr/>
      </dsp:nvSpPr>
      <dsp:spPr>
        <a:xfrm>
          <a:off x="4319746" y="1032239"/>
          <a:ext cx="1080124" cy="10801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89E5C-CEEC-4F6C-8805-AE3AEF4910B1}">
      <dsp:nvSpPr>
        <dsp:cNvPr id="0" name=""/>
        <dsp:cNvSpPr/>
      </dsp:nvSpPr>
      <dsp:spPr>
        <a:xfrm>
          <a:off x="4546573" y="125906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D1255-20C3-4BFD-B906-42FEC3B7E7EE}">
      <dsp:nvSpPr>
        <dsp:cNvPr id="0" name=""/>
        <dsp:cNvSpPr/>
      </dsp:nvSpPr>
      <dsp:spPr>
        <a:xfrm>
          <a:off x="5631327" y="103223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Além da avaliação pela menção, para ser aprovado na disciplina o aluno que obtiver frequência igual ou superior a 75% do total de aulas ou atividades realizadas. </a:t>
          </a:r>
          <a:endParaRPr lang="en-US" sz="1100" kern="1200"/>
        </a:p>
      </dsp:txBody>
      <dsp:txXfrm>
        <a:off x="5631327" y="1032239"/>
        <a:ext cx="2546008" cy="108012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3E913-60CE-4329-A56A-E080B85FFFFB}">
      <dsp:nvSpPr>
        <dsp:cNvPr id="0" name=""/>
        <dsp:cNvSpPr/>
      </dsp:nvSpPr>
      <dsp:spPr>
        <a:xfrm>
          <a:off x="0" y="336974"/>
          <a:ext cx="8721436" cy="12190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880" tIns="187452" rIns="676880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kern="1200" dirty="0"/>
            <a:t>GRUS, Joel. Data Science do Zero. São Paulo: Alta Books, 2021. MINHA BIBLIOTECA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kern="1200" dirty="0"/>
            <a:t>HYMAN, Jack. Microsoft Power BI Para Leigos. Rio de Janeiro: Alta Books, 2023. MINHA BIBLIOTECA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kern="1200" dirty="0"/>
            <a:t>RODRIGUES, Levi; MARQUES, Débora. OS IMPACTOS DA UTILIZAÇÃO DA TECNOLOGIA DA INFORMAÇÃO NA GESTÃO DAS MICRO E PEQUENAS EMPRESAS: O CASE DA MAIS CONTROLE. Gestão-Revista Científica, v. 5, n. 2, 2024. Disponível em: https://seer.uniacademia.edu.br/index.php/gestao/article/view/3838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kern="1200" dirty="0"/>
            <a:t>SHARDA, </a:t>
          </a:r>
          <a:r>
            <a:rPr lang="pt-BR" sz="900" kern="1200" dirty="0" err="1"/>
            <a:t>Ramesh</a:t>
          </a:r>
          <a:r>
            <a:rPr lang="pt-BR" sz="900" kern="1200" dirty="0"/>
            <a:t>; DELEN, </a:t>
          </a:r>
          <a:r>
            <a:rPr lang="pt-BR" sz="900" kern="1200" dirty="0" err="1"/>
            <a:t>Dursun</a:t>
          </a:r>
          <a:r>
            <a:rPr lang="pt-BR" sz="900" kern="1200" dirty="0"/>
            <a:t>; TURBAN, Efraim. Business </a:t>
          </a:r>
          <a:r>
            <a:rPr lang="pt-BR" sz="900" kern="1200" dirty="0" err="1"/>
            <a:t>intelligence</a:t>
          </a:r>
          <a:r>
            <a:rPr lang="pt-BR" sz="900" kern="1200" dirty="0"/>
            <a:t> e análise de dados para gestão do negócio. Porto Alegre: SAGAH: Grupo A, 2019. MINHA BIBLIOTECA</a:t>
          </a:r>
        </a:p>
      </dsp:txBody>
      <dsp:txXfrm>
        <a:off x="0" y="336974"/>
        <a:ext cx="8721436" cy="1219050"/>
      </dsp:txXfrm>
    </dsp:sp>
    <dsp:sp modelId="{30C84674-8782-4053-A0FE-3FA9D9E9CA80}">
      <dsp:nvSpPr>
        <dsp:cNvPr id="0" name=""/>
        <dsp:cNvSpPr/>
      </dsp:nvSpPr>
      <dsp:spPr>
        <a:xfrm>
          <a:off x="436071" y="204134"/>
          <a:ext cx="6105005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755" tIns="0" rIns="230755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/>
            <a:t>Básica</a:t>
          </a:r>
          <a:endParaRPr lang="en-US" sz="900" kern="1200"/>
        </a:p>
      </dsp:txBody>
      <dsp:txXfrm>
        <a:off x="449040" y="217103"/>
        <a:ext cx="6079067" cy="239742"/>
      </dsp:txXfrm>
    </dsp:sp>
    <dsp:sp modelId="{F19856E2-0B45-4814-8E2A-2FE76D02A899}">
      <dsp:nvSpPr>
        <dsp:cNvPr id="0" name=""/>
        <dsp:cNvSpPr/>
      </dsp:nvSpPr>
      <dsp:spPr>
        <a:xfrm>
          <a:off x="0" y="1737465"/>
          <a:ext cx="8721436" cy="22113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880" tIns="187452" rIns="676880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u="sng" kern="1200"/>
            <a:t>ADAGA, Ejuma Martha et al. Philosophy in business analytics: a review of sustainable and ethical approaches. International Journal of Management &amp; Entrepreneurship Research, v. 6, n. 1, p. 69-86, 2024. Disponível em: https://www.fepbl.com/index.php/ijmer/article/view/710</a:t>
          </a:r>
          <a:r>
            <a:rPr lang="en-US" sz="900" kern="1200"/>
            <a:t>	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u="none" kern="1200" dirty="0"/>
            <a:t>BARBOZA, Fabrício F M.; FREITAS, Pedro H C. Modelagem e desenvolvimento de banco de dados. Porto Alegre: SAGAH: Grupo A, 2018. MINHA BIBLIOTECA</a:t>
          </a:r>
          <a:r>
            <a:rPr lang="pt-BR" sz="900" kern="1200" dirty="0"/>
            <a:t>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u="none" kern="1200" dirty="0"/>
            <a:t>CARVALHO, André C. P. L. F de; MENEZES, </a:t>
          </a:r>
          <a:r>
            <a:rPr lang="pt-BR" sz="900" u="none" kern="1200" dirty="0" err="1"/>
            <a:t>Angelo</a:t>
          </a:r>
          <a:r>
            <a:rPr lang="pt-BR" sz="900" u="none" kern="1200" dirty="0"/>
            <a:t> G.; BONIDIA, Robson P. Ciência de Dados - Fundamentos e Aplicações. Rio de Janeiro: Grupo GEN, 2024. MINHA BIBLIOTECA</a:t>
          </a:r>
          <a:r>
            <a:rPr lang="pt-BR" sz="900" kern="1200" dirty="0"/>
            <a:t>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u="none" kern="1200" dirty="0"/>
            <a:t>FERREIRA, Maria C. Power BI® 2019 – Aprenda de Forma rápida. São Paulo: Saraiva, 2020. MINHA BIBLIOTECA</a:t>
          </a:r>
          <a:r>
            <a:rPr lang="pt-BR" sz="900" kern="1200" dirty="0"/>
            <a:t>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u="none" kern="1200" dirty="0"/>
            <a:t>PEREIRA, Mariana A.; NEUMANN, Fabiano B.; MILANI, Alessandra M P.; et al. Framework de Big Data. Porto Alegre: SAGAH: Grupo A, 2020. MINHA BIBLIOTECA</a:t>
          </a:r>
          <a:r>
            <a:rPr lang="pt-BR" sz="900" kern="1200" dirty="0"/>
            <a:t>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u="none" kern="1200" dirty="0"/>
            <a:t>SCHAEDLER, Andrew; MENDES, </a:t>
          </a:r>
          <a:r>
            <a:rPr lang="pt-BR" sz="900" u="none" kern="1200" dirty="0" err="1"/>
            <a:t>Giselly</a:t>
          </a:r>
          <a:r>
            <a:rPr lang="pt-BR" sz="900" u="none" kern="1200" dirty="0"/>
            <a:t> Santos. Business </a:t>
          </a:r>
          <a:r>
            <a:rPr lang="pt-BR" sz="900" u="none" kern="1200" dirty="0" err="1"/>
            <a:t>intelligence</a:t>
          </a:r>
          <a:r>
            <a:rPr lang="pt-BR" sz="900" u="none" kern="1200" dirty="0"/>
            <a:t>. 1. ed. Curitiba: </a:t>
          </a:r>
          <a:r>
            <a:rPr lang="pt-BR" sz="900" u="none" kern="1200" dirty="0" err="1"/>
            <a:t>Intersaberes</a:t>
          </a:r>
          <a:r>
            <a:rPr lang="pt-BR" sz="900" u="none" kern="1200" dirty="0"/>
            <a:t>, 2021 MINHA BIBLIOTECA</a:t>
          </a:r>
          <a:r>
            <a:rPr lang="pt-BR" sz="900" kern="1200" dirty="0"/>
            <a:t>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u="none" kern="1200" dirty="0"/>
            <a:t>UA01 - Business </a:t>
          </a:r>
          <a:r>
            <a:rPr lang="pt-BR" sz="900" u="none" kern="1200" dirty="0" err="1"/>
            <a:t>Intelligence</a:t>
          </a:r>
          <a:r>
            <a:rPr lang="pt-BR" sz="900" u="none" kern="1200" dirty="0"/>
            <a:t> (BI) - Código: 19903</a:t>
          </a:r>
          <a:r>
            <a:rPr lang="pt-BR" sz="900" kern="1200" dirty="0"/>
            <a:t>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u="none" kern="1200" dirty="0"/>
            <a:t>UA02 - Banco de Dados, </a:t>
          </a:r>
          <a:r>
            <a:rPr lang="pt-BR" sz="900" u="none" kern="1200" dirty="0" err="1"/>
            <a:t>Datawarehouse</a:t>
          </a:r>
          <a:r>
            <a:rPr lang="pt-BR" sz="900" u="none" kern="1200" dirty="0"/>
            <a:t> e Business </a:t>
          </a:r>
          <a:r>
            <a:rPr lang="pt-BR" sz="900" u="none" kern="1200" dirty="0" err="1"/>
            <a:t>Intelligence</a:t>
          </a:r>
          <a:r>
            <a:rPr lang="pt-BR" sz="900" u="none" kern="1200" dirty="0"/>
            <a:t> - Código: 14713</a:t>
          </a:r>
          <a:r>
            <a:rPr lang="pt-BR" sz="900" kern="1200" dirty="0"/>
            <a:t>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u="none" kern="1200" dirty="0"/>
            <a:t>UA03 - Ferramentas de Business </a:t>
          </a:r>
          <a:r>
            <a:rPr lang="pt-BR" sz="900" u="none" kern="1200" dirty="0" err="1"/>
            <a:t>Intelligence</a:t>
          </a:r>
          <a:r>
            <a:rPr lang="pt-BR" sz="900" u="none" kern="1200" dirty="0"/>
            <a:t> e sistemas de apoio à decisão - Código: 35472</a:t>
          </a:r>
          <a:r>
            <a:rPr lang="pt-BR" sz="900" kern="1200" dirty="0"/>
            <a:t>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900" u="none" kern="1200" dirty="0"/>
            <a:t>UA04 - Ferramentas de KDD - Código: 41424</a:t>
          </a:r>
          <a:endParaRPr lang="pt-BR" sz="900" kern="1200" dirty="0"/>
        </a:p>
      </dsp:txBody>
      <dsp:txXfrm>
        <a:off x="0" y="1737465"/>
        <a:ext cx="8721436" cy="2211300"/>
      </dsp:txXfrm>
    </dsp:sp>
    <dsp:sp modelId="{651EAF6A-BD44-4106-B67A-BD27DF6A5F08}">
      <dsp:nvSpPr>
        <dsp:cNvPr id="0" name=""/>
        <dsp:cNvSpPr/>
      </dsp:nvSpPr>
      <dsp:spPr>
        <a:xfrm>
          <a:off x="436071" y="1604625"/>
          <a:ext cx="6105005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755" tIns="0" rIns="230755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/>
            <a:t>Complementar </a:t>
          </a:r>
          <a:endParaRPr lang="en-US" sz="900" kern="1200"/>
        </a:p>
      </dsp:txBody>
      <dsp:txXfrm>
        <a:off x="449040" y="1617594"/>
        <a:ext cx="6079067" cy="23974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7017D6-07A3-43F5-BFEF-0C3B7644CB4E}">
      <dsp:nvSpPr>
        <dsp:cNvPr id="0" name=""/>
        <dsp:cNvSpPr/>
      </dsp:nvSpPr>
      <dsp:spPr>
        <a:xfrm>
          <a:off x="245987" y="612869"/>
          <a:ext cx="402231" cy="402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CD5C1-76B9-489B-9198-2C73AF0F6119}">
      <dsp:nvSpPr>
        <dsp:cNvPr id="0" name=""/>
        <dsp:cNvSpPr/>
      </dsp:nvSpPr>
      <dsp:spPr>
        <a:xfrm>
          <a:off x="179" y="1162481"/>
          <a:ext cx="893847" cy="357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i="0" kern="1200"/>
            <a:t>Coleta de Dados;</a:t>
          </a:r>
          <a:endParaRPr lang="en-US" sz="1100" kern="1200"/>
        </a:p>
      </dsp:txBody>
      <dsp:txXfrm>
        <a:off x="179" y="1162481"/>
        <a:ext cx="893847" cy="357539"/>
      </dsp:txXfrm>
    </dsp:sp>
    <dsp:sp modelId="{6C049E02-78BB-4115-99E5-43ADDEBFED9D}">
      <dsp:nvSpPr>
        <dsp:cNvPr id="0" name=""/>
        <dsp:cNvSpPr/>
      </dsp:nvSpPr>
      <dsp:spPr>
        <a:xfrm>
          <a:off x="1296258" y="612869"/>
          <a:ext cx="402231" cy="402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786EF-6BE8-4202-A467-1F967EAA2FF3}">
      <dsp:nvSpPr>
        <dsp:cNvPr id="0" name=""/>
        <dsp:cNvSpPr/>
      </dsp:nvSpPr>
      <dsp:spPr>
        <a:xfrm>
          <a:off x="1050450" y="1162481"/>
          <a:ext cx="893847" cy="357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i="0" kern="1200"/>
            <a:t>Transformação de Dados;</a:t>
          </a:r>
          <a:endParaRPr lang="en-US" sz="1100" kern="1200"/>
        </a:p>
      </dsp:txBody>
      <dsp:txXfrm>
        <a:off x="1050450" y="1162481"/>
        <a:ext cx="893847" cy="357539"/>
      </dsp:txXfrm>
    </dsp:sp>
    <dsp:sp modelId="{3E6C6E5D-AC41-450C-AB49-8A466E068933}">
      <dsp:nvSpPr>
        <dsp:cNvPr id="0" name=""/>
        <dsp:cNvSpPr/>
      </dsp:nvSpPr>
      <dsp:spPr>
        <a:xfrm>
          <a:off x="2346529" y="612869"/>
          <a:ext cx="402231" cy="402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F595B-1BFA-45B0-9E68-E7ACF5886EF6}">
      <dsp:nvSpPr>
        <dsp:cNvPr id="0" name=""/>
        <dsp:cNvSpPr/>
      </dsp:nvSpPr>
      <dsp:spPr>
        <a:xfrm>
          <a:off x="2100721" y="1162481"/>
          <a:ext cx="893847" cy="357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i="0" kern="1200"/>
            <a:t>Armazenamento de Dados;</a:t>
          </a:r>
          <a:endParaRPr lang="en-US" sz="1100" kern="1200"/>
        </a:p>
      </dsp:txBody>
      <dsp:txXfrm>
        <a:off x="2100721" y="1162481"/>
        <a:ext cx="893847" cy="357539"/>
      </dsp:txXfrm>
    </dsp:sp>
    <dsp:sp modelId="{4FF95836-25D8-4B95-AA1F-953D1C9D34B1}">
      <dsp:nvSpPr>
        <dsp:cNvPr id="0" name=""/>
        <dsp:cNvSpPr/>
      </dsp:nvSpPr>
      <dsp:spPr>
        <a:xfrm>
          <a:off x="3396800" y="612869"/>
          <a:ext cx="402231" cy="402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6EB74-D6FD-4F75-8173-8B11728B906B}">
      <dsp:nvSpPr>
        <dsp:cNvPr id="0" name=""/>
        <dsp:cNvSpPr/>
      </dsp:nvSpPr>
      <dsp:spPr>
        <a:xfrm>
          <a:off x="3150992" y="1162481"/>
          <a:ext cx="893847" cy="357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i="0" kern="1200"/>
            <a:t>Análise de Dados;</a:t>
          </a:r>
          <a:endParaRPr lang="en-US" sz="1100" kern="1200"/>
        </a:p>
      </dsp:txBody>
      <dsp:txXfrm>
        <a:off x="3150992" y="1162481"/>
        <a:ext cx="893847" cy="357539"/>
      </dsp:txXfrm>
    </dsp:sp>
    <dsp:sp modelId="{7C9385EA-87E8-48EF-8355-556D3511EDD3}">
      <dsp:nvSpPr>
        <dsp:cNvPr id="0" name=""/>
        <dsp:cNvSpPr/>
      </dsp:nvSpPr>
      <dsp:spPr>
        <a:xfrm>
          <a:off x="245987" y="1743482"/>
          <a:ext cx="402231" cy="402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D134B-E64A-4699-8D6F-71E25DD7C6EF}">
      <dsp:nvSpPr>
        <dsp:cNvPr id="0" name=""/>
        <dsp:cNvSpPr/>
      </dsp:nvSpPr>
      <dsp:spPr>
        <a:xfrm>
          <a:off x="179" y="2293095"/>
          <a:ext cx="893847" cy="357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i="0" kern="1200"/>
            <a:t>Visualização de Dados;</a:t>
          </a:r>
          <a:endParaRPr lang="en-US" sz="1100" kern="1200"/>
        </a:p>
      </dsp:txBody>
      <dsp:txXfrm>
        <a:off x="179" y="2293095"/>
        <a:ext cx="893847" cy="357539"/>
      </dsp:txXfrm>
    </dsp:sp>
    <dsp:sp modelId="{0B7C21B0-326A-422F-8DC1-C980D2F45E15}">
      <dsp:nvSpPr>
        <dsp:cNvPr id="0" name=""/>
        <dsp:cNvSpPr/>
      </dsp:nvSpPr>
      <dsp:spPr>
        <a:xfrm>
          <a:off x="1296258" y="1743482"/>
          <a:ext cx="402231" cy="40223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49370-67BB-4CC1-A49F-4E1A8D08EBDD}">
      <dsp:nvSpPr>
        <dsp:cNvPr id="0" name=""/>
        <dsp:cNvSpPr/>
      </dsp:nvSpPr>
      <dsp:spPr>
        <a:xfrm>
          <a:off x="1050450" y="2293095"/>
          <a:ext cx="893847" cy="357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i="0" kern="1200"/>
            <a:t>Geração de Insights;</a:t>
          </a:r>
          <a:endParaRPr lang="en-US" sz="1100" kern="1200"/>
        </a:p>
      </dsp:txBody>
      <dsp:txXfrm>
        <a:off x="1050450" y="2293095"/>
        <a:ext cx="893847" cy="357539"/>
      </dsp:txXfrm>
    </dsp:sp>
    <dsp:sp modelId="{5F76C7C0-B355-40F2-BD45-85A9BF96836F}">
      <dsp:nvSpPr>
        <dsp:cNvPr id="0" name=""/>
        <dsp:cNvSpPr/>
      </dsp:nvSpPr>
      <dsp:spPr>
        <a:xfrm>
          <a:off x="2346529" y="1743482"/>
          <a:ext cx="402231" cy="40223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35B61-D295-484B-A505-1CC38F29108D}">
      <dsp:nvSpPr>
        <dsp:cNvPr id="0" name=""/>
        <dsp:cNvSpPr/>
      </dsp:nvSpPr>
      <dsp:spPr>
        <a:xfrm>
          <a:off x="2100721" y="2293095"/>
          <a:ext cx="893847" cy="357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i="0" kern="1200"/>
            <a:t>Tomada de Decisões;</a:t>
          </a:r>
          <a:endParaRPr lang="en-US" sz="1100" kern="1200"/>
        </a:p>
      </dsp:txBody>
      <dsp:txXfrm>
        <a:off x="2100721" y="2293095"/>
        <a:ext cx="893847" cy="357539"/>
      </dsp:txXfrm>
    </dsp:sp>
    <dsp:sp modelId="{DA7B88B3-957E-4592-BFFD-9A5B9E7E2CCC}">
      <dsp:nvSpPr>
        <dsp:cNvPr id="0" name=""/>
        <dsp:cNvSpPr/>
      </dsp:nvSpPr>
      <dsp:spPr>
        <a:xfrm>
          <a:off x="3396800" y="1743482"/>
          <a:ext cx="402231" cy="402231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DB426-1BDA-4C3F-8C37-814691EC9DF2}">
      <dsp:nvSpPr>
        <dsp:cNvPr id="0" name=""/>
        <dsp:cNvSpPr/>
      </dsp:nvSpPr>
      <dsp:spPr>
        <a:xfrm>
          <a:off x="3150992" y="2293095"/>
          <a:ext cx="893847" cy="357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i="0" kern="1200" dirty="0"/>
            <a:t>Ciclo de Feedback.</a:t>
          </a:r>
          <a:endParaRPr lang="en-US" sz="1100" kern="1200" dirty="0"/>
        </a:p>
      </dsp:txBody>
      <dsp:txXfrm>
        <a:off x="3150992" y="2293095"/>
        <a:ext cx="893847" cy="35753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E4ED5A-9BA3-4953-957A-644D387284D7}">
      <dsp:nvSpPr>
        <dsp:cNvPr id="0" name=""/>
        <dsp:cNvSpPr/>
      </dsp:nvSpPr>
      <dsp:spPr>
        <a:xfrm>
          <a:off x="0" y="177699"/>
          <a:ext cx="2113359" cy="126801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dirty="0"/>
            <a:t>Dimensões</a:t>
          </a:r>
          <a:endParaRPr lang="en-US" sz="1900" kern="1200" dirty="0"/>
        </a:p>
      </dsp:txBody>
      <dsp:txXfrm>
        <a:off x="0" y="177699"/>
        <a:ext cx="2113359" cy="1268015"/>
      </dsp:txXfrm>
    </dsp:sp>
    <dsp:sp modelId="{E67EE6F7-9E70-4215-9772-1CB9A5B8C069}">
      <dsp:nvSpPr>
        <dsp:cNvPr id="0" name=""/>
        <dsp:cNvSpPr/>
      </dsp:nvSpPr>
      <dsp:spPr>
        <a:xfrm>
          <a:off x="2324695" y="177699"/>
          <a:ext cx="2113359" cy="1268015"/>
        </a:xfrm>
        <a:prstGeom prst="rect">
          <a:avLst/>
        </a:prstGeom>
        <a:solidFill>
          <a:schemeClr val="accent1">
            <a:shade val="80000"/>
            <a:hueOff val="10202"/>
            <a:satOff val="-7550"/>
            <a:lumOff val="681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dirty="0"/>
            <a:t>Fatos</a:t>
          </a:r>
          <a:endParaRPr lang="en-US" sz="1900" kern="1200" dirty="0"/>
        </a:p>
      </dsp:txBody>
      <dsp:txXfrm>
        <a:off x="2324695" y="177699"/>
        <a:ext cx="2113359" cy="1268015"/>
      </dsp:txXfrm>
    </dsp:sp>
    <dsp:sp modelId="{9D35451E-B65F-4ED9-9E34-D0553BC5C15A}">
      <dsp:nvSpPr>
        <dsp:cNvPr id="0" name=""/>
        <dsp:cNvSpPr/>
      </dsp:nvSpPr>
      <dsp:spPr>
        <a:xfrm>
          <a:off x="4649390" y="177699"/>
          <a:ext cx="2113359" cy="1268015"/>
        </a:xfrm>
        <a:prstGeom prst="rect">
          <a:avLst/>
        </a:prstGeom>
        <a:solidFill>
          <a:schemeClr val="accent1">
            <a:shade val="80000"/>
            <a:hueOff val="20405"/>
            <a:satOff val="-15100"/>
            <a:lumOff val="136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dirty="0"/>
            <a:t>Tabela de fatos</a:t>
          </a:r>
          <a:endParaRPr lang="en-US" sz="1900" kern="1200" dirty="0"/>
        </a:p>
      </dsp:txBody>
      <dsp:txXfrm>
        <a:off x="4649390" y="177699"/>
        <a:ext cx="2113359" cy="1268015"/>
      </dsp:txXfrm>
    </dsp:sp>
    <dsp:sp modelId="{EA4B7783-BE2F-43DA-9378-85ECFCE3C98F}">
      <dsp:nvSpPr>
        <dsp:cNvPr id="0" name=""/>
        <dsp:cNvSpPr/>
      </dsp:nvSpPr>
      <dsp:spPr>
        <a:xfrm>
          <a:off x="0" y="1657051"/>
          <a:ext cx="2113359" cy="1268015"/>
        </a:xfrm>
        <a:prstGeom prst="rect">
          <a:avLst/>
        </a:prstGeom>
        <a:solidFill>
          <a:schemeClr val="accent1">
            <a:shade val="80000"/>
            <a:hueOff val="30607"/>
            <a:satOff val="-22651"/>
            <a:lumOff val="204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dirty="0"/>
            <a:t>Tabelas de dimensão</a:t>
          </a:r>
          <a:endParaRPr lang="en-US" sz="1900" kern="1200" dirty="0"/>
        </a:p>
      </dsp:txBody>
      <dsp:txXfrm>
        <a:off x="0" y="1657051"/>
        <a:ext cx="2113359" cy="1268015"/>
      </dsp:txXfrm>
    </dsp:sp>
    <dsp:sp modelId="{3CCEC5DA-2D23-4A0B-881A-A72BBDE4E9B4}">
      <dsp:nvSpPr>
        <dsp:cNvPr id="0" name=""/>
        <dsp:cNvSpPr/>
      </dsp:nvSpPr>
      <dsp:spPr>
        <a:xfrm>
          <a:off x="2324695" y="1657051"/>
          <a:ext cx="2113359" cy="1268015"/>
        </a:xfrm>
        <a:prstGeom prst="rect">
          <a:avLst/>
        </a:prstGeom>
        <a:solidFill>
          <a:schemeClr val="accent1">
            <a:shade val="80000"/>
            <a:hueOff val="40809"/>
            <a:satOff val="-30201"/>
            <a:lumOff val="272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dirty="0"/>
            <a:t>Relacionamentos</a:t>
          </a:r>
          <a:endParaRPr lang="en-US" sz="1900" kern="1200" dirty="0"/>
        </a:p>
      </dsp:txBody>
      <dsp:txXfrm>
        <a:off x="2324695" y="1657051"/>
        <a:ext cx="2113359" cy="1268015"/>
      </dsp:txXfrm>
    </dsp:sp>
    <dsp:sp modelId="{B1DAAB2C-B00E-4010-9BC4-E6B430E54535}">
      <dsp:nvSpPr>
        <dsp:cNvPr id="0" name=""/>
        <dsp:cNvSpPr/>
      </dsp:nvSpPr>
      <dsp:spPr>
        <a:xfrm>
          <a:off x="4649390" y="1657051"/>
          <a:ext cx="2113359" cy="1268015"/>
        </a:xfrm>
        <a:prstGeom prst="rect">
          <a:avLst/>
        </a:prstGeom>
        <a:solidFill>
          <a:schemeClr val="accent1">
            <a:shade val="80000"/>
            <a:hueOff val="51011"/>
            <a:satOff val="-37751"/>
            <a:lumOff val="340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/>
            <a:t>Cubos OLAP</a:t>
          </a:r>
          <a:endParaRPr lang="en-US" sz="1900" kern="1200" dirty="0"/>
        </a:p>
      </dsp:txBody>
      <dsp:txXfrm>
        <a:off x="4649390" y="1657051"/>
        <a:ext cx="2113359" cy="1268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2860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4610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sv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68.jpeg"/><Relationship Id="rId7" Type="http://schemas.openxmlformats.org/officeDocument/2006/relationships/diagramColors" Target="../diagrams/colors1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Business </a:t>
            </a:r>
            <a:r>
              <a:rPr lang="pt-BR" sz="3600" dirty="0" err="1">
                <a:solidFill>
                  <a:schemeClr val="bg1"/>
                </a:solidFill>
              </a:rPr>
              <a:t>Intelligence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30789" y="1069225"/>
            <a:ext cx="6858000" cy="1241700"/>
          </a:xfrm>
        </p:spPr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pic>
        <p:nvPicPr>
          <p:cNvPr id="8" name="Google Shape;4260;p45">
            <a:extLst>
              <a:ext uri="{FF2B5EF4-FFF2-40B4-BE49-F238E27FC236}">
                <a16:creationId xmlns:a16="http://schemas.microsoft.com/office/drawing/2014/main" id="{87FBC10B-15F8-292B-B4F3-43803AA1CEF6}"/>
              </a:ext>
            </a:extLst>
          </p:cNvPr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265400" y="144284"/>
            <a:ext cx="1465948" cy="1465948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" name="Imagem 8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B3FCF127-81AB-0118-F37E-42B871DD99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781" y="2813666"/>
            <a:ext cx="928448" cy="928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0C91E172-EC42-5AD6-F709-05397B9CACE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578" y="2833323"/>
            <a:ext cx="928448" cy="9284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A17C4FBD-6869-B5CC-2857-0FE30A890F7D}"/>
              </a:ext>
            </a:extLst>
          </p:cNvPr>
          <p:cNvGrpSpPr/>
          <p:nvPr/>
        </p:nvGrpSpPr>
        <p:grpSpPr>
          <a:xfrm>
            <a:off x="7117084" y="2816623"/>
            <a:ext cx="979960" cy="961848"/>
            <a:chOff x="6260836" y="-12941"/>
            <a:chExt cx="979960" cy="961848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B12CA78D-5AEF-208D-80C0-9F234FA04F01}"/>
                </a:ext>
              </a:extLst>
            </p:cNvPr>
            <p:cNvSpPr/>
            <p:nvPr/>
          </p:nvSpPr>
          <p:spPr>
            <a:xfrm>
              <a:off x="6337534" y="45791"/>
              <a:ext cx="826565" cy="82656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" name="Imagem 10" descr="Logotipo&#10;&#10;Descrição gerada automaticamente">
              <a:extLst>
                <a:ext uri="{FF2B5EF4-FFF2-40B4-BE49-F238E27FC236}">
                  <a16:creationId xmlns:a16="http://schemas.microsoft.com/office/drawing/2014/main" id="{3B5148E7-1537-300F-0BB7-580554660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0836" y="-12941"/>
              <a:ext cx="979960" cy="9618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3836;p13">
            <a:extLst>
              <a:ext uri="{FF2B5EF4-FFF2-40B4-BE49-F238E27FC236}">
                <a16:creationId xmlns:a16="http://schemas.microsoft.com/office/drawing/2014/main" id="{D8A20C6E-4687-E5C4-6F79-5222EE1C2AF3}"/>
              </a:ext>
            </a:extLst>
          </p:cNvPr>
          <p:cNvSpPr txBox="1">
            <a:spLocks/>
          </p:cNvSpPr>
          <p:nvPr/>
        </p:nvSpPr>
        <p:spPr>
          <a:xfrm>
            <a:off x="2098211" y="450432"/>
            <a:ext cx="2630809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Dosis ExtraLight"/>
              <a:buNone/>
              <a:defRPr sz="60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US" sz="2800" dirty="0" err="1">
                <a:solidFill>
                  <a:schemeClr val="bg1"/>
                </a:solidFill>
              </a:rPr>
              <a:t>Sobre</a:t>
            </a:r>
            <a:r>
              <a:rPr lang="en-US" sz="2800" dirty="0">
                <a:solidFill>
                  <a:schemeClr val="bg1"/>
                </a:solidFill>
              </a:rPr>
              <a:t> o professor</a:t>
            </a:r>
            <a:endParaRPr lang="pt-B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898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22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726801-AA1F-7181-A680-DBA3E16E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32" y="2121997"/>
            <a:ext cx="4912143" cy="2508344"/>
          </a:xfrm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O objetivo desta aula é apresentar a disciplina e introduzir os alunos aos conceitos fundamentais de </a:t>
            </a:r>
            <a:r>
              <a:rPr lang="pt-BR" sz="1500" b="0" i="1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Business </a:t>
            </a:r>
            <a:r>
              <a:rPr lang="pt-BR" sz="1500" b="0" i="1" dirty="0" err="1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Intelligence</a:t>
            </a:r>
            <a:r>
              <a:rPr lang="pt-BR" sz="1500" b="0" i="1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 </a:t>
            </a: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(BI) e Modelagem Multidimensional, destacando sua importância na análise de dados e na tomada de decisões estratégicas nas organizações.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Ao final da aula, os alunos devem compreender a relevância do BI na gestão empresarial, assim como os princípios básicos da modelagem multidimensional.</a:t>
            </a:r>
            <a:endParaRPr lang="pt-BR" sz="15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489" y="1485663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CC96B-7230-10CE-E9E0-91036F59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279CDFBD-5D8A-9406-6B71-4A769513E7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722779"/>
              </p:ext>
            </p:extLst>
          </p:nvPr>
        </p:nvGraphicFramePr>
        <p:xfrm>
          <a:off x="3831401" y="952499"/>
          <a:ext cx="4683949" cy="3952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837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2892262-BD10-41B0-B5E5-BF181C704C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72892262-BD10-41B0-B5E5-BF181C704C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03FA014-C41E-4A8C-AA17-49664AF2FC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203FA014-C41E-4A8C-AA17-49664AF2FC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1A7E0D-2B4D-4D40-B504-46CA0B156D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graphicEl>
                                              <a:dgm id="{311A7E0D-2B4D-4D40-B504-46CA0B156D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4100E4B-55C8-4BEB-918C-74E19EF737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F4100E4B-55C8-4BEB-918C-74E19EF737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A77342A-8011-4747-9427-1BDEA951B6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2A77342A-8011-4747-9427-1BDEA951B6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311CF8A-FA3C-4E75-86A1-3E0EE78568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graphicEl>
                                              <a:dgm id="{6311CF8A-FA3C-4E75-86A1-3E0EE78568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B70F82-A2BE-4870-9A1C-54D5181D71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graphicEl>
                                              <a:dgm id="{3CB70F82-A2BE-4870-9A1C-54D5181D71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B46683C-DF73-41FF-9D5A-3D17450D46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FB46683C-DF73-41FF-9D5A-3D17450D46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9679A5-5303-4EC4-B388-61973A16A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dgm id="{019679A5-5303-4EC4-B388-61973A16AB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AA71A80-36DE-4E21-94F1-3A5C0E0073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graphicEl>
                                              <a:dgm id="{2AA71A80-36DE-4E21-94F1-3A5C0E0073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8451037-3F6B-4432-94B5-9AC0D82BD5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graphicEl>
                                              <a:dgm id="{38451037-3F6B-4432-94B5-9AC0D82BD5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AC0F2ED-39CD-4F27-881D-833EA895EF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graphicEl>
                                              <a:dgm id="{3AC0F2ED-39CD-4F27-881D-833EA895EF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8B697A3-FBEF-456D-B197-149D4F8EDF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5">
                                            <p:graphicEl>
                                              <a:dgm id="{88B697A3-FBEF-456D-B197-149D4F8EDF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67C7811-E1C2-434C-992A-86A4652B6E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">
                                            <p:graphicEl>
                                              <a:dgm id="{967C7811-E1C2-434C-992A-86A4652B6E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5310AA-1A0D-4641-9370-11C3871CC8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graphicEl>
                                              <a:dgm id="{B95310AA-1A0D-4641-9370-11C3871CC8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1946C-1D82-4391-96C9-29AAAB88B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graphicEl>
                                              <a:dgm id="{3CE1946C-1D82-4391-96C9-29AAAB88B0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6690D3-3CF6-4437-B603-567B333D17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5">
                                            <p:graphicEl>
                                              <a:dgm id="{016690D3-3CF6-4437-B603-567B333D17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A1D29C5-DDAD-424E-BD90-1EEC12221C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graphicEl>
                                              <a:dgm id="{2A1D29C5-DDAD-424E-BD90-1EEC12221C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3519010-0228-4A89-AF96-D364FD69E5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">
                                            <p:graphicEl>
                                              <a:dgm id="{F3519010-0228-4A89-AF96-D364FD69E5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662E02F-A1C5-48F6-AA37-2E0F4E27B1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">
                                            <p:graphicEl>
                                              <a:dgm id="{D662E02F-A1C5-48F6-AA37-2E0F4E27B1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EB4E151-6671-4046-B00C-D5C0D2B1AA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">
                                            <p:graphicEl>
                                              <a:dgm id="{9EB4E151-6671-4046-B00C-D5C0D2B1AA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903366" y="3328654"/>
            <a:ext cx="2519633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Dinâmica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Quebra-gelo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58C8F3-9939-E8D5-EA21-50F2EED7F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973972" y="-3552"/>
            <a:ext cx="2612801" cy="260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B1C8D28-E9E0-57C0-DAEA-3B63A3FDA6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73972" y="2396822"/>
            <a:ext cx="2612801" cy="37763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670D46C-7451-0E0A-D8E8-B3065E92D48C}"/>
              </a:ext>
            </a:extLst>
          </p:cNvPr>
          <p:cNvSpPr txBox="1"/>
          <p:nvPr/>
        </p:nvSpPr>
        <p:spPr>
          <a:xfrm>
            <a:off x="4488873" y="468174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https://www.menti.com/alsa8i2vuapd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C7BAF-8C64-9E7C-87A3-0F75C0EF3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FFA1D3-5349-ACA6-4CAA-C4D44A50A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689"/>
            <a:ext cx="9144000" cy="4506121"/>
          </a:xfrm>
          <a:prstGeom prst="rect">
            <a:avLst/>
          </a:prstGeom>
        </p:spPr>
      </p:pic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EB94E69A-FFA2-E7A1-51D6-314442D45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86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09600-3787-C47D-613F-E2B2644F1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0EF345-ECC6-7256-9DD2-237A58009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13E2B85-F3A3-410E-07BB-1F4C328AE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078"/>
            <a:ext cx="9144000" cy="457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70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80C9F-7211-148C-E600-76A0C453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Ementa do Curso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B015CD03-A492-DE7A-51BD-F7B1267870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19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DD346-707A-07DF-7094-DF086AF7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Competências</a:t>
            </a:r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39BA3F1-9C9A-66A0-C723-02EBF83CF0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6350256"/>
              </p:ext>
            </p:extLst>
          </p:nvPr>
        </p:nvGraphicFramePr>
        <p:xfrm>
          <a:off x="230559" y="1250188"/>
          <a:ext cx="88256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5661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F8EF7-7E81-4F90-5668-6A67DABB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Habilidades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451D7B64-485B-BF95-9FA5-CCBD5E680D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0905058"/>
              </p:ext>
            </p:extLst>
          </p:nvPr>
        </p:nvGraphicFramePr>
        <p:xfrm>
          <a:off x="147267" y="1258215"/>
          <a:ext cx="8996733" cy="3034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9533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CCFA68-D4FC-4C6C-A033-EF979CFA22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4CCFA68-D4FC-4C6C-A033-EF979CFA22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4CCFA68-D4FC-4C6C-A033-EF979CFA22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A44595-3DAE-42B9-9AD7-D3DE11D299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8FA44595-3DAE-42B9-9AD7-D3DE11D299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8FA44595-3DAE-42B9-9AD7-D3DE11D299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C1CEE89-F5BC-42C0-8E7B-18E63390A6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AC1CEE89-F5BC-42C0-8E7B-18E63390A6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AC1CEE89-F5BC-42C0-8E7B-18E63390A6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3289AE3-A03A-4426-929D-8EC37A6532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43289AE3-A03A-4426-929D-8EC37A6532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43289AE3-A03A-4426-929D-8EC37A6532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594C7A-F53C-44EE-B118-5FD63C1634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51594C7A-F53C-44EE-B118-5FD63C1634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51594C7A-F53C-44EE-B118-5FD63C1634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E99869F-5343-4458-8991-ED2D40B868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7E99869F-5343-4458-8991-ED2D40B868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7E99869F-5343-4458-8991-ED2D40B868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3D1CD27-9F62-49CB-A35D-C7055C2BFE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C3D1CD27-9F62-49CB-A35D-C7055C2BFE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C3D1CD27-9F62-49CB-A35D-C7055C2BFE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83F32F6-15F0-478C-92F0-624205ED7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A83F32F6-15F0-478C-92F0-624205ED7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A83F32F6-15F0-478C-92F0-624205ED7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F320C7-DEEE-4076-9B6F-7A6217929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ABF320C7-DEEE-4076-9B6F-7A6217929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ABF320C7-DEEE-4076-9B6F-7A6217929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194FC1-8091-4B0A-88D8-6D9DE4386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D5194FC1-8091-4B0A-88D8-6D9DE4386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D5194FC1-8091-4B0A-88D8-6D9DE4386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F33E47-3DB6-4A99-829C-6E85011C4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37F33E47-3DB6-4A99-829C-6E85011C4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37F33E47-3DB6-4A99-829C-6E85011C4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A7E0323-112D-4AE7-A4FB-079F63B657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9A7E0323-112D-4AE7-A4FB-079F63B657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9A7E0323-112D-4AE7-A4FB-079F63B657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F8EF7-7E81-4F90-5668-6A67DABB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Habilidades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451D7B64-485B-BF95-9FA5-CCBD5E680DB7}"/>
              </a:ext>
            </a:extLst>
          </p:cNvPr>
          <p:cNvGraphicFramePr>
            <a:graphicFrameLocks/>
          </p:cNvGraphicFramePr>
          <p:nvPr/>
        </p:nvGraphicFramePr>
        <p:xfrm>
          <a:off x="147267" y="1258215"/>
          <a:ext cx="8996733" cy="3034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973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CCFA68-D4FC-4C6C-A033-EF979CFA22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4CCFA68-D4FC-4C6C-A033-EF979CFA22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4CCFA68-D4FC-4C6C-A033-EF979CFA22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A44595-3DAE-42B9-9AD7-D3DE11D299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8FA44595-3DAE-42B9-9AD7-D3DE11D299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8FA44595-3DAE-42B9-9AD7-D3DE11D299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C1CEE89-F5BC-42C0-8E7B-18E63390A6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AC1CEE89-F5BC-42C0-8E7B-18E63390A6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AC1CEE89-F5BC-42C0-8E7B-18E63390A6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3289AE3-A03A-4426-929D-8EC37A6532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43289AE3-A03A-4426-929D-8EC37A6532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43289AE3-A03A-4426-929D-8EC37A6532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594C7A-F53C-44EE-B118-5FD63C1634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51594C7A-F53C-44EE-B118-5FD63C1634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51594C7A-F53C-44EE-B118-5FD63C1634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E99869F-5343-4458-8991-ED2D40B868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7E99869F-5343-4458-8991-ED2D40B868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7E99869F-5343-4458-8991-ED2D40B868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3D1CD27-9F62-49CB-A35D-C7055C2BFE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C3D1CD27-9F62-49CB-A35D-C7055C2BFE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C3D1CD27-9F62-49CB-A35D-C7055C2BFE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83F32F6-15F0-478C-92F0-624205ED7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A83F32F6-15F0-478C-92F0-624205ED7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A83F32F6-15F0-478C-92F0-624205ED7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F320C7-DEEE-4076-9B6F-7A6217929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ABF320C7-DEEE-4076-9B6F-7A6217929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ABF320C7-DEEE-4076-9B6F-7A6217929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194FC1-8091-4B0A-88D8-6D9DE4386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D5194FC1-8091-4B0A-88D8-6D9DE4386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D5194FC1-8091-4B0A-88D8-6D9DE4386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F33E47-3DB6-4A99-829C-6E85011C4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37F33E47-3DB6-4A99-829C-6E85011C4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37F33E47-3DB6-4A99-829C-6E85011C4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A7E0323-112D-4AE7-A4FB-079F63B657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9A7E0323-112D-4AE7-A4FB-079F63B657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9A7E0323-112D-4AE7-A4FB-079F63B657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1A6DC-BB9B-2814-A393-E46B49C7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0"/>
            <a:ext cx="7886700" cy="994172"/>
          </a:xfrm>
        </p:spPr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Conteúdo Programático</a:t>
            </a:r>
          </a:p>
        </p:txBody>
      </p:sp>
      <p:graphicFrame>
        <p:nvGraphicFramePr>
          <p:cNvPr id="3" name="Espaço Reservado para Conteúdo 2">
            <a:extLst>
              <a:ext uri="{FF2B5EF4-FFF2-40B4-BE49-F238E27FC236}">
                <a16:creationId xmlns:a16="http://schemas.microsoft.com/office/drawing/2014/main" id="{D1A88A32-F4EC-BCB0-6BCE-B4E75734EC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827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F06C2FE-2DCE-4590-97C0-77ED6C614D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EF06C2FE-2DCE-4590-97C0-77ED6C614D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EF06C2FE-2DCE-4590-97C0-77ED6C614D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68B52B3-57E8-4816-BCDE-50B8762CBC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F68B52B3-57E8-4816-BCDE-50B8762CBC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F68B52B3-57E8-4816-BCDE-50B8762CBC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F10E4E5-1C75-4038-96D7-A778659403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0F10E4E5-1C75-4038-96D7-A778659403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0F10E4E5-1C75-4038-96D7-A778659403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BB9C64B-587D-4072-BCD2-CFF98FA8A5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3BB9C64B-587D-4072-BCD2-CFF98FA8A5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3BB9C64B-587D-4072-BCD2-CFF98FA8A5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BB40EAB-9914-461C-B131-98C5F9F0EC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graphicEl>
                                              <a:dgm id="{7BB40EAB-9914-461C-B131-98C5F9F0EC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graphicEl>
                                              <a:dgm id="{7BB40EAB-9914-461C-B131-98C5F9F0EC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68A750F-163A-4786-ADD9-91C235081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graphicEl>
                                              <a:dgm id="{568A750F-163A-4786-ADD9-91C235081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graphicEl>
                                              <a:dgm id="{568A750F-163A-4786-ADD9-91C235081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C792928-991F-4AFC-9A2F-93D437482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CC792928-991F-4AFC-9A2F-93D437482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CC792928-991F-4AFC-9A2F-93D437482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0B96A88-19A3-42E8-AB22-1BC3B15FCE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graphicEl>
                                              <a:dgm id="{20B96A88-19A3-42E8-AB22-1BC3B15FCE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20B96A88-19A3-42E8-AB22-1BC3B15FCE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E58B88C-C335-4A53-AACD-86A7CF9A7C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graphicEl>
                                              <a:dgm id="{0E58B88C-C335-4A53-AACD-86A7CF9A7C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graphicEl>
                                              <a:dgm id="{0E58B88C-C335-4A53-AACD-86A7CF9A7C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9E68FDE-33EF-41C0-BECF-B911A160AD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graphicEl>
                                              <a:dgm id="{B9E68FDE-33EF-41C0-BECF-B911A160AD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graphicEl>
                                              <a:dgm id="{B9E68FDE-33EF-41C0-BECF-B911A160AD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21CB023-28CE-4653-BD17-69465476A4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521CB023-28CE-4653-BD17-69465476A4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graphicEl>
                                              <a:dgm id="{521CB023-28CE-4653-BD17-69465476A4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C7E3649-D02C-41E1-97F8-02C9999FB4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graphicEl>
                                              <a:dgm id="{6C7E3649-D02C-41E1-97F8-02C9999FB4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graphicEl>
                                              <a:dgm id="{6C7E3649-D02C-41E1-97F8-02C9999FB4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FD238E-1BA6-020E-F17B-1BB9755AE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Procedimento Metodológico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7402B-807C-C7F3-F5E6-15872ED31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413958"/>
            <a:ext cx="7293023" cy="1015135"/>
          </a:xfrm>
        </p:spPr>
        <p:txBody>
          <a:bodyPr anchor="ctr">
            <a:normAutofit/>
          </a:bodyPr>
          <a:lstStyle/>
          <a:p>
            <a:r>
              <a:rPr lang="pt-BR" sz="1500" dirty="0"/>
              <a:t>A metodologia adotada está centrada na multidisciplinaridade, com base no aprendizado ativo e participativo. Tem como foco principal a participação do estudante, visando o desenvolvimento intelectual e reflexão crítica, capacitando-o a tomar decisões individuais e em grupos.</a:t>
            </a:r>
          </a:p>
        </p:txBody>
      </p:sp>
      <p:graphicFrame>
        <p:nvGraphicFramePr>
          <p:cNvPr id="4" name="Rectangle 1">
            <a:extLst>
              <a:ext uri="{FF2B5EF4-FFF2-40B4-BE49-F238E27FC236}">
                <a16:creationId xmlns:a16="http://schemas.microsoft.com/office/drawing/2014/main" id="{CC4E06D3-C555-14B3-BFCE-DC6A9BDC47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1849155"/>
              </p:ext>
            </p:extLst>
          </p:nvPr>
        </p:nvGraphicFramePr>
        <p:xfrm>
          <a:off x="649154" y="2429093"/>
          <a:ext cx="7866196" cy="2283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066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15EE87-684E-436A-815E-36A9C7DA51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0A15EE87-684E-436A-815E-36A9C7DA51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5E793E-EB9D-41B7-BF58-B936F7848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FA5E793E-EB9D-41B7-BF58-B936F78484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3373A7F-5960-4995-9214-1F1D3F3D0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graphicEl>
                                              <a:dgm id="{13373A7F-5960-4995-9214-1F1D3F3D05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E57F31E-A84C-4837-A511-BF0632F89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CE57F31E-A84C-4837-A511-BF0632F893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C081EE3-CA6A-4725-B9CC-F91245E72A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BC081EE3-CA6A-4725-B9CC-F91245E72A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D500C0F-74F3-4870-8B2F-E7C00C9CE2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1D500C0F-74F3-4870-8B2F-E7C00C9CE2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F2E442-213F-4912-831A-95FAA6BC04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graphicEl>
                                              <a:dgm id="{4AF2E442-213F-4912-831A-95FAA6BC04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06337C6-41CA-4C92-BBC9-78C7D9E2E0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graphicEl>
                                              <a:dgm id="{F06337C6-41CA-4C92-BBC9-78C7D9E2E0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626DAB-E9ED-4C23-AFD9-D77B02FFEE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C5626DAB-E9ED-4C23-AFD9-D77B02FFEE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D9E41C3-0D22-4364-BCD4-A0B89AB1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graphicEl>
                                              <a:dgm id="{6D9E41C3-0D22-4364-BCD4-A0B89AB1F9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1E7603-C478-4E99-B7EC-7F1266840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graphicEl>
                                              <a:dgm id="{A21E7603-C478-4E99-B7EC-7F12668405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247584-5F01-44ED-B676-80328D78C7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graphicEl>
                                              <a:dgm id="{06247584-5F01-44ED-B676-80328D78C7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005096-D0AA-046A-8671-608FD5D2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Recurso Didático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0F1DA24-C51C-520E-DE29-AF6F991B36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6479201"/>
              </p:ext>
            </p:extLst>
          </p:nvPr>
        </p:nvGraphicFramePr>
        <p:xfrm>
          <a:off x="3673856" y="111682"/>
          <a:ext cx="5372422" cy="4883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741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5FBE828-1D2D-44C4-B0A4-B232B57864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25FBE828-1D2D-44C4-B0A4-B232B57864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4B3E565-3701-4B93-9CD8-5E0D351295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dgm id="{44B3E565-3701-4B93-9CD8-5E0D351295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D3CB6E1-37B6-457D-82BE-52CBBD116C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graphicEl>
                                              <a:dgm id="{3D3CB6E1-37B6-457D-82BE-52CBBD116C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90FDEFD-FBC6-42AC-ABC5-A04C626E1E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D90FDEFD-FBC6-42AC-ABC5-A04C626E1E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CCB4D1F-9FC5-43A9-8585-CA731D025B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graphicEl>
                                              <a:dgm id="{6CCB4D1F-9FC5-43A9-8585-CA731D025B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90A413C-CD31-4DBA-AF30-436BEA4F0B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graphicEl>
                                              <a:dgm id="{990A413C-CD31-4DBA-AF30-436BEA4F0B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348C30-67E4-4AFB-82C6-50E12912AE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graphicEl>
                                              <a:dgm id="{E3348C30-67E4-4AFB-82C6-50E12912AE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0759C0C-341E-4405-81B7-774A86E838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20759C0C-341E-4405-81B7-774A86E838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6D72721-BB15-4E63-ACE8-834A4D87CF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graphicEl>
                                              <a:dgm id="{66D72721-BB15-4E63-ACE8-834A4D87CF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4A42C8D-4547-46B3-BA86-C7E07E495E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graphicEl>
                                              <a:dgm id="{F4A42C8D-4547-46B3-BA86-C7E07E495E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6FB527D-3C50-4012-A84B-62C2412447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graphicEl>
                                              <a:dgm id="{C6FB527D-3C50-4012-A84B-62C2412447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9182CC9-795B-46A3-8B65-D3BEC1BFDA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graphicEl>
                                              <a:dgm id="{29182CC9-795B-46A3-8B65-D3BEC1BFDA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427A985-A16E-4492-8BB7-53AD3BB6D4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graphicEl>
                                              <a:dgm id="{0427A985-A16E-4492-8BB7-53AD3BB6D4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0110F25-7C77-4D32-8397-348AC6CCA1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graphicEl>
                                              <a:dgm id="{30110F25-7C77-4D32-8397-348AC6CCA1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E6F38B7-7287-470A-B57D-C644D6878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graphicEl>
                                              <a:dgm id="{3E6F38B7-7287-470A-B57D-C644D68784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4C6F6F3-4A31-433B-AC1D-0B8652EE3D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graphicEl>
                                              <a:dgm id="{A4C6F6F3-4A31-433B-AC1D-0B8652EE3D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07DFD8B-DF01-4905-A6BB-87D4DF46F9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6">
                                            <p:graphicEl>
                                              <a:dgm id="{F07DFD8B-DF01-4905-A6BB-87D4DF46F9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3B2F73A-A459-4A3D-8384-EB16E36C22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6">
                                            <p:graphicEl>
                                              <a:dgm id="{23B2F73A-A459-4A3D-8384-EB16E36C22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7C6AFDA-F062-4751-AD65-E0C30B68BD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6">
                                            <p:graphicEl>
                                              <a:dgm id="{97C6AFDA-F062-4751-AD65-E0C30B68BD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B5F4179-AC69-4C5D-80CE-5D11CB354B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6">
                                            <p:graphicEl>
                                              <a:dgm id="{EB5F4179-AC69-4C5D-80CE-5D11CB354B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A577C19-80C3-4817-A1CF-B5810ABBFA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>
                                            <p:graphicEl>
                                              <a:dgm id="{CA577C19-80C3-4817-A1CF-B5810ABBFA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0F8A4A5-74F3-49E8-9282-04206E2E5C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6">
                                            <p:graphicEl>
                                              <a:dgm id="{F0F8A4A5-74F3-49E8-9282-04206E2E5C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FFCAD5C-3D44-440C-ACAA-9347161A55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6">
                                            <p:graphicEl>
                                              <a:dgm id="{1FFCAD5C-3D44-440C-ACAA-9347161A55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4232418-C9BC-4FDB-8D2B-A1583F28B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6">
                                            <p:graphicEl>
                                              <a:dgm id="{74232418-C9BC-4FDB-8D2B-A1583F28BBA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D3EB0C-1181-E4E4-92FC-A07F31AF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Avaliação</a:t>
            </a:r>
          </a:p>
        </p:txBody>
      </p:sp>
      <p:graphicFrame>
        <p:nvGraphicFramePr>
          <p:cNvPr id="11" name="Espaço Reservado para Conteúdo 5">
            <a:extLst>
              <a:ext uri="{FF2B5EF4-FFF2-40B4-BE49-F238E27FC236}">
                <a16:creationId xmlns:a16="http://schemas.microsoft.com/office/drawing/2014/main" id="{AF38CC1B-E7AE-4585-F8A2-B05A0E41C5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9983142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2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3F96554-9D40-4C90-826F-7345399A8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graphicEl>
                                              <a:dgm id="{F3F96554-9D40-4C90-826F-7345399A88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3C23C661-2FAD-4AD9-BC54-B0469EA857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graphicEl>
                                              <a:dgm id="{3C23C661-2FAD-4AD9-BC54-B0469EA857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A4DA07B0-3941-40B1-8092-9567E76853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graphicEl>
                                              <a:dgm id="{A4DA07B0-3941-40B1-8092-9567E76853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9520941A-44C6-4468-A54E-6F3BF87B55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graphicEl>
                                              <a:dgm id="{9520941A-44C6-4468-A54E-6F3BF87B55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3AA50EB-93EC-41D3-92A5-3CDAD60577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graphicEl>
                                              <a:dgm id="{F3AA50EB-93EC-41D3-92A5-3CDAD60577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BB05CB52-03EE-4A28-AF18-60F4EA7D78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>
                                            <p:graphicEl>
                                              <a:dgm id="{BB05CB52-03EE-4A28-AF18-60F4EA7D78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B754D3FA-91C7-4695-B81D-345EF437EF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">
                                            <p:graphicEl>
                                              <a:dgm id="{B754D3FA-91C7-4695-B81D-345EF437EF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229B61A7-082F-4969-A0B2-62C02D20B0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>
                                            <p:graphicEl>
                                              <a:dgm id="{229B61A7-082F-4969-A0B2-62C02D20B0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4F9122E9-50A0-4496-892C-9593020D3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1">
                                            <p:graphicEl>
                                              <a:dgm id="{4F9122E9-50A0-4496-892C-9593020D3D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D3EB0C-1181-E4E4-92FC-A07F31AF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Instrumentos de Avaliação</a:t>
            </a:r>
          </a:p>
        </p:txBody>
      </p:sp>
      <p:graphicFrame>
        <p:nvGraphicFramePr>
          <p:cNvPr id="22" name="Espaço Reservado para Conteúdo 2">
            <a:extLst>
              <a:ext uri="{FF2B5EF4-FFF2-40B4-BE49-F238E27FC236}">
                <a16:creationId xmlns:a16="http://schemas.microsoft.com/office/drawing/2014/main" id="{13766250-61E2-F99A-DBF5-1CEDE7A62B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462727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20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5DFFACDE-B77D-4ADB-85FA-198DD14BB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2">
                                            <p:graphicEl>
                                              <a:dgm id="{5DFFACDE-B77D-4ADB-85FA-198DD14BB2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39A834DD-F52C-49B0-8161-4C7BEC69B2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2">
                                            <p:graphicEl>
                                              <a:dgm id="{39A834DD-F52C-49B0-8161-4C7BEC69B2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02E27D1C-166F-43EA-9A6C-1EE18E916A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2">
                                            <p:graphicEl>
                                              <a:dgm id="{02E27D1C-166F-43EA-9A6C-1EE18E916A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49FAE2A6-49D2-4426-802B-2325F85F7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2">
                                            <p:graphicEl>
                                              <a:dgm id="{49FAE2A6-49D2-4426-802B-2325F85F7D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9091D9F8-6A9D-4B10-81A1-52E18C5C75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2">
                                            <p:graphicEl>
                                              <a:dgm id="{9091D9F8-6A9D-4B10-81A1-52E18C5C75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C8AB50F8-3385-4519-A709-933B23D6DF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2">
                                            <p:graphicEl>
                                              <a:dgm id="{C8AB50F8-3385-4519-A709-933B23D6DF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C48C84AD-7F7B-4304-8B34-20919B1198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2">
                                            <p:graphicEl>
                                              <a:dgm id="{C48C84AD-7F7B-4304-8B34-20919B1198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730A235E-A7F9-4B2B-AD6D-D626F33F8D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2">
                                            <p:graphicEl>
                                              <a:dgm id="{730A235E-A7F9-4B2B-AD6D-D626F33F8D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201A5D-19FF-2F52-1D83-203B8F4DB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Critérios para Aprovação na Disciplina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EAA88A5-3613-D77F-A84C-B5D9B06478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619085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766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CE8B91-85A8-7466-DCB4-E8EF914E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Bibliografia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53432CF-0512-7361-075B-8844AFDEA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010746"/>
              </p:ext>
            </p:extLst>
          </p:nvPr>
        </p:nvGraphicFramePr>
        <p:xfrm>
          <a:off x="193964" y="990600"/>
          <a:ext cx="8721436" cy="4152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601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0C84674-8782-4053-A0FE-3FA9D9E9CA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30C84674-8782-4053-A0FE-3FA9D9E9CA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F3E913-60CE-4329-A56A-E080B85FFF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B2F3E913-60CE-4329-A56A-E080B85FFF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51EAF6A-BD44-4106-B67A-BD27DF6A5F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651EAF6A-BD44-4106-B67A-BD27DF6A5F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19856E2-0B45-4814-8E2A-2FE76D02A8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F19856E2-0B45-4814-8E2A-2FE76D02A8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653488-E2DD-15AD-EAA5-E56803E18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05" y="1047514"/>
            <a:ext cx="2430380" cy="3048471"/>
          </a:xfrm>
        </p:spPr>
        <p:txBody>
          <a:bodyPr>
            <a:normAutofit/>
          </a:bodyPr>
          <a:lstStyle/>
          <a:p>
            <a:br>
              <a:rPr lang="pt-BR">
                <a:solidFill>
                  <a:srgbClr val="FFFFFF"/>
                </a:solidFill>
              </a:rPr>
            </a:br>
            <a:r>
              <a:rPr lang="pt-BR" b="0" i="0">
                <a:solidFill>
                  <a:srgbClr val="FFFFFF"/>
                </a:solidFill>
                <a:effectLst/>
                <a:latin typeface="Söhne"/>
              </a:rPr>
              <a:t>Business Intelligence (BI)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51269C-6D56-9EF4-3074-C03217236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614" y="1885950"/>
            <a:ext cx="4152298" cy="22100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>
                <a:latin typeface="Söhne"/>
              </a:rPr>
              <a:t>C</a:t>
            </a:r>
            <a:r>
              <a:rPr lang="pt-BR" b="0" i="0" dirty="0">
                <a:effectLst/>
                <a:latin typeface="Söhne"/>
              </a:rPr>
              <a:t>onjunto de processos, tecnologias e ferramentas que auxiliam na transformação de dados brutos em informações significativas e úteis para a tomada de decisões estratégicas nas organizações.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5310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2948210" y="488711"/>
            <a:ext cx="3062575" cy="306257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653488-E2DD-15AD-EAA5-E56803E18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699" cy="994173"/>
          </a:xfrm>
        </p:spPr>
        <p:txBody>
          <a:bodyPr>
            <a:normAutofit/>
          </a:bodyPr>
          <a:lstStyle/>
          <a:p>
            <a:br>
              <a:rPr lang="pt-BR" sz="31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pt-BR" sz="3100" i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öhne"/>
              </a:rPr>
              <a:t>Business </a:t>
            </a:r>
            <a:r>
              <a:rPr lang="pt-BR" sz="3100" i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öhne"/>
              </a:rPr>
              <a:t>Intelligence</a:t>
            </a:r>
            <a:r>
              <a:rPr lang="pt-BR" sz="3100" i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öhne"/>
              </a:rPr>
              <a:t> (BI)</a:t>
            </a:r>
            <a:endParaRPr lang="pt-BR" sz="31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51269C-6D56-9EF4-3074-C03217236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69218"/>
            <a:ext cx="4486275" cy="32635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b="0" i="0" dirty="0">
                <a:effectLst/>
                <a:latin typeface="Söhne"/>
              </a:rPr>
              <a:t>Em meados de 1989, Howard </a:t>
            </a:r>
            <a:r>
              <a:rPr lang="pt-BR" b="0" i="0" dirty="0" err="1">
                <a:effectLst/>
                <a:latin typeface="Söhne"/>
              </a:rPr>
              <a:t>Dresner</a:t>
            </a:r>
            <a:r>
              <a:rPr lang="pt-BR" b="0" i="0" dirty="0">
                <a:effectLst/>
                <a:latin typeface="Söhne"/>
              </a:rPr>
              <a:t> definiu Business </a:t>
            </a:r>
            <a:r>
              <a:rPr lang="pt-BR" b="0" i="0" dirty="0" err="1">
                <a:effectLst/>
                <a:latin typeface="Söhne"/>
              </a:rPr>
              <a:t>Intelligence</a:t>
            </a:r>
            <a:r>
              <a:rPr lang="pt-BR" b="0" i="0" dirty="0">
                <a:effectLst/>
                <a:latin typeface="Söhne"/>
              </a:rPr>
              <a:t> ou Inteligência de Negócios como um termo guarda-chuva para descrever:</a:t>
            </a:r>
            <a:br>
              <a:rPr lang="pt-BR" b="0" i="0" dirty="0">
                <a:effectLst/>
                <a:latin typeface="Söhne"/>
              </a:rPr>
            </a:br>
            <a:endParaRPr lang="pt-BR" b="0" i="0" dirty="0">
              <a:effectLst/>
              <a:latin typeface="Söhne"/>
            </a:endParaRPr>
          </a:p>
          <a:p>
            <a:pPr marL="0" indent="0" algn="just">
              <a:buNone/>
            </a:pPr>
            <a:r>
              <a:rPr lang="pt-BR" i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öhne"/>
              </a:rPr>
              <a:t>“um conjunto de conceitos e métodos para melhorar a tomada das decisões de negócio, usando sistemas de suporte baseados em fatos.”</a:t>
            </a:r>
            <a:endParaRPr lang="pt-B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7756" y="3921020"/>
            <a:ext cx="830430" cy="8079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áfico 4" descr="Guarda-chuva estrutura de tópicos">
            <a:extLst>
              <a:ext uri="{FF2B5EF4-FFF2-40B4-BE49-F238E27FC236}">
                <a16:creationId xmlns:a16="http://schemas.microsoft.com/office/drawing/2014/main" id="{14D409B4-B49D-583D-F83A-52C927B65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2471" y="1447365"/>
            <a:ext cx="3166198" cy="3166198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83210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3281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C19924-5168-71A3-9A59-F435094C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699" cy="994173"/>
          </a:xfrm>
        </p:spPr>
        <p:txBody>
          <a:bodyPr>
            <a:normAutofit/>
          </a:bodyPr>
          <a:lstStyle/>
          <a:p>
            <a:r>
              <a:rPr lang="pt-BR" i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öhne"/>
              </a:rPr>
              <a:t>Conceitos BI</a:t>
            </a:r>
            <a:endParaRPr lang="pt-B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D59753-7205-2002-B30D-F5D7AF56D8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249" b="-1"/>
          <a:stretch/>
        </p:blipFill>
        <p:spPr>
          <a:xfrm>
            <a:off x="5136688" y="1328308"/>
            <a:ext cx="3378661" cy="337866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4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5235395" y="1447355"/>
            <a:ext cx="3417474" cy="3417474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5741" y="1476787"/>
            <a:ext cx="500006" cy="4864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Espaço Reservado para Conteúdo 2">
            <a:extLst>
              <a:ext uri="{FF2B5EF4-FFF2-40B4-BE49-F238E27FC236}">
                <a16:creationId xmlns:a16="http://schemas.microsoft.com/office/drawing/2014/main" id="{F441311E-D2CF-2331-5E54-9CA785598D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69572"/>
              </p:ext>
            </p:extLst>
          </p:nvPr>
        </p:nvGraphicFramePr>
        <p:xfrm>
          <a:off x="628650" y="1369218"/>
          <a:ext cx="404502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5805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87017D6-07A3-43F5-BFEF-0C3B7644CB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graphicEl>
                                              <a:dgm id="{087017D6-07A3-43F5-BFEF-0C3B7644CB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dgm id="{087017D6-07A3-43F5-BFEF-0C3B7644CB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graphicEl>
                                              <a:dgm id="{087017D6-07A3-43F5-BFEF-0C3B7644CB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72CD5C1-76B9-489B-9198-2C73AF0F61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graphicEl>
                                              <a:dgm id="{472CD5C1-76B9-489B-9198-2C73AF0F61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graphicEl>
                                              <a:dgm id="{472CD5C1-76B9-489B-9198-2C73AF0F61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graphicEl>
                                              <a:dgm id="{472CD5C1-76B9-489B-9198-2C73AF0F61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C049E02-78BB-4115-99E5-43ADDEBFED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graphicEl>
                                              <a:dgm id="{6C049E02-78BB-4115-99E5-43ADDEBFED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graphicEl>
                                              <a:dgm id="{6C049E02-78BB-4115-99E5-43ADDEBFED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graphicEl>
                                              <a:dgm id="{6C049E02-78BB-4115-99E5-43ADDEBFED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10786EF-6BE8-4202-A467-1F967EAA2F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graphicEl>
                                              <a:dgm id="{B10786EF-6BE8-4202-A467-1F967EAA2F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graphicEl>
                                              <a:dgm id="{B10786EF-6BE8-4202-A467-1F967EAA2F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graphicEl>
                                              <a:dgm id="{B10786EF-6BE8-4202-A467-1F967EAA2F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E6C6E5D-AC41-450C-AB49-8A466E0689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graphicEl>
                                              <a:dgm id="{3E6C6E5D-AC41-450C-AB49-8A466E0689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graphicEl>
                                              <a:dgm id="{3E6C6E5D-AC41-450C-AB49-8A466E0689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graphicEl>
                                              <a:dgm id="{3E6C6E5D-AC41-450C-AB49-8A466E0689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F0F595B-1BFA-45B0-9E68-E7ACF5886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graphicEl>
                                              <a:dgm id="{CF0F595B-1BFA-45B0-9E68-E7ACF5886E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graphicEl>
                                              <a:dgm id="{CF0F595B-1BFA-45B0-9E68-E7ACF5886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graphicEl>
                                              <a:dgm id="{CF0F595B-1BFA-45B0-9E68-E7ACF5886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FF95836-25D8-4B95-AA1F-953D1C9D3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>
                                            <p:graphicEl>
                                              <a:dgm id="{4FF95836-25D8-4B95-AA1F-953D1C9D34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graphicEl>
                                              <a:dgm id="{4FF95836-25D8-4B95-AA1F-953D1C9D3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graphicEl>
                                              <a:dgm id="{4FF95836-25D8-4B95-AA1F-953D1C9D3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D96EB74-D6FD-4F75-8173-8B11728B9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>
                                            <p:graphicEl>
                                              <a:dgm id="{7D96EB74-D6FD-4F75-8173-8B11728B9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graphicEl>
                                              <a:dgm id="{7D96EB74-D6FD-4F75-8173-8B11728B9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graphicEl>
                                              <a:dgm id="{7D96EB74-D6FD-4F75-8173-8B11728B9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C9385EA-87E8-48EF-8355-556D3511ED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">
                                            <p:graphicEl>
                                              <a:dgm id="{7C9385EA-87E8-48EF-8355-556D3511ED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graphicEl>
                                              <a:dgm id="{7C9385EA-87E8-48EF-8355-556D3511ED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graphicEl>
                                              <a:dgm id="{7C9385EA-87E8-48EF-8355-556D3511ED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DFD134B-E64A-4699-8D6F-71E25DD7C6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>
                                            <p:graphicEl>
                                              <a:dgm id="{1DFD134B-E64A-4699-8D6F-71E25DD7C6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>
                                            <p:graphicEl>
                                              <a:dgm id="{1DFD134B-E64A-4699-8D6F-71E25DD7C6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>
                                            <p:graphicEl>
                                              <a:dgm id="{1DFD134B-E64A-4699-8D6F-71E25DD7C6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B7C21B0-326A-422F-8DC1-C980D2F45E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">
                                            <p:graphicEl>
                                              <a:dgm id="{0B7C21B0-326A-422F-8DC1-C980D2F45E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>
                                            <p:graphicEl>
                                              <a:dgm id="{0B7C21B0-326A-422F-8DC1-C980D2F45E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">
                                            <p:graphicEl>
                                              <a:dgm id="{0B7C21B0-326A-422F-8DC1-C980D2F45E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4549370-67BB-4CC1-A49F-4E1A8D08EB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">
                                            <p:graphicEl>
                                              <a:dgm id="{74549370-67BB-4CC1-A49F-4E1A8D08EB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>
                                            <p:graphicEl>
                                              <a:dgm id="{74549370-67BB-4CC1-A49F-4E1A8D08EB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">
                                            <p:graphicEl>
                                              <a:dgm id="{74549370-67BB-4CC1-A49F-4E1A8D08EB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76C7C0-B355-40F2-BD45-85A9BF9683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">
                                            <p:graphicEl>
                                              <a:dgm id="{5F76C7C0-B355-40F2-BD45-85A9BF9683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">
                                            <p:graphicEl>
                                              <a:dgm id="{5F76C7C0-B355-40F2-BD45-85A9BF9683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">
                                            <p:graphicEl>
                                              <a:dgm id="{5F76C7C0-B355-40F2-BD45-85A9BF9683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7535B61-D295-484B-A505-1CC38F2910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">
                                            <p:graphicEl>
                                              <a:dgm id="{77535B61-D295-484B-A505-1CC38F2910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">
                                            <p:graphicEl>
                                              <a:dgm id="{77535B61-D295-484B-A505-1CC38F2910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">
                                            <p:graphicEl>
                                              <a:dgm id="{77535B61-D295-484B-A505-1CC38F2910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A7B88B3-957E-4592-BFFD-9A5B9E7E2C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">
                                            <p:graphicEl>
                                              <a:dgm id="{DA7B88B3-957E-4592-BFFD-9A5B9E7E2C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">
                                            <p:graphicEl>
                                              <a:dgm id="{DA7B88B3-957E-4592-BFFD-9A5B9E7E2C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">
                                            <p:graphicEl>
                                              <a:dgm id="{DA7B88B3-957E-4592-BFFD-9A5B9E7E2C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95DB426-1BDA-4C3F-8C37-814691EC9D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">
                                            <p:graphicEl>
                                              <a:dgm id="{195DB426-1BDA-4C3F-8C37-814691EC9D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">
                                            <p:graphicEl>
                                              <a:dgm id="{195DB426-1BDA-4C3F-8C37-814691EC9D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">
                                            <p:graphicEl>
                                              <a:dgm id="{195DB426-1BDA-4C3F-8C37-814691EC9D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5DED5-7398-31DA-E9ED-407D95D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417" y="853527"/>
            <a:ext cx="4083287" cy="1051852"/>
          </a:xfrm>
        </p:spPr>
        <p:txBody>
          <a:bodyPr anchor="t">
            <a:normAutofit/>
          </a:bodyPr>
          <a:lstStyle/>
          <a:p>
            <a:r>
              <a:rPr lang="pt-BR" sz="2400" i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öhne"/>
              </a:rPr>
              <a:t>Modelagem Multidimensional.</a:t>
            </a:r>
            <a:endParaRPr lang="pt-BR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 descr="Cubos conectados com uma linha vermelha">
            <a:extLst>
              <a:ext uri="{FF2B5EF4-FFF2-40B4-BE49-F238E27FC236}">
                <a16:creationId xmlns:a16="http://schemas.microsoft.com/office/drawing/2014/main" id="{18187636-F6E9-4829-DADD-8E12948C98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796" r="15369" b="2"/>
          <a:stretch/>
        </p:blipFill>
        <p:spPr>
          <a:xfrm>
            <a:off x="20" y="10"/>
            <a:ext cx="3863363" cy="51434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653359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A39390-A5FE-B82C-2EB3-AB1FE025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417" y="1913382"/>
            <a:ext cx="4083287" cy="2693405"/>
          </a:xfrm>
        </p:spPr>
        <p:txBody>
          <a:bodyPr>
            <a:normAutofit/>
          </a:bodyPr>
          <a:lstStyle/>
          <a:p>
            <a:r>
              <a:rPr lang="pt-BR" sz="1500" b="0" i="0" dirty="0">
                <a:effectLst/>
                <a:latin typeface="Söhne"/>
              </a:rPr>
              <a:t>DEFINIÇÃO:</a:t>
            </a:r>
            <a:br>
              <a:rPr lang="pt-BR" sz="1500" b="0" i="0" dirty="0">
                <a:effectLst/>
                <a:latin typeface="Söhne"/>
              </a:rPr>
            </a:br>
            <a:endParaRPr lang="pt-BR" sz="1500" b="0" i="0" dirty="0">
              <a:effectLst/>
              <a:latin typeface="Söhne"/>
            </a:endParaRPr>
          </a:p>
          <a:p>
            <a:pPr marL="0" indent="0">
              <a:buNone/>
            </a:pPr>
            <a:r>
              <a:rPr lang="pt-BR" sz="1500" b="0" i="0" dirty="0">
                <a:effectLst/>
                <a:latin typeface="Söhne"/>
              </a:rPr>
              <a:t>A modelagem multidimensional é uma técnica utilizada na área de banco de dados e </a:t>
            </a:r>
            <a:r>
              <a:rPr lang="pt-BR" sz="1500" b="0" i="1" dirty="0">
                <a:effectLst/>
                <a:latin typeface="Söhne"/>
              </a:rPr>
              <a:t>business </a:t>
            </a:r>
            <a:r>
              <a:rPr lang="pt-BR" sz="1500" b="0" i="1" dirty="0" err="1">
                <a:effectLst/>
                <a:latin typeface="Söhne"/>
              </a:rPr>
              <a:t>intelligence</a:t>
            </a:r>
            <a:r>
              <a:rPr lang="pt-BR" sz="1500" b="0" i="0" dirty="0">
                <a:effectLst/>
                <a:latin typeface="Söhne"/>
              </a:rPr>
              <a:t> para organizar e representar dados de forma a facilitar a análise e compreensão das informações. Os conceitos básicos dessa modelagem incluem:</a:t>
            </a:r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1358752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3BD39-C9F8-C304-9B42-9756557C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5" y="191097"/>
            <a:ext cx="7886700" cy="994172"/>
          </a:xfrm>
        </p:spPr>
        <p:txBody>
          <a:bodyPr>
            <a:normAutofit fontScale="90000"/>
          </a:bodyPr>
          <a:lstStyle/>
          <a:p>
            <a:r>
              <a:rPr kumimoji="0" lang="pt-BR" altLang="pt-BR" sz="3600" b="1" i="0" u="none" strike="noStrike" normalizeH="0" baseline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Söhne"/>
              </a:rPr>
              <a:t>Conceitos básicos de modelagem multidimensional.</a:t>
            </a:r>
            <a:endParaRPr lang="pt-BR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graphicFrame>
        <p:nvGraphicFramePr>
          <p:cNvPr id="6" name="Espaço Reservado para Conteúdo 2">
            <a:extLst>
              <a:ext uri="{FF2B5EF4-FFF2-40B4-BE49-F238E27FC236}">
                <a16:creationId xmlns:a16="http://schemas.microsoft.com/office/drawing/2014/main" id="{BD0F158C-F68D-248C-8115-8F994F2C27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9333032"/>
              </p:ext>
            </p:extLst>
          </p:nvPr>
        </p:nvGraphicFramePr>
        <p:xfrm>
          <a:off x="1190625" y="1352550"/>
          <a:ext cx="6762750" cy="3102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7323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0E4ED5A-9BA3-4953-957A-644D387284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E0E4ED5A-9BA3-4953-957A-644D387284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67EE6F7-9E70-4215-9772-1CB9A5B8C0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E67EE6F7-9E70-4215-9772-1CB9A5B8C0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D35451E-B65F-4ED9-9E34-D0553BC5C1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dgm id="{9D35451E-B65F-4ED9-9E34-D0553BC5C1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A4B7783-BE2F-43DA-9378-85ECFCE3C9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dgm id="{EA4B7783-BE2F-43DA-9378-85ECFCE3C9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CCEC5DA-2D23-4A0B-881A-A72BBDE4E9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dgm id="{3CCEC5DA-2D23-4A0B-881A-A72BBDE4E9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1DAAB2C-B00E-4010-9BC4-E6B430E545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B1DAAB2C-B00E-4010-9BC4-E6B430E545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2133600" y="2981325"/>
            <a:ext cx="6010275" cy="16927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“O sucesso das organizações depende das pessoas e da utilização inteligente da informação disponível.”</a:t>
            </a:r>
          </a:p>
          <a:p>
            <a:pPr algn="r"/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Peter Drucker </a:t>
            </a: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9" y="3364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903</TotalTime>
  <Words>1923</Words>
  <Application>Microsoft Office PowerPoint</Application>
  <PresentationFormat>Apresentação na tela (16:9)</PresentationFormat>
  <Paragraphs>137</Paragraphs>
  <Slides>28</Slides>
  <Notes>9</Notes>
  <HiddenSlides>4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6" baseType="lpstr">
      <vt:lpstr>Aptos Display</vt:lpstr>
      <vt:lpstr>Tahoma</vt:lpstr>
      <vt:lpstr>Calibri</vt:lpstr>
      <vt:lpstr>Aptos</vt:lpstr>
      <vt:lpstr>Söhne</vt:lpstr>
      <vt:lpstr>Wingdings</vt:lpstr>
      <vt:lpstr>Arial</vt:lpstr>
      <vt:lpstr>Tema do Office</vt:lpstr>
      <vt:lpstr>Business Intelligence</vt:lpstr>
      <vt:lpstr>Apresentação do PowerPoint</vt:lpstr>
      <vt:lpstr>Objetivo da aula</vt:lpstr>
      <vt:lpstr>Agenda</vt:lpstr>
      <vt:lpstr>Apresentação do PowerPoint</vt:lpstr>
      <vt:lpstr>Apresentação do PowerPoint</vt:lpstr>
      <vt:lpstr>Apresentação do PowerPoint</vt:lpstr>
      <vt:lpstr>Ementa do Curso</vt:lpstr>
      <vt:lpstr>Competências</vt:lpstr>
      <vt:lpstr>Habilidades</vt:lpstr>
      <vt:lpstr>Habilidades</vt:lpstr>
      <vt:lpstr>Conteúdo Programático</vt:lpstr>
      <vt:lpstr>Procedimento Metodológico</vt:lpstr>
      <vt:lpstr>Recurso Didático</vt:lpstr>
      <vt:lpstr>Avaliação</vt:lpstr>
      <vt:lpstr>Instrumentos de Avaliação</vt:lpstr>
      <vt:lpstr>Critérios para Aprovação na Disciplina</vt:lpstr>
      <vt:lpstr>Bibliografia</vt:lpstr>
      <vt:lpstr> Business Intelligence (BI)</vt:lpstr>
      <vt:lpstr> Business Intelligence (BI)</vt:lpstr>
      <vt:lpstr>Conceitos BI</vt:lpstr>
      <vt:lpstr>Modelagem Multidimensional.</vt:lpstr>
      <vt:lpstr>Conceitos básicos de modelagem multidimensional.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7</cp:revision>
  <dcterms:modified xsi:type="dcterms:W3CDTF">2025-02-11T11:26:42Z</dcterms:modified>
</cp:coreProperties>
</file>