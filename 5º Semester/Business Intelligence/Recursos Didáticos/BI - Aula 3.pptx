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notesSlides/notesSlide3.xml" ContentType="application/vnd.openxmlformats-officedocument.presentationml.notesSlide+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4"/>
  </p:sldMasterIdLst>
  <p:notesMasterIdLst>
    <p:notesMasterId r:id="rId49"/>
  </p:notesMasterIdLst>
  <p:sldIdLst>
    <p:sldId id="256" r:id="rId5"/>
    <p:sldId id="331" r:id="rId6"/>
    <p:sldId id="318" r:id="rId7"/>
    <p:sldId id="319" r:id="rId8"/>
    <p:sldId id="396" r:id="rId9"/>
    <p:sldId id="394" r:id="rId10"/>
    <p:sldId id="368" r:id="rId11"/>
    <p:sldId id="369" r:id="rId12"/>
    <p:sldId id="372" r:id="rId13"/>
    <p:sldId id="377" r:id="rId14"/>
    <p:sldId id="333" r:id="rId15"/>
    <p:sldId id="406" r:id="rId16"/>
    <p:sldId id="405" r:id="rId17"/>
    <p:sldId id="381" r:id="rId18"/>
    <p:sldId id="380" r:id="rId19"/>
    <p:sldId id="383" r:id="rId20"/>
    <p:sldId id="385" r:id="rId21"/>
    <p:sldId id="323" r:id="rId22"/>
    <p:sldId id="260" r:id="rId23"/>
    <p:sldId id="295" r:id="rId24"/>
    <p:sldId id="296" r:id="rId25"/>
    <p:sldId id="307" r:id="rId26"/>
    <p:sldId id="398" r:id="rId27"/>
    <p:sldId id="400" r:id="rId28"/>
    <p:sldId id="401" r:id="rId29"/>
    <p:sldId id="402" r:id="rId30"/>
    <p:sldId id="404" r:id="rId31"/>
    <p:sldId id="280" r:id="rId32"/>
    <p:sldId id="282" r:id="rId33"/>
    <p:sldId id="281" r:id="rId34"/>
    <p:sldId id="284" r:id="rId35"/>
    <p:sldId id="283" r:id="rId36"/>
    <p:sldId id="286" r:id="rId37"/>
    <p:sldId id="287" r:id="rId38"/>
    <p:sldId id="288" r:id="rId39"/>
    <p:sldId id="290" r:id="rId40"/>
    <p:sldId id="407" r:id="rId41"/>
    <p:sldId id="393" r:id="rId42"/>
    <p:sldId id="298" r:id="rId43"/>
    <p:sldId id="302" r:id="rId44"/>
    <p:sldId id="300" r:id="rId45"/>
    <p:sldId id="299" r:id="rId46"/>
    <p:sldId id="322" r:id="rId47"/>
    <p:sldId id="259" r:id="rId48"/>
  </p:sldIdLst>
  <p:sldSz cx="9144000" cy="5143500" type="screen16x9"/>
  <p:notesSz cx="6858000" cy="9144000"/>
  <p:embeddedFontLst>
    <p:embeddedFont>
      <p:font typeface="Tahoma" panose="020B0604030504040204" pitchFamily="34" charset="0"/>
      <p:regular r:id="rId50"/>
      <p:bold r:id="rId51"/>
    </p:embeddedFont>
  </p:embeddedFontLst>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804EF7A-D1D5-47F1-B31E-C72197892286}" v="317" dt="2025-02-25T11:12:38.53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748" autoAdjust="0"/>
    <p:restoredTop sz="0" autoAdjust="0"/>
  </p:normalViewPr>
  <p:slideViewPr>
    <p:cSldViewPr snapToGrid="0">
      <p:cViewPr varScale="1">
        <p:scale>
          <a:sx n="109" d="100"/>
          <a:sy n="109" d="100"/>
        </p:scale>
        <p:origin x="840" y="82"/>
      </p:cViewPr>
      <p:guideLst/>
    </p:cSldViewPr>
  </p:slideViewPr>
  <p:notesTextViewPr>
    <p:cViewPr>
      <p:scale>
        <a:sx n="125" d="100"/>
        <a:sy n="125"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font" Target="fonts/font1.fntdata"/><Relationship Id="rId55"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viewProps" Target="viewProp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microsoft.com/office/2016/11/relationships/changesInfo" Target="changesInfos/changesInfo1.xml"/><Relationship Id="rId8" Type="http://schemas.openxmlformats.org/officeDocument/2006/relationships/slide" Target="slides/slide4.xml"/><Relationship Id="rId51" Type="http://schemas.openxmlformats.org/officeDocument/2006/relationships/font" Target="fonts/font2.fntdata"/><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notesMaster" Target="notesMasters/notesMaster1.xml"/><Relationship Id="rId57" Type="http://schemas.microsoft.com/office/2015/10/relationships/revisionInfo" Target="revisionInfo.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sé Pedro Calistro Torres de Miranda" userId="82558bf5-0a7c-4071-b398-5925c96dbeb2" providerId="ADAL" clId="{3804EF7A-D1D5-47F1-B31E-C72197892286}"/>
    <pc:docChg chg="undo custSel addSld delSld modSld sldOrd">
      <pc:chgData name="José Pedro Calistro Torres de Miranda" userId="82558bf5-0a7c-4071-b398-5925c96dbeb2" providerId="ADAL" clId="{3804EF7A-D1D5-47F1-B31E-C72197892286}" dt="2025-02-25T12:39:50.489" v="544" actId="20578"/>
      <pc:docMkLst>
        <pc:docMk/>
      </pc:docMkLst>
      <pc:sldChg chg="add setBg">
        <pc:chgData name="José Pedro Calistro Torres de Miranda" userId="82558bf5-0a7c-4071-b398-5925c96dbeb2" providerId="ADAL" clId="{3804EF7A-D1D5-47F1-B31E-C72197892286}" dt="2025-02-25T04:58:42.194" v="435"/>
        <pc:sldMkLst>
          <pc:docMk/>
          <pc:sldMk cId="2721596384" sldId="260"/>
        </pc:sldMkLst>
      </pc:sldChg>
      <pc:sldChg chg="modSp add mod setBg">
        <pc:chgData name="José Pedro Calistro Torres de Miranda" userId="82558bf5-0a7c-4071-b398-5925c96dbeb2" providerId="ADAL" clId="{3804EF7A-D1D5-47F1-B31E-C72197892286}" dt="2025-02-25T05:04:19.238" v="463" actId="1076"/>
        <pc:sldMkLst>
          <pc:docMk/>
          <pc:sldMk cId="3711824284" sldId="280"/>
        </pc:sldMkLst>
        <pc:spChg chg="mod">
          <ac:chgData name="José Pedro Calistro Torres de Miranda" userId="82558bf5-0a7c-4071-b398-5925c96dbeb2" providerId="ADAL" clId="{3804EF7A-D1D5-47F1-B31E-C72197892286}" dt="2025-02-25T05:04:19.238" v="463" actId="1076"/>
          <ac:spMkLst>
            <pc:docMk/>
            <pc:sldMk cId="3711824284" sldId="280"/>
            <ac:spMk id="2" creationId="{B2155A90-6B65-4A87-AE5C-5F45DC8C429F}"/>
          </ac:spMkLst>
        </pc:spChg>
      </pc:sldChg>
      <pc:sldChg chg="delSp add setBg delDesignElem">
        <pc:chgData name="José Pedro Calistro Torres de Miranda" userId="82558bf5-0a7c-4071-b398-5925c96dbeb2" providerId="ADAL" clId="{3804EF7A-D1D5-47F1-B31E-C72197892286}" dt="2025-02-25T04:58:42.194" v="435"/>
        <pc:sldMkLst>
          <pc:docMk/>
          <pc:sldMk cId="2571928300" sldId="281"/>
        </pc:sldMkLst>
        <pc:spChg chg="del">
          <ac:chgData name="José Pedro Calistro Torres de Miranda" userId="82558bf5-0a7c-4071-b398-5925c96dbeb2" providerId="ADAL" clId="{3804EF7A-D1D5-47F1-B31E-C72197892286}" dt="2025-02-25T04:58:42.194" v="435"/>
          <ac:spMkLst>
            <pc:docMk/>
            <pc:sldMk cId="2571928300" sldId="281"/>
            <ac:spMk id="44" creationId="{955A2079-FA98-4876-80F0-72364A7D2EA4}"/>
          </ac:spMkLst>
        </pc:spChg>
      </pc:sldChg>
      <pc:sldChg chg="modSp add mod setBg">
        <pc:chgData name="José Pedro Calistro Torres de Miranda" userId="82558bf5-0a7c-4071-b398-5925c96dbeb2" providerId="ADAL" clId="{3804EF7A-D1D5-47F1-B31E-C72197892286}" dt="2025-02-25T05:04:37.622" v="470" actId="1076"/>
        <pc:sldMkLst>
          <pc:docMk/>
          <pc:sldMk cId="3054409883" sldId="282"/>
        </pc:sldMkLst>
        <pc:spChg chg="mod">
          <ac:chgData name="José Pedro Calistro Torres de Miranda" userId="82558bf5-0a7c-4071-b398-5925c96dbeb2" providerId="ADAL" clId="{3804EF7A-D1D5-47F1-B31E-C72197892286}" dt="2025-02-25T05:04:37.622" v="470" actId="1076"/>
          <ac:spMkLst>
            <pc:docMk/>
            <pc:sldMk cId="3054409883" sldId="282"/>
            <ac:spMk id="2" creationId="{B2155A90-6B65-4A87-AE5C-5F45DC8C429F}"/>
          </ac:spMkLst>
        </pc:spChg>
        <pc:picChg chg="mod">
          <ac:chgData name="José Pedro Calistro Torres de Miranda" userId="82558bf5-0a7c-4071-b398-5925c96dbeb2" providerId="ADAL" clId="{3804EF7A-D1D5-47F1-B31E-C72197892286}" dt="2025-02-25T05:04:33.844" v="469" actId="1076"/>
          <ac:picMkLst>
            <pc:docMk/>
            <pc:sldMk cId="3054409883" sldId="282"/>
            <ac:picMk id="22530" creationId="{811CAFB2-23EF-4A6C-925E-E899D89A8FB0}"/>
          </ac:picMkLst>
        </pc:picChg>
      </pc:sldChg>
      <pc:sldChg chg="add setBg">
        <pc:chgData name="José Pedro Calistro Torres de Miranda" userId="82558bf5-0a7c-4071-b398-5925c96dbeb2" providerId="ADAL" clId="{3804EF7A-D1D5-47F1-B31E-C72197892286}" dt="2025-02-25T04:58:42.194" v="435"/>
        <pc:sldMkLst>
          <pc:docMk/>
          <pc:sldMk cId="2126772912" sldId="283"/>
        </pc:sldMkLst>
      </pc:sldChg>
      <pc:sldChg chg="delSp add setBg delDesignElem">
        <pc:chgData name="José Pedro Calistro Torres de Miranda" userId="82558bf5-0a7c-4071-b398-5925c96dbeb2" providerId="ADAL" clId="{3804EF7A-D1D5-47F1-B31E-C72197892286}" dt="2025-02-25T04:58:42.194" v="435"/>
        <pc:sldMkLst>
          <pc:docMk/>
          <pc:sldMk cId="175621344" sldId="284"/>
        </pc:sldMkLst>
        <pc:spChg chg="del">
          <ac:chgData name="José Pedro Calistro Torres de Miranda" userId="82558bf5-0a7c-4071-b398-5925c96dbeb2" providerId="ADAL" clId="{3804EF7A-D1D5-47F1-B31E-C72197892286}" dt="2025-02-25T04:58:42.194" v="435"/>
          <ac:spMkLst>
            <pc:docMk/>
            <pc:sldMk cId="175621344" sldId="284"/>
            <ac:spMk id="26" creationId="{955A2079-FA98-4876-80F0-72364A7D2EA4}"/>
          </ac:spMkLst>
        </pc:spChg>
      </pc:sldChg>
      <pc:sldChg chg="delSp add setBg delDesignElem">
        <pc:chgData name="José Pedro Calistro Torres de Miranda" userId="82558bf5-0a7c-4071-b398-5925c96dbeb2" providerId="ADAL" clId="{3804EF7A-D1D5-47F1-B31E-C72197892286}" dt="2025-02-25T04:58:42.194" v="435"/>
        <pc:sldMkLst>
          <pc:docMk/>
          <pc:sldMk cId="3200538735" sldId="286"/>
        </pc:sldMkLst>
        <pc:spChg chg="del">
          <ac:chgData name="José Pedro Calistro Torres de Miranda" userId="82558bf5-0a7c-4071-b398-5925c96dbeb2" providerId="ADAL" clId="{3804EF7A-D1D5-47F1-B31E-C72197892286}" dt="2025-02-25T04:58:42.194" v="435"/>
          <ac:spMkLst>
            <pc:docMk/>
            <pc:sldMk cId="3200538735" sldId="286"/>
            <ac:spMk id="15" creationId="{955A2079-FA98-4876-80F0-72364A7D2EA4}"/>
          </ac:spMkLst>
        </pc:spChg>
      </pc:sldChg>
      <pc:sldChg chg="delSp add setBg delDesignElem">
        <pc:chgData name="José Pedro Calistro Torres de Miranda" userId="82558bf5-0a7c-4071-b398-5925c96dbeb2" providerId="ADAL" clId="{3804EF7A-D1D5-47F1-B31E-C72197892286}" dt="2025-02-25T04:58:42.194" v="435"/>
        <pc:sldMkLst>
          <pc:docMk/>
          <pc:sldMk cId="4220009552" sldId="287"/>
        </pc:sldMkLst>
        <pc:spChg chg="del">
          <ac:chgData name="José Pedro Calistro Torres de Miranda" userId="82558bf5-0a7c-4071-b398-5925c96dbeb2" providerId="ADAL" clId="{3804EF7A-D1D5-47F1-B31E-C72197892286}" dt="2025-02-25T04:58:42.194" v="435"/>
          <ac:spMkLst>
            <pc:docMk/>
            <pc:sldMk cId="4220009552" sldId="287"/>
            <ac:spMk id="12" creationId="{955A2079-FA98-4876-80F0-72364A7D2EA4}"/>
          </ac:spMkLst>
        </pc:spChg>
      </pc:sldChg>
      <pc:sldChg chg="delSp add setBg delDesignElem">
        <pc:chgData name="José Pedro Calistro Torres de Miranda" userId="82558bf5-0a7c-4071-b398-5925c96dbeb2" providerId="ADAL" clId="{3804EF7A-D1D5-47F1-B31E-C72197892286}" dt="2025-02-25T04:58:42.194" v="435"/>
        <pc:sldMkLst>
          <pc:docMk/>
          <pc:sldMk cId="441720181" sldId="288"/>
        </pc:sldMkLst>
        <pc:spChg chg="del">
          <ac:chgData name="José Pedro Calistro Torres de Miranda" userId="82558bf5-0a7c-4071-b398-5925c96dbeb2" providerId="ADAL" clId="{3804EF7A-D1D5-47F1-B31E-C72197892286}" dt="2025-02-25T04:58:42.194" v="435"/>
          <ac:spMkLst>
            <pc:docMk/>
            <pc:sldMk cId="441720181" sldId="288"/>
            <ac:spMk id="29" creationId="{2659FDB4-FCBE-4A89-B46D-43D4FA54464D}"/>
          </ac:spMkLst>
        </pc:spChg>
        <pc:spChg chg="del">
          <ac:chgData name="José Pedro Calistro Torres de Miranda" userId="82558bf5-0a7c-4071-b398-5925c96dbeb2" providerId="ADAL" clId="{3804EF7A-D1D5-47F1-B31E-C72197892286}" dt="2025-02-25T04:58:42.194" v="435"/>
          <ac:spMkLst>
            <pc:docMk/>
            <pc:sldMk cId="441720181" sldId="288"/>
            <ac:spMk id="33" creationId="{58BDB0EE-D238-415B-9ED8-62AA6AB2AAD1}"/>
          </ac:spMkLst>
        </pc:spChg>
        <pc:spChg chg="del">
          <ac:chgData name="José Pedro Calistro Torres de Miranda" userId="82558bf5-0a7c-4071-b398-5925c96dbeb2" providerId="ADAL" clId="{3804EF7A-D1D5-47F1-B31E-C72197892286}" dt="2025-02-25T04:58:42.194" v="435"/>
          <ac:spMkLst>
            <pc:docMk/>
            <pc:sldMk cId="441720181" sldId="288"/>
            <ac:spMk id="35" creationId="{C5B55FC3-961D-4325-82F1-DE92B0D04E03}"/>
          </ac:spMkLst>
        </pc:spChg>
        <pc:spChg chg="del">
          <ac:chgData name="José Pedro Calistro Torres de Miranda" userId="82558bf5-0a7c-4071-b398-5925c96dbeb2" providerId="ADAL" clId="{3804EF7A-D1D5-47F1-B31E-C72197892286}" dt="2025-02-25T04:58:42.194" v="435"/>
          <ac:spMkLst>
            <pc:docMk/>
            <pc:sldMk cId="441720181" sldId="288"/>
            <ac:spMk id="37" creationId="{4C8AB332-D09E-4F28-943C-DABDD4716A3C}"/>
          </ac:spMkLst>
        </pc:spChg>
        <pc:cxnChg chg="del">
          <ac:chgData name="José Pedro Calistro Torres de Miranda" userId="82558bf5-0a7c-4071-b398-5925c96dbeb2" providerId="ADAL" clId="{3804EF7A-D1D5-47F1-B31E-C72197892286}" dt="2025-02-25T04:58:42.194" v="435"/>
          <ac:cxnSpMkLst>
            <pc:docMk/>
            <pc:sldMk cId="441720181" sldId="288"/>
            <ac:cxnSpMk id="31" creationId="{C8F51B3F-8331-4E4A-AE96-D47B1006EEAD}"/>
          </ac:cxnSpMkLst>
        </pc:cxnChg>
      </pc:sldChg>
      <pc:sldChg chg="delSp add setBg delDesignElem">
        <pc:chgData name="José Pedro Calistro Torres de Miranda" userId="82558bf5-0a7c-4071-b398-5925c96dbeb2" providerId="ADAL" clId="{3804EF7A-D1D5-47F1-B31E-C72197892286}" dt="2025-02-25T04:58:42.194" v="435"/>
        <pc:sldMkLst>
          <pc:docMk/>
          <pc:sldMk cId="1648444158" sldId="290"/>
        </pc:sldMkLst>
        <pc:spChg chg="del">
          <ac:chgData name="José Pedro Calistro Torres de Miranda" userId="82558bf5-0a7c-4071-b398-5925c96dbeb2" providerId="ADAL" clId="{3804EF7A-D1D5-47F1-B31E-C72197892286}" dt="2025-02-25T04:58:42.194" v="435"/>
          <ac:spMkLst>
            <pc:docMk/>
            <pc:sldMk cId="1648444158" sldId="290"/>
            <ac:spMk id="10" creationId="{AB8C311F-7253-4AED-9701-7FC0708C41C7}"/>
          </ac:spMkLst>
        </pc:spChg>
        <pc:spChg chg="del">
          <ac:chgData name="José Pedro Calistro Torres de Miranda" userId="82558bf5-0a7c-4071-b398-5925c96dbeb2" providerId="ADAL" clId="{3804EF7A-D1D5-47F1-B31E-C72197892286}" dt="2025-02-25T04:58:42.194" v="435"/>
          <ac:spMkLst>
            <pc:docMk/>
            <pc:sldMk cId="1648444158" sldId="290"/>
            <ac:spMk id="12" creationId="{E2384209-CB15-4CDF-9D31-C44FD9A3F20D}"/>
          </ac:spMkLst>
        </pc:spChg>
        <pc:spChg chg="del">
          <ac:chgData name="José Pedro Calistro Torres de Miranda" userId="82558bf5-0a7c-4071-b398-5925c96dbeb2" providerId="ADAL" clId="{3804EF7A-D1D5-47F1-B31E-C72197892286}" dt="2025-02-25T04:58:42.194" v="435"/>
          <ac:spMkLst>
            <pc:docMk/>
            <pc:sldMk cId="1648444158" sldId="290"/>
            <ac:spMk id="14" creationId="{2633B3B5-CC90-43F0-8714-D31D1F3F0209}"/>
          </ac:spMkLst>
        </pc:spChg>
        <pc:spChg chg="del">
          <ac:chgData name="José Pedro Calistro Torres de Miranda" userId="82558bf5-0a7c-4071-b398-5925c96dbeb2" providerId="ADAL" clId="{3804EF7A-D1D5-47F1-B31E-C72197892286}" dt="2025-02-25T04:58:42.194" v="435"/>
          <ac:spMkLst>
            <pc:docMk/>
            <pc:sldMk cId="1648444158" sldId="290"/>
            <ac:spMk id="16" creationId="{A8D57A06-A426-446D-B02C-A2DC6B62E45E}"/>
          </ac:spMkLst>
        </pc:spChg>
      </pc:sldChg>
      <pc:sldChg chg="add setBg">
        <pc:chgData name="José Pedro Calistro Torres de Miranda" userId="82558bf5-0a7c-4071-b398-5925c96dbeb2" providerId="ADAL" clId="{3804EF7A-D1D5-47F1-B31E-C72197892286}" dt="2025-02-25T04:58:42.194" v="435"/>
        <pc:sldMkLst>
          <pc:docMk/>
          <pc:sldMk cId="2623507298" sldId="295"/>
        </pc:sldMkLst>
      </pc:sldChg>
      <pc:sldChg chg="add setBg">
        <pc:chgData name="José Pedro Calistro Torres de Miranda" userId="82558bf5-0a7c-4071-b398-5925c96dbeb2" providerId="ADAL" clId="{3804EF7A-D1D5-47F1-B31E-C72197892286}" dt="2025-02-25T04:58:42.194" v="435"/>
        <pc:sldMkLst>
          <pc:docMk/>
          <pc:sldMk cId="3960012993" sldId="296"/>
        </pc:sldMkLst>
      </pc:sldChg>
      <pc:sldChg chg="del">
        <pc:chgData name="José Pedro Calistro Torres de Miranda" userId="82558bf5-0a7c-4071-b398-5925c96dbeb2" providerId="ADAL" clId="{3804EF7A-D1D5-47F1-B31E-C72197892286}" dt="2025-02-25T04:42:19.012" v="0" actId="2696"/>
        <pc:sldMkLst>
          <pc:docMk/>
          <pc:sldMk cId="3788279868" sldId="306"/>
        </pc:sldMkLst>
      </pc:sldChg>
      <pc:sldChg chg="add setBg">
        <pc:chgData name="José Pedro Calistro Torres de Miranda" userId="82558bf5-0a7c-4071-b398-5925c96dbeb2" providerId="ADAL" clId="{3804EF7A-D1D5-47F1-B31E-C72197892286}" dt="2025-02-25T05:03:19.730" v="454"/>
        <pc:sldMkLst>
          <pc:docMk/>
          <pc:sldMk cId="1222619298" sldId="307"/>
        </pc:sldMkLst>
      </pc:sldChg>
      <pc:sldChg chg="modSp ord">
        <pc:chgData name="José Pedro Calistro Torres de Miranda" userId="82558bf5-0a7c-4071-b398-5925c96dbeb2" providerId="ADAL" clId="{3804EF7A-D1D5-47F1-B31E-C72197892286}" dt="2025-02-25T12:39:50.489" v="544" actId="20578"/>
        <pc:sldMkLst>
          <pc:docMk/>
          <pc:sldMk cId="1498373291" sldId="318"/>
        </pc:sldMkLst>
        <pc:graphicFrameChg chg="mod">
          <ac:chgData name="José Pedro Calistro Torres de Miranda" userId="82558bf5-0a7c-4071-b398-5925c96dbeb2" providerId="ADAL" clId="{3804EF7A-D1D5-47F1-B31E-C72197892286}" dt="2025-02-25T11:12:38.528" v="539" actId="20577"/>
          <ac:graphicFrameMkLst>
            <pc:docMk/>
            <pc:sldMk cId="1498373291" sldId="318"/>
            <ac:graphicFrameMk id="6" creationId="{6039E458-DD3D-0703-D8FB-2E2DF37AB798}"/>
          </ac:graphicFrameMkLst>
        </pc:graphicFrameChg>
      </pc:sldChg>
      <pc:sldChg chg="modSp">
        <pc:chgData name="José Pedro Calistro Torres de Miranda" userId="82558bf5-0a7c-4071-b398-5925c96dbeb2" providerId="ADAL" clId="{3804EF7A-D1D5-47F1-B31E-C72197892286}" dt="2025-02-25T04:50:50.782" v="412" actId="20577"/>
        <pc:sldMkLst>
          <pc:docMk/>
          <pc:sldMk cId="2632457102" sldId="323"/>
        </pc:sldMkLst>
        <pc:graphicFrameChg chg="mod">
          <ac:chgData name="José Pedro Calistro Torres de Miranda" userId="82558bf5-0a7c-4071-b398-5925c96dbeb2" providerId="ADAL" clId="{3804EF7A-D1D5-47F1-B31E-C72197892286}" dt="2025-02-25T04:50:50.782" v="412" actId="20577"/>
          <ac:graphicFrameMkLst>
            <pc:docMk/>
            <pc:sldMk cId="2632457102" sldId="323"/>
            <ac:graphicFrameMk id="2" creationId="{B03C71DF-8111-4D40-02A9-7165C761568E}"/>
          </ac:graphicFrameMkLst>
        </pc:graphicFrameChg>
      </pc:sldChg>
      <pc:sldChg chg="modSp modAnim">
        <pc:chgData name="José Pedro Calistro Torres de Miranda" userId="82558bf5-0a7c-4071-b398-5925c96dbeb2" providerId="ADAL" clId="{3804EF7A-D1D5-47F1-B31E-C72197892286}" dt="2025-02-25T05:01:42.407" v="451" actId="20577"/>
        <pc:sldMkLst>
          <pc:docMk/>
          <pc:sldMk cId="1967004154" sldId="333"/>
        </pc:sldMkLst>
        <pc:graphicFrameChg chg="mod">
          <ac:chgData name="José Pedro Calistro Torres de Miranda" userId="82558bf5-0a7c-4071-b398-5925c96dbeb2" providerId="ADAL" clId="{3804EF7A-D1D5-47F1-B31E-C72197892286}" dt="2025-02-25T05:01:42.407" v="451" actId="20577"/>
          <ac:graphicFrameMkLst>
            <pc:docMk/>
            <pc:sldMk cId="1967004154" sldId="333"/>
            <ac:graphicFrameMk id="12" creationId="{01E73D55-2242-06C3-7AEA-0A806A033201}"/>
          </ac:graphicFrameMkLst>
        </pc:graphicFrameChg>
      </pc:sldChg>
      <pc:sldChg chg="ord">
        <pc:chgData name="José Pedro Calistro Torres de Miranda" userId="82558bf5-0a7c-4071-b398-5925c96dbeb2" providerId="ADAL" clId="{3804EF7A-D1D5-47F1-B31E-C72197892286}" dt="2025-02-25T04:59:44.005" v="442"/>
        <pc:sldMkLst>
          <pc:docMk/>
          <pc:sldMk cId="1154299878" sldId="381"/>
        </pc:sldMkLst>
      </pc:sldChg>
      <pc:sldChg chg="del">
        <pc:chgData name="José Pedro Calistro Torres de Miranda" userId="82558bf5-0a7c-4071-b398-5925c96dbeb2" providerId="ADAL" clId="{3804EF7A-D1D5-47F1-B31E-C72197892286}" dt="2025-02-25T04:48:43.087" v="287" actId="47"/>
        <pc:sldMkLst>
          <pc:docMk/>
          <pc:sldMk cId="3998818991" sldId="387"/>
        </pc:sldMkLst>
      </pc:sldChg>
      <pc:sldChg chg="del">
        <pc:chgData name="José Pedro Calistro Torres de Miranda" userId="82558bf5-0a7c-4071-b398-5925c96dbeb2" providerId="ADAL" clId="{3804EF7A-D1D5-47F1-B31E-C72197892286}" dt="2025-02-25T04:48:45.775" v="289" actId="47"/>
        <pc:sldMkLst>
          <pc:docMk/>
          <pc:sldMk cId="1592357280" sldId="388"/>
        </pc:sldMkLst>
      </pc:sldChg>
      <pc:sldChg chg="del">
        <pc:chgData name="José Pedro Calistro Torres de Miranda" userId="82558bf5-0a7c-4071-b398-5925c96dbeb2" providerId="ADAL" clId="{3804EF7A-D1D5-47F1-B31E-C72197892286}" dt="2025-02-25T04:48:47.815" v="290" actId="47"/>
        <pc:sldMkLst>
          <pc:docMk/>
          <pc:sldMk cId="4218528349" sldId="389"/>
        </pc:sldMkLst>
      </pc:sldChg>
      <pc:sldChg chg="del">
        <pc:chgData name="José Pedro Calistro Torres de Miranda" userId="82558bf5-0a7c-4071-b398-5925c96dbeb2" providerId="ADAL" clId="{3804EF7A-D1D5-47F1-B31E-C72197892286}" dt="2025-02-25T04:48:49.624" v="291" actId="47"/>
        <pc:sldMkLst>
          <pc:docMk/>
          <pc:sldMk cId="1331059950" sldId="390"/>
        </pc:sldMkLst>
      </pc:sldChg>
      <pc:sldChg chg="del">
        <pc:chgData name="José Pedro Calistro Torres de Miranda" userId="82558bf5-0a7c-4071-b398-5925c96dbeb2" providerId="ADAL" clId="{3804EF7A-D1D5-47F1-B31E-C72197892286}" dt="2025-02-25T04:48:44.379" v="288" actId="47"/>
        <pc:sldMkLst>
          <pc:docMk/>
          <pc:sldMk cId="2823296237" sldId="392"/>
        </pc:sldMkLst>
      </pc:sldChg>
      <pc:sldChg chg="addSp delSp modSp new mod setBg">
        <pc:chgData name="José Pedro Calistro Torres de Miranda" userId="82558bf5-0a7c-4071-b398-5925c96dbeb2" providerId="ADAL" clId="{3804EF7A-D1D5-47F1-B31E-C72197892286}" dt="2025-02-25T04:47:20.210" v="286" actId="20577"/>
        <pc:sldMkLst>
          <pc:docMk/>
          <pc:sldMk cId="1399844551" sldId="394"/>
        </pc:sldMkLst>
        <pc:spChg chg="mod">
          <ac:chgData name="José Pedro Calistro Torres de Miranda" userId="82558bf5-0a7c-4071-b398-5925c96dbeb2" providerId="ADAL" clId="{3804EF7A-D1D5-47F1-B31E-C72197892286}" dt="2025-02-25T04:47:03.551" v="266" actId="26606"/>
          <ac:spMkLst>
            <pc:docMk/>
            <pc:sldMk cId="1399844551" sldId="394"/>
            <ac:spMk id="2" creationId="{DDB0687E-9B25-C94F-4A1C-9E24D7F4C028}"/>
          </ac:spMkLst>
        </pc:spChg>
        <pc:spChg chg="del mod">
          <ac:chgData name="José Pedro Calistro Torres de Miranda" userId="82558bf5-0a7c-4071-b398-5925c96dbeb2" providerId="ADAL" clId="{3804EF7A-D1D5-47F1-B31E-C72197892286}" dt="2025-02-25T04:47:03.551" v="266" actId="26606"/>
          <ac:spMkLst>
            <pc:docMk/>
            <pc:sldMk cId="1399844551" sldId="394"/>
            <ac:spMk id="3" creationId="{A7EBDE3B-BC55-8B24-EC11-87F3938BD711}"/>
          </ac:spMkLst>
        </pc:spChg>
        <pc:spChg chg="add">
          <ac:chgData name="José Pedro Calistro Torres de Miranda" userId="82558bf5-0a7c-4071-b398-5925c96dbeb2" providerId="ADAL" clId="{3804EF7A-D1D5-47F1-B31E-C72197892286}" dt="2025-02-25T04:47:03.551" v="266" actId="26606"/>
          <ac:spMkLst>
            <pc:docMk/>
            <pc:sldMk cId="1399844551" sldId="394"/>
            <ac:spMk id="9" creationId="{BACC6370-2D7E-4714-9D71-7542949D7D5D}"/>
          </ac:spMkLst>
        </pc:spChg>
        <pc:spChg chg="add">
          <ac:chgData name="José Pedro Calistro Torres de Miranda" userId="82558bf5-0a7c-4071-b398-5925c96dbeb2" providerId="ADAL" clId="{3804EF7A-D1D5-47F1-B31E-C72197892286}" dt="2025-02-25T04:47:03.551" v="266" actId="26606"/>
          <ac:spMkLst>
            <pc:docMk/>
            <pc:sldMk cId="1399844551" sldId="394"/>
            <ac:spMk id="11" creationId="{F68B3F68-107C-434F-AA38-110D5EA91B85}"/>
          </ac:spMkLst>
        </pc:spChg>
        <pc:spChg chg="add">
          <ac:chgData name="José Pedro Calistro Torres de Miranda" userId="82558bf5-0a7c-4071-b398-5925c96dbeb2" providerId="ADAL" clId="{3804EF7A-D1D5-47F1-B31E-C72197892286}" dt="2025-02-25T04:47:03.551" v="266" actId="26606"/>
          <ac:spMkLst>
            <pc:docMk/>
            <pc:sldMk cId="1399844551" sldId="394"/>
            <ac:spMk id="13" creationId="{AAD0DBB9-1A4B-4391-81D4-CB19F9AB918A}"/>
          </ac:spMkLst>
        </pc:spChg>
        <pc:spChg chg="add">
          <ac:chgData name="José Pedro Calistro Torres de Miranda" userId="82558bf5-0a7c-4071-b398-5925c96dbeb2" providerId="ADAL" clId="{3804EF7A-D1D5-47F1-B31E-C72197892286}" dt="2025-02-25T04:47:03.551" v="266" actId="26606"/>
          <ac:spMkLst>
            <pc:docMk/>
            <pc:sldMk cId="1399844551" sldId="394"/>
            <ac:spMk id="15" creationId="{063BBA22-50EA-4C4D-BE05-F1CE4E63AA56}"/>
          </ac:spMkLst>
        </pc:spChg>
        <pc:graphicFrameChg chg="add mod">
          <ac:chgData name="José Pedro Calistro Torres de Miranda" userId="82558bf5-0a7c-4071-b398-5925c96dbeb2" providerId="ADAL" clId="{3804EF7A-D1D5-47F1-B31E-C72197892286}" dt="2025-02-25T04:47:20.210" v="286" actId="20577"/>
          <ac:graphicFrameMkLst>
            <pc:docMk/>
            <pc:sldMk cId="1399844551" sldId="394"/>
            <ac:graphicFrameMk id="5" creationId="{2712D5FE-85E3-9DB7-B56B-7BE37942DFA6}"/>
          </ac:graphicFrameMkLst>
        </pc:graphicFrameChg>
      </pc:sldChg>
      <pc:sldChg chg="new del">
        <pc:chgData name="José Pedro Calistro Torres de Miranda" userId="82558bf5-0a7c-4071-b398-5925c96dbeb2" providerId="ADAL" clId="{3804EF7A-D1D5-47F1-B31E-C72197892286}" dt="2025-02-25T04:57:02.165" v="416" actId="47"/>
        <pc:sldMkLst>
          <pc:docMk/>
          <pc:sldMk cId="962006007" sldId="395"/>
        </pc:sldMkLst>
      </pc:sldChg>
      <pc:sldChg chg="modSp add mod setBg">
        <pc:chgData name="José Pedro Calistro Torres de Miranda" userId="82558bf5-0a7c-4071-b398-5925c96dbeb2" providerId="ADAL" clId="{3804EF7A-D1D5-47F1-B31E-C72197892286}" dt="2025-02-25T04:57:49.501" v="423"/>
        <pc:sldMkLst>
          <pc:docMk/>
          <pc:sldMk cId="3931650152" sldId="396"/>
        </pc:sldMkLst>
        <pc:spChg chg="mod">
          <ac:chgData name="José Pedro Calistro Torres de Miranda" userId="82558bf5-0a7c-4071-b398-5925c96dbeb2" providerId="ADAL" clId="{3804EF7A-D1D5-47F1-B31E-C72197892286}" dt="2025-02-25T04:57:35.822" v="421" actId="21"/>
          <ac:spMkLst>
            <pc:docMk/>
            <pc:sldMk cId="3931650152" sldId="396"/>
            <ac:spMk id="2" creationId="{712473DA-D982-F552-7D30-249EF6D5EC0A}"/>
          </ac:spMkLst>
        </pc:spChg>
      </pc:sldChg>
      <pc:sldChg chg="new del">
        <pc:chgData name="José Pedro Calistro Torres de Miranda" userId="82558bf5-0a7c-4071-b398-5925c96dbeb2" providerId="ADAL" clId="{3804EF7A-D1D5-47F1-B31E-C72197892286}" dt="2025-02-25T04:58:47.031" v="436" actId="47"/>
        <pc:sldMkLst>
          <pc:docMk/>
          <pc:sldMk cId="3172760805" sldId="397"/>
        </pc:sldMkLst>
      </pc:sldChg>
      <pc:sldChg chg="modSp add setBg">
        <pc:chgData name="José Pedro Calistro Torres de Miranda" userId="82558bf5-0a7c-4071-b398-5925c96dbeb2" providerId="ADAL" clId="{3804EF7A-D1D5-47F1-B31E-C72197892286}" dt="2025-02-25T05:03:37.740" v="459" actId="14100"/>
        <pc:sldMkLst>
          <pc:docMk/>
          <pc:sldMk cId="3645639061" sldId="398"/>
        </pc:sldMkLst>
        <pc:picChg chg="mod">
          <ac:chgData name="José Pedro Calistro Torres de Miranda" userId="82558bf5-0a7c-4071-b398-5925c96dbeb2" providerId="ADAL" clId="{3804EF7A-D1D5-47F1-B31E-C72197892286}" dt="2025-02-25T05:03:37.740" v="459" actId="14100"/>
          <ac:picMkLst>
            <pc:docMk/>
            <pc:sldMk cId="3645639061" sldId="398"/>
            <ac:picMk id="3076" creationId="{89EE2603-158C-43E3-A039-7CA70998FA43}"/>
          </ac:picMkLst>
        </pc:picChg>
      </pc:sldChg>
      <pc:sldChg chg="delSp add setBg delDesignElem">
        <pc:chgData name="José Pedro Calistro Torres de Miranda" userId="82558bf5-0a7c-4071-b398-5925c96dbeb2" providerId="ADAL" clId="{3804EF7A-D1D5-47F1-B31E-C72197892286}" dt="2025-02-25T04:58:42.194" v="435"/>
        <pc:sldMkLst>
          <pc:docMk/>
          <pc:sldMk cId="1321773296" sldId="400"/>
        </pc:sldMkLst>
        <pc:spChg chg="del">
          <ac:chgData name="José Pedro Calistro Torres de Miranda" userId="82558bf5-0a7c-4071-b398-5925c96dbeb2" providerId="ADAL" clId="{3804EF7A-D1D5-47F1-B31E-C72197892286}" dt="2025-02-25T04:58:42.194" v="435"/>
          <ac:spMkLst>
            <pc:docMk/>
            <pc:sldMk cId="1321773296" sldId="400"/>
            <ac:spMk id="10" creationId="{AB8C311F-7253-4AED-9701-7FC0708C41C7}"/>
          </ac:spMkLst>
        </pc:spChg>
        <pc:spChg chg="del">
          <ac:chgData name="José Pedro Calistro Torres de Miranda" userId="82558bf5-0a7c-4071-b398-5925c96dbeb2" providerId="ADAL" clId="{3804EF7A-D1D5-47F1-B31E-C72197892286}" dt="2025-02-25T04:58:42.194" v="435"/>
          <ac:spMkLst>
            <pc:docMk/>
            <pc:sldMk cId="1321773296" sldId="400"/>
            <ac:spMk id="12" creationId="{E2384209-CB15-4CDF-9D31-C44FD9A3F20D}"/>
          </ac:spMkLst>
        </pc:spChg>
        <pc:spChg chg="del">
          <ac:chgData name="José Pedro Calistro Torres de Miranda" userId="82558bf5-0a7c-4071-b398-5925c96dbeb2" providerId="ADAL" clId="{3804EF7A-D1D5-47F1-B31E-C72197892286}" dt="2025-02-25T04:58:42.194" v="435"/>
          <ac:spMkLst>
            <pc:docMk/>
            <pc:sldMk cId="1321773296" sldId="400"/>
            <ac:spMk id="14" creationId="{2633B3B5-CC90-43F0-8714-D31D1F3F0209}"/>
          </ac:spMkLst>
        </pc:spChg>
        <pc:spChg chg="del">
          <ac:chgData name="José Pedro Calistro Torres de Miranda" userId="82558bf5-0a7c-4071-b398-5925c96dbeb2" providerId="ADAL" clId="{3804EF7A-D1D5-47F1-B31E-C72197892286}" dt="2025-02-25T04:58:42.194" v="435"/>
          <ac:spMkLst>
            <pc:docMk/>
            <pc:sldMk cId="1321773296" sldId="400"/>
            <ac:spMk id="16" creationId="{A8D57A06-A426-446D-B02C-A2DC6B62E45E}"/>
          </ac:spMkLst>
        </pc:spChg>
      </pc:sldChg>
      <pc:sldChg chg="delSp add setBg delDesignElem">
        <pc:chgData name="José Pedro Calistro Torres de Miranda" userId="82558bf5-0a7c-4071-b398-5925c96dbeb2" providerId="ADAL" clId="{3804EF7A-D1D5-47F1-B31E-C72197892286}" dt="2025-02-25T04:58:42.194" v="435"/>
        <pc:sldMkLst>
          <pc:docMk/>
          <pc:sldMk cId="2757489464" sldId="401"/>
        </pc:sldMkLst>
        <pc:spChg chg="del">
          <ac:chgData name="José Pedro Calistro Torres de Miranda" userId="82558bf5-0a7c-4071-b398-5925c96dbeb2" providerId="ADAL" clId="{3804EF7A-D1D5-47F1-B31E-C72197892286}" dt="2025-02-25T04:58:42.194" v="435"/>
          <ac:spMkLst>
            <pc:docMk/>
            <pc:sldMk cId="2757489464" sldId="401"/>
            <ac:spMk id="10" creationId="{AB8C311F-7253-4AED-9701-7FC0708C41C7}"/>
          </ac:spMkLst>
        </pc:spChg>
        <pc:spChg chg="del">
          <ac:chgData name="José Pedro Calistro Torres de Miranda" userId="82558bf5-0a7c-4071-b398-5925c96dbeb2" providerId="ADAL" clId="{3804EF7A-D1D5-47F1-B31E-C72197892286}" dt="2025-02-25T04:58:42.194" v="435"/>
          <ac:spMkLst>
            <pc:docMk/>
            <pc:sldMk cId="2757489464" sldId="401"/>
            <ac:spMk id="12" creationId="{E2384209-CB15-4CDF-9D31-C44FD9A3F20D}"/>
          </ac:spMkLst>
        </pc:spChg>
        <pc:spChg chg="del">
          <ac:chgData name="José Pedro Calistro Torres de Miranda" userId="82558bf5-0a7c-4071-b398-5925c96dbeb2" providerId="ADAL" clId="{3804EF7A-D1D5-47F1-B31E-C72197892286}" dt="2025-02-25T04:58:42.194" v="435"/>
          <ac:spMkLst>
            <pc:docMk/>
            <pc:sldMk cId="2757489464" sldId="401"/>
            <ac:spMk id="14" creationId="{2633B3B5-CC90-43F0-8714-D31D1F3F0209}"/>
          </ac:spMkLst>
        </pc:spChg>
        <pc:spChg chg="del">
          <ac:chgData name="José Pedro Calistro Torres de Miranda" userId="82558bf5-0a7c-4071-b398-5925c96dbeb2" providerId="ADAL" clId="{3804EF7A-D1D5-47F1-B31E-C72197892286}" dt="2025-02-25T04:58:42.194" v="435"/>
          <ac:spMkLst>
            <pc:docMk/>
            <pc:sldMk cId="2757489464" sldId="401"/>
            <ac:spMk id="16" creationId="{A8D57A06-A426-446D-B02C-A2DC6B62E45E}"/>
          </ac:spMkLst>
        </pc:spChg>
      </pc:sldChg>
      <pc:sldChg chg="delSp add setBg delDesignElem">
        <pc:chgData name="José Pedro Calistro Torres de Miranda" userId="82558bf5-0a7c-4071-b398-5925c96dbeb2" providerId="ADAL" clId="{3804EF7A-D1D5-47F1-B31E-C72197892286}" dt="2025-02-25T04:58:42.194" v="435"/>
        <pc:sldMkLst>
          <pc:docMk/>
          <pc:sldMk cId="1220386767" sldId="402"/>
        </pc:sldMkLst>
        <pc:spChg chg="del">
          <ac:chgData name="José Pedro Calistro Torres de Miranda" userId="82558bf5-0a7c-4071-b398-5925c96dbeb2" providerId="ADAL" clId="{3804EF7A-D1D5-47F1-B31E-C72197892286}" dt="2025-02-25T04:58:42.194" v="435"/>
          <ac:spMkLst>
            <pc:docMk/>
            <pc:sldMk cId="1220386767" sldId="402"/>
            <ac:spMk id="10" creationId="{AB8C311F-7253-4AED-9701-7FC0708C41C7}"/>
          </ac:spMkLst>
        </pc:spChg>
        <pc:spChg chg="del">
          <ac:chgData name="José Pedro Calistro Torres de Miranda" userId="82558bf5-0a7c-4071-b398-5925c96dbeb2" providerId="ADAL" clId="{3804EF7A-D1D5-47F1-B31E-C72197892286}" dt="2025-02-25T04:58:42.194" v="435"/>
          <ac:spMkLst>
            <pc:docMk/>
            <pc:sldMk cId="1220386767" sldId="402"/>
            <ac:spMk id="12" creationId="{E2384209-CB15-4CDF-9D31-C44FD9A3F20D}"/>
          </ac:spMkLst>
        </pc:spChg>
        <pc:spChg chg="del">
          <ac:chgData name="José Pedro Calistro Torres de Miranda" userId="82558bf5-0a7c-4071-b398-5925c96dbeb2" providerId="ADAL" clId="{3804EF7A-D1D5-47F1-B31E-C72197892286}" dt="2025-02-25T04:58:42.194" v="435"/>
          <ac:spMkLst>
            <pc:docMk/>
            <pc:sldMk cId="1220386767" sldId="402"/>
            <ac:spMk id="14" creationId="{2633B3B5-CC90-43F0-8714-D31D1F3F0209}"/>
          </ac:spMkLst>
        </pc:spChg>
        <pc:spChg chg="del">
          <ac:chgData name="José Pedro Calistro Torres de Miranda" userId="82558bf5-0a7c-4071-b398-5925c96dbeb2" providerId="ADAL" clId="{3804EF7A-D1D5-47F1-B31E-C72197892286}" dt="2025-02-25T04:58:42.194" v="435"/>
          <ac:spMkLst>
            <pc:docMk/>
            <pc:sldMk cId="1220386767" sldId="402"/>
            <ac:spMk id="16" creationId="{A8D57A06-A426-446D-B02C-A2DC6B62E45E}"/>
          </ac:spMkLst>
        </pc:spChg>
      </pc:sldChg>
      <pc:sldChg chg="delSp add setBg delDesignElem">
        <pc:chgData name="José Pedro Calistro Torres de Miranda" userId="82558bf5-0a7c-4071-b398-5925c96dbeb2" providerId="ADAL" clId="{3804EF7A-D1D5-47F1-B31E-C72197892286}" dt="2025-02-25T04:58:42.194" v="435"/>
        <pc:sldMkLst>
          <pc:docMk/>
          <pc:sldMk cId="2252262070" sldId="404"/>
        </pc:sldMkLst>
        <pc:spChg chg="del">
          <ac:chgData name="José Pedro Calistro Torres de Miranda" userId="82558bf5-0a7c-4071-b398-5925c96dbeb2" providerId="ADAL" clId="{3804EF7A-D1D5-47F1-B31E-C72197892286}" dt="2025-02-25T04:58:42.194" v="435"/>
          <ac:spMkLst>
            <pc:docMk/>
            <pc:sldMk cId="2252262070" sldId="404"/>
            <ac:spMk id="10" creationId="{AB8C311F-7253-4AED-9701-7FC0708C41C7}"/>
          </ac:spMkLst>
        </pc:spChg>
        <pc:spChg chg="del">
          <ac:chgData name="José Pedro Calistro Torres de Miranda" userId="82558bf5-0a7c-4071-b398-5925c96dbeb2" providerId="ADAL" clId="{3804EF7A-D1D5-47F1-B31E-C72197892286}" dt="2025-02-25T04:58:42.194" v="435"/>
          <ac:spMkLst>
            <pc:docMk/>
            <pc:sldMk cId="2252262070" sldId="404"/>
            <ac:spMk id="12" creationId="{E2384209-CB15-4CDF-9D31-C44FD9A3F20D}"/>
          </ac:spMkLst>
        </pc:spChg>
        <pc:spChg chg="del">
          <ac:chgData name="José Pedro Calistro Torres de Miranda" userId="82558bf5-0a7c-4071-b398-5925c96dbeb2" providerId="ADAL" clId="{3804EF7A-D1D5-47F1-B31E-C72197892286}" dt="2025-02-25T04:58:42.194" v="435"/>
          <ac:spMkLst>
            <pc:docMk/>
            <pc:sldMk cId="2252262070" sldId="404"/>
            <ac:spMk id="14" creationId="{2633B3B5-CC90-43F0-8714-D31D1F3F0209}"/>
          </ac:spMkLst>
        </pc:spChg>
        <pc:spChg chg="del">
          <ac:chgData name="José Pedro Calistro Torres de Miranda" userId="82558bf5-0a7c-4071-b398-5925c96dbeb2" providerId="ADAL" clId="{3804EF7A-D1D5-47F1-B31E-C72197892286}" dt="2025-02-25T04:58:42.194" v="435"/>
          <ac:spMkLst>
            <pc:docMk/>
            <pc:sldMk cId="2252262070" sldId="404"/>
            <ac:spMk id="16" creationId="{A8D57A06-A426-446D-B02C-A2DC6B62E45E}"/>
          </ac:spMkLst>
        </pc:spChg>
      </pc:sldChg>
      <pc:sldChg chg="add ord setBg">
        <pc:chgData name="José Pedro Calistro Torres de Miranda" userId="82558bf5-0a7c-4071-b398-5925c96dbeb2" providerId="ADAL" clId="{3804EF7A-D1D5-47F1-B31E-C72197892286}" dt="2025-02-25T05:00:25.226" v="444"/>
        <pc:sldMkLst>
          <pc:docMk/>
          <pc:sldMk cId="3996231348" sldId="405"/>
        </pc:sldMkLst>
      </pc:sldChg>
      <pc:sldChg chg="add ord setBg">
        <pc:chgData name="José Pedro Calistro Torres de Miranda" userId="82558bf5-0a7c-4071-b398-5925c96dbeb2" providerId="ADAL" clId="{3804EF7A-D1D5-47F1-B31E-C72197892286}" dt="2025-02-25T05:00:42.322" v="446"/>
        <pc:sldMkLst>
          <pc:docMk/>
          <pc:sldMk cId="70970734" sldId="406"/>
        </pc:sldMkLst>
      </pc:sldChg>
      <pc:sldChg chg="add setBg">
        <pc:chgData name="José Pedro Calistro Torres de Miranda" userId="82558bf5-0a7c-4071-b398-5925c96dbeb2" providerId="ADAL" clId="{3804EF7A-D1D5-47F1-B31E-C72197892286}" dt="2025-02-25T04:58:42.194" v="435"/>
        <pc:sldMkLst>
          <pc:docMk/>
          <pc:sldMk cId="2392156587" sldId="407"/>
        </pc:sldMkLst>
      </pc:sldChg>
    </pc:docChg>
  </pc:docChgLst>
</pc:chgInfo>
</file>

<file path=ppt/diagrams/_rels/data2.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diagrams/_rels/data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svg"/></Relationships>
</file>

<file path=ppt/diagrams/_rels/data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svg"/><Relationship Id="rId1" Type="http://schemas.openxmlformats.org/officeDocument/2006/relationships/image" Target="../media/image24.png"/><Relationship Id="rId4" Type="http://schemas.openxmlformats.org/officeDocument/2006/relationships/image" Target="../media/image27.svg"/></Relationships>
</file>

<file path=ppt/diagrams/_rels/data5.xml.rels><?xml version="1.0" encoding="UTF-8" standalone="yes"?>
<Relationships xmlns="http://schemas.openxmlformats.org/package/2006/relationships"><Relationship Id="rId8" Type="http://schemas.openxmlformats.org/officeDocument/2006/relationships/image" Target="../media/image36.sv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image" Target="../media/image30.svg"/><Relationship Id="rId1" Type="http://schemas.openxmlformats.org/officeDocument/2006/relationships/image" Target="../media/image29.png"/><Relationship Id="rId6" Type="http://schemas.openxmlformats.org/officeDocument/2006/relationships/image" Target="../media/image34.svg"/><Relationship Id="rId5" Type="http://schemas.openxmlformats.org/officeDocument/2006/relationships/image" Target="../media/image33.png"/><Relationship Id="rId4" Type="http://schemas.openxmlformats.org/officeDocument/2006/relationships/image" Target="../media/image32.svg"/></Relationships>
</file>

<file path=ppt/diagrams/_rels/data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svg"/><Relationship Id="rId1" Type="http://schemas.openxmlformats.org/officeDocument/2006/relationships/image" Target="../media/image38.png"/><Relationship Id="rId4" Type="http://schemas.openxmlformats.org/officeDocument/2006/relationships/image" Target="../media/image41.svg"/></Relationships>
</file>

<file path=ppt/diagrams/_rels/data14.xml.rels><?xml version="1.0" encoding="UTF-8" standalone="yes"?>
<Relationships xmlns="http://schemas.openxmlformats.org/package/2006/relationships"><Relationship Id="rId3" Type="http://schemas.openxmlformats.org/officeDocument/2006/relationships/image" Target="../media/image58.svg"/><Relationship Id="rId7" Type="http://schemas.openxmlformats.org/officeDocument/2006/relationships/image" Target="../media/image62.svg"/><Relationship Id="rId2" Type="http://schemas.openxmlformats.org/officeDocument/2006/relationships/image" Target="../media/image57.png"/><Relationship Id="rId1" Type="http://schemas.openxmlformats.org/officeDocument/2006/relationships/hyperlink" Target="https://www.microsoft.com/es-es/download/details.aspx?id=39379" TargetMode="External"/><Relationship Id="rId6" Type="http://schemas.openxmlformats.org/officeDocument/2006/relationships/image" Target="../media/image61.png"/><Relationship Id="rId5" Type="http://schemas.openxmlformats.org/officeDocument/2006/relationships/image" Target="../media/image60.svg"/><Relationship Id="rId4" Type="http://schemas.openxmlformats.org/officeDocument/2006/relationships/image" Target="../media/image59.png"/></Relationships>
</file>

<file path=ppt/diagrams/_rels/data15.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hyperlink" Target="https://msdn.microsoft.com/es-co/library/gg413422.aspx" TargetMode="External"/><Relationship Id="rId7" Type="http://schemas.openxmlformats.org/officeDocument/2006/relationships/image" Target="../media/image65.svg"/><Relationship Id="rId2" Type="http://schemas.openxmlformats.org/officeDocument/2006/relationships/hyperlink" Target="https://www.youtube.com/watch?v=TZCO3y27z8E" TargetMode="External"/><Relationship Id="rId1" Type="http://schemas.openxmlformats.org/officeDocument/2006/relationships/hyperlink" Target="https://www.microsoft.com/es-es/download/details.aspx?" TargetMode="External"/><Relationship Id="rId6" Type="http://schemas.openxmlformats.org/officeDocument/2006/relationships/image" Target="../media/image64.png"/><Relationship Id="rId11" Type="http://schemas.openxmlformats.org/officeDocument/2006/relationships/image" Target="../media/image69.svg"/><Relationship Id="rId5" Type="http://schemas.openxmlformats.org/officeDocument/2006/relationships/image" Target="../media/image63.svg"/><Relationship Id="rId10" Type="http://schemas.openxmlformats.org/officeDocument/2006/relationships/image" Target="../media/image68.png"/><Relationship Id="rId4" Type="http://schemas.openxmlformats.org/officeDocument/2006/relationships/image" Target="../media/image26.png"/><Relationship Id="rId9" Type="http://schemas.openxmlformats.org/officeDocument/2006/relationships/image" Target="../media/image67.svg"/></Relationships>
</file>

<file path=ppt/diagrams/_rels/data16.xml.rels><?xml version="1.0" encoding="UTF-8" standalone="yes"?>
<Relationships xmlns="http://schemas.openxmlformats.org/package/2006/relationships"><Relationship Id="rId8" Type="http://schemas.openxmlformats.org/officeDocument/2006/relationships/image" Target="../media/image78.svg"/><Relationship Id="rId3" Type="http://schemas.openxmlformats.org/officeDocument/2006/relationships/image" Target="../media/image73.png"/><Relationship Id="rId7" Type="http://schemas.openxmlformats.org/officeDocument/2006/relationships/image" Target="../media/image77.png"/><Relationship Id="rId2" Type="http://schemas.openxmlformats.org/officeDocument/2006/relationships/image" Target="../media/image72.svg"/><Relationship Id="rId1" Type="http://schemas.openxmlformats.org/officeDocument/2006/relationships/image" Target="../media/image71.png"/><Relationship Id="rId6" Type="http://schemas.openxmlformats.org/officeDocument/2006/relationships/image" Target="../media/image76.svg"/><Relationship Id="rId5" Type="http://schemas.openxmlformats.org/officeDocument/2006/relationships/image" Target="../media/image75.png"/><Relationship Id="rId4" Type="http://schemas.openxmlformats.org/officeDocument/2006/relationships/image" Target="../media/image74.svg"/></Relationships>
</file>

<file path=ppt/diagrams/_rels/data17.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62.svg"/><Relationship Id="rId1" Type="http://schemas.openxmlformats.org/officeDocument/2006/relationships/image" Target="../media/image61.png"/><Relationship Id="rId6" Type="http://schemas.openxmlformats.org/officeDocument/2006/relationships/image" Target="../media/image82.svg"/><Relationship Id="rId5" Type="http://schemas.openxmlformats.org/officeDocument/2006/relationships/image" Target="../media/image81.png"/><Relationship Id="rId4" Type="http://schemas.openxmlformats.org/officeDocument/2006/relationships/image" Target="../media/image80.svg"/></Relationships>
</file>

<file path=ppt/diagrams/_rels/data18.xml.rels><?xml version="1.0" encoding="UTF-8" standalone="yes"?>
<Relationships xmlns="http://schemas.openxmlformats.org/package/2006/relationships"><Relationship Id="rId8" Type="http://schemas.openxmlformats.org/officeDocument/2006/relationships/image" Target="../media/image88.svg"/><Relationship Id="rId3" Type="http://schemas.openxmlformats.org/officeDocument/2006/relationships/image" Target="../media/image83.png"/><Relationship Id="rId7" Type="http://schemas.openxmlformats.org/officeDocument/2006/relationships/image" Target="../media/image87.png"/><Relationship Id="rId2" Type="http://schemas.openxmlformats.org/officeDocument/2006/relationships/image" Target="../media/image63.svg"/><Relationship Id="rId1" Type="http://schemas.openxmlformats.org/officeDocument/2006/relationships/image" Target="../media/image26.png"/><Relationship Id="rId6" Type="http://schemas.openxmlformats.org/officeDocument/2006/relationships/image" Target="../media/image86.svg"/><Relationship Id="rId5" Type="http://schemas.openxmlformats.org/officeDocument/2006/relationships/image" Target="../media/image85.png"/><Relationship Id="rId4" Type="http://schemas.openxmlformats.org/officeDocument/2006/relationships/image" Target="../media/image84.svg"/></Relationships>
</file>

<file path=ppt/diagrams/_rels/data20.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svg"/><Relationship Id="rId1" Type="http://schemas.openxmlformats.org/officeDocument/2006/relationships/image" Target="../media/image90.png"/><Relationship Id="rId6" Type="http://schemas.openxmlformats.org/officeDocument/2006/relationships/image" Target="../media/image95.svg"/><Relationship Id="rId5" Type="http://schemas.openxmlformats.org/officeDocument/2006/relationships/image" Target="../media/image94.png"/><Relationship Id="rId4" Type="http://schemas.openxmlformats.org/officeDocument/2006/relationships/image" Target="../media/image93.svg"/></Relationships>
</file>

<file path=ppt/diagrams/_rels/drawing2.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diagrams/_rels/drawing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svg"/></Relationships>
</file>

<file path=ppt/diagrams/_rels/drawing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svg"/><Relationship Id="rId1" Type="http://schemas.openxmlformats.org/officeDocument/2006/relationships/image" Target="../media/image24.png"/><Relationship Id="rId4" Type="http://schemas.openxmlformats.org/officeDocument/2006/relationships/image" Target="../media/image27.svg"/></Relationships>
</file>

<file path=ppt/diagrams/_rels/drawing5.xml.rels><?xml version="1.0" encoding="UTF-8" standalone="yes"?>
<Relationships xmlns="http://schemas.openxmlformats.org/package/2006/relationships"><Relationship Id="rId8" Type="http://schemas.openxmlformats.org/officeDocument/2006/relationships/image" Target="../media/image36.sv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image" Target="../media/image30.svg"/><Relationship Id="rId1" Type="http://schemas.openxmlformats.org/officeDocument/2006/relationships/image" Target="../media/image29.png"/><Relationship Id="rId6" Type="http://schemas.openxmlformats.org/officeDocument/2006/relationships/image" Target="../media/image34.svg"/><Relationship Id="rId5" Type="http://schemas.openxmlformats.org/officeDocument/2006/relationships/image" Target="../media/image33.png"/><Relationship Id="rId4" Type="http://schemas.openxmlformats.org/officeDocument/2006/relationships/image" Target="../media/image32.svg"/></Relationships>
</file>

<file path=ppt/diagrams/_rels/drawing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svg"/><Relationship Id="rId1" Type="http://schemas.openxmlformats.org/officeDocument/2006/relationships/image" Target="../media/image38.png"/><Relationship Id="rId4" Type="http://schemas.openxmlformats.org/officeDocument/2006/relationships/image" Target="../media/image41.svg"/></Relationships>
</file>

<file path=ppt/diagrams/_rels/drawing14.xml.rels><?xml version="1.0" encoding="UTF-8" standalone="yes"?>
<Relationships xmlns="http://schemas.openxmlformats.org/package/2006/relationships"><Relationship Id="rId3" Type="http://schemas.openxmlformats.org/officeDocument/2006/relationships/hyperlink" Target="https://www.microsoft.com/es-es/download/details.aspx?id=39379" TargetMode="External"/><Relationship Id="rId7" Type="http://schemas.openxmlformats.org/officeDocument/2006/relationships/image" Target="../media/image62.svg"/><Relationship Id="rId2" Type="http://schemas.openxmlformats.org/officeDocument/2006/relationships/image" Target="../media/image58.svg"/><Relationship Id="rId1" Type="http://schemas.openxmlformats.org/officeDocument/2006/relationships/image" Target="../media/image57.png"/><Relationship Id="rId6" Type="http://schemas.openxmlformats.org/officeDocument/2006/relationships/image" Target="../media/image61.png"/><Relationship Id="rId5" Type="http://schemas.openxmlformats.org/officeDocument/2006/relationships/image" Target="../media/image60.svg"/><Relationship Id="rId4" Type="http://schemas.openxmlformats.org/officeDocument/2006/relationships/image" Target="../media/image59.png"/></Relationships>
</file>

<file path=ppt/diagrams/_rels/drawing15.xml.rels><?xml version="1.0" encoding="UTF-8" standalone="yes"?>
<Relationships xmlns="http://schemas.openxmlformats.org/package/2006/relationships"><Relationship Id="rId8" Type="http://schemas.openxmlformats.org/officeDocument/2006/relationships/image" Target="../media/image67.svg"/><Relationship Id="rId3" Type="http://schemas.openxmlformats.org/officeDocument/2006/relationships/hyperlink" Target="https://www.microsoft.com/es-es/download/details.aspx?" TargetMode="External"/><Relationship Id="rId7" Type="http://schemas.openxmlformats.org/officeDocument/2006/relationships/image" Target="../media/image66.png"/><Relationship Id="rId2" Type="http://schemas.openxmlformats.org/officeDocument/2006/relationships/image" Target="../media/image63.svg"/><Relationship Id="rId1" Type="http://schemas.openxmlformats.org/officeDocument/2006/relationships/image" Target="../media/image26.png"/><Relationship Id="rId6" Type="http://schemas.openxmlformats.org/officeDocument/2006/relationships/image" Target="../media/image65.svg"/><Relationship Id="rId11" Type="http://schemas.openxmlformats.org/officeDocument/2006/relationships/image" Target="../media/image69.svg"/><Relationship Id="rId5" Type="http://schemas.openxmlformats.org/officeDocument/2006/relationships/image" Target="../media/image64.png"/><Relationship Id="rId10" Type="http://schemas.openxmlformats.org/officeDocument/2006/relationships/image" Target="../media/image68.png"/><Relationship Id="rId4" Type="http://schemas.openxmlformats.org/officeDocument/2006/relationships/hyperlink" Target="https://www.youtube.com/watch?v=TZCO3y27z8E" TargetMode="External"/><Relationship Id="rId9" Type="http://schemas.openxmlformats.org/officeDocument/2006/relationships/hyperlink" Target="https://msdn.microsoft.com/es-co/library/gg413422.aspx" TargetMode="External"/></Relationships>
</file>

<file path=ppt/diagrams/_rels/drawing16.xml.rels><?xml version="1.0" encoding="UTF-8" standalone="yes"?>
<Relationships xmlns="http://schemas.openxmlformats.org/package/2006/relationships"><Relationship Id="rId8" Type="http://schemas.openxmlformats.org/officeDocument/2006/relationships/image" Target="../media/image78.svg"/><Relationship Id="rId3" Type="http://schemas.openxmlformats.org/officeDocument/2006/relationships/image" Target="../media/image73.png"/><Relationship Id="rId7" Type="http://schemas.openxmlformats.org/officeDocument/2006/relationships/image" Target="../media/image77.png"/><Relationship Id="rId2" Type="http://schemas.openxmlformats.org/officeDocument/2006/relationships/image" Target="../media/image72.svg"/><Relationship Id="rId1" Type="http://schemas.openxmlformats.org/officeDocument/2006/relationships/image" Target="../media/image71.png"/><Relationship Id="rId6" Type="http://schemas.openxmlformats.org/officeDocument/2006/relationships/image" Target="../media/image76.svg"/><Relationship Id="rId5" Type="http://schemas.openxmlformats.org/officeDocument/2006/relationships/image" Target="../media/image75.png"/><Relationship Id="rId4" Type="http://schemas.openxmlformats.org/officeDocument/2006/relationships/image" Target="../media/image74.svg"/></Relationships>
</file>

<file path=ppt/diagrams/_rels/drawing17.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62.svg"/><Relationship Id="rId1" Type="http://schemas.openxmlformats.org/officeDocument/2006/relationships/image" Target="../media/image61.png"/><Relationship Id="rId6" Type="http://schemas.openxmlformats.org/officeDocument/2006/relationships/image" Target="../media/image82.svg"/><Relationship Id="rId5" Type="http://schemas.openxmlformats.org/officeDocument/2006/relationships/image" Target="../media/image81.png"/><Relationship Id="rId4" Type="http://schemas.openxmlformats.org/officeDocument/2006/relationships/image" Target="../media/image80.svg"/></Relationships>
</file>

<file path=ppt/diagrams/_rels/drawing18.xml.rels><?xml version="1.0" encoding="UTF-8" standalone="yes"?>
<Relationships xmlns="http://schemas.openxmlformats.org/package/2006/relationships"><Relationship Id="rId8" Type="http://schemas.openxmlformats.org/officeDocument/2006/relationships/image" Target="../media/image88.svg"/><Relationship Id="rId3" Type="http://schemas.openxmlformats.org/officeDocument/2006/relationships/image" Target="../media/image83.png"/><Relationship Id="rId7" Type="http://schemas.openxmlformats.org/officeDocument/2006/relationships/image" Target="../media/image87.png"/><Relationship Id="rId2" Type="http://schemas.openxmlformats.org/officeDocument/2006/relationships/image" Target="../media/image63.svg"/><Relationship Id="rId1" Type="http://schemas.openxmlformats.org/officeDocument/2006/relationships/image" Target="../media/image26.png"/><Relationship Id="rId6" Type="http://schemas.openxmlformats.org/officeDocument/2006/relationships/image" Target="../media/image86.svg"/><Relationship Id="rId5" Type="http://schemas.openxmlformats.org/officeDocument/2006/relationships/image" Target="../media/image85.png"/><Relationship Id="rId4" Type="http://schemas.openxmlformats.org/officeDocument/2006/relationships/image" Target="../media/image84.svg"/></Relationships>
</file>

<file path=ppt/diagrams/_rels/drawing20.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svg"/><Relationship Id="rId1" Type="http://schemas.openxmlformats.org/officeDocument/2006/relationships/image" Target="../media/image90.png"/><Relationship Id="rId6" Type="http://schemas.openxmlformats.org/officeDocument/2006/relationships/image" Target="../media/image95.svg"/><Relationship Id="rId5" Type="http://schemas.openxmlformats.org/officeDocument/2006/relationships/image" Target="../media/image94.png"/><Relationship Id="rId4" Type="http://schemas.openxmlformats.org/officeDocument/2006/relationships/image" Target="../media/image93.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18/5/colors/Iconchunking_neutralicontext_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bg1"/>
    </dgm:fillClrLst>
    <dgm:linClrLst meth="repeat">
      <a:schemeClr val="lt2">
        <a:alpha val="0"/>
      </a:schemeClr>
    </dgm:linClrLst>
    <dgm:effectClrLst/>
    <dgm:txLinClrLst/>
    <dgm:txFillClrLst meth="repeat">
      <a:schemeClr val="dk1"/>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dgm:fillClrLst>
    <dgm:linClrLst meth="repeat">
      <a:schemeClr val="lt2">
        <a:alpha val="0"/>
      </a:schemeClr>
    </dgm:linClrLst>
    <dgm:effectClrLst/>
    <dgm:txLinClrLst/>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18/5/colors/Iconchunking_neutralicontext_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dgm:fillClrLst>
    <dgm:linClrLst meth="repeat">
      <a:schemeClr val="lt1">
        <a:alpha val="0"/>
      </a:schemeClr>
    </dgm:linClrLst>
    <dgm:effectClrLst/>
    <dgm:txLinClrLst/>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6F6B650-B7FB-4A55-A092-EBAAF5B52A61}"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B68E9ED5-AE6D-44DD-8CC6-89C23B93CE07}">
      <dgm:prSet/>
      <dgm:spPr/>
      <dgm:t>
        <a:bodyPr/>
        <a:lstStyle/>
        <a:p>
          <a:r>
            <a:rPr lang="pt-BR" b="0" i="0" dirty="0">
              <a:effectLst/>
              <a:latin typeface="Söhne"/>
            </a:rPr>
            <a:t>Conceitos básicos de modelagem multidimensional.</a:t>
          </a:r>
          <a:endParaRPr lang="en-US" dirty="0"/>
        </a:p>
      </dgm:t>
    </dgm:pt>
    <dgm:pt modelId="{4B62C77D-10E4-41DE-912A-2424C4A5F83A}" type="parTrans" cxnId="{E5782F16-1C04-42D0-A754-ABC8729BCCAC}">
      <dgm:prSet/>
      <dgm:spPr/>
      <dgm:t>
        <a:bodyPr/>
        <a:lstStyle/>
        <a:p>
          <a:endParaRPr lang="en-US"/>
        </a:p>
      </dgm:t>
    </dgm:pt>
    <dgm:pt modelId="{DAC1C2AD-786E-42EE-B8F4-68FCDB714E4C}" type="sibTrans" cxnId="{E5782F16-1C04-42D0-A754-ABC8729BCCAC}">
      <dgm:prSet/>
      <dgm:spPr/>
      <dgm:t>
        <a:bodyPr/>
        <a:lstStyle/>
        <a:p>
          <a:endParaRPr lang="en-US"/>
        </a:p>
      </dgm:t>
    </dgm:pt>
    <dgm:pt modelId="{E56C0605-3C20-471F-AE96-29BF9B19B23E}">
      <dgm:prSet/>
      <dgm:spPr/>
      <dgm:t>
        <a:bodyPr/>
        <a:lstStyle/>
        <a:p>
          <a:r>
            <a:rPr lang="pt-BR" dirty="0">
              <a:ln w="0"/>
              <a:effectLst>
                <a:outerShdw blurRad="38100" dist="25400" dir="5400000" algn="ctr" rotWithShape="0">
                  <a:srgbClr val="6E747A">
                    <a:alpha val="43000"/>
                  </a:srgbClr>
                </a:outerShdw>
              </a:effectLst>
            </a:rPr>
            <a:t>Comparação com Modelos Relacionais Tradicionais</a:t>
          </a:r>
          <a:endParaRPr lang="en-US" dirty="0"/>
        </a:p>
      </dgm:t>
    </dgm:pt>
    <dgm:pt modelId="{AA0B6236-2FFE-46CB-9DED-7D2510DD07F8}" type="parTrans" cxnId="{D2285846-587B-4CD4-945B-4787580967B2}">
      <dgm:prSet/>
      <dgm:spPr/>
      <dgm:t>
        <a:bodyPr/>
        <a:lstStyle/>
        <a:p>
          <a:endParaRPr lang="pt-BR"/>
        </a:p>
      </dgm:t>
    </dgm:pt>
    <dgm:pt modelId="{36DE05A7-86D0-49A8-BE99-276839C1BD74}" type="sibTrans" cxnId="{D2285846-587B-4CD4-945B-4787580967B2}">
      <dgm:prSet/>
      <dgm:spPr/>
      <dgm:t>
        <a:bodyPr/>
        <a:lstStyle/>
        <a:p>
          <a:endParaRPr lang="pt-BR"/>
        </a:p>
      </dgm:t>
    </dgm:pt>
    <dgm:pt modelId="{D2269AFE-0E24-4108-AE09-FC50DAB49771}">
      <dgm:prSet/>
      <dgm:spPr/>
      <dgm:t>
        <a:bodyPr/>
        <a:lstStyle/>
        <a:p>
          <a:r>
            <a:rPr lang="pt-BR">
              <a:ln w="0"/>
              <a:effectLst>
                <a:outerShdw blurRad="38100" dist="25400" dir="5400000" algn="ctr" rotWithShape="0">
                  <a:srgbClr val="6E747A">
                    <a:alpha val="43000"/>
                  </a:srgbClr>
                </a:outerShdw>
              </a:effectLst>
            </a:rPr>
            <a:t>Entendimento de Dimensões e Fatos:</a:t>
          </a:r>
          <a:endParaRPr lang="en-US" dirty="0"/>
        </a:p>
      </dgm:t>
    </dgm:pt>
    <dgm:pt modelId="{42EC3010-FCB3-4D88-B6E6-D42F0C165205}" type="parTrans" cxnId="{AEC872E5-1EFE-437E-855A-2E16EDA8CC72}">
      <dgm:prSet/>
      <dgm:spPr/>
      <dgm:t>
        <a:bodyPr/>
        <a:lstStyle/>
        <a:p>
          <a:endParaRPr lang="pt-BR"/>
        </a:p>
      </dgm:t>
    </dgm:pt>
    <dgm:pt modelId="{07F7647B-685D-478E-938D-148454696E33}" type="sibTrans" cxnId="{AEC872E5-1EFE-437E-855A-2E16EDA8CC72}">
      <dgm:prSet/>
      <dgm:spPr/>
      <dgm:t>
        <a:bodyPr/>
        <a:lstStyle/>
        <a:p>
          <a:endParaRPr lang="pt-BR"/>
        </a:p>
      </dgm:t>
    </dgm:pt>
    <dgm:pt modelId="{A0471FCE-FFE3-4E7A-B005-C3C2AEF4541C}">
      <dgm:prSet/>
      <dgm:spPr/>
      <dgm:t>
        <a:bodyPr/>
        <a:lstStyle/>
        <a:p>
          <a:r>
            <a:rPr lang="pt-BR" b="0" i="0" dirty="0">
              <a:effectLst/>
              <a:latin typeface="Söhne"/>
            </a:rPr>
            <a:t>Hierarquias em Modelos Multidimensionais</a:t>
          </a:r>
        </a:p>
      </dgm:t>
    </dgm:pt>
    <dgm:pt modelId="{C926D170-92F4-445D-962C-8BD1614F7B15}" type="parTrans" cxnId="{2B4D1086-61C1-4DB3-AAE9-A58799B50F7E}">
      <dgm:prSet/>
      <dgm:spPr/>
      <dgm:t>
        <a:bodyPr/>
        <a:lstStyle/>
        <a:p>
          <a:endParaRPr lang="pt-BR"/>
        </a:p>
      </dgm:t>
    </dgm:pt>
    <dgm:pt modelId="{DE6FB354-1A96-46F9-A82F-B3001BACFEE5}" type="sibTrans" cxnId="{2B4D1086-61C1-4DB3-AAE9-A58799B50F7E}">
      <dgm:prSet/>
      <dgm:spPr/>
      <dgm:t>
        <a:bodyPr/>
        <a:lstStyle/>
        <a:p>
          <a:endParaRPr lang="pt-BR"/>
        </a:p>
      </dgm:t>
    </dgm:pt>
    <dgm:pt modelId="{090CFAF9-71E0-4E95-97EE-A3C1196E6CDB}">
      <dgm:prSet/>
      <dgm:spPr/>
      <dgm:t>
        <a:bodyPr/>
        <a:lstStyle/>
        <a:p>
          <a:r>
            <a:rPr lang="pt-BR" b="0" i="0" dirty="0">
              <a:effectLst/>
              <a:latin typeface="Söhne"/>
            </a:rPr>
            <a:t>Atividade: Mapeamento Fato – Dimensão – Hierarquias</a:t>
          </a:r>
        </a:p>
      </dgm:t>
    </dgm:pt>
    <dgm:pt modelId="{BC6A38A0-485C-4F3A-8251-95CBE8DA6420}" type="parTrans" cxnId="{F71692C6-CD9E-4952-BB9F-E73DBC1F4C6C}">
      <dgm:prSet/>
      <dgm:spPr/>
      <dgm:t>
        <a:bodyPr/>
        <a:lstStyle/>
        <a:p>
          <a:endParaRPr lang="pt-BR"/>
        </a:p>
      </dgm:t>
    </dgm:pt>
    <dgm:pt modelId="{89AFE4D7-72BC-4489-A9E4-C8F527C3F6C5}" type="sibTrans" cxnId="{F71692C6-CD9E-4952-BB9F-E73DBC1F4C6C}">
      <dgm:prSet/>
      <dgm:spPr/>
      <dgm:t>
        <a:bodyPr/>
        <a:lstStyle/>
        <a:p>
          <a:endParaRPr lang="pt-BR"/>
        </a:p>
      </dgm:t>
    </dgm:pt>
    <dgm:pt modelId="{33671DEB-8894-40E0-94A3-36142DF8E538}">
      <dgm:prSet/>
      <dgm:spPr/>
      <dgm:t>
        <a:bodyPr/>
        <a:lstStyle/>
        <a:p>
          <a:r>
            <a:rPr lang="pt-BR" b="0" i="0" dirty="0">
              <a:effectLst/>
              <a:latin typeface="Söhne"/>
            </a:rPr>
            <a:t>Considerações finais</a:t>
          </a:r>
        </a:p>
      </dgm:t>
    </dgm:pt>
    <dgm:pt modelId="{2E19B0E0-69DA-4F02-B03E-21FAA9D1C1FE}" type="parTrans" cxnId="{0E48679F-B7D3-40B6-A8FE-2B9746316649}">
      <dgm:prSet/>
      <dgm:spPr/>
      <dgm:t>
        <a:bodyPr/>
        <a:lstStyle/>
        <a:p>
          <a:endParaRPr lang="pt-BR"/>
        </a:p>
      </dgm:t>
    </dgm:pt>
    <dgm:pt modelId="{165B4041-8D09-4342-AF3A-2BF090C0ED18}" type="sibTrans" cxnId="{0E48679F-B7D3-40B6-A8FE-2B9746316649}">
      <dgm:prSet/>
      <dgm:spPr/>
      <dgm:t>
        <a:bodyPr/>
        <a:lstStyle/>
        <a:p>
          <a:endParaRPr lang="pt-BR"/>
        </a:p>
      </dgm:t>
    </dgm:pt>
    <dgm:pt modelId="{C15A9986-4C17-46C8-B82F-068AFC3F50F1}">
      <dgm:prSet/>
      <dgm:spPr/>
      <dgm:t>
        <a:bodyPr/>
        <a:lstStyle/>
        <a:p>
          <a:r>
            <a:rPr lang="en-US" dirty="0"/>
            <a:t>Check-in: </a:t>
          </a:r>
          <a:r>
            <a:rPr lang="en-US" dirty="0" err="1"/>
            <a:t>pesquisa</a:t>
          </a:r>
          <a:r>
            <a:rPr lang="en-US" dirty="0"/>
            <a:t> individual</a:t>
          </a:r>
        </a:p>
      </dgm:t>
    </dgm:pt>
    <dgm:pt modelId="{400D2E7E-60F5-435E-B41D-8CD2F81752A6}" type="parTrans" cxnId="{B4BAAB06-6F13-4711-963F-2CDA775B6567}">
      <dgm:prSet/>
      <dgm:spPr/>
      <dgm:t>
        <a:bodyPr/>
        <a:lstStyle/>
        <a:p>
          <a:endParaRPr lang="pt-BR"/>
        </a:p>
      </dgm:t>
    </dgm:pt>
    <dgm:pt modelId="{19F0885B-DE4F-4301-B177-E7435A68DC32}" type="sibTrans" cxnId="{B4BAAB06-6F13-4711-963F-2CDA775B6567}">
      <dgm:prSet/>
      <dgm:spPr/>
      <dgm:t>
        <a:bodyPr/>
        <a:lstStyle/>
        <a:p>
          <a:endParaRPr lang="pt-BR"/>
        </a:p>
      </dgm:t>
    </dgm:pt>
    <dgm:pt modelId="{734D658B-8BBB-4344-B456-2213796B2171}">
      <dgm:prSet/>
      <dgm:spPr/>
      <dgm:t>
        <a:bodyPr/>
        <a:lstStyle/>
        <a:p>
          <a:r>
            <a:rPr lang="pt-BR" b="0" i="0" dirty="0">
              <a:effectLst/>
              <a:latin typeface="Söhne"/>
            </a:rPr>
            <a:t>Modelos Star </a:t>
          </a:r>
          <a:r>
            <a:rPr lang="pt-BR" b="0" i="0" dirty="0" err="1">
              <a:effectLst/>
              <a:latin typeface="Söhne"/>
            </a:rPr>
            <a:t>Schema</a:t>
          </a:r>
          <a:r>
            <a:rPr lang="pt-BR" b="0" i="0" dirty="0">
              <a:effectLst/>
              <a:latin typeface="Söhne"/>
            </a:rPr>
            <a:t> e </a:t>
          </a:r>
          <a:r>
            <a:rPr lang="pt-BR" b="0" i="0" dirty="0" err="1">
              <a:effectLst/>
              <a:latin typeface="Söhne"/>
            </a:rPr>
            <a:t>Snow</a:t>
          </a:r>
          <a:r>
            <a:rPr lang="pt-BR" b="0" i="0" dirty="0">
              <a:effectLst/>
              <a:latin typeface="Söhne"/>
            </a:rPr>
            <a:t> </a:t>
          </a:r>
          <a:r>
            <a:rPr lang="pt-BR" b="0" i="0" dirty="0" err="1">
              <a:effectLst/>
              <a:latin typeface="Söhne"/>
            </a:rPr>
            <a:t>Flake</a:t>
          </a:r>
          <a:endParaRPr lang="pt-BR" b="0" i="0" dirty="0">
            <a:effectLst/>
            <a:latin typeface="Söhne"/>
          </a:endParaRPr>
        </a:p>
      </dgm:t>
    </dgm:pt>
    <dgm:pt modelId="{1D28C752-FF02-4222-BC45-9A45F701C0D5}" type="parTrans" cxnId="{57523A30-FC30-478B-B7CA-933CF792F19F}">
      <dgm:prSet/>
      <dgm:spPr/>
      <dgm:t>
        <a:bodyPr/>
        <a:lstStyle/>
        <a:p>
          <a:endParaRPr lang="pt-BR"/>
        </a:p>
      </dgm:t>
    </dgm:pt>
    <dgm:pt modelId="{4AA94A57-D4E9-4F74-87F6-764C59259700}" type="sibTrans" cxnId="{57523A30-FC30-478B-B7CA-933CF792F19F}">
      <dgm:prSet/>
      <dgm:spPr/>
      <dgm:t>
        <a:bodyPr/>
        <a:lstStyle/>
        <a:p>
          <a:endParaRPr lang="pt-BR"/>
        </a:p>
      </dgm:t>
    </dgm:pt>
    <dgm:pt modelId="{F514991B-7636-47A2-AA7E-37777FD4513A}">
      <dgm:prSet/>
      <dgm:spPr/>
      <dgm:t>
        <a:bodyPr/>
        <a:lstStyle/>
        <a:p>
          <a:r>
            <a:rPr lang="pt-BR" b="0" i="0" dirty="0">
              <a:effectLst/>
              <a:latin typeface="Söhne"/>
            </a:rPr>
            <a:t>Introdução ao Power BI</a:t>
          </a:r>
        </a:p>
      </dgm:t>
    </dgm:pt>
    <dgm:pt modelId="{1A798B64-8DE4-4F72-AD51-2BEDF7CB14F5}" type="parTrans" cxnId="{DA7866D1-3A3C-4DBE-8907-E6A99FD7A1D6}">
      <dgm:prSet/>
      <dgm:spPr/>
      <dgm:t>
        <a:bodyPr/>
        <a:lstStyle/>
        <a:p>
          <a:endParaRPr lang="pt-BR"/>
        </a:p>
      </dgm:t>
    </dgm:pt>
    <dgm:pt modelId="{8E61EE16-A730-45C8-B714-0432307AD5CC}" type="sibTrans" cxnId="{DA7866D1-3A3C-4DBE-8907-E6A99FD7A1D6}">
      <dgm:prSet/>
      <dgm:spPr/>
      <dgm:t>
        <a:bodyPr/>
        <a:lstStyle/>
        <a:p>
          <a:endParaRPr lang="pt-BR"/>
        </a:p>
      </dgm:t>
    </dgm:pt>
    <dgm:pt modelId="{4D89B5DF-80B2-4BD4-9185-27B8868FB451}" type="pres">
      <dgm:prSet presAssocID="{86F6B650-B7FB-4A55-A092-EBAAF5B52A61}" presName="linear" presStyleCnt="0">
        <dgm:presLayoutVars>
          <dgm:animLvl val="lvl"/>
          <dgm:resizeHandles val="exact"/>
        </dgm:presLayoutVars>
      </dgm:prSet>
      <dgm:spPr/>
    </dgm:pt>
    <dgm:pt modelId="{D192353D-0285-4E32-9A1A-53E183167B9B}" type="pres">
      <dgm:prSet presAssocID="{C15A9986-4C17-46C8-B82F-068AFC3F50F1}" presName="parentText" presStyleLbl="node1" presStyleIdx="0" presStyleCnt="9">
        <dgm:presLayoutVars>
          <dgm:chMax val="0"/>
          <dgm:bulletEnabled val="1"/>
        </dgm:presLayoutVars>
      </dgm:prSet>
      <dgm:spPr/>
    </dgm:pt>
    <dgm:pt modelId="{BBFA27CD-9004-4881-89B7-97856278D02D}" type="pres">
      <dgm:prSet presAssocID="{19F0885B-DE4F-4301-B177-E7435A68DC32}" presName="spacer" presStyleCnt="0"/>
      <dgm:spPr/>
    </dgm:pt>
    <dgm:pt modelId="{14323712-1F34-4325-B878-1D337CBBB53B}" type="pres">
      <dgm:prSet presAssocID="{B68E9ED5-AE6D-44DD-8CC6-89C23B93CE07}" presName="parentText" presStyleLbl="node1" presStyleIdx="1" presStyleCnt="9">
        <dgm:presLayoutVars>
          <dgm:chMax val="0"/>
          <dgm:bulletEnabled val="1"/>
        </dgm:presLayoutVars>
      </dgm:prSet>
      <dgm:spPr/>
    </dgm:pt>
    <dgm:pt modelId="{48B56056-70C1-4547-A5D5-0C0AB970AEF5}" type="pres">
      <dgm:prSet presAssocID="{DAC1C2AD-786E-42EE-B8F4-68FCDB714E4C}" presName="spacer" presStyleCnt="0"/>
      <dgm:spPr/>
    </dgm:pt>
    <dgm:pt modelId="{17BB71F3-8794-4285-87EF-7B86C752F067}" type="pres">
      <dgm:prSet presAssocID="{E56C0605-3C20-471F-AE96-29BF9B19B23E}" presName="parentText" presStyleLbl="node1" presStyleIdx="2" presStyleCnt="9">
        <dgm:presLayoutVars>
          <dgm:chMax val="0"/>
          <dgm:bulletEnabled val="1"/>
        </dgm:presLayoutVars>
      </dgm:prSet>
      <dgm:spPr/>
    </dgm:pt>
    <dgm:pt modelId="{72BEA655-8B17-4764-AA20-2AAA8D25A2C8}" type="pres">
      <dgm:prSet presAssocID="{36DE05A7-86D0-49A8-BE99-276839C1BD74}" presName="spacer" presStyleCnt="0"/>
      <dgm:spPr/>
    </dgm:pt>
    <dgm:pt modelId="{7AB2FF68-14D4-4895-8B68-AF4D0FA82970}" type="pres">
      <dgm:prSet presAssocID="{D2269AFE-0E24-4108-AE09-FC50DAB49771}" presName="parentText" presStyleLbl="node1" presStyleIdx="3" presStyleCnt="9">
        <dgm:presLayoutVars>
          <dgm:chMax val="0"/>
          <dgm:bulletEnabled val="1"/>
        </dgm:presLayoutVars>
      </dgm:prSet>
      <dgm:spPr/>
    </dgm:pt>
    <dgm:pt modelId="{7A844462-A908-4063-8392-76680571ADE2}" type="pres">
      <dgm:prSet presAssocID="{07F7647B-685D-478E-938D-148454696E33}" presName="spacer" presStyleCnt="0"/>
      <dgm:spPr/>
    </dgm:pt>
    <dgm:pt modelId="{4A320538-18EF-4D46-84F9-32DCC853A330}" type="pres">
      <dgm:prSet presAssocID="{A0471FCE-FFE3-4E7A-B005-C3C2AEF4541C}" presName="parentText" presStyleLbl="node1" presStyleIdx="4" presStyleCnt="9">
        <dgm:presLayoutVars>
          <dgm:chMax val="0"/>
          <dgm:bulletEnabled val="1"/>
        </dgm:presLayoutVars>
      </dgm:prSet>
      <dgm:spPr/>
    </dgm:pt>
    <dgm:pt modelId="{1CA8F830-B0C3-4D21-ABB8-88436C4A4F34}" type="pres">
      <dgm:prSet presAssocID="{DE6FB354-1A96-46F9-A82F-B3001BACFEE5}" presName="spacer" presStyleCnt="0"/>
      <dgm:spPr/>
    </dgm:pt>
    <dgm:pt modelId="{7A1A8421-099E-4850-BC1E-6B71F94C7639}" type="pres">
      <dgm:prSet presAssocID="{090CFAF9-71E0-4E95-97EE-A3C1196E6CDB}" presName="parentText" presStyleLbl="node1" presStyleIdx="5" presStyleCnt="9">
        <dgm:presLayoutVars>
          <dgm:chMax val="0"/>
          <dgm:bulletEnabled val="1"/>
        </dgm:presLayoutVars>
      </dgm:prSet>
      <dgm:spPr/>
    </dgm:pt>
    <dgm:pt modelId="{D63566EF-3D72-4E10-ADC6-9D0BAE3F393F}" type="pres">
      <dgm:prSet presAssocID="{89AFE4D7-72BC-4489-A9E4-C8F527C3F6C5}" presName="spacer" presStyleCnt="0"/>
      <dgm:spPr/>
    </dgm:pt>
    <dgm:pt modelId="{62C34CB5-9239-46C8-B00A-F1B4F97D5066}" type="pres">
      <dgm:prSet presAssocID="{734D658B-8BBB-4344-B456-2213796B2171}" presName="parentText" presStyleLbl="node1" presStyleIdx="6" presStyleCnt="9">
        <dgm:presLayoutVars>
          <dgm:chMax val="0"/>
          <dgm:bulletEnabled val="1"/>
        </dgm:presLayoutVars>
      </dgm:prSet>
      <dgm:spPr/>
    </dgm:pt>
    <dgm:pt modelId="{CB159A47-4661-418E-993F-128AF02D12A8}" type="pres">
      <dgm:prSet presAssocID="{4AA94A57-D4E9-4F74-87F6-764C59259700}" presName="spacer" presStyleCnt="0"/>
      <dgm:spPr/>
    </dgm:pt>
    <dgm:pt modelId="{1F35C404-5FE2-4C06-9E35-A03BCEDF0C91}" type="pres">
      <dgm:prSet presAssocID="{F514991B-7636-47A2-AA7E-37777FD4513A}" presName="parentText" presStyleLbl="node1" presStyleIdx="7" presStyleCnt="9">
        <dgm:presLayoutVars>
          <dgm:chMax val="0"/>
          <dgm:bulletEnabled val="1"/>
        </dgm:presLayoutVars>
      </dgm:prSet>
      <dgm:spPr/>
    </dgm:pt>
    <dgm:pt modelId="{DD9E3166-F715-439A-B53A-4C35FF1B8CB5}" type="pres">
      <dgm:prSet presAssocID="{8E61EE16-A730-45C8-B714-0432307AD5CC}" presName="spacer" presStyleCnt="0"/>
      <dgm:spPr/>
    </dgm:pt>
    <dgm:pt modelId="{59BE45B8-7E73-4C11-BD92-880054B2A32F}" type="pres">
      <dgm:prSet presAssocID="{33671DEB-8894-40E0-94A3-36142DF8E538}" presName="parentText" presStyleLbl="node1" presStyleIdx="8" presStyleCnt="9">
        <dgm:presLayoutVars>
          <dgm:chMax val="0"/>
          <dgm:bulletEnabled val="1"/>
        </dgm:presLayoutVars>
      </dgm:prSet>
      <dgm:spPr/>
    </dgm:pt>
  </dgm:ptLst>
  <dgm:cxnLst>
    <dgm:cxn modelId="{B4BAAB06-6F13-4711-963F-2CDA775B6567}" srcId="{86F6B650-B7FB-4A55-A092-EBAAF5B52A61}" destId="{C15A9986-4C17-46C8-B82F-068AFC3F50F1}" srcOrd="0" destOrd="0" parTransId="{400D2E7E-60F5-435E-B41D-8CD2F81752A6}" sibTransId="{19F0885B-DE4F-4301-B177-E7435A68DC32}"/>
    <dgm:cxn modelId="{F0B4C812-84EF-4BCA-9846-1C8D07BE0590}" type="presOf" srcId="{A0471FCE-FFE3-4E7A-B005-C3C2AEF4541C}" destId="{4A320538-18EF-4D46-84F9-32DCC853A330}" srcOrd="0" destOrd="0" presId="urn:microsoft.com/office/officeart/2005/8/layout/vList2"/>
    <dgm:cxn modelId="{E5782F16-1C04-42D0-A754-ABC8729BCCAC}" srcId="{86F6B650-B7FB-4A55-A092-EBAAF5B52A61}" destId="{B68E9ED5-AE6D-44DD-8CC6-89C23B93CE07}" srcOrd="1" destOrd="0" parTransId="{4B62C77D-10E4-41DE-912A-2424C4A5F83A}" sibTransId="{DAC1C2AD-786E-42EE-B8F4-68FCDB714E4C}"/>
    <dgm:cxn modelId="{E503081D-FC52-4331-B229-9ACED4BC52FE}" type="presOf" srcId="{090CFAF9-71E0-4E95-97EE-A3C1196E6CDB}" destId="{7A1A8421-099E-4850-BC1E-6B71F94C7639}" srcOrd="0" destOrd="0" presId="urn:microsoft.com/office/officeart/2005/8/layout/vList2"/>
    <dgm:cxn modelId="{7EC82022-E05D-4119-8827-B3D831E094F0}" type="presOf" srcId="{F514991B-7636-47A2-AA7E-37777FD4513A}" destId="{1F35C404-5FE2-4C06-9E35-A03BCEDF0C91}" srcOrd="0" destOrd="0" presId="urn:microsoft.com/office/officeart/2005/8/layout/vList2"/>
    <dgm:cxn modelId="{57523A30-FC30-478B-B7CA-933CF792F19F}" srcId="{86F6B650-B7FB-4A55-A092-EBAAF5B52A61}" destId="{734D658B-8BBB-4344-B456-2213796B2171}" srcOrd="6" destOrd="0" parTransId="{1D28C752-FF02-4222-BC45-9A45F701C0D5}" sibTransId="{4AA94A57-D4E9-4F74-87F6-764C59259700}"/>
    <dgm:cxn modelId="{D2285846-587B-4CD4-945B-4787580967B2}" srcId="{86F6B650-B7FB-4A55-A092-EBAAF5B52A61}" destId="{E56C0605-3C20-471F-AE96-29BF9B19B23E}" srcOrd="2" destOrd="0" parTransId="{AA0B6236-2FFE-46CB-9DED-7D2510DD07F8}" sibTransId="{36DE05A7-86D0-49A8-BE99-276839C1BD74}"/>
    <dgm:cxn modelId="{904B0573-16A0-4225-A1EE-9572A4AABE14}" type="presOf" srcId="{734D658B-8BBB-4344-B456-2213796B2171}" destId="{62C34CB5-9239-46C8-B00A-F1B4F97D5066}" srcOrd="0" destOrd="0" presId="urn:microsoft.com/office/officeart/2005/8/layout/vList2"/>
    <dgm:cxn modelId="{2B4D1086-61C1-4DB3-AAE9-A58799B50F7E}" srcId="{86F6B650-B7FB-4A55-A092-EBAAF5B52A61}" destId="{A0471FCE-FFE3-4E7A-B005-C3C2AEF4541C}" srcOrd="4" destOrd="0" parTransId="{C926D170-92F4-445D-962C-8BD1614F7B15}" sibTransId="{DE6FB354-1A96-46F9-A82F-B3001BACFEE5}"/>
    <dgm:cxn modelId="{71788B86-6086-4ACA-B2A8-ABE24AD01378}" type="presOf" srcId="{C15A9986-4C17-46C8-B82F-068AFC3F50F1}" destId="{D192353D-0285-4E32-9A1A-53E183167B9B}" srcOrd="0" destOrd="0" presId="urn:microsoft.com/office/officeart/2005/8/layout/vList2"/>
    <dgm:cxn modelId="{0E48679F-B7D3-40B6-A8FE-2B9746316649}" srcId="{86F6B650-B7FB-4A55-A092-EBAAF5B52A61}" destId="{33671DEB-8894-40E0-94A3-36142DF8E538}" srcOrd="8" destOrd="0" parTransId="{2E19B0E0-69DA-4F02-B03E-21FAA9D1C1FE}" sibTransId="{165B4041-8D09-4342-AF3A-2BF090C0ED18}"/>
    <dgm:cxn modelId="{7BD74CAC-1159-451E-92B6-5E7A1B628762}" type="presOf" srcId="{33671DEB-8894-40E0-94A3-36142DF8E538}" destId="{59BE45B8-7E73-4C11-BD92-880054B2A32F}" srcOrd="0" destOrd="0" presId="urn:microsoft.com/office/officeart/2005/8/layout/vList2"/>
    <dgm:cxn modelId="{29FEE5BC-0517-468A-9F94-A804066FC6EE}" type="presOf" srcId="{D2269AFE-0E24-4108-AE09-FC50DAB49771}" destId="{7AB2FF68-14D4-4895-8B68-AF4D0FA82970}" srcOrd="0" destOrd="0" presId="urn:microsoft.com/office/officeart/2005/8/layout/vList2"/>
    <dgm:cxn modelId="{A5794CC2-AB64-4316-B6BF-55CD61AB9758}" type="presOf" srcId="{86F6B650-B7FB-4A55-A092-EBAAF5B52A61}" destId="{4D89B5DF-80B2-4BD4-9185-27B8868FB451}" srcOrd="0" destOrd="0" presId="urn:microsoft.com/office/officeart/2005/8/layout/vList2"/>
    <dgm:cxn modelId="{F71692C6-CD9E-4952-BB9F-E73DBC1F4C6C}" srcId="{86F6B650-B7FB-4A55-A092-EBAAF5B52A61}" destId="{090CFAF9-71E0-4E95-97EE-A3C1196E6CDB}" srcOrd="5" destOrd="0" parTransId="{BC6A38A0-485C-4F3A-8251-95CBE8DA6420}" sibTransId="{89AFE4D7-72BC-4489-A9E4-C8F527C3F6C5}"/>
    <dgm:cxn modelId="{DA7866D1-3A3C-4DBE-8907-E6A99FD7A1D6}" srcId="{86F6B650-B7FB-4A55-A092-EBAAF5B52A61}" destId="{F514991B-7636-47A2-AA7E-37777FD4513A}" srcOrd="7" destOrd="0" parTransId="{1A798B64-8DE4-4F72-AD51-2BEDF7CB14F5}" sibTransId="{8E61EE16-A730-45C8-B714-0432307AD5CC}"/>
    <dgm:cxn modelId="{B1D441D9-D091-4E0D-A669-C8D1EBDB6FB9}" type="presOf" srcId="{E56C0605-3C20-471F-AE96-29BF9B19B23E}" destId="{17BB71F3-8794-4285-87EF-7B86C752F067}" srcOrd="0" destOrd="0" presId="urn:microsoft.com/office/officeart/2005/8/layout/vList2"/>
    <dgm:cxn modelId="{AEC872E5-1EFE-437E-855A-2E16EDA8CC72}" srcId="{86F6B650-B7FB-4A55-A092-EBAAF5B52A61}" destId="{D2269AFE-0E24-4108-AE09-FC50DAB49771}" srcOrd="3" destOrd="0" parTransId="{42EC3010-FCB3-4D88-B6E6-D42F0C165205}" sibTransId="{07F7647B-685D-478E-938D-148454696E33}"/>
    <dgm:cxn modelId="{F755AFFF-8E35-4E9E-B3AE-E62603661ED7}" type="presOf" srcId="{B68E9ED5-AE6D-44DD-8CC6-89C23B93CE07}" destId="{14323712-1F34-4325-B878-1D337CBBB53B}" srcOrd="0" destOrd="0" presId="urn:microsoft.com/office/officeart/2005/8/layout/vList2"/>
    <dgm:cxn modelId="{404849D7-13D0-44EC-86DA-E06B17566E39}" type="presParOf" srcId="{4D89B5DF-80B2-4BD4-9185-27B8868FB451}" destId="{D192353D-0285-4E32-9A1A-53E183167B9B}" srcOrd="0" destOrd="0" presId="urn:microsoft.com/office/officeart/2005/8/layout/vList2"/>
    <dgm:cxn modelId="{6524BD7A-741A-44DA-896C-7F2B05B94B32}" type="presParOf" srcId="{4D89B5DF-80B2-4BD4-9185-27B8868FB451}" destId="{BBFA27CD-9004-4881-89B7-97856278D02D}" srcOrd="1" destOrd="0" presId="urn:microsoft.com/office/officeart/2005/8/layout/vList2"/>
    <dgm:cxn modelId="{2DF3BAE6-142D-4391-B25C-04C3BC164269}" type="presParOf" srcId="{4D89B5DF-80B2-4BD4-9185-27B8868FB451}" destId="{14323712-1F34-4325-B878-1D337CBBB53B}" srcOrd="2" destOrd="0" presId="urn:microsoft.com/office/officeart/2005/8/layout/vList2"/>
    <dgm:cxn modelId="{3A097161-43F9-44D7-9091-BA4A018861F6}" type="presParOf" srcId="{4D89B5DF-80B2-4BD4-9185-27B8868FB451}" destId="{48B56056-70C1-4547-A5D5-0C0AB970AEF5}" srcOrd="3" destOrd="0" presId="urn:microsoft.com/office/officeart/2005/8/layout/vList2"/>
    <dgm:cxn modelId="{6D363BD4-54DE-4395-89A7-435CA963AD42}" type="presParOf" srcId="{4D89B5DF-80B2-4BD4-9185-27B8868FB451}" destId="{17BB71F3-8794-4285-87EF-7B86C752F067}" srcOrd="4" destOrd="0" presId="urn:microsoft.com/office/officeart/2005/8/layout/vList2"/>
    <dgm:cxn modelId="{3FA69D37-47EA-4F28-B540-337BA4C885CC}" type="presParOf" srcId="{4D89B5DF-80B2-4BD4-9185-27B8868FB451}" destId="{72BEA655-8B17-4764-AA20-2AAA8D25A2C8}" srcOrd="5" destOrd="0" presId="urn:microsoft.com/office/officeart/2005/8/layout/vList2"/>
    <dgm:cxn modelId="{DFFF7F04-955A-4C58-A747-005B87F339C2}" type="presParOf" srcId="{4D89B5DF-80B2-4BD4-9185-27B8868FB451}" destId="{7AB2FF68-14D4-4895-8B68-AF4D0FA82970}" srcOrd="6" destOrd="0" presId="urn:microsoft.com/office/officeart/2005/8/layout/vList2"/>
    <dgm:cxn modelId="{31833827-F917-4C9C-B80B-E8B6F287A7B0}" type="presParOf" srcId="{4D89B5DF-80B2-4BD4-9185-27B8868FB451}" destId="{7A844462-A908-4063-8392-76680571ADE2}" srcOrd="7" destOrd="0" presId="urn:microsoft.com/office/officeart/2005/8/layout/vList2"/>
    <dgm:cxn modelId="{1FE33F2A-7693-4C19-8ED6-C6BEA5728F0C}" type="presParOf" srcId="{4D89B5DF-80B2-4BD4-9185-27B8868FB451}" destId="{4A320538-18EF-4D46-84F9-32DCC853A330}" srcOrd="8" destOrd="0" presId="urn:microsoft.com/office/officeart/2005/8/layout/vList2"/>
    <dgm:cxn modelId="{F695AD8A-2BC4-438D-94C3-F72FC9F54D7F}" type="presParOf" srcId="{4D89B5DF-80B2-4BD4-9185-27B8868FB451}" destId="{1CA8F830-B0C3-4D21-ABB8-88436C4A4F34}" srcOrd="9" destOrd="0" presId="urn:microsoft.com/office/officeart/2005/8/layout/vList2"/>
    <dgm:cxn modelId="{A12C584A-A230-41A9-A97F-F85EB16E7D7B}" type="presParOf" srcId="{4D89B5DF-80B2-4BD4-9185-27B8868FB451}" destId="{7A1A8421-099E-4850-BC1E-6B71F94C7639}" srcOrd="10" destOrd="0" presId="urn:microsoft.com/office/officeart/2005/8/layout/vList2"/>
    <dgm:cxn modelId="{367E5300-15E8-45CB-9C3C-BF129F998DD7}" type="presParOf" srcId="{4D89B5DF-80B2-4BD4-9185-27B8868FB451}" destId="{D63566EF-3D72-4E10-ADC6-9D0BAE3F393F}" srcOrd="11" destOrd="0" presId="urn:microsoft.com/office/officeart/2005/8/layout/vList2"/>
    <dgm:cxn modelId="{7F6C745D-B312-42F9-B425-6CB032CDD0D4}" type="presParOf" srcId="{4D89B5DF-80B2-4BD4-9185-27B8868FB451}" destId="{62C34CB5-9239-46C8-B00A-F1B4F97D5066}" srcOrd="12" destOrd="0" presId="urn:microsoft.com/office/officeart/2005/8/layout/vList2"/>
    <dgm:cxn modelId="{24859EB9-B779-4313-9C29-05FFDB371642}" type="presParOf" srcId="{4D89B5DF-80B2-4BD4-9185-27B8868FB451}" destId="{CB159A47-4661-418E-993F-128AF02D12A8}" srcOrd="13" destOrd="0" presId="urn:microsoft.com/office/officeart/2005/8/layout/vList2"/>
    <dgm:cxn modelId="{0B58648E-6C34-4351-A723-3F11F89D3660}" type="presParOf" srcId="{4D89B5DF-80B2-4BD4-9185-27B8868FB451}" destId="{1F35C404-5FE2-4C06-9E35-A03BCEDF0C91}" srcOrd="14" destOrd="0" presId="urn:microsoft.com/office/officeart/2005/8/layout/vList2"/>
    <dgm:cxn modelId="{EFC57C49-C280-493B-92EC-30D69B5E679F}" type="presParOf" srcId="{4D89B5DF-80B2-4BD4-9185-27B8868FB451}" destId="{DD9E3166-F715-439A-B53A-4C35FF1B8CB5}" srcOrd="15" destOrd="0" presId="urn:microsoft.com/office/officeart/2005/8/layout/vList2"/>
    <dgm:cxn modelId="{2071988E-A6D2-49D6-905E-AC4645A22287}" type="presParOf" srcId="{4D89B5DF-80B2-4BD4-9185-27B8868FB451}" destId="{59BE45B8-7E73-4C11-BD92-880054B2A32F}" srcOrd="16"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A7B8A17-7FBC-4511-88C5-9F3D39B098F4}" type="doc">
      <dgm:prSet loTypeId="urn:microsoft.com/office/officeart/2018/5/layout/IconCircleLabel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351131A0-3F8E-4C8D-BEE3-D111CA23D6A0}">
      <dgm:prSet/>
      <dgm:spPr/>
      <dgm:t>
        <a:bodyPr/>
        <a:lstStyle/>
        <a:p>
          <a:pPr>
            <a:defRPr cap="all"/>
          </a:pPr>
          <a:r>
            <a:rPr lang="pt-BR" dirty="0" err="1"/>
            <a:t>Pitch</a:t>
          </a:r>
          <a:r>
            <a:rPr lang="pt-BR" dirty="0"/>
            <a:t> sobre a pesquisa individual</a:t>
          </a:r>
          <a:endParaRPr lang="en-US" dirty="0"/>
        </a:p>
      </dgm:t>
    </dgm:pt>
    <dgm:pt modelId="{3D377F52-59D6-4794-8F6F-82614B304256}" type="parTrans" cxnId="{14940FB5-88A6-4270-86DC-EC88BCCB49E0}">
      <dgm:prSet/>
      <dgm:spPr/>
      <dgm:t>
        <a:bodyPr/>
        <a:lstStyle/>
        <a:p>
          <a:endParaRPr lang="en-US"/>
        </a:p>
      </dgm:t>
    </dgm:pt>
    <dgm:pt modelId="{C5F7A478-6B05-41A4-A53B-F366D26992F3}" type="sibTrans" cxnId="{14940FB5-88A6-4270-86DC-EC88BCCB49E0}">
      <dgm:prSet/>
      <dgm:spPr/>
      <dgm:t>
        <a:bodyPr/>
        <a:lstStyle/>
        <a:p>
          <a:endParaRPr lang="en-US"/>
        </a:p>
      </dgm:t>
    </dgm:pt>
    <dgm:pt modelId="{9E30011C-7661-47EC-BDDB-AFB99885EFFB}">
      <dgm:prSet/>
      <dgm:spPr/>
      <dgm:t>
        <a:bodyPr/>
        <a:lstStyle/>
        <a:p>
          <a:pPr>
            <a:defRPr cap="all"/>
          </a:pPr>
          <a:r>
            <a:rPr lang="pt-BR" dirty="0"/>
            <a:t>Breve apresentação do aluno</a:t>
          </a:r>
          <a:endParaRPr lang="en-US" dirty="0"/>
        </a:p>
      </dgm:t>
    </dgm:pt>
    <dgm:pt modelId="{6A854EE0-EEDF-480E-A351-244289DE88A7}" type="parTrans" cxnId="{456B08BB-9F20-4675-B5A4-29A2FD0C321A}">
      <dgm:prSet/>
      <dgm:spPr/>
      <dgm:t>
        <a:bodyPr/>
        <a:lstStyle/>
        <a:p>
          <a:endParaRPr lang="en-US"/>
        </a:p>
      </dgm:t>
    </dgm:pt>
    <dgm:pt modelId="{04E6039F-D8DB-4052-A29D-328957C1EB0C}" type="sibTrans" cxnId="{456B08BB-9F20-4675-B5A4-29A2FD0C321A}">
      <dgm:prSet/>
      <dgm:spPr/>
      <dgm:t>
        <a:bodyPr/>
        <a:lstStyle/>
        <a:p>
          <a:endParaRPr lang="en-US"/>
        </a:p>
      </dgm:t>
    </dgm:pt>
    <dgm:pt modelId="{5969CE15-8C7E-4CFE-B31C-A44EAC1194E7}">
      <dgm:prSet/>
      <dgm:spPr/>
      <dgm:t>
        <a:bodyPr/>
        <a:lstStyle/>
        <a:p>
          <a:pPr>
            <a:defRPr cap="all"/>
          </a:pPr>
          <a:r>
            <a:rPr lang="pt-BR"/>
            <a:t>Brainstorming</a:t>
          </a:r>
          <a:endParaRPr lang="en-US"/>
        </a:p>
      </dgm:t>
    </dgm:pt>
    <dgm:pt modelId="{154183CB-5410-4139-9F11-566DA52289E2}" type="parTrans" cxnId="{C27E22A3-CB97-4386-A3ED-EE07EFB9EB16}">
      <dgm:prSet/>
      <dgm:spPr/>
      <dgm:t>
        <a:bodyPr/>
        <a:lstStyle/>
        <a:p>
          <a:endParaRPr lang="en-US"/>
        </a:p>
      </dgm:t>
    </dgm:pt>
    <dgm:pt modelId="{6D35D621-B986-4D8B-BEF5-2F8097591BE4}" type="sibTrans" cxnId="{C27E22A3-CB97-4386-A3ED-EE07EFB9EB16}">
      <dgm:prSet/>
      <dgm:spPr/>
      <dgm:t>
        <a:bodyPr/>
        <a:lstStyle/>
        <a:p>
          <a:endParaRPr lang="en-US"/>
        </a:p>
      </dgm:t>
    </dgm:pt>
    <dgm:pt modelId="{48976718-E7EC-4726-BD30-21A1236ACB54}">
      <dgm:prSet/>
      <dgm:spPr/>
      <dgm:t>
        <a:bodyPr/>
        <a:lstStyle/>
        <a:p>
          <a:pPr>
            <a:defRPr cap="all"/>
          </a:pPr>
          <a:r>
            <a:rPr lang="pt-BR"/>
            <a:t>Feedback</a:t>
          </a:r>
          <a:endParaRPr lang="en-US"/>
        </a:p>
      </dgm:t>
    </dgm:pt>
    <dgm:pt modelId="{DD4BF08E-5508-4AE2-8534-70EE0D1C3448}" type="parTrans" cxnId="{8E7B3BA5-54FE-4447-A2EB-D271CA3C9B2B}">
      <dgm:prSet/>
      <dgm:spPr/>
      <dgm:t>
        <a:bodyPr/>
        <a:lstStyle/>
        <a:p>
          <a:endParaRPr lang="en-US"/>
        </a:p>
      </dgm:t>
    </dgm:pt>
    <dgm:pt modelId="{C3D9C3FD-1E05-4867-A1FB-60EFB71C17A9}" type="sibTrans" cxnId="{8E7B3BA5-54FE-4447-A2EB-D271CA3C9B2B}">
      <dgm:prSet/>
      <dgm:spPr/>
      <dgm:t>
        <a:bodyPr/>
        <a:lstStyle/>
        <a:p>
          <a:endParaRPr lang="en-US"/>
        </a:p>
      </dgm:t>
    </dgm:pt>
    <dgm:pt modelId="{5C660660-A8AE-40B2-A866-3A30E2434CE4}" type="pres">
      <dgm:prSet presAssocID="{4A7B8A17-7FBC-4511-88C5-9F3D39B098F4}" presName="root" presStyleCnt="0">
        <dgm:presLayoutVars>
          <dgm:dir/>
          <dgm:resizeHandles val="exact"/>
        </dgm:presLayoutVars>
      </dgm:prSet>
      <dgm:spPr/>
    </dgm:pt>
    <dgm:pt modelId="{856A869D-E0BA-46F6-87DC-3E0EA8A9FAAC}" type="pres">
      <dgm:prSet presAssocID="{351131A0-3F8E-4C8D-BEE3-D111CA23D6A0}" presName="compNode" presStyleCnt="0"/>
      <dgm:spPr/>
    </dgm:pt>
    <dgm:pt modelId="{376923AA-0AAA-4BBB-938C-B49A6DE07465}" type="pres">
      <dgm:prSet presAssocID="{351131A0-3F8E-4C8D-BEE3-D111CA23D6A0}" presName="iconBgRect" presStyleLbl="bgShp" presStyleIdx="0" presStyleCnt="4"/>
      <dgm:spPr/>
    </dgm:pt>
    <dgm:pt modelId="{B532FBA0-8309-434A-AF86-C838861AB581}" type="pres">
      <dgm:prSet presAssocID="{351131A0-3F8E-4C8D-BEE3-D111CA23D6A0}"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agnifying glass"/>
        </a:ext>
      </dgm:extLst>
    </dgm:pt>
    <dgm:pt modelId="{CB43ADC6-9B4D-4365-AB49-71D14553676D}" type="pres">
      <dgm:prSet presAssocID="{351131A0-3F8E-4C8D-BEE3-D111CA23D6A0}" presName="spaceRect" presStyleCnt="0"/>
      <dgm:spPr/>
    </dgm:pt>
    <dgm:pt modelId="{EC0FE975-7510-42EE-A331-56AEC998FE1F}" type="pres">
      <dgm:prSet presAssocID="{351131A0-3F8E-4C8D-BEE3-D111CA23D6A0}" presName="textRect" presStyleLbl="revTx" presStyleIdx="0" presStyleCnt="4">
        <dgm:presLayoutVars>
          <dgm:chMax val="1"/>
          <dgm:chPref val="1"/>
        </dgm:presLayoutVars>
      </dgm:prSet>
      <dgm:spPr/>
    </dgm:pt>
    <dgm:pt modelId="{DA094551-595B-46A1-88B4-A16362EFC615}" type="pres">
      <dgm:prSet presAssocID="{C5F7A478-6B05-41A4-A53B-F366D26992F3}" presName="sibTrans" presStyleCnt="0"/>
      <dgm:spPr/>
    </dgm:pt>
    <dgm:pt modelId="{31567CE9-F280-4AFF-B1A0-60AB4E669E4A}" type="pres">
      <dgm:prSet presAssocID="{9E30011C-7661-47EC-BDDB-AFB99885EFFB}" presName="compNode" presStyleCnt="0"/>
      <dgm:spPr/>
    </dgm:pt>
    <dgm:pt modelId="{E30A9B96-E95B-4097-8F81-382260648E23}" type="pres">
      <dgm:prSet presAssocID="{9E30011C-7661-47EC-BDDB-AFB99885EFFB}" presName="iconBgRect" presStyleLbl="bgShp" presStyleIdx="1" presStyleCnt="4"/>
      <dgm:spPr/>
    </dgm:pt>
    <dgm:pt modelId="{01417418-A0EA-4118-8512-78E1A84CE4A2}" type="pres">
      <dgm:prSet presAssocID="{9E30011C-7661-47EC-BDDB-AFB99885EFFB}"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fessor"/>
        </a:ext>
      </dgm:extLst>
    </dgm:pt>
    <dgm:pt modelId="{2986E72E-A5A6-4712-B4C1-4A17942D8C0E}" type="pres">
      <dgm:prSet presAssocID="{9E30011C-7661-47EC-BDDB-AFB99885EFFB}" presName="spaceRect" presStyleCnt="0"/>
      <dgm:spPr/>
    </dgm:pt>
    <dgm:pt modelId="{69B04442-8527-4D7E-803B-9C87904BF2CC}" type="pres">
      <dgm:prSet presAssocID="{9E30011C-7661-47EC-BDDB-AFB99885EFFB}" presName="textRect" presStyleLbl="revTx" presStyleIdx="1" presStyleCnt="4">
        <dgm:presLayoutVars>
          <dgm:chMax val="1"/>
          <dgm:chPref val="1"/>
        </dgm:presLayoutVars>
      </dgm:prSet>
      <dgm:spPr/>
    </dgm:pt>
    <dgm:pt modelId="{1DFCB1DA-8E85-40D7-A0E9-77669521079A}" type="pres">
      <dgm:prSet presAssocID="{04E6039F-D8DB-4052-A29D-328957C1EB0C}" presName="sibTrans" presStyleCnt="0"/>
      <dgm:spPr/>
    </dgm:pt>
    <dgm:pt modelId="{257C15E9-8406-45B2-B483-DB0E77F376DC}" type="pres">
      <dgm:prSet presAssocID="{5969CE15-8C7E-4CFE-B31C-A44EAC1194E7}" presName="compNode" presStyleCnt="0"/>
      <dgm:spPr/>
    </dgm:pt>
    <dgm:pt modelId="{0EF040C7-0822-4BA4-9460-43BCF9F744FA}" type="pres">
      <dgm:prSet presAssocID="{5969CE15-8C7E-4CFE-B31C-A44EAC1194E7}" presName="iconBgRect" presStyleLbl="bgShp" presStyleIdx="2" presStyleCnt="4"/>
      <dgm:spPr/>
    </dgm:pt>
    <dgm:pt modelId="{7873F421-126C-4C37-9436-454FC532DB8E}" type="pres">
      <dgm:prSet presAssocID="{5969CE15-8C7E-4CFE-B31C-A44EAC1194E7}"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erson with Idea"/>
        </a:ext>
      </dgm:extLst>
    </dgm:pt>
    <dgm:pt modelId="{E411AA42-6D4C-4CED-8E69-6241D18840D2}" type="pres">
      <dgm:prSet presAssocID="{5969CE15-8C7E-4CFE-B31C-A44EAC1194E7}" presName="spaceRect" presStyleCnt="0"/>
      <dgm:spPr/>
    </dgm:pt>
    <dgm:pt modelId="{C8692003-5FE8-486B-A61D-3FEB70055B8D}" type="pres">
      <dgm:prSet presAssocID="{5969CE15-8C7E-4CFE-B31C-A44EAC1194E7}" presName="textRect" presStyleLbl="revTx" presStyleIdx="2" presStyleCnt="4">
        <dgm:presLayoutVars>
          <dgm:chMax val="1"/>
          <dgm:chPref val="1"/>
        </dgm:presLayoutVars>
      </dgm:prSet>
      <dgm:spPr/>
    </dgm:pt>
    <dgm:pt modelId="{556278C6-EBFF-4E72-88DD-198F07544241}" type="pres">
      <dgm:prSet presAssocID="{6D35D621-B986-4D8B-BEF5-2F8097591BE4}" presName="sibTrans" presStyleCnt="0"/>
      <dgm:spPr/>
    </dgm:pt>
    <dgm:pt modelId="{DC252BED-1D65-471F-A59B-242F62367361}" type="pres">
      <dgm:prSet presAssocID="{48976718-E7EC-4726-BD30-21A1236ACB54}" presName="compNode" presStyleCnt="0"/>
      <dgm:spPr/>
    </dgm:pt>
    <dgm:pt modelId="{83A65B4B-A697-46D6-AF43-616BAD5A65C0}" type="pres">
      <dgm:prSet presAssocID="{48976718-E7EC-4726-BD30-21A1236ACB54}" presName="iconBgRect" presStyleLbl="bgShp" presStyleIdx="3" presStyleCnt="4"/>
      <dgm:spPr/>
    </dgm:pt>
    <dgm:pt modelId="{056F40AC-6BF8-4115-8226-44DA8C389E60}" type="pres">
      <dgm:prSet presAssocID="{48976718-E7EC-4726-BD30-21A1236ACB54}"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hat"/>
        </a:ext>
      </dgm:extLst>
    </dgm:pt>
    <dgm:pt modelId="{4270C07A-60FC-41F7-A5E4-13D1673A5B93}" type="pres">
      <dgm:prSet presAssocID="{48976718-E7EC-4726-BD30-21A1236ACB54}" presName="spaceRect" presStyleCnt="0"/>
      <dgm:spPr/>
    </dgm:pt>
    <dgm:pt modelId="{77B9CC27-4F91-4D8A-8E22-61340B9F7387}" type="pres">
      <dgm:prSet presAssocID="{48976718-E7EC-4726-BD30-21A1236ACB54}" presName="textRect" presStyleLbl="revTx" presStyleIdx="3" presStyleCnt="4">
        <dgm:presLayoutVars>
          <dgm:chMax val="1"/>
          <dgm:chPref val="1"/>
        </dgm:presLayoutVars>
      </dgm:prSet>
      <dgm:spPr/>
    </dgm:pt>
  </dgm:ptLst>
  <dgm:cxnLst>
    <dgm:cxn modelId="{3C56B83C-C6CB-4B3C-9AC2-A63E5A342BCD}" type="presOf" srcId="{4A7B8A17-7FBC-4511-88C5-9F3D39B098F4}" destId="{5C660660-A8AE-40B2-A866-3A30E2434CE4}" srcOrd="0" destOrd="0" presId="urn:microsoft.com/office/officeart/2018/5/layout/IconCircleLabelList"/>
    <dgm:cxn modelId="{97180D78-C2FA-4B05-80D0-EB1F44EA0F2E}" type="presOf" srcId="{9E30011C-7661-47EC-BDDB-AFB99885EFFB}" destId="{69B04442-8527-4D7E-803B-9C87904BF2CC}" srcOrd="0" destOrd="0" presId="urn:microsoft.com/office/officeart/2018/5/layout/IconCircleLabelList"/>
    <dgm:cxn modelId="{7CE4DF83-82F4-4A29-A959-2181230CA5A5}" type="presOf" srcId="{48976718-E7EC-4726-BD30-21A1236ACB54}" destId="{77B9CC27-4F91-4D8A-8E22-61340B9F7387}" srcOrd="0" destOrd="0" presId="urn:microsoft.com/office/officeart/2018/5/layout/IconCircleLabelList"/>
    <dgm:cxn modelId="{8E372E9F-E772-4017-9758-446D540BC8DF}" type="presOf" srcId="{5969CE15-8C7E-4CFE-B31C-A44EAC1194E7}" destId="{C8692003-5FE8-486B-A61D-3FEB70055B8D}" srcOrd="0" destOrd="0" presId="urn:microsoft.com/office/officeart/2018/5/layout/IconCircleLabelList"/>
    <dgm:cxn modelId="{C27E22A3-CB97-4386-A3ED-EE07EFB9EB16}" srcId="{4A7B8A17-7FBC-4511-88C5-9F3D39B098F4}" destId="{5969CE15-8C7E-4CFE-B31C-A44EAC1194E7}" srcOrd="2" destOrd="0" parTransId="{154183CB-5410-4139-9F11-566DA52289E2}" sibTransId="{6D35D621-B986-4D8B-BEF5-2F8097591BE4}"/>
    <dgm:cxn modelId="{8E7B3BA5-54FE-4447-A2EB-D271CA3C9B2B}" srcId="{4A7B8A17-7FBC-4511-88C5-9F3D39B098F4}" destId="{48976718-E7EC-4726-BD30-21A1236ACB54}" srcOrd="3" destOrd="0" parTransId="{DD4BF08E-5508-4AE2-8534-70EE0D1C3448}" sibTransId="{C3D9C3FD-1E05-4867-A1FB-60EFB71C17A9}"/>
    <dgm:cxn modelId="{14940FB5-88A6-4270-86DC-EC88BCCB49E0}" srcId="{4A7B8A17-7FBC-4511-88C5-9F3D39B098F4}" destId="{351131A0-3F8E-4C8D-BEE3-D111CA23D6A0}" srcOrd="0" destOrd="0" parTransId="{3D377F52-59D6-4794-8F6F-82614B304256}" sibTransId="{C5F7A478-6B05-41A4-A53B-F366D26992F3}"/>
    <dgm:cxn modelId="{456B08BB-9F20-4675-B5A4-29A2FD0C321A}" srcId="{4A7B8A17-7FBC-4511-88C5-9F3D39B098F4}" destId="{9E30011C-7661-47EC-BDDB-AFB99885EFFB}" srcOrd="1" destOrd="0" parTransId="{6A854EE0-EEDF-480E-A351-244289DE88A7}" sibTransId="{04E6039F-D8DB-4052-A29D-328957C1EB0C}"/>
    <dgm:cxn modelId="{D94EE7F5-92CA-4939-8B91-E1CE0223367B}" type="presOf" srcId="{351131A0-3F8E-4C8D-BEE3-D111CA23D6A0}" destId="{EC0FE975-7510-42EE-A331-56AEC998FE1F}" srcOrd="0" destOrd="0" presId="urn:microsoft.com/office/officeart/2018/5/layout/IconCircleLabelList"/>
    <dgm:cxn modelId="{5F35B0DC-7BC8-4221-BF1A-0F54739A3321}" type="presParOf" srcId="{5C660660-A8AE-40B2-A866-3A30E2434CE4}" destId="{856A869D-E0BA-46F6-87DC-3E0EA8A9FAAC}" srcOrd="0" destOrd="0" presId="urn:microsoft.com/office/officeart/2018/5/layout/IconCircleLabelList"/>
    <dgm:cxn modelId="{E0FDBF3F-EC11-4C63-9A43-1AD9B6C662DE}" type="presParOf" srcId="{856A869D-E0BA-46F6-87DC-3E0EA8A9FAAC}" destId="{376923AA-0AAA-4BBB-938C-B49A6DE07465}" srcOrd="0" destOrd="0" presId="urn:microsoft.com/office/officeart/2018/5/layout/IconCircleLabelList"/>
    <dgm:cxn modelId="{A9DC76CE-535F-4655-9912-5172A21823F5}" type="presParOf" srcId="{856A869D-E0BA-46F6-87DC-3E0EA8A9FAAC}" destId="{B532FBA0-8309-434A-AF86-C838861AB581}" srcOrd="1" destOrd="0" presId="urn:microsoft.com/office/officeart/2018/5/layout/IconCircleLabelList"/>
    <dgm:cxn modelId="{1EC8E9EB-BF1D-4F92-8ACD-5579370971BE}" type="presParOf" srcId="{856A869D-E0BA-46F6-87DC-3E0EA8A9FAAC}" destId="{CB43ADC6-9B4D-4365-AB49-71D14553676D}" srcOrd="2" destOrd="0" presId="urn:microsoft.com/office/officeart/2018/5/layout/IconCircleLabelList"/>
    <dgm:cxn modelId="{8B3B0658-01D7-4B14-A657-C4724F8C5158}" type="presParOf" srcId="{856A869D-E0BA-46F6-87DC-3E0EA8A9FAAC}" destId="{EC0FE975-7510-42EE-A331-56AEC998FE1F}" srcOrd="3" destOrd="0" presId="urn:microsoft.com/office/officeart/2018/5/layout/IconCircleLabelList"/>
    <dgm:cxn modelId="{B704E273-7BD2-4380-8F68-07E4AE58CD79}" type="presParOf" srcId="{5C660660-A8AE-40B2-A866-3A30E2434CE4}" destId="{DA094551-595B-46A1-88B4-A16362EFC615}" srcOrd="1" destOrd="0" presId="urn:microsoft.com/office/officeart/2018/5/layout/IconCircleLabelList"/>
    <dgm:cxn modelId="{9214699D-9208-4262-B66F-3D2B011D4F68}" type="presParOf" srcId="{5C660660-A8AE-40B2-A866-3A30E2434CE4}" destId="{31567CE9-F280-4AFF-B1A0-60AB4E669E4A}" srcOrd="2" destOrd="0" presId="urn:microsoft.com/office/officeart/2018/5/layout/IconCircleLabelList"/>
    <dgm:cxn modelId="{5D882591-6B4E-4F04-8FD9-5B08D4D39CC0}" type="presParOf" srcId="{31567CE9-F280-4AFF-B1A0-60AB4E669E4A}" destId="{E30A9B96-E95B-4097-8F81-382260648E23}" srcOrd="0" destOrd="0" presId="urn:microsoft.com/office/officeart/2018/5/layout/IconCircleLabelList"/>
    <dgm:cxn modelId="{8FB16249-7F9D-433A-8FAE-AEA1C0C08DCB}" type="presParOf" srcId="{31567CE9-F280-4AFF-B1A0-60AB4E669E4A}" destId="{01417418-A0EA-4118-8512-78E1A84CE4A2}" srcOrd="1" destOrd="0" presId="urn:microsoft.com/office/officeart/2018/5/layout/IconCircleLabelList"/>
    <dgm:cxn modelId="{84BDD3B9-6DCE-4912-93C2-8BC4F35C2B64}" type="presParOf" srcId="{31567CE9-F280-4AFF-B1A0-60AB4E669E4A}" destId="{2986E72E-A5A6-4712-B4C1-4A17942D8C0E}" srcOrd="2" destOrd="0" presId="urn:microsoft.com/office/officeart/2018/5/layout/IconCircleLabelList"/>
    <dgm:cxn modelId="{4E106A57-0305-437A-AB3E-E7EECC482513}" type="presParOf" srcId="{31567CE9-F280-4AFF-B1A0-60AB4E669E4A}" destId="{69B04442-8527-4D7E-803B-9C87904BF2CC}" srcOrd="3" destOrd="0" presId="urn:microsoft.com/office/officeart/2018/5/layout/IconCircleLabelList"/>
    <dgm:cxn modelId="{181B53C7-D4D9-4A10-A735-7EE111635B02}" type="presParOf" srcId="{5C660660-A8AE-40B2-A866-3A30E2434CE4}" destId="{1DFCB1DA-8E85-40D7-A0E9-77669521079A}" srcOrd="3" destOrd="0" presId="urn:microsoft.com/office/officeart/2018/5/layout/IconCircleLabelList"/>
    <dgm:cxn modelId="{5FFA15AB-36F7-4D61-AB75-8647BBDE780E}" type="presParOf" srcId="{5C660660-A8AE-40B2-A866-3A30E2434CE4}" destId="{257C15E9-8406-45B2-B483-DB0E77F376DC}" srcOrd="4" destOrd="0" presId="urn:microsoft.com/office/officeart/2018/5/layout/IconCircleLabelList"/>
    <dgm:cxn modelId="{756A4689-0F6B-41C7-AF5D-C09C7875FC0B}" type="presParOf" srcId="{257C15E9-8406-45B2-B483-DB0E77F376DC}" destId="{0EF040C7-0822-4BA4-9460-43BCF9F744FA}" srcOrd="0" destOrd="0" presId="urn:microsoft.com/office/officeart/2018/5/layout/IconCircleLabelList"/>
    <dgm:cxn modelId="{64E2BC6B-28DB-4FF2-9D38-08891854D108}" type="presParOf" srcId="{257C15E9-8406-45B2-B483-DB0E77F376DC}" destId="{7873F421-126C-4C37-9436-454FC532DB8E}" srcOrd="1" destOrd="0" presId="urn:microsoft.com/office/officeart/2018/5/layout/IconCircleLabelList"/>
    <dgm:cxn modelId="{0B893270-74D8-447C-B65A-8B84F8200572}" type="presParOf" srcId="{257C15E9-8406-45B2-B483-DB0E77F376DC}" destId="{E411AA42-6D4C-4CED-8E69-6241D18840D2}" srcOrd="2" destOrd="0" presId="urn:microsoft.com/office/officeart/2018/5/layout/IconCircleLabelList"/>
    <dgm:cxn modelId="{49632E7D-2776-43DB-94D9-B76D1C7AB654}" type="presParOf" srcId="{257C15E9-8406-45B2-B483-DB0E77F376DC}" destId="{C8692003-5FE8-486B-A61D-3FEB70055B8D}" srcOrd="3" destOrd="0" presId="urn:microsoft.com/office/officeart/2018/5/layout/IconCircleLabelList"/>
    <dgm:cxn modelId="{69B7DC30-B16E-4C99-8FF0-922000D10FE5}" type="presParOf" srcId="{5C660660-A8AE-40B2-A866-3A30E2434CE4}" destId="{556278C6-EBFF-4E72-88DD-198F07544241}" srcOrd="5" destOrd="0" presId="urn:microsoft.com/office/officeart/2018/5/layout/IconCircleLabelList"/>
    <dgm:cxn modelId="{FC3BF6E7-4971-400F-AA28-AE97E4E7F3ED}" type="presParOf" srcId="{5C660660-A8AE-40B2-A866-3A30E2434CE4}" destId="{DC252BED-1D65-471F-A59B-242F62367361}" srcOrd="6" destOrd="0" presId="urn:microsoft.com/office/officeart/2018/5/layout/IconCircleLabelList"/>
    <dgm:cxn modelId="{DC865C36-E7D4-4E01-A157-CDB0449ACA71}" type="presParOf" srcId="{DC252BED-1D65-471F-A59B-242F62367361}" destId="{83A65B4B-A697-46D6-AF43-616BAD5A65C0}" srcOrd="0" destOrd="0" presId="urn:microsoft.com/office/officeart/2018/5/layout/IconCircleLabelList"/>
    <dgm:cxn modelId="{86E300AD-4F29-40CE-898E-30B3788A2BF5}" type="presParOf" srcId="{DC252BED-1D65-471F-A59B-242F62367361}" destId="{056F40AC-6BF8-4115-8226-44DA8C389E60}" srcOrd="1" destOrd="0" presId="urn:microsoft.com/office/officeart/2018/5/layout/IconCircleLabelList"/>
    <dgm:cxn modelId="{11374682-C604-4C81-A79A-0BB381B309BA}" type="presParOf" srcId="{DC252BED-1D65-471F-A59B-242F62367361}" destId="{4270C07A-60FC-41F7-A5E4-13D1673A5B93}" srcOrd="2" destOrd="0" presId="urn:microsoft.com/office/officeart/2018/5/layout/IconCircleLabelList"/>
    <dgm:cxn modelId="{564F7AFA-6FEB-4360-80E8-947A4C5BB3B8}" type="presParOf" srcId="{DC252BED-1D65-471F-A59B-242F62367361}" destId="{77B9CC27-4F91-4D8A-8E22-61340B9F7387}"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70D282B-ACC6-4E36-B552-39CC0383272A}"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12FB2153-7C3C-4C91-88F2-07290E8FE524}">
      <dgm:prSet/>
      <dgm:spPr/>
      <dgm:t>
        <a:bodyPr/>
        <a:lstStyle/>
        <a:p>
          <a:pPr>
            <a:lnSpc>
              <a:spcPct val="100000"/>
            </a:lnSpc>
          </a:pPr>
          <a:r>
            <a:rPr lang="pt-BR" b="1" i="0" dirty="0"/>
            <a:t>Organização dos Dados:</a:t>
          </a:r>
          <a:r>
            <a:rPr lang="pt-BR" b="0" i="0" dirty="0"/>
            <a:t> Nos modelos relacionais, os dados são organizados em tabelas bidimensionais, enquanto nos bancos de dados multidimensionais, os dados são organizados em cubos multidimensionais, permitindo uma representação mais rica das relações entre os dados.</a:t>
          </a:r>
          <a:endParaRPr lang="en-US" dirty="0"/>
        </a:p>
      </dgm:t>
    </dgm:pt>
    <dgm:pt modelId="{7486D540-471F-47EC-AC30-6349C106F2FB}" type="parTrans" cxnId="{9FF90D59-D210-428B-B227-8F979A443463}">
      <dgm:prSet/>
      <dgm:spPr/>
      <dgm:t>
        <a:bodyPr/>
        <a:lstStyle/>
        <a:p>
          <a:endParaRPr lang="en-US"/>
        </a:p>
      </dgm:t>
    </dgm:pt>
    <dgm:pt modelId="{FBA6C764-C4D0-45AC-B1F8-7600B2AE776A}" type="sibTrans" cxnId="{9FF90D59-D210-428B-B227-8F979A443463}">
      <dgm:prSet/>
      <dgm:spPr/>
      <dgm:t>
        <a:bodyPr/>
        <a:lstStyle/>
        <a:p>
          <a:endParaRPr lang="en-US"/>
        </a:p>
      </dgm:t>
    </dgm:pt>
    <dgm:pt modelId="{E04E0EF8-BB25-4B70-80F4-E9F3478E6D23}">
      <dgm:prSet/>
      <dgm:spPr/>
      <dgm:t>
        <a:bodyPr/>
        <a:lstStyle/>
        <a:p>
          <a:pPr>
            <a:lnSpc>
              <a:spcPct val="100000"/>
            </a:lnSpc>
          </a:pPr>
          <a:r>
            <a:rPr lang="pt-BR" b="1" i="0"/>
            <a:t>Desempenho de Consultas:</a:t>
          </a:r>
          <a:r>
            <a:rPr lang="pt-BR" b="0" i="0"/>
            <a:t> Os bancos de dados multidimensionais são otimizados para consultas analíticas complexas, como agregações e análises de tendências ao longo de múltiplas dimensões. Em contraste, os modelos relacionais podem ser mais eficientes para consultas transacionais e operacionais.</a:t>
          </a:r>
          <a:endParaRPr lang="en-US"/>
        </a:p>
      </dgm:t>
    </dgm:pt>
    <dgm:pt modelId="{9D48AAAD-180E-4E1D-81E2-5F047098F8CC}" type="parTrans" cxnId="{195A6D37-9AF4-4526-9A60-585C527A16B1}">
      <dgm:prSet/>
      <dgm:spPr/>
      <dgm:t>
        <a:bodyPr/>
        <a:lstStyle/>
        <a:p>
          <a:endParaRPr lang="en-US"/>
        </a:p>
      </dgm:t>
    </dgm:pt>
    <dgm:pt modelId="{58D26626-D038-4979-98DB-44D722F869A0}" type="sibTrans" cxnId="{195A6D37-9AF4-4526-9A60-585C527A16B1}">
      <dgm:prSet/>
      <dgm:spPr/>
      <dgm:t>
        <a:bodyPr/>
        <a:lstStyle/>
        <a:p>
          <a:endParaRPr lang="en-US"/>
        </a:p>
      </dgm:t>
    </dgm:pt>
    <dgm:pt modelId="{7C16CD25-6375-40EE-9737-3C41B459237A}">
      <dgm:prSet/>
      <dgm:spPr/>
      <dgm:t>
        <a:bodyPr/>
        <a:lstStyle/>
        <a:p>
          <a:pPr>
            <a:lnSpc>
              <a:spcPct val="100000"/>
            </a:lnSpc>
          </a:pPr>
          <a:r>
            <a:rPr lang="pt-BR" b="1" i="0"/>
            <a:t>Flexibilidade Analítica:</a:t>
          </a:r>
          <a:r>
            <a:rPr lang="pt-BR" b="0" i="0"/>
            <a:t> Os bancos de dados multidimensionais oferecem uma flexibilidade analítica superior, permitindo que os usuários explorem os dados de diferentes perspectivas e realizem análises mais avançadas. Os modelos relacionais podem ser mais restritivos em termos de análises complexas.</a:t>
          </a:r>
          <a:endParaRPr lang="en-US"/>
        </a:p>
      </dgm:t>
    </dgm:pt>
    <dgm:pt modelId="{D951F90B-A101-47FD-8F9A-886D3688DB97}" type="parTrans" cxnId="{B35498BC-62D1-4ADC-900E-0C113AC9DFC8}">
      <dgm:prSet/>
      <dgm:spPr/>
      <dgm:t>
        <a:bodyPr/>
        <a:lstStyle/>
        <a:p>
          <a:endParaRPr lang="en-US"/>
        </a:p>
      </dgm:t>
    </dgm:pt>
    <dgm:pt modelId="{1B6BDB3D-4D4E-4DA4-A833-122FA29D70EE}" type="sibTrans" cxnId="{B35498BC-62D1-4ADC-900E-0C113AC9DFC8}">
      <dgm:prSet/>
      <dgm:spPr/>
      <dgm:t>
        <a:bodyPr/>
        <a:lstStyle/>
        <a:p>
          <a:endParaRPr lang="en-US"/>
        </a:p>
      </dgm:t>
    </dgm:pt>
    <dgm:pt modelId="{BA3AEE7C-6F6F-43FE-BA05-21C6FA7AA06B}" type="pres">
      <dgm:prSet presAssocID="{E70D282B-ACC6-4E36-B552-39CC0383272A}" presName="root" presStyleCnt="0">
        <dgm:presLayoutVars>
          <dgm:dir/>
          <dgm:resizeHandles val="exact"/>
        </dgm:presLayoutVars>
      </dgm:prSet>
      <dgm:spPr/>
    </dgm:pt>
    <dgm:pt modelId="{D8ED0B6F-BE49-4321-BF36-D717D6E7F903}" type="pres">
      <dgm:prSet presAssocID="{12FB2153-7C3C-4C91-88F2-07290E8FE524}" presName="compNode" presStyleCnt="0"/>
      <dgm:spPr/>
    </dgm:pt>
    <dgm:pt modelId="{4F0BF93B-887F-4F15-9095-EC4A907F2863}" type="pres">
      <dgm:prSet presAssocID="{12FB2153-7C3C-4C91-88F2-07290E8FE524}" presName="bgRect" presStyleLbl="bgShp" presStyleIdx="0" presStyleCnt="3"/>
      <dgm:spPr/>
    </dgm:pt>
    <dgm:pt modelId="{0EB2A134-987D-4459-9EB2-EA5797D470CD}" type="pres">
      <dgm:prSet presAssocID="{12FB2153-7C3C-4C91-88F2-07290E8FE524}"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Banco"/>
        </a:ext>
      </dgm:extLst>
    </dgm:pt>
    <dgm:pt modelId="{F31F0E2D-BB13-487A-830C-0F8A3485AD8A}" type="pres">
      <dgm:prSet presAssocID="{12FB2153-7C3C-4C91-88F2-07290E8FE524}" presName="spaceRect" presStyleCnt="0"/>
      <dgm:spPr/>
    </dgm:pt>
    <dgm:pt modelId="{63920A96-3075-4758-A60C-D0D591F16C45}" type="pres">
      <dgm:prSet presAssocID="{12FB2153-7C3C-4C91-88F2-07290E8FE524}" presName="parTx" presStyleLbl="revTx" presStyleIdx="0" presStyleCnt="3">
        <dgm:presLayoutVars>
          <dgm:chMax val="0"/>
          <dgm:chPref val="0"/>
        </dgm:presLayoutVars>
      </dgm:prSet>
      <dgm:spPr/>
    </dgm:pt>
    <dgm:pt modelId="{18195DFE-BE6E-46A1-AE49-8C7C70139F4C}" type="pres">
      <dgm:prSet presAssocID="{FBA6C764-C4D0-45AC-B1F8-7600B2AE776A}" presName="sibTrans" presStyleCnt="0"/>
      <dgm:spPr/>
    </dgm:pt>
    <dgm:pt modelId="{53408331-31CE-471B-A694-6873819E3758}" type="pres">
      <dgm:prSet presAssocID="{E04E0EF8-BB25-4B70-80F4-E9F3478E6D23}" presName="compNode" presStyleCnt="0"/>
      <dgm:spPr/>
    </dgm:pt>
    <dgm:pt modelId="{8E34643B-238D-4C7E-8D1E-81ACB6C6E1E7}" type="pres">
      <dgm:prSet presAssocID="{E04E0EF8-BB25-4B70-80F4-E9F3478E6D23}" presName="bgRect" presStyleLbl="bgShp" presStyleIdx="1" presStyleCnt="3"/>
      <dgm:spPr/>
    </dgm:pt>
    <dgm:pt modelId="{F8EED4FE-B6F5-4BAC-9D45-06F3B8B6592E}" type="pres">
      <dgm:prSet presAssocID="{E04E0EF8-BB25-4B70-80F4-E9F3478E6D23}"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Magnifying glass"/>
        </a:ext>
      </dgm:extLst>
    </dgm:pt>
    <dgm:pt modelId="{FF0B7CDC-D78E-4494-B608-636C03666896}" type="pres">
      <dgm:prSet presAssocID="{E04E0EF8-BB25-4B70-80F4-E9F3478E6D23}" presName="spaceRect" presStyleCnt="0"/>
      <dgm:spPr/>
    </dgm:pt>
    <dgm:pt modelId="{102226C0-7583-41BF-826C-0E55422E2BB3}" type="pres">
      <dgm:prSet presAssocID="{E04E0EF8-BB25-4B70-80F4-E9F3478E6D23}" presName="parTx" presStyleLbl="revTx" presStyleIdx="1" presStyleCnt="3">
        <dgm:presLayoutVars>
          <dgm:chMax val="0"/>
          <dgm:chPref val="0"/>
        </dgm:presLayoutVars>
      </dgm:prSet>
      <dgm:spPr/>
    </dgm:pt>
    <dgm:pt modelId="{F95960C5-222C-469C-BA2D-0BAA6B3E4ECF}" type="pres">
      <dgm:prSet presAssocID="{58D26626-D038-4979-98DB-44D722F869A0}" presName="sibTrans" presStyleCnt="0"/>
      <dgm:spPr/>
    </dgm:pt>
    <dgm:pt modelId="{68260F30-E9BE-4CD1-A179-66A095DDE30C}" type="pres">
      <dgm:prSet presAssocID="{7C16CD25-6375-40EE-9737-3C41B459237A}" presName="compNode" presStyleCnt="0"/>
      <dgm:spPr/>
    </dgm:pt>
    <dgm:pt modelId="{6233677D-075A-4210-A2F7-D86E0EE4ADD1}" type="pres">
      <dgm:prSet presAssocID="{7C16CD25-6375-40EE-9737-3C41B459237A}" presName="bgRect" presStyleLbl="bgShp" presStyleIdx="2" presStyleCnt="3"/>
      <dgm:spPr/>
    </dgm:pt>
    <dgm:pt modelId="{6236C508-6729-41C8-9DF3-60EF6D5F547F}" type="pres">
      <dgm:prSet presAssocID="{7C16CD25-6375-40EE-9737-3C41B459237A}"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Quadra"/>
        </a:ext>
      </dgm:extLst>
    </dgm:pt>
    <dgm:pt modelId="{8601EFA1-9FEE-4592-B9C1-19597737C73C}" type="pres">
      <dgm:prSet presAssocID="{7C16CD25-6375-40EE-9737-3C41B459237A}" presName="spaceRect" presStyleCnt="0"/>
      <dgm:spPr/>
    </dgm:pt>
    <dgm:pt modelId="{5A5405CA-4F7C-4E25-A806-06092A483CAD}" type="pres">
      <dgm:prSet presAssocID="{7C16CD25-6375-40EE-9737-3C41B459237A}" presName="parTx" presStyleLbl="revTx" presStyleIdx="2" presStyleCnt="3">
        <dgm:presLayoutVars>
          <dgm:chMax val="0"/>
          <dgm:chPref val="0"/>
        </dgm:presLayoutVars>
      </dgm:prSet>
      <dgm:spPr/>
    </dgm:pt>
  </dgm:ptLst>
  <dgm:cxnLst>
    <dgm:cxn modelId="{965FF931-A2A0-400A-A68B-4C160F13A05A}" type="presOf" srcId="{12FB2153-7C3C-4C91-88F2-07290E8FE524}" destId="{63920A96-3075-4758-A60C-D0D591F16C45}" srcOrd="0" destOrd="0" presId="urn:microsoft.com/office/officeart/2018/2/layout/IconVerticalSolidList"/>
    <dgm:cxn modelId="{195A6D37-9AF4-4526-9A60-585C527A16B1}" srcId="{E70D282B-ACC6-4E36-B552-39CC0383272A}" destId="{E04E0EF8-BB25-4B70-80F4-E9F3478E6D23}" srcOrd="1" destOrd="0" parTransId="{9D48AAAD-180E-4E1D-81E2-5F047098F8CC}" sibTransId="{58D26626-D038-4979-98DB-44D722F869A0}"/>
    <dgm:cxn modelId="{3874B16A-7C58-49B9-A880-303478C4EE99}" type="presOf" srcId="{7C16CD25-6375-40EE-9737-3C41B459237A}" destId="{5A5405CA-4F7C-4E25-A806-06092A483CAD}" srcOrd="0" destOrd="0" presId="urn:microsoft.com/office/officeart/2018/2/layout/IconVerticalSolidList"/>
    <dgm:cxn modelId="{9FF90D59-D210-428B-B227-8F979A443463}" srcId="{E70D282B-ACC6-4E36-B552-39CC0383272A}" destId="{12FB2153-7C3C-4C91-88F2-07290E8FE524}" srcOrd="0" destOrd="0" parTransId="{7486D540-471F-47EC-AC30-6349C106F2FB}" sibTransId="{FBA6C764-C4D0-45AC-B1F8-7600B2AE776A}"/>
    <dgm:cxn modelId="{90B7228B-E4FF-433B-87E1-7A48C25B8DD7}" type="presOf" srcId="{E70D282B-ACC6-4E36-B552-39CC0383272A}" destId="{BA3AEE7C-6F6F-43FE-BA05-21C6FA7AA06B}" srcOrd="0" destOrd="0" presId="urn:microsoft.com/office/officeart/2018/2/layout/IconVerticalSolidList"/>
    <dgm:cxn modelId="{B35498BC-62D1-4ADC-900E-0C113AC9DFC8}" srcId="{E70D282B-ACC6-4E36-B552-39CC0383272A}" destId="{7C16CD25-6375-40EE-9737-3C41B459237A}" srcOrd="2" destOrd="0" parTransId="{D951F90B-A101-47FD-8F9A-886D3688DB97}" sibTransId="{1B6BDB3D-4D4E-4DA4-A833-122FA29D70EE}"/>
    <dgm:cxn modelId="{CA991AFB-014E-4DFB-8292-D08309CAB4AA}" type="presOf" srcId="{E04E0EF8-BB25-4B70-80F4-E9F3478E6D23}" destId="{102226C0-7583-41BF-826C-0E55422E2BB3}" srcOrd="0" destOrd="0" presId="urn:microsoft.com/office/officeart/2018/2/layout/IconVerticalSolidList"/>
    <dgm:cxn modelId="{395E407F-3B24-44C3-85F6-54ABE3A6916B}" type="presParOf" srcId="{BA3AEE7C-6F6F-43FE-BA05-21C6FA7AA06B}" destId="{D8ED0B6F-BE49-4321-BF36-D717D6E7F903}" srcOrd="0" destOrd="0" presId="urn:microsoft.com/office/officeart/2018/2/layout/IconVerticalSolidList"/>
    <dgm:cxn modelId="{AE40F1E0-0816-476D-8953-B44106ABC03A}" type="presParOf" srcId="{D8ED0B6F-BE49-4321-BF36-D717D6E7F903}" destId="{4F0BF93B-887F-4F15-9095-EC4A907F2863}" srcOrd="0" destOrd="0" presId="urn:microsoft.com/office/officeart/2018/2/layout/IconVerticalSolidList"/>
    <dgm:cxn modelId="{E6358388-286C-41E1-953F-6DC3E5491FD4}" type="presParOf" srcId="{D8ED0B6F-BE49-4321-BF36-D717D6E7F903}" destId="{0EB2A134-987D-4459-9EB2-EA5797D470CD}" srcOrd="1" destOrd="0" presId="urn:microsoft.com/office/officeart/2018/2/layout/IconVerticalSolidList"/>
    <dgm:cxn modelId="{F9B77A02-4A9C-472F-A2F2-D4D4E2FC5397}" type="presParOf" srcId="{D8ED0B6F-BE49-4321-BF36-D717D6E7F903}" destId="{F31F0E2D-BB13-487A-830C-0F8A3485AD8A}" srcOrd="2" destOrd="0" presId="urn:microsoft.com/office/officeart/2018/2/layout/IconVerticalSolidList"/>
    <dgm:cxn modelId="{E37243E2-4144-486F-83B4-C633764BD384}" type="presParOf" srcId="{D8ED0B6F-BE49-4321-BF36-D717D6E7F903}" destId="{63920A96-3075-4758-A60C-D0D591F16C45}" srcOrd="3" destOrd="0" presId="urn:microsoft.com/office/officeart/2018/2/layout/IconVerticalSolidList"/>
    <dgm:cxn modelId="{283378A8-49B7-45F2-AB0A-2A3FA873FA18}" type="presParOf" srcId="{BA3AEE7C-6F6F-43FE-BA05-21C6FA7AA06B}" destId="{18195DFE-BE6E-46A1-AE49-8C7C70139F4C}" srcOrd="1" destOrd="0" presId="urn:microsoft.com/office/officeart/2018/2/layout/IconVerticalSolidList"/>
    <dgm:cxn modelId="{68D34725-E343-4510-8134-70EA2CE94E9E}" type="presParOf" srcId="{BA3AEE7C-6F6F-43FE-BA05-21C6FA7AA06B}" destId="{53408331-31CE-471B-A694-6873819E3758}" srcOrd="2" destOrd="0" presId="urn:microsoft.com/office/officeart/2018/2/layout/IconVerticalSolidList"/>
    <dgm:cxn modelId="{C48B6F46-4C56-4022-B237-48BB39BFC057}" type="presParOf" srcId="{53408331-31CE-471B-A694-6873819E3758}" destId="{8E34643B-238D-4C7E-8D1E-81ACB6C6E1E7}" srcOrd="0" destOrd="0" presId="urn:microsoft.com/office/officeart/2018/2/layout/IconVerticalSolidList"/>
    <dgm:cxn modelId="{624ABAD9-24DA-4C28-AF1B-44613C115A1A}" type="presParOf" srcId="{53408331-31CE-471B-A694-6873819E3758}" destId="{F8EED4FE-B6F5-4BAC-9D45-06F3B8B6592E}" srcOrd="1" destOrd="0" presId="urn:microsoft.com/office/officeart/2018/2/layout/IconVerticalSolidList"/>
    <dgm:cxn modelId="{CB3C3FDD-F00F-40A6-845D-2930988FFC5B}" type="presParOf" srcId="{53408331-31CE-471B-A694-6873819E3758}" destId="{FF0B7CDC-D78E-4494-B608-636C03666896}" srcOrd="2" destOrd="0" presId="urn:microsoft.com/office/officeart/2018/2/layout/IconVerticalSolidList"/>
    <dgm:cxn modelId="{556E7C6D-B2C4-46CF-B120-E4B346C928CE}" type="presParOf" srcId="{53408331-31CE-471B-A694-6873819E3758}" destId="{102226C0-7583-41BF-826C-0E55422E2BB3}" srcOrd="3" destOrd="0" presId="urn:microsoft.com/office/officeart/2018/2/layout/IconVerticalSolidList"/>
    <dgm:cxn modelId="{7D5B7AB5-0AA1-4554-A164-BA1781FFBEBD}" type="presParOf" srcId="{BA3AEE7C-6F6F-43FE-BA05-21C6FA7AA06B}" destId="{F95960C5-222C-469C-BA2D-0BAA6B3E4ECF}" srcOrd="3" destOrd="0" presId="urn:microsoft.com/office/officeart/2018/2/layout/IconVerticalSolidList"/>
    <dgm:cxn modelId="{C96551C4-1AD0-4E99-ABAC-DABAA00091B8}" type="presParOf" srcId="{BA3AEE7C-6F6F-43FE-BA05-21C6FA7AA06B}" destId="{68260F30-E9BE-4CD1-A179-66A095DDE30C}" srcOrd="4" destOrd="0" presId="urn:microsoft.com/office/officeart/2018/2/layout/IconVerticalSolidList"/>
    <dgm:cxn modelId="{C3B3611F-EE64-40FC-8954-B6A93B45D86D}" type="presParOf" srcId="{68260F30-E9BE-4CD1-A179-66A095DDE30C}" destId="{6233677D-075A-4210-A2F7-D86E0EE4ADD1}" srcOrd="0" destOrd="0" presId="urn:microsoft.com/office/officeart/2018/2/layout/IconVerticalSolidList"/>
    <dgm:cxn modelId="{8830ABD5-788D-479B-B0F6-8797D1433367}" type="presParOf" srcId="{68260F30-E9BE-4CD1-A179-66A095DDE30C}" destId="{6236C508-6729-41C8-9DF3-60EF6D5F547F}" srcOrd="1" destOrd="0" presId="urn:microsoft.com/office/officeart/2018/2/layout/IconVerticalSolidList"/>
    <dgm:cxn modelId="{FA6C6447-1D7A-49FE-AB53-7D2C04949C77}" type="presParOf" srcId="{68260F30-E9BE-4CD1-A179-66A095DDE30C}" destId="{8601EFA1-9FEE-4592-B9C1-19597737C73C}" srcOrd="2" destOrd="0" presId="urn:microsoft.com/office/officeart/2018/2/layout/IconVerticalSolidList"/>
    <dgm:cxn modelId="{EE4FA304-7B83-4DF9-900B-B958D5724E40}" type="presParOf" srcId="{68260F30-E9BE-4CD1-A179-66A095DDE30C}" destId="{5A5405CA-4F7C-4E25-A806-06092A483CAD}"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4888E21-789D-47F8-9020-250337E4E7C2}"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5383CED6-AF08-4E41-80CD-18F13F5180C0}">
      <dgm:prSet custT="1"/>
      <dgm:spPr/>
      <dgm:t>
        <a:bodyPr/>
        <a:lstStyle/>
        <a:p>
          <a:pPr>
            <a:lnSpc>
              <a:spcPct val="100000"/>
            </a:lnSpc>
          </a:pPr>
          <a:r>
            <a:rPr lang="pt-BR" sz="1300" b="1" i="0" dirty="0"/>
            <a:t>Fatos:</a:t>
          </a:r>
          <a:r>
            <a:rPr lang="pt-BR" sz="1300" b="0" i="0" dirty="0"/>
            <a:t> São as medidas numéricas que queremos analisar em relação às dimensões. Eles representam os dados que queremos agregar, somar, contar ou calcular de alguma forma. Fatos geralmente são valores quantitativos que podem ser agregados, como vendas, lucros, quantidade de itens vendidos, etc.</a:t>
          </a:r>
          <a:endParaRPr lang="en-US" sz="1300" dirty="0"/>
        </a:p>
      </dgm:t>
    </dgm:pt>
    <dgm:pt modelId="{4FDBF4E5-42BE-4D62-BF42-ADAFA91099FB}" type="parTrans" cxnId="{539ADA39-6A46-489A-9B82-93961708AE0C}">
      <dgm:prSet/>
      <dgm:spPr/>
      <dgm:t>
        <a:bodyPr/>
        <a:lstStyle/>
        <a:p>
          <a:endParaRPr lang="en-US" sz="1300"/>
        </a:p>
      </dgm:t>
    </dgm:pt>
    <dgm:pt modelId="{ED6FDADB-0486-412B-A9C1-6E17B7A1536A}" type="sibTrans" cxnId="{539ADA39-6A46-489A-9B82-93961708AE0C}">
      <dgm:prSet/>
      <dgm:spPr/>
      <dgm:t>
        <a:bodyPr/>
        <a:lstStyle/>
        <a:p>
          <a:endParaRPr lang="en-US" sz="1300"/>
        </a:p>
      </dgm:t>
    </dgm:pt>
    <dgm:pt modelId="{C42132D2-E754-453B-8CC0-3DEF7C8F3C97}">
      <dgm:prSet custT="1"/>
      <dgm:spPr/>
      <dgm:t>
        <a:bodyPr/>
        <a:lstStyle/>
        <a:p>
          <a:pPr>
            <a:lnSpc>
              <a:spcPct val="100000"/>
            </a:lnSpc>
          </a:pPr>
          <a:r>
            <a:rPr lang="pt-BR" sz="1300" b="1" i="0"/>
            <a:t>Dimensões:</a:t>
          </a:r>
          <a:r>
            <a:rPr lang="pt-BR" sz="1300" b="0" i="0"/>
            <a:t> São os elementos pelos quais queremos analisar os dados. Elas representam os aspectos ou características dos dados que são de interesse para a análise. Dimensões geralmente descrevem quem, o quê, onde, quando, e assim por diante. Por exemplo, em uma tabela de vendas, as dimensões podem incluir o produto vendido, o cliente que comprou, o local da venda, a data da transação, etc.</a:t>
          </a:r>
          <a:endParaRPr lang="en-US" sz="1300" dirty="0"/>
        </a:p>
      </dgm:t>
    </dgm:pt>
    <dgm:pt modelId="{14B67722-04DB-4502-87FC-9990B156D091}" type="parTrans" cxnId="{34889B93-1850-4BF9-B7BD-30D0EF4E473E}">
      <dgm:prSet/>
      <dgm:spPr/>
      <dgm:t>
        <a:bodyPr/>
        <a:lstStyle/>
        <a:p>
          <a:endParaRPr lang="pt-BR"/>
        </a:p>
      </dgm:t>
    </dgm:pt>
    <dgm:pt modelId="{06812540-85AC-4A60-B095-F6FDA09317F1}" type="sibTrans" cxnId="{34889B93-1850-4BF9-B7BD-30D0EF4E473E}">
      <dgm:prSet/>
      <dgm:spPr/>
      <dgm:t>
        <a:bodyPr/>
        <a:lstStyle/>
        <a:p>
          <a:endParaRPr lang="pt-BR"/>
        </a:p>
      </dgm:t>
    </dgm:pt>
    <dgm:pt modelId="{6AEBE789-B731-4F8D-B96D-2B135B6C449C}" type="pres">
      <dgm:prSet presAssocID="{F4888E21-789D-47F8-9020-250337E4E7C2}" presName="root" presStyleCnt="0">
        <dgm:presLayoutVars>
          <dgm:dir/>
          <dgm:resizeHandles val="exact"/>
        </dgm:presLayoutVars>
      </dgm:prSet>
      <dgm:spPr/>
    </dgm:pt>
    <dgm:pt modelId="{4F605D84-28BA-4B75-94ED-5821126D70B7}" type="pres">
      <dgm:prSet presAssocID="{5383CED6-AF08-4E41-80CD-18F13F5180C0}" presName="compNode" presStyleCnt="0"/>
      <dgm:spPr/>
    </dgm:pt>
    <dgm:pt modelId="{BB15DB1D-0F2A-4E73-B63E-4797B71B61C8}" type="pres">
      <dgm:prSet presAssocID="{5383CED6-AF08-4E41-80CD-18F13F5180C0}" presName="bgRect" presStyleLbl="bgShp" presStyleIdx="0" presStyleCnt="2"/>
      <dgm:spPr/>
    </dgm:pt>
    <dgm:pt modelId="{EB00DBCD-3AB0-4C6C-B373-F6E4CDD18358}" type="pres">
      <dgm:prSet presAssocID="{5383CED6-AF08-4E41-80CD-18F13F5180C0}" presName="iconRect" presStyleLbl="node1" presStyleIdx="0" presStyleCnt="2"/>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Check-In com preenchimento sólido"/>
        </a:ext>
      </dgm:extLst>
    </dgm:pt>
    <dgm:pt modelId="{7DDE5919-A471-4A70-853B-76BE31009F64}" type="pres">
      <dgm:prSet presAssocID="{5383CED6-AF08-4E41-80CD-18F13F5180C0}" presName="spaceRect" presStyleCnt="0"/>
      <dgm:spPr/>
    </dgm:pt>
    <dgm:pt modelId="{AF923E04-2397-4368-B80F-A7A5870CA837}" type="pres">
      <dgm:prSet presAssocID="{5383CED6-AF08-4E41-80CD-18F13F5180C0}" presName="parTx" presStyleLbl="revTx" presStyleIdx="0" presStyleCnt="2">
        <dgm:presLayoutVars>
          <dgm:chMax val="0"/>
          <dgm:chPref val="0"/>
        </dgm:presLayoutVars>
      </dgm:prSet>
      <dgm:spPr/>
    </dgm:pt>
    <dgm:pt modelId="{574E76EA-E95D-4A9C-BE3F-A94B5621D016}" type="pres">
      <dgm:prSet presAssocID="{ED6FDADB-0486-412B-A9C1-6E17B7A1536A}" presName="sibTrans" presStyleCnt="0"/>
      <dgm:spPr/>
    </dgm:pt>
    <dgm:pt modelId="{2DB7904B-0AFB-4C7D-9088-E42B230BC8C7}" type="pres">
      <dgm:prSet presAssocID="{C42132D2-E754-453B-8CC0-3DEF7C8F3C97}" presName="compNode" presStyleCnt="0"/>
      <dgm:spPr/>
    </dgm:pt>
    <dgm:pt modelId="{6443CDF2-AD4E-4CC2-A650-4C6CF3618F1F}" type="pres">
      <dgm:prSet presAssocID="{C42132D2-E754-453B-8CC0-3DEF7C8F3C97}" presName="bgRect" presStyleLbl="bgShp" presStyleIdx="1" presStyleCnt="2"/>
      <dgm:spPr/>
    </dgm:pt>
    <dgm:pt modelId="{14DA010D-AA41-429F-A55A-EC179B177E6A}" type="pres">
      <dgm:prSet presAssocID="{C42132D2-E754-453B-8CC0-3DEF7C8F3C97}" presName="iconRect" presStyleLbl="node1" presStyleIdx="1" presStyleCnt="2"/>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Banco de dados com preenchimento sólido"/>
        </a:ext>
      </dgm:extLst>
    </dgm:pt>
    <dgm:pt modelId="{930CFFDB-230B-4FCD-964D-1CE3F914EEDE}" type="pres">
      <dgm:prSet presAssocID="{C42132D2-E754-453B-8CC0-3DEF7C8F3C97}" presName="spaceRect" presStyleCnt="0"/>
      <dgm:spPr/>
    </dgm:pt>
    <dgm:pt modelId="{E26E123C-C0A3-4FD0-AFFF-BB5A0F9EA39E}" type="pres">
      <dgm:prSet presAssocID="{C42132D2-E754-453B-8CC0-3DEF7C8F3C97}" presName="parTx" presStyleLbl="revTx" presStyleIdx="1" presStyleCnt="2">
        <dgm:presLayoutVars>
          <dgm:chMax val="0"/>
          <dgm:chPref val="0"/>
        </dgm:presLayoutVars>
      </dgm:prSet>
      <dgm:spPr/>
    </dgm:pt>
  </dgm:ptLst>
  <dgm:cxnLst>
    <dgm:cxn modelId="{539ADA39-6A46-489A-9B82-93961708AE0C}" srcId="{F4888E21-789D-47F8-9020-250337E4E7C2}" destId="{5383CED6-AF08-4E41-80CD-18F13F5180C0}" srcOrd="0" destOrd="0" parTransId="{4FDBF4E5-42BE-4D62-BF42-ADAFA91099FB}" sibTransId="{ED6FDADB-0486-412B-A9C1-6E17B7A1536A}"/>
    <dgm:cxn modelId="{34889B93-1850-4BF9-B7BD-30D0EF4E473E}" srcId="{F4888E21-789D-47F8-9020-250337E4E7C2}" destId="{C42132D2-E754-453B-8CC0-3DEF7C8F3C97}" srcOrd="1" destOrd="0" parTransId="{14B67722-04DB-4502-87FC-9990B156D091}" sibTransId="{06812540-85AC-4A60-B095-F6FDA09317F1}"/>
    <dgm:cxn modelId="{088A7DC7-5BFF-43C0-BEFA-998928EE396E}" type="presOf" srcId="{F4888E21-789D-47F8-9020-250337E4E7C2}" destId="{6AEBE789-B731-4F8D-B96D-2B135B6C449C}" srcOrd="0" destOrd="0" presId="urn:microsoft.com/office/officeart/2018/2/layout/IconVerticalSolidList"/>
    <dgm:cxn modelId="{ED93F1E7-EF43-435E-9F35-9548DBC38453}" type="presOf" srcId="{5383CED6-AF08-4E41-80CD-18F13F5180C0}" destId="{AF923E04-2397-4368-B80F-A7A5870CA837}" srcOrd="0" destOrd="0" presId="urn:microsoft.com/office/officeart/2018/2/layout/IconVerticalSolidList"/>
    <dgm:cxn modelId="{91DAC7F4-4DC3-480A-A47A-B327DF431625}" type="presOf" srcId="{C42132D2-E754-453B-8CC0-3DEF7C8F3C97}" destId="{E26E123C-C0A3-4FD0-AFFF-BB5A0F9EA39E}" srcOrd="0" destOrd="0" presId="urn:microsoft.com/office/officeart/2018/2/layout/IconVerticalSolidList"/>
    <dgm:cxn modelId="{26683CE3-8A14-456A-AF1E-3219BEC0EB7D}" type="presParOf" srcId="{6AEBE789-B731-4F8D-B96D-2B135B6C449C}" destId="{4F605D84-28BA-4B75-94ED-5821126D70B7}" srcOrd="0" destOrd="0" presId="urn:microsoft.com/office/officeart/2018/2/layout/IconVerticalSolidList"/>
    <dgm:cxn modelId="{EA00B311-C58E-4A10-B79F-33FF5E38EB62}" type="presParOf" srcId="{4F605D84-28BA-4B75-94ED-5821126D70B7}" destId="{BB15DB1D-0F2A-4E73-B63E-4797B71B61C8}" srcOrd="0" destOrd="0" presId="urn:microsoft.com/office/officeart/2018/2/layout/IconVerticalSolidList"/>
    <dgm:cxn modelId="{13F4207B-9FEE-45C2-BD51-DF147C471861}" type="presParOf" srcId="{4F605D84-28BA-4B75-94ED-5821126D70B7}" destId="{EB00DBCD-3AB0-4C6C-B373-F6E4CDD18358}" srcOrd="1" destOrd="0" presId="urn:microsoft.com/office/officeart/2018/2/layout/IconVerticalSolidList"/>
    <dgm:cxn modelId="{9D159C2B-BF1D-4DF4-BC6A-D77790B3DD63}" type="presParOf" srcId="{4F605D84-28BA-4B75-94ED-5821126D70B7}" destId="{7DDE5919-A471-4A70-853B-76BE31009F64}" srcOrd="2" destOrd="0" presId="urn:microsoft.com/office/officeart/2018/2/layout/IconVerticalSolidList"/>
    <dgm:cxn modelId="{9511E086-520D-43DB-A616-55710B36C4E5}" type="presParOf" srcId="{4F605D84-28BA-4B75-94ED-5821126D70B7}" destId="{AF923E04-2397-4368-B80F-A7A5870CA837}" srcOrd="3" destOrd="0" presId="urn:microsoft.com/office/officeart/2018/2/layout/IconVerticalSolidList"/>
    <dgm:cxn modelId="{22B6E20A-B796-461B-A442-3F47B9C4E098}" type="presParOf" srcId="{6AEBE789-B731-4F8D-B96D-2B135B6C449C}" destId="{574E76EA-E95D-4A9C-BE3F-A94B5621D016}" srcOrd="1" destOrd="0" presId="urn:microsoft.com/office/officeart/2018/2/layout/IconVerticalSolidList"/>
    <dgm:cxn modelId="{6A2B3A29-F795-4472-B9A2-039B090751B5}" type="presParOf" srcId="{6AEBE789-B731-4F8D-B96D-2B135B6C449C}" destId="{2DB7904B-0AFB-4C7D-9088-E42B230BC8C7}" srcOrd="2" destOrd="0" presId="urn:microsoft.com/office/officeart/2018/2/layout/IconVerticalSolidList"/>
    <dgm:cxn modelId="{F42C85FB-99E0-4390-9B89-0F6AC2E6F773}" type="presParOf" srcId="{2DB7904B-0AFB-4C7D-9088-E42B230BC8C7}" destId="{6443CDF2-AD4E-4CC2-A650-4C6CF3618F1F}" srcOrd="0" destOrd="0" presId="urn:microsoft.com/office/officeart/2018/2/layout/IconVerticalSolidList"/>
    <dgm:cxn modelId="{E38BDC8B-82C0-4028-97A6-E5D0CD82B28C}" type="presParOf" srcId="{2DB7904B-0AFB-4C7D-9088-E42B230BC8C7}" destId="{14DA010D-AA41-429F-A55A-EC179B177E6A}" srcOrd="1" destOrd="0" presId="urn:microsoft.com/office/officeart/2018/2/layout/IconVerticalSolidList"/>
    <dgm:cxn modelId="{48D1456A-3EC6-476D-BE2A-72FAA74A0309}" type="presParOf" srcId="{2DB7904B-0AFB-4C7D-9088-E42B230BC8C7}" destId="{930CFFDB-230B-4FCD-964D-1CE3F914EEDE}" srcOrd="2" destOrd="0" presId="urn:microsoft.com/office/officeart/2018/2/layout/IconVerticalSolidList"/>
    <dgm:cxn modelId="{BD797654-A9FD-429B-8F7D-EB11F378D710}" type="presParOf" srcId="{2DB7904B-0AFB-4C7D-9088-E42B230BC8C7}" destId="{E26E123C-C0A3-4FD0-AFFF-BB5A0F9EA39E}"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2F20E9F-D493-4F30-B820-460CD841A600}" type="doc">
      <dgm:prSet loTypeId="urn:microsoft.com/office/officeart/2018/2/layout/IconLabelDescriptionList" loCatId="icon" qsTypeId="urn:microsoft.com/office/officeart/2005/8/quickstyle/simple1" qsCatId="simple" csTypeId="urn:microsoft.com/office/officeart/2005/8/colors/accent1_2" csCatId="accent1" phldr="1"/>
      <dgm:spPr/>
      <dgm:t>
        <a:bodyPr/>
        <a:lstStyle/>
        <a:p>
          <a:endParaRPr lang="en-US"/>
        </a:p>
      </dgm:t>
    </dgm:pt>
    <dgm:pt modelId="{E971F97D-66FD-4820-AD19-C2B25A561559}">
      <dgm:prSet/>
      <dgm:spPr/>
      <dgm:t>
        <a:bodyPr/>
        <a:lstStyle/>
        <a:p>
          <a:pPr>
            <a:lnSpc>
              <a:spcPct val="100000"/>
            </a:lnSpc>
            <a:defRPr b="1"/>
          </a:pPr>
          <a:r>
            <a:rPr lang="pt-BR"/>
            <a:t>A tabela fato é a principal tabela do Data Warehouse, ela vai conectar nas dimensões.</a:t>
          </a:r>
          <a:endParaRPr lang="en-US"/>
        </a:p>
      </dgm:t>
    </dgm:pt>
    <dgm:pt modelId="{C41766A3-7DC1-4182-AD56-7368546A7A6D}" type="parTrans" cxnId="{395D5605-DB43-4087-9EE2-871F26E37D55}">
      <dgm:prSet/>
      <dgm:spPr/>
      <dgm:t>
        <a:bodyPr/>
        <a:lstStyle/>
        <a:p>
          <a:endParaRPr lang="en-US"/>
        </a:p>
      </dgm:t>
    </dgm:pt>
    <dgm:pt modelId="{F265A1DA-FBA5-4FF0-AC00-5BCEE1347B84}" type="sibTrans" cxnId="{395D5605-DB43-4087-9EE2-871F26E37D55}">
      <dgm:prSet/>
      <dgm:spPr/>
      <dgm:t>
        <a:bodyPr/>
        <a:lstStyle/>
        <a:p>
          <a:endParaRPr lang="en-US"/>
        </a:p>
      </dgm:t>
    </dgm:pt>
    <dgm:pt modelId="{DC4ECB98-C0ED-4550-9348-1288A9D8C1E8}">
      <dgm:prSet/>
      <dgm:spPr/>
      <dgm:t>
        <a:bodyPr/>
        <a:lstStyle/>
        <a:p>
          <a:pPr>
            <a:lnSpc>
              <a:spcPct val="100000"/>
            </a:lnSpc>
          </a:pPr>
          <a:r>
            <a:rPr lang="pt-BR" dirty="0"/>
            <a:t>as </a:t>
          </a:r>
          <a:r>
            <a:rPr lang="pt-BR" b="1" dirty="0"/>
            <a:t>métricas</a:t>
          </a:r>
          <a:r>
            <a:rPr lang="pt-BR" dirty="0"/>
            <a:t>, que são os fatos propriamente ditos;</a:t>
          </a:r>
          <a:endParaRPr lang="en-US" dirty="0"/>
        </a:p>
      </dgm:t>
    </dgm:pt>
    <dgm:pt modelId="{9599F87D-6DBC-48B7-8B93-ED4CAF07B4BA}" type="parTrans" cxnId="{752CEF50-1065-43CC-BB36-2842E062D94E}">
      <dgm:prSet/>
      <dgm:spPr/>
      <dgm:t>
        <a:bodyPr/>
        <a:lstStyle/>
        <a:p>
          <a:endParaRPr lang="en-US"/>
        </a:p>
      </dgm:t>
    </dgm:pt>
    <dgm:pt modelId="{051E38FD-1E65-43B3-8B90-5B1661546984}" type="sibTrans" cxnId="{752CEF50-1065-43CC-BB36-2842E062D94E}">
      <dgm:prSet/>
      <dgm:spPr/>
      <dgm:t>
        <a:bodyPr/>
        <a:lstStyle/>
        <a:p>
          <a:endParaRPr lang="en-US"/>
        </a:p>
      </dgm:t>
    </dgm:pt>
    <dgm:pt modelId="{5950DFE0-F926-4F75-8E18-C2F81BED348F}">
      <dgm:prSet/>
      <dgm:spPr/>
      <dgm:t>
        <a:bodyPr/>
        <a:lstStyle/>
        <a:p>
          <a:pPr>
            <a:lnSpc>
              <a:spcPct val="100000"/>
            </a:lnSpc>
          </a:pPr>
          <a:r>
            <a:rPr lang="pt-BR"/>
            <a:t>e as </a:t>
          </a:r>
          <a:r>
            <a:rPr lang="pt-BR" b="1"/>
            <a:t>foreign keys</a:t>
          </a:r>
          <a:r>
            <a:rPr lang="pt-BR"/>
            <a:t>, chaves que servem para ligar os dados das dimensões com a fato.</a:t>
          </a:r>
          <a:endParaRPr lang="en-US"/>
        </a:p>
      </dgm:t>
    </dgm:pt>
    <dgm:pt modelId="{5D7EC17F-14A0-49DD-AD98-B3EBF509B962}" type="parTrans" cxnId="{524968C4-BDA9-4151-8DC4-4E56E2F3EAA5}">
      <dgm:prSet/>
      <dgm:spPr/>
      <dgm:t>
        <a:bodyPr/>
        <a:lstStyle/>
        <a:p>
          <a:endParaRPr lang="en-US"/>
        </a:p>
      </dgm:t>
    </dgm:pt>
    <dgm:pt modelId="{A4F5F203-71B0-42A9-A165-03A8FF0E59B4}" type="sibTrans" cxnId="{524968C4-BDA9-4151-8DC4-4E56E2F3EAA5}">
      <dgm:prSet/>
      <dgm:spPr/>
      <dgm:t>
        <a:bodyPr/>
        <a:lstStyle/>
        <a:p>
          <a:endParaRPr lang="en-US"/>
        </a:p>
      </dgm:t>
    </dgm:pt>
    <dgm:pt modelId="{F26434B3-9B0A-4CD9-819A-3DFCF64CD711}">
      <dgm:prSet/>
      <dgm:spPr/>
      <dgm:t>
        <a:bodyPr/>
        <a:lstStyle/>
        <a:p>
          <a:pPr>
            <a:lnSpc>
              <a:spcPct val="100000"/>
            </a:lnSpc>
            <a:defRPr b="1"/>
          </a:pPr>
          <a:r>
            <a:rPr lang="pt-BR"/>
            <a:t>A Fato armazena as medições necessárias para avaliar o assunto pretendido. </a:t>
          </a:r>
          <a:endParaRPr lang="en-US"/>
        </a:p>
      </dgm:t>
    </dgm:pt>
    <dgm:pt modelId="{0031BFB7-5FFE-407F-84FF-E6D316773FFE}" type="parTrans" cxnId="{4AA55CF4-52AE-43B9-B2BD-C2074AC0F524}">
      <dgm:prSet/>
      <dgm:spPr/>
      <dgm:t>
        <a:bodyPr/>
        <a:lstStyle/>
        <a:p>
          <a:endParaRPr lang="en-US"/>
        </a:p>
      </dgm:t>
    </dgm:pt>
    <dgm:pt modelId="{2D9C869D-BFDB-4AD9-BAC7-04C41DB0327F}" type="sibTrans" cxnId="{4AA55CF4-52AE-43B9-B2BD-C2074AC0F524}">
      <dgm:prSet/>
      <dgm:spPr/>
      <dgm:t>
        <a:bodyPr/>
        <a:lstStyle/>
        <a:p>
          <a:endParaRPr lang="en-US"/>
        </a:p>
      </dgm:t>
    </dgm:pt>
    <dgm:pt modelId="{BCBBAD8A-C023-41A9-9263-1543A4A68E47}">
      <dgm:prSet/>
      <dgm:spPr/>
      <dgm:t>
        <a:bodyPr/>
        <a:lstStyle/>
        <a:p>
          <a:pPr>
            <a:lnSpc>
              <a:spcPct val="100000"/>
            </a:lnSpc>
            <a:defRPr b="1"/>
          </a:pPr>
          <a:r>
            <a:rPr lang="pt-BR"/>
            <a:t>O conteúdo histórico no DW, contendo longo período de tempo, ficam depositadas na Fato.</a:t>
          </a:r>
          <a:endParaRPr lang="en-US"/>
        </a:p>
      </dgm:t>
    </dgm:pt>
    <dgm:pt modelId="{B838E72C-38AC-482D-87FD-75557DEE003F}" type="parTrans" cxnId="{807D8156-E636-458C-B296-121F1E298929}">
      <dgm:prSet/>
      <dgm:spPr/>
      <dgm:t>
        <a:bodyPr/>
        <a:lstStyle/>
        <a:p>
          <a:endParaRPr lang="en-US"/>
        </a:p>
      </dgm:t>
    </dgm:pt>
    <dgm:pt modelId="{8CCC4F22-6428-4293-8CA9-6647A61BEC3C}" type="sibTrans" cxnId="{807D8156-E636-458C-B296-121F1E298929}">
      <dgm:prSet/>
      <dgm:spPr/>
      <dgm:t>
        <a:bodyPr/>
        <a:lstStyle/>
        <a:p>
          <a:endParaRPr lang="en-US"/>
        </a:p>
      </dgm:t>
    </dgm:pt>
    <dgm:pt modelId="{A394ED3E-9FB2-47B3-A8A6-E395D4FC651F}">
      <dgm:prSet/>
      <dgm:spPr/>
      <dgm:t>
        <a:bodyPr/>
        <a:lstStyle/>
        <a:p>
          <a:pPr>
            <a:lnSpc>
              <a:spcPct val="100000"/>
            </a:lnSpc>
            <a:defRPr b="1"/>
          </a:pPr>
          <a:r>
            <a:rPr lang="pt-BR" dirty="0"/>
            <a:t>Nessa tabela são armazenadas duas coisas:</a:t>
          </a:r>
          <a:endParaRPr lang="en-US" dirty="0"/>
        </a:p>
      </dgm:t>
    </dgm:pt>
    <dgm:pt modelId="{629A4FA6-E2E2-4B9E-B6C1-236B06E9F952}" type="sibTrans" cxnId="{A0FEFE9E-AABB-4959-A146-F71FA25A9D05}">
      <dgm:prSet/>
      <dgm:spPr/>
      <dgm:t>
        <a:bodyPr/>
        <a:lstStyle/>
        <a:p>
          <a:endParaRPr lang="en-US"/>
        </a:p>
      </dgm:t>
    </dgm:pt>
    <dgm:pt modelId="{4B2C26C2-D161-4F53-A190-60B67B9774DB}" type="parTrans" cxnId="{A0FEFE9E-AABB-4959-A146-F71FA25A9D05}">
      <dgm:prSet/>
      <dgm:spPr/>
      <dgm:t>
        <a:bodyPr/>
        <a:lstStyle/>
        <a:p>
          <a:endParaRPr lang="en-US"/>
        </a:p>
      </dgm:t>
    </dgm:pt>
    <dgm:pt modelId="{62D6EB7A-E6CB-4CFA-985E-CDAF37E5C7FF}" type="pres">
      <dgm:prSet presAssocID="{22F20E9F-D493-4F30-B820-460CD841A600}" presName="root" presStyleCnt="0">
        <dgm:presLayoutVars>
          <dgm:dir/>
          <dgm:resizeHandles val="exact"/>
        </dgm:presLayoutVars>
      </dgm:prSet>
      <dgm:spPr/>
    </dgm:pt>
    <dgm:pt modelId="{A73E27AA-EA6E-4654-A86D-2669817A1653}" type="pres">
      <dgm:prSet presAssocID="{E971F97D-66FD-4820-AD19-C2B25A561559}" presName="compNode" presStyleCnt="0"/>
      <dgm:spPr/>
    </dgm:pt>
    <dgm:pt modelId="{9FE26D17-A193-4508-94B4-F3D4D644A8D3}" type="pres">
      <dgm:prSet presAssocID="{E971F97D-66FD-4820-AD19-C2B25A561559}"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Tabela"/>
        </a:ext>
      </dgm:extLst>
    </dgm:pt>
    <dgm:pt modelId="{F1A973F0-82EB-4F88-B0A3-399356A3FE8B}" type="pres">
      <dgm:prSet presAssocID="{E971F97D-66FD-4820-AD19-C2B25A561559}" presName="iconSpace" presStyleCnt="0"/>
      <dgm:spPr/>
    </dgm:pt>
    <dgm:pt modelId="{2C6560D5-2788-45C9-9CC2-BA647790B057}" type="pres">
      <dgm:prSet presAssocID="{E971F97D-66FD-4820-AD19-C2B25A561559}" presName="parTx" presStyleLbl="revTx" presStyleIdx="0" presStyleCnt="8">
        <dgm:presLayoutVars>
          <dgm:chMax val="0"/>
          <dgm:chPref val="0"/>
        </dgm:presLayoutVars>
      </dgm:prSet>
      <dgm:spPr/>
    </dgm:pt>
    <dgm:pt modelId="{4D64EC6C-267B-4F22-9545-2FF58D5549AB}" type="pres">
      <dgm:prSet presAssocID="{E971F97D-66FD-4820-AD19-C2B25A561559}" presName="txSpace" presStyleCnt="0"/>
      <dgm:spPr/>
    </dgm:pt>
    <dgm:pt modelId="{2D61201B-1431-4C5B-A1D2-DAFB87C7BACE}" type="pres">
      <dgm:prSet presAssocID="{E971F97D-66FD-4820-AD19-C2B25A561559}" presName="desTx" presStyleLbl="revTx" presStyleIdx="1" presStyleCnt="8">
        <dgm:presLayoutVars/>
      </dgm:prSet>
      <dgm:spPr/>
    </dgm:pt>
    <dgm:pt modelId="{3EE5DB98-F3E2-4FBF-A5D8-B0708B6957B6}" type="pres">
      <dgm:prSet presAssocID="{F265A1DA-FBA5-4FF0-AC00-5BCEE1347B84}" presName="sibTrans" presStyleCnt="0"/>
      <dgm:spPr/>
    </dgm:pt>
    <dgm:pt modelId="{92866F89-A903-456F-A026-BE29CA80CC30}" type="pres">
      <dgm:prSet presAssocID="{A394ED3E-9FB2-47B3-A8A6-E395D4FC651F}" presName="compNode" presStyleCnt="0"/>
      <dgm:spPr/>
    </dgm:pt>
    <dgm:pt modelId="{EE462331-6752-49AB-953A-DAD8872837D3}" type="pres">
      <dgm:prSet presAssocID="{A394ED3E-9FB2-47B3-A8A6-E395D4FC651F}"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Chave"/>
        </a:ext>
      </dgm:extLst>
    </dgm:pt>
    <dgm:pt modelId="{9EE8E80C-3945-46D4-8661-77FD0518C576}" type="pres">
      <dgm:prSet presAssocID="{A394ED3E-9FB2-47B3-A8A6-E395D4FC651F}" presName="iconSpace" presStyleCnt="0"/>
      <dgm:spPr/>
    </dgm:pt>
    <dgm:pt modelId="{7387EE1D-813D-4DF5-AB68-373518C5ED74}" type="pres">
      <dgm:prSet presAssocID="{A394ED3E-9FB2-47B3-A8A6-E395D4FC651F}" presName="parTx" presStyleLbl="revTx" presStyleIdx="2" presStyleCnt="8">
        <dgm:presLayoutVars>
          <dgm:chMax val="0"/>
          <dgm:chPref val="0"/>
        </dgm:presLayoutVars>
      </dgm:prSet>
      <dgm:spPr/>
    </dgm:pt>
    <dgm:pt modelId="{013DE884-12D0-4DDC-A5AD-A70E9F524EEA}" type="pres">
      <dgm:prSet presAssocID="{A394ED3E-9FB2-47B3-A8A6-E395D4FC651F}" presName="txSpace" presStyleCnt="0"/>
      <dgm:spPr/>
    </dgm:pt>
    <dgm:pt modelId="{153B34C9-0826-4C93-ACA1-C25714CAAB83}" type="pres">
      <dgm:prSet presAssocID="{A394ED3E-9FB2-47B3-A8A6-E395D4FC651F}" presName="desTx" presStyleLbl="revTx" presStyleIdx="3" presStyleCnt="8" custLinFactNeighborX="-2048" custLinFactNeighborY="-77808">
        <dgm:presLayoutVars/>
      </dgm:prSet>
      <dgm:spPr/>
    </dgm:pt>
    <dgm:pt modelId="{277A9995-48AC-4D72-8943-B0FAF4D90811}" type="pres">
      <dgm:prSet presAssocID="{629A4FA6-E2E2-4B9E-B6C1-236B06E9F952}" presName="sibTrans" presStyleCnt="0"/>
      <dgm:spPr/>
    </dgm:pt>
    <dgm:pt modelId="{11B904FE-2F1E-450C-97E7-88563FFEF400}" type="pres">
      <dgm:prSet presAssocID="{F26434B3-9B0A-4CD9-819A-3DFCF64CD711}" presName="compNode" presStyleCnt="0"/>
      <dgm:spPr/>
    </dgm:pt>
    <dgm:pt modelId="{94AD588F-2889-4C5A-9104-293A5037FCB0}" type="pres">
      <dgm:prSet presAssocID="{F26434B3-9B0A-4CD9-819A-3DFCF64CD711}"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Régua"/>
        </a:ext>
      </dgm:extLst>
    </dgm:pt>
    <dgm:pt modelId="{4C4E6725-C156-44BD-82D7-A176E21C1B08}" type="pres">
      <dgm:prSet presAssocID="{F26434B3-9B0A-4CD9-819A-3DFCF64CD711}" presName="iconSpace" presStyleCnt="0"/>
      <dgm:spPr/>
    </dgm:pt>
    <dgm:pt modelId="{161D37C2-9B72-4D01-BA4E-78CB18B0EF1A}" type="pres">
      <dgm:prSet presAssocID="{F26434B3-9B0A-4CD9-819A-3DFCF64CD711}" presName="parTx" presStyleLbl="revTx" presStyleIdx="4" presStyleCnt="8">
        <dgm:presLayoutVars>
          <dgm:chMax val="0"/>
          <dgm:chPref val="0"/>
        </dgm:presLayoutVars>
      </dgm:prSet>
      <dgm:spPr/>
    </dgm:pt>
    <dgm:pt modelId="{6C5488EA-9492-4349-A379-147FDD9696A1}" type="pres">
      <dgm:prSet presAssocID="{F26434B3-9B0A-4CD9-819A-3DFCF64CD711}" presName="txSpace" presStyleCnt="0"/>
      <dgm:spPr/>
    </dgm:pt>
    <dgm:pt modelId="{C8E91914-E203-4AD6-8AE0-5ACD4FDBEEAE}" type="pres">
      <dgm:prSet presAssocID="{F26434B3-9B0A-4CD9-819A-3DFCF64CD711}" presName="desTx" presStyleLbl="revTx" presStyleIdx="5" presStyleCnt="8">
        <dgm:presLayoutVars/>
      </dgm:prSet>
      <dgm:spPr/>
    </dgm:pt>
    <dgm:pt modelId="{A31E67B7-15A2-40FA-B733-2B11558DCF96}" type="pres">
      <dgm:prSet presAssocID="{2D9C869D-BFDB-4AD9-BAC7-04C41DB0327F}" presName="sibTrans" presStyleCnt="0"/>
      <dgm:spPr/>
    </dgm:pt>
    <dgm:pt modelId="{97E8F234-40B8-47E7-9B67-D89D452ADBCA}" type="pres">
      <dgm:prSet presAssocID="{BCBBAD8A-C023-41A9-9263-1543A4A68E47}" presName="compNode" presStyleCnt="0"/>
      <dgm:spPr/>
    </dgm:pt>
    <dgm:pt modelId="{B931DF8D-0E42-4512-A394-6EF7F2729875}" type="pres">
      <dgm:prSet presAssocID="{BCBBAD8A-C023-41A9-9263-1543A4A68E47}"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Documento"/>
        </a:ext>
      </dgm:extLst>
    </dgm:pt>
    <dgm:pt modelId="{5D078753-B25D-47A8-8D69-138094E409CA}" type="pres">
      <dgm:prSet presAssocID="{BCBBAD8A-C023-41A9-9263-1543A4A68E47}" presName="iconSpace" presStyleCnt="0"/>
      <dgm:spPr/>
    </dgm:pt>
    <dgm:pt modelId="{8B582C3A-52E2-4783-A277-427638F96018}" type="pres">
      <dgm:prSet presAssocID="{BCBBAD8A-C023-41A9-9263-1543A4A68E47}" presName="parTx" presStyleLbl="revTx" presStyleIdx="6" presStyleCnt="8">
        <dgm:presLayoutVars>
          <dgm:chMax val="0"/>
          <dgm:chPref val="0"/>
        </dgm:presLayoutVars>
      </dgm:prSet>
      <dgm:spPr/>
    </dgm:pt>
    <dgm:pt modelId="{040A14DF-9EBF-4AA5-885F-BDB65E5FF004}" type="pres">
      <dgm:prSet presAssocID="{BCBBAD8A-C023-41A9-9263-1543A4A68E47}" presName="txSpace" presStyleCnt="0"/>
      <dgm:spPr/>
    </dgm:pt>
    <dgm:pt modelId="{D8747041-1A1C-4C64-8ECF-4EC788598813}" type="pres">
      <dgm:prSet presAssocID="{BCBBAD8A-C023-41A9-9263-1543A4A68E47}" presName="desTx" presStyleLbl="revTx" presStyleIdx="7" presStyleCnt="8">
        <dgm:presLayoutVars/>
      </dgm:prSet>
      <dgm:spPr/>
    </dgm:pt>
  </dgm:ptLst>
  <dgm:cxnLst>
    <dgm:cxn modelId="{395D5605-DB43-4087-9EE2-871F26E37D55}" srcId="{22F20E9F-D493-4F30-B820-460CD841A600}" destId="{E971F97D-66FD-4820-AD19-C2B25A561559}" srcOrd="0" destOrd="0" parTransId="{C41766A3-7DC1-4182-AD56-7368546A7A6D}" sibTransId="{F265A1DA-FBA5-4FF0-AC00-5BCEE1347B84}"/>
    <dgm:cxn modelId="{FA680A12-38A2-45E6-BAAF-1F7A268C9656}" type="presOf" srcId="{22F20E9F-D493-4F30-B820-460CD841A600}" destId="{62D6EB7A-E6CB-4CFA-985E-CDAF37E5C7FF}" srcOrd="0" destOrd="0" presId="urn:microsoft.com/office/officeart/2018/2/layout/IconLabelDescriptionList"/>
    <dgm:cxn modelId="{7B5DC05F-DCE2-496A-AAF3-4B2DEB321D5C}" type="presOf" srcId="{BCBBAD8A-C023-41A9-9263-1543A4A68E47}" destId="{8B582C3A-52E2-4783-A277-427638F96018}" srcOrd="0" destOrd="0" presId="urn:microsoft.com/office/officeart/2018/2/layout/IconLabelDescriptionList"/>
    <dgm:cxn modelId="{752CEF50-1065-43CC-BB36-2842E062D94E}" srcId="{A394ED3E-9FB2-47B3-A8A6-E395D4FC651F}" destId="{DC4ECB98-C0ED-4550-9348-1288A9D8C1E8}" srcOrd="0" destOrd="0" parTransId="{9599F87D-6DBC-48B7-8B93-ED4CAF07B4BA}" sibTransId="{051E38FD-1E65-43B3-8B90-5B1661546984}"/>
    <dgm:cxn modelId="{807D8156-E636-458C-B296-121F1E298929}" srcId="{22F20E9F-D493-4F30-B820-460CD841A600}" destId="{BCBBAD8A-C023-41A9-9263-1543A4A68E47}" srcOrd="3" destOrd="0" parTransId="{B838E72C-38AC-482D-87FD-75557DEE003F}" sibTransId="{8CCC4F22-6428-4293-8CA9-6647A61BEC3C}"/>
    <dgm:cxn modelId="{ECC93383-1EF8-42AD-8090-41D192278C5B}" type="presOf" srcId="{DC4ECB98-C0ED-4550-9348-1288A9D8C1E8}" destId="{153B34C9-0826-4C93-ACA1-C25714CAAB83}" srcOrd="0" destOrd="0" presId="urn:microsoft.com/office/officeart/2018/2/layout/IconLabelDescriptionList"/>
    <dgm:cxn modelId="{A0FEFE9E-AABB-4959-A146-F71FA25A9D05}" srcId="{22F20E9F-D493-4F30-B820-460CD841A600}" destId="{A394ED3E-9FB2-47B3-A8A6-E395D4FC651F}" srcOrd="1" destOrd="0" parTransId="{4B2C26C2-D161-4F53-A190-60B67B9774DB}" sibTransId="{629A4FA6-E2E2-4B9E-B6C1-236B06E9F952}"/>
    <dgm:cxn modelId="{8E683EC2-22B4-4031-9CD8-EC059361D1E9}" type="presOf" srcId="{A394ED3E-9FB2-47B3-A8A6-E395D4FC651F}" destId="{7387EE1D-813D-4DF5-AB68-373518C5ED74}" srcOrd="0" destOrd="0" presId="urn:microsoft.com/office/officeart/2018/2/layout/IconLabelDescriptionList"/>
    <dgm:cxn modelId="{524968C4-BDA9-4151-8DC4-4E56E2F3EAA5}" srcId="{A394ED3E-9FB2-47B3-A8A6-E395D4FC651F}" destId="{5950DFE0-F926-4F75-8E18-C2F81BED348F}" srcOrd="1" destOrd="0" parTransId="{5D7EC17F-14A0-49DD-AD98-B3EBF509B962}" sibTransId="{A4F5F203-71B0-42A9-A165-03A8FF0E59B4}"/>
    <dgm:cxn modelId="{7AC5E0D9-1A1D-4AFE-AF9B-6D0863EC5434}" type="presOf" srcId="{F26434B3-9B0A-4CD9-819A-3DFCF64CD711}" destId="{161D37C2-9B72-4D01-BA4E-78CB18B0EF1A}" srcOrd="0" destOrd="0" presId="urn:microsoft.com/office/officeart/2018/2/layout/IconLabelDescriptionList"/>
    <dgm:cxn modelId="{C39FD9EF-3938-416E-AB46-8F48CBB99008}" type="presOf" srcId="{E971F97D-66FD-4820-AD19-C2B25A561559}" destId="{2C6560D5-2788-45C9-9CC2-BA647790B057}" srcOrd="0" destOrd="0" presId="urn:microsoft.com/office/officeart/2018/2/layout/IconLabelDescriptionList"/>
    <dgm:cxn modelId="{4AA55CF4-52AE-43B9-B2BD-C2074AC0F524}" srcId="{22F20E9F-D493-4F30-B820-460CD841A600}" destId="{F26434B3-9B0A-4CD9-819A-3DFCF64CD711}" srcOrd="2" destOrd="0" parTransId="{0031BFB7-5FFE-407F-84FF-E6D316773FFE}" sibTransId="{2D9C869D-BFDB-4AD9-BAC7-04C41DB0327F}"/>
    <dgm:cxn modelId="{480F99FB-FE7D-4ED6-A1C4-3345A91C2CE9}" type="presOf" srcId="{5950DFE0-F926-4F75-8E18-C2F81BED348F}" destId="{153B34C9-0826-4C93-ACA1-C25714CAAB83}" srcOrd="0" destOrd="1" presId="urn:microsoft.com/office/officeart/2018/2/layout/IconLabelDescriptionList"/>
    <dgm:cxn modelId="{2A59DBBA-8630-4A12-9078-E2B30A6B14E7}" type="presParOf" srcId="{62D6EB7A-E6CB-4CFA-985E-CDAF37E5C7FF}" destId="{A73E27AA-EA6E-4654-A86D-2669817A1653}" srcOrd="0" destOrd="0" presId="urn:microsoft.com/office/officeart/2018/2/layout/IconLabelDescriptionList"/>
    <dgm:cxn modelId="{351EE28D-C119-4332-A506-88CE19EA121C}" type="presParOf" srcId="{A73E27AA-EA6E-4654-A86D-2669817A1653}" destId="{9FE26D17-A193-4508-94B4-F3D4D644A8D3}" srcOrd="0" destOrd="0" presId="urn:microsoft.com/office/officeart/2018/2/layout/IconLabelDescriptionList"/>
    <dgm:cxn modelId="{AE4F1C92-14F4-4ED3-84A7-2C5B7FC3ADFA}" type="presParOf" srcId="{A73E27AA-EA6E-4654-A86D-2669817A1653}" destId="{F1A973F0-82EB-4F88-B0A3-399356A3FE8B}" srcOrd="1" destOrd="0" presId="urn:microsoft.com/office/officeart/2018/2/layout/IconLabelDescriptionList"/>
    <dgm:cxn modelId="{E0130F7D-13A7-4582-844C-86D043CAE683}" type="presParOf" srcId="{A73E27AA-EA6E-4654-A86D-2669817A1653}" destId="{2C6560D5-2788-45C9-9CC2-BA647790B057}" srcOrd="2" destOrd="0" presId="urn:microsoft.com/office/officeart/2018/2/layout/IconLabelDescriptionList"/>
    <dgm:cxn modelId="{E88A8277-6734-46D0-8A2F-B2A96D750568}" type="presParOf" srcId="{A73E27AA-EA6E-4654-A86D-2669817A1653}" destId="{4D64EC6C-267B-4F22-9545-2FF58D5549AB}" srcOrd="3" destOrd="0" presId="urn:microsoft.com/office/officeart/2018/2/layout/IconLabelDescriptionList"/>
    <dgm:cxn modelId="{EAE61160-6CC0-442C-B2A4-807B834BF5AB}" type="presParOf" srcId="{A73E27AA-EA6E-4654-A86D-2669817A1653}" destId="{2D61201B-1431-4C5B-A1D2-DAFB87C7BACE}" srcOrd="4" destOrd="0" presId="urn:microsoft.com/office/officeart/2018/2/layout/IconLabelDescriptionList"/>
    <dgm:cxn modelId="{7C90873B-BD7B-431F-988E-1D0E1C029704}" type="presParOf" srcId="{62D6EB7A-E6CB-4CFA-985E-CDAF37E5C7FF}" destId="{3EE5DB98-F3E2-4FBF-A5D8-B0708B6957B6}" srcOrd="1" destOrd="0" presId="urn:microsoft.com/office/officeart/2018/2/layout/IconLabelDescriptionList"/>
    <dgm:cxn modelId="{1B5FD6EE-9E44-48C7-91F6-E48435AF8CFA}" type="presParOf" srcId="{62D6EB7A-E6CB-4CFA-985E-CDAF37E5C7FF}" destId="{92866F89-A903-456F-A026-BE29CA80CC30}" srcOrd="2" destOrd="0" presId="urn:microsoft.com/office/officeart/2018/2/layout/IconLabelDescriptionList"/>
    <dgm:cxn modelId="{3F17945C-AFAC-4F1D-92DF-52F75E8B3C37}" type="presParOf" srcId="{92866F89-A903-456F-A026-BE29CA80CC30}" destId="{EE462331-6752-49AB-953A-DAD8872837D3}" srcOrd="0" destOrd="0" presId="urn:microsoft.com/office/officeart/2018/2/layout/IconLabelDescriptionList"/>
    <dgm:cxn modelId="{BDF4CB78-8CAE-4A7B-9340-3FBE7D5AC405}" type="presParOf" srcId="{92866F89-A903-456F-A026-BE29CA80CC30}" destId="{9EE8E80C-3945-46D4-8661-77FD0518C576}" srcOrd="1" destOrd="0" presId="urn:microsoft.com/office/officeart/2018/2/layout/IconLabelDescriptionList"/>
    <dgm:cxn modelId="{4FF414B9-A4BD-42DB-9707-FD10D5716670}" type="presParOf" srcId="{92866F89-A903-456F-A026-BE29CA80CC30}" destId="{7387EE1D-813D-4DF5-AB68-373518C5ED74}" srcOrd="2" destOrd="0" presId="urn:microsoft.com/office/officeart/2018/2/layout/IconLabelDescriptionList"/>
    <dgm:cxn modelId="{76450150-E439-4EC8-B444-AC60D9EE85FA}" type="presParOf" srcId="{92866F89-A903-456F-A026-BE29CA80CC30}" destId="{013DE884-12D0-4DDC-A5AD-A70E9F524EEA}" srcOrd="3" destOrd="0" presId="urn:microsoft.com/office/officeart/2018/2/layout/IconLabelDescriptionList"/>
    <dgm:cxn modelId="{B377FC45-E274-40EC-B5DD-3446135872BD}" type="presParOf" srcId="{92866F89-A903-456F-A026-BE29CA80CC30}" destId="{153B34C9-0826-4C93-ACA1-C25714CAAB83}" srcOrd="4" destOrd="0" presId="urn:microsoft.com/office/officeart/2018/2/layout/IconLabelDescriptionList"/>
    <dgm:cxn modelId="{019938E7-5BB5-477F-8E0A-5B4CF99B49A4}" type="presParOf" srcId="{62D6EB7A-E6CB-4CFA-985E-CDAF37E5C7FF}" destId="{277A9995-48AC-4D72-8943-B0FAF4D90811}" srcOrd="3" destOrd="0" presId="urn:microsoft.com/office/officeart/2018/2/layout/IconLabelDescriptionList"/>
    <dgm:cxn modelId="{2C888681-CABB-4702-BE28-3C42311A096B}" type="presParOf" srcId="{62D6EB7A-E6CB-4CFA-985E-CDAF37E5C7FF}" destId="{11B904FE-2F1E-450C-97E7-88563FFEF400}" srcOrd="4" destOrd="0" presId="urn:microsoft.com/office/officeart/2018/2/layout/IconLabelDescriptionList"/>
    <dgm:cxn modelId="{8E70C266-6888-491D-8067-D29B40164547}" type="presParOf" srcId="{11B904FE-2F1E-450C-97E7-88563FFEF400}" destId="{94AD588F-2889-4C5A-9104-293A5037FCB0}" srcOrd="0" destOrd="0" presId="urn:microsoft.com/office/officeart/2018/2/layout/IconLabelDescriptionList"/>
    <dgm:cxn modelId="{AA13EBF8-4A19-47F9-A1C7-B1DB9293F06F}" type="presParOf" srcId="{11B904FE-2F1E-450C-97E7-88563FFEF400}" destId="{4C4E6725-C156-44BD-82D7-A176E21C1B08}" srcOrd="1" destOrd="0" presId="urn:microsoft.com/office/officeart/2018/2/layout/IconLabelDescriptionList"/>
    <dgm:cxn modelId="{4163F77B-9CFE-47D8-9522-17AF45813F32}" type="presParOf" srcId="{11B904FE-2F1E-450C-97E7-88563FFEF400}" destId="{161D37C2-9B72-4D01-BA4E-78CB18B0EF1A}" srcOrd="2" destOrd="0" presId="urn:microsoft.com/office/officeart/2018/2/layout/IconLabelDescriptionList"/>
    <dgm:cxn modelId="{6FA20340-6467-426A-BFC1-55DD8320D929}" type="presParOf" srcId="{11B904FE-2F1E-450C-97E7-88563FFEF400}" destId="{6C5488EA-9492-4349-A379-147FDD9696A1}" srcOrd="3" destOrd="0" presId="urn:microsoft.com/office/officeart/2018/2/layout/IconLabelDescriptionList"/>
    <dgm:cxn modelId="{D81F568B-29D5-4FCA-B7A4-9C07853BD2D4}" type="presParOf" srcId="{11B904FE-2F1E-450C-97E7-88563FFEF400}" destId="{C8E91914-E203-4AD6-8AE0-5ACD4FDBEEAE}" srcOrd="4" destOrd="0" presId="urn:microsoft.com/office/officeart/2018/2/layout/IconLabelDescriptionList"/>
    <dgm:cxn modelId="{1A7858B1-BCB9-4ECB-A057-DD44E6C42598}" type="presParOf" srcId="{62D6EB7A-E6CB-4CFA-985E-CDAF37E5C7FF}" destId="{A31E67B7-15A2-40FA-B733-2B11558DCF96}" srcOrd="5" destOrd="0" presId="urn:microsoft.com/office/officeart/2018/2/layout/IconLabelDescriptionList"/>
    <dgm:cxn modelId="{67548F23-E926-48FE-AF62-B2B88A5E6DEE}" type="presParOf" srcId="{62D6EB7A-E6CB-4CFA-985E-CDAF37E5C7FF}" destId="{97E8F234-40B8-47E7-9B67-D89D452ADBCA}" srcOrd="6" destOrd="0" presId="urn:microsoft.com/office/officeart/2018/2/layout/IconLabelDescriptionList"/>
    <dgm:cxn modelId="{5A97388D-DB6B-41DE-93B2-A94CA9F2C7A7}" type="presParOf" srcId="{97E8F234-40B8-47E7-9B67-D89D452ADBCA}" destId="{B931DF8D-0E42-4512-A394-6EF7F2729875}" srcOrd="0" destOrd="0" presId="urn:microsoft.com/office/officeart/2018/2/layout/IconLabelDescriptionList"/>
    <dgm:cxn modelId="{35BC756B-FEED-4102-B607-5987CA0BD1D3}" type="presParOf" srcId="{97E8F234-40B8-47E7-9B67-D89D452ADBCA}" destId="{5D078753-B25D-47A8-8D69-138094E409CA}" srcOrd="1" destOrd="0" presId="urn:microsoft.com/office/officeart/2018/2/layout/IconLabelDescriptionList"/>
    <dgm:cxn modelId="{27D3C57B-FFC5-4B9E-9AF0-C834D8F4C347}" type="presParOf" srcId="{97E8F234-40B8-47E7-9B67-D89D452ADBCA}" destId="{8B582C3A-52E2-4783-A277-427638F96018}" srcOrd="2" destOrd="0" presId="urn:microsoft.com/office/officeart/2018/2/layout/IconLabelDescriptionList"/>
    <dgm:cxn modelId="{253506ED-5180-47BF-9C41-8A250970F798}" type="presParOf" srcId="{97E8F234-40B8-47E7-9B67-D89D452ADBCA}" destId="{040A14DF-9EBF-4AA5-885F-BDB65E5FF004}" srcOrd="3" destOrd="0" presId="urn:microsoft.com/office/officeart/2018/2/layout/IconLabelDescriptionList"/>
    <dgm:cxn modelId="{43B698F8-8696-40EF-8331-C2F8071B9AC9}" type="presParOf" srcId="{97E8F234-40B8-47E7-9B67-D89D452ADBCA}" destId="{D8747041-1A1C-4C64-8ECF-4EC788598813}"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5592DBB7-8225-440F-BC6C-26FD59EDADA3}" type="doc">
      <dgm:prSet loTypeId="urn:microsoft.com/office/officeart/2005/8/layout/list1" loCatId="list" qsTypeId="urn:microsoft.com/office/officeart/2005/8/quickstyle/simple1" qsCatId="simple" csTypeId="urn:microsoft.com/office/officeart/2005/8/colors/accent1_2" csCatId="accent1"/>
      <dgm:spPr/>
      <dgm:t>
        <a:bodyPr/>
        <a:lstStyle/>
        <a:p>
          <a:endParaRPr lang="en-US"/>
        </a:p>
      </dgm:t>
    </dgm:pt>
    <dgm:pt modelId="{5CFDEEB4-0381-458E-8FF9-4DD357EC3979}">
      <dgm:prSet/>
      <dgm:spPr/>
      <dgm:t>
        <a:bodyPr/>
        <a:lstStyle/>
        <a:p>
          <a:r>
            <a:rPr lang="pt-BR" b="0" i="0"/>
            <a:t>Produto vendido</a:t>
          </a:r>
          <a:endParaRPr lang="en-US"/>
        </a:p>
      </dgm:t>
    </dgm:pt>
    <dgm:pt modelId="{4E05AF42-1A4A-4BE2-A8F4-CEDD1AB3239C}" type="parTrans" cxnId="{1DA30325-B008-41D0-8C1E-F0690CCD86E6}">
      <dgm:prSet/>
      <dgm:spPr/>
      <dgm:t>
        <a:bodyPr/>
        <a:lstStyle/>
        <a:p>
          <a:endParaRPr lang="en-US"/>
        </a:p>
      </dgm:t>
    </dgm:pt>
    <dgm:pt modelId="{4485F817-5320-4F7E-A045-A391C299E719}" type="sibTrans" cxnId="{1DA30325-B008-41D0-8C1E-F0690CCD86E6}">
      <dgm:prSet/>
      <dgm:spPr/>
      <dgm:t>
        <a:bodyPr/>
        <a:lstStyle/>
        <a:p>
          <a:endParaRPr lang="en-US"/>
        </a:p>
      </dgm:t>
    </dgm:pt>
    <dgm:pt modelId="{50B4DB8A-82E4-495E-B1A5-98BFBF8A6DC3}">
      <dgm:prSet/>
      <dgm:spPr/>
      <dgm:t>
        <a:bodyPr/>
        <a:lstStyle/>
        <a:p>
          <a:r>
            <a:rPr lang="pt-BR" b="0" i="0"/>
            <a:t>Cliente</a:t>
          </a:r>
          <a:endParaRPr lang="en-US"/>
        </a:p>
      </dgm:t>
    </dgm:pt>
    <dgm:pt modelId="{C7A5F617-F0B6-4CD6-9A84-D2569EDE502D}" type="parTrans" cxnId="{5751DC6D-21C7-4445-9722-30C967E06679}">
      <dgm:prSet/>
      <dgm:spPr/>
      <dgm:t>
        <a:bodyPr/>
        <a:lstStyle/>
        <a:p>
          <a:endParaRPr lang="en-US"/>
        </a:p>
      </dgm:t>
    </dgm:pt>
    <dgm:pt modelId="{77409830-AEC3-4783-9529-BC9AB2A4F876}" type="sibTrans" cxnId="{5751DC6D-21C7-4445-9722-30C967E06679}">
      <dgm:prSet/>
      <dgm:spPr/>
      <dgm:t>
        <a:bodyPr/>
        <a:lstStyle/>
        <a:p>
          <a:endParaRPr lang="en-US"/>
        </a:p>
      </dgm:t>
    </dgm:pt>
    <dgm:pt modelId="{2B0BB00D-0914-4BFE-9BBC-E7AC682409AC}">
      <dgm:prSet/>
      <dgm:spPr/>
      <dgm:t>
        <a:bodyPr/>
        <a:lstStyle/>
        <a:p>
          <a:r>
            <a:rPr lang="pt-BR" b="0" i="0"/>
            <a:t>Local da venda</a:t>
          </a:r>
          <a:endParaRPr lang="en-US"/>
        </a:p>
      </dgm:t>
    </dgm:pt>
    <dgm:pt modelId="{C64BEAE7-6392-45DF-801A-267B76042100}" type="parTrans" cxnId="{F67F80EF-D534-46C0-80D3-12385D76301E}">
      <dgm:prSet/>
      <dgm:spPr/>
      <dgm:t>
        <a:bodyPr/>
        <a:lstStyle/>
        <a:p>
          <a:endParaRPr lang="en-US"/>
        </a:p>
      </dgm:t>
    </dgm:pt>
    <dgm:pt modelId="{F690F629-3554-41B0-BA22-04ADC835EE53}" type="sibTrans" cxnId="{F67F80EF-D534-46C0-80D3-12385D76301E}">
      <dgm:prSet/>
      <dgm:spPr/>
      <dgm:t>
        <a:bodyPr/>
        <a:lstStyle/>
        <a:p>
          <a:endParaRPr lang="en-US"/>
        </a:p>
      </dgm:t>
    </dgm:pt>
    <dgm:pt modelId="{3D2D4EE6-F6BC-40B7-A040-2E721449F646}">
      <dgm:prSet/>
      <dgm:spPr/>
      <dgm:t>
        <a:bodyPr/>
        <a:lstStyle/>
        <a:p>
          <a:r>
            <a:rPr lang="pt-BR" b="0" i="0"/>
            <a:t>Data da transação.</a:t>
          </a:r>
          <a:endParaRPr lang="en-US"/>
        </a:p>
      </dgm:t>
    </dgm:pt>
    <dgm:pt modelId="{7AD91D97-214E-457E-AB78-9FD29083A519}" type="parTrans" cxnId="{2321E224-83B1-4706-89C2-F5D694B39E00}">
      <dgm:prSet/>
      <dgm:spPr/>
      <dgm:t>
        <a:bodyPr/>
        <a:lstStyle/>
        <a:p>
          <a:endParaRPr lang="en-US"/>
        </a:p>
      </dgm:t>
    </dgm:pt>
    <dgm:pt modelId="{F3325C86-9FB5-4817-AF69-B7FB387515E6}" type="sibTrans" cxnId="{2321E224-83B1-4706-89C2-F5D694B39E00}">
      <dgm:prSet/>
      <dgm:spPr/>
      <dgm:t>
        <a:bodyPr/>
        <a:lstStyle/>
        <a:p>
          <a:endParaRPr lang="en-US"/>
        </a:p>
      </dgm:t>
    </dgm:pt>
    <dgm:pt modelId="{E970E1D2-B177-4570-A4CF-9D043D7D387E}" type="pres">
      <dgm:prSet presAssocID="{5592DBB7-8225-440F-BC6C-26FD59EDADA3}" presName="linear" presStyleCnt="0">
        <dgm:presLayoutVars>
          <dgm:dir/>
          <dgm:animLvl val="lvl"/>
          <dgm:resizeHandles val="exact"/>
        </dgm:presLayoutVars>
      </dgm:prSet>
      <dgm:spPr/>
    </dgm:pt>
    <dgm:pt modelId="{2E0260EF-91F9-4861-AACB-DBB1E3B34D77}" type="pres">
      <dgm:prSet presAssocID="{5CFDEEB4-0381-458E-8FF9-4DD357EC3979}" presName="parentLin" presStyleCnt="0"/>
      <dgm:spPr/>
    </dgm:pt>
    <dgm:pt modelId="{5081E257-5064-4585-893F-DDDF31D3E7BF}" type="pres">
      <dgm:prSet presAssocID="{5CFDEEB4-0381-458E-8FF9-4DD357EC3979}" presName="parentLeftMargin" presStyleLbl="node1" presStyleIdx="0" presStyleCnt="4"/>
      <dgm:spPr/>
    </dgm:pt>
    <dgm:pt modelId="{3EA7E467-7DB6-4950-B417-34A286A37062}" type="pres">
      <dgm:prSet presAssocID="{5CFDEEB4-0381-458E-8FF9-4DD357EC3979}" presName="parentText" presStyleLbl="node1" presStyleIdx="0" presStyleCnt="4">
        <dgm:presLayoutVars>
          <dgm:chMax val="0"/>
          <dgm:bulletEnabled val="1"/>
        </dgm:presLayoutVars>
      </dgm:prSet>
      <dgm:spPr/>
    </dgm:pt>
    <dgm:pt modelId="{D72A9899-1BCD-4C0E-B418-8C77F5CFBE83}" type="pres">
      <dgm:prSet presAssocID="{5CFDEEB4-0381-458E-8FF9-4DD357EC3979}" presName="negativeSpace" presStyleCnt="0"/>
      <dgm:spPr/>
    </dgm:pt>
    <dgm:pt modelId="{DA2E39E0-4E62-4482-8BFF-2E790E097CB1}" type="pres">
      <dgm:prSet presAssocID="{5CFDEEB4-0381-458E-8FF9-4DD357EC3979}" presName="childText" presStyleLbl="conFgAcc1" presStyleIdx="0" presStyleCnt="4">
        <dgm:presLayoutVars>
          <dgm:bulletEnabled val="1"/>
        </dgm:presLayoutVars>
      </dgm:prSet>
      <dgm:spPr/>
    </dgm:pt>
    <dgm:pt modelId="{367C3732-278D-431A-8515-ACB862C86858}" type="pres">
      <dgm:prSet presAssocID="{4485F817-5320-4F7E-A045-A391C299E719}" presName="spaceBetweenRectangles" presStyleCnt="0"/>
      <dgm:spPr/>
    </dgm:pt>
    <dgm:pt modelId="{5687453E-BD7F-4560-AA3F-96F795E5A478}" type="pres">
      <dgm:prSet presAssocID="{50B4DB8A-82E4-495E-B1A5-98BFBF8A6DC3}" presName="parentLin" presStyleCnt="0"/>
      <dgm:spPr/>
    </dgm:pt>
    <dgm:pt modelId="{89949D88-B423-4FD0-8CD9-31F710C1063B}" type="pres">
      <dgm:prSet presAssocID="{50B4DB8A-82E4-495E-B1A5-98BFBF8A6DC3}" presName="parentLeftMargin" presStyleLbl="node1" presStyleIdx="0" presStyleCnt="4"/>
      <dgm:spPr/>
    </dgm:pt>
    <dgm:pt modelId="{A7EE183E-E18A-4A1E-BACE-F1A08FBC2202}" type="pres">
      <dgm:prSet presAssocID="{50B4DB8A-82E4-495E-B1A5-98BFBF8A6DC3}" presName="parentText" presStyleLbl="node1" presStyleIdx="1" presStyleCnt="4">
        <dgm:presLayoutVars>
          <dgm:chMax val="0"/>
          <dgm:bulletEnabled val="1"/>
        </dgm:presLayoutVars>
      </dgm:prSet>
      <dgm:spPr/>
    </dgm:pt>
    <dgm:pt modelId="{4A5EE3AD-8E5A-438A-9D1B-F5F9F5E23C5A}" type="pres">
      <dgm:prSet presAssocID="{50B4DB8A-82E4-495E-B1A5-98BFBF8A6DC3}" presName="negativeSpace" presStyleCnt="0"/>
      <dgm:spPr/>
    </dgm:pt>
    <dgm:pt modelId="{A9644194-103B-461F-BE1C-7F5D69405A34}" type="pres">
      <dgm:prSet presAssocID="{50B4DB8A-82E4-495E-B1A5-98BFBF8A6DC3}" presName="childText" presStyleLbl="conFgAcc1" presStyleIdx="1" presStyleCnt="4">
        <dgm:presLayoutVars>
          <dgm:bulletEnabled val="1"/>
        </dgm:presLayoutVars>
      </dgm:prSet>
      <dgm:spPr/>
    </dgm:pt>
    <dgm:pt modelId="{16BF19CF-BB05-4131-8E44-55C30A28D85F}" type="pres">
      <dgm:prSet presAssocID="{77409830-AEC3-4783-9529-BC9AB2A4F876}" presName="spaceBetweenRectangles" presStyleCnt="0"/>
      <dgm:spPr/>
    </dgm:pt>
    <dgm:pt modelId="{6066791D-B7CC-447C-B6A7-2BE60578EB46}" type="pres">
      <dgm:prSet presAssocID="{2B0BB00D-0914-4BFE-9BBC-E7AC682409AC}" presName="parentLin" presStyleCnt="0"/>
      <dgm:spPr/>
    </dgm:pt>
    <dgm:pt modelId="{450BB29E-5E30-41F8-9935-E7EFEDA7D7D0}" type="pres">
      <dgm:prSet presAssocID="{2B0BB00D-0914-4BFE-9BBC-E7AC682409AC}" presName="parentLeftMargin" presStyleLbl="node1" presStyleIdx="1" presStyleCnt="4"/>
      <dgm:spPr/>
    </dgm:pt>
    <dgm:pt modelId="{7B8B700D-9D04-4AE0-A77D-C6BB5B92B7CD}" type="pres">
      <dgm:prSet presAssocID="{2B0BB00D-0914-4BFE-9BBC-E7AC682409AC}" presName="parentText" presStyleLbl="node1" presStyleIdx="2" presStyleCnt="4">
        <dgm:presLayoutVars>
          <dgm:chMax val="0"/>
          <dgm:bulletEnabled val="1"/>
        </dgm:presLayoutVars>
      </dgm:prSet>
      <dgm:spPr/>
    </dgm:pt>
    <dgm:pt modelId="{D3E09635-3D43-4B8A-9DBC-B3241B8FB018}" type="pres">
      <dgm:prSet presAssocID="{2B0BB00D-0914-4BFE-9BBC-E7AC682409AC}" presName="negativeSpace" presStyleCnt="0"/>
      <dgm:spPr/>
    </dgm:pt>
    <dgm:pt modelId="{F8A573D4-090E-4AB9-9BFF-962AB7730C96}" type="pres">
      <dgm:prSet presAssocID="{2B0BB00D-0914-4BFE-9BBC-E7AC682409AC}" presName="childText" presStyleLbl="conFgAcc1" presStyleIdx="2" presStyleCnt="4">
        <dgm:presLayoutVars>
          <dgm:bulletEnabled val="1"/>
        </dgm:presLayoutVars>
      </dgm:prSet>
      <dgm:spPr/>
    </dgm:pt>
    <dgm:pt modelId="{F7DCB226-4DA9-45DB-A8F8-781F1AE7314C}" type="pres">
      <dgm:prSet presAssocID="{F690F629-3554-41B0-BA22-04ADC835EE53}" presName="spaceBetweenRectangles" presStyleCnt="0"/>
      <dgm:spPr/>
    </dgm:pt>
    <dgm:pt modelId="{45E7FF75-F5C7-4853-A0FB-FCD05FCFC7E1}" type="pres">
      <dgm:prSet presAssocID="{3D2D4EE6-F6BC-40B7-A040-2E721449F646}" presName="parentLin" presStyleCnt="0"/>
      <dgm:spPr/>
    </dgm:pt>
    <dgm:pt modelId="{DD44E7A8-8C8F-4145-AEEA-EC81BD344710}" type="pres">
      <dgm:prSet presAssocID="{3D2D4EE6-F6BC-40B7-A040-2E721449F646}" presName="parentLeftMargin" presStyleLbl="node1" presStyleIdx="2" presStyleCnt="4"/>
      <dgm:spPr/>
    </dgm:pt>
    <dgm:pt modelId="{02EFD654-900D-4C55-A4BB-C8765F509D6D}" type="pres">
      <dgm:prSet presAssocID="{3D2D4EE6-F6BC-40B7-A040-2E721449F646}" presName="parentText" presStyleLbl="node1" presStyleIdx="3" presStyleCnt="4">
        <dgm:presLayoutVars>
          <dgm:chMax val="0"/>
          <dgm:bulletEnabled val="1"/>
        </dgm:presLayoutVars>
      </dgm:prSet>
      <dgm:spPr/>
    </dgm:pt>
    <dgm:pt modelId="{5ABF4ACC-8783-4A67-B988-387D83AA8D73}" type="pres">
      <dgm:prSet presAssocID="{3D2D4EE6-F6BC-40B7-A040-2E721449F646}" presName="negativeSpace" presStyleCnt="0"/>
      <dgm:spPr/>
    </dgm:pt>
    <dgm:pt modelId="{6F8C1021-4B29-4B41-BF3A-340FC941A3F8}" type="pres">
      <dgm:prSet presAssocID="{3D2D4EE6-F6BC-40B7-A040-2E721449F646}" presName="childText" presStyleLbl="conFgAcc1" presStyleIdx="3" presStyleCnt="4">
        <dgm:presLayoutVars>
          <dgm:bulletEnabled val="1"/>
        </dgm:presLayoutVars>
      </dgm:prSet>
      <dgm:spPr/>
    </dgm:pt>
  </dgm:ptLst>
  <dgm:cxnLst>
    <dgm:cxn modelId="{2321E224-83B1-4706-89C2-F5D694B39E00}" srcId="{5592DBB7-8225-440F-BC6C-26FD59EDADA3}" destId="{3D2D4EE6-F6BC-40B7-A040-2E721449F646}" srcOrd="3" destOrd="0" parTransId="{7AD91D97-214E-457E-AB78-9FD29083A519}" sibTransId="{F3325C86-9FB5-4817-AF69-B7FB387515E6}"/>
    <dgm:cxn modelId="{1DA30325-B008-41D0-8C1E-F0690CCD86E6}" srcId="{5592DBB7-8225-440F-BC6C-26FD59EDADA3}" destId="{5CFDEEB4-0381-458E-8FF9-4DD357EC3979}" srcOrd="0" destOrd="0" parTransId="{4E05AF42-1A4A-4BE2-A8F4-CEDD1AB3239C}" sibTransId="{4485F817-5320-4F7E-A045-A391C299E719}"/>
    <dgm:cxn modelId="{8C03F937-F6EE-46B1-98B4-2F7DDA7DBF41}" type="presOf" srcId="{50B4DB8A-82E4-495E-B1A5-98BFBF8A6DC3}" destId="{89949D88-B423-4FD0-8CD9-31F710C1063B}" srcOrd="0" destOrd="0" presId="urn:microsoft.com/office/officeart/2005/8/layout/list1"/>
    <dgm:cxn modelId="{EA9BDD5F-DA5B-46BD-8278-CC16CAFF9936}" type="presOf" srcId="{2B0BB00D-0914-4BFE-9BBC-E7AC682409AC}" destId="{7B8B700D-9D04-4AE0-A77D-C6BB5B92B7CD}" srcOrd="1" destOrd="0" presId="urn:microsoft.com/office/officeart/2005/8/layout/list1"/>
    <dgm:cxn modelId="{11F0C362-6880-4520-8500-16377EB0A275}" type="presOf" srcId="{5CFDEEB4-0381-458E-8FF9-4DD357EC3979}" destId="{5081E257-5064-4585-893F-DDDF31D3E7BF}" srcOrd="0" destOrd="0" presId="urn:microsoft.com/office/officeart/2005/8/layout/list1"/>
    <dgm:cxn modelId="{49CFFD69-5483-4D06-926E-CD97AE2B316D}" type="presOf" srcId="{5CFDEEB4-0381-458E-8FF9-4DD357EC3979}" destId="{3EA7E467-7DB6-4950-B417-34A286A37062}" srcOrd="1" destOrd="0" presId="urn:microsoft.com/office/officeart/2005/8/layout/list1"/>
    <dgm:cxn modelId="{5751DC6D-21C7-4445-9722-30C967E06679}" srcId="{5592DBB7-8225-440F-BC6C-26FD59EDADA3}" destId="{50B4DB8A-82E4-495E-B1A5-98BFBF8A6DC3}" srcOrd="1" destOrd="0" parTransId="{C7A5F617-F0B6-4CD6-9A84-D2569EDE502D}" sibTransId="{77409830-AEC3-4783-9529-BC9AB2A4F876}"/>
    <dgm:cxn modelId="{2B3E3890-33A0-402D-A8C9-36B5812FDA8E}" type="presOf" srcId="{2B0BB00D-0914-4BFE-9BBC-E7AC682409AC}" destId="{450BB29E-5E30-41F8-9935-E7EFEDA7D7D0}" srcOrd="0" destOrd="0" presId="urn:microsoft.com/office/officeart/2005/8/layout/list1"/>
    <dgm:cxn modelId="{4BEF50B8-8220-4DFF-B3E8-0CD23923449B}" type="presOf" srcId="{3D2D4EE6-F6BC-40B7-A040-2E721449F646}" destId="{02EFD654-900D-4C55-A4BB-C8765F509D6D}" srcOrd="1" destOrd="0" presId="urn:microsoft.com/office/officeart/2005/8/layout/list1"/>
    <dgm:cxn modelId="{A14430C5-0569-4BC5-ACD8-2ACEC945BA87}" type="presOf" srcId="{50B4DB8A-82E4-495E-B1A5-98BFBF8A6DC3}" destId="{A7EE183E-E18A-4A1E-BACE-F1A08FBC2202}" srcOrd="1" destOrd="0" presId="urn:microsoft.com/office/officeart/2005/8/layout/list1"/>
    <dgm:cxn modelId="{BC5394E6-FE6F-48F3-B6E3-0410ECA87626}" type="presOf" srcId="{5592DBB7-8225-440F-BC6C-26FD59EDADA3}" destId="{E970E1D2-B177-4570-A4CF-9D043D7D387E}" srcOrd="0" destOrd="0" presId="urn:microsoft.com/office/officeart/2005/8/layout/list1"/>
    <dgm:cxn modelId="{2C2538E8-6929-4805-990C-9EDD90BC568C}" type="presOf" srcId="{3D2D4EE6-F6BC-40B7-A040-2E721449F646}" destId="{DD44E7A8-8C8F-4145-AEEA-EC81BD344710}" srcOrd="0" destOrd="0" presId="urn:microsoft.com/office/officeart/2005/8/layout/list1"/>
    <dgm:cxn modelId="{F67F80EF-D534-46C0-80D3-12385D76301E}" srcId="{5592DBB7-8225-440F-BC6C-26FD59EDADA3}" destId="{2B0BB00D-0914-4BFE-9BBC-E7AC682409AC}" srcOrd="2" destOrd="0" parTransId="{C64BEAE7-6392-45DF-801A-267B76042100}" sibTransId="{F690F629-3554-41B0-BA22-04ADC835EE53}"/>
    <dgm:cxn modelId="{6E62C4F1-FC8E-4147-B35B-E2F287E3EB33}" type="presParOf" srcId="{E970E1D2-B177-4570-A4CF-9D043D7D387E}" destId="{2E0260EF-91F9-4861-AACB-DBB1E3B34D77}" srcOrd="0" destOrd="0" presId="urn:microsoft.com/office/officeart/2005/8/layout/list1"/>
    <dgm:cxn modelId="{2DE20D94-2EC4-4AFF-AA46-068B1C3B437B}" type="presParOf" srcId="{2E0260EF-91F9-4861-AACB-DBB1E3B34D77}" destId="{5081E257-5064-4585-893F-DDDF31D3E7BF}" srcOrd="0" destOrd="0" presId="urn:microsoft.com/office/officeart/2005/8/layout/list1"/>
    <dgm:cxn modelId="{1DB8C6E3-67C2-4F17-84CE-33484956EEDE}" type="presParOf" srcId="{2E0260EF-91F9-4861-AACB-DBB1E3B34D77}" destId="{3EA7E467-7DB6-4950-B417-34A286A37062}" srcOrd="1" destOrd="0" presId="urn:microsoft.com/office/officeart/2005/8/layout/list1"/>
    <dgm:cxn modelId="{300853CB-4018-4049-89C1-757354156A18}" type="presParOf" srcId="{E970E1D2-B177-4570-A4CF-9D043D7D387E}" destId="{D72A9899-1BCD-4C0E-B418-8C77F5CFBE83}" srcOrd="1" destOrd="0" presId="urn:microsoft.com/office/officeart/2005/8/layout/list1"/>
    <dgm:cxn modelId="{AF7850EB-FB14-4152-A2ED-C020AFA6B154}" type="presParOf" srcId="{E970E1D2-B177-4570-A4CF-9D043D7D387E}" destId="{DA2E39E0-4E62-4482-8BFF-2E790E097CB1}" srcOrd="2" destOrd="0" presId="urn:microsoft.com/office/officeart/2005/8/layout/list1"/>
    <dgm:cxn modelId="{2C6417B9-32A7-4293-8A1F-78CABE1A3B75}" type="presParOf" srcId="{E970E1D2-B177-4570-A4CF-9D043D7D387E}" destId="{367C3732-278D-431A-8515-ACB862C86858}" srcOrd="3" destOrd="0" presId="urn:microsoft.com/office/officeart/2005/8/layout/list1"/>
    <dgm:cxn modelId="{916AD9D9-A7C9-4D1A-AC51-9AFA7C32DDDC}" type="presParOf" srcId="{E970E1D2-B177-4570-A4CF-9D043D7D387E}" destId="{5687453E-BD7F-4560-AA3F-96F795E5A478}" srcOrd="4" destOrd="0" presId="urn:microsoft.com/office/officeart/2005/8/layout/list1"/>
    <dgm:cxn modelId="{FA1F6AE8-8F0F-422F-BD3E-E7C96CE6600D}" type="presParOf" srcId="{5687453E-BD7F-4560-AA3F-96F795E5A478}" destId="{89949D88-B423-4FD0-8CD9-31F710C1063B}" srcOrd="0" destOrd="0" presId="urn:microsoft.com/office/officeart/2005/8/layout/list1"/>
    <dgm:cxn modelId="{957E92FB-7431-4468-8F92-34E3FD986043}" type="presParOf" srcId="{5687453E-BD7F-4560-AA3F-96F795E5A478}" destId="{A7EE183E-E18A-4A1E-BACE-F1A08FBC2202}" srcOrd="1" destOrd="0" presId="urn:microsoft.com/office/officeart/2005/8/layout/list1"/>
    <dgm:cxn modelId="{1262B0B9-65E6-4404-9706-59F039A59BAC}" type="presParOf" srcId="{E970E1D2-B177-4570-A4CF-9D043D7D387E}" destId="{4A5EE3AD-8E5A-438A-9D1B-F5F9F5E23C5A}" srcOrd="5" destOrd="0" presId="urn:microsoft.com/office/officeart/2005/8/layout/list1"/>
    <dgm:cxn modelId="{4A5A6538-7EBA-4F7B-BF1B-B682456D51FA}" type="presParOf" srcId="{E970E1D2-B177-4570-A4CF-9D043D7D387E}" destId="{A9644194-103B-461F-BE1C-7F5D69405A34}" srcOrd="6" destOrd="0" presId="urn:microsoft.com/office/officeart/2005/8/layout/list1"/>
    <dgm:cxn modelId="{DD679A50-9A25-4F59-B1EB-60E0BC9F534D}" type="presParOf" srcId="{E970E1D2-B177-4570-A4CF-9D043D7D387E}" destId="{16BF19CF-BB05-4131-8E44-55C30A28D85F}" srcOrd="7" destOrd="0" presId="urn:microsoft.com/office/officeart/2005/8/layout/list1"/>
    <dgm:cxn modelId="{49273DA9-8F35-4B45-AA16-BCC5326B078A}" type="presParOf" srcId="{E970E1D2-B177-4570-A4CF-9D043D7D387E}" destId="{6066791D-B7CC-447C-B6A7-2BE60578EB46}" srcOrd="8" destOrd="0" presId="urn:microsoft.com/office/officeart/2005/8/layout/list1"/>
    <dgm:cxn modelId="{C025CAEC-24DE-4F96-87F7-38610A906F3F}" type="presParOf" srcId="{6066791D-B7CC-447C-B6A7-2BE60578EB46}" destId="{450BB29E-5E30-41F8-9935-E7EFEDA7D7D0}" srcOrd="0" destOrd="0" presId="urn:microsoft.com/office/officeart/2005/8/layout/list1"/>
    <dgm:cxn modelId="{88D60525-7855-434E-9D00-F957AFF3B60A}" type="presParOf" srcId="{6066791D-B7CC-447C-B6A7-2BE60578EB46}" destId="{7B8B700D-9D04-4AE0-A77D-C6BB5B92B7CD}" srcOrd="1" destOrd="0" presId="urn:microsoft.com/office/officeart/2005/8/layout/list1"/>
    <dgm:cxn modelId="{7275A3B5-C983-40AE-9622-4B08308EDD0B}" type="presParOf" srcId="{E970E1D2-B177-4570-A4CF-9D043D7D387E}" destId="{D3E09635-3D43-4B8A-9DBC-B3241B8FB018}" srcOrd="9" destOrd="0" presId="urn:microsoft.com/office/officeart/2005/8/layout/list1"/>
    <dgm:cxn modelId="{E1824993-E1D2-4FCE-9D2E-D867711CE506}" type="presParOf" srcId="{E970E1D2-B177-4570-A4CF-9D043D7D387E}" destId="{F8A573D4-090E-4AB9-9BFF-962AB7730C96}" srcOrd="10" destOrd="0" presId="urn:microsoft.com/office/officeart/2005/8/layout/list1"/>
    <dgm:cxn modelId="{FB950250-761B-4E5C-A2E7-3CFE495C0EA6}" type="presParOf" srcId="{E970E1D2-B177-4570-A4CF-9D043D7D387E}" destId="{F7DCB226-4DA9-45DB-A8F8-781F1AE7314C}" srcOrd="11" destOrd="0" presId="urn:microsoft.com/office/officeart/2005/8/layout/list1"/>
    <dgm:cxn modelId="{A10E3FB4-CF90-4BC0-A80B-F900207BC8C6}" type="presParOf" srcId="{E970E1D2-B177-4570-A4CF-9D043D7D387E}" destId="{45E7FF75-F5C7-4853-A0FB-FCD05FCFC7E1}" srcOrd="12" destOrd="0" presId="urn:microsoft.com/office/officeart/2005/8/layout/list1"/>
    <dgm:cxn modelId="{42BF1827-C27B-4FA2-B333-447E5E309F99}" type="presParOf" srcId="{45E7FF75-F5C7-4853-A0FB-FCD05FCFC7E1}" destId="{DD44E7A8-8C8F-4145-AEEA-EC81BD344710}" srcOrd="0" destOrd="0" presId="urn:microsoft.com/office/officeart/2005/8/layout/list1"/>
    <dgm:cxn modelId="{251CEEF8-378F-4E90-A55A-E23AE04EF83F}" type="presParOf" srcId="{45E7FF75-F5C7-4853-A0FB-FCD05FCFC7E1}" destId="{02EFD654-900D-4C55-A4BB-C8765F509D6D}" srcOrd="1" destOrd="0" presId="urn:microsoft.com/office/officeart/2005/8/layout/list1"/>
    <dgm:cxn modelId="{C58D0299-A274-45CD-9A39-A5BAE4B7BA31}" type="presParOf" srcId="{E970E1D2-B177-4570-A4CF-9D043D7D387E}" destId="{5ABF4ACC-8783-4A67-B988-387D83AA8D73}" srcOrd="13" destOrd="0" presId="urn:microsoft.com/office/officeart/2005/8/layout/list1"/>
    <dgm:cxn modelId="{80BE8F83-8D01-40E9-A70E-A30B4BF09259}" type="presParOf" srcId="{E970E1D2-B177-4570-A4CF-9D043D7D387E}" destId="{6F8C1021-4B29-4B41-BF3A-340FC941A3F8}" srcOrd="14"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5592DBB7-8225-440F-BC6C-26FD59EDADA3}"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5CFDEEB4-0381-458E-8FF9-4DD357EC3979}">
      <dgm:prSet/>
      <dgm:spPr/>
      <dgm:t>
        <a:bodyPr/>
        <a:lstStyle/>
        <a:p>
          <a:r>
            <a:rPr lang="pt-BR" b="0" i="0" dirty="0"/>
            <a:t>Valor total da venda</a:t>
          </a:r>
          <a:endParaRPr lang="en-US" dirty="0"/>
        </a:p>
      </dgm:t>
    </dgm:pt>
    <dgm:pt modelId="{4E05AF42-1A4A-4BE2-A8F4-CEDD1AB3239C}" type="parTrans" cxnId="{1DA30325-B008-41D0-8C1E-F0690CCD86E6}">
      <dgm:prSet/>
      <dgm:spPr/>
      <dgm:t>
        <a:bodyPr/>
        <a:lstStyle/>
        <a:p>
          <a:endParaRPr lang="en-US"/>
        </a:p>
      </dgm:t>
    </dgm:pt>
    <dgm:pt modelId="{4485F817-5320-4F7E-A045-A391C299E719}" type="sibTrans" cxnId="{1DA30325-B008-41D0-8C1E-F0690CCD86E6}">
      <dgm:prSet/>
      <dgm:spPr/>
      <dgm:t>
        <a:bodyPr/>
        <a:lstStyle/>
        <a:p>
          <a:endParaRPr lang="en-US"/>
        </a:p>
      </dgm:t>
    </dgm:pt>
    <dgm:pt modelId="{6DE08158-2A63-4B62-A46B-D3D360484DDC}">
      <dgm:prSet/>
      <dgm:spPr/>
      <dgm:t>
        <a:bodyPr/>
        <a:lstStyle/>
        <a:p>
          <a:r>
            <a:rPr lang="pt-BR" b="0" i="0" dirty="0"/>
            <a:t>Quantidade de itens vendidos</a:t>
          </a:r>
        </a:p>
      </dgm:t>
    </dgm:pt>
    <dgm:pt modelId="{476B0461-FCC2-4FEC-9A61-D7B9C9962887}" type="parTrans" cxnId="{33EA6363-902A-46BF-A68A-81C52D57B98E}">
      <dgm:prSet/>
      <dgm:spPr/>
      <dgm:t>
        <a:bodyPr/>
        <a:lstStyle/>
        <a:p>
          <a:endParaRPr lang="pt-BR"/>
        </a:p>
      </dgm:t>
    </dgm:pt>
    <dgm:pt modelId="{ABC86671-C321-426B-AF4C-5E456F147F60}" type="sibTrans" cxnId="{33EA6363-902A-46BF-A68A-81C52D57B98E}">
      <dgm:prSet/>
      <dgm:spPr/>
      <dgm:t>
        <a:bodyPr/>
        <a:lstStyle/>
        <a:p>
          <a:endParaRPr lang="pt-BR"/>
        </a:p>
      </dgm:t>
    </dgm:pt>
    <dgm:pt modelId="{71B4A69E-6A12-4E3D-B4D3-A12EC5B5BAC2}">
      <dgm:prSet/>
      <dgm:spPr/>
      <dgm:t>
        <a:bodyPr/>
        <a:lstStyle/>
        <a:p>
          <a:r>
            <a:rPr lang="pt-BR" b="0" i="0" dirty="0"/>
            <a:t>Lucro da venda</a:t>
          </a:r>
        </a:p>
      </dgm:t>
    </dgm:pt>
    <dgm:pt modelId="{88B15F00-F858-4073-BCA2-FC6CE61AE893}" type="parTrans" cxnId="{623C4A0B-CD65-4F31-8E6C-AB23764C63CC}">
      <dgm:prSet/>
      <dgm:spPr/>
      <dgm:t>
        <a:bodyPr/>
        <a:lstStyle/>
        <a:p>
          <a:endParaRPr lang="pt-BR"/>
        </a:p>
      </dgm:t>
    </dgm:pt>
    <dgm:pt modelId="{B1A98022-77D5-40CF-A7C8-51F9C9274871}" type="sibTrans" cxnId="{623C4A0B-CD65-4F31-8E6C-AB23764C63CC}">
      <dgm:prSet/>
      <dgm:spPr/>
      <dgm:t>
        <a:bodyPr/>
        <a:lstStyle/>
        <a:p>
          <a:endParaRPr lang="pt-BR"/>
        </a:p>
      </dgm:t>
    </dgm:pt>
    <dgm:pt modelId="{E00213EA-3A94-468D-98F0-112A92C4F15B}">
      <dgm:prSet/>
      <dgm:spPr/>
      <dgm:t>
        <a:bodyPr/>
        <a:lstStyle/>
        <a:p>
          <a:endParaRPr lang="pt-BR" b="0" i="0" dirty="0"/>
        </a:p>
      </dgm:t>
    </dgm:pt>
    <dgm:pt modelId="{5694D58B-C48B-46FE-8B47-A421EBE2D7AD}" type="parTrans" cxnId="{69679361-2526-4EF8-866F-969FA708B745}">
      <dgm:prSet/>
      <dgm:spPr/>
      <dgm:t>
        <a:bodyPr/>
        <a:lstStyle/>
        <a:p>
          <a:endParaRPr lang="pt-BR"/>
        </a:p>
      </dgm:t>
    </dgm:pt>
    <dgm:pt modelId="{3E2B3F15-AC00-469A-9332-326EFA2CC8A9}" type="sibTrans" cxnId="{69679361-2526-4EF8-866F-969FA708B745}">
      <dgm:prSet/>
      <dgm:spPr/>
      <dgm:t>
        <a:bodyPr/>
        <a:lstStyle/>
        <a:p>
          <a:endParaRPr lang="pt-BR"/>
        </a:p>
      </dgm:t>
    </dgm:pt>
    <dgm:pt modelId="{E970E1D2-B177-4570-A4CF-9D043D7D387E}" type="pres">
      <dgm:prSet presAssocID="{5592DBB7-8225-440F-BC6C-26FD59EDADA3}" presName="linear" presStyleCnt="0">
        <dgm:presLayoutVars>
          <dgm:dir/>
          <dgm:animLvl val="lvl"/>
          <dgm:resizeHandles val="exact"/>
        </dgm:presLayoutVars>
      </dgm:prSet>
      <dgm:spPr/>
    </dgm:pt>
    <dgm:pt modelId="{2E0260EF-91F9-4861-AACB-DBB1E3B34D77}" type="pres">
      <dgm:prSet presAssocID="{5CFDEEB4-0381-458E-8FF9-4DD357EC3979}" presName="parentLin" presStyleCnt="0"/>
      <dgm:spPr/>
    </dgm:pt>
    <dgm:pt modelId="{5081E257-5064-4585-893F-DDDF31D3E7BF}" type="pres">
      <dgm:prSet presAssocID="{5CFDEEB4-0381-458E-8FF9-4DD357EC3979}" presName="parentLeftMargin" presStyleLbl="node1" presStyleIdx="0" presStyleCnt="4"/>
      <dgm:spPr/>
    </dgm:pt>
    <dgm:pt modelId="{3EA7E467-7DB6-4950-B417-34A286A37062}" type="pres">
      <dgm:prSet presAssocID="{5CFDEEB4-0381-458E-8FF9-4DD357EC3979}" presName="parentText" presStyleLbl="node1" presStyleIdx="0" presStyleCnt="4">
        <dgm:presLayoutVars>
          <dgm:chMax val="0"/>
          <dgm:bulletEnabled val="1"/>
        </dgm:presLayoutVars>
      </dgm:prSet>
      <dgm:spPr/>
    </dgm:pt>
    <dgm:pt modelId="{D72A9899-1BCD-4C0E-B418-8C77F5CFBE83}" type="pres">
      <dgm:prSet presAssocID="{5CFDEEB4-0381-458E-8FF9-4DD357EC3979}" presName="negativeSpace" presStyleCnt="0"/>
      <dgm:spPr/>
    </dgm:pt>
    <dgm:pt modelId="{DA2E39E0-4E62-4482-8BFF-2E790E097CB1}" type="pres">
      <dgm:prSet presAssocID="{5CFDEEB4-0381-458E-8FF9-4DD357EC3979}" presName="childText" presStyleLbl="conFgAcc1" presStyleIdx="0" presStyleCnt="4">
        <dgm:presLayoutVars>
          <dgm:bulletEnabled val="1"/>
        </dgm:presLayoutVars>
      </dgm:prSet>
      <dgm:spPr/>
    </dgm:pt>
    <dgm:pt modelId="{367C3732-278D-431A-8515-ACB862C86858}" type="pres">
      <dgm:prSet presAssocID="{4485F817-5320-4F7E-A045-A391C299E719}" presName="spaceBetweenRectangles" presStyleCnt="0"/>
      <dgm:spPr/>
    </dgm:pt>
    <dgm:pt modelId="{52239E4F-67F2-49B3-82AF-A1829B1580D1}" type="pres">
      <dgm:prSet presAssocID="{6DE08158-2A63-4B62-A46B-D3D360484DDC}" presName="parentLin" presStyleCnt="0"/>
      <dgm:spPr/>
    </dgm:pt>
    <dgm:pt modelId="{736FC551-FF68-417D-88E9-853400CF4517}" type="pres">
      <dgm:prSet presAssocID="{6DE08158-2A63-4B62-A46B-D3D360484DDC}" presName="parentLeftMargin" presStyleLbl="node1" presStyleIdx="0" presStyleCnt="4"/>
      <dgm:spPr/>
    </dgm:pt>
    <dgm:pt modelId="{D9F939DD-161C-4560-928B-DFC5DBA1A35D}" type="pres">
      <dgm:prSet presAssocID="{6DE08158-2A63-4B62-A46B-D3D360484DDC}" presName="parentText" presStyleLbl="node1" presStyleIdx="1" presStyleCnt="4">
        <dgm:presLayoutVars>
          <dgm:chMax val="0"/>
          <dgm:bulletEnabled val="1"/>
        </dgm:presLayoutVars>
      </dgm:prSet>
      <dgm:spPr/>
    </dgm:pt>
    <dgm:pt modelId="{3BC06EA9-89EA-4261-94C7-72E7FB74AB63}" type="pres">
      <dgm:prSet presAssocID="{6DE08158-2A63-4B62-A46B-D3D360484DDC}" presName="negativeSpace" presStyleCnt="0"/>
      <dgm:spPr/>
    </dgm:pt>
    <dgm:pt modelId="{E917C00F-DA83-418C-8C3B-719D16314D86}" type="pres">
      <dgm:prSet presAssocID="{6DE08158-2A63-4B62-A46B-D3D360484DDC}" presName="childText" presStyleLbl="conFgAcc1" presStyleIdx="1" presStyleCnt="4">
        <dgm:presLayoutVars>
          <dgm:bulletEnabled val="1"/>
        </dgm:presLayoutVars>
      </dgm:prSet>
      <dgm:spPr/>
    </dgm:pt>
    <dgm:pt modelId="{322EE5A9-1B23-4BF9-A2A9-63D4429B569C}" type="pres">
      <dgm:prSet presAssocID="{ABC86671-C321-426B-AF4C-5E456F147F60}" presName="spaceBetweenRectangles" presStyleCnt="0"/>
      <dgm:spPr/>
    </dgm:pt>
    <dgm:pt modelId="{E6D2780E-8BD8-4354-885F-B83B87E50059}" type="pres">
      <dgm:prSet presAssocID="{71B4A69E-6A12-4E3D-B4D3-A12EC5B5BAC2}" presName="parentLin" presStyleCnt="0"/>
      <dgm:spPr/>
    </dgm:pt>
    <dgm:pt modelId="{DF5F37F5-9BB0-4F11-AD52-1BED2DCF1982}" type="pres">
      <dgm:prSet presAssocID="{71B4A69E-6A12-4E3D-B4D3-A12EC5B5BAC2}" presName="parentLeftMargin" presStyleLbl="node1" presStyleIdx="1" presStyleCnt="4"/>
      <dgm:spPr/>
    </dgm:pt>
    <dgm:pt modelId="{4540595E-AA8C-4227-94E3-5F8BAB3F9A19}" type="pres">
      <dgm:prSet presAssocID="{71B4A69E-6A12-4E3D-B4D3-A12EC5B5BAC2}" presName="parentText" presStyleLbl="node1" presStyleIdx="2" presStyleCnt="4">
        <dgm:presLayoutVars>
          <dgm:chMax val="0"/>
          <dgm:bulletEnabled val="1"/>
        </dgm:presLayoutVars>
      </dgm:prSet>
      <dgm:spPr/>
    </dgm:pt>
    <dgm:pt modelId="{37948C40-1413-47B1-B96A-D54F94B04B46}" type="pres">
      <dgm:prSet presAssocID="{71B4A69E-6A12-4E3D-B4D3-A12EC5B5BAC2}" presName="negativeSpace" presStyleCnt="0"/>
      <dgm:spPr/>
    </dgm:pt>
    <dgm:pt modelId="{0D5A45F4-0FB3-451B-B9A6-6ECE85085BAF}" type="pres">
      <dgm:prSet presAssocID="{71B4A69E-6A12-4E3D-B4D3-A12EC5B5BAC2}" presName="childText" presStyleLbl="conFgAcc1" presStyleIdx="2" presStyleCnt="4">
        <dgm:presLayoutVars>
          <dgm:bulletEnabled val="1"/>
        </dgm:presLayoutVars>
      </dgm:prSet>
      <dgm:spPr/>
    </dgm:pt>
    <dgm:pt modelId="{2CC82651-936C-41FC-8A20-03A550730133}" type="pres">
      <dgm:prSet presAssocID="{B1A98022-77D5-40CF-A7C8-51F9C9274871}" presName="spaceBetweenRectangles" presStyleCnt="0"/>
      <dgm:spPr/>
    </dgm:pt>
    <dgm:pt modelId="{C1D1A61E-B3B3-4E18-911A-7623E07C0D4D}" type="pres">
      <dgm:prSet presAssocID="{E00213EA-3A94-468D-98F0-112A92C4F15B}" presName="parentLin" presStyleCnt="0"/>
      <dgm:spPr/>
    </dgm:pt>
    <dgm:pt modelId="{A61396B6-2773-4B24-B33D-DCA55DF8B5FC}" type="pres">
      <dgm:prSet presAssocID="{E00213EA-3A94-468D-98F0-112A92C4F15B}" presName="parentLeftMargin" presStyleLbl="node1" presStyleIdx="2" presStyleCnt="4"/>
      <dgm:spPr/>
    </dgm:pt>
    <dgm:pt modelId="{DB0100D2-CEBD-471F-8344-7B67628BB063}" type="pres">
      <dgm:prSet presAssocID="{E00213EA-3A94-468D-98F0-112A92C4F15B}" presName="parentText" presStyleLbl="node1" presStyleIdx="3" presStyleCnt="4">
        <dgm:presLayoutVars>
          <dgm:chMax val="0"/>
          <dgm:bulletEnabled val="1"/>
        </dgm:presLayoutVars>
      </dgm:prSet>
      <dgm:spPr/>
    </dgm:pt>
    <dgm:pt modelId="{10F23BB9-FABB-400A-B91F-EA66EE0E701E}" type="pres">
      <dgm:prSet presAssocID="{E00213EA-3A94-468D-98F0-112A92C4F15B}" presName="negativeSpace" presStyleCnt="0"/>
      <dgm:spPr/>
    </dgm:pt>
    <dgm:pt modelId="{32958426-4620-4A4E-B6F6-89AE30E95DD2}" type="pres">
      <dgm:prSet presAssocID="{E00213EA-3A94-468D-98F0-112A92C4F15B}" presName="childText" presStyleLbl="conFgAcc1" presStyleIdx="3" presStyleCnt="4">
        <dgm:presLayoutVars>
          <dgm:bulletEnabled val="1"/>
        </dgm:presLayoutVars>
      </dgm:prSet>
      <dgm:spPr/>
    </dgm:pt>
  </dgm:ptLst>
  <dgm:cxnLst>
    <dgm:cxn modelId="{784BC301-AF18-43CA-A92D-A52E3CFD45FF}" type="presOf" srcId="{6DE08158-2A63-4B62-A46B-D3D360484DDC}" destId="{736FC551-FF68-417D-88E9-853400CF4517}" srcOrd="0" destOrd="0" presId="urn:microsoft.com/office/officeart/2005/8/layout/list1"/>
    <dgm:cxn modelId="{623C4A0B-CD65-4F31-8E6C-AB23764C63CC}" srcId="{5592DBB7-8225-440F-BC6C-26FD59EDADA3}" destId="{71B4A69E-6A12-4E3D-B4D3-A12EC5B5BAC2}" srcOrd="2" destOrd="0" parTransId="{88B15F00-F858-4073-BCA2-FC6CE61AE893}" sibTransId="{B1A98022-77D5-40CF-A7C8-51F9C9274871}"/>
    <dgm:cxn modelId="{F7B1631D-9063-4007-972A-7E1B2FF89962}" type="presOf" srcId="{6DE08158-2A63-4B62-A46B-D3D360484DDC}" destId="{D9F939DD-161C-4560-928B-DFC5DBA1A35D}" srcOrd="1" destOrd="0" presId="urn:microsoft.com/office/officeart/2005/8/layout/list1"/>
    <dgm:cxn modelId="{1DA30325-B008-41D0-8C1E-F0690CCD86E6}" srcId="{5592DBB7-8225-440F-BC6C-26FD59EDADA3}" destId="{5CFDEEB4-0381-458E-8FF9-4DD357EC3979}" srcOrd="0" destOrd="0" parTransId="{4E05AF42-1A4A-4BE2-A8F4-CEDD1AB3239C}" sibTransId="{4485F817-5320-4F7E-A045-A391C299E719}"/>
    <dgm:cxn modelId="{4A47853E-0A66-4CFD-9377-909EAB0B9E0F}" type="presOf" srcId="{E00213EA-3A94-468D-98F0-112A92C4F15B}" destId="{DB0100D2-CEBD-471F-8344-7B67628BB063}" srcOrd="1" destOrd="0" presId="urn:microsoft.com/office/officeart/2005/8/layout/list1"/>
    <dgm:cxn modelId="{69679361-2526-4EF8-866F-969FA708B745}" srcId="{5592DBB7-8225-440F-BC6C-26FD59EDADA3}" destId="{E00213EA-3A94-468D-98F0-112A92C4F15B}" srcOrd="3" destOrd="0" parTransId="{5694D58B-C48B-46FE-8B47-A421EBE2D7AD}" sibTransId="{3E2B3F15-AC00-469A-9332-326EFA2CC8A9}"/>
    <dgm:cxn modelId="{E6E0DF61-985C-476F-9848-97157F128D53}" type="presOf" srcId="{E00213EA-3A94-468D-98F0-112A92C4F15B}" destId="{A61396B6-2773-4B24-B33D-DCA55DF8B5FC}" srcOrd="0" destOrd="0" presId="urn:microsoft.com/office/officeart/2005/8/layout/list1"/>
    <dgm:cxn modelId="{11F0C362-6880-4520-8500-16377EB0A275}" type="presOf" srcId="{5CFDEEB4-0381-458E-8FF9-4DD357EC3979}" destId="{5081E257-5064-4585-893F-DDDF31D3E7BF}" srcOrd="0" destOrd="0" presId="urn:microsoft.com/office/officeart/2005/8/layout/list1"/>
    <dgm:cxn modelId="{33EA6363-902A-46BF-A68A-81C52D57B98E}" srcId="{5592DBB7-8225-440F-BC6C-26FD59EDADA3}" destId="{6DE08158-2A63-4B62-A46B-D3D360484DDC}" srcOrd="1" destOrd="0" parTransId="{476B0461-FCC2-4FEC-9A61-D7B9C9962887}" sibTransId="{ABC86671-C321-426B-AF4C-5E456F147F60}"/>
    <dgm:cxn modelId="{49CFFD69-5483-4D06-926E-CD97AE2B316D}" type="presOf" srcId="{5CFDEEB4-0381-458E-8FF9-4DD357EC3979}" destId="{3EA7E467-7DB6-4950-B417-34A286A37062}" srcOrd="1" destOrd="0" presId="urn:microsoft.com/office/officeart/2005/8/layout/list1"/>
    <dgm:cxn modelId="{AF5922A0-1443-487A-8498-207893C4EFDB}" type="presOf" srcId="{71B4A69E-6A12-4E3D-B4D3-A12EC5B5BAC2}" destId="{DF5F37F5-9BB0-4F11-AD52-1BED2DCF1982}" srcOrd="0" destOrd="0" presId="urn:microsoft.com/office/officeart/2005/8/layout/list1"/>
    <dgm:cxn modelId="{35CD54B7-6703-4B7B-A85B-25CA21BEE51C}" type="presOf" srcId="{71B4A69E-6A12-4E3D-B4D3-A12EC5B5BAC2}" destId="{4540595E-AA8C-4227-94E3-5F8BAB3F9A19}" srcOrd="1" destOrd="0" presId="urn:microsoft.com/office/officeart/2005/8/layout/list1"/>
    <dgm:cxn modelId="{BC5394E6-FE6F-48F3-B6E3-0410ECA87626}" type="presOf" srcId="{5592DBB7-8225-440F-BC6C-26FD59EDADA3}" destId="{E970E1D2-B177-4570-A4CF-9D043D7D387E}" srcOrd="0" destOrd="0" presId="urn:microsoft.com/office/officeart/2005/8/layout/list1"/>
    <dgm:cxn modelId="{6E62C4F1-FC8E-4147-B35B-E2F287E3EB33}" type="presParOf" srcId="{E970E1D2-B177-4570-A4CF-9D043D7D387E}" destId="{2E0260EF-91F9-4861-AACB-DBB1E3B34D77}" srcOrd="0" destOrd="0" presId="urn:microsoft.com/office/officeart/2005/8/layout/list1"/>
    <dgm:cxn modelId="{2DE20D94-2EC4-4AFF-AA46-068B1C3B437B}" type="presParOf" srcId="{2E0260EF-91F9-4861-AACB-DBB1E3B34D77}" destId="{5081E257-5064-4585-893F-DDDF31D3E7BF}" srcOrd="0" destOrd="0" presId="urn:microsoft.com/office/officeart/2005/8/layout/list1"/>
    <dgm:cxn modelId="{1DB8C6E3-67C2-4F17-84CE-33484956EEDE}" type="presParOf" srcId="{2E0260EF-91F9-4861-AACB-DBB1E3B34D77}" destId="{3EA7E467-7DB6-4950-B417-34A286A37062}" srcOrd="1" destOrd="0" presId="urn:microsoft.com/office/officeart/2005/8/layout/list1"/>
    <dgm:cxn modelId="{300853CB-4018-4049-89C1-757354156A18}" type="presParOf" srcId="{E970E1D2-B177-4570-A4CF-9D043D7D387E}" destId="{D72A9899-1BCD-4C0E-B418-8C77F5CFBE83}" srcOrd="1" destOrd="0" presId="urn:microsoft.com/office/officeart/2005/8/layout/list1"/>
    <dgm:cxn modelId="{AF7850EB-FB14-4152-A2ED-C020AFA6B154}" type="presParOf" srcId="{E970E1D2-B177-4570-A4CF-9D043D7D387E}" destId="{DA2E39E0-4E62-4482-8BFF-2E790E097CB1}" srcOrd="2" destOrd="0" presId="urn:microsoft.com/office/officeart/2005/8/layout/list1"/>
    <dgm:cxn modelId="{2C6417B9-32A7-4293-8A1F-78CABE1A3B75}" type="presParOf" srcId="{E970E1D2-B177-4570-A4CF-9D043D7D387E}" destId="{367C3732-278D-431A-8515-ACB862C86858}" srcOrd="3" destOrd="0" presId="urn:microsoft.com/office/officeart/2005/8/layout/list1"/>
    <dgm:cxn modelId="{326B5CCA-EFD4-4C75-97A3-FD70A097AA89}" type="presParOf" srcId="{E970E1D2-B177-4570-A4CF-9D043D7D387E}" destId="{52239E4F-67F2-49B3-82AF-A1829B1580D1}" srcOrd="4" destOrd="0" presId="urn:microsoft.com/office/officeart/2005/8/layout/list1"/>
    <dgm:cxn modelId="{D1884325-34F5-4787-9307-A1D6F80570F6}" type="presParOf" srcId="{52239E4F-67F2-49B3-82AF-A1829B1580D1}" destId="{736FC551-FF68-417D-88E9-853400CF4517}" srcOrd="0" destOrd="0" presId="urn:microsoft.com/office/officeart/2005/8/layout/list1"/>
    <dgm:cxn modelId="{08E47DA1-2429-481F-92E4-60B24494B9FD}" type="presParOf" srcId="{52239E4F-67F2-49B3-82AF-A1829B1580D1}" destId="{D9F939DD-161C-4560-928B-DFC5DBA1A35D}" srcOrd="1" destOrd="0" presId="urn:microsoft.com/office/officeart/2005/8/layout/list1"/>
    <dgm:cxn modelId="{9CCFEEE9-D86E-4F6D-8E5F-2B612797C490}" type="presParOf" srcId="{E970E1D2-B177-4570-A4CF-9D043D7D387E}" destId="{3BC06EA9-89EA-4261-94C7-72E7FB74AB63}" srcOrd="5" destOrd="0" presId="urn:microsoft.com/office/officeart/2005/8/layout/list1"/>
    <dgm:cxn modelId="{E6F11BF8-3F77-4E22-A667-766C3E9F1CE3}" type="presParOf" srcId="{E970E1D2-B177-4570-A4CF-9D043D7D387E}" destId="{E917C00F-DA83-418C-8C3B-719D16314D86}" srcOrd="6" destOrd="0" presId="urn:microsoft.com/office/officeart/2005/8/layout/list1"/>
    <dgm:cxn modelId="{3C58487E-7827-4022-BE8B-0EBD87918F09}" type="presParOf" srcId="{E970E1D2-B177-4570-A4CF-9D043D7D387E}" destId="{322EE5A9-1B23-4BF9-A2A9-63D4429B569C}" srcOrd="7" destOrd="0" presId="urn:microsoft.com/office/officeart/2005/8/layout/list1"/>
    <dgm:cxn modelId="{CC3376C3-3D57-4580-ADBD-BE758EE15C1D}" type="presParOf" srcId="{E970E1D2-B177-4570-A4CF-9D043D7D387E}" destId="{E6D2780E-8BD8-4354-885F-B83B87E50059}" srcOrd="8" destOrd="0" presId="urn:microsoft.com/office/officeart/2005/8/layout/list1"/>
    <dgm:cxn modelId="{9DEAB923-E461-4EA3-B97E-F64B83A4C353}" type="presParOf" srcId="{E6D2780E-8BD8-4354-885F-B83B87E50059}" destId="{DF5F37F5-9BB0-4F11-AD52-1BED2DCF1982}" srcOrd="0" destOrd="0" presId="urn:microsoft.com/office/officeart/2005/8/layout/list1"/>
    <dgm:cxn modelId="{B34F361A-7EA4-4E69-8B2F-D548E75FA634}" type="presParOf" srcId="{E6D2780E-8BD8-4354-885F-B83B87E50059}" destId="{4540595E-AA8C-4227-94E3-5F8BAB3F9A19}" srcOrd="1" destOrd="0" presId="urn:microsoft.com/office/officeart/2005/8/layout/list1"/>
    <dgm:cxn modelId="{54E5F581-2A80-46E5-848A-ECBA9E584788}" type="presParOf" srcId="{E970E1D2-B177-4570-A4CF-9D043D7D387E}" destId="{37948C40-1413-47B1-B96A-D54F94B04B46}" srcOrd="9" destOrd="0" presId="urn:microsoft.com/office/officeart/2005/8/layout/list1"/>
    <dgm:cxn modelId="{A8C2B1F1-3C0C-4441-BD4E-104220E8CB6F}" type="presParOf" srcId="{E970E1D2-B177-4570-A4CF-9D043D7D387E}" destId="{0D5A45F4-0FB3-451B-B9A6-6ECE85085BAF}" srcOrd="10" destOrd="0" presId="urn:microsoft.com/office/officeart/2005/8/layout/list1"/>
    <dgm:cxn modelId="{85DC8556-7E3C-4C69-ACAB-98F4C4965C1D}" type="presParOf" srcId="{E970E1D2-B177-4570-A4CF-9D043D7D387E}" destId="{2CC82651-936C-41FC-8A20-03A550730133}" srcOrd="11" destOrd="0" presId="urn:microsoft.com/office/officeart/2005/8/layout/list1"/>
    <dgm:cxn modelId="{5B4FCC78-0585-4EB2-92B6-44F672EBF048}" type="presParOf" srcId="{E970E1D2-B177-4570-A4CF-9D043D7D387E}" destId="{C1D1A61E-B3B3-4E18-911A-7623E07C0D4D}" srcOrd="12" destOrd="0" presId="urn:microsoft.com/office/officeart/2005/8/layout/list1"/>
    <dgm:cxn modelId="{20EE1C47-1919-4743-945B-4DE1CA70F4DD}" type="presParOf" srcId="{C1D1A61E-B3B3-4E18-911A-7623E07C0D4D}" destId="{A61396B6-2773-4B24-B33D-DCA55DF8B5FC}" srcOrd="0" destOrd="0" presId="urn:microsoft.com/office/officeart/2005/8/layout/list1"/>
    <dgm:cxn modelId="{EB2CAF53-5F62-4E94-A436-87336C23881F}" type="presParOf" srcId="{C1D1A61E-B3B3-4E18-911A-7623E07C0D4D}" destId="{DB0100D2-CEBD-471F-8344-7B67628BB063}" srcOrd="1" destOrd="0" presId="urn:microsoft.com/office/officeart/2005/8/layout/list1"/>
    <dgm:cxn modelId="{3F213763-3F01-45D1-BAD6-98BCD2FC66D3}" type="presParOf" srcId="{E970E1D2-B177-4570-A4CF-9D043D7D387E}" destId="{10F23BB9-FABB-400A-B91F-EA66EE0E701E}" srcOrd="13" destOrd="0" presId="urn:microsoft.com/office/officeart/2005/8/layout/list1"/>
    <dgm:cxn modelId="{903E2F2A-B12A-408B-9AD1-D5450D8AED27}" type="presParOf" srcId="{E970E1D2-B177-4570-A4CF-9D043D7D387E}" destId="{32958426-4620-4A4E-B6F6-89AE30E95DD2}" srcOrd="14" destOrd="0" presId="urn:microsoft.com/office/officeart/2005/8/layout/list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9CDDBEFB-8075-4899-AAE7-94815C98B168}"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6CE6194C-D463-4B8B-A92C-2DE6033F1C2F}">
      <dgm:prSet/>
      <dgm:spPr/>
      <dgm:t>
        <a:bodyPr/>
        <a:lstStyle/>
        <a:p>
          <a:r>
            <a:rPr lang="pt-BR" b="0" i="0"/>
            <a:t>Hierarquias em modelos multidimensionais referem-se à organização de dimensões em diferentes níveis de granularidade. </a:t>
          </a:r>
          <a:r>
            <a:rPr lang="pt-BR" b="0" i="0" dirty="0"/>
            <a:t>Essa organização permite uma análise mais detalhada ou mais agregada dos dados, dependendo das necessidades do usuário.</a:t>
          </a:r>
          <a:endParaRPr lang="en-US" dirty="0"/>
        </a:p>
      </dgm:t>
    </dgm:pt>
    <dgm:pt modelId="{5F018173-5331-44C8-9FEA-36C77EA34864}" type="parTrans" cxnId="{9FF8D914-5CCC-4715-8DCA-2F45FC0D04FF}">
      <dgm:prSet/>
      <dgm:spPr/>
      <dgm:t>
        <a:bodyPr/>
        <a:lstStyle/>
        <a:p>
          <a:endParaRPr lang="en-US"/>
        </a:p>
      </dgm:t>
    </dgm:pt>
    <dgm:pt modelId="{09EF6B57-6C2E-46C7-9032-D5DD679FE2E1}" type="sibTrans" cxnId="{9FF8D914-5CCC-4715-8DCA-2F45FC0D04FF}">
      <dgm:prSet/>
      <dgm:spPr/>
      <dgm:t>
        <a:bodyPr/>
        <a:lstStyle/>
        <a:p>
          <a:endParaRPr lang="en-US"/>
        </a:p>
      </dgm:t>
    </dgm:pt>
    <dgm:pt modelId="{6DA15AE3-F05F-432C-891D-7D013499027E}">
      <dgm:prSet/>
      <dgm:spPr/>
      <dgm:t>
        <a:bodyPr/>
        <a:lstStyle/>
        <a:p>
          <a:r>
            <a:rPr lang="pt-BR" b="0" i="0"/>
            <a:t>Uma hierarquia geralmente consiste em múltiplos níveis, onde cada nível representa uma dimensão em diferentes graus de detalhamento. Por exemplo, uma hierarquia de tempo pode começar com o ano como o nível mais alto, seguido pelo trimestre, mês e dia como níveis inferiores.</a:t>
          </a:r>
          <a:endParaRPr lang="en-US"/>
        </a:p>
      </dgm:t>
    </dgm:pt>
    <dgm:pt modelId="{73E30F36-A1BB-46D6-AEBD-73928EFEB653}" type="parTrans" cxnId="{05971EC9-DAFD-4661-BBA3-8CFCFAC06EF8}">
      <dgm:prSet/>
      <dgm:spPr/>
      <dgm:t>
        <a:bodyPr/>
        <a:lstStyle/>
        <a:p>
          <a:endParaRPr lang="en-US"/>
        </a:p>
      </dgm:t>
    </dgm:pt>
    <dgm:pt modelId="{17319EC7-5D59-4F54-AF1B-1D383226C68C}" type="sibTrans" cxnId="{05971EC9-DAFD-4661-BBA3-8CFCFAC06EF8}">
      <dgm:prSet/>
      <dgm:spPr/>
      <dgm:t>
        <a:bodyPr/>
        <a:lstStyle/>
        <a:p>
          <a:endParaRPr lang="en-US"/>
        </a:p>
      </dgm:t>
    </dgm:pt>
    <dgm:pt modelId="{3FF68913-0284-4EF1-922E-7DF80BD54490}" type="pres">
      <dgm:prSet presAssocID="{9CDDBEFB-8075-4899-AAE7-94815C98B168}" presName="root" presStyleCnt="0">
        <dgm:presLayoutVars>
          <dgm:dir/>
          <dgm:resizeHandles val="exact"/>
        </dgm:presLayoutVars>
      </dgm:prSet>
      <dgm:spPr/>
    </dgm:pt>
    <dgm:pt modelId="{E4E43B9C-D321-400F-98A6-8EBA518BD332}" type="pres">
      <dgm:prSet presAssocID="{6CE6194C-D463-4B8B-A92C-2DE6033F1C2F}" presName="compNode" presStyleCnt="0"/>
      <dgm:spPr/>
    </dgm:pt>
    <dgm:pt modelId="{AD718154-B6F9-4BD9-B0A6-EB842D9FE1E3}" type="pres">
      <dgm:prSet presAssocID="{6CE6194C-D463-4B8B-A92C-2DE6033F1C2F}" presName="bgRect" presStyleLbl="bgShp" presStyleIdx="0" presStyleCnt="2"/>
      <dgm:spPr/>
    </dgm:pt>
    <dgm:pt modelId="{42951B90-CED9-44A4-A52C-63041A213D03}" type="pres">
      <dgm:prSet presAssocID="{6CE6194C-D463-4B8B-A92C-2DE6033F1C2F}"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ierarquia"/>
        </a:ext>
      </dgm:extLst>
    </dgm:pt>
    <dgm:pt modelId="{9FE14CCD-8C9B-4EC2-950B-E0FBE70CA5D5}" type="pres">
      <dgm:prSet presAssocID="{6CE6194C-D463-4B8B-A92C-2DE6033F1C2F}" presName="spaceRect" presStyleCnt="0"/>
      <dgm:spPr/>
    </dgm:pt>
    <dgm:pt modelId="{1D9FADB4-2AC9-4D2D-AA41-90DA52F929D1}" type="pres">
      <dgm:prSet presAssocID="{6CE6194C-D463-4B8B-A92C-2DE6033F1C2F}" presName="parTx" presStyleLbl="revTx" presStyleIdx="0" presStyleCnt="2">
        <dgm:presLayoutVars>
          <dgm:chMax val="0"/>
          <dgm:chPref val="0"/>
        </dgm:presLayoutVars>
      </dgm:prSet>
      <dgm:spPr/>
    </dgm:pt>
    <dgm:pt modelId="{160772BA-5EDC-49C7-B507-45F16EC92B7D}" type="pres">
      <dgm:prSet presAssocID="{09EF6B57-6C2E-46C7-9032-D5DD679FE2E1}" presName="sibTrans" presStyleCnt="0"/>
      <dgm:spPr/>
    </dgm:pt>
    <dgm:pt modelId="{73D39B8D-E1EE-4115-91C1-16AF6F6E6DDB}" type="pres">
      <dgm:prSet presAssocID="{6DA15AE3-F05F-432C-891D-7D013499027E}" presName="compNode" presStyleCnt="0"/>
      <dgm:spPr/>
    </dgm:pt>
    <dgm:pt modelId="{1C02DCD2-BC1B-4DA7-AF30-C6724857050F}" type="pres">
      <dgm:prSet presAssocID="{6DA15AE3-F05F-432C-891D-7D013499027E}" presName="bgRect" presStyleLbl="bgShp" presStyleIdx="1" presStyleCnt="2"/>
      <dgm:spPr/>
    </dgm:pt>
    <dgm:pt modelId="{193FE2AD-666A-4DE7-A6F3-472E210500A8}" type="pres">
      <dgm:prSet presAssocID="{6DA15AE3-F05F-432C-891D-7D013499027E}"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ranching Diagram"/>
        </a:ext>
      </dgm:extLst>
    </dgm:pt>
    <dgm:pt modelId="{C99E05FC-9C07-427A-BF32-E7B70DF2240D}" type="pres">
      <dgm:prSet presAssocID="{6DA15AE3-F05F-432C-891D-7D013499027E}" presName="spaceRect" presStyleCnt="0"/>
      <dgm:spPr/>
    </dgm:pt>
    <dgm:pt modelId="{7DA9BCF2-E58C-4A28-8A2B-502912564917}" type="pres">
      <dgm:prSet presAssocID="{6DA15AE3-F05F-432C-891D-7D013499027E}" presName="parTx" presStyleLbl="revTx" presStyleIdx="1" presStyleCnt="2">
        <dgm:presLayoutVars>
          <dgm:chMax val="0"/>
          <dgm:chPref val="0"/>
        </dgm:presLayoutVars>
      </dgm:prSet>
      <dgm:spPr/>
    </dgm:pt>
  </dgm:ptLst>
  <dgm:cxnLst>
    <dgm:cxn modelId="{9FF8D914-5CCC-4715-8DCA-2F45FC0D04FF}" srcId="{9CDDBEFB-8075-4899-AAE7-94815C98B168}" destId="{6CE6194C-D463-4B8B-A92C-2DE6033F1C2F}" srcOrd="0" destOrd="0" parTransId="{5F018173-5331-44C8-9FEA-36C77EA34864}" sibTransId="{09EF6B57-6C2E-46C7-9032-D5DD679FE2E1}"/>
    <dgm:cxn modelId="{CAC17635-9D70-48CC-9355-BFF8466F25AF}" type="presOf" srcId="{6DA15AE3-F05F-432C-891D-7D013499027E}" destId="{7DA9BCF2-E58C-4A28-8A2B-502912564917}" srcOrd="0" destOrd="0" presId="urn:microsoft.com/office/officeart/2018/2/layout/IconVerticalSolidList"/>
    <dgm:cxn modelId="{05971EC9-DAFD-4661-BBA3-8CFCFAC06EF8}" srcId="{9CDDBEFB-8075-4899-AAE7-94815C98B168}" destId="{6DA15AE3-F05F-432C-891D-7D013499027E}" srcOrd="1" destOrd="0" parTransId="{73E30F36-A1BB-46D6-AEBD-73928EFEB653}" sibTransId="{17319EC7-5D59-4F54-AF1B-1D383226C68C}"/>
    <dgm:cxn modelId="{E3D54FDE-C3B0-436F-9DA4-CF5090905978}" type="presOf" srcId="{6CE6194C-D463-4B8B-A92C-2DE6033F1C2F}" destId="{1D9FADB4-2AC9-4D2D-AA41-90DA52F929D1}" srcOrd="0" destOrd="0" presId="urn:microsoft.com/office/officeart/2018/2/layout/IconVerticalSolidList"/>
    <dgm:cxn modelId="{8AA855F6-E37F-4BE8-858A-56C2BFB34928}" type="presOf" srcId="{9CDDBEFB-8075-4899-AAE7-94815C98B168}" destId="{3FF68913-0284-4EF1-922E-7DF80BD54490}" srcOrd="0" destOrd="0" presId="urn:microsoft.com/office/officeart/2018/2/layout/IconVerticalSolidList"/>
    <dgm:cxn modelId="{24321253-C74D-45EE-8C70-7E87A5F35C7F}" type="presParOf" srcId="{3FF68913-0284-4EF1-922E-7DF80BD54490}" destId="{E4E43B9C-D321-400F-98A6-8EBA518BD332}" srcOrd="0" destOrd="0" presId="urn:microsoft.com/office/officeart/2018/2/layout/IconVerticalSolidList"/>
    <dgm:cxn modelId="{7C4518FE-15DD-4D15-A20A-95A810C1B8B5}" type="presParOf" srcId="{E4E43B9C-D321-400F-98A6-8EBA518BD332}" destId="{AD718154-B6F9-4BD9-B0A6-EB842D9FE1E3}" srcOrd="0" destOrd="0" presId="urn:microsoft.com/office/officeart/2018/2/layout/IconVerticalSolidList"/>
    <dgm:cxn modelId="{B1CB7A99-7E94-4009-9A56-DB49CF42FD9D}" type="presParOf" srcId="{E4E43B9C-D321-400F-98A6-8EBA518BD332}" destId="{42951B90-CED9-44A4-A52C-63041A213D03}" srcOrd="1" destOrd="0" presId="urn:microsoft.com/office/officeart/2018/2/layout/IconVerticalSolidList"/>
    <dgm:cxn modelId="{93404652-34FE-4A08-8EBE-A5E33214A49A}" type="presParOf" srcId="{E4E43B9C-D321-400F-98A6-8EBA518BD332}" destId="{9FE14CCD-8C9B-4EC2-950B-E0FBE70CA5D5}" srcOrd="2" destOrd="0" presId="urn:microsoft.com/office/officeart/2018/2/layout/IconVerticalSolidList"/>
    <dgm:cxn modelId="{5F0A6C6F-8E48-4DDD-AA9B-3DD513F7E45D}" type="presParOf" srcId="{E4E43B9C-D321-400F-98A6-8EBA518BD332}" destId="{1D9FADB4-2AC9-4D2D-AA41-90DA52F929D1}" srcOrd="3" destOrd="0" presId="urn:microsoft.com/office/officeart/2018/2/layout/IconVerticalSolidList"/>
    <dgm:cxn modelId="{0DC9435C-E872-4E0B-9EE0-7D860ACF7792}" type="presParOf" srcId="{3FF68913-0284-4EF1-922E-7DF80BD54490}" destId="{160772BA-5EDC-49C7-B507-45F16EC92B7D}" srcOrd="1" destOrd="0" presId="urn:microsoft.com/office/officeart/2018/2/layout/IconVerticalSolidList"/>
    <dgm:cxn modelId="{4C97F4DC-11A9-4BD0-A412-07827B9CE2E9}" type="presParOf" srcId="{3FF68913-0284-4EF1-922E-7DF80BD54490}" destId="{73D39B8D-E1EE-4115-91C1-16AF6F6E6DDB}" srcOrd="2" destOrd="0" presId="urn:microsoft.com/office/officeart/2018/2/layout/IconVerticalSolidList"/>
    <dgm:cxn modelId="{9D4DA59B-9F16-4679-BC97-855C032C6FFA}" type="presParOf" srcId="{73D39B8D-E1EE-4115-91C1-16AF6F6E6DDB}" destId="{1C02DCD2-BC1B-4DA7-AF30-C6724857050F}" srcOrd="0" destOrd="0" presId="urn:microsoft.com/office/officeart/2018/2/layout/IconVerticalSolidList"/>
    <dgm:cxn modelId="{65E5DF13-E10D-49BD-9C93-84AF99525BE8}" type="presParOf" srcId="{73D39B8D-E1EE-4115-91C1-16AF6F6E6DDB}" destId="{193FE2AD-666A-4DE7-A6F3-472E210500A8}" srcOrd="1" destOrd="0" presId="urn:microsoft.com/office/officeart/2018/2/layout/IconVerticalSolidList"/>
    <dgm:cxn modelId="{67D8EB1D-F588-4145-8361-F338B7499B5A}" type="presParOf" srcId="{73D39B8D-E1EE-4115-91C1-16AF6F6E6DDB}" destId="{C99E05FC-9C07-427A-BF32-E7B70DF2240D}" srcOrd="2" destOrd="0" presId="urn:microsoft.com/office/officeart/2018/2/layout/IconVerticalSolidList"/>
    <dgm:cxn modelId="{2E3C3E56-AC9F-4450-8A39-3BF94931CF92}" type="presParOf" srcId="{73D39B8D-E1EE-4115-91C1-16AF6F6E6DDB}" destId="{7DA9BCF2-E58C-4A28-8A2B-502912564917}"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F9FC92A1-E69A-436B-A5F8-3E3F762C8B2C}"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pt-BR"/>
        </a:p>
      </dgm:t>
    </dgm:pt>
    <dgm:pt modelId="{125E582C-6CF6-4FE6-A79F-400AB5443327}">
      <dgm:prSet phldrT="[Texto]"/>
      <dgm:spPr/>
      <dgm:t>
        <a:bodyPr/>
        <a:lstStyle/>
        <a:p>
          <a:r>
            <a:rPr lang="pt-BR" b="0" i="0" dirty="0"/>
            <a:t>Ano</a:t>
          </a:r>
          <a:endParaRPr lang="pt-BR" dirty="0"/>
        </a:p>
      </dgm:t>
    </dgm:pt>
    <dgm:pt modelId="{C55BE73E-36C5-400E-9E1B-F412274F50D2}" type="parTrans" cxnId="{69BDFE41-D227-4EDC-BFA5-CC8B0CAE6FFD}">
      <dgm:prSet/>
      <dgm:spPr/>
      <dgm:t>
        <a:bodyPr/>
        <a:lstStyle/>
        <a:p>
          <a:endParaRPr lang="pt-BR"/>
        </a:p>
      </dgm:t>
    </dgm:pt>
    <dgm:pt modelId="{DCC70588-6C26-442F-AFD4-15E369FB036A}" type="sibTrans" cxnId="{69BDFE41-D227-4EDC-BFA5-CC8B0CAE6FFD}">
      <dgm:prSet/>
      <dgm:spPr/>
      <dgm:t>
        <a:bodyPr/>
        <a:lstStyle/>
        <a:p>
          <a:endParaRPr lang="pt-BR"/>
        </a:p>
      </dgm:t>
    </dgm:pt>
    <dgm:pt modelId="{C1B9974D-10FA-41C3-B6AE-64538817473B}">
      <dgm:prSet phldrT="[Texto]"/>
      <dgm:spPr/>
      <dgm:t>
        <a:bodyPr/>
        <a:lstStyle/>
        <a:p>
          <a:r>
            <a:rPr lang="pt-BR" b="0" i="0" dirty="0"/>
            <a:t>Trimestre</a:t>
          </a:r>
          <a:endParaRPr lang="pt-BR" dirty="0"/>
        </a:p>
      </dgm:t>
    </dgm:pt>
    <dgm:pt modelId="{01E774C3-DE3B-4FF6-8642-0BF65DE24555}" type="parTrans" cxnId="{E6883047-F867-4A0A-8946-2302785C667E}">
      <dgm:prSet/>
      <dgm:spPr/>
      <dgm:t>
        <a:bodyPr/>
        <a:lstStyle/>
        <a:p>
          <a:endParaRPr lang="pt-BR"/>
        </a:p>
      </dgm:t>
    </dgm:pt>
    <dgm:pt modelId="{C0C569F4-98BC-45CF-BF33-9BD85DDDB1C3}" type="sibTrans" cxnId="{E6883047-F867-4A0A-8946-2302785C667E}">
      <dgm:prSet/>
      <dgm:spPr/>
      <dgm:t>
        <a:bodyPr/>
        <a:lstStyle/>
        <a:p>
          <a:endParaRPr lang="pt-BR"/>
        </a:p>
      </dgm:t>
    </dgm:pt>
    <dgm:pt modelId="{7C3945C9-A67D-4EA5-B64D-2A67758D670F}">
      <dgm:prSet phldrT="[Texto]"/>
      <dgm:spPr/>
      <dgm:t>
        <a:bodyPr/>
        <a:lstStyle/>
        <a:p>
          <a:r>
            <a:rPr lang="pt-BR" b="0" i="0" dirty="0"/>
            <a:t>Mês</a:t>
          </a:r>
          <a:endParaRPr lang="pt-BR" dirty="0"/>
        </a:p>
      </dgm:t>
    </dgm:pt>
    <dgm:pt modelId="{89D775A3-B7AB-48F4-A24F-61CBECCE65AB}" type="parTrans" cxnId="{DB75456D-288C-4A56-A72B-E31EBAEA8AF3}">
      <dgm:prSet/>
      <dgm:spPr/>
      <dgm:t>
        <a:bodyPr/>
        <a:lstStyle/>
        <a:p>
          <a:endParaRPr lang="pt-BR"/>
        </a:p>
      </dgm:t>
    </dgm:pt>
    <dgm:pt modelId="{65C07D6A-8254-4C1B-AC63-E56DAC3BC449}" type="sibTrans" cxnId="{DB75456D-288C-4A56-A72B-E31EBAEA8AF3}">
      <dgm:prSet/>
      <dgm:spPr/>
      <dgm:t>
        <a:bodyPr/>
        <a:lstStyle/>
        <a:p>
          <a:endParaRPr lang="pt-BR"/>
        </a:p>
      </dgm:t>
    </dgm:pt>
    <dgm:pt modelId="{98B375CD-1D31-44E0-A7BB-9D2EA3858916}">
      <dgm:prSet phldrT="[Texto]"/>
      <dgm:spPr/>
      <dgm:t>
        <a:bodyPr/>
        <a:lstStyle/>
        <a:p>
          <a:r>
            <a:rPr lang="pt-BR" b="0" i="0" dirty="0"/>
            <a:t>Semana</a:t>
          </a:r>
          <a:endParaRPr lang="pt-BR" dirty="0"/>
        </a:p>
      </dgm:t>
    </dgm:pt>
    <dgm:pt modelId="{331180BE-C322-4A5F-909F-52D1005A52B8}" type="parTrans" cxnId="{88264171-7F3D-4D83-AB3D-83A6CC7E4BB9}">
      <dgm:prSet/>
      <dgm:spPr/>
      <dgm:t>
        <a:bodyPr/>
        <a:lstStyle/>
        <a:p>
          <a:endParaRPr lang="pt-BR"/>
        </a:p>
      </dgm:t>
    </dgm:pt>
    <dgm:pt modelId="{FA5D9A46-2034-4DDE-A1E1-5F5319C70DD3}" type="sibTrans" cxnId="{88264171-7F3D-4D83-AB3D-83A6CC7E4BB9}">
      <dgm:prSet/>
      <dgm:spPr/>
      <dgm:t>
        <a:bodyPr/>
        <a:lstStyle/>
        <a:p>
          <a:endParaRPr lang="pt-BR"/>
        </a:p>
      </dgm:t>
    </dgm:pt>
    <dgm:pt modelId="{5B32874C-A86F-403D-A387-A2E8C73A60B9}">
      <dgm:prSet phldrT="[Texto]"/>
      <dgm:spPr/>
      <dgm:t>
        <a:bodyPr/>
        <a:lstStyle/>
        <a:p>
          <a:r>
            <a:rPr lang="pt-BR" b="0" i="0" dirty="0"/>
            <a:t>Dia</a:t>
          </a:r>
          <a:endParaRPr lang="pt-BR" dirty="0"/>
        </a:p>
      </dgm:t>
    </dgm:pt>
    <dgm:pt modelId="{4BAF6C38-8B83-4049-82A0-317FDC70F5A4}" type="parTrans" cxnId="{DAEB2BC5-619C-41B5-9D7E-B0EFFBEE2B05}">
      <dgm:prSet/>
      <dgm:spPr/>
      <dgm:t>
        <a:bodyPr/>
        <a:lstStyle/>
        <a:p>
          <a:endParaRPr lang="pt-BR"/>
        </a:p>
      </dgm:t>
    </dgm:pt>
    <dgm:pt modelId="{208694A9-6E86-4AB1-908B-D467D165F1CD}" type="sibTrans" cxnId="{DAEB2BC5-619C-41B5-9D7E-B0EFFBEE2B05}">
      <dgm:prSet/>
      <dgm:spPr/>
      <dgm:t>
        <a:bodyPr/>
        <a:lstStyle/>
        <a:p>
          <a:endParaRPr lang="pt-BR"/>
        </a:p>
      </dgm:t>
    </dgm:pt>
    <dgm:pt modelId="{69A325AB-769B-4DFC-8703-5E3444F86A56}" type="pres">
      <dgm:prSet presAssocID="{F9FC92A1-E69A-436B-A5F8-3E3F762C8B2C}" presName="hierChild1" presStyleCnt="0">
        <dgm:presLayoutVars>
          <dgm:chPref val="1"/>
          <dgm:dir/>
          <dgm:animOne val="branch"/>
          <dgm:animLvl val="lvl"/>
          <dgm:resizeHandles/>
        </dgm:presLayoutVars>
      </dgm:prSet>
      <dgm:spPr/>
    </dgm:pt>
    <dgm:pt modelId="{7FCB1CC5-2989-4C89-9215-2D54D522C791}" type="pres">
      <dgm:prSet presAssocID="{125E582C-6CF6-4FE6-A79F-400AB5443327}" presName="hierRoot1" presStyleCnt="0"/>
      <dgm:spPr/>
    </dgm:pt>
    <dgm:pt modelId="{7CD4A6AC-4C06-428D-AEE6-456D8D0A4498}" type="pres">
      <dgm:prSet presAssocID="{125E582C-6CF6-4FE6-A79F-400AB5443327}" presName="composite" presStyleCnt="0"/>
      <dgm:spPr/>
    </dgm:pt>
    <dgm:pt modelId="{501B703E-2340-4521-AC39-03EB3959A888}" type="pres">
      <dgm:prSet presAssocID="{125E582C-6CF6-4FE6-A79F-400AB5443327}" presName="background" presStyleLbl="node0" presStyleIdx="0" presStyleCnt="1"/>
      <dgm:spPr/>
    </dgm:pt>
    <dgm:pt modelId="{D4C53F47-BE6B-40CD-9415-922774D42675}" type="pres">
      <dgm:prSet presAssocID="{125E582C-6CF6-4FE6-A79F-400AB5443327}" presName="text" presStyleLbl="fgAcc0" presStyleIdx="0" presStyleCnt="1">
        <dgm:presLayoutVars>
          <dgm:chPref val="3"/>
        </dgm:presLayoutVars>
      </dgm:prSet>
      <dgm:spPr/>
    </dgm:pt>
    <dgm:pt modelId="{F95BABAB-A7C6-470C-9B59-4D6AAEECAC8F}" type="pres">
      <dgm:prSet presAssocID="{125E582C-6CF6-4FE6-A79F-400AB5443327}" presName="hierChild2" presStyleCnt="0"/>
      <dgm:spPr/>
    </dgm:pt>
    <dgm:pt modelId="{18BAC750-6FB7-4978-AF8C-B35F574FEC30}" type="pres">
      <dgm:prSet presAssocID="{01E774C3-DE3B-4FF6-8642-0BF65DE24555}" presName="Name10" presStyleLbl="parChTrans1D2" presStyleIdx="0" presStyleCnt="1"/>
      <dgm:spPr/>
    </dgm:pt>
    <dgm:pt modelId="{43F1FB1C-A571-4986-B749-9EAC8FB48999}" type="pres">
      <dgm:prSet presAssocID="{C1B9974D-10FA-41C3-B6AE-64538817473B}" presName="hierRoot2" presStyleCnt="0"/>
      <dgm:spPr/>
    </dgm:pt>
    <dgm:pt modelId="{308D3D63-A154-4617-90F1-E46759EF4661}" type="pres">
      <dgm:prSet presAssocID="{C1B9974D-10FA-41C3-B6AE-64538817473B}" presName="composite2" presStyleCnt="0"/>
      <dgm:spPr/>
    </dgm:pt>
    <dgm:pt modelId="{1E926B01-5448-4EF2-8D75-F7535642696A}" type="pres">
      <dgm:prSet presAssocID="{C1B9974D-10FA-41C3-B6AE-64538817473B}" presName="background2" presStyleLbl="node2" presStyleIdx="0" presStyleCnt="1"/>
      <dgm:spPr/>
    </dgm:pt>
    <dgm:pt modelId="{26A7525D-73BF-40D9-B449-5C71C712BCCD}" type="pres">
      <dgm:prSet presAssocID="{C1B9974D-10FA-41C3-B6AE-64538817473B}" presName="text2" presStyleLbl="fgAcc2" presStyleIdx="0" presStyleCnt="1">
        <dgm:presLayoutVars>
          <dgm:chPref val="3"/>
        </dgm:presLayoutVars>
      </dgm:prSet>
      <dgm:spPr/>
    </dgm:pt>
    <dgm:pt modelId="{3B2F25E3-6B32-475E-8393-610F73EB29EA}" type="pres">
      <dgm:prSet presAssocID="{C1B9974D-10FA-41C3-B6AE-64538817473B}" presName="hierChild3" presStyleCnt="0"/>
      <dgm:spPr/>
    </dgm:pt>
    <dgm:pt modelId="{BBACE988-89D4-4BF3-8226-8128367255E5}" type="pres">
      <dgm:prSet presAssocID="{89D775A3-B7AB-48F4-A24F-61CBECCE65AB}" presName="Name17" presStyleLbl="parChTrans1D3" presStyleIdx="0" presStyleCnt="1"/>
      <dgm:spPr/>
    </dgm:pt>
    <dgm:pt modelId="{227D1E59-2DDD-4B1A-93ED-BCD297DC8FEB}" type="pres">
      <dgm:prSet presAssocID="{7C3945C9-A67D-4EA5-B64D-2A67758D670F}" presName="hierRoot3" presStyleCnt="0"/>
      <dgm:spPr/>
    </dgm:pt>
    <dgm:pt modelId="{504D3D67-0B4E-4199-80BF-26A7454B7552}" type="pres">
      <dgm:prSet presAssocID="{7C3945C9-A67D-4EA5-B64D-2A67758D670F}" presName="composite3" presStyleCnt="0"/>
      <dgm:spPr/>
    </dgm:pt>
    <dgm:pt modelId="{7267C1FF-2B12-41EA-983B-4CFC0BD51D95}" type="pres">
      <dgm:prSet presAssocID="{7C3945C9-A67D-4EA5-B64D-2A67758D670F}" presName="background3" presStyleLbl="node3" presStyleIdx="0" presStyleCnt="1"/>
      <dgm:spPr/>
    </dgm:pt>
    <dgm:pt modelId="{D0C8FD94-5D6D-4AA6-BB40-2B048D85AD1A}" type="pres">
      <dgm:prSet presAssocID="{7C3945C9-A67D-4EA5-B64D-2A67758D670F}" presName="text3" presStyleLbl="fgAcc3" presStyleIdx="0" presStyleCnt="1">
        <dgm:presLayoutVars>
          <dgm:chPref val="3"/>
        </dgm:presLayoutVars>
      </dgm:prSet>
      <dgm:spPr/>
    </dgm:pt>
    <dgm:pt modelId="{B570465F-B744-4270-BFF6-F3C6BEB58ECB}" type="pres">
      <dgm:prSet presAssocID="{7C3945C9-A67D-4EA5-B64D-2A67758D670F}" presName="hierChild4" presStyleCnt="0"/>
      <dgm:spPr/>
    </dgm:pt>
    <dgm:pt modelId="{18F1C83D-F3DC-4AD4-A87E-593270AF321B}" type="pres">
      <dgm:prSet presAssocID="{331180BE-C322-4A5F-909F-52D1005A52B8}" presName="Name23" presStyleLbl="parChTrans1D4" presStyleIdx="0" presStyleCnt="2"/>
      <dgm:spPr/>
    </dgm:pt>
    <dgm:pt modelId="{FA596185-D3D3-494F-9A31-5F2810BFE959}" type="pres">
      <dgm:prSet presAssocID="{98B375CD-1D31-44E0-A7BB-9D2EA3858916}" presName="hierRoot4" presStyleCnt="0"/>
      <dgm:spPr/>
    </dgm:pt>
    <dgm:pt modelId="{3CE149F2-9608-4427-BC85-B62A5E7352DD}" type="pres">
      <dgm:prSet presAssocID="{98B375CD-1D31-44E0-A7BB-9D2EA3858916}" presName="composite4" presStyleCnt="0"/>
      <dgm:spPr/>
    </dgm:pt>
    <dgm:pt modelId="{DCDA3B05-5A77-4B1F-98B7-0EED2C581E60}" type="pres">
      <dgm:prSet presAssocID="{98B375CD-1D31-44E0-A7BB-9D2EA3858916}" presName="background4" presStyleLbl="node4" presStyleIdx="0" presStyleCnt="2"/>
      <dgm:spPr/>
    </dgm:pt>
    <dgm:pt modelId="{D6C4EB59-43DF-42A8-B189-82FC2BDF2CF8}" type="pres">
      <dgm:prSet presAssocID="{98B375CD-1D31-44E0-A7BB-9D2EA3858916}" presName="text4" presStyleLbl="fgAcc4" presStyleIdx="0" presStyleCnt="2">
        <dgm:presLayoutVars>
          <dgm:chPref val="3"/>
        </dgm:presLayoutVars>
      </dgm:prSet>
      <dgm:spPr/>
    </dgm:pt>
    <dgm:pt modelId="{7472E5DD-29D1-46AE-B2B8-886D8C35B0A3}" type="pres">
      <dgm:prSet presAssocID="{98B375CD-1D31-44E0-A7BB-9D2EA3858916}" presName="hierChild5" presStyleCnt="0"/>
      <dgm:spPr/>
    </dgm:pt>
    <dgm:pt modelId="{4A6AC39F-D96A-4F20-A96F-288320427246}" type="pres">
      <dgm:prSet presAssocID="{4BAF6C38-8B83-4049-82A0-317FDC70F5A4}" presName="Name23" presStyleLbl="parChTrans1D4" presStyleIdx="1" presStyleCnt="2"/>
      <dgm:spPr/>
    </dgm:pt>
    <dgm:pt modelId="{00D15541-0808-4818-B6E0-BE1BF95C5618}" type="pres">
      <dgm:prSet presAssocID="{5B32874C-A86F-403D-A387-A2E8C73A60B9}" presName="hierRoot4" presStyleCnt="0"/>
      <dgm:spPr/>
    </dgm:pt>
    <dgm:pt modelId="{5A3754C5-1E2D-410B-9EB4-88031602FF0A}" type="pres">
      <dgm:prSet presAssocID="{5B32874C-A86F-403D-A387-A2E8C73A60B9}" presName="composite4" presStyleCnt="0"/>
      <dgm:spPr/>
    </dgm:pt>
    <dgm:pt modelId="{6DF5C2E0-9F16-4507-B211-6F6A8B61F4A2}" type="pres">
      <dgm:prSet presAssocID="{5B32874C-A86F-403D-A387-A2E8C73A60B9}" presName="background4" presStyleLbl="node4" presStyleIdx="1" presStyleCnt="2"/>
      <dgm:spPr/>
    </dgm:pt>
    <dgm:pt modelId="{B0B3088C-D49C-4CCA-A809-353DD6740337}" type="pres">
      <dgm:prSet presAssocID="{5B32874C-A86F-403D-A387-A2E8C73A60B9}" presName="text4" presStyleLbl="fgAcc4" presStyleIdx="1" presStyleCnt="2">
        <dgm:presLayoutVars>
          <dgm:chPref val="3"/>
        </dgm:presLayoutVars>
      </dgm:prSet>
      <dgm:spPr/>
    </dgm:pt>
    <dgm:pt modelId="{07143AFF-B551-49DE-ADB5-E5BF8D698443}" type="pres">
      <dgm:prSet presAssocID="{5B32874C-A86F-403D-A387-A2E8C73A60B9}" presName="hierChild5" presStyleCnt="0"/>
      <dgm:spPr/>
    </dgm:pt>
  </dgm:ptLst>
  <dgm:cxnLst>
    <dgm:cxn modelId="{8053F103-F1F3-4776-B8CE-F88A5C5D38A4}" type="presOf" srcId="{125E582C-6CF6-4FE6-A79F-400AB5443327}" destId="{D4C53F47-BE6B-40CD-9415-922774D42675}" srcOrd="0" destOrd="0" presId="urn:microsoft.com/office/officeart/2005/8/layout/hierarchy1"/>
    <dgm:cxn modelId="{A50F9118-16FB-4758-892F-8A3E98C9B245}" type="presOf" srcId="{C1B9974D-10FA-41C3-B6AE-64538817473B}" destId="{26A7525D-73BF-40D9-B449-5C71C712BCCD}" srcOrd="0" destOrd="0" presId="urn:microsoft.com/office/officeart/2005/8/layout/hierarchy1"/>
    <dgm:cxn modelId="{E07F012F-EF29-4C74-B729-AC40679255AF}" type="presOf" srcId="{F9FC92A1-E69A-436B-A5F8-3E3F762C8B2C}" destId="{69A325AB-769B-4DFC-8703-5E3444F86A56}" srcOrd="0" destOrd="0" presId="urn:microsoft.com/office/officeart/2005/8/layout/hierarchy1"/>
    <dgm:cxn modelId="{69BDFE41-D227-4EDC-BFA5-CC8B0CAE6FFD}" srcId="{F9FC92A1-E69A-436B-A5F8-3E3F762C8B2C}" destId="{125E582C-6CF6-4FE6-A79F-400AB5443327}" srcOrd="0" destOrd="0" parTransId="{C55BE73E-36C5-400E-9E1B-F412274F50D2}" sibTransId="{DCC70588-6C26-442F-AFD4-15E369FB036A}"/>
    <dgm:cxn modelId="{E6883047-F867-4A0A-8946-2302785C667E}" srcId="{125E582C-6CF6-4FE6-A79F-400AB5443327}" destId="{C1B9974D-10FA-41C3-B6AE-64538817473B}" srcOrd="0" destOrd="0" parTransId="{01E774C3-DE3B-4FF6-8642-0BF65DE24555}" sibTransId="{C0C569F4-98BC-45CF-BF33-9BD85DDDB1C3}"/>
    <dgm:cxn modelId="{45BAF44C-C62C-4146-BD73-82D7D4866B10}" type="presOf" srcId="{01E774C3-DE3B-4FF6-8642-0BF65DE24555}" destId="{18BAC750-6FB7-4978-AF8C-B35F574FEC30}" srcOrd="0" destOrd="0" presId="urn:microsoft.com/office/officeart/2005/8/layout/hierarchy1"/>
    <dgm:cxn modelId="{DB75456D-288C-4A56-A72B-E31EBAEA8AF3}" srcId="{C1B9974D-10FA-41C3-B6AE-64538817473B}" destId="{7C3945C9-A67D-4EA5-B64D-2A67758D670F}" srcOrd="0" destOrd="0" parTransId="{89D775A3-B7AB-48F4-A24F-61CBECCE65AB}" sibTransId="{65C07D6A-8254-4C1B-AC63-E56DAC3BC449}"/>
    <dgm:cxn modelId="{99B2944E-655F-44D4-B16C-3ED88E6353FF}" type="presOf" srcId="{4BAF6C38-8B83-4049-82A0-317FDC70F5A4}" destId="{4A6AC39F-D96A-4F20-A96F-288320427246}" srcOrd="0" destOrd="0" presId="urn:microsoft.com/office/officeart/2005/8/layout/hierarchy1"/>
    <dgm:cxn modelId="{88264171-7F3D-4D83-AB3D-83A6CC7E4BB9}" srcId="{7C3945C9-A67D-4EA5-B64D-2A67758D670F}" destId="{98B375CD-1D31-44E0-A7BB-9D2EA3858916}" srcOrd="0" destOrd="0" parTransId="{331180BE-C322-4A5F-909F-52D1005A52B8}" sibTransId="{FA5D9A46-2034-4DDE-A1E1-5F5319C70DD3}"/>
    <dgm:cxn modelId="{DCF6C65A-4308-4594-B301-DED811BD2BDD}" type="presOf" srcId="{89D775A3-B7AB-48F4-A24F-61CBECCE65AB}" destId="{BBACE988-89D4-4BF3-8226-8128367255E5}" srcOrd="0" destOrd="0" presId="urn:microsoft.com/office/officeart/2005/8/layout/hierarchy1"/>
    <dgm:cxn modelId="{4A99B191-E20A-43A0-A6CF-052F2FF49D5B}" type="presOf" srcId="{5B32874C-A86F-403D-A387-A2E8C73A60B9}" destId="{B0B3088C-D49C-4CCA-A809-353DD6740337}" srcOrd="0" destOrd="0" presId="urn:microsoft.com/office/officeart/2005/8/layout/hierarchy1"/>
    <dgm:cxn modelId="{9921B49F-2006-4444-A9C0-E8184979A2DC}" type="presOf" srcId="{7C3945C9-A67D-4EA5-B64D-2A67758D670F}" destId="{D0C8FD94-5D6D-4AA6-BB40-2B048D85AD1A}" srcOrd="0" destOrd="0" presId="urn:microsoft.com/office/officeart/2005/8/layout/hierarchy1"/>
    <dgm:cxn modelId="{40A120BE-BEDE-4750-BD66-AA8BE7F605F4}" type="presOf" srcId="{331180BE-C322-4A5F-909F-52D1005A52B8}" destId="{18F1C83D-F3DC-4AD4-A87E-593270AF321B}" srcOrd="0" destOrd="0" presId="urn:microsoft.com/office/officeart/2005/8/layout/hierarchy1"/>
    <dgm:cxn modelId="{DAEB2BC5-619C-41B5-9D7E-B0EFFBEE2B05}" srcId="{98B375CD-1D31-44E0-A7BB-9D2EA3858916}" destId="{5B32874C-A86F-403D-A387-A2E8C73A60B9}" srcOrd="0" destOrd="0" parTransId="{4BAF6C38-8B83-4049-82A0-317FDC70F5A4}" sibTransId="{208694A9-6E86-4AB1-908B-D467D165F1CD}"/>
    <dgm:cxn modelId="{2A0CB4F8-86CC-4E6A-979B-64484BBC9FB1}" type="presOf" srcId="{98B375CD-1D31-44E0-A7BB-9D2EA3858916}" destId="{D6C4EB59-43DF-42A8-B189-82FC2BDF2CF8}" srcOrd="0" destOrd="0" presId="urn:microsoft.com/office/officeart/2005/8/layout/hierarchy1"/>
    <dgm:cxn modelId="{4440CFB0-E699-4CDE-9E21-E5339B1C17D5}" type="presParOf" srcId="{69A325AB-769B-4DFC-8703-5E3444F86A56}" destId="{7FCB1CC5-2989-4C89-9215-2D54D522C791}" srcOrd="0" destOrd="0" presId="urn:microsoft.com/office/officeart/2005/8/layout/hierarchy1"/>
    <dgm:cxn modelId="{590A9D88-3A70-4371-AD3B-F03E3D5127F2}" type="presParOf" srcId="{7FCB1CC5-2989-4C89-9215-2D54D522C791}" destId="{7CD4A6AC-4C06-428D-AEE6-456D8D0A4498}" srcOrd="0" destOrd="0" presId="urn:microsoft.com/office/officeart/2005/8/layout/hierarchy1"/>
    <dgm:cxn modelId="{4E01AF14-80BF-44A0-8677-7BC4F4696D1B}" type="presParOf" srcId="{7CD4A6AC-4C06-428D-AEE6-456D8D0A4498}" destId="{501B703E-2340-4521-AC39-03EB3959A888}" srcOrd="0" destOrd="0" presId="urn:microsoft.com/office/officeart/2005/8/layout/hierarchy1"/>
    <dgm:cxn modelId="{2FF207C3-3CB3-40D0-863D-7F3673A30407}" type="presParOf" srcId="{7CD4A6AC-4C06-428D-AEE6-456D8D0A4498}" destId="{D4C53F47-BE6B-40CD-9415-922774D42675}" srcOrd="1" destOrd="0" presId="urn:microsoft.com/office/officeart/2005/8/layout/hierarchy1"/>
    <dgm:cxn modelId="{75DA2EDE-DB77-4D76-8055-623A1EC9EFD0}" type="presParOf" srcId="{7FCB1CC5-2989-4C89-9215-2D54D522C791}" destId="{F95BABAB-A7C6-470C-9B59-4D6AAEECAC8F}" srcOrd="1" destOrd="0" presId="urn:microsoft.com/office/officeart/2005/8/layout/hierarchy1"/>
    <dgm:cxn modelId="{ACE220B7-8419-4056-B115-92974D2CBCEB}" type="presParOf" srcId="{F95BABAB-A7C6-470C-9B59-4D6AAEECAC8F}" destId="{18BAC750-6FB7-4978-AF8C-B35F574FEC30}" srcOrd="0" destOrd="0" presId="urn:microsoft.com/office/officeart/2005/8/layout/hierarchy1"/>
    <dgm:cxn modelId="{CD7AA427-CA15-4165-814C-4DA29AF02E7A}" type="presParOf" srcId="{F95BABAB-A7C6-470C-9B59-4D6AAEECAC8F}" destId="{43F1FB1C-A571-4986-B749-9EAC8FB48999}" srcOrd="1" destOrd="0" presId="urn:microsoft.com/office/officeart/2005/8/layout/hierarchy1"/>
    <dgm:cxn modelId="{29768C08-2CC3-43E3-A9CA-B4A111D03874}" type="presParOf" srcId="{43F1FB1C-A571-4986-B749-9EAC8FB48999}" destId="{308D3D63-A154-4617-90F1-E46759EF4661}" srcOrd="0" destOrd="0" presId="urn:microsoft.com/office/officeart/2005/8/layout/hierarchy1"/>
    <dgm:cxn modelId="{3847368E-889B-444B-BBCE-5568E6641887}" type="presParOf" srcId="{308D3D63-A154-4617-90F1-E46759EF4661}" destId="{1E926B01-5448-4EF2-8D75-F7535642696A}" srcOrd="0" destOrd="0" presId="urn:microsoft.com/office/officeart/2005/8/layout/hierarchy1"/>
    <dgm:cxn modelId="{FA2C94B5-DB4B-4A5B-A5C3-322E3E1A481C}" type="presParOf" srcId="{308D3D63-A154-4617-90F1-E46759EF4661}" destId="{26A7525D-73BF-40D9-B449-5C71C712BCCD}" srcOrd="1" destOrd="0" presId="urn:microsoft.com/office/officeart/2005/8/layout/hierarchy1"/>
    <dgm:cxn modelId="{BF996CC6-03B9-42EE-B25B-8A41F84CDBD6}" type="presParOf" srcId="{43F1FB1C-A571-4986-B749-9EAC8FB48999}" destId="{3B2F25E3-6B32-475E-8393-610F73EB29EA}" srcOrd="1" destOrd="0" presId="urn:microsoft.com/office/officeart/2005/8/layout/hierarchy1"/>
    <dgm:cxn modelId="{5A012815-F9AB-4105-B8F7-2991EDF669D3}" type="presParOf" srcId="{3B2F25E3-6B32-475E-8393-610F73EB29EA}" destId="{BBACE988-89D4-4BF3-8226-8128367255E5}" srcOrd="0" destOrd="0" presId="urn:microsoft.com/office/officeart/2005/8/layout/hierarchy1"/>
    <dgm:cxn modelId="{0DEC9835-613E-46AF-9304-6609D2CF6181}" type="presParOf" srcId="{3B2F25E3-6B32-475E-8393-610F73EB29EA}" destId="{227D1E59-2DDD-4B1A-93ED-BCD297DC8FEB}" srcOrd="1" destOrd="0" presId="urn:microsoft.com/office/officeart/2005/8/layout/hierarchy1"/>
    <dgm:cxn modelId="{19BF5D41-5565-4C22-AF82-18553A035D31}" type="presParOf" srcId="{227D1E59-2DDD-4B1A-93ED-BCD297DC8FEB}" destId="{504D3D67-0B4E-4199-80BF-26A7454B7552}" srcOrd="0" destOrd="0" presId="urn:microsoft.com/office/officeart/2005/8/layout/hierarchy1"/>
    <dgm:cxn modelId="{50BE883B-8BB2-4BCD-8794-BF92644031AB}" type="presParOf" srcId="{504D3D67-0B4E-4199-80BF-26A7454B7552}" destId="{7267C1FF-2B12-41EA-983B-4CFC0BD51D95}" srcOrd="0" destOrd="0" presId="urn:microsoft.com/office/officeart/2005/8/layout/hierarchy1"/>
    <dgm:cxn modelId="{099A10CA-DB20-45B5-ACD3-ED70BEF6EA01}" type="presParOf" srcId="{504D3D67-0B4E-4199-80BF-26A7454B7552}" destId="{D0C8FD94-5D6D-4AA6-BB40-2B048D85AD1A}" srcOrd="1" destOrd="0" presId="urn:microsoft.com/office/officeart/2005/8/layout/hierarchy1"/>
    <dgm:cxn modelId="{9BD414EC-91C0-413D-AEB2-E98A4AC9D27D}" type="presParOf" srcId="{227D1E59-2DDD-4B1A-93ED-BCD297DC8FEB}" destId="{B570465F-B744-4270-BFF6-F3C6BEB58ECB}" srcOrd="1" destOrd="0" presId="urn:microsoft.com/office/officeart/2005/8/layout/hierarchy1"/>
    <dgm:cxn modelId="{2E88FFFB-7BFF-433F-A95A-0FFFBDAD6033}" type="presParOf" srcId="{B570465F-B744-4270-BFF6-F3C6BEB58ECB}" destId="{18F1C83D-F3DC-4AD4-A87E-593270AF321B}" srcOrd="0" destOrd="0" presId="urn:microsoft.com/office/officeart/2005/8/layout/hierarchy1"/>
    <dgm:cxn modelId="{8594E7E1-2E55-4B20-AE9F-CC9076445398}" type="presParOf" srcId="{B570465F-B744-4270-BFF6-F3C6BEB58ECB}" destId="{FA596185-D3D3-494F-9A31-5F2810BFE959}" srcOrd="1" destOrd="0" presId="urn:microsoft.com/office/officeart/2005/8/layout/hierarchy1"/>
    <dgm:cxn modelId="{6E94A208-E41E-4E34-94C9-DF6C6D46C960}" type="presParOf" srcId="{FA596185-D3D3-494F-9A31-5F2810BFE959}" destId="{3CE149F2-9608-4427-BC85-B62A5E7352DD}" srcOrd="0" destOrd="0" presId="urn:microsoft.com/office/officeart/2005/8/layout/hierarchy1"/>
    <dgm:cxn modelId="{FE673523-07C6-4647-9299-AAF480273F29}" type="presParOf" srcId="{3CE149F2-9608-4427-BC85-B62A5E7352DD}" destId="{DCDA3B05-5A77-4B1F-98B7-0EED2C581E60}" srcOrd="0" destOrd="0" presId="urn:microsoft.com/office/officeart/2005/8/layout/hierarchy1"/>
    <dgm:cxn modelId="{952BD0EA-01C0-4670-B315-76DE799F4C70}" type="presParOf" srcId="{3CE149F2-9608-4427-BC85-B62A5E7352DD}" destId="{D6C4EB59-43DF-42A8-B189-82FC2BDF2CF8}" srcOrd="1" destOrd="0" presId="urn:microsoft.com/office/officeart/2005/8/layout/hierarchy1"/>
    <dgm:cxn modelId="{83567D4B-A0A2-4AF6-8536-726722B2B8DD}" type="presParOf" srcId="{FA596185-D3D3-494F-9A31-5F2810BFE959}" destId="{7472E5DD-29D1-46AE-B2B8-886D8C35B0A3}" srcOrd="1" destOrd="0" presId="urn:microsoft.com/office/officeart/2005/8/layout/hierarchy1"/>
    <dgm:cxn modelId="{194ABA8D-D0BD-4FA9-9591-3123946D6DBC}" type="presParOf" srcId="{7472E5DD-29D1-46AE-B2B8-886D8C35B0A3}" destId="{4A6AC39F-D96A-4F20-A96F-288320427246}" srcOrd="0" destOrd="0" presId="urn:microsoft.com/office/officeart/2005/8/layout/hierarchy1"/>
    <dgm:cxn modelId="{F7D21FD9-4E03-40DB-B774-96B4EE09F5F7}" type="presParOf" srcId="{7472E5DD-29D1-46AE-B2B8-886D8C35B0A3}" destId="{00D15541-0808-4818-B6E0-BE1BF95C5618}" srcOrd="1" destOrd="0" presId="urn:microsoft.com/office/officeart/2005/8/layout/hierarchy1"/>
    <dgm:cxn modelId="{2C0EA568-A894-406B-B701-4CD4A50371E7}" type="presParOf" srcId="{00D15541-0808-4818-B6E0-BE1BF95C5618}" destId="{5A3754C5-1E2D-410B-9EB4-88031602FF0A}" srcOrd="0" destOrd="0" presId="urn:microsoft.com/office/officeart/2005/8/layout/hierarchy1"/>
    <dgm:cxn modelId="{7F93CB3B-15BE-42BC-AB1F-66955771ADFA}" type="presParOf" srcId="{5A3754C5-1E2D-410B-9EB4-88031602FF0A}" destId="{6DF5C2E0-9F16-4507-B211-6F6A8B61F4A2}" srcOrd="0" destOrd="0" presId="urn:microsoft.com/office/officeart/2005/8/layout/hierarchy1"/>
    <dgm:cxn modelId="{C07BDE46-B278-47AD-9697-305ECF4854FA}" type="presParOf" srcId="{5A3754C5-1E2D-410B-9EB4-88031602FF0A}" destId="{B0B3088C-D49C-4CCA-A809-353DD6740337}" srcOrd="1" destOrd="0" presId="urn:microsoft.com/office/officeart/2005/8/layout/hierarchy1"/>
    <dgm:cxn modelId="{768C1E61-7F90-47BA-BF4B-809C49792542}" type="presParOf" srcId="{00D15541-0808-4818-B6E0-BE1BF95C5618}" destId="{07143AFF-B551-49DE-ADB5-E5BF8D698443}"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F9FC92A1-E69A-436B-A5F8-3E3F762C8B2C}"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pt-BR"/>
        </a:p>
      </dgm:t>
    </dgm:pt>
    <dgm:pt modelId="{125E582C-6CF6-4FE6-A79F-400AB5443327}">
      <dgm:prSet phldrT="[Texto]"/>
      <dgm:spPr/>
      <dgm:t>
        <a:bodyPr/>
        <a:lstStyle/>
        <a:p>
          <a:r>
            <a:rPr lang="pt-BR" b="0" i="0" dirty="0"/>
            <a:t>Continente</a:t>
          </a:r>
          <a:endParaRPr lang="pt-BR" dirty="0"/>
        </a:p>
      </dgm:t>
    </dgm:pt>
    <dgm:pt modelId="{C55BE73E-36C5-400E-9E1B-F412274F50D2}" type="parTrans" cxnId="{69BDFE41-D227-4EDC-BFA5-CC8B0CAE6FFD}">
      <dgm:prSet/>
      <dgm:spPr/>
      <dgm:t>
        <a:bodyPr/>
        <a:lstStyle/>
        <a:p>
          <a:endParaRPr lang="pt-BR"/>
        </a:p>
      </dgm:t>
    </dgm:pt>
    <dgm:pt modelId="{DCC70588-6C26-442F-AFD4-15E369FB036A}" type="sibTrans" cxnId="{69BDFE41-D227-4EDC-BFA5-CC8B0CAE6FFD}">
      <dgm:prSet/>
      <dgm:spPr/>
      <dgm:t>
        <a:bodyPr/>
        <a:lstStyle/>
        <a:p>
          <a:endParaRPr lang="pt-BR"/>
        </a:p>
      </dgm:t>
    </dgm:pt>
    <dgm:pt modelId="{5C3997C9-0AC4-4A34-942B-BE1192222DB3}">
      <dgm:prSet phldrT="[Texto]"/>
      <dgm:spPr/>
      <dgm:t>
        <a:bodyPr/>
        <a:lstStyle/>
        <a:p>
          <a:r>
            <a:rPr lang="pt-BR" b="0" i="0" dirty="0"/>
            <a:t>País</a:t>
          </a:r>
          <a:endParaRPr lang="pt-BR" dirty="0"/>
        </a:p>
      </dgm:t>
    </dgm:pt>
    <dgm:pt modelId="{6EE97049-197D-4A32-93C2-0600B520E5D8}" type="parTrans" cxnId="{454AECDA-D080-4AC5-B2D8-AF71206DD19B}">
      <dgm:prSet/>
      <dgm:spPr/>
      <dgm:t>
        <a:bodyPr/>
        <a:lstStyle/>
        <a:p>
          <a:endParaRPr lang="pt-BR"/>
        </a:p>
      </dgm:t>
    </dgm:pt>
    <dgm:pt modelId="{A47C588B-BEAA-45AF-8076-7144B3A09994}" type="sibTrans" cxnId="{454AECDA-D080-4AC5-B2D8-AF71206DD19B}">
      <dgm:prSet/>
      <dgm:spPr/>
      <dgm:t>
        <a:bodyPr/>
        <a:lstStyle/>
        <a:p>
          <a:endParaRPr lang="pt-BR"/>
        </a:p>
      </dgm:t>
    </dgm:pt>
    <dgm:pt modelId="{640EC130-51D8-4FE6-B41C-3D49FCDD86AE}">
      <dgm:prSet phldrT="[Texto]"/>
      <dgm:spPr/>
      <dgm:t>
        <a:bodyPr/>
        <a:lstStyle/>
        <a:p>
          <a:r>
            <a:rPr lang="pt-BR" b="0" i="0" dirty="0"/>
            <a:t>Estado</a:t>
          </a:r>
          <a:endParaRPr lang="pt-BR" dirty="0"/>
        </a:p>
      </dgm:t>
    </dgm:pt>
    <dgm:pt modelId="{B9894726-9180-4693-966F-0008414C602B}" type="parTrans" cxnId="{8F5579E2-602E-41C3-9C52-D67FA737EDAB}">
      <dgm:prSet/>
      <dgm:spPr/>
      <dgm:t>
        <a:bodyPr/>
        <a:lstStyle/>
        <a:p>
          <a:endParaRPr lang="pt-BR"/>
        </a:p>
      </dgm:t>
    </dgm:pt>
    <dgm:pt modelId="{79E7B094-4DA8-4067-8FD1-4DAD53FA42BF}" type="sibTrans" cxnId="{8F5579E2-602E-41C3-9C52-D67FA737EDAB}">
      <dgm:prSet/>
      <dgm:spPr/>
      <dgm:t>
        <a:bodyPr/>
        <a:lstStyle/>
        <a:p>
          <a:endParaRPr lang="pt-BR"/>
        </a:p>
      </dgm:t>
    </dgm:pt>
    <dgm:pt modelId="{CB42E764-BBB8-4EA8-83B1-F3DCA9E54312}">
      <dgm:prSet phldrT="[Texto]"/>
      <dgm:spPr/>
      <dgm:t>
        <a:bodyPr/>
        <a:lstStyle/>
        <a:p>
          <a:r>
            <a:rPr lang="pt-BR" b="0" i="0" dirty="0"/>
            <a:t>Bairro</a:t>
          </a:r>
          <a:endParaRPr lang="pt-BR" dirty="0"/>
        </a:p>
      </dgm:t>
    </dgm:pt>
    <dgm:pt modelId="{61746E5C-0C11-4152-9716-FFF573774931}" type="parTrans" cxnId="{F71556F8-6713-4DC7-8088-4BAE7839DA1E}">
      <dgm:prSet/>
      <dgm:spPr/>
      <dgm:t>
        <a:bodyPr/>
        <a:lstStyle/>
        <a:p>
          <a:endParaRPr lang="pt-BR"/>
        </a:p>
      </dgm:t>
    </dgm:pt>
    <dgm:pt modelId="{52FF644B-9546-43EF-9BB0-7B72BCFA4F05}" type="sibTrans" cxnId="{F71556F8-6713-4DC7-8088-4BAE7839DA1E}">
      <dgm:prSet/>
      <dgm:spPr/>
      <dgm:t>
        <a:bodyPr/>
        <a:lstStyle/>
        <a:p>
          <a:endParaRPr lang="pt-BR"/>
        </a:p>
      </dgm:t>
    </dgm:pt>
    <dgm:pt modelId="{F1F03A24-1513-47AB-A6BB-C15C1E3065CC}">
      <dgm:prSet phldrT="[Texto]"/>
      <dgm:spPr/>
      <dgm:t>
        <a:bodyPr/>
        <a:lstStyle/>
        <a:p>
          <a:r>
            <a:rPr lang="pt-BR" b="0" i="0"/>
            <a:t>Cidade</a:t>
          </a:r>
          <a:endParaRPr lang="pt-BR" dirty="0"/>
        </a:p>
      </dgm:t>
    </dgm:pt>
    <dgm:pt modelId="{DB736A67-EA29-47C9-A5B7-B146419B6188}" type="parTrans" cxnId="{0C054555-7A47-4245-A050-334B9CDED41E}">
      <dgm:prSet/>
      <dgm:spPr/>
      <dgm:t>
        <a:bodyPr/>
        <a:lstStyle/>
        <a:p>
          <a:endParaRPr lang="pt-BR"/>
        </a:p>
      </dgm:t>
    </dgm:pt>
    <dgm:pt modelId="{E78100E3-D044-4E34-9721-EDFB7AC208C5}" type="sibTrans" cxnId="{0C054555-7A47-4245-A050-334B9CDED41E}">
      <dgm:prSet/>
      <dgm:spPr/>
      <dgm:t>
        <a:bodyPr/>
        <a:lstStyle/>
        <a:p>
          <a:endParaRPr lang="pt-BR"/>
        </a:p>
      </dgm:t>
    </dgm:pt>
    <dgm:pt modelId="{69A325AB-769B-4DFC-8703-5E3444F86A56}" type="pres">
      <dgm:prSet presAssocID="{F9FC92A1-E69A-436B-A5F8-3E3F762C8B2C}" presName="hierChild1" presStyleCnt="0">
        <dgm:presLayoutVars>
          <dgm:chPref val="1"/>
          <dgm:dir/>
          <dgm:animOne val="branch"/>
          <dgm:animLvl val="lvl"/>
          <dgm:resizeHandles/>
        </dgm:presLayoutVars>
      </dgm:prSet>
      <dgm:spPr/>
    </dgm:pt>
    <dgm:pt modelId="{7FCB1CC5-2989-4C89-9215-2D54D522C791}" type="pres">
      <dgm:prSet presAssocID="{125E582C-6CF6-4FE6-A79F-400AB5443327}" presName="hierRoot1" presStyleCnt="0"/>
      <dgm:spPr/>
    </dgm:pt>
    <dgm:pt modelId="{7CD4A6AC-4C06-428D-AEE6-456D8D0A4498}" type="pres">
      <dgm:prSet presAssocID="{125E582C-6CF6-4FE6-A79F-400AB5443327}" presName="composite" presStyleCnt="0"/>
      <dgm:spPr/>
    </dgm:pt>
    <dgm:pt modelId="{501B703E-2340-4521-AC39-03EB3959A888}" type="pres">
      <dgm:prSet presAssocID="{125E582C-6CF6-4FE6-A79F-400AB5443327}" presName="background" presStyleLbl="node0" presStyleIdx="0" presStyleCnt="1"/>
      <dgm:spPr/>
    </dgm:pt>
    <dgm:pt modelId="{D4C53F47-BE6B-40CD-9415-922774D42675}" type="pres">
      <dgm:prSet presAssocID="{125E582C-6CF6-4FE6-A79F-400AB5443327}" presName="text" presStyleLbl="fgAcc0" presStyleIdx="0" presStyleCnt="1">
        <dgm:presLayoutVars>
          <dgm:chPref val="3"/>
        </dgm:presLayoutVars>
      </dgm:prSet>
      <dgm:spPr/>
    </dgm:pt>
    <dgm:pt modelId="{F95BABAB-A7C6-470C-9B59-4D6AAEECAC8F}" type="pres">
      <dgm:prSet presAssocID="{125E582C-6CF6-4FE6-A79F-400AB5443327}" presName="hierChild2" presStyleCnt="0"/>
      <dgm:spPr/>
    </dgm:pt>
    <dgm:pt modelId="{8C7EE959-BC41-4282-B5B4-3936296E3D26}" type="pres">
      <dgm:prSet presAssocID="{6EE97049-197D-4A32-93C2-0600B520E5D8}" presName="Name10" presStyleLbl="parChTrans1D2" presStyleIdx="0" presStyleCnt="1"/>
      <dgm:spPr/>
    </dgm:pt>
    <dgm:pt modelId="{8B6F9964-1C63-40B6-9502-FF10083DF6EF}" type="pres">
      <dgm:prSet presAssocID="{5C3997C9-0AC4-4A34-942B-BE1192222DB3}" presName="hierRoot2" presStyleCnt="0"/>
      <dgm:spPr/>
    </dgm:pt>
    <dgm:pt modelId="{40570094-51AE-44F7-B578-172711DE42F1}" type="pres">
      <dgm:prSet presAssocID="{5C3997C9-0AC4-4A34-942B-BE1192222DB3}" presName="composite2" presStyleCnt="0"/>
      <dgm:spPr/>
    </dgm:pt>
    <dgm:pt modelId="{4C76D31C-679F-4C0E-90C7-65A7EAE943F7}" type="pres">
      <dgm:prSet presAssocID="{5C3997C9-0AC4-4A34-942B-BE1192222DB3}" presName="background2" presStyleLbl="node2" presStyleIdx="0" presStyleCnt="1"/>
      <dgm:spPr/>
    </dgm:pt>
    <dgm:pt modelId="{97FB514B-627F-4E30-9EBB-C8D850A0A182}" type="pres">
      <dgm:prSet presAssocID="{5C3997C9-0AC4-4A34-942B-BE1192222DB3}" presName="text2" presStyleLbl="fgAcc2" presStyleIdx="0" presStyleCnt="1">
        <dgm:presLayoutVars>
          <dgm:chPref val="3"/>
        </dgm:presLayoutVars>
      </dgm:prSet>
      <dgm:spPr/>
    </dgm:pt>
    <dgm:pt modelId="{E326EB8C-F64D-4A9C-BEFD-0BFFA43140B7}" type="pres">
      <dgm:prSet presAssocID="{5C3997C9-0AC4-4A34-942B-BE1192222DB3}" presName="hierChild3" presStyleCnt="0"/>
      <dgm:spPr/>
    </dgm:pt>
    <dgm:pt modelId="{E506A56A-3295-4862-91FE-596A1AE770FF}" type="pres">
      <dgm:prSet presAssocID="{B9894726-9180-4693-966F-0008414C602B}" presName="Name17" presStyleLbl="parChTrans1D3" presStyleIdx="0" presStyleCnt="1"/>
      <dgm:spPr/>
    </dgm:pt>
    <dgm:pt modelId="{8480B59A-E1E1-4AF5-BB33-6DD514642926}" type="pres">
      <dgm:prSet presAssocID="{640EC130-51D8-4FE6-B41C-3D49FCDD86AE}" presName="hierRoot3" presStyleCnt="0"/>
      <dgm:spPr/>
    </dgm:pt>
    <dgm:pt modelId="{F5E32D5C-3DE7-4617-988B-FEFB4E61E001}" type="pres">
      <dgm:prSet presAssocID="{640EC130-51D8-4FE6-B41C-3D49FCDD86AE}" presName="composite3" presStyleCnt="0"/>
      <dgm:spPr/>
    </dgm:pt>
    <dgm:pt modelId="{19844DB0-123B-4FA0-8F80-4CDBB3D921A1}" type="pres">
      <dgm:prSet presAssocID="{640EC130-51D8-4FE6-B41C-3D49FCDD86AE}" presName="background3" presStyleLbl="node3" presStyleIdx="0" presStyleCnt="1"/>
      <dgm:spPr/>
    </dgm:pt>
    <dgm:pt modelId="{D5D1736D-8E65-4D77-A6FA-87A4A4C45782}" type="pres">
      <dgm:prSet presAssocID="{640EC130-51D8-4FE6-B41C-3D49FCDD86AE}" presName="text3" presStyleLbl="fgAcc3" presStyleIdx="0" presStyleCnt="1">
        <dgm:presLayoutVars>
          <dgm:chPref val="3"/>
        </dgm:presLayoutVars>
      </dgm:prSet>
      <dgm:spPr/>
    </dgm:pt>
    <dgm:pt modelId="{FE004862-8ACF-4498-B26E-41E1AC0775F2}" type="pres">
      <dgm:prSet presAssocID="{640EC130-51D8-4FE6-B41C-3D49FCDD86AE}" presName="hierChild4" presStyleCnt="0"/>
      <dgm:spPr/>
    </dgm:pt>
    <dgm:pt modelId="{766301D7-05DA-4E53-99BF-13A429C2015E}" type="pres">
      <dgm:prSet presAssocID="{DB736A67-EA29-47C9-A5B7-B146419B6188}" presName="Name23" presStyleLbl="parChTrans1D4" presStyleIdx="0" presStyleCnt="2"/>
      <dgm:spPr/>
    </dgm:pt>
    <dgm:pt modelId="{D43EEDE5-E576-423A-9A6A-EA669FCB385B}" type="pres">
      <dgm:prSet presAssocID="{F1F03A24-1513-47AB-A6BB-C15C1E3065CC}" presName="hierRoot4" presStyleCnt="0"/>
      <dgm:spPr/>
    </dgm:pt>
    <dgm:pt modelId="{10E6ED08-1BDF-4B7A-BACE-E822DF98E343}" type="pres">
      <dgm:prSet presAssocID="{F1F03A24-1513-47AB-A6BB-C15C1E3065CC}" presName="composite4" presStyleCnt="0"/>
      <dgm:spPr/>
    </dgm:pt>
    <dgm:pt modelId="{02EE0DD3-3F3D-44CA-950A-F433B2E9FD13}" type="pres">
      <dgm:prSet presAssocID="{F1F03A24-1513-47AB-A6BB-C15C1E3065CC}" presName="background4" presStyleLbl="node4" presStyleIdx="0" presStyleCnt="2"/>
      <dgm:spPr/>
    </dgm:pt>
    <dgm:pt modelId="{F6D5D3D4-A165-4680-82ED-0E9EB2511479}" type="pres">
      <dgm:prSet presAssocID="{F1F03A24-1513-47AB-A6BB-C15C1E3065CC}" presName="text4" presStyleLbl="fgAcc4" presStyleIdx="0" presStyleCnt="2">
        <dgm:presLayoutVars>
          <dgm:chPref val="3"/>
        </dgm:presLayoutVars>
      </dgm:prSet>
      <dgm:spPr/>
    </dgm:pt>
    <dgm:pt modelId="{A71F815C-3133-4C0C-A6CB-6A70B456A151}" type="pres">
      <dgm:prSet presAssocID="{F1F03A24-1513-47AB-A6BB-C15C1E3065CC}" presName="hierChild5" presStyleCnt="0"/>
      <dgm:spPr/>
    </dgm:pt>
    <dgm:pt modelId="{6883D925-34E0-4B69-B5C6-589BD131C3A2}" type="pres">
      <dgm:prSet presAssocID="{61746E5C-0C11-4152-9716-FFF573774931}" presName="Name23" presStyleLbl="parChTrans1D4" presStyleIdx="1" presStyleCnt="2"/>
      <dgm:spPr/>
    </dgm:pt>
    <dgm:pt modelId="{5D888B8D-55CB-42C2-B95B-29BFD310FD0D}" type="pres">
      <dgm:prSet presAssocID="{CB42E764-BBB8-4EA8-83B1-F3DCA9E54312}" presName="hierRoot4" presStyleCnt="0"/>
      <dgm:spPr/>
    </dgm:pt>
    <dgm:pt modelId="{CFBBB377-1B63-49EF-9D1C-3C224CFEB2A5}" type="pres">
      <dgm:prSet presAssocID="{CB42E764-BBB8-4EA8-83B1-F3DCA9E54312}" presName="composite4" presStyleCnt="0"/>
      <dgm:spPr/>
    </dgm:pt>
    <dgm:pt modelId="{DE6085E6-BD57-4061-B2B8-AEE1D838BE2E}" type="pres">
      <dgm:prSet presAssocID="{CB42E764-BBB8-4EA8-83B1-F3DCA9E54312}" presName="background4" presStyleLbl="node4" presStyleIdx="1" presStyleCnt="2"/>
      <dgm:spPr/>
    </dgm:pt>
    <dgm:pt modelId="{2CACCFEC-6D97-4BCF-B448-9059F4E484DC}" type="pres">
      <dgm:prSet presAssocID="{CB42E764-BBB8-4EA8-83B1-F3DCA9E54312}" presName="text4" presStyleLbl="fgAcc4" presStyleIdx="1" presStyleCnt="2">
        <dgm:presLayoutVars>
          <dgm:chPref val="3"/>
        </dgm:presLayoutVars>
      </dgm:prSet>
      <dgm:spPr/>
    </dgm:pt>
    <dgm:pt modelId="{49673F93-2C2F-47C3-839E-6A974E65C9E2}" type="pres">
      <dgm:prSet presAssocID="{CB42E764-BBB8-4EA8-83B1-F3DCA9E54312}" presName="hierChild5" presStyleCnt="0"/>
      <dgm:spPr/>
    </dgm:pt>
  </dgm:ptLst>
  <dgm:cxnLst>
    <dgm:cxn modelId="{8053F103-F1F3-4776-B8CE-F88A5C5D38A4}" type="presOf" srcId="{125E582C-6CF6-4FE6-A79F-400AB5443327}" destId="{D4C53F47-BE6B-40CD-9415-922774D42675}" srcOrd="0" destOrd="0" presId="urn:microsoft.com/office/officeart/2005/8/layout/hierarchy1"/>
    <dgm:cxn modelId="{E07F012F-EF29-4C74-B729-AC40679255AF}" type="presOf" srcId="{F9FC92A1-E69A-436B-A5F8-3E3F762C8B2C}" destId="{69A325AB-769B-4DFC-8703-5E3444F86A56}" srcOrd="0" destOrd="0" presId="urn:microsoft.com/office/officeart/2005/8/layout/hierarchy1"/>
    <dgm:cxn modelId="{2D62265C-6D02-4FFF-ABCA-716E63B806E2}" type="presOf" srcId="{61746E5C-0C11-4152-9716-FFF573774931}" destId="{6883D925-34E0-4B69-B5C6-589BD131C3A2}" srcOrd="0" destOrd="0" presId="urn:microsoft.com/office/officeart/2005/8/layout/hierarchy1"/>
    <dgm:cxn modelId="{69BDFE41-D227-4EDC-BFA5-CC8B0CAE6FFD}" srcId="{F9FC92A1-E69A-436B-A5F8-3E3F762C8B2C}" destId="{125E582C-6CF6-4FE6-A79F-400AB5443327}" srcOrd="0" destOrd="0" parTransId="{C55BE73E-36C5-400E-9E1B-F412274F50D2}" sibTransId="{DCC70588-6C26-442F-AFD4-15E369FB036A}"/>
    <dgm:cxn modelId="{6B6D0871-8598-4203-A7AE-37330C0DB0A9}" type="presOf" srcId="{CB42E764-BBB8-4EA8-83B1-F3DCA9E54312}" destId="{2CACCFEC-6D97-4BCF-B448-9059F4E484DC}" srcOrd="0" destOrd="0" presId="urn:microsoft.com/office/officeart/2005/8/layout/hierarchy1"/>
    <dgm:cxn modelId="{0C054555-7A47-4245-A050-334B9CDED41E}" srcId="{640EC130-51D8-4FE6-B41C-3D49FCDD86AE}" destId="{F1F03A24-1513-47AB-A6BB-C15C1E3065CC}" srcOrd="0" destOrd="0" parTransId="{DB736A67-EA29-47C9-A5B7-B146419B6188}" sibTransId="{E78100E3-D044-4E34-9721-EDFB7AC208C5}"/>
    <dgm:cxn modelId="{DEB57A92-242E-42B9-94A4-DF4A91D5485A}" type="presOf" srcId="{6EE97049-197D-4A32-93C2-0600B520E5D8}" destId="{8C7EE959-BC41-4282-B5B4-3936296E3D26}" srcOrd="0" destOrd="0" presId="urn:microsoft.com/office/officeart/2005/8/layout/hierarchy1"/>
    <dgm:cxn modelId="{00E05FAE-E14F-4BD7-B0C9-F3AC3ABF6287}" type="presOf" srcId="{F1F03A24-1513-47AB-A6BB-C15C1E3065CC}" destId="{F6D5D3D4-A165-4680-82ED-0E9EB2511479}" srcOrd="0" destOrd="0" presId="urn:microsoft.com/office/officeart/2005/8/layout/hierarchy1"/>
    <dgm:cxn modelId="{00F41FB9-6E4B-4E1A-8727-1B63B8E2FFB3}" type="presOf" srcId="{DB736A67-EA29-47C9-A5B7-B146419B6188}" destId="{766301D7-05DA-4E53-99BF-13A429C2015E}" srcOrd="0" destOrd="0" presId="urn:microsoft.com/office/officeart/2005/8/layout/hierarchy1"/>
    <dgm:cxn modelId="{B3DB61C0-C576-41F9-852E-DC0D746A7DBF}" type="presOf" srcId="{5C3997C9-0AC4-4A34-942B-BE1192222DB3}" destId="{97FB514B-627F-4E30-9EBB-C8D850A0A182}" srcOrd="0" destOrd="0" presId="urn:microsoft.com/office/officeart/2005/8/layout/hierarchy1"/>
    <dgm:cxn modelId="{454AECDA-D080-4AC5-B2D8-AF71206DD19B}" srcId="{125E582C-6CF6-4FE6-A79F-400AB5443327}" destId="{5C3997C9-0AC4-4A34-942B-BE1192222DB3}" srcOrd="0" destOrd="0" parTransId="{6EE97049-197D-4A32-93C2-0600B520E5D8}" sibTransId="{A47C588B-BEAA-45AF-8076-7144B3A09994}"/>
    <dgm:cxn modelId="{8F5579E2-602E-41C3-9C52-D67FA737EDAB}" srcId="{5C3997C9-0AC4-4A34-942B-BE1192222DB3}" destId="{640EC130-51D8-4FE6-B41C-3D49FCDD86AE}" srcOrd="0" destOrd="0" parTransId="{B9894726-9180-4693-966F-0008414C602B}" sibTransId="{79E7B094-4DA8-4067-8FD1-4DAD53FA42BF}"/>
    <dgm:cxn modelId="{8A2BCDEC-951C-4BA1-B152-D0474151068C}" type="presOf" srcId="{B9894726-9180-4693-966F-0008414C602B}" destId="{E506A56A-3295-4862-91FE-596A1AE770FF}" srcOrd="0" destOrd="0" presId="urn:microsoft.com/office/officeart/2005/8/layout/hierarchy1"/>
    <dgm:cxn modelId="{F71556F8-6713-4DC7-8088-4BAE7839DA1E}" srcId="{F1F03A24-1513-47AB-A6BB-C15C1E3065CC}" destId="{CB42E764-BBB8-4EA8-83B1-F3DCA9E54312}" srcOrd="0" destOrd="0" parTransId="{61746E5C-0C11-4152-9716-FFF573774931}" sibTransId="{52FF644B-9546-43EF-9BB0-7B72BCFA4F05}"/>
    <dgm:cxn modelId="{9BCE39FC-D7F0-4A23-881C-AB28C3E34E56}" type="presOf" srcId="{640EC130-51D8-4FE6-B41C-3D49FCDD86AE}" destId="{D5D1736D-8E65-4D77-A6FA-87A4A4C45782}" srcOrd="0" destOrd="0" presId="urn:microsoft.com/office/officeart/2005/8/layout/hierarchy1"/>
    <dgm:cxn modelId="{4440CFB0-E699-4CDE-9E21-E5339B1C17D5}" type="presParOf" srcId="{69A325AB-769B-4DFC-8703-5E3444F86A56}" destId="{7FCB1CC5-2989-4C89-9215-2D54D522C791}" srcOrd="0" destOrd="0" presId="urn:microsoft.com/office/officeart/2005/8/layout/hierarchy1"/>
    <dgm:cxn modelId="{590A9D88-3A70-4371-AD3B-F03E3D5127F2}" type="presParOf" srcId="{7FCB1CC5-2989-4C89-9215-2D54D522C791}" destId="{7CD4A6AC-4C06-428D-AEE6-456D8D0A4498}" srcOrd="0" destOrd="0" presId="urn:microsoft.com/office/officeart/2005/8/layout/hierarchy1"/>
    <dgm:cxn modelId="{4E01AF14-80BF-44A0-8677-7BC4F4696D1B}" type="presParOf" srcId="{7CD4A6AC-4C06-428D-AEE6-456D8D0A4498}" destId="{501B703E-2340-4521-AC39-03EB3959A888}" srcOrd="0" destOrd="0" presId="urn:microsoft.com/office/officeart/2005/8/layout/hierarchy1"/>
    <dgm:cxn modelId="{2FF207C3-3CB3-40D0-863D-7F3673A30407}" type="presParOf" srcId="{7CD4A6AC-4C06-428D-AEE6-456D8D0A4498}" destId="{D4C53F47-BE6B-40CD-9415-922774D42675}" srcOrd="1" destOrd="0" presId="urn:microsoft.com/office/officeart/2005/8/layout/hierarchy1"/>
    <dgm:cxn modelId="{75DA2EDE-DB77-4D76-8055-623A1EC9EFD0}" type="presParOf" srcId="{7FCB1CC5-2989-4C89-9215-2D54D522C791}" destId="{F95BABAB-A7C6-470C-9B59-4D6AAEECAC8F}" srcOrd="1" destOrd="0" presId="urn:microsoft.com/office/officeart/2005/8/layout/hierarchy1"/>
    <dgm:cxn modelId="{7CC13AAE-7AA3-4E65-B021-CAE0F544C26E}" type="presParOf" srcId="{F95BABAB-A7C6-470C-9B59-4D6AAEECAC8F}" destId="{8C7EE959-BC41-4282-B5B4-3936296E3D26}" srcOrd="0" destOrd="0" presId="urn:microsoft.com/office/officeart/2005/8/layout/hierarchy1"/>
    <dgm:cxn modelId="{B32CF08D-7474-4379-8CDD-9360DF76B050}" type="presParOf" srcId="{F95BABAB-A7C6-470C-9B59-4D6AAEECAC8F}" destId="{8B6F9964-1C63-40B6-9502-FF10083DF6EF}" srcOrd="1" destOrd="0" presId="urn:microsoft.com/office/officeart/2005/8/layout/hierarchy1"/>
    <dgm:cxn modelId="{D43C33B9-5F88-41ED-8DFD-60833ECA684D}" type="presParOf" srcId="{8B6F9964-1C63-40B6-9502-FF10083DF6EF}" destId="{40570094-51AE-44F7-B578-172711DE42F1}" srcOrd="0" destOrd="0" presId="urn:microsoft.com/office/officeart/2005/8/layout/hierarchy1"/>
    <dgm:cxn modelId="{3593DCFE-0EBD-4C32-AFBE-7912F64B062D}" type="presParOf" srcId="{40570094-51AE-44F7-B578-172711DE42F1}" destId="{4C76D31C-679F-4C0E-90C7-65A7EAE943F7}" srcOrd="0" destOrd="0" presId="urn:microsoft.com/office/officeart/2005/8/layout/hierarchy1"/>
    <dgm:cxn modelId="{B0A46119-EA11-413B-BB09-6A4CD33DD3CD}" type="presParOf" srcId="{40570094-51AE-44F7-B578-172711DE42F1}" destId="{97FB514B-627F-4E30-9EBB-C8D850A0A182}" srcOrd="1" destOrd="0" presId="urn:microsoft.com/office/officeart/2005/8/layout/hierarchy1"/>
    <dgm:cxn modelId="{0C92DE74-EC93-47DE-88B4-B7905DC64EA0}" type="presParOf" srcId="{8B6F9964-1C63-40B6-9502-FF10083DF6EF}" destId="{E326EB8C-F64D-4A9C-BEFD-0BFFA43140B7}" srcOrd="1" destOrd="0" presId="urn:microsoft.com/office/officeart/2005/8/layout/hierarchy1"/>
    <dgm:cxn modelId="{835F1086-20AC-45F3-A90C-C97A27A7725F}" type="presParOf" srcId="{E326EB8C-F64D-4A9C-BEFD-0BFFA43140B7}" destId="{E506A56A-3295-4862-91FE-596A1AE770FF}" srcOrd="0" destOrd="0" presId="urn:microsoft.com/office/officeart/2005/8/layout/hierarchy1"/>
    <dgm:cxn modelId="{7855AC68-857E-423B-9878-382B04FB4BDF}" type="presParOf" srcId="{E326EB8C-F64D-4A9C-BEFD-0BFFA43140B7}" destId="{8480B59A-E1E1-4AF5-BB33-6DD514642926}" srcOrd="1" destOrd="0" presId="urn:microsoft.com/office/officeart/2005/8/layout/hierarchy1"/>
    <dgm:cxn modelId="{EAA8EA43-9418-4A5D-B08B-06158018620D}" type="presParOf" srcId="{8480B59A-E1E1-4AF5-BB33-6DD514642926}" destId="{F5E32D5C-3DE7-4617-988B-FEFB4E61E001}" srcOrd="0" destOrd="0" presId="urn:microsoft.com/office/officeart/2005/8/layout/hierarchy1"/>
    <dgm:cxn modelId="{AAF43F2C-3446-4B5C-9617-142414AA551D}" type="presParOf" srcId="{F5E32D5C-3DE7-4617-988B-FEFB4E61E001}" destId="{19844DB0-123B-4FA0-8F80-4CDBB3D921A1}" srcOrd="0" destOrd="0" presId="urn:microsoft.com/office/officeart/2005/8/layout/hierarchy1"/>
    <dgm:cxn modelId="{318DDAB8-97B5-4604-95AD-398F634FEFD9}" type="presParOf" srcId="{F5E32D5C-3DE7-4617-988B-FEFB4E61E001}" destId="{D5D1736D-8E65-4D77-A6FA-87A4A4C45782}" srcOrd="1" destOrd="0" presId="urn:microsoft.com/office/officeart/2005/8/layout/hierarchy1"/>
    <dgm:cxn modelId="{B434FB9C-3B2C-4772-A3B5-EF15C08879BF}" type="presParOf" srcId="{8480B59A-E1E1-4AF5-BB33-6DD514642926}" destId="{FE004862-8ACF-4498-B26E-41E1AC0775F2}" srcOrd="1" destOrd="0" presId="urn:microsoft.com/office/officeart/2005/8/layout/hierarchy1"/>
    <dgm:cxn modelId="{5ADE295E-C89A-48F3-BDFD-30EBED31DFF6}" type="presParOf" srcId="{FE004862-8ACF-4498-B26E-41E1AC0775F2}" destId="{766301D7-05DA-4E53-99BF-13A429C2015E}" srcOrd="0" destOrd="0" presId="urn:microsoft.com/office/officeart/2005/8/layout/hierarchy1"/>
    <dgm:cxn modelId="{05460DDD-0455-4947-84A3-215C718D61A2}" type="presParOf" srcId="{FE004862-8ACF-4498-B26E-41E1AC0775F2}" destId="{D43EEDE5-E576-423A-9A6A-EA669FCB385B}" srcOrd="1" destOrd="0" presId="urn:microsoft.com/office/officeart/2005/8/layout/hierarchy1"/>
    <dgm:cxn modelId="{71A63A1B-A443-47BD-85E9-569B83559076}" type="presParOf" srcId="{D43EEDE5-E576-423A-9A6A-EA669FCB385B}" destId="{10E6ED08-1BDF-4B7A-BACE-E822DF98E343}" srcOrd="0" destOrd="0" presId="urn:microsoft.com/office/officeart/2005/8/layout/hierarchy1"/>
    <dgm:cxn modelId="{B657B23B-8614-414A-A0F8-E2C2A84DF370}" type="presParOf" srcId="{10E6ED08-1BDF-4B7A-BACE-E822DF98E343}" destId="{02EE0DD3-3F3D-44CA-950A-F433B2E9FD13}" srcOrd="0" destOrd="0" presId="urn:microsoft.com/office/officeart/2005/8/layout/hierarchy1"/>
    <dgm:cxn modelId="{14426973-3F27-4E9C-A3EA-FA00FC56CD53}" type="presParOf" srcId="{10E6ED08-1BDF-4B7A-BACE-E822DF98E343}" destId="{F6D5D3D4-A165-4680-82ED-0E9EB2511479}" srcOrd="1" destOrd="0" presId="urn:microsoft.com/office/officeart/2005/8/layout/hierarchy1"/>
    <dgm:cxn modelId="{07BEB8E1-9023-4FF6-B55B-F43B673707C6}" type="presParOf" srcId="{D43EEDE5-E576-423A-9A6A-EA669FCB385B}" destId="{A71F815C-3133-4C0C-A6CB-6A70B456A151}" srcOrd="1" destOrd="0" presId="urn:microsoft.com/office/officeart/2005/8/layout/hierarchy1"/>
    <dgm:cxn modelId="{09C53361-B55B-467D-981D-D02A6924251B}" type="presParOf" srcId="{A71F815C-3133-4C0C-A6CB-6A70B456A151}" destId="{6883D925-34E0-4B69-B5C6-589BD131C3A2}" srcOrd="0" destOrd="0" presId="urn:microsoft.com/office/officeart/2005/8/layout/hierarchy1"/>
    <dgm:cxn modelId="{6FFFD11B-D1C9-4E26-9A46-E3631D8589CF}" type="presParOf" srcId="{A71F815C-3133-4C0C-A6CB-6A70B456A151}" destId="{5D888B8D-55CB-42C2-B95B-29BFD310FD0D}" srcOrd="1" destOrd="0" presId="urn:microsoft.com/office/officeart/2005/8/layout/hierarchy1"/>
    <dgm:cxn modelId="{74CF2D87-4D2A-4DDF-AF22-ADE8C47BCCD5}" type="presParOf" srcId="{5D888B8D-55CB-42C2-B95B-29BFD310FD0D}" destId="{CFBBB377-1B63-49EF-9D1C-3C224CFEB2A5}" srcOrd="0" destOrd="0" presId="urn:microsoft.com/office/officeart/2005/8/layout/hierarchy1"/>
    <dgm:cxn modelId="{7991787B-7323-4E0A-A5BE-C765869BC0CD}" type="presParOf" srcId="{CFBBB377-1B63-49EF-9D1C-3C224CFEB2A5}" destId="{DE6085E6-BD57-4061-B2B8-AEE1D838BE2E}" srcOrd="0" destOrd="0" presId="urn:microsoft.com/office/officeart/2005/8/layout/hierarchy1"/>
    <dgm:cxn modelId="{16E16616-391F-4F87-BFAA-D8DC9F1EB104}" type="presParOf" srcId="{CFBBB377-1B63-49EF-9D1C-3C224CFEB2A5}" destId="{2CACCFEC-6D97-4BCF-B448-9059F4E484DC}" srcOrd="1" destOrd="0" presId="urn:microsoft.com/office/officeart/2005/8/layout/hierarchy1"/>
    <dgm:cxn modelId="{4349C913-200F-4813-B444-B06EEC56C353}" type="presParOf" srcId="{5D888B8D-55CB-42C2-B95B-29BFD310FD0D}" destId="{49673F93-2C2F-47C3-839E-6A974E65C9E2}" srcOrd="1" destOrd="0" presId="urn:microsoft.com/office/officeart/2005/8/layout/hierarchy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F9FC92A1-E69A-436B-A5F8-3E3F762C8B2C}"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pt-BR"/>
        </a:p>
      </dgm:t>
    </dgm:pt>
    <dgm:pt modelId="{125E582C-6CF6-4FE6-A79F-400AB5443327}">
      <dgm:prSet phldrT="[Texto]"/>
      <dgm:spPr/>
      <dgm:t>
        <a:bodyPr/>
        <a:lstStyle/>
        <a:p>
          <a:r>
            <a:rPr lang="pt-BR" b="0" i="0" dirty="0"/>
            <a:t>Empresa</a:t>
          </a:r>
          <a:endParaRPr lang="pt-BR" dirty="0"/>
        </a:p>
      </dgm:t>
    </dgm:pt>
    <dgm:pt modelId="{C55BE73E-36C5-400E-9E1B-F412274F50D2}" type="parTrans" cxnId="{69BDFE41-D227-4EDC-BFA5-CC8B0CAE6FFD}">
      <dgm:prSet/>
      <dgm:spPr/>
      <dgm:t>
        <a:bodyPr/>
        <a:lstStyle/>
        <a:p>
          <a:endParaRPr lang="pt-BR"/>
        </a:p>
      </dgm:t>
    </dgm:pt>
    <dgm:pt modelId="{DCC70588-6C26-442F-AFD4-15E369FB036A}" type="sibTrans" cxnId="{69BDFE41-D227-4EDC-BFA5-CC8B0CAE6FFD}">
      <dgm:prSet/>
      <dgm:spPr/>
      <dgm:t>
        <a:bodyPr/>
        <a:lstStyle/>
        <a:p>
          <a:endParaRPr lang="pt-BR"/>
        </a:p>
      </dgm:t>
    </dgm:pt>
    <dgm:pt modelId="{4BED10FB-BC80-4176-A272-7C1794561FD6}">
      <dgm:prSet phldrT="[Texto]"/>
      <dgm:spPr/>
      <dgm:t>
        <a:bodyPr/>
        <a:lstStyle/>
        <a:p>
          <a:r>
            <a:rPr lang="pt-BR" b="0" i="0" dirty="0"/>
            <a:t>Departamento</a:t>
          </a:r>
          <a:endParaRPr lang="pt-BR" dirty="0"/>
        </a:p>
      </dgm:t>
    </dgm:pt>
    <dgm:pt modelId="{0CD582FA-9657-407B-9863-83769A0ECD30}" type="parTrans" cxnId="{9B96A1B4-98A4-4AFD-9F27-14BAA89FD7FF}">
      <dgm:prSet/>
      <dgm:spPr/>
      <dgm:t>
        <a:bodyPr/>
        <a:lstStyle/>
        <a:p>
          <a:endParaRPr lang="pt-BR"/>
        </a:p>
      </dgm:t>
    </dgm:pt>
    <dgm:pt modelId="{EDFE52B9-D61A-448D-B1A0-9F92D66D29FF}" type="sibTrans" cxnId="{9B96A1B4-98A4-4AFD-9F27-14BAA89FD7FF}">
      <dgm:prSet/>
      <dgm:spPr/>
      <dgm:t>
        <a:bodyPr/>
        <a:lstStyle/>
        <a:p>
          <a:endParaRPr lang="pt-BR"/>
        </a:p>
      </dgm:t>
    </dgm:pt>
    <dgm:pt modelId="{F4CDAD01-A209-497D-A9BC-76940B249143}">
      <dgm:prSet phldrT="[Texto]"/>
      <dgm:spPr/>
      <dgm:t>
        <a:bodyPr/>
        <a:lstStyle/>
        <a:p>
          <a:r>
            <a:rPr lang="pt-BR" b="0" i="0" dirty="0"/>
            <a:t>Funcionário</a:t>
          </a:r>
          <a:endParaRPr lang="pt-BR" dirty="0"/>
        </a:p>
      </dgm:t>
    </dgm:pt>
    <dgm:pt modelId="{C644CEC8-BD43-48BB-8978-2622BC8B1F4E}" type="parTrans" cxnId="{A3141821-5811-4ADE-90F6-FBDA2E654361}">
      <dgm:prSet/>
      <dgm:spPr/>
      <dgm:t>
        <a:bodyPr/>
        <a:lstStyle/>
        <a:p>
          <a:endParaRPr lang="pt-BR"/>
        </a:p>
      </dgm:t>
    </dgm:pt>
    <dgm:pt modelId="{21581895-0A39-4ACC-A1AB-84ADA5A50BF1}" type="sibTrans" cxnId="{A3141821-5811-4ADE-90F6-FBDA2E654361}">
      <dgm:prSet/>
      <dgm:spPr/>
      <dgm:t>
        <a:bodyPr/>
        <a:lstStyle/>
        <a:p>
          <a:endParaRPr lang="pt-BR"/>
        </a:p>
      </dgm:t>
    </dgm:pt>
    <dgm:pt modelId="{A82C19E3-4E3A-490E-BBDB-8F94BB1EB62F}">
      <dgm:prSet phldrT="[Texto]"/>
      <dgm:spPr/>
      <dgm:t>
        <a:bodyPr/>
        <a:lstStyle/>
        <a:p>
          <a:r>
            <a:rPr lang="pt-BR" b="0" i="0" dirty="0"/>
            <a:t>Equipe</a:t>
          </a:r>
          <a:endParaRPr lang="pt-BR" dirty="0"/>
        </a:p>
      </dgm:t>
    </dgm:pt>
    <dgm:pt modelId="{B2C5CC13-0F56-459D-BA15-83A7EB9EC8B0}" type="parTrans" cxnId="{A25EE0A9-8DAA-4EBE-A224-C32F304820A0}">
      <dgm:prSet/>
      <dgm:spPr/>
      <dgm:t>
        <a:bodyPr/>
        <a:lstStyle/>
        <a:p>
          <a:endParaRPr lang="pt-BR"/>
        </a:p>
      </dgm:t>
    </dgm:pt>
    <dgm:pt modelId="{B65DDF7B-4A69-4B0D-8857-5744D276AEDA}" type="sibTrans" cxnId="{A25EE0A9-8DAA-4EBE-A224-C32F304820A0}">
      <dgm:prSet/>
      <dgm:spPr/>
      <dgm:t>
        <a:bodyPr/>
        <a:lstStyle/>
        <a:p>
          <a:endParaRPr lang="pt-BR"/>
        </a:p>
      </dgm:t>
    </dgm:pt>
    <dgm:pt modelId="{69A325AB-769B-4DFC-8703-5E3444F86A56}" type="pres">
      <dgm:prSet presAssocID="{F9FC92A1-E69A-436B-A5F8-3E3F762C8B2C}" presName="hierChild1" presStyleCnt="0">
        <dgm:presLayoutVars>
          <dgm:chPref val="1"/>
          <dgm:dir/>
          <dgm:animOne val="branch"/>
          <dgm:animLvl val="lvl"/>
          <dgm:resizeHandles/>
        </dgm:presLayoutVars>
      </dgm:prSet>
      <dgm:spPr/>
    </dgm:pt>
    <dgm:pt modelId="{7FCB1CC5-2989-4C89-9215-2D54D522C791}" type="pres">
      <dgm:prSet presAssocID="{125E582C-6CF6-4FE6-A79F-400AB5443327}" presName="hierRoot1" presStyleCnt="0"/>
      <dgm:spPr/>
    </dgm:pt>
    <dgm:pt modelId="{7CD4A6AC-4C06-428D-AEE6-456D8D0A4498}" type="pres">
      <dgm:prSet presAssocID="{125E582C-6CF6-4FE6-A79F-400AB5443327}" presName="composite" presStyleCnt="0"/>
      <dgm:spPr/>
    </dgm:pt>
    <dgm:pt modelId="{501B703E-2340-4521-AC39-03EB3959A888}" type="pres">
      <dgm:prSet presAssocID="{125E582C-6CF6-4FE6-A79F-400AB5443327}" presName="background" presStyleLbl="node0" presStyleIdx="0" presStyleCnt="1"/>
      <dgm:spPr/>
    </dgm:pt>
    <dgm:pt modelId="{D4C53F47-BE6B-40CD-9415-922774D42675}" type="pres">
      <dgm:prSet presAssocID="{125E582C-6CF6-4FE6-A79F-400AB5443327}" presName="text" presStyleLbl="fgAcc0" presStyleIdx="0" presStyleCnt="1">
        <dgm:presLayoutVars>
          <dgm:chPref val="3"/>
        </dgm:presLayoutVars>
      </dgm:prSet>
      <dgm:spPr/>
    </dgm:pt>
    <dgm:pt modelId="{F95BABAB-A7C6-470C-9B59-4D6AAEECAC8F}" type="pres">
      <dgm:prSet presAssocID="{125E582C-6CF6-4FE6-A79F-400AB5443327}" presName="hierChild2" presStyleCnt="0"/>
      <dgm:spPr/>
    </dgm:pt>
    <dgm:pt modelId="{DB6D14AB-5620-4D77-A5FD-143F28778EF5}" type="pres">
      <dgm:prSet presAssocID="{0CD582FA-9657-407B-9863-83769A0ECD30}" presName="Name10" presStyleLbl="parChTrans1D2" presStyleIdx="0" presStyleCnt="1"/>
      <dgm:spPr/>
    </dgm:pt>
    <dgm:pt modelId="{058E6394-6668-457E-A2F4-BE688913BFE7}" type="pres">
      <dgm:prSet presAssocID="{4BED10FB-BC80-4176-A272-7C1794561FD6}" presName="hierRoot2" presStyleCnt="0"/>
      <dgm:spPr/>
    </dgm:pt>
    <dgm:pt modelId="{C738F11B-4E9C-43A6-80E2-746AAAF2FDDD}" type="pres">
      <dgm:prSet presAssocID="{4BED10FB-BC80-4176-A272-7C1794561FD6}" presName="composite2" presStyleCnt="0"/>
      <dgm:spPr/>
    </dgm:pt>
    <dgm:pt modelId="{004067D1-BBCE-449E-9EC4-9D36A04DBDFD}" type="pres">
      <dgm:prSet presAssocID="{4BED10FB-BC80-4176-A272-7C1794561FD6}" presName="background2" presStyleLbl="node2" presStyleIdx="0" presStyleCnt="1"/>
      <dgm:spPr/>
    </dgm:pt>
    <dgm:pt modelId="{EDA880B2-8ECB-4643-8C7A-26016C78B1D5}" type="pres">
      <dgm:prSet presAssocID="{4BED10FB-BC80-4176-A272-7C1794561FD6}" presName="text2" presStyleLbl="fgAcc2" presStyleIdx="0" presStyleCnt="1">
        <dgm:presLayoutVars>
          <dgm:chPref val="3"/>
        </dgm:presLayoutVars>
      </dgm:prSet>
      <dgm:spPr/>
    </dgm:pt>
    <dgm:pt modelId="{5B2CDDA6-66ED-4913-8DD6-7E5BEE975310}" type="pres">
      <dgm:prSet presAssocID="{4BED10FB-BC80-4176-A272-7C1794561FD6}" presName="hierChild3" presStyleCnt="0"/>
      <dgm:spPr/>
    </dgm:pt>
    <dgm:pt modelId="{7E467561-0AAD-4E5A-8D2B-F1F02F146A11}" type="pres">
      <dgm:prSet presAssocID="{B2C5CC13-0F56-459D-BA15-83A7EB9EC8B0}" presName="Name17" presStyleLbl="parChTrans1D3" presStyleIdx="0" presStyleCnt="1"/>
      <dgm:spPr/>
    </dgm:pt>
    <dgm:pt modelId="{29A75CB5-2D93-4525-8B4A-A1FC13CD7D52}" type="pres">
      <dgm:prSet presAssocID="{A82C19E3-4E3A-490E-BBDB-8F94BB1EB62F}" presName="hierRoot3" presStyleCnt="0"/>
      <dgm:spPr/>
    </dgm:pt>
    <dgm:pt modelId="{8CDA4698-0E5E-4A4B-91BB-3ED14A3EBBEE}" type="pres">
      <dgm:prSet presAssocID="{A82C19E3-4E3A-490E-BBDB-8F94BB1EB62F}" presName="composite3" presStyleCnt="0"/>
      <dgm:spPr/>
    </dgm:pt>
    <dgm:pt modelId="{AB899992-614F-4A59-B216-4ACD2C06B164}" type="pres">
      <dgm:prSet presAssocID="{A82C19E3-4E3A-490E-BBDB-8F94BB1EB62F}" presName="background3" presStyleLbl="node3" presStyleIdx="0" presStyleCnt="1"/>
      <dgm:spPr/>
    </dgm:pt>
    <dgm:pt modelId="{DD798092-598C-4053-A58E-85335381B23F}" type="pres">
      <dgm:prSet presAssocID="{A82C19E3-4E3A-490E-BBDB-8F94BB1EB62F}" presName="text3" presStyleLbl="fgAcc3" presStyleIdx="0" presStyleCnt="1">
        <dgm:presLayoutVars>
          <dgm:chPref val="3"/>
        </dgm:presLayoutVars>
      </dgm:prSet>
      <dgm:spPr/>
    </dgm:pt>
    <dgm:pt modelId="{D0AFFB05-EC62-4BBE-9250-625C19390053}" type="pres">
      <dgm:prSet presAssocID="{A82C19E3-4E3A-490E-BBDB-8F94BB1EB62F}" presName="hierChild4" presStyleCnt="0"/>
      <dgm:spPr/>
    </dgm:pt>
    <dgm:pt modelId="{F7D31E35-C78D-4B91-98B0-B8DACD7083C3}" type="pres">
      <dgm:prSet presAssocID="{C644CEC8-BD43-48BB-8978-2622BC8B1F4E}" presName="Name23" presStyleLbl="parChTrans1D4" presStyleIdx="0" presStyleCnt="1"/>
      <dgm:spPr/>
    </dgm:pt>
    <dgm:pt modelId="{E11A8037-12D5-49FA-8B69-062029F76BAD}" type="pres">
      <dgm:prSet presAssocID="{F4CDAD01-A209-497D-A9BC-76940B249143}" presName="hierRoot4" presStyleCnt="0"/>
      <dgm:spPr/>
    </dgm:pt>
    <dgm:pt modelId="{34D5DAF5-37E2-41DC-8BC0-B5A33892A06C}" type="pres">
      <dgm:prSet presAssocID="{F4CDAD01-A209-497D-A9BC-76940B249143}" presName="composite4" presStyleCnt="0"/>
      <dgm:spPr/>
    </dgm:pt>
    <dgm:pt modelId="{C1CB4F78-B6AF-4FDD-813D-45E2C697C087}" type="pres">
      <dgm:prSet presAssocID="{F4CDAD01-A209-497D-A9BC-76940B249143}" presName="background4" presStyleLbl="node4" presStyleIdx="0" presStyleCnt="1"/>
      <dgm:spPr/>
    </dgm:pt>
    <dgm:pt modelId="{DE98EE63-7D1D-43A5-9D18-CD75CEBC3BDF}" type="pres">
      <dgm:prSet presAssocID="{F4CDAD01-A209-497D-A9BC-76940B249143}" presName="text4" presStyleLbl="fgAcc4" presStyleIdx="0" presStyleCnt="1">
        <dgm:presLayoutVars>
          <dgm:chPref val="3"/>
        </dgm:presLayoutVars>
      </dgm:prSet>
      <dgm:spPr/>
    </dgm:pt>
    <dgm:pt modelId="{D42301B3-C01E-4CF1-95C6-1185ECE6F975}" type="pres">
      <dgm:prSet presAssocID="{F4CDAD01-A209-497D-A9BC-76940B249143}" presName="hierChild5" presStyleCnt="0"/>
      <dgm:spPr/>
    </dgm:pt>
  </dgm:ptLst>
  <dgm:cxnLst>
    <dgm:cxn modelId="{8053F103-F1F3-4776-B8CE-F88A5C5D38A4}" type="presOf" srcId="{125E582C-6CF6-4FE6-A79F-400AB5443327}" destId="{D4C53F47-BE6B-40CD-9415-922774D42675}" srcOrd="0" destOrd="0" presId="urn:microsoft.com/office/officeart/2005/8/layout/hierarchy1"/>
    <dgm:cxn modelId="{0DA3B30D-CA26-45FE-BB95-A02599C32A22}" type="presOf" srcId="{A82C19E3-4E3A-490E-BBDB-8F94BB1EB62F}" destId="{DD798092-598C-4053-A58E-85335381B23F}" srcOrd="0" destOrd="0" presId="urn:microsoft.com/office/officeart/2005/8/layout/hierarchy1"/>
    <dgm:cxn modelId="{A3141821-5811-4ADE-90F6-FBDA2E654361}" srcId="{A82C19E3-4E3A-490E-BBDB-8F94BB1EB62F}" destId="{F4CDAD01-A209-497D-A9BC-76940B249143}" srcOrd="0" destOrd="0" parTransId="{C644CEC8-BD43-48BB-8978-2622BC8B1F4E}" sibTransId="{21581895-0A39-4ACC-A1AB-84ADA5A50BF1}"/>
    <dgm:cxn modelId="{E07F012F-EF29-4C74-B729-AC40679255AF}" type="presOf" srcId="{F9FC92A1-E69A-436B-A5F8-3E3F762C8B2C}" destId="{69A325AB-769B-4DFC-8703-5E3444F86A56}" srcOrd="0" destOrd="0" presId="urn:microsoft.com/office/officeart/2005/8/layout/hierarchy1"/>
    <dgm:cxn modelId="{69BDFE41-D227-4EDC-BFA5-CC8B0CAE6FFD}" srcId="{F9FC92A1-E69A-436B-A5F8-3E3F762C8B2C}" destId="{125E582C-6CF6-4FE6-A79F-400AB5443327}" srcOrd="0" destOrd="0" parTransId="{C55BE73E-36C5-400E-9E1B-F412274F50D2}" sibTransId="{DCC70588-6C26-442F-AFD4-15E369FB036A}"/>
    <dgm:cxn modelId="{B5AB146C-1103-4B8F-82D8-989FFF431F09}" type="presOf" srcId="{0CD582FA-9657-407B-9863-83769A0ECD30}" destId="{DB6D14AB-5620-4D77-A5FD-143F28778EF5}" srcOrd="0" destOrd="0" presId="urn:microsoft.com/office/officeart/2005/8/layout/hierarchy1"/>
    <dgm:cxn modelId="{97F9716E-F4EA-435F-8713-B726DBCAC96D}" type="presOf" srcId="{B2C5CC13-0F56-459D-BA15-83A7EB9EC8B0}" destId="{7E467561-0AAD-4E5A-8D2B-F1F02F146A11}" srcOrd="0" destOrd="0" presId="urn:microsoft.com/office/officeart/2005/8/layout/hierarchy1"/>
    <dgm:cxn modelId="{97BA3381-1E92-4B71-B7F3-F94962CBCC65}" type="presOf" srcId="{4BED10FB-BC80-4176-A272-7C1794561FD6}" destId="{EDA880B2-8ECB-4643-8C7A-26016C78B1D5}" srcOrd="0" destOrd="0" presId="urn:microsoft.com/office/officeart/2005/8/layout/hierarchy1"/>
    <dgm:cxn modelId="{74A2BA87-8990-4343-8C67-67C13C30FC35}" type="presOf" srcId="{F4CDAD01-A209-497D-A9BC-76940B249143}" destId="{DE98EE63-7D1D-43A5-9D18-CD75CEBC3BDF}" srcOrd="0" destOrd="0" presId="urn:microsoft.com/office/officeart/2005/8/layout/hierarchy1"/>
    <dgm:cxn modelId="{C96D7290-D1E2-4417-89BF-E89640617CD0}" type="presOf" srcId="{C644CEC8-BD43-48BB-8978-2622BC8B1F4E}" destId="{F7D31E35-C78D-4B91-98B0-B8DACD7083C3}" srcOrd="0" destOrd="0" presId="urn:microsoft.com/office/officeart/2005/8/layout/hierarchy1"/>
    <dgm:cxn modelId="{A25EE0A9-8DAA-4EBE-A224-C32F304820A0}" srcId="{4BED10FB-BC80-4176-A272-7C1794561FD6}" destId="{A82C19E3-4E3A-490E-BBDB-8F94BB1EB62F}" srcOrd="0" destOrd="0" parTransId="{B2C5CC13-0F56-459D-BA15-83A7EB9EC8B0}" sibTransId="{B65DDF7B-4A69-4B0D-8857-5744D276AEDA}"/>
    <dgm:cxn modelId="{9B96A1B4-98A4-4AFD-9F27-14BAA89FD7FF}" srcId="{125E582C-6CF6-4FE6-A79F-400AB5443327}" destId="{4BED10FB-BC80-4176-A272-7C1794561FD6}" srcOrd="0" destOrd="0" parTransId="{0CD582FA-9657-407B-9863-83769A0ECD30}" sibTransId="{EDFE52B9-D61A-448D-B1A0-9F92D66D29FF}"/>
    <dgm:cxn modelId="{4440CFB0-E699-4CDE-9E21-E5339B1C17D5}" type="presParOf" srcId="{69A325AB-769B-4DFC-8703-5E3444F86A56}" destId="{7FCB1CC5-2989-4C89-9215-2D54D522C791}" srcOrd="0" destOrd="0" presId="urn:microsoft.com/office/officeart/2005/8/layout/hierarchy1"/>
    <dgm:cxn modelId="{590A9D88-3A70-4371-AD3B-F03E3D5127F2}" type="presParOf" srcId="{7FCB1CC5-2989-4C89-9215-2D54D522C791}" destId="{7CD4A6AC-4C06-428D-AEE6-456D8D0A4498}" srcOrd="0" destOrd="0" presId="urn:microsoft.com/office/officeart/2005/8/layout/hierarchy1"/>
    <dgm:cxn modelId="{4E01AF14-80BF-44A0-8677-7BC4F4696D1B}" type="presParOf" srcId="{7CD4A6AC-4C06-428D-AEE6-456D8D0A4498}" destId="{501B703E-2340-4521-AC39-03EB3959A888}" srcOrd="0" destOrd="0" presId="urn:microsoft.com/office/officeart/2005/8/layout/hierarchy1"/>
    <dgm:cxn modelId="{2FF207C3-3CB3-40D0-863D-7F3673A30407}" type="presParOf" srcId="{7CD4A6AC-4C06-428D-AEE6-456D8D0A4498}" destId="{D4C53F47-BE6B-40CD-9415-922774D42675}" srcOrd="1" destOrd="0" presId="urn:microsoft.com/office/officeart/2005/8/layout/hierarchy1"/>
    <dgm:cxn modelId="{75DA2EDE-DB77-4D76-8055-623A1EC9EFD0}" type="presParOf" srcId="{7FCB1CC5-2989-4C89-9215-2D54D522C791}" destId="{F95BABAB-A7C6-470C-9B59-4D6AAEECAC8F}" srcOrd="1" destOrd="0" presId="urn:microsoft.com/office/officeart/2005/8/layout/hierarchy1"/>
    <dgm:cxn modelId="{E594A598-31CB-4C9D-A0A1-9466883B74BD}" type="presParOf" srcId="{F95BABAB-A7C6-470C-9B59-4D6AAEECAC8F}" destId="{DB6D14AB-5620-4D77-A5FD-143F28778EF5}" srcOrd="0" destOrd="0" presId="urn:microsoft.com/office/officeart/2005/8/layout/hierarchy1"/>
    <dgm:cxn modelId="{F13453C6-16DF-4A53-9635-58A1CD8AB096}" type="presParOf" srcId="{F95BABAB-A7C6-470C-9B59-4D6AAEECAC8F}" destId="{058E6394-6668-457E-A2F4-BE688913BFE7}" srcOrd="1" destOrd="0" presId="urn:microsoft.com/office/officeart/2005/8/layout/hierarchy1"/>
    <dgm:cxn modelId="{5D2C75CA-9159-420C-9771-C849C141D42C}" type="presParOf" srcId="{058E6394-6668-457E-A2F4-BE688913BFE7}" destId="{C738F11B-4E9C-43A6-80E2-746AAAF2FDDD}" srcOrd="0" destOrd="0" presId="urn:microsoft.com/office/officeart/2005/8/layout/hierarchy1"/>
    <dgm:cxn modelId="{4CD66BD0-9372-4AE5-B5CE-A1D6DFAB8D74}" type="presParOf" srcId="{C738F11B-4E9C-43A6-80E2-746AAAF2FDDD}" destId="{004067D1-BBCE-449E-9EC4-9D36A04DBDFD}" srcOrd="0" destOrd="0" presId="urn:microsoft.com/office/officeart/2005/8/layout/hierarchy1"/>
    <dgm:cxn modelId="{2DA87C4C-49A6-4CC3-8129-ECC87C1022E7}" type="presParOf" srcId="{C738F11B-4E9C-43A6-80E2-746AAAF2FDDD}" destId="{EDA880B2-8ECB-4643-8C7A-26016C78B1D5}" srcOrd="1" destOrd="0" presId="urn:microsoft.com/office/officeart/2005/8/layout/hierarchy1"/>
    <dgm:cxn modelId="{1A758D9F-4420-45D7-A794-2A004908E90B}" type="presParOf" srcId="{058E6394-6668-457E-A2F4-BE688913BFE7}" destId="{5B2CDDA6-66ED-4913-8DD6-7E5BEE975310}" srcOrd="1" destOrd="0" presId="urn:microsoft.com/office/officeart/2005/8/layout/hierarchy1"/>
    <dgm:cxn modelId="{57EEA1C3-981D-40A5-B3E2-21E976D12AF0}" type="presParOf" srcId="{5B2CDDA6-66ED-4913-8DD6-7E5BEE975310}" destId="{7E467561-0AAD-4E5A-8D2B-F1F02F146A11}" srcOrd="0" destOrd="0" presId="urn:microsoft.com/office/officeart/2005/8/layout/hierarchy1"/>
    <dgm:cxn modelId="{496F397F-69E2-4767-889A-E68DDF3E6E57}" type="presParOf" srcId="{5B2CDDA6-66ED-4913-8DD6-7E5BEE975310}" destId="{29A75CB5-2D93-4525-8B4A-A1FC13CD7D52}" srcOrd="1" destOrd="0" presId="urn:microsoft.com/office/officeart/2005/8/layout/hierarchy1"/>
    <dgm:cxn modelId="{F7C7C6DC-0AE8-490B-B69E-C7E182396194}" type="presParOf" srcId="{29A75CB5-2D93-4525-8B4A-A1FC13CD7D52}" destId="{8CDA4698-0E5E-4A4B-91BB-3ED14A3EBBEE}" srcOrd="0" destOrd="0" presId="urn:microsoft.com/office/officeart/2005/8/layout/hierarchy1"/>
    <dgm:cxn modelId="{D44B199C-5606-4B2D-B2A5-08B5CE5A90C4}" type="presParOf" srcId="{8CDA4698-0E5E-4A4B-91BB-3ED14A3EBBEE}" destId="{AB899992-614F-4A59-B216-4ACD2C06B164}" srcOrd="0" destOrd="0" presId="urn:microsoft.com/office/officeart/2005/8/layout/hierarchy1"/>
    <dgm:cxn modelId="{03EC97E0-F3F8-471F-9397-16F989C2F5AD}" type="presParOf" srcId="{8CDA4698-0E5E-4A4B-91BB-3ED14A3EBBEE}" destId="{DD798092-598C-4053-A58E-85335381B23F}" srcOrd="1" destOrd="0" presId="urn:microsoft.com/office/officeart/2005/8/layout/hierarchy1"/>
    <dgm:cxn modelId="{19222F68-202A-46BA-9691-D08F06484706}" type="presParOf" srcId="{29A75CB5-2D93-4525-8B4A-A1FC13CD7D52}" destId="{D0AFFB05-EC62-4BBE-9250-625C19390053}" srcOrd="1" destOrd="0" presId="urn:microsoft.com/office/officeart/2005/8/layout/hierarchy1"/>
    <dgm:cxn modelId="{5896EB95-581D-4F5C-B788-D39FFC5ADACE}" type="presParOf" srcId="{D0AFFB05-EC62-4BBE-9250-625C19390053}" destId="{F7D31E35-C78D-4B91-98B0-B8DACD7083C3}" srcOrd="0" destOrd="0" presId="urn:microsoft.com/office/officeart/2005/8/layout/hierarchy1"/>
    <dgm:cxn modelId="{68F61347-24E8-49DF-A48B-8ADE3461583C}" type="presParOf" srcId="{D0AFFB05-EC62-4BBE-9250-625C19390053}" destId="{E11A8037-12D5-49FA-8B69-062029F76BAD}" srcOrd="1" destOrd="0" presId="urn:microsoft.com/office/officeart/2005/8/layout/hierarchy1"/>
    <dgm:cxn modelId="{4C6F5EA5-AB55-47DC-92D6-C981B6A8DA83}" type="presParOf" srcId="{E11A8037-12D5-49FA-8B69-062029F76BAD}" destId="{34D5DAF5-37E2-41DC-8BC0-B5A33892A06C}" srcOrd="0" destOrd="0" presId="urn:microsoft.com/office/officeart/2005/8/layout/hierarchy1"/>
    <dgm:cxn modelId="{1B4DC660-A1F0-4364-A48F-985F606AB3D9}" type="presParOf" srcId="{34D5DAF5-37E2-41DC-8BC0-B5A33892A06C}" destId="{C1CB4F78-B6AF-4FDD-813D-45E2C697C087}" srcOrd="0" destOrd="0" presId="urn:microsoft.com/office/officeart/2005/8/layout/hierarchy1"/>
    <dgm:cxn modelId="{00876782-7521-4E6B-99CF-D04BA814EB5F}" type="presParOf" srcId="{34D5DAF5-37E2-41DC-8BC0-B5A33892A06C}" destId="{DE98EE63-7D1D-43A5-9D18-CD75CEBC3BDF}" srcOrd="1" destOrd="0" presId="urn:microsoft.com/office/officeart/2005/8/layout/hierarchy1"/>
    <dgm:cxn modelId="{A10542B1-1EA9-481C-82A0-AB8CE41779CC}" type="presParOf" srcId="{E11A8037-12D5-49FA-8B69-062029F76BAD}" destId="{D42301B3-C01E-4CF1-95C6-1185ECE6F975}" srcOrd="1" destOrd="0" presId="urn:microsoft.com/office/officeart/2005/8/layout/hierarchy1"/>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F9FC92A1-E69A-436B-A5F8-3E3F762C8B2C}"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pt-BR"/>
        </a:p>
      </dgm:t>
    </dgm:pt>
    <dgm:pt modelId="{125E582C-6CF6-4FE6-A79F-400AB5443327}">
      <dgm:prSet phldrT="[Texto]"/>
      <dgm:spPr/>
      <dgm:t>
        <a:bodyPr/>
        <a:lstStyle/>
        <a:p>
          <a:r>
            <a:rPr lang="pt-BR" b="0" i="0" dirty="0"/>
            <a:t>Categoria</a:t>
          </a:r>
          <a:endParaRPr lang="pt-BR" dirty="0"/>
        </a:p>
      </dgm:t>
    </dgm:pt>
    <dgm:pt modelId="{C55BE73E-36C5-400E-9E1B-F412274F50D2}" type="parTrans" cxnId="{69BDFE41-D227-4EDC-BFA5-CC8B0CAE6FFD}">
      <dgm:prSet/>
      <dgm:spPr/>
      <dgm:t>
        <a:bodyPr/>
        <a:lstStyle/>
        <a:p>
          <a:endParaRPr lang="pt-BR"/>
        </a:p>
      </dgm:t>
    </dgm:pt>
    <dgm:pt modelId="{DCC70588-6C26-442F-AFD4-15E369FB036A}" type="sibTrans" cxnId="{69BDFE41-D227-4EDC-BFA5-CC8B0CAE6FFD}">
      <dgm:prSet/>
      <dgm:spPr/>
      <dgm:t>
        <a:bodyPr/>
        <a:lstStyle/>
        <a:p>
          <a:endParaRPr lang="pt-BR"/>
        </a:p>
      </dgm:t>
    </dgm:pt>
    <dgm:pt modelId="{68F2B6EA-8554-4425-89CF-00F49948DC08}">
      <dgm:prSet phldrT="[Texto]"/>
      <dgm:spPr/>
      <dgm:t>
        <a:bodyPr/>
        <a:lstStyle/>
        <a:p>
          <a:r>
            <a:rPr lang="pt-BR" b="0" i="0" dirty="0"/>
            <a:t>Subcategoria</a:t>
          </a:r>
          <a:endParaRPr lang="pt-BR" dirty="0"/>
        </a:p>
      </dgm:t>
    </dgm:pt>
    <dgm:pt modelId="{3E2AA0CB-2B41-4DDC-B258-E0F1F27A421B}" type="parTrans" cxnId="{8BCA03A9-41C7-42CE-82D8-68163D71684F}">
      <dgm:prSet/>
      <dgm:spPr/>
      <dgm:t>
        <a:bodyPr/>
        <a:lstStyle/>
        <a:p>
          <a:endParaRPr lang="pt-BR"/>
        </a:p>
      </dgm:t>
    </dgm:pt>
    <dgm:pt modelId="{878CCDBD-3BCF-490B-8A1C-B79EB85A72A8}" type="sibTrans" cxnId="{8BCA03A9-41C7-42CE-82D8-68163D71684F}">
      <dgm:prSet/>
      <dgm:spPr/>
      <dgm:t>
        <a:bodyPr/>
        <a:lstStyle/>
        <a:p>
          <a:endParaRPr lang="pt-BR"/>
        </a:p>
      </dgm:t>
    </dgm:pt>
    <dgm:pt modelId="{FA21FED1-7448-441B-BBA9-B7566D29BAD3}">
      <dgm:prSet phldrT="[Texto]"/>
      <dgm:spPr/>
      <dgm:t>
        <a:bodyPr/>
        <a:lstStyle/>
        <a:p>
          <a:r>
            <a:rPr lang="pt-BR" b="0" i="0" dirty="0"/>
            <a:t>Produto</a:t>
          </a:r>
          <a:endParaRPr lang="pt-BR" dirty="0"/>
        </a:p>
      </dgm:t>
    </dgm:pt>
    <dgm:pt modelId="{D97999D1-7C72-4841-BB1D-4A04BFE3F0BB}" type="parTrans" cxnId="{D4439F4B-4697-43E5-9B7E-50FED1962177}">
      <dgm:prSet/>
      <dgm:spPr/>
      <dgm:t>
        <a:bodyPr/>
        <a:lstStyle/>
        <a:p>
          <a:endParaRPr lang="pt-BR"/>
        </a:p>
      </dgm:t>
    </dgm:pt>
    <dgm:pt modelId="{B84379D4-506E-4427-B4A5-12B85765155E}" type="sibTrans" cxnId="{D4439F4B-4697-43E5-9B7E-50FED1962177}">
      <dgm:prSet/>
      <dgm:spPr/>
      <dgm:t>
        <a:bodyPr/>
        <a:lstStyle/>
        <a:p>
          <a:endParaRPr lang="pt-BR"/>
        </a:p>
      </dgm:t>
    </dgm:pt>
    <dgm:pt modelId="{0C6C9824-3FB2-4FD8-A637-FE21A71717E4}">
      <dgm:prSet phldrT="[Texto]"/>
      <dgm:spPr/>
      <dgm:t>
        <a:bodyPr/>
        <a:lstStyle/>
        <a:p>
          <a:r>
            <a:rPr lang="pt-BR" b="0" i="0"/>
            <a:t>SKU</a:t>
          </a:r>
          <a:endParaRPr lang="pt-BR" dirty="0"/>
        </a:p>
      </dgm:t>
    </dgm:pt>
    <dgm:pt modelId="{32BE0496-779A-4EF0-8F56-3716A9BDC35B}" type="parTrans" cxnId="{DAA9923D-A61E-4583-886A-8F715CFB61CF}">
      <dgm:prSet/>
      <dgm:spPr/>
      <dgm:t>
        <a:bodyPr/>
        <a:lstStyle/>
        <a:p>
          <a:endParaRPr lang="pt-BR"/>
        </a:p>
      </dgm:t>
    </dgm:pt>
    <dgm:pt modelId="{985CB7B0-2DA6-40F1-81D0-90CFCF78744F}" type="sibTrans" cxnId="{DAA9923D-A61E-4583-886A-8F715CFB61CF}">
      <dgm:prSet/>
      <dgm:spPr/>
      <dgm:t>
        <a:bodyPr/>
        <a:lstStyle/>
        <a:p>
          <a:endParaRPr lang="pt-BR"/>
        </a:p>
      </dgm:t>
    </dgm:pt>
    <dgm:pt modelId="{69A325AB-769B-4DFC-8703-5E3444F86A56}" type="pres">
      <dgm:prSet presAssocID="{F9FC92A1-E69A-436B-A5F8-3E3F762C8B2C}" presName="hierChild1" presStyleCnt="0">
        <dgm:presLayoutVars>
          <dgm:chPref val="1"/>
          <dgm:dir/>
          <dgm:animOne val="branch"/>
          <dgm:animLvl val="lvl"/>
          <dgm:resizeHandles/>
        </dgm:presLayoutVars>
      </dgm:prSet>
      <dgm:spPr/>
    </dgm:pt>
    <dgm:pt modelId="{7FCB1CC5-2989-4C89-9215-2D54D522C791}" type="pres">
      <dgm:prSet presAssocID="{125E582C-6CF6-4FE6-A79F-400AB5443327}" presName="hierRoot1" presStyleCnt="0"/>
      <dgm:spPr/>
    </dgm:pt>
    <dgm:pt modelId="{7CD4A6AC-4C06-428D-AEE6-456D8D0A4498}" type="pres">
      <dgm:prSet presAssocID="{125E582C-6CF6-4FE6-A79F-400AB5443327}" presName="composite" presStyleCnt="0"/>
      <dgm:spPr/>
    </dgm:pt>
    <dgm:pt modelId="{501B703E-2340-4521-AC39-03EB3959A888}" type="pres">
      <dgm:prSet presAssocID="{125E582C-6CF6-4FE6-A79F-400AB5443327}" presName="background" presStyleLbl="node0" presStyleIdx="0" presStyleCnt="1"/>
      <dgm:spPr/>
    </dgm:pt>
    <dgm:pt modelId="{D4C53F47-BE6B-40CD-9415-922774D42675}" type="pres">
      <dgm:prSet presAssocID="{125E582C-6CF6-4FE6-A79F-400AB5443327}" presName="text" presStyleLbl="fgAcc0" presStyleIdx="0" presStyleCnt="1">
        <dgm:presLayoutVars>
          <dgm:chPref val="3"/>
        </dgm:presLayoutVars>
      </dgm:prSet>
      <dgm:spPr/>
    </dgm:pt>
    <dgm:pt modelId="{F95BABAB-A7C6-470C-9B59-4D6AAEECAC8F}" type="pres">
      <dgm:prSet presAssocID="{125E582C-6CF6-4FE6-A79F-400AB5443327}" presName="hierChild2" presStyleCnt="0"/>
      <dgm:spPr/>
    </dgm:pt>
    <dgm:pt modelId="{C4CF8270-81F3-4E8F-BB03-E4B45681C951}" type="pres">
      <dgm:prSet presAssocID="{3E2AA0CB-2B41-4DDC-B258-E0F1F27A421B}" presName="Name10" presStyleLbl="parChTrans1D2" presStyleIdx="0" presStyleCnt="1"/>
      <dgm:spPr/>
    </dgm:pt>
    <dgm:pt modelId="{9D46AF23-ABD4-4013-8917-16B7F4E0F2EC}" type="pres">
      <dgm:prSet presAssocID="{68F2B6EA-8554-4425-89CF-00F49948DC08}" presName="hierRoot2" presStyleCnt="0"/>
      <dgm:spPr/>
    </dgm:pt>
    <dgm:pt modelId="{D02F70C8-CFA3-4AD0-A34E-22E7484511ED}" type="pres">
      <dgm:prSet presAssocID="{68F2B6EA-8554-4425-89CF-00F49948DC08}" presName="composite2" presStyleCnt="0"/>
      <dgm:spPr/>
    </dgm:pt>
    <dgm:pt modelId="{C60ABD70-12FC-4929-89D7-E96B907D1104}" type="pres">
      <dgm:prSet presAssocID="{68F2B6EA-8554-4425-89CF-00F49948DC08}" presName="background2" presStyleLbl="node2" presStyleIdx="0" presStyleCnt="1"/>
      <dgm:spPr/>
    </dgm:pt>
    <dgm:pt modelId="{E4C253BC-D95D-462A-9AA0-F84218D78D7E}" type="pres">
      <dgm:prSet presAssocID="{68F2B6EA-8554-4425-89CF-00F49948DC08}" presName="text2" presStyleLbl="fgAcc2" presStyleIdx="0" presStyleCnt="1">
        <dgm:presLayoutVars>
          <dgm:chPref val="3"/>
        </dgm:presLayoutVars>
      </dgm:prSet>
      <dgm:spPr/>
    </dgm:pt>
    <dgm:pt modelId="{2022CD49-301B-4257-8538-51D044438908}" type="pres">
      <dgm:prSet presAssocID="{68F2B6EA-8554-4425-89CF-00F49948DC08}" presName="hierChild3" presStyleCnt="0"/>
      <dgm:spPr/>
    </dgm:pt>
    <dgm:pt modelId="{B465963B-7D6B-4769-BB45-D3A147D7BA4E}" type="pres">
      <dgm:prSet presAssocID="{D97999D1-7C72-4841-BB1D-4A04BFE3F0BB}" presName="Name17" presStyleLbl="parChTrans1D3" presStyleIdx="0" presStyleCnt="1"/>
      <dgm:spPr/>
    </dgm:pt>
    <dgm:pt modelId="{2B6C16CF-E4E0-4054-9443-DA7C7873CAD0}" type="pres">
      <dgm:prSet presAssocID="{FA21FED1-7448-441B-BBA9-B7566D29BAD3}" presName="hierRoot3" presStyleCnt="0"/>
      <dgm:spPr/>
    </dgm:pt>
    <dgm:pt modelId="{13392F2C-F87F-4B22-B308-786EE5D1D5FA}" type="pres">
      <dgm:prSet presAssocID="{FA21FED1-7448-441B-BBA9-B7566D29BAD3}" presName="composite3" presStyleCnt="0"/>
      <dgm:spPr/>
    </dgm:pt>
    <dgm:pt modelId="{AF921A76-6AF1-4329-B6CA-FFD5DE83A37B}" type="pres">
      <dgm:prSet presAssocID="{FA21FED1-7448-441B-BBA9-B7566D29BAD3}" presName="background3" presStyleLbl="node3" presStyleIdx="0" presStyleCnt="1"/>
      <dgm:spPr/>
    </dgm:pt>
    <dgm:pt modelId="{855292E5-F488-45F4-9907-485EFE76B42E}" type="pres">
      <dgm:prSet presAssocID="{FA21FED1-7448-441B-BBA9-B7566D29BAD3}" presName="text3" presStyleLbl="fgAcc3" presStyleIdx="0" presStyleCnt="1">
        <dgm:presLayoutVars>
          <dgm:chPref val="3"/>
        </dgm:presLayoutVars>
      </dgm:prSet>
      <dgm:spPr/>
    </dgm:pt>
    <dgm:pt modelId="{830A2ADA-6575-4221-B786-B4566CCA3313}" type="pres">
      <dgm:prSet presAssocID="{FA21FED1-7448-441B-BBA9-B7566D29BAD3}" presName="hierChild4" presStyleCnt="0"/>
      <dgm:spPr/>
    </dgm:pt>
    <dgm:pt modelId="{382C9911-D3DE-441E-93D0-41FD64F1E281}" type="pres">
      <dgm:prSet presAssocID="{32BE0496-779A-4EF0-8F56-3716A9BDC35B}" presName="Name23" presStyleLbl="parChTrans1D4" presStyleIdx="0" presStyleCnt="1"/>
      <dgm:spPr/>
    </dgm:pt>
    <dgm:pt modelId="{5342D754-B4EC-4C96-9C99-B4F770DD09F4}" type="pres">
      <dgm:prSet presAssocID="{0C6C9824-3FB2-4FD8-A637-FE21A71717E4}" presName="hierRoot4" presStyleCnt="0"/>
      <dgm:spPr/>
    </dgm:pt>
    <dgm:pt modelId="{0D2AE87E-00AE-48AE-BB1F-24FAEC384426}" type="pres">
      <dgm:prSet presAssocID="{0C6C9824-3FB2-4FD8-A637-FE21A71717E4}" presName="composite4" presStyleCnt="0"/>
      <dgm:spPr/>
    </dgm:pt>
    <dgm:pt modelId="{5AF875B1-9B3D-44A2-A5D6-13DF9360169C}" type="pres">
      <dgm:prSet presAssocID="{0C6C9824-3FB2-4FD8-A637-FE21A71717E4}" presName="background4" presStyleLbl="node4" presStyleIdx="0" presStyleCnt="1"/>
      <dgm:spPr/>
    </dgm:pt>
    <dgm:pt modelId="{C0171F75-107C-4A81-8692-09FA1FF3E97F}" type="pres">
      <dgm:prSet presAssocID="{0C6C9824-3FB2-4FD8-A637-FE21A71717E4}" presName="text4" presStyleLbl="fgAcc4" presStyleIdx="0" presStyleCnt="1">
        <dgm:presLayoutVars>
          <dgm:chPref val="3"/>
        </dgm:presLayoutVars>
      </dgm:prSet>
      <dgm:spPr/>
    </dgm:pt>
    <dgm:pt modelId="{6276CB09-776C-4737-84BF-24D47EF91972}" type="pres">
      <dgm:prSet presAssocID="{0C6C9824-3FB2-4FD8-A637-FE21A71717E4}" presName="hierChild5" presStyleCnt="0"/>
      <dgm:spPr/>
    </dgm:pt>
  </dgm:ptLst>
  <dgm:cxnLst>
    <dgm:cxn modelId="{8053F103-F1F3-4776-B8CE-F88A5C5D38A4}" type="presOf" srcId="{125E582C-6CF6-4FE6-A79F-400AB5443327}" destId="{D4C53F47-BE6B-40CD-9415-922774D42675}" srcOrd="0" destOrd="0" presId="urn:microsoft.com/office/officeart/2005/8/layout/hierarchy1"/>
    <dgm:cxn modelId="{81628A1C-2EC3-4330-8D8B-63E1C280723C}" type="presOf" srcId="{3E2AA0CB-2B41-4DDC-B258-E0F1F27A421B}" destId="{C4CF8270-81F3-4E8F-BB03-E4B45681C951}" srcOrd="0" destOrd="0" presId="urn:microsoft.com/office/officeart/2005/8/layout/hierarchy1"/>
    <dgm:cxn modelId="{E07F012F-EF29-4C74-B729-AC40679255AF}" type="presOf" srcId="{F9FC92A1-E69A-436B-A5F8-3E3F762C8B2C}" destId="{69A325AB-769B-4DFC-8703-5E3444F86A56}" srcOrd="0" destOrd="0" presId="urn:microsoft.com/office/officeart/2005/8/layout/hierarchy1"/>
    <dgm:cxn modelId="{DAA9923D-A61E-4583-886A-8F715CFB61CF}" srcId="{FA21FED1-7448-441B-BBA9-B7566D29BAD3}" destId="{0C6C9824-3FB2-4FD8-A637-FE21A71717E4}" srcOrd="0" destOrd="0" parTransId="{32BE0496-779A-4EF0-8F56-3716A9BDC35B}" sibTransId="{985CB7B0-2DA6-40F1-81D0-90CFCF78744F}"/>
    <dgm:cxn modelId="{831CC160-B1F3-4D43-A524-15F9EE2BB8E2}" type="presOf" srcId="{D97999D1-7C72-4841-BB1D-4A04BFE3F0BB}" destId="{B465963B-7D6B-4769-BB45-D3A147D7BA4E}" srcOrd="0" destOrd="0" presId="urn:microsoft.com/office/officeart/2005/8/layout/hierarchy1"/>
    <dgm:cxn modelId="{69BDFE41-D227-4EDC-BFA5-CC8B0CAE6FFD}" srcId="{F9FC92A1-E69A-436B-A5F8-3E3F762C8B2C}" destId="{125E582C-6CF6-4FE6-A79F-400AB5443327}" srcOrd="0" destOrd="0" parTransId="{C55BE73E-36C5-400E-9E1B-F412274F50D2}" sibTransId="{DCC70588-6C26-442F-AFD4-15E369FB036A}"/>
    <dgm:cxn modelId="{D4439F4B-4697-43E5-9B7E-50FED1962177}" srcId="{68F2B6EA-8554-4425-89CF-00F49948DC08}" destId="{FA21FED1-7448-441B-BBA9-B7566D29BAD3}" srcOrd="0" destOrd="0" parTransId="{D97999D1-7C72-4841-BB1D-4A04BFE3F0BB}" sibTransId="{B84379D4-506E-4427-B4A5-12B85765155E}"/>
    <dgm:cxn modelId="{C5D8AFA8-EB15-47FA-921E-7A81CFE2B0AD}" type="presOf" srcId="{68F2B6EA-8554-4425-89CF-00F49948DC08}" destId="{E4C253BC-D95D-462A-9AA0-F84218D78D7E}" srcOrd="0" destOrd="0" presId="urn:microsoft.com/office/officeart/2005/8/layout/hierarchy1"/>
    <dgm:cxn modelId="{8BCA03A9-41C7-42CE-82D8-68163D71684F}" srcId="{125E582C-6CF6-4FE6-A79F-400AB5443327}" destId="{68F2B6EA-8554-4425-89CF-00F49948DC08}" srcOrd="0" destOrd="0" parTransId="{3E2AA0CB-2B41-4DDC-B258-E0F1F27A421B}" sibTransId="{878CCDBD-3BCF-490B-8A1C-B79EB85A72A8}"/>
    <dgm:cxn modelId="{7E113BC8-E1BF-4DD7-8A42-874AF49022AC}" type="presOf" srcId="{0C6C9824-3FB2-4FD8-A637-FE21A71717E4}" destId="{C0171F75-107C-4A81-8692-09FA1FF3E97F}" srcOrd="0" destOrd="0" presId="urn:microsoft.com/office/officeart/2005/8/layout/hierarchy1"/>
    <dgm:cxn modelId="{2466BDCC-0747-4545-A5FE-8A39A60A1CED}" type="presOf" srcId="{32BE0496-779A-4EF0-8F56-3716A9BDC35B}" destId="{382C9911-D3DE-441E-93D0-41FD64F1E281}" srcOrd="0" destOrd="0" presId="urn:microsoft.com/office/officeart/2005/8/layout/hierarchy1"/>
    <dgm:cxn modelId="{36E36CFC-49A3-48A3-8FC1-A63E7B114475}" type="presOf" srcId="{FA21FED1-7448-441B-BBA9-B7566D29BAD3}" destId="{855292E5-F488-45F4-9907-485EFE76B42E}" srcOrd="0" destOrd="0" presId="urn:microsoft.com/office/officeart/2005/8/layout/hierarchy1"/>
    <dgm:cxn modelId="{4440CFB0-E699-4CDE-9E21-E5339B1C17D5}" type="presParOf" srcId="{69A325AB-769B-4DFC-8703-5E3444F86A56}" destId="{7FCB1CC5-2989-4C89-9215-2D54D522C791}" srcOrd="0" destOrd="0" presId="urn:microsoft.com/office/officeart/2005/8/layout/hierarchy1"/>
    <dgm:cxn modelId="{590A9D88-3A70-4371-AD3B-F03E3D5127F2}" type="presParOf" srcId="{7FCB1CC5-2989-4C89-9215-2D54D522C791}" destId="{7CD4A6AC-4C06-428D-AEE6-456D8D0A4498}" srcOrd="0" destOrd="0" presId="urn:microsoft.com/office/officeart/2005/8/layout/hierarchy1"/>
    <dgm:cxn modelId="{4E01AF14-80BF-44A0-8677-7BC4F4696D1B}" type="presParOf" srcId="{7CD4A6AC-4C06-428D-AEE6-456D8D0A4498}" destId="{501B703E-2340-4521-AC39-03EB3959A888}" srcOrd="0" destOrd="0" presId="urn:microsoft.com/office/officeart/2005/8/layout/hierarchy1"/>
    <dgm:cxn modelId="{2FF207C3-3CB3-40D0-863D-7F3673A30407}" type="presParOf" srcId="{7CD4A6AC-4C06-428D-AEE6-456D8D0A4498}" destId="{D4C53F47-BE6B-40CD-9415-922774D42675}" srcOrd="1" destOrd="0" presId="urn:microsoft.com/office/officeart/2005/8/layout/hierarchy1"/>
    <dgm:cxn modelId="{75DA2EDE-DB77-4D76-8055-623A1EC9EFD0}" type="presParOf" srcId="{7FCB1CC5-2989-4C89-9215-2D54D522C791}" destId="{F95BABAB-A7C6-470C-9B59-4D6AAEECAC8F}" srcOrd="1" destOrd="0" presId="urn:microsoft.com/office/officeart/2005/8/layout/hierarchy1"/>
    <dgm:cxn modelId="{7260CC6F-6E44-4DF2-841D-F90EEE871D45}" type="presParOf" srcId="{F95BABAB-A7C6-470C-9B59-4D6AAEECAC8F}" destId="{C4CF8270-81F3-4E8F-BB03-E4B45681C951}" srcOrd="0" destOrd="0" presId="urn:microsoft.com/office/officeart/2005/8/layout/hierarchy1"/>
    <dgm:cxn modelId="{1B500B46-5069-4740-A130-AB583887F0BF}" type="presParOf" srcId="{F95BABAB-A7C6-470C-9B59-4D6AAEECAC8F}" destId="{9D46AF23-ABD4-4013-8917-16B7F4E0F2EC}" srcOrd="1" destOrd="0" presId="urn:microsoft.com/office/officeart/2005/8/layout/hierarchy1"/>
    <dgm:cxn modelId="{1AC0583F-E078-45E3-9405-FA49B8508BA7}" type="presParOf" srcId="{9D46AF23-ABD4-4013-8917-16B7F4E0F2EC}" destId="{D02F70C8-CFA3-4AD0-A34E-22E7484511ED}" srcOrd="0" destOrd="0" presId="urn:microsoft.com/office/officeart/2005/8/layout/hierarchy1"/>
    <dgm:cxn modelId="{0E1D54B8-BD17-4B3B-BCF8-360688FBF00F}" type="presParOf" srcId="{D02F70C8-CFA3-4AD0-A34E-22E7484511ED}" destId="{C60ABD70-12FC-4929-89D7-E96B907D1104}" srcOrd="0" destOrd="0" presId="urn:microsoft.com/office/officeart/2005/8/layout/hierarchy1"/>
    <dgm:cxn modelId="{6A2EF38B-B82A-4151-BB03-D50A9688D24D}" type="presParOf" srcId="{D02F70C8-CFA3-4AD0-A34E-22E7484511ED}" destId="{E4C253BC-D95D-462A-9AA0-F84218D78D7E}" srcOrd="1" destOrd="0" presId="urn:microsoft.com/office/officeart/2005/8/layout/hierarchy1"/>
    <dgm:cxn modelId="{892DF2FB-3974-4FBB-8803-A7A5715AA55A}" type="presParOf" srcId="{9D46AF23-ABD4-4013-8917-16B7F4E0F2EC}" destId="{2022CD49-301B-4257-8538-51D044438908}" srcOrd="1" destOrd="0" presId="urn:microsoft.com/office/officeart/2005/8/layout/hierarchy1"/>
    <dgm:cxn modelId="{3DA3E7CC-B122-418C-873B-8FCA030CC5A1}" type="presParOf" srcId="{2022CD49-301B-4257-8538-51D044438908}" destId="{B465963B-7D6B-4769-BB45-D3A147D7BA4E}" srcOrd="0" destOrd="0" presId="urn:microsoft.com/office/officeart/2005/8/layout/hierarchy1"/>
    <dgm:cxn modelId="{893AFCFE-68F4-4B10-A33E-48BDAB41675A}" type="presParOf" srcId="{2022CD49-301B-4257-8538-51D044438908}" destId="{2B6C16CF-E4E0-4054-9443-DA7C7873CAD0}" srcOrd="1" destOrd="0" presId="urn:microsoft.com/office/officeart/2005/8/layout/hierarchy1"/>
    <dgm:cxn modelId="{C099935D-4455-49B5-9898-D16E6285113E}" type="presParOf" srcId="{2B6C16CF-E4E0-4054-9443-DA7C7873CAD0}" destId="{13392F2C-F87F-4B22-B308-786EE5D1D5FA}" srcOrd="0" destOrd="0" presId="urn:microsoft.com/office/officeart/2005/8/layout/hierarchy1"/>
    <dgm:cxn modelId="{0F535A02-365C-4253-8AF6-ECB7D9C4C25D}" type="presParOf" srcId="{13392F2C-F87F-4B22-B308-786EE5D1D5FA}" destId="{AF921A76-6AF1-4329-B6CA-FFD5DE83A37B}" srcOrd="0" destOrd="0" presId="urn:microsoft.com/office/officeart/2005/8/layout/hierarchy1"/>
    <dgm:cxn modelId="{F4EAC1F2-31B9-4C3B-90E1-76CAE2E2CDE2}" type="presParOf" srcId="{13392F2C-F87F-4B22-B308-786EE5D1D5FA}" destId="{855292E5-F488-45F4-9907-485EFE76B42E}" srcOrd="1" destOrd="0" presId="urn:microsoft.com/office/officeart/2005/8/layout/hierarchy1"/>
    <dgm:cxn modelId="{5DAB99A8-7E41-4D89-A998-EE40B4DFA1B6}" type="presParOf" srcId="{2B6C16CF-E4E0-4054-9443-DA7C7873CAD0}" destId="{830A2ADA-6575-4221-B786-B4566CCA3313}" srcOrd="1" destOrd="0" presId="urn:microsoft.com/office/officeart/2005/8/layout/hierarchy1"/>
    <dgm:cxn modelId="{E594FCD8-5334-48D9-814B-662F0944B82B}" type="presParOf" srcId="{830A2ADA-6575-4221-B786-B4566CCA3313}" destId="{382C9911-D3DE-441E-93D0-41FD64F1E281}" srcOrd="0" destOrd="0" presId="urn:microsoft.com/office/officeart/2005/8/layout/hierarchy1"/>
    <dgm:cxn modelId="{1D603853-4B5C-4791-AECA-5C8F9B3056FA}" type="presParOf" srcId="{830A2ADA-6575-4221-B786-B4566CCA3313}" destId="{5342D754-B4EC-4C96-9C99-B4F770DD09F4}" srcOrd="1" destOrd="0" presId="urn:microsoft.com/office/officeart/2005/8/layout/hierarchy1"/>
    <dgm:cxn modelId="{FC222708-B08F-4489-8941-BE004FAF5DAB}" type="presParOf" srcId="{5342D754-B4EC-4C96-9C99-B4F770DD09F4}" destId="{0D2AE87E-00AE-48AE-BB1F-24FAEC384426}" srcOrd="0" destOrd="0" presId="urn:microsoft.com/office/officeart/2005/8/layout/hierarchy1"/>
    <dgm:cxn modelId="{D29D333B-0B00-4BCB-93BB-232A586A59DF}" type="presParOf" srcId="{0D2AE87E-00AE-48AE-BB1F-24FAEC384426}" destId="{5AF875B1-9B3D-44A2-A5D6-13DF9360169C}" srcOrd="0" destOrd="0" presId="urn:microsoft.com/office/officeart/2005/8/layout/hierarchy1"/>
    <dgm:cxn modelId="{A6FA236E-312B-46C0-B959-C24EDF470202}" type="presParOf" srcId="{0D2AE87E-00AE-48AE-BB1F-24FAEC384426}" destId="{C0171F75-107C-4A81-8692-09FA1FF3E97F}" srcOrd="1" destOrd="0" presId="urn:microsoft.com/office/officeart/2005/8/layout/hierarchy1"/>
    <dgm:cxn modelId="{5AE3DCAB-7EC7-45C1-9363-1F0C00A81050}" type="presParOf" srcId="{5342D754-B4EC-4C96-9C99-B4F770DD09F4}" destId="{6276CB09-776C-4737-84BF-24D47EF91972}" srcOrd="1" destOrd="0" presId="urn:microsoft.com/office/officeart/2005/8/layout/hierarchy1"/>
  </dgm:cxnLst>
  <dgm:bg/>
  <dgm:whole/>
  <dgm:extLst>
    <a:ext uri="http://schemas.microsoft.com/office/drawing/2008/diagram">
      <dsp:dataModelExt xmlns:dsp="http://schemas.microsoft.com/office/drawing/2008/diagram" relId="rId22"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6CBE933C-6461-4840-8C6B-A5AF33C98566}" type="doc">
      <dgm:prSet loTypeId="urn:microsoft.com/office/officeart/2005/8/layout/matrix1" loCatId="matrix" qsTypeId="urn:microsoft.com/office/officeart/2005/8/quickstyle/simple4" qsCatId="simple" csTypeId="urn:microsoft.com/office/officeart/2005/8/colors/accent1_2" csCatId="accent1" phldr="1"/>
      <dgm:spPr/>
      <dgm:t>
        <a:bodyPr/>
        <a:lstStyle/>
        <a:p>
          <a:endParaRPr lang="en-US"/>
        </a:p>
      </dgm:t>
    </dgm:pt>
    <dgm:pt modelId="{D6A8F2DD-2A22-4FED-9ED2-2109D7FF5943}">
      <dgm:prSet/>
      <dgm:spPr/>
      <dgm:t>
        <a:bodyPr/>
        <a:lstStyle/>
        <a:p>
          <a:r>
            <a:rPr lang="en-US" dirty="0" err="1"/>
            <a:t>Atividade</a:t>
          </a:r>
          <a:r>
            <a:rPr lang="en-US" dirty="0"/>
            <a:t>:</a:t>
          </a:r>
        </a:p>
        <a:p>
          <a:r>
            <a:rPr lang="en-US" dirty="0" err="1"/>
            <a:t>Mapeamento</a:t>
          </a:r>
          <a:r>
            <a:rPr lang="en-US" dirty="0"/>
            <a:t> – </a:t>
          </a:r>
          <a:r>
            <a:rPr lang="en-US" dirty="0" err="1"/>
            <a:t>Fato</a:t>
          </a:r>
          <a:r>
            <a:rPr lang="en-US" dirty="0"/>
            <a:t>, </a:t>
          </a:r>
          <a:r>
            <a:rPr lang="en-US" dirty="0" err="1"/>
            <a:t>dimensão</a:t>
          </a:r>
          <a:r>
            <a:rPr lang="en-US" dirty="0"/>
            <a:t>, </a:t>
          </a:r>
          <a:r>
            <a:rPr lang="en-US" dirty="0" err="1"/>
            <a:t>Hierarquias</a:t>
          </a:r>
          <a:r>
            <a:rPr lang="en-US" dirty="0"/>
            <a:t>.</a:t>
          </a:r>
        </a:p>
      </dgm:t>
    </dgm:pt>
    <dgm:pt modelId="{9D41892F-4018-4438-B8E7-A51222D7FF9B}" type="parTrans" cxnId="{4FAAC489-1A28-4652-87B0-294648DC0DBE}">
      <dgm:prSet/>
      <dgm:spPr/>
      <dgm:t>
        <a:bodyPr/>
        <a:lstStyle/>
        <a:p>
          <a:endParaRPr lang="en-US"/>
        </a:p>
      </dgm:t>
    </dgm:pt>
    <dgm:pt modelId="{F8A945A6-748A-489B-AE15-2AD73328A23A}" type="sibTrans" cxnId="{4FAAC489-1A28-4652-87B0-294648DC0DBE}">
      <dgm:prSet/>
      <dgm:spPr/>
      <dgm:t>
        <a:bodyPr/>
        <a:lstStyle/>
        <a:p>
          <a:endParaRPr lang="en-US"/>
        </a:p>
      </dgm:t>
    </dgm:pt>
    <dgm:pt modelId="{02FDB449-6162-41E0-8B82-15AF48832393}" type="pres">
      <dgm:prSet presAssocID="{6CBE933C-6461-4840-8C6B-A5AF33C98566}" presName="diagram" presStyleCnt="0">
        <dgm:presLayoutVars>
          <dgm:chMax val="1"/>
          <dgm:dir/>
          <dgm:animLvl val="ctr"/>
          <dgm:resizeHandles val="exact"/>
        </dgm:presLayoutVars>
      </dgm:prSet>
      <dgm:spPr/>
    </dgm:pt>
    <dgm:pt modelId="{EEFD80EC-57BC-40F2-B8D8-D764F2DD2B83}" type="pres">
      <dgm:prSet presAssocID="{6CBE933C-6461-4840-8C6B-A5AF33C98566}" presName="matrix" presStyleCnt="0"/>
      <dgm:spPr/>
    </dgm:pt>
    <dgm:pt modelId="{75A4D336-07E0-468D-8E79-0DCDBAC3BE31}" type="pres">
      <dgm:prSet presAssocID="{6CBE933C-6461-4840-8C6B-A5AF33C98566}" presName="tile1" presStyleLbl="node1" presStyleIdx="0" presStyleCnt="4"/>
      <dgm:spPr/>
    </dgm:pt>
    <dgm:pt modelId="{45E77514-9983-4F4E-8E66-1CD482189C15}" type="pres">
      <dgm:prSet presAssocID="{6CBE933C-6461-4840-8C6B-A5AF33C98566}" presName="tile1text" presStyleLbl="node1" presStyleIdx="0" presStyleCnt="4">
        <dgm:presLayoutVars>
          <dgm:chMax val="0"/>
          <dgm:chPref val="0"/>
          <dgm:bulletEnabled val="1"/>
        </dgm:presLayoutVars>
      </dgm:prSet>
      <dgm:spPr/>
    </dgm:pt>
    <dgm:pt modelId="{A65C8F90-8B2E-4B0E-ADCD-A2C861783892}" type="pres">
      <dgm:prSet presAssocID="{6CBE933C-6461-4840-8C6B-A5AF33C98566}" presName="tile2" presStyleLbl="node1" presStyleIdx="1" presStyleCnt="4" custLinFactNeighborX="14910" custLinFactNeighborY="-9604"/>
      <dgm:spPr/>
    </dgm:pt>
    <dgm:pt modelId="{9E466704-1435-49F5-81AA-CF6E550C60AD}" type="pres">
      <dgm:prSet presAssocID="{6CBE933C-6461-4840-8C6B-A5AF33C98566}" presName="tile2text" presStyleLbl="node1" presStyleIdx="1" presStyleCnt="4">
        <dgm:presLayoutVars>
          <dgm:chMax val="0"/>
          <dgm:chPref val="0"/>
          <dgm:bulletEnabled val="1"/>
        </dgm:presLayoutVars>
      </dgm:prSet>
      <dgm:spPr/>
    </dgm:pt>
    <dgm:pt modelId="{D305E267-87B3-4EE0-A0C7-52893163289B}" type="pres">
      <dgm:prSet presAssocID="{6CBE933C-6461-4840-8C6B-A5AF33C98566}" presName="tile3" presStyleLbl="node1" presStyleIdx="2" presStyleCnt="4"/>
      <dgm:spPr/>
    </dgm:pt>
    <dgm:pt modelId="{995D12E5-6366-48BA-B3D4-7D932E495D75}" type="pres">
      <dgm:prSet presAssocID="{6CBE933C-6461-4840-8C6B-A5AF33C98566}" presName="tile3text" presStyleLbl="node1" presStyleIdx="2" presStyleCnt="4">
        <dgm:presLayoutVars>
          <dgm:chMax val="0"/>
          <dgm:chPref val="0"/>
          <dgm:bulletEnabled val="1"/>
        </dgm:presLayoutVars>
      </dgm:prSet>
      <dgm:spPr/>
    </dgm:pt>
    <dgm:pt modelId="{B301A556-B8BC-4795-9504-90AF1085B7DD}" type="pres">
      <dgm:prSet presAssocID="{6CBE933C-6461-4840-8C6B-A5AF33C98566}" presName="tile4" presStyleLbl="node1" presStyleIdx="3" presStyleCnt="4" custLinFactNeighborY="2802"/>
      <dgm:spPr/>
    </dgm:pt>
    <dgm:pt modelId="{199C0EB1-4728-4C8A-A18D-C86FBCB29F68}" type="pres">
      <dgm:prSet presAssocID="{6CBE933C-6461-4840-8C6B-A5AF33C98566}" presName="tile4text" presStyleLbl="node1" presStyleIdx="3" presStyleCnt="4">
        <dgm:presLayoutVars>
          <dgm:chMax val="0"/>
          <dgm:chPref val="0"/>
          <dgm:bulletEnabled val="1"/>
        </dgm:presLayoutVars>
      </dgm:prSet>
      <dgm:spPr/>
    </dgm:pt>
    <dgm:pt modelId="{9C7C741B-16D0-487F-A3D8-136DDB954B95}" type="pres">
      <dgm:prSet presAssocID="{6CBE933C-6461-4840-8C6B-A5AF33C98566}" presName="centerTile" presStyleLbl="fgShp" presStyleIdx="0" presStyleCnt="1">
        <dgm:presLayoutVars>
          <dgm:chMax val="0"/>
          <dgm:chPref val="0"/>
        </dgm:presLayoutVars>
      </dgm:prSet>
      <dgm:spPr/>
    </dgm:pt>
  </dgm:ptLst>
  <dgm:cxnLst>
    <dgm:cxn modelId="{F9975F00-67B5-4810-A6EF-9E11693D6D1B}" type="presOf" srcId="{D6A8F2DD-2A22-4FED-9ED2-2109D7FF5943}" destId="{9C7C741B-16D0-487F-A3D8-136DDB954B95}" srcOrd="0" destOrd="0" presId="urn:microsoft.com/office/officeart/2005/8/layout/matrix1"/>
    <dgm:cxn modelId="{9C958B7F-EF8D-4A41-839C-97DF99BFDBBE}" type="presOf" srcId="{6CBE933C-6461-4840-8C6B-A5AF33C98566}" destId="{02FDB449-6162-41E0-8B82-15AF48832393}" srcOrd="0" destOrd="0" presId="urn:microsoft.com/office/officeart/2005/8/layout/matrix1"/>
    <dgm:cxn modelId="{4FAAC489-1A28-4652-87B0-294648DC0DBE}" srcId="{6CBE933C-6461-4840-8C6B-A5AF33C98566}" destId="{D6A8F2DD-2A22-4FED-9ED2-2109D7FF5943}" srcOrd="0" destOrd="0" parTransId="{9D41892F-4018-4438-B8E7-A51222D7FF9B}" sibTransId="{F8A945A6-748A-489B-AE15-2AD73328A23A}"/>
    <dgm:cxn modelId="{1CE38723-2E18-4B93-8CDA-7EB9A64BA4C5}" type="presParOf" srcId="{02FDB449-6162-41E0-8B82-15AF48832393}" destId="{EEFD80EC-57BC-40F2-B8D8-D764F2DD2B83}" srcOrd="0" destOrd="0" presId="urn:microsoft.com/office/officeart/2005/8/layout/matrix1"/>
    <dgm:cxn modelId="{D344D357-B31E-40A6-BF25-C3C0DB7E8BCA}" type="presParOf" srcId="{EEFD80EC-57BC-40F2-B8D8-D764F2DD2B83}" destId="{75A4D336-07E0-468D-8E79-0DCDBAC3BE31}" srcOrd="0" destOrd="0" presId="urn:microsoft.com/office/officeart/2005/8/layout/matrix1"/>
    <dgm:cxn modelId="{046990F1-BCA5-4373-9398-3FC546D1710B}" type="presParOf" srcId="{EEFD80EC-57BC-40F2-B8D8-D764F2DD2B83}" destId="{45E77514-9983-4F4E-8E66-1CD482189C15}" srcOrd="1" destOrd="0" presId="urn:microsoft.com/office/officeart/2005/8/layout/matrix1"/>
    <dgm:cxn modelId="{D467E928-1D36-472D-8692-1FDD6D65F232}" type="presParOf" srcId="{EEFD80EC-57BC-40F2-B8D8-D764F2DD2B83}" destId="{A65C8F90-8B2E-4B0E-ADCD-A2C861783892}" srcOrd="2" destOrd="0" presId="urn:microsoft.com/office/officeart/2005/8/layout/matrix1"/>
    <dgm:cxn modelId="{1BE3D7E3-00D2-4115-9089-AD5E9C9A39AA}" type="presParOf" srcId="{EEFD80EC-57BC-40F2-B8D8-D764F2DD2B83}" destId="{9E466704-1435-49F5-81AA-CF6E550C60AD}" srcOrd="3" destOrd="0" presId="urn:microsoft.com/office/officeart/2005/8/layout/matrix1"/>
    <dgm:cxn modelId="{E4E5B441-925B-400C-88DE-734ECC482942}" type="presParOf" srcId="{EEFD80EC-57BC-40F2-B8D8-D764F2DD2B83}" destId="{D305E267-87B3-4EE0-A0C7-52893163289B}" srcOrd="4" destOrd="0" presId="urn:microsoft.com/office/officeart/2005/8/layout/matrix1"/>
    <dgm:cxn modelId="{19A4917B-15B2-4B22-8F06-89DEA5FACD38}" type="presParOf" srcId="{EEFD80EC-57BC-40F2-B8D8-D764F2DD2B83}" destId="{995D12E5-6366-48BA-B3D4-7D932E495D75}" srcOrd="5" destOrd="0" presId="urn:microsoft.com/office/officeart/2005/8/layout/matrix1"/>
    <dgm:cxn modelId="{A0E18B45-3682-4A2A-AC9F-51AC52B4C3AF}" type="presParOf" srcId="{EEFD80EC-57BC-40F2-B8D8-D764F2DD2B83}" destId="{B301A556-B8BC-4795-9504-90AF1085B7DD}" srcOrd="6" destOrd="0" presId="urn:microsoft.com/office/officeart/2005/8/layout/matrix1"/>
    <dgm:cxn modelId="{0B6FA2C5-7F41-41CD-897F-BE9BDFA0A100}" type="presParOf" srcId="{EEFD80EC-57BC-40F2-B8D8-D764F2DD2B83}" destId="{199C0EB1-4728-4C8A-A18D-C86FBCB29F68}" srcOrd="7" destOrd="0" presId="urn:microsoft.com/office/officeart/2005/8/layout/matrix1"/>
    <dgm:cxn modelId="{DC6512AD-9A64-4AC8-9E2A-595F06BDE258}" type="presParOf" srcId="{02FDB449-6162-41E0-8B82-15AF48832393}" destId="{9C7C741B-16D0-487F-A3D8-136DDB954B95}" srcOrd="1" destOrd="0" presId="urn:microsoft.com/office/officeart/2005/8/layout/matrix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90DB7F3F-6714-4A83-B451-B32902F89733}" type="doc">
      <dgm:prSet loTypeId="urn:microsoft.com/office/officeart/2018/2/layout/IconVerticalSolidList" loCatId="icon" qsTypeId="urn:microsoft.com/office/officeart/2005/8/quickstyle/simple1" qsCatId="simple" csTypeId="urn:microsoft.com/office/officeart/2018/5/colors/Iconchunking_neutralicontext_accent0_3" csCatId="mainScheme" phldr="1"/>
      <dgm:spPr/>
      <dgm:t>
        <a:bodyPr/>
        <a:lstStyle/>
        <a:p>
          <a:endParaRPr lang="en-US"/>
        </a:p>
      </dgm:t>
    </dgm:pt>
    <dgm:pt modelId="{DDA2AD5A-567F-45E7-A005-A9033D41796F}">
      <dgm:prSet/>
      <dgm:spPr/>
      <dgm:t>
        <a:bodyPr/>
        <a:lstStyle/>
        <a:p>
          <a:r>
            <a:rPr lang="pt-BR"/>
            <a:t>É um </a:t>
          </a:r>
          <a:r>
            <a:rPr lang="pt-BR">
              <a:hlinkClick xmlns:r="http://schemas.openxmlformats.org/officeDocument/2006/relationships" r:id="rId1"/>
            </a:rPr>
            <a:t>complemento</a:t>
          </a:r>
          <a:r>
            <a:rPr lang="pt-BR"/>
            <a:t> desenvolvido a partir da versão do Excel 2010 e agora por padrão na versão 2016 como </a:t>
          </a:r>
          <a:r>
            <a:rPr lang="pt-BR" b="1"/>
            <a:t>Get &amp; Transform</a:t>
          </a:r>
          <a:r>
            <a:rPr lang="pt-BR"/>
            <a:t>.</a:t>
          </a:r>
          <a:endParaRPr lang="en-US"/>
        </a:p>
      </dgm:t>
    </dgm:pt>
    <dgm:pt modelId="{970C38EF-13E5-4DBB-9C86-843B8EFDEB17}" type="parTrans" cxnId="{5C021C50-0429-4631-AD3C-4128C6D367A0}">
      <dgm:prSet/>
      <dgm:spPr/>
      <dgm:t>
        <a:bodyPr/>
        <a:lstStyle/>
        <a:p>
          <a:endParaRPr lang="en-US"/>
        </a:p>
      </dgm:t>
    </dgm:pt>
    <dgm:pt modelId="{204F738B-C80B-4346-8FEA-24B66E5B048B}" type="sibTrans" cxnId="{5C021C50-0429-4631-AD3C-4128C6D367A0}">
      <dgm:prSet/>
      <dgm:spPr/>
      <dgm:t>
        <a:bodyPr/>
        <a:lstStyle/>
        <a:p>
          <a:endParaRPr lang="en-US"/>
        </a:p>
      </dgm:t>
    </dgm:pt>
    <dgm:pt modelId="{7E4C2089-B260-486C-9797-32274930720D}">
      <dgm:prSet/>
      <dgm:spPr/>
      <dgm:t>
        <a:bodyPr/>
        <a:lstStyle/>
        <a:p>
          <a:r>
            <a:rPr lang="pt-BR" b="1"/>
            <a:t>Faz parte da proposta da Microsoft para o desenvolvimento do ETL por meio de sua sigla em inglês (Extract, Transform, Load) (Extract, Transform, Upload),</a:t>
          </a:r>
          <a:r>
            <a:rPr lang="pt-BR"/>
            <a:t> muito consistente com a situação da análise de grandes volumes de informações para qualquer setor econômico e social.</a:t>
          </a:r>
          <a:endParaRPr lang="en-US"/>
        </a:p>
      </dgm:t>
    </dgm:pt>
    <dgm:pt modelId="{DD2B93C5-9838-4C46-B571-AB71E55BF2A5}" type="parTrans" cxnId="{D8454718-AED3-4649-9904-00E961C92900}">
      <dgm:prSet/>
      <dgm:spPr/>
      <dgm:t>
        <a:bodyPr/>
        <a:lstStyle/>
        <a:p>
          <a:endParaRPr lang="en-US"/>
        </a:p>
      </dgm:t>
    </dgm:pt>
    <dgm:pt modelId="{772A7093-0D84-467F-842D-67D8A1CAF155}" type="sibTrans" cxnId="{D8454718-AED3-4649-9904-00E961C92900}">
      <dgm:prSet/>
      <dgm:spPr/>
      <dgm:t>
        <a:bodyPr/>
        <a:lstStyle/>
        <a:p>
          <a:endParaRPr lang="en-US"/>
        </a:p>
      </dgm:t>
    </dgm:pt>
    <dgm:pt modelId="{4B037016-8928-46CD-A3A5-618C7D6CC33D}">
      <dgm:prSet/>
      <dgm:spPr/>
      <dgm:t>
        <a:bodyPr/>
        <a:lstStyle/>
        <a:p>
          <a:r>
            <a:rPr lang="pt-BR" b="1"/>
            <a:t>O Power Query permite conectar o Excel com múltiplas fontes de informações e transformá-las intuitivamente no</a:t>
          </a:r>
          <a:r>
            <a:rPr lang="pt-BR"/>
            <a:t> </a:t>
          </a:r>
          <a:r>
            <a:rPr lang="pt-BR" b="1"/>
            <a:t>Query Editor</a:t>
          </a:r>
          <a:r>
            <a:rPr lang="pt-BR"/>
            <a:t>. Há uma quantidade considerável de ferramentas para transformar nossos dados, estes são armazenados passo a passo, dando-nos controle total sobre o processo de transformação.</a:t>
          </a:r>
          <a:endParaRPr lang="en-US"/>
        </a:p>
      </dgm:t>
    </dgm:pt>
    <dgm:pt modelId="{9AE4E12D-A766-423B-89DC-C153F39492B0}" type="parTrans" cxnId="{0D6E8D5B-16F3-41C4-B040-DC996B8EA525}">
      <dgm:prSet/>
      <dgm:spPr/>
      <dgm:t>
        <a:bodyPr/>
        <a:lstStyle/>
        <a:p>
          <a:endParaRPr lang="en-US"/>
        </a:p>
      </dgm:t>
    </dgm:pt>
    <dgm:pt modelId="{45708DD1-236B-4A8B-86CE-16A7B560224B}" type="sibTrans" cxnId="{0D6E8D5B-16F3-41C4-B040-DC996B8EA525}">
      <dgm:prSet/>
      <dgm:spPr/>
      <dgm:t>
        <a:bodyPr/>
        <a:lstStyle/>
        <a:p>
          <a:endParaRPr lang="en-US"/>
        </a:p>
      </dgm:t>
    </dgm:pt>
    <dgm:pt modelId="{8BCDA211-A824-49AF-B570-6AD4CFEA4E43}" type="pres">
      <dgm:prSet presAssocID="{90DB7F3F-6714-4A83-B451-B32902F89733}" presName="root" presStyleCnt="0">
        <dgm:presLayoutVars>
          <dgm:dir/>
          <dgm:resizeHandles val="exact"/>
        </dgm:presLayoutVars>
      </dgm:prSet>
      <dgm:spPr/>
    </dgm:pt>
    <dgm:pt modelId="{B708C71C-DBB7-4BD8-9213-07C5D4394E28}" type="pres">
      <dgm:prSet presAssocID="{DDA2AD5A-567F-45E7-A005-A9033D41796F}" presName="compNode" presStyleCnt="0"/>
      <dgm:spPr/>
    </dgm:pt>
    <dgm:pt modelId="{9589EFEB-4BBA-4FFD-8196-7725FFFBF90C}" type="pres">
      <dgm:prSet presAssocID="{DDA2AD5A-567F-45E7-A005-A9033D41796F}" presName="bgRect" presStyleLbl="bgShp" presStyleIdx="0" presStyleCnt="3"/>
      <dgm:spPr/>
    </dgm:pt>
    <dgm:pt modelId="{553F27EA-AF33-47D0-948A-D5A0F448262B}" type="pres">
      <dgm:prSet presAssocID="{DDA2AD5A-567F-45E7-A005-A9033D41796F}" presName="iconRect" presStyleLbl="node1" presStyleIdx="0" presStyleCnt="3" custLinFactNeighborX="2217"/>
      <dgm:spPr>
        <a:blipFill>
          <a:blip xmlns:r="http://schemas.openxmlformats.org/officeDocument/2006/relationships"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Influencer"/>
        </a:ext>
      </dgm:extLst>
    </dgm:pt>
    <dgm:pt modelId="{CA4D3C96-9ADB-4E7E-8598-50FE6A06D30B}" type="pres">
      <dgm:prSet presAssocID="{DDA2AD5A-567F-45E7-A005-A9033D41796F}" presName="spaceRect" presStyleCnt="0"/>
      <dgm:spPr/>
    </dgm:pt>
    <dgm:pt modelId="{3929AD57-6E89-434D-8AA0-50B27DE92B25}" type="pres">
      <dgm:prSet presAssocID="{DDA2AD5A-567F-45E7-A005-A9033D41796F}" presName="parTx" presStyleLbl="revTx" presStyleIdx="0" presStyleCnt="3">
        <dgm:presLayoutVars>
          <dgm:chMax val="0"/>
          <dgm:chPref val="0"/>
        </dgm:presLayoutVars>
      </dgm:prSet>
      <dgm:spPr/>
    </dgm:pt>
    <dgm:pt modelId="{EFC759B5-E679-42AE-9128-AB551DF75B1B}" type="pres">
      <dgm:prSet presAssocID="{204F738B-C80B-4346-8FEA-24B66E5B048B}" presName="sibTrans" presStyleCnt="0"/>
      <dgm:spPr/>
    </dgm:pt>
    <dgm:pt modelId="{5E5F4073-14EE-4112-A7E5-4471B8405377}" type="pres">
      <dgm:prSet presAssocID="{7E4C2089-B260-486C-9797-32274930720D}" presName="compNode" presStyleCnt="0"/>
      <dgm:spPr/>
    </dgm:pt>
    <dgm:pt modelId="{D4AC5DD2-57F1-42EB-AD27-2547618672ED}" type="pres">
      <dgm:prSet presAssocID="{7E4C2089-B260-486C-9797-32274930720D}" presName="bgRect" presStyleLbl="bgShp" presStyleIdx="1" presStyleCnt="3"/>
      <dgm:spPr/>
    </dgm:pt>
    <dgm:pt modelId="{38F6CB83-D148-4251-9A20-ABF393A97913}" type="pres">
      <dgm:prSet presAssocID="{7E4C2089-B260-486C-9797-32274930720D}" presName="iconRect" presStyleLbl="node1" presStyleIdx="1" presStyleCnt="3"/>
      <dgm:spPr>
        <a:blipFill>
          <a:blip xmlns:r="http://schemas.openxmlformats.org/officeDocument/2006/relationships"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Maximize"/>
        </a:ext>
      </dgm:extLst>
    </dgm:pt>
    <dgm:pt modelId="{04C01A2A-B583-40FE-83BC-ACA87947CEEB}" type="pres">
      <dgm:prSet presAssocID="{7E4C2089-B260-486C-9797-32274930720D}" presName="spaceRect" presStyleCnt="0"/>
      <dgm:spPr/>
    </dgm:pt>
    <dgm:pt modelId="{66301B50-CA48-422A-9851-D85E6264D04A}" type="pres">
      <dgm:prSet presAssocID="{7E4C2089-B260-486C-9797-32274930720D}" presName="parTx" presStyleLbl="revTx" presStyleIdx="1" presStyleCnt="3">
        <dgm:presLayoutVars>
          <dgm:chMax val="0"/>
          <dgm:chPref val="0"/>
        </dgm:presLayoutVars>
      </dgm:prSet>
      <dgm:spPr/>
    </dgm:pt>
    <dgm:pt modelId="{6270A6A9-AC15-4B95-94DB-A33D48584E1D}" type="pres">
      <dgm:prSet presAssocID="{772A7093-0D84-467F-842D-67D8A1CAF155}" presName="sibTrans" presStyleCnt="0"/>
      <dgm:spPr/>
    </dgm:pt>
    <dgm:pt modelId="{1FA13B4C-D183-4CAE-84C0-EB7024EFBBDC}" type="pres">
      <dgm:prSet presAssocID="{4B037016-8928-46CD-A3A5-618C7D6CC33D}" presName="compNode" presStyleCnt="0"/>
      <dgm:spPr/>
    </dgm:pt>
    <dgm:pt modelId="{A0DA1C81-703A-4987-A44B-5E43698EBAF8}" type="pres">
      <dgm:prSet presAssocID="{4B037016-8928-46CD-A3A5-618C7D6CC33D}" presName="bgRect" presStyleLbl="bgShp" presStyleIdx="2" presStyleCnt="3"/>
      <dgm:spPr/>
    </dgm:pt>
    <dgm:pt modelId="{79580100-E3D1-49FB-AD0F-8C8B31E1030C}" type="pres">
      <dgm:prSet presAssocID="{4B037016-8928-46CD-A3A5-618C7D6CC33D}" presName="iconRect" presStyleLbl="node1" presStyleIdx="2" presStyleCnt="3"/>
      <dgm:spPr>
        <a:blipFill>
          <a:blip xmlns:r="http://schemas.openxmlformats.org/officeDocument/2006/relationships"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a:noFill/>
        </a:ln>
      </dgm:spPr>
      <dgm:extLst>
        <a:ext uri="{E40237B7-FDA0-4F09-8148-C483321AD2D9}">
          <dgm14:cNvPr xmlns:dgm14="http://schemas.microsoft.com/office/drawing/2010/diagram" id="0" name="" descr="Database"/>
        </a:ext>
      </dgm:extLst>
    </dgm:pt>
    <dgm:pt modelId="{DDE72926-D784-43B5-9430-3BB36B14C258}" type="pres">
      <dgm:prSet presAssocID="{4B037016-8928-46CD-A3A5-618C7D6CC33D}" presName="spaceRect" presStyleCnt="0"/>
      <dgm:spPr/>
    </dgm:pt>
    <dgm:pt modelId="{39A3548E-4356-4247-8E9B-4F24D24FAE7A}" type="pres">
      <dgm:prSet presAssocID="{4B037016-8928-46CD-A3A5-618C7D6CC33D}" presName="parTx" presStyleLbl="revTx" presStyleIdx="2" presStyleCnt="3">
        <dgm:presLayoutVars>
          <dgm:chMax val="0"/>
          <dgm:chPref val="0"/>
        </dgm:presLayoutVars>
      </dgm:prSet>
      <dgm:spPr/>
    </dgm:pt>
  </dgm:ptLst>
  <dgm:cxnLst>
    <dgm:cxn modelId="{C10C7706-BFD7-4D3B-BB04-E75BE74F99A1}" type="presOf" srcId="{DDA2AD5A-567F-45E7-A005-A9033D41796F}" destId="{3929AD57-6E89-434D-8AA0-50B27DE92B25}" srcOrd="0" destOrd="0" presId="urn:microsoft.com/office/officeart/2018/2/layout/IconVerticalSolidList"/>
    <dgm:cxn modelId="{D8454718-AED3-4649-9904-00E961C92900}" srcId="{90DB7F3F-6714-4A83-B451-B32902F89733}" destId="{7E4C2089-B260-486C-9797-32274930720D}" srcOrd="1" destOrd="0" parTransId="{DD2B93C5-9838-4C46-B571-AB71E55BF2A5}" sibTransId="{772A7093-0D84-467F-842D-67D8A1CAF155}"/>
    <dgm:cxn modelId="{0D6E8D5B-16F3-41C4-B040-DC996B8EA525}" srcId="{90DB7F3F-6714-4A83-B451-B32902F89733}" destId="{4B037016-8928-46CD-A3A5-618C7D6CC33D}" srcOrd="2" destOrd="0" parTransId="{9AE4E12D-A766-423B-89DC-C153F39492B0}" sibTransId="{45708DD1-236B-4A8B-86CE-16A7B560224B}"/>
    <dgm:cxn modelId="{5C021C50-0429-4631-AD3C-4128C6D367A0}" srcId="{90DB7F3F-6714-4A83-B451-B32902F89733}" destId="{DDA2AD5A-567F-45E7-A005-A9033D41796F}" srcOrd="0" destOrd="0" parTransId="{970C38EF-13E5-4DBB-9C86-843B8EFDEB17}" sibTransId="{204F738B-C80B-4346-8FEA-24B66E5B048B}"/>
    <dgm:cxn modelId="{B9A9C1BC-35E2-4EA6-A10F-EEA56BBD1259}" type="presOf" srcId="{7E4C2089-B260-486C-9797-32274930720D}" destId="{66301B50-CA48-422A-9851-D85E6264D04A}" srcOrd="0" destOrd="0" presId="urn:microsoft.com/office/officeart/2018/2/layout/IconVerticalSolidList"/>
    <dgm:cxn modelId="{4265EEE0-EC77-4270-B269-F26A2C59F3FE}" type="presOf" srcId="{4B037016-8928-46CD-A3A5-618C7D6CC33D}" destId="{39A3548E-4356-4247-8E9B-4F24D24FAE7A}" srcOrd="0" destOrd="0" presId="urn:microsoft.com/office/officeart/2018/2/layout/IconVerticalSolidList"/>
    <dgm:cxn modelId="{90ADADEA-8F63-4866-9358-B083DC2A98DA}" type="presOf" srcId="{90DB7F3F-6714-4A83-B451-B32902F89733}" destId="{8BCDA211-A824-49AF-B570-6AD4CFEA4E43}" srcOrd="0" destOrd="0" presId="urn:microsoft.com/office/officeart/2018/2/layout/IconVerticalSolidList"/>
    <dgm:cxn modelId="{53CFFE94-B01A-4C94-B769-D8FFBAD32AF9}" type="presParOf" srcId="{8BCDA211-A824-49AF-B570-6AD4CFEA4E43}" destId="{B708C71C-DBB7-4BD8-9213-07C5D4394E28}" srcOrd="0" destOrd="0" presId="urn:microsoft.com/office/officeart/2018/2/layout/IconVerticalSolidList"/>
    <dgm:cxn modelId="{7781F258-1285-419A-B6B7-96C3855DA071}" type="presParOf" srcId="{B708C71C-DBB7-4BD8-9213-07C5D4394E28}" destId="{9589EFEB-4BBA-4FFD-8196-7725FFFBF90C}" srcOrd="0" destOrd="0" presId="urn:microsoft.com/office/officeart/2018/2/layout/IconVerticalSolidList"/>
    <dgm:cxn modelId="{199DA40D-E2AF-405D-871A-ECB042011080}" type="presParOf" srcId="{B708C71C-DBB7-4BD8-9213-07C5D4394E28}" destId="{553F27EA-AF33-47D0-948A-D5A0F448262B}" srcOrd="1" destOrd="0" presId="urn:microsoft.com/office/officeart/2018/2/layout/IconVerticalSolidList"/>
    <dgm:cxn modelId="{669375F0-9670-4AA7-BB5C-AB499088A0C7}" type="presParOf" srcId="{B708C71C-DBB7-4BD8-9213-07C5D4394E28}" destId="{CA4D3C96-9ADB-4E7E-8598-50FE6A06D30B}" srcOrd="2" destOrd="0" presId="urn:microsoft.com/office/officeart/2018/2/layout/IconVerticalSolidList"/>
    <dgm:cxn modelId="{F74BC179-AA21-44C9-908D-778C5FA52648}" type="presParOf" srcId="{B708C71C-DBB7-4BD8-9213-07C5D4394E28}" destId="{3929AD57-6E89-434D-8AA0-50B27DE92B25}" srcOrd="3" destOrd="0" presId="urn:microsoft.com/office/officeart/2018/2/layout/IconVerticalSolidList"/>
    <dgm:cxn modelId="{29CDB4CC-A2E2-4C22-BA1B-F660095315DF}" type="presParOf" srcId="{8BCDA211-A824-49AF-B570-6AD4CFEA4E43}" destId="{EFC759B5-E679-42AE-9128-AB551DF75B1B}" srcOrd="1" destOrd="0" presId="urn:microsoft.com/office/officeart/2018/2/layout/IconVerticalSolidList"/>
    <dgm:cxn modelId="{ED112614-D080-43AA-998A-47B13B52F4FC}" type="presParOf" srcId="{8BCDA211-A824-49AF-B570-6AD4CFEA4E43}" destId="{5E5F4073-14EE-4112-A7E5-4471B8405377}" srcOrd="2" destOrd="0" presId="urn:microsoft.com/office/officeart/2018/2/layout/IconVerticalSolidList"/>
    <dgm:cxn modelId="{EB8AA9A4-2A19-4302-BE9B-FC62F8661A38}" type="presParOf" srcId="{5E5F4073-14EE-4112-A7E5-4471B8405377}" destId="{D4AC5DD2-57F1-42EB-AD27-2547618672ED}" srcOrd="0" destOrd="0" presId="urn:microsoft.com/office/officeart/2018/2/layout/IconVerticalSolidList"/>
    <dgm:cxn modelId="{5243AA2F-EB01-45C5-A412-A81C4079B4FC}" type="presParOf" srcId="{5E5F4073-14EE-4112-A7E5-4471B8405377}" destId="{38F6CB83-D148-4251-9A20-ABF393A97913}" srcOrd="1" destOrd="0" presId="urn:microsoft.com/office/officeart/2018/2/layout/IconVerticalSolidList"/>
    <dgm:cxn modelId="{B9AE22AE-A944-47AF-8E52-A39A031A49EA}" type="presParOf" srcId="{5E5F4073-14EE-4112-A7E5-4471B8405377}" destId="{04C01A2A-B583-40FE-83BC-ACA87947CEEB}" srcOrd="2" destOrd="0" presId="urn:microsoft.com/office/officeart/2018/2/layout/IconVerticalSolidList"/>
    <dgm:cxn modelId="{AD174E7C-B431-4C0B-B8FA-C13A05CBAC85}" type="presParOf" srcId="{5E5F4073-14EE-4112-A7E5-4471B8405377}" destId="{66301B50-CA48-422A-9851-D85E6264D04A}" srcOrd="3" destOrd="0" presId="urn:microsoft.com/office/officeart/2018/2/layout/IconVerticalSolidList"/>
    <dgm:cxn modelId="{45335BB5-2D1D-4B1F-928D-D3722B46928E}" type="presParOf" srcId="{8BCDA211-A824-49AF-B570-6AD4CFEA4E43}" destId="{6270A6A9-AC15-4B95-94DB-A33D48584E1D}" srcOrd="3" destOrd="0" presId="urn:microsoft.com/office/officeart/2018/2/layout/IconVerticalSolidList"/>
    <dgm:cxn modelId="{6E066CD4-62BF-4F4E-B8BF-5C5C0F17612A}" type="presParOf" srcId="{8BCDA211-A824-49AF-B570-6AD4CFEA4E43}" destId="{1FA13B4C-D183-4CAE-84C0-EB7024EFBBDC}" srcOrd="4" destOrd="0" presId="urn:microsoft.com/office/officeart/2018/2/layout/IconVerticalSolidList"/>
    <dgm:cxn modelId="{1014BBB4-EE42-4574-A142-E4958C05B1B8}" type="presParOf" srcId="{1FA13B4C-D183-4CAE-84C0-EB7024EFBBDC}" destId="{A0DA1C81-703A-4987-A44B-5E43698EBAF8}" srcOrd="0" destOrd="0" presId="urn:microsoft.com/office/officeart/2018/2/layout/IconVerticalSolidList"/>
    <dgm:cxn modelId="{674240A4-99ED-4762-86DE-38F233BE75E9}" type="presParOf" srcId="{1FA13B4C-D183-4CAE-84C0-EB7024EFBBDC}" destId="{79580100-E3D1-49FB-AD0F-8C8B31E1030C}" srcOrd="1" destOrd="0" presId="urn:microsoft.com/office/officeart/2018/2/layout/IconVerticalSolidList"/>
    <dgm:cxn modelId="{8846998E-0E56-461F-AF3B-8CB28F7C7DDC}" type="presParOf" srcId="{1FA13B4C-D183-4CAE-84C0-EB7024EFBBDC}" destId="{DDE72926-D784-43B5-9430-3BB36B14C258}" srcOrd="2" destOrd="0" presId="urn:microsoft.com/office/officeart/2018/2/layout/IconVerticalSolidList"/>
    <dgm:cxn modelId="{1A44DCFA-D114-4CEA-91B1-AEA38577CCCA}" type="presParOf" srcId="{1FA13B4C-D183-4CAE-84C0-EB7024EFBBDC}" destId="{39A3548E-4356-4247-8E9B-4F24D24FAE7A}"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EEC37F5B-41C7-41C1-A9BE-EDB974AB9BF6}"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F9691C2F-945E-4D89-A77C-427F28D2C539}">
      <dgm:prSet/>
      <dgm:spPr/>
      <dgm:t>
        <a:bodyPr/>
        <a:lstStyle/>
        <a:p>
          <a:pPr>
            <a:lnSpc>
              <a:spcPct val="100000"/>
            </a:lnSpc>
          </a:pPr>
          <a:r>
            <a:rPr lang="pt-BR" dirty="0"/>
            <a:t>É outro </a:t>
          </a:r>
          <a:r>
            <a:rPr lang="pt-BR" dirty="0">
              <a:hlinkClick xmlns:r="http://schemas.openxmlformats.org/officeDocument/2006/relationships" r:id="rId1"/>
            </a:rPr>
            <a:t>complemento</a:t>
          </a:r>
          <a:r>
            <a:rPr lang="pt-BR" dirty="0"/>
            <a:t> </a:t>
          </a:r>
          <a:r>
            <a:rPr lang="pt-BR" dirty="0">
              <a:hlinkClick xmlns:r="http://schemas.openxmlformats.org/officeDocument/2006/relationships" r:id="rId2"/>
            </a:rPr>
            <a:t>como</a:t>
          </a:r>
          <a:r>
            <a:rPr lang="pt-BR" dirty="0"/>
            <a:t> o Power Query desenvolvido desde a versão de 2010 nativamente incorporada a partir da versão de 2013. </a:t>
          </a:r>
          <a:r>
            <a:rPr lang="pt-BR" b="1" dirty="0"/>
            <a:t>Aqui podemos conectar várias fontes de informação ou com dados já transformados no Power Query.</a:t>
          </a:r>
          <a:endParaRPr lang="en-US" dirty="0"/>
        </a:p>
      </dgm:t>
    </dgm:pt>
    <dgm:pt modelId="{A18B0DC6-C515-46DE-9A3D-6478DC5CB268}" type="parTrans" cxnId="{E19B37D0-2A96-49BD-B552-B88730C07C8D}">
      <dgm:prSet/>
      <dgm:spPr/>
      <dgm:t>
        <a:bodyPr/>
        <a:lstStyle/>
        <a:p>
          <a:endParaRPr lang="en-US"/>
        </a:p>
      </dgm:t>
    </dgm:pt>
    <dgm:pt modelId="{C6A82249-94D3-4A34-A88B-3CC7E56E7756}" type="sibTrans" cxnId="{E19B37D0-2A96-49BD-B552-B88730C07C8D}">
      <dgm:prSet/>
      <dgm:spPr/>
      <dgm:t>
        <a:bodyPr/>
        <a:lstStyle/>
        <a:p>
          <a:endParaRPr lang="en-US"/>
        </a:p>
      </dgm:t>
    </dgm:pt>
    <dgm:pt modelId="{C9FE4BC5-3FF5-4A06-BC6E-A5F813289E4A}">
      <dgm:prSet/>
      <dgm:spPr/>
      <dgm:t>
        <a:bodyPr/>
        <a:lstStyle/>
        <a:p>
          <a:pPr>
            <a:lnSpc>
              <a:spcPct val="100000"/>
            </a:lnSpc>
          </a:pPr>
          <a:r>
            <a:rPr lang="pt-BR"/>
            <a:t>Graças à sua tecnologia de memória integrada, você pode armazenar milhões de registros sem grandes problemas contrários à nossa folha de Excel limitada.</a:t>
          </a:r>
          <a:endParaRPr lang="en-US"/>
        </a:p>
      </dgm:t>
    </dgm:pt>
    <dgm:pt modelId="{65E2ACC4-7FEA-4663-8829-65B16FBA948A}" type="parTrans" cxnId="{2A6E2763-C008-47D8-B042-180A80000780}">
      <dgm:prSet/>
      <dgm:spPr/>
      <dgm:t>
        <a:bodyPr/>
        <a:lstStyle/>
        <a:p>
          <a:endParaRPr lang="en-US"/>
        </a:p>
      </dgm:t>
    </dgm:pt>
    <dgm:pt modelId="{012F86BF-8458-4FFD-8C0D-11A25F06E624}" type="sibTrans" cxnId="{2A6E2763-C008-47D8-B042-180A80000780}">
      <dgm:prSet/>
      <dgm:spPr/>
      <dgm:t>
        <a:bodyPr/>
        <a:lstStyle/>
        <a:p>
          <a:endParaRPr lang="en-US"/>
        </a:p>
      </dgm:t>
    </dgm:pt>
    <dgm:pt modelId="{D6E66BAC-353C-4DD3-B191-3DDD721C6414}">
      <dgm:prSet/>
      <dgm:spPr/>
      <dgm:t>
        <a:bodyPr/>
        <a:lstStyle/>
        <a:p>
          <a:pPr>
            <a:lnSpc>
              <a:spcPct val="100000"/>
            </a:lnSpc>
          </a:pPr>
          <a:r>
            <a:rPr lang="pt-BR"/>
            <a:t>Ele apresenta as </a:t>
          </a:r>
          <a:r>
            <a:rPr lang="pt-BR">
              <a:hlinkClick xmlns:r="http://schemas.openxmlformats.org/officeDocument/2006/relationships" r:id="rId3"/>
            </a:rPr>
            <a:t>funções</a:t>
          </a:r>
          <a:r>
            <a:rPr lang="pt-BR"/>
            <a:t> </a:t>
          </a:r>
          <a:r>
            <a:rPr lang="pt-BR" b="1"/>
            <a:t>DAX</a:t>
          </a:r>
          <a:r>
            <a:rPr lang="pt-BR"/>
            <a:t> que são desenvolvidas para formular e extrair informações de cubos de dados e nos permite criar métricas complexas e indicadores KPI (Key Performance Indicators).</a:t>
          </a:r>
          <a:endParaRPr lang="en-US"/>
        </a:p>
      </dgm:t>
    </dgm:pt>
    <dgm:pt modelId="{46304509-2C0A-4B36-94D6-991C8803FE83}" type="parTrans" cxnId="{16E05BB1-858E-43B6-A801-C20B72155A70}">
      <dgm:prSet/>
      <dgm:spPr/>
      <dgm:t>
        <a:bodyPr/>
        <a:lstStyle/>
        <a:p>
          <a:endParaRPr lang="en-US"/>
        </a:p>
      </dgm:t>
    </dgm:pt>
    <dgm:pt modelId="{AFFA8214-2BD0-472D-A13D-224D321E1DA6}" type="sibTrans" cxnId="{16E05BB1-858E-43B6-A801-C20B72155A70}">
      <dgm:prSet/>
      <dgm:spPr/>
      <dgm:t>
        <a:bodyPr/>
        <a:lstStyle/>
        <a:p>
          <a:endParaRPr lang="en-US"/>
        </a:p>
      </dgm:t>
    </dgm:pt>
    <dgm:pt modelId="{635308A3-C928-478F-A41F-194A8DE7B6FD}">
      <dgm:prSet/>
      <dgm:spPr/>
      <dgm:t>
        <a:bodyPr/>
        <a:lstStyle/>
        <a:p>
          <a:pPr>
            <a:lnSpc>
              <a:spcPct val="100000"/>
            </a:lnSpc>
          </a:pPr>
          <a:r>
            <a:rPr lang="pt-BR"/>
            <a:t>Ele nos permite criar nossos modelos de dados de uma maneira relacionativa como já conhecemos no Access e, em seguida, visualizá-los usando nossas tabelas e gráficos dinâmicos tradicionais ou dinamicamente com </a:t>
          </a:r>
          <a:r>
            <a:rPr lang="pt-BR" b="1"/>
            <a:t>Power View</a:t>
          </a:r>
          <a:r>
            <a:rPr lang="pt-BR"/>
            <a:t> e </a:t>
          </a:r>
          <a:r>
            <a:rPr lang="pt-BR" b="1"/>
            <a:t>Power Maps</a:t>
          </a:r>
          <a:r>
            <a:rPr lang="pt-BR"/>
            <a:t>.</a:t>
          </a:r>
          <a:endParaRPr lang="en-US"/>
        </a:p>
      </dgm:t>
    </dgm:pt>
    <dgm:pt modelId="{FE526CAD-1422-4F5C-BBED-B557406E82F8}" type="parTrans" cxnId="{8CAB15DC-D5A5-4815-872C-2358A159A885}">
      <dgm:prSet/>
      <dgm:spPr/>
      <dgm:t>
        <a:bodyPr/>
        <a:lstStyle/>
        <a:p>
          <a:endParaRPr lang="en-US"/>
        </a:p>
      </dgm:t>
    </dgm:pt>
    <dgm:pt modelId="{2E61987F-10E7-4065-86BE-B13E99F2FA07}" type="sibTrans" cxnId="{8CAB15DC-D5A5-4815-872C-2358A159A885}">
      <dgm:prSet/>
      <dgm:spPr/>
      <dgm:t>
        <a:bodyPr/>
        <a:lstStyle/>
        <a:p>
          <a:endParaRPr lang="en-US"/>
        </a:p>
      </dgm:t>
    </dgm:pt>
    <dgm:pt modelId="{ED546B0B-7905-4B84-BAA3-EBCFDBC7ECBE}" type="pres">
      <dgm:prSet presAssocID="{EEC37F5B-41C7-41C1-A9BE-EDB974AB9BF6}" presName="root" presStyleCnt="0">
        <dgm:presLayoutVars>
          <dgm:dir/>
          <dgm:resizeHandles val="exact"/>
        </dgm:presLayoutVars>
      </dgm:prSet>
      <dgm:spPr/>
    </dgm:pt>
    <dgm:pt modelId="{F57E4CA8-7B30-463A-872D-ABF59F22EA52}" type="pres">
      <dgm:prSet presAssocID="{F9691C2F-945E-4D89-A77C-427F28D2C539}" presName="compNode" presStyleCnt="0"/>
      <dgm:spPr/>
    </dgm:pt>
    <dgm:pt modelId="{F68083FB-CDBE-42C4-891B-D6623666161D}" type="pres">
      <dgm:prSet presAssocID="{F9691C2F-945E-4D89-A77C-427F28D2C539}" presName="bgRect" presStyleLbl="bgShp" presStyleIdx="0" presStyleCnt="4"/>
      <dgm:spPr/>
    </dgm:pt>
    <dgm:pt modelId="{0D63EBE5-9B54-44E4-A530-0360B2770019}" type="pres">
      <dgm:prSet presAssocID="{F9691C2F-945E-4D89-A77C-427F28D2C539}" presName="iconRect" presStyleLbl="node1" presStyleIdx="0" presStyleCnt="4" custLinFactNeighborY="6638"/>
      <dgm:spPr>
        <a:blipFill>
          <a:blip xmlns:r="http://schemas.openxmlformats.org/officeDocument/2006/relationships"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dgm:spPr>
      <dgm:extLst>
        <a:ext uri="{E40237B7-FDA0-4F09-8148-C483321AD2D9}">
          <dgm14:cNvPr xmlns:dgm14="http://schemas.microsoft.com/office/drawing/2010/diagram" id="0" name="" descr="Database"/>
        </a:ext>
      </dgm:extLst>
    </dgm:pt>
    <dgm:pt modelId="{D295CF27-6315-45CA-8785-2936580C0F97}" type="pres">
      <dgm:prSet presAssocID="{F9691C2F-945E-4D89-A77C-427F28D2C539}" presName="spaceRect" presStyleCnt="0"/>
      <dgm:spPr/>
    </dgm:pt>
    <dgm:pt modelId="{EFE6BBDA-0FFE-46E2-B1BB-8C935E1C9F0F}" type="pres">
      <dgm:prSet presAssocID="{F9691C2F-945E-4D89-A77C-427F28D2C539}" presName="parTx" presStyleLbl="revTx" presStyleIdx="0" presStyleCnt="4">
        <dgm:presLayoutVars>
          <dgm:chMax val="0"/>
          <dgm:chPref val="0"/>
        </dgm:presLayoutVars>
      </dgm:prSet>
      <dgm:spPr/>
    </dgm:pt>
    <dgm:pt modelId="{B8B77C74-516F-4B1C-86EA-253031EB9F17}" type="pres">
      <dgm:prSet presAssocID="{C6A82249-94D3-4A34-A88B-3CC7E56E7756}" presName="sibTrans" presStyleCnt="0"/>
      <dgm:spPr/>
    </dgm:pt>
    <dgm:pt modelId="{8748C2A7-B1FE-4E68-8BF7-76EEC1ADEAEC}" type="pres">
      <dgm:prSet presAssocID="{C9FE4BC5-3FF5-4A06-BC6E-A5F813289E4A}" presName="compNode" presStyleCnt="0"/>
      <dgm:spPr/>
    </dgm:pt>
    <dgm:pt modelId="{CD5EF00B-A030-4FDA-85B6-E02AC5227BF0}" type="pres">
      <dgm:prSet presAssocID="{C9FE4BC5-3FF5-4A06-BC6E-A5F813289E4A}" presName="bgRect" presStyleLbl="bgShp" presStyleIdx="1" presStyleCnt="4"/>
      <dgm:spPr/>
    </dgm:pt>
    <dgm:pt modelId="{8A466127-FFBB-419B-B833-103F20E56786}" type="pres">
      <dgm:prSet presAssocID="{C9FE4BC5-3FF5-4A06-BC6E-A5F813289E4A}" presName="iconRect" presStyleLbl="node1" presStyleIdx="1" presStyleCnt="4"/>
      <dgm:spPr>
        <a:blipFill>
          <a:blip xmlns:r="http://schemas.openxmlformats.org/officeDocument/2006/relationships"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dgm:spPr>
      <dgm:extLst>
        <a:ext uri="{E40237B7-FDA0-4F09-8148-C483321AD2D9}">
          <dgm14:cNvPr xmlns:dgm14="http://schemas.microsoft.com/office/drawing/2010/diagram" id="0" name="" descr="Ecommerce"/>
        </a:ext>
      </dgm:extLst>
    </dgm:pt>
    <dgm:pt modelId="{7A835D04-D19F-4F50-8562-C076E7C521B2}" type="pres">
      <dgm:prSet presAssocID="{C9FE4BC5-3FF5-4A06-BC6E-A5F813289E4A}" presName="spaceRect" presStyleCnt="0"/>
      <dgm:spPr/>
    </dgm:pt>
    <dgm:pt modelId="{C2874730-63D0-478E-B039-36921E353A44}" type="pres">
      <dgm:prSet presAssocID="{C9FE4BC5-3FF5-4A06-BC6E-A5F813289E4A}" presName="parTx" presStyleLbl="revTx" presStyleIdx="1" presStyleCnt="4">
        <dgm:presLayoutVars>
          <dgm:chMax val="0"/>
          <dgm:chPref val="0"/>
        </dgm:presLayoutVars>
      </dgm:prSet>
      <dgm:spPr/>
    </dgm:pt>
    <dgm:pt modelId="{6AF3AA9F-D3F8-4FE5-82E7-0CE296607590}" type="pres">
      <dgm:prSet presAssocID="{012F86BF-8458-4FFD-8C0D-11A25F06E624}" presName="sibTrans" presStyleCnt="0"/>
      <dgm:spPr/>
    </dgm:pt>
    <dgm:pt modelId="{22DAD8E0-CB00-466A-B1E8-A3388240431D}" type="pres">
      <dgm:prSet presAssocID="{D6E66BAC-353C-4DD3-B191-3DDD721C6414}" presName="compNode" presStyleCnt="0"/>
      <dgm:spPr/>
    </dgm:pt>
    <dgm:pt modelId="{FF7BB81E-CDA3-4C03-9EF5-67CCAC433C0C}" type="pres">
      <dgm:prSet presAssocID="{D6E66BAC-353C-4DD3-B191-3DDD721C6414}" presName="bgRect" presStyleLbl="bgShp" presStyleIdx="2" presStyleCnt="4"/>
      <dgm:spPr/>
    </dgm:pt>
    <dgm:pt modelId="{B8AB837F-F13A-4E17-B52F-8E4E2095B1FE}" type="pres">
      <dgm:prSet presAssocID="{D6E66BAC-353C-4DD3-B191-3DDD721C6414}" presName="iconRect" presStyleLbl="node1" presStyleIdx="2" presStyleCnt="4"/>
      <dgm:spPr>
        <a:blipFill>
          <a:blip xmlns:r="http://schemas.openxmlformats.org/officeDocument/2006/relationships"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a:blipFill>
      </dgm:spPr>
      <dgm:extLst>
        <a:ext uri="{E40237B7-FDA0-4F09-8148-C483321AD2D9}">
          <dgm14:cNvPr xmlns:dgm14="http://schemas.microsoft.com/office/drawing/2010/diagram" id="0" name="" descr="Bar chart"/>
        </a:ext>
      </dgm:extLst>
    </dgm:pt>
    <dgm:pt modelId="{D1C33E8A-2D88-4650-AA01-2313C37234FE}" type="pres">
      <dgm:prSet presAssocID="{D6E66BAC-353C-4DD3-B191-3DDD721C6414}" presName="spaceRect" presStyleCnt="0"/>
      <dgm:spPr/>
    </dgm:pt>
    <dgm:pt modelId="{98DB9B08-D262-4529-9B88-6ABCA1ADD62C}" type="pres">
      <dgm:prSet presAssocID="{D6E66BAC-353C-4DD3-B191-3DDD721C6414}" presName="parTx" presStyleLbl="revTx" presStyleIdx="2" presStyleCnt="4">
        <dgm:presLayoutVars>
          <dgm:chMax val="0"/>
          <dgm:chPref val="0"/>
        </dgm:presLayoutVars>
      </dgm:prSet>
      <dgm:spPr/>
    </dgm:pt>
    <dgm:pt modelId="{32545D70-C14A-4925-9FF7-57C57D1AFBAE}" type="pres">
      <dgm:prSet presAssocID="{AFFA8214-2BD0-472D-A13D-224D321E1DA6}" presName="sibTrans" presStyleCnt="0"/>
      <dgm:spPr/>
    </dgm:pt>
    <dgm:pt modelId="{B3230AC6-04F9-4CE8-A849-A389FAC71D6F}" type="pres">
      <dgm:prSet presAssocID="{635308A3-C928-478F-A41F-194A8DE7B6FD}" presName="compNode" presStyleCnt="0"/>
      <dgm:spPr/>
    </dgm:pt>
    <dgm:pt modelId="{DC39F513-9AD2-411C-8FCA-204B5BF6ABE0}" type="pres">
      <dgm:prSet presAssocID="{635308A3-C928-478F-A41F-194A8DE7B6FD}" presName="bgRect" presStyleLbl="bgShp" presStyleIdx="3" presStyleCnt="4"/>
      <dgm:spPr/>
    </dgm:pt>
    <dgm:pt modelId="{E5E6C7F2-0FF5-4D16-AA78-876F40EA6CB2}" type="pres">
      <dgm:prSet presAssocID="{635308A3-C928-478F-A41F-194A8DE7B6FD}" presName="iconRect" presStyleLbl="node1" presStyleIdx="3" presStyleCnt="4"/>
      <dgm:spPr>
        <a:blipFill>
          <a:blip xmlns:r="http://schemas.openxmlformats.org/officeDocument/2006/relationships"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a:blipFill>
      </dgm:spPr>
      <dgm:extLst>
        <a:ext uri="{E40237B7-FDA0-4F09-8148-C483321AD2D9}">
          <dgm14:cNvPr xmlns:dgm14="http://schemas.microsoft.com/office/drawing/2010/diagram" id="0" name="" descr="Maximize"/>
        </a:ext>
      </dgm:extLst>
    </dgm:pt>
    <dgm:pt modelId="{104FFF58-D091-44C7-83BE-88E27ED721C1}" type="pres">
      <dgm:prSet presAssocID="{635308A3-C928-478F-A41F-194A8DE7B6FD}" presName="spaceRect" presStyleCnt="0"/>
      <dgm:spPr/>
    </dgm:pt>
    <dgm:pt modelId="{B4BEDE6D-7BDF-48B9-8CE3-B08B16C8A4B3}" type="pres">
      <dgm:prSet presAssocID="{635308A3-C928-478F-A41F-194A8DE7B6FD}" presName="parTx" presStyleLbl="revTx" presStyleIdx="3" presStyleCnt="4">
        <dgm:presLayoutVars>
          <dgm:chMax val="0"/>
          <dgm:chPref val="0"/>
        </dgm:presLayoutVars>
      </dgm:prSet>
      <dgm:spPr/>
    </dgm:pt>
  </dgm:ptLst>
  <dgm:cxnLst>
    <dgm:cxn modelId="{2A6E2763-C008-47D8-B042-180A80000780}" srcId="{EEC37F5B-41C7-41C1-A9BE-EDB974AB9BF6}" destId="{C9FE4BC5-3FF5-4A06-BC6E-A5F813289E4A}" srcOrd="1" destOrd="0" parTransId="{65E2ACC4-7FEA-4663-8829-65B16FBA948A}" sibTransId="{012F86BF-8458-4FFD-8C0D-11A25F06E624}"/>
    <dgm:cxn modelId="{E2069174-2800-46BA-B6C7-8550334E7D0B}" type="presOf" srcId="{EEC37F5B-41C7-41C1-A9BE-EDB974AB9BF6}" destId="{ED546B0B-7905-4B84-BAA3-EBCFDBC7ECBE}" srcOrd="0" destOrd="0" presId="urn:microsoft.com/office/officeart/2018/2/layout/IconVerticalSolidList"/>
    <dgm:cxn modelId="{7B468282-DD26-4F04-A360-F0B859BA0C24}" type="presOf" srcId="{C9FE4BC5-3FF5-4A06-BC6E-A5F813289E4A}" destId="{C2874730-63D0-478E-B039-36921E353A44}" srcOrd="0" destOrd="0" presId="urn:microsoft.com/office/officeart/2018/2/layout/IconVerticalSolidList"/>
    <dgm:cxn modelId="{DCEDC78A-0519-4E62-A45A-13E741C56CF4}" type="presOf" srcId="{D6E66BAC-353C-4DD3-B191-3DDD721C6414}" destId="{98DB9B08-D262-4529-9B88-6ABCA1ADD62C}" srcOrd="0" destOrd="0" presId="urn:microsoft.com/office/officeart/2018/2/layout/IconVerticalSolidList"/>
    <dgm:cxn modelId="{6D66E896-5847-42D8-B880-9ACC7AD0811F}" type="presOf" srcId="{635308A3-C928-478F-A41F-194A8DE7B6FD}" destId="{B4BEDE6D-7BDF-48B9-8CE3-B08B16C8A4B3}" srcOrd="0" destOrd="0" presId="urn:microsoft.com/office/officeart/2018/2/layout/IconVerticalSolidList"/>
    <dgm:cxn modelId="{16E05BB1-858E-43B6-A801-C20B72155A70}" srcId="{EEC37F5B-41C7-41C1-A9BE-EDB974AB9BF6}" destId="{D6E66BAC-353C-4DD3-B191-3DDD721C6414}" srcOrd="2" destOrd="0" parTransId="{46304509-2C0A-4B36-94D6-991C8803FE83}" sibTransId="{AFFA8214-2BD0-472D-A13D-224D321E1DA6}"/>
    <dgm:cxn modelId="{E19B37D0-2A96-49BD-B552-B88730C07C8D}" srcId="{EEC37F5B-41C7-41C1-A9BE-EDB974AB9BF6}" destId="{F9691C2F-945E-4D89-A77C-427F28D2C539}" srcOrd="0" destOrd="0" parTransId="{A18B0DC6-C515-46DE-9A3D-6478DC5CB268}" sibTransId="{C6A82249-94D3-4A34-A88B-3CC7E56E7756}"/>
    <dgm:cxn modelId="{51EDDED6-1867-4732-88DB-A4FFB8DFB1EC}" type="presOf" srcId="{F9691C2F-945E-4D89-A77C-427F28D2C539}" destId="{EFE6BBDA-0FFE-46E2-B1BB-8C935E1C9F0F}" srcOrd="0" destOrd="0" presId="urn:microsoft.com/office/officeart/2018/2/layout/IconVerticalSolidList"/>
    <dgm:cxn modelId="{8CAB15DC-D5A5-4815-872C-2358A159A885}" srcId="{EEC37F5B-41C7-41C1-A9BE-EDB974AB9BF6}" destId="{635308A3-C928-478F-A41F-194A8DE7B6FD}" srcOrd="3" destOrd="0" parTransId="{FE526CAD-1422-4F5C-BBED-B557406E82F8}" sibTransId="{2E61987F-10E7-4065-86BE-B13E99F2FA07}"/>
    <dgm:cxn modelId="{6E370169-46D5-49F8-BF66-72DAA4ED23F3}" type="presParOf" srcId="{ED546B0B-7905-4B84-BAA3-EBCFDBC7ECBE}" destId="{F57E4CA8-7B30-463A-872D-ABF59F22EA52}" srcOrd="0" destOrd="0" presId="urn:microsoft.com/office/officeart/2018/2/layout/IconVerticalSolidList"/>
    <dgm:cxn modelId="{EF37AF1D-612A-437D-BA8A-C22F7370F054}" type="presParOf" srcId="{F57E4CA8-7B30-463A-872D-ABF59F22EA52}" destId="{F68083FB-CDBE-42C4-891B-D6623666161D}" srcOrd="0" destOrd="0" presId="urn:microsoft.com/office/officeart/2018/2/layout/IconVerticalSolidList"/>
    <dgm:cxn modelId="{699F625F-C2B5-4782-841E-C91E7CA7D690}" type="presParOf" srcId="{F57E4CA8-7B30-463A-872D-ABF59F22EA52}" destId="{0D63EBE5-9B54-44E4-A530-0360B2770019}" srcOrd="1" destOrd="0" presId="urn:microsoft.com/office/officeart/2018/2/layout/IconVerticalSolidList"/>
    <dgm:cxn modelId="{43CE6321-E26A-4C51-8022-82E0E8FAF103}" type="presParOf" srcId="{F57E4CA8-7B30-463A-872D-ABF59F22EA52}" destId="{D295CF27-6315-45CA-8785-2936580C0F97}" srcOrd="2" destOrd="0" presId="urn:microsoft.com/office/officeart/2018/2/layout/IconVerticalSolidList"/>
    <dgm:cxn modelId="{8DA94B6B-59CC-4785-BBB0-8FF321691F76}" type="presParOf" srcId="{F57E4CA8-7B30-463A-872D-ABF59F22EA52}" destId="{EFE6BBDA-0FFE-46E2-B1BB-8C935E1C9F0F}" srcOrd="3" destOrd="0" presId="urn:microsoft.com/office/officeart/2018/2/layout/IconVerticalSolidList"/>
    <dgm:cxn modelId="{293D05CA-9C13-4469-A95D-42BE56B9B125}" type="presParOf" srcId="{ED546B0B-7905-4B84-BAA3-EBCFDBC7ECBE}" destId="{B8B77C74-516F-4B1C-86EA-253031EB9F17}" srcOrd="1" destOrd="0" presId="urn:microsoft.com/office/officeart/2018/2/layout/IconVerticalSolidList"/>
    <dgm:cxn modelId="{807346FC-EF39-4F35-9C72-60560CB5E55E}" type="presParOf" srcId="{ED546B0B-7905-4B84-BAA3-EBCFDBC7ECBE}" destId="{8748C2A7-B1FE-4E68-8BF7-76EEC1ADEAEC}" srcOrd="2" destOrd="0" presId="urn:microsoft.com/office/officeart/2018/2/layout/IconVerticalSolidList"/>
    <dgm:cxn modelId="{50AA724D-FB68-40A5-96FE-96CD586F8C07}" type="presParOf" srcId="{8748C2A7-B1FE-4E68-8BF7-76EEC1ADEAEC}" destId="{CD5EF00B-A030-4FDA-85B6-E02AC5227BF0}" srcOrd="0" destOrd="0" presId="urn:microsoft.com/office/officeart/2018/2/layout/IconVerticalSolidList"/>
    <dgm:cxn modelId="{0299E2E9-5A26-4572-A6D2-B8642A504130}" type="presParOf" srcId="{8748C2A7-B1FE-4E68-8BF7-76EEC1ADEAEC}" destId="{8A466127-FFBB-419B-B833-103F20E56786}" srcOrd="1" destOrd="0" presId="urn:microsoft.com/office/officeart/2018/2/layout/IconVerticalSolidList"/>
    <dgm:cxn modelId="{926641A4-B30A-464B-878C-A4010F04CA3B}" type="presParOf" srcId="{8748C2A7-B1FE-4E68-8BF7-76EEC1ADEAEC}" destId="{7A835D04-D19F-4F50-8562-C076E7C521B2}" srcOrd="2" destOrd="0" presId="urn:microsoft.com/office/officeart/2018/2/layout/IconVerticalSolidList"/>
    <dgm:cxn modelId="{E19ABE90-9D11-424D-B075-91F681B662C6}" type="presParOf" srcId="{8748C2A7-B1FE-4E68-8BF7-76EEC1ADEAEC}" destId="{C2874730-63D0-478E-B039-36921E353A44}" srcOrd="3" destOrd="0" presId="urn:microsoft.com/office/officeart/2018/2/layout/IconVerticalSolidList"/>
    <dgm:cxn modelId="{F4DD5407-9B8B-407B-BB7B-DDAD156E4203}" type="presParOf" srcId="{ED546B0B-7905-4B84-BAA3-EBCFDBC7ECBE}" destId="{6AF3AA9F-D3F8-4FE5-82E7-0CE296607590}" srcOrd="3" destOrd="0" presId="urn:microsoft.com/office/officeart/2018/2/layout/IconVerticalSolidList"/>
    <dgm:cxn modelId="{A032F5D8-26B0-418C-A214-D803BEA1D4ED}" type="presParOf" srcId="{ED546B0B-7905-4B84-BAA3-EBCFDBC7ECBE}" destId="{22DAD8E0-CB00-466A-B1E8-A3388240431D}" srcOrd="4" destOrd="0" presId="urn:microsoft.com/office/officeart/2018/2/layout/IconVerticalSolidList"/>
    <dgm:cxn modelId="{F1450FE2-6A56-4E05-BB5E-B94F785B6179}" type="presParOf" srcId="{22DAD8E0-CB00-466A-B1E8-A3388240431D}" destId="{FF7BB81E-CDA3-4C03-9EF5-67CCAC433C0C}" srcOrd="0" destOrd="0" presId="urn:microsoft.com/office/officeart/2018/2/layout/IconVerticalSolidList"/>
    <dgm:cxn modelId="{15C56E55-D58B-4F17-8189-F5643BD1A846}" type="presParOf" srcId="{22DAD8E0-CB00-466A-B1E8-A3388240431D}" destId="{B8AB837F-F13A-4E17-B52F-8E4E2095B1FE}" srcOrd="1" destOrd="0" presId="urn:microsoft.com/office/officeart/2018/2/layout/IconVerticalSolidList"/>
    <dgm:cxn modelId="{4B32615C-44A6-4E42-9FBE-ADB7E50DD364}" type="presParOf" srcId="{22DAD8E0-CB00-466A-B1E8-A3388240431D}" destId="{D1C33E8A-2D88-4650-AA01-2313C37234FE}" srcOrd="2" destOrd="0" presId="urn:microsoft.com/office/officeart/2018/2/layout/IconVerticalSolidList"/>
    <dgm:cxn modelId="{3A980F32-15FF-442D-B7C1-4DD050E294E6}" type="presParOf" srcId="{22DAD8E0-CB00-466A-B1E8-A3388240431D}" destId="{98DB9B08-D262-4529-9B88-6ABCA1ADD62C}" srcOrd="3" destOrd="0" presId="urn:microsoft.com/office/officeart/2018/2/layout/IconVerticalSolidList"/>
    <dgm:cxn modelId="{A35C94FC-9F2E-4E3B-B7EB-729AB6FDBD57}" type="presParOf" srcId="{ED546B0B-7905-4B84-BAA3-EBCFDBC7ECBE}" destId="{32545D70-C14A-4925-9FF7-57C57D1AFBAE}" srcOrd="5" destOrd="0" presId="urn:microsoft.com/office/officeart/2018/2/layout/IconVerticalSolidList"/>
    <dgm:cxn modelId="{08EEA783-9A96-4F34-956E-4BE460C3C830}" type="presParOf" srcId="{ED546B0B-7905-4B84-BAA3-EBCFDBC7ECBE}" destId="{B3230AC6-04F9-4CE8-A849-A389FAC71D6F}" srcOrd="6" destOrd="0" presId="urn:microsoft.com/office/officeart/2018/2/layout/IconVerticalSolidList"/>
    <dgm:cxn modelId="{6EC324EC-7852-4807-92E1-FADEF1AAD842}" type="presParOf" srcId="{B3230AC6-04F9-4CE8-A849-A389FAC71D6F}" destId="{DC39F513-9AD2-411C-8FCA-204B5BF6ABE0}" srcOrd="0" destOrd="0" presId="urn:microsoft.com/office/officeart/2018/2/layout/IconVerticalSolidList"/>
    <dgm:cxn modelId="{2C7C26FF-0E94-41D1-81F0-EEB7885EBF4C}" type="presParOf" srcId="{B3230AC6-04F9-4CE8-A849-A389FAC71D6F}" destId="{E5E6C7F2-0FF5-4D16-AA78-876F40EA6CB2}" srcOrd="1" destOrd="0" presId="urn:microsoft.com/office/officeart/2018/2/layout/IconVerticalSolidList"/>
    <dgm:cxn modelId="{75D38AEF-7ACB-483B-B2A4-3B2AA1856920}" type="presParOf" srcId="{B3230AC6-04F9-4CE8-A849-A389FAC71D6F}" destId="{104FFF58-D091-44C7-83BE-88E27ED721C1}" srcOrd="2" destOrd="0" presId="urn:microsoft.com/office/officeart/2018/2/layout/IconVerticalSolidList"/>
    <dgm:cxn modelId="{8C74C8C1-F2B4-49A2-BAD3-43725B0D24A8}" type="presParOf" srcId="{B3230AC6-04F9-4CE8-A849-A389FAC71D6F}" destId="{B4BEDE6D-7BDF-48B9-8CE3-B08B16C8A4B3}"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34F733BD-0E30-4C42-8A93-01A15A44CAC4}" type="doc">
      <dgm:prSet loTypeId="urn:microsoft.com/office/officeart/2018/2/layout/Icon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ECE83461-B22B-4E7A-B1EF-7C5B2D61DCAA}">
      <dgm:prSet/>
      <dgm:spPr/>
      <dgm:t>
        <a:bodyPr/>
        <a:lstStyle/>
        <a:p>
          <a:r>
            <a:rPr lang="pt-BR"/>
            <a:t>M é a linguagem por trás do Editor de Consultas, presentes tanto no Power BI como no Excel. Na realidade, M é o nome informal dessa linguagem. O nome formal é </a:t>
          </a:r>
          <a:r>
            <a:rPr lang="pt-BR" i="1"/>
            <a:t>Power Query Formula Language, </a:t>
          </a:r>
          <a:r>
            <a:rPr lang="pt-BR"/>
            <a:t>mas própria Microsoft se refere apenas como M.</a:t>
          </a:r>
          <a:endParaRPr lang="en-US"/>
        </a:p>
      </dgm:t>
    </dgm:pt>
    <dgm:pt modelId="{A21B02FA-6B38-4882-9DFB-26AA84BE176E}" type="parTrans" cxnId="{906B2794-3035-4F85-A376-FD88B31E95C2}">
      <dgm:prSet/>
      <dgm:spPr/>
      <dgm:t>
        <a:bodyPr/>
        <a:lstStyle/>
        <a:p>
          <a:endParaRPr lang="en-US"/>
        </a:p>
      </dgm:t>
    </dgm:pt>
    <dgm:pt modelId="{17953BCA-8FA8-4AB2-A45C-6F35BE9AE9C7}" type="sibTrans" cxnId="{906B2794-3035-4F85-A376-FD88B31E95C2}">
      <dgm:prSet/>
      <dgm:spPr/>
      <dgm:t>
        <a:bodyPr/>
        <a:lstStyle/>
        <a:p>
          <a:endParaRPr lang="en-US"/>
        </a:p>
      </dgm:t>
    </dgm:pt>
    <dgm:pt modelId="{9FC1DA5C-3E66-448F-B04B-2A423DC838FF}">
      <dgm:prSet/>
      <dgm:spPr/>
      <dgm:t>
        <a:bodyPr/>
        <a:lstStyle/>
        <a:p>
          <a:r>
            <a:rPr lang="pt-BR"/>
            <a:t>M é uma linguagem que compõe basicamente uma aplicação </a:t>
          </a:r>
          <a:r>
            <a:rPr lang="pt-BR" i="1"/>
            <a:t>Mashup</a:t>
          </a:r>
          <a:r>
            <a:rPr lang="pt-BR"/>
            <a:t>, isto é, capaz de reunir e transformar o conteúdo de uma ou várias fontes de dados.</a:t>
          </a:r>
          <a:endParaRPr lang="en-US"/>
        </a:p>
      </dgm:t>
    </dgm:pt>
    <dgm:pt modelId="{424326B2-4495-4CA7-A2C0-4BC2BAA94F19}" type="parTrans" cxnId="{2E0231F9-3FD2-4E14-A9D8-78614CEBFA17}">
      <dgm:prSet/>
      <dgm:spPr/>
      <dgm:t>
        <a:bodyPr/>
        <a:lstStyle/>
        <a:p>
          <a:endParaRPr lang="en-US"/>
        </a:p>
      </dgm:t>
    </dgm:pt>
    <dgm:pt modelId="{E6C95E92-5E0C-4221-AA85-392C02434BAB}" type="sibTrans" cxnId="{2E0231F9-3FD2-4E14-A9D8-78614CEBFA17}">
      <dgm:prSet/>
      <dgm:spPr/>
      <dgm:t>
        <a:bodyPr/>
        <a:lstStyle/>
        <a:p>
          <a:endParaRPr lang="en-US"/>
        </a:p>
      </dgm:t>
    </dgm:pt>
    <dgm:pt modelId="{4613A429-13F2-419E-9F10-43A33E591F09}">
      <dgm:prSet/>
      <dgm:spPr/>
      <dgm:t>
        <a:bodyPr/>
        <a:lstStyle/>
        <a:p>
          <a:r>
            <a:rPr lang="pt-BR"/>
            <a:t>A linguagem M é composta por uma estrutura passo a passo. Uma linha de código normalmente é uma etapa de transformação, e o resultado desta linha é usado na próxima linha (próximo passo de transformação). </a:t>
          </a:r>
          <a:endParaRPr lang="en-US"/>
        </a:p>
      </dgm:t>
    </dgm:pt>
    <dgm:pt modelId="{3B4F2799-2236-4156-8BEF-7655361E768A}" type="parTrans" cxnId="{B0A3ABE3-1939-4E91-99C8-5A5E2E755F42}">
      <dgm:prSet/>
      <dgm:spPr/>
      <dgm:t>
        <a:bodyPr/>
        <a:lstStyle/>
        <a:p>
          <a:endParaRPr lang="en-US"/>
        </a:p>
      </dgm:t>
    </dgm:pt>
    <dgm:pt modelId="{A7100AD9-42C8-4E6D-8F1B-25E5FBA25C13}" type="sibTrans" cxnId="{B0A3ABE3-1939-4E91-99C8-5A5E2E755F42}">
      <dgm:prSet/>
      <dgm:spPr/>
      <dgm:t>
        <a:bodyPr/>
        <a:lstStyle/>
        <a:p>
          <a:endParaRPr lang="en-US"/>
        </a:p>
      </dgm:t>
    </dgm:pt>
    <dgm:pt modelId="{6083AE93-957D-46F8-B417-779A31C4302C}">
      <dgm:prSet/>
      <dgm:spPr/>
      <dgm:t>
        <a:bodyPr/>
        <a:lstStyle/>
        <a:p>
          <a:r>
            <a:rPr lang="pt-BR"/>
            <a:t>A estrutura é escrita em blocos (</a:t>
          </a:r>
          <a:r>
            <a:rPr lang="pt-BR" i="1"/>
            <a:t>let</a:t>
          </a:r>
          <a:r>
            <a:rPr lang="pt-BR"/>
            <a:t> e </a:t>
          </a:r>
          <a:r>
            <a:rPr lang="pt-BR" i="1"/>
            <a:t>in</a:t>
          </a:r>
          <a:r>
            <a:rPr lang="pt-BR"/>
            <a:t>) e mais alguns outros recursos da linguagem. Por causa dessa estrutura de blocos a linguagem M é muito mais familiar para os programadores, assemelhando-se a outras linguagens de programação.</a:t>
          </a:r>
          <a:endParaRPr lang="en-US"/>
        </a:p>
      </dgm:t>
    </dgm:pt>
    <dgm:pt modelId="{D89F7345-CF15-4B3D-A4A1-BD9593E16073}" type="parTrans" cxnId="{E0456C45-8AF2-48DE-BC6C-012AF724ACA5}">
      <dgm:prSet/>
      <dgm:spPr/>
      <dgm:t>
        <a:bodyPr/>
        <a:lstStyle/>
        <a:p>
          <a:endParaRPr lang="en-US"/>
        </a:p>
      </dgm:t>
    </dgm:pt>
    <dgm:pt modelId="{8386E82E-3135-4C9B-8FCC-078980C4BCED}" type="sibTrans" cxnId="{E0456C45-8AF2-48DE-BC6C-012AF724ACA5}">
      <dgm:prSet/>
      <dgm:spPr/>
      <dgm:t>
        <a:bodyPr/>
        <a:lstStyle/>
        <a:p>
          <a:endParaRPr lang="en-US"/>
        </a:p>
      </dgm:t>
    </dgm:pt>
    <dgm:pt modelId="{C2832DF8-3E83-4D0B-B4AD-5B53B7ECE5A4}" type="pres">
      <dgm:prSet presAssocID="{34F733BD-0E30-4C42-8A93-01A15A44CAC4}" presName="root" presStyleCnt="0">
        <dgm:presLayoutVars>
          <dgm:dir/>
          <dgm:resizeHandles val="exact"/>
        </dgm:presLayoutVars>
      </dgm:prSet>
      <dgm:spPr/>
    </dgm:pt>
    <dgm:pt modelId="{EEF77F42-343B-4E8A-9055-0B561C183B3A}" type="pres">
      <dgm:prSet presAssocID="{ECE83461-B22B-4E7A-B1EF-7C5B2D61DCAA}" presName="compNode" presStyleCnt="0"/>
      <dgm:spPr/>
    </dgm:pt>
    <dgm:pt modelId="{7C98E901-EC44-4A55-AA17-8B8C2DFFC3D5}" type="pres">
      <dgm:prSet presAssocID="{ECE83461-B22B-4E7A-B1EF-7C5B2D61DCAA}"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ongue"/>
        </a:ext>
      </dgm:extLst>
    </dgm:pt>
    <dgm:pt modelId="{444A3347-1FAF-493A-A01A-731C53F747B4}" type="pres">
      <dgm:prSet presAssocID="{ECE83461-B22B-4E7A-B1EF-7C5B2D61DCAA}" presName="spaceRect" presStyleCnt="0"/>
      <dgm:spPr/>
    </dgm:pt>
    <dgm:pt modelId="{0C8048EA-A9B7-4A33-94CE-1F2E5FDF0DCB}" type="pres">
      <dgm:prSet presAssocID="{ECE83461-B22B-4E7A-B1EF-7C5B2D61DCAA}" presName="textRect" presStyleLbl="revTx" presStyleIdx="0" presStyleCnt="4">
        <dgm:presLayoutVars>
          <dgm:chMax val="1"/>
          <dgm:chPref val="1"/>
        </dgm:presLayoutVars>
      </dgm:prSet>
      <dgm:spPr/>
    </dgm:pt>
    <dgm:pt modelId="{43A566A5-20FD-47A0-A1FF-669A0EE5D60C}" type="pres">
      <dgm:prSet presAssocID="{17953BCA-8FA8-4AB2-A45C-6F35BE9AE9C7}" presName="sibTrans" presStyleCnt="0"/>
      <dgm:spPr/>
    </dgm:pt>
    <dgm:pt modelId="{ED535231-5D17-4D2D-906A-2CB5B41C4AE5}" type="pres">
      <dgm:prSet presAssocID="{9FC1DA5C-3E66-448F-B04B-2A423DC838FF}" presName="compNode" presStyleCnt="0"/>
      <dgm:spPr/>
    </dgm:pt>
    <dgm:pt modelId="{9BAF4CFE-5891-4F40-AD26-D0D70C3EE619}" type="pres">
      <dgm:prSet presAssocID="{9FC1DA5C-3E66-448F-B04B-2A423DC838FF}"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Quotes"/>
        </a:ext>
      </dgm:extLst>
    </dgm:pt>
    <dgm:pt modelId="{E258E68B-0E21-45BC-A335-5D0491F2C2F6}" type="pres">
      <dgm:prSet presAssocID="{9FC1DA5C-3E66-448F-B04B-2A423DC838FF}" presName="spaceRect" presStyleCnt="0"/>
      <dgm:spPr/>
    </dgm:pt>
    <dgm:pt modelId="{A45BC6C3-896F-4C38-BBA6-5B327592E7C7}" type="pres">
      <dgm:prSet presAssocID="{9FC1DA5C-3E66-448F-B04B-2A423DC838FF}" presName="textRect" presStyleLbl="revTx" presStyleIdx="1" presStyleCnt="4">
        <dgm:presLayoutVars>
          <dgm:chMax val="1"/>
          <dgm:chPref val="1"/>
        </dgm:presLayoutVars>
      </dgm:prSet>
      <dgm:spPr/>
    </dgm:pt>
    <dgm:pt modelId="{0C3DC042-511C-4A08-800E-10672B27C3F0}" type="pres">
      <dgm:prSet presAssocID="{E6C95E92-5E0C-4221-AA85-392C02434BAB}" presName="sibTrans" presStyleCnt="0"/>
      <dgm:spPr/>
    </dgm:pt>
    <dgm:pt modelId="{32AC5BED-6981-4FC4-A784-B298184EE9B6}" type="pres">
      <dgm:prSet presAssocID="{4613A429-13F2-419E-9F10-43A33E591F09}" presName="compNode" presStyleCnt="0"/>
      <dgm:spPr/>
    </dgm:pt>
    <dgm:pt modelId="{F3C6BA52-3FAC-497F-BE45-CB4B8E4BE10A}" type="pres">
      <dgm:prSet presAssocID="{4613A429-13F2-419E-9F10-43A33E591F09}"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Flowchart"/>
        </a:ext>
      </dgm:extLst>
    </dgm:pt>
    <dgm:pt modelId="{01532D22-68B9-450C-8CEB-8888273EA9FA}" type="pres">
      <dgm:prSet presAssocID="{4613A429-13F2-419E-9F10-43A33E591F09}" presName="spaceRect" presStyleCnt="0"/>
      <dgm:spPr/>
    </dgm:pt>
    <dgm:pt modelId="{052C1C23-7A96-4AB1-BBA1-D7AF5F0F3C5A}" type="pres">
      <dgm:prSet presAssocID="{4613A429-13F2-419E-9F10-43A33E591F09}" presName="textRect" presStyleLbl="revTx" presStyleIdx="2" presStyleCnt="4">
        <dgm:presLayoutVars>
          <dgm:chMax val="1"/>
          <dgm:chPref val="1"/>
        </dgm:presLayoutVars>
      </dgm:prSet>
      <dgm:spPr/>
    </dgm:pt>
    <dgm:pt modelId="{CCD734D3-7C2D-458D-932B-69F3EEBAD32C}" type="pres">
      <dgm:prSet presAssocID="{A7100AD9-42C8-4E6D-8F1B-25E5FBA25C13}" presName="sibTrans" presStyleCnt="0"/>
      <dgm:spPr/>
    </dgm:pt>
    <dgm:pt modelId="{B5657826-0869-4840-AFC5-4DA49D6684CB}" type="pres">
      <dgm:prSet presAssocID="{6083AE93-957D-46F8-B417-779A31C4302C}" presName="compNode" presStyleCnt="0"/>
      <dgm:spPr/>
    </dgm:pt>
    <dgm:pt modelId="{3638B751-E7A7-422B-89CC-AFD32705BC28}" type="pres">
      <dgm:prSet presAssocID="{6083AE93-957D-46F8-B417-779A31C4302C}"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lassroom"/>
        </a:ext>
      </dgm:extLst>
    </dgm:pt>
    <dgm:pt modelId="{F5926F72-83D4-46BF-AD94-BFC85CD1E24D}" type="pres">
      <dgm:prSet presAssocID="{6083AE93-957D-46F8-B417-779A31C4302C}" presName="spaceRect" presStyleCnt="0"/>
      <dgm:spPr/>
    </dgm:pt>
    <dgm:pt modelId="{EB0CE759-43C0-4BC2-9DA9-194358858A63}" type="pres">
      <dgm:prSet presAssocID="{6083AE93-957D-46F8-B417-779A31C4302C}" presName="textRect" presStyleLbl="revTx" presStyleIdx="3" presStyleCnt="4">
        <dgm:presLayoutVars>
          <dgm:chMax val="1"/>
          <dgm:chPref val="1"/>
        </dgm:presLayoutVars>
      </dgm:prSet>
      <dgm:spPr/>
    </dgm:pt>
  </dgm:ptLst>
  <dgm:cxnLst>
    <dgm:cxn modelId="{C462C610-5AFF-4B3D-8D4F-851605BE9A39}" type="presOf" srcId="{4613A429-13F2-419E-9F10-43A33E591F09}" destId="{052C1C23-7A96-4AB1-BBA1-D7AF5F0F3C5A}" srcOrd="0" destOrd="0" presId="urn:microsoft.com/office/officeart/2018/2/layout/IconLabelList"/>
    <dgm:cxn modelId="{E0456C45-8AF2-48DE-BC6C-012AF724ACA5}" srcId="{34F733BD-0E30-4C42-8A93-01A15A44CAC4}" destId="{6083AE93-957D-46F8-B417-779A31C4302C}" srcOrd="3" destOrd="0" parTransId="{D89F7345-CF15-4B3D-A4A1-BD9593E16073}" sibTransId="{8386E82E-3135-4C9B-8FCC-078980C4BCED}"/>
    <dgm:cxn modelId="{909BEC72-E0E8-46DA-A325-A417E39E9179}" type="presOf" srcId="{ECE83461-B22B-4E7A-B1EF-7C5B2D61DCAA}" destId="{0C8048EA-A9B7-4A33-94CE-1F2E5FDF0DCB}" srcOrd="0" destOrd="0" presId="urn:microsoft.com/office/officeart/2018/2/layout/IconLabelList"/>
    <dgm:cxn modelId="{1084567E-2FAF-4F53-837A-C441090B26B6}" type="presOf" srcId="{6083AE93-957D-46F8-B417-779A31C4302C}" destId="{EB0CE759-43C0-4BC2-9DA9-194358858A63}" srcOrd="0" destOrd="0" presId="urn:microsoft.com/office/officeart/2018/2/layout/IconLabelList"/>
    <dgm:cxn modelId="{10E06286-B9B5-43C5-ADBD-3BB3752F8202}" type="presOf" srcId="{9FC1DA5C-3E66-448F-B04B-2A423DC838FF}" destId="{A45BC6C3-896F-4C38-BBA6-5B327592E7C7}" srcOrd="0" destOrd="0" presId="urn:microsoft.com/office/officeart/2018/2/layout/IconLabelList"/>
    <dgm:cxn modelId="{906B2794-3035-4F85-A376-FD88B31E95C2}" srcId="{34F733BD-0E30-4C42-8A93-01A15A44CAC4}" destId="{ECE83461-B22B-4E7A-B1EF-7C5B2D61DCAA}" srcOrd="0" destOrd="0" parTransId="{A21B02FA-6B38-4882-9DFB-26AA84BE176E}" sibTransId="{17953BCA-8FA8-4AB2-A45C-6F35BE9AE9C7}"/>
    <dgm:cxn modelId="{CF5D78A4-1166-4335-9166-626F4C23508E}" type="presOf" srcId="{34F733BD-0E30-4C42-8A93-01A15A44CAC4}" destId="{C2832DF8-3E83-4D0B-B4AD-5B53B7ECE5A4}" srcOrd="0" destOrd="0" presId="urn:microsoft.com/office/officeart/2018/2/layout/IconLabelList"/>
    <dgm:cxn modelId="{B0A3ABE3-1939-4E91-99C8-5A5E2E755F42}" srcId="{34F733BD-0E30-4C42-8A93-01A15A44CAC4}" destId="{4613A429-13F2-419E-9F10-43A33E591F09}" srcOrd="2" destOrd="0" parTransId="{3B4F2799-2236-4156-8BEF-7655361E768A}" sibTransId="{A7100AD9-42C8-4E6D-8F1B-25E5FBA25C13}"/>
    <dgm:cxn modelId="{2E0231F9-3FD2-4E14-A9D8-78614CEBFA17}" srcId="{34F733BD-0E30-4C42-8A93-01A15A44CAC4}" destId="{9FC1DA5C-3E66-448F-B04B-2A423DC838FF}" srcOrd="1" destOrd="0" parTransId="{424326B2-4495-4CA7-A2C0-4BC2BAA94F19}" sibTransId="{E6C95E92-5E0C-4221-AA85-392C02434BAB}"/>
    <dgm:cxn modelId="{7E257486-19C9-4E2D-91BE-633D9539882C}" type="presParOf" srcId="{C2832DF8-3E83-4D0B-B4AD-5B53B7ECE5A4}" destId="{EEF77F42-343B-4E8A-9055-0B561C183B3A}" srcOrd="0" destOrd="0" presId="urn:microsoft.com/office/officeart/2018/2/layout/IconLabelList"/>
    <dgm:cxn modelId="{AB985B51-0A49-44C1-B050-31CBB0ACEE70}" type="presParOf" srcId="{EEF77F42-343B-4E8A-9055-0B561C183B3A}" destId="{7C98E901-EC44-4A55-AA17-8B8C2DFFC3D5}" srcOrd="0" destOrd="0" presId="urn:microsoft.com/office/officeart/2018/2/layout/IconLabelList"/>
    <dgm:cxn modelId="{2EF18765-AADF-4668-BB40-D19DFE384D8F}" type="presParOf" srcId="{EEF77F42-343B-4E8A-9055-0B561C183B3A}" destId="{444A3347-1FAF-493A-A01A-731C53F747B4}" srcOrd="1" destOrd="0" presId="urn:microsoft.com/office/officeart/2018/2/layout/IconLabelList"/>
    <dgm:cxn modelId="{AA339F66-E6AC-4700-B307-972AE056BC10}" type="presParOf" srcId="{EEF77F42-343B-4E8A-9055-0B561C183B3A}" destId="{0C8048EA-A9B7-4A33-94CE-1F2E5FDF0DCB}" srcOrd="2" destOrd="0" presId="urn:microsoft.com/office/officeart/2018/2/layout/IconLabelList"/>
    <dgm:cxn modelId="{9BCCEC41-A044-4283-B8A7-15EAB0DDC434}" type="presParOf" srcId="{C2832DF8-3E83-4D0B-B4AD-5B53B7ECE5A4}" destId="{43A566A5-20FD-47A0-A1FF-669A0EE5D60C}" srcOrd="1" destOrd="0" presId="urn:microsoft.com/office/officeart/2018/2/layout/IconLabelList"/>
    <dgm:cxn modelId="{FD722FA1-2E7E-4541-BCDB-25FA3EF3C43B}" type="presParOf" srcId="{C2832DF8-3E83-4D0B-B4AD-5B53B7ECE5A4}" destId="{ED535231-5D17-4D2D-906A-2CB5B41C4AE5}" srcOrd="2" destOrd="0" presId="urn:microsoft.com/office/officeart/2018/2/layout/IconLabelList"/>
    <dgm:cxn modelId="{BBBF7D86-E39A-4E36-8BA5-5FB9282582FB}" type="presParOf" srcId="{ED535231-5D17-4D2D-906A-2CB5B41C4AE5}" destId="{9BAF4CFE-5891-4F40-AD26-D0D70C3EE619}" srcOrd="0" destOrd="0" presId="urn:microsoft.com/office/officeart/2018/2/layout/IconLabelList"/>
    <dgm:cxn modelId="{BD8476D2-089B-4B89-ADAA-C08E98485AF4}" type="presParOf" srcId="{ED535231-5D17-4D2D-906A-2CB5B41C4AE5}" destId="{E258E68B-0E21-45BC-A335-5D0491F2C2F6}" srcOrd="1" destOrd="0" presId="urn:microsoft.com/office/officeart/2018/2/layout/IconLabelList"/>
    <dgm:cxn modelId="{9DCFE462-7A6A-4AC1-BDC6-0FF5D8783243}" type="presParOf" srcId="{ED535231-5D17-4D2D-906A-2CB5B41C4AE5}" destId="{A45BC6C3-896F-4C38-BBA6-5B327592E7C7}" srcOrd="2" destOrd="0" presId="urn:microsoft.com/office/officeart/2018/2/layout/IconLabelList"/>
    <dgm:cxn modelId="{CFF2E652-0B2B-463A-A1FB-BAECCED922C7}" type="presParOf" srcId="{C2832DF8-3E83-4D0B-B4AD-5B53B7ECE5A4}" destId="{0C3DC042-511C-4A08-800E-10672B27C3F0}" srcOrd="3" destOrd="0" presId="urn:microsoft.com/office/officeart/2018/2/layout/IconLabelList"/>
    <dgm:cxn modelId="{CC7D3919-F81F-47D5-8111-0EF17609AFA9}" type="presParOf" srcId="{C2832DF8-3E83-4D0B-B4AD-5B53B7ECE5A4}" destId="{32AC5BED-6981-4FC4-A784-B298184EE9B6}" srcOrd="4" destOrd="0" presId="urn:microsoft.com/office/officeart/2018/2/layout/IconLabelList"/>
    <dgm:cxn modelId="{E6BF6887-DA18-44EC-AF64-0846A1BBAA92}" type="presParOf" srcId="{32AC5BED-6981-4FC4-A784-B298184EE9B6}" destId="{F3C6BA52-3FAC-497F-BE45-CB4B8E4BE10A}" srcOrd="0" destOrd="0" presId="urn:microsoft.com/office/officeart/2018/2/layout/IconLabelList"/>
    <dgm:cxn modelId="{6D3CD976-EC52-4865-8311-7C9E98DFA4D9}" type="presParOf" srcId="{32AC5BED-6981-4FC4-A784-B298184EE9B6}" destId="{01532D22-68B9-450C-8CEB-8888273EA9FA}" srcOrd="1" destOrd="0" presId="urn:microsoft.com/office/officeart/2018/2/layout/IconLabelList"/>
    <dgm:cxn modelId="{C8D0DF4B-C11B-4092-840A-A60313492908}" type="presParOf" srcId="{32AC5BED-6981-4FC4-A784-B298184EE9B6}" destId="{052C1C23-7A96-4AB1-BBA1-D7AF5F0F3C5A}" srcOrd="2" destOrd="0" presId="urn:microsoft.com/office/officeart/2018/2/layout/IconLabelList"/>
    <dgm:cxn modelId="{EC68AEE1-80D0-4763-B3FC-4DF45B739A5B}" type="presParOf" srcId="{C2832DF8-3E83-4D0B-B4AD-5B53B7ECE5A4}" destId="{CCD734D3-7C2D-458D-932B-69F3EEBAD32C}" srcOrd="5" destOrd="0" presId="urn:microsoft.com/office/officeart/2018/2/layout/IconLabelList"/>
    <dgm:cxn modelId="{6045EEA7-3C3A-4D2F-9C1E-E325E28BF508}" type="presParOf" srcId="{C2832DF8-3E83-4D0B-B4AD-5B53B7ECE5A4}" destId="{B5657826-0869-4840-AFC5-4DA49D6684CB}" srcOrd="6" destOrd="0" presId="urn:microsoft.com/office/officeart/2018/2/layout/IconLabelList"/>
    <dgm:cxn modelId="{89C85E6F-1D69-4E12-8C00-099DB1F9700D}" type="presParOf" srcId="{B5657826-0869-4840-AFC5-4DA49D6684CB}" destId="{3638B751-E7A7-422B-89CC-AFD32705BC28}" srcOrd="0" destOrd="0" presId="urn:microsoft.com/office/officeart/2018/2/layout/IconLabelList"/>
    <dgm:cxn modelId="{501B4F86-3E4E-42B6-921E-DE593C5608F7}" type="presParOf" srcId="{B5657826-0869-4840-AFC5-4DA49D6684CB}" destId="{F5926F72-83D4-46BF-AD94-BFC85CD1E24D}" srcOrd="1" destOrd="0" presId="urn:microsoft.com/office/officeart/2018/2/layout/IconLabelList"/>
    <dgm:cxn modelId="{C84F21D9-BBC4-4BEE-AA47-8DCADB1DC1F6}" type="presParOf" srcId="{B5657826-0869-4840-AFC5-4DA49D6684CB}" destId="{EB0CE759-43C0-4BC2-9DA9-194358858A63}"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34F733BD-0E30-4C42-8A93-01A15A44CAC4}" type="doc">
      <dgm:prSet loTypeId="urn:microsoft.com/office/officeart/2018/2/layout/IconVerticalSolidList" loCatId="icon" qsTypeId="urn:microsoft.com/office/officeart/2005/8/quickstyle/simple1" qsCatId="simple" csTypeId="urn:microsoft.com/office/officeart/2018/5/colors/Iconchunking_neutralicontext_accent2_2" csCatId="accent2" phldr="1"/>
      <dgm:spPr/>
      <dgm:t>
        <a:bodyPr/>
        <a:lstStyle/>
        <a:p>
          <a:endParaRPr lang="en-US"/>
        </a:p>
      </dgm:t>
    </dgm:pt>
    <dgm:pt modelId="{7E8BF31C-A151-436E-8888-2A98977DAF79}">
      <dgm:prSet/>
      <dgm:spPr/>
      <dgm:t>
        <a:bodyPr/>
        <a:lstStyle/>
        <a:p>
          <a:r>
            <a:rPr lang="pt-BR" b="0" i="0" dirty="0"/>
            <a:t>DAX é uma abreviação de Data </a:t>
          </a:r>
          <a:r>
            <a:rPr lang="pt-BR" b="0" i="0" dirty="0" err="1"/>
            <a:t>Analysis</a:t>
          </a:r>
          <a:r>
            <a:rPr lang="pt-BR" b="0" i="0" dirty="0"/>
            <a:t> </a:t>
          </a:r>
          <a:r>
            <a:rPr lang="pt-BR" b="0" i="0" dirty="0" err="1"/>
            <a:t>eXpression</a:t>
          </a:r>
          <a:r>
            <a:rPr lang="pt-BR" b="0" i="0" dirty="0"/>
            <a:t> </a:t>
          </a:r>
          <a:r>
            <a:rPr lang="pt-BR" b="0" i="0" dirty="0" err="1"/>
            <a:t>Language</a:t>
          </a:r>
          <a:r>
            <a:rPr lang="pt-BR" b="0" i="0" dirty="0"/>
            <a:t>. Esta linguagem está presente tanto no Power BI, Power </a:t>
          </a:r>
          <a:r>
            <a:rPr lang="pt-BR" b="0" i="0" dirty="0" err="1"/>
            <a:t>Pivot</a:t>
          </a:r>
          <a:r>
            <a:rPr lang="pt-BR" b="0" i="0" dirty="0"/>
            <a:t> do Excel e no SQL Server </a:t>
          </a:r>
          <a:r>
            <a:rPr lang="pt-BR" b="0" i="0" dirty="0" err="1"/>
            <a:t>Analysis</a:t>
          </a:r>
          <a:r>
            <a:rPr lang="pt-BR" b="0" i="0" dirty="0"/>
            <a:t> Services Tabular.</a:t>
          </a:r>
          <a:endParaRPr lang="pt-BR" dirty="0"/>
        </a:p>
      </dgm:t>
    </dgm:pt>
    <dgm:pt modelId="{1F93C663-DCBC-455D-B038-8F2BDAFE5A8F}" type="parTrans" cxnId="{2AC37CC7-B703-4CEC-A878-222C10D8F4DC}">
      <dgm:prSet/>
      <dgm:spPr/>
      <dgm:t>
        <a:bodyPr/>
        <a:lstStyle/>
        <a:p>
          <a:endParaRPr lang="pt-BR"/>
        </a:p>
      </dgm:t>
    </dgm:pt>
    <dgm:pt modelId="{3F1C1C2E-68FD-41A7-B3CC-73959B2B44F0}" type="sibTrans" cxnId="{2AC37CC7-B703-4CEC-A878-222C10D8F4DC}">
      <dgm:prSet/>
      <dgm:spPr/>
      <dgm:t>
        <a:bodyPr/>
        <a:lstStyle/>
        <a:p>
          <a:endParaRPr lang="pt-BR"/>
        </a:p>
      </dgm:t>
    </dgm:pt>
    <dgm:pt modelId="{BE5947EB-D2E4-45FA-90EA-D085CEFE6178}">
      <dgm:prSet phldrT="[Texto]"/>
      <dgm:spPr/>
      <dgm:t>
        <a:bodyPr/>
        <a:lstStyle/>
        <a:p>
          <a:r>
            <a:rPr lang="pt-BR" b="0" i="0"/>
            <a:t>DAX é uma linguagem de expressões onde a sua estrutura é construída através de funções que podem ser aninhadas umas as outras, muito similar as fórmulas do Excel. A semelhança é tanta que existem muitas funções em comum entre o Excel e o DAX. Mas não se engane, DAX é muito mais poderoso do que as fórmulas do Excel.</a:t>
          </a:r>
          <a:endParaRPr lang="pt-BR"/>
        </a:p>
      </dgm:t>
    </dgm:pt>
    <dgm:pt modelId="{20E2CDD2-EFF7-458D-B816-6909B8158EC4}" type="parTrans" cxnId="{49F1F3B8-F0AA-4748-A2FC-175163B516F6}">
      <dgm:prSet/>
      <dgm:spPr/>
      <dgm:t>
        <a:bodyPr/>
        <a:lstStyle/>
        <a:p>
          <a:endParaRPr lang="pt-BR"/>
        </a:p>
      </dgm:t>
    </dgm:pt>
    <dgm:pt modelId="{5CC41B87-0816-4115-B9DA-6A57C7BE4AF7}" type="sibTrans" cxnId="{49F1F3B8-F0AA-4748-A2FC-175163B516F6}">
      <dgm:prSet/>
      <dgm:spPr/>
      <dgm:t>
        <a:bodyPr/>
        <a:lstStyle/>
        <a:p>
          <a:endParaRPr lang="pt-BR"/>
        </a:p>
      </dgm:t>
    </dgm:pt>
    <dgm:pt modelId="{C534CF66-83DE-400B-83D6-8B7BE8E79D59}">
      <dgm:prSet phldrT="[Texto]"/>
      <dgm:spPr/>
      <dgm:t>
        <a:bodyPr/>
        <a:lstStyle/>
        <a:p>
          <a:r>
            <a:rPr lang="pt-BR" b="0" i="0"/>
            <a:t>Por causa dessa semelhança, os usuários de Excel sentem-se muito confortáveis com a linguagem. O DAX não possui blocos de programação, mas sim a combinação de usos de funções, filtros e expressões.</a:t>
          </a:r>
          <a:endParaRPr lang="pt-BR"/>
        </a:p>
      </dgm:t>
    </dgm:pt>
    <dgm:pt modelId="{F19E98FE-6CF1-465F-9186-76F2A15DD3C3}" type="parTrans" cxnId="{4B27D40D-D927-4450-8BA4-B68827683A10}">
      <dgm:prSet/>
      <dgm:spPr/>
      <dgm:t>
        <a:bodyPr/>
        <a:lstStyle/>
        <a:p>
          <a:endParaRPr lang="pt-BR"/>
        </a:p>
      </dgm:t>
    </dgm:pt>
    <dgm:pt modelId="{A74905D1-D46E-4BB9-B051-7FE059F0BEDD}" type="sibTrans" cxnId="{4B27D40D-D927-4450-8BA4-B68827683A10}">
      <dgm:prSet/>
      <dgm:spPr/>
      <dgm:t>
        <a:bodyPr/>
        <a:lstStyle/>
        <a:p>
          <a:endParaRPr lang="pt-BR"/>
        </a:p>
      </dgm:t>
    </dgm:pt>
    <dgm:pt modelId="{162080F0-9691-469D-9DE4-83AE2835DC90}" type="pres">
      <dgm:prSet presAssocID="{34F733BD-0E30-4C42-8A93-01A15A44CAC4}" presName="root" presStyleCnt="0">
        <dgm:presLayoutVars>
          <dgm:dir/>
          <dgm:resizeHandles val="exact"/>
        </dgm:presLayoutVars>
      </dgm:prSet>
      <dgm:spPr/>
    </dgm:pt>
    <dgm:pt modelId="{17EEA474-EA2E-44D8-8B84-E9AA0B8C0FF2}" type="pres">
      <dgm:prSet presAssocID="{7E8BF31C-A151-436E-8888-2A98977DAF79}" presName="compNode" presStyleCnt="0"/>
      <dgm:spPr/>
    </dgm:pt>
    <dgm:pt modelId="{102AD369-7BD6-4E02-937D-E5F06F48F5FA}" type="pres">
      <dgm:prSet presAssocID="{7E8BF31C-A151-436E-8888-2A98977DAF79}" presName="bgRect" presStyleLbl="bgShp" presStyleIdx="0" presStyleCnt="3"/>
      <dgm:spPr/>
    </dgm:pt>
    <dgm:pt modelId="{957B9B3E-4012-4B83-A426-EB515AD588E8}" type="pres">
      <dgm:prSet presAssocID="{7E8BF31C-A151-436E-8888-2A98977DAF79}"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atabase"/>
        </a:ext>
      </dgm:extLst>
    </dgm:pt>
    <dgm:pt modelId="{E57B4475-1F36-44E4-A32E-046860FF947C}" type="pres">
      <dgm:prSet presAssocID="{7E8BF31C-A151-436E-8888-2A98977DAF79}" presName="spaceRect" presStyleCnt="0"/>
      <dgm:spPr/>
    </dgm:pt>
    <dgm:pt modelId="{E0B36517-6E34-4F1F-9DA1-10B3B241DDD4}" type="pres">
      <dgm:prSet presAssocID="{7E8BF31C-A151-436E-8888-2A98977DAF79}" presName="parTx" presStyleLbl="revTx" presStyleIdx="0" presStyleCnt="3">
        <dgm:presLayoutVars>
          <dgm:chMax val="0"/>
          <dgm:chPref val="0"/>
        </dgm:presLayoutVars>
      </dgm:prSet>
      <dgm:spPr/>
    </dgm:pt>
    <dgm:pt modelId="{B2E73F3E-2050-4E7B-BDE4-05492FEE763D}" type="pres">
      <dgm:prSet presAssocID="{3F1C1C2E-68FD-41A7-B3CC-73959B2B44F0}" presName="sibTrans" presStyleCnt="0"/>
      <dgm:spPr/>
    </dgm:pt>
    <dgm:pt modelId="{10267F42-7AAC-48E1-A3C3-626893A1394C}" type="pres">
      <dgm:prSet presAssocID="{BE5947EB-D2E4-45FA-90EA-D085CEFE6178}" presName="compNode" presStyleCnt="0"/>
      <dgm:spPr/>
    </dgm:pt>
    <dgm:pt modelId="{8D10468C-1E7B-42F7-8D5F-329289E39FA7}" type="pres">
      <dgm:prSet presAssocID="{BE5947EB-D2E4-45FA-90EA-D085CEFE6178}" presName="bgRect" presStyleLbl="bgShp" presStyleIdx="1" presStyleCnt="3"/>
      <dgm:spPr/>
    </dgm:pt>
    <dgm:pt modelId="{B05A6D21-C161-4C25-8AB1-6B4ABDDA442D}" type="pres">
      <dgm:prSet presAssocID="{BE5947EB-D2E4-45FA-90EA-D085CEFE6178}"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Quotes"/>
        </a:ext>
      </dgm:extLst>
    </dgm:pt>
    <dgm:pt modelId="{BFCDA230-3824-4CEF-A221-EF87AF06A1EE}" type="pres">
      <dgm:prSet presAssocID="{BE5947EB-D2E4-45FA-90EA-D085CEFE6178}" presName="spaceRect" presStyleCnt="0"/>
      <dgm:spPr/>
    </dgm:pt>
    <dgm:pt modelId="{7BBD43D8-F5A1-45E6-9E98-E1371EF1A5EA}" type="pres">
      <dgm:prSet presAssocID="{BE5947EB-D2E4-45FA-90EA-D085CEFE6178}" presName="parTx" presStyleLbl="revTx" presStyleIdx="1" presStyleCnt="3">
        <dgm:presLayoutVars>
          <dgm:chMax val="0"/>
          <dgm:chPref val="0"/>
        </dgm:presLayoutVars>
      </dgm:prSet>
      <dgm:spPr/>
    </dgm:pt>
    <dgm:pt modelId="{843206B3-279B-4D78-86DA-C709030C9854}" type="pres">
      <dgm:prSet presAssocID="{5CC41B87-0816-4115-B9DA-6A57C7BE4AF7}" presName="sibTrans" presStyleCnt="0"/>
      <dgm:spPr/>
    </dgm:pt>
    <dgm:pt modelId="{3AE6EDAA-DEA7-4F69-894F-669AD5702FC2}" type="pres">
      <dgm:prSet presAssocID="{C534CF66-83DE-400B-83D6-8B7BE8E79D59}" presName="compNode" presStyleCnt="0"/>
      <dgm:spPr/>
    </dgm:pt>
    <dgm:pt modelId="{09E9BD33-824C-4C5D-84A7-BAAFA6123213}" type="pres">
      <dgm:prSet presAssocID="{C534CF66-83DE-400B-83D6-8B7BE8E79D59}" presName="bgRect" presStyleLbl="bgShp" presStyleIdx="2" presStyleCnt="3"/>
      <dgm:spPr/>
    </dgm:pt>
    <dgm:pt modelId="{6A7A6780-37B6-40D3-917D-5E6CFBB30651}" type="pres">
      <dgm:prSet presAssocID="{C534CF66-83DE-400B-83D6-8B7BE8E79D59}"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Zoom Out"/>
        </a:ext>
      </dgm:extLst>
    </dgm:pt>
    <dgm:pt modelId="{701DD46E-BCA7-46F3-A297-69742ED16D52}" type="pres">
      <dgm:prSet presAssocID="{C534CF66-83DE-400B-83D6-8B7BE8E79D59}" presName="spaceRect" presStyleCnt="0"/>
      <dgm:spPr/>
    </dgm:pt>
    <dgm:pt modelId="{D7061196-0E88-471E-B61E-0DCE88FA0B85}" type="pres">
      <dgm:prSet presAssocID="{C534CF66-83DE-400B-83D6-8B7BE8E79D59}" presName="parTx" presStyleLbl="revTx" presStyleIdx="2" presStyleCnt="3">
        <dgm:presLayoutVars>
          <dgm:chMax val="0"/>
          <dgm:chPref val="0"/>
        </dgm:presLayoutVars>
      </dgm:prSet>
      <dgm:spPr/>
    </dgm:pt>
  </dgm:ptLst>
  <dgm:cxnLst>
    <dgm:cxn modelId="{4B27D40D-D927-4450-8BA4-B68827683A10}" srcId="{34F733BD-0E30-4C42-8A93-01A15A44CAC4}" destId="{C534CF66-83DE-400B-83D6-8B7BE8E79D59}" srcOrd="2" destOrd="0" parTransId="{F19E98FE-6CF1-465F-9186-76F2A15DD3C3}" sibTransId="{A74905D1-D46E-4BB9-B051-7FE059F0BEDD}"/>
    <dgm:cxn modelId="{6B802726-AA23-4A79-A324-35186A7BE5D4}" type="presOf" srcId="{C534CF66-83DE-400B-83D6-8B7BE8E79D59}" destId="{D7061196-0E88-471E-B61E-0DCE88FA0B85}" srcOrd="0" destOrd="0" presId="urn:microsoft.com/office/officeart/2018/2/layout/IconVerticalSolidList"/>
    <dgm:cxn modelId="{840ABE76-EAE7-4C3F-9980-352901C9161C}" type="presOf" srcId="{7E8BF31C-A151-436E-8888-2A98977DAF79}" destId="{E0B36517-6E34-4F1F-9DA1-10B3B241DDD4}" srcOrd="0" destOrd="0" presId="urn:microsoft.com/office/officeart/2018/2/layout/IconVerticalSolidList"/>
    <dgm:cxn modelId="{BFCB2D89-CEEA-4313-9531-F225FB37A54F}" type="presOf" srcId="{34F733BD-0E30-4C42-8A93-01A15A44CAC4}" destId="{162080F0-9691-469D-9DE4-83AE2835DC90}" srcOrd="0" destOrd="0" presId="urn:microsoft.com/office/officeart/2018/2/layout/IconVerticalSolidList"/>
    <dgm:cxn modelId="{49F1F3B8-F0AA-4748-A2FC-175163B516F6}" srcId="{34F733BD-0E30-4C42-8A93-01A15A44CAC4}" destId="{BE5947EB-D2E4-45FA-90EA-D085CEFE6178}" srcOrd="1" destOrd="0" parTransId="{20E2CDD2-EFF7-458D-B816-6909B8158EC4}" sibTransId="{5CC41B87-0816-4115-B9DA-6A57C7BE4AF7}"/>
    <dgm:cxn modelId="{2AC37CC7-B703-4CEC-A878-222C10D8F4DC}" srcId="{34F733BD-0E30-4C42-8A93-01A15A44CAC4}" destId="{7E8BF31C-A151-436E-8888-2A98977DAF79}" srcOrd="0" destOrd="0" parTransId="{1F93C663-DCBC-455D-B038-8F2BDAFE5A8F}" sibTransId="{3F1C1C2E-68FD-41A7-B3CC-73959B2B44F0}"/>
    <dgm:cxn modelId="{EAA9F2FB-6EFC-4878-9BC5-9331D619E74E}" type="presOf" srcId="{BE5947EB-D2E4-45FA-90EA-D085CEFE6178}" destId="{7BBD43D8-F5A1-45E6-9E98-E1371EF1A5EA}" srcOrd="0" destOrd="0" presId="urn:microsoft.com/office/officeart/2018/2/layout/IconVerticalSolidList"/>
    <dgm:cxn modelId="{823C8283-E40A-4FC5-B16B-2DB3A5BFE787}" type="presParOf" srcId="{162080F0-9691-469D-9DE4-83AE2835DC90}" destId="{17EEA474-EA2E-44D8-8B84-E9AA0B8C0FF2}" srcOrd="0" destOrd="0" presId="urn:microsoft.com/office/officeart/2018/2/layout/IconVerticalSolidList"/>
    <dgm:cxn modelId="{FC94A2DD-62C2-45B4-9A1F-7B140C5074EA}" type="presParOf" srcId="{17EEA474-EA2E-44D8-8B84-E9AA0B8C0FF2}" destId="{102AD369-7BD6-4E02-937D-E5F06F48F5FA}" srcOrd="0" destOrd="0" presId="urn:microsoft.com/office/officeart/2018/2/layout/IconVerticalSolidList"/>
    <dgm:cxn modelId="{893C5449-221D-48C4-B0EE-F5C6CCFECF8F}" type="presParOf" srcId="{17EEA474-EA2E-44D8-8B84-E9AA0B8C0FF2}" destId="{957B9B3E-4012-4B83-A426-EB515AD588E8}" srcOrd="1" destOrd="0" presId="urn:microsoft.com/office/officeart/2018/2/layout/IconVerticalSolidList"/>
    <dgm:cxn modelId="{0F5F68AE-7697-4F64-9F33-AD4191DDD78A}" type="presParOf" srcId="{17EEA474-EA2E-44D8-8B84-E9AA0B8C0FF2}" destId="{E57B4475-1F36-44E4-A32E-046860FF947C}" srcOrd="2" destOrd="0" presId="urn:microsoft.com/office/officeart/2018/2/layout/IconVerticalSolidList"/>
    <dgm:cxn modelId="{7E2FC201-F23A-4211-88EC-CF33121C6B6E}" type="presParOf" srcId="{17EEA474-EA2E-44D8-8B84-E9AA0B8C0FF2}" destId="{E0B36517-6E34-4F1F-9DA1-10B3B241DDD4}" srcOrd="3" destOrd="0" presId="urn:microsoft.com/office/officeart/2018/2/layout/IconVerticalSolidList"/>
    <dgm:cxn modelId="{D7B43AA7-406B-4D51-A942-DECFDDDA46F8}" type="presParOf" srcId="{162080F0-9691-469D-9DE4-83AE2835DC90}" destId="{B2E73F3E-2050-4E7B-BDE4-05492FEE763D}" srcOrd="1" destOrd="0" presId="urn:microsoft.com/office/officeart/2018/2/layout/IconVerticalSolidList"/>
    <dgm:cxn modelId="{1195AB14-2DDF-42E0-A0CB-546BE98993CE}" type="presParOf" srcId="{162080F0-9691-469D-9DE4-83AE2835DC90}" destId="{10267F42-7AAC-48E1-A3C3-626893A1394C}" srcOrd="2" destOrd="0" presId="urn:microsoft.com/office/officeart/2018/2/layout/IconVerticalSolidList"/>
    <dgm:cxn modelId="{6E931868-3B73-46C9-92E7-4ECF50164A30}" type="presParOf" srcId="{10267F42-7AAC-48E1-A3C3-626893A1394C}" destId="{8D10468C-1E7B-42F7-8D5F-329289E39FA7}" srcOrd="0" destOrd="0" presId="urn:microsoft.com/office/officeart/2018/2/layout/IconVerticalSolidList"/>
    <dgm:cxn modelId="{D6B73702-0080-44B9-B138-56B66006C1DA}" type="presParOf" srcId="{10267F42-7AAC-48E1-A3C3-626893A1394C}" destId="{B05A6D21-C161-4C25-8AB1-6B4ABDDA442D}" srcOrd="1" destOrd="0" presId="urn:microsoft.com/office/officeart/2018/2/layout/IconVerticalSolidList"/>
    <dgm:cxn modelId="{2089DFA8-C0E3-48FC-8294-01BB142D796F}" type="presParOf" srcId="{10267F42-7AAC-48E1-A3C3-626893A1394C}" destId="{BFCDA230-3824-4CEF-A221-EF87AF06A1EE}" srcOrd="2" destOrd="0" presId="urn:microsoft.com/office/officeart/2018/2/layout/IconVerticalSolidList"/>
    <dgm:cxn modelId="{169887C0-0A1A-4C8F-AA9B-F767C4BE3639}" type="presParOf" srcId="{10267F42-7AAC-48E1-A3C3-626893A1394C}" destId="{7BBD43D8-F5A1-45E6-9E98-E1371EF1A5EA}" srcOrd="3" destOrd="0" presId="urn:microsoft.com/office/officeart/2018/2/layout/IconVerticalSolidList"/>
    <dgm:cxn modelId="{BC92B5C6-DBC3-40F0-AE2E-F47AB064D5B6}" type="presParOf" srcId="{162080F0-9691-469D-9DE4-83AE2835DC90}" destId="{843206B3-279B-4D78-86DA-C709030C9854}" srcOrd="3" destOrd="0" presId="urn:microsoft.com/office/officeart/2018/2/layout/IconVerticalSolidList"/>
    <dgm:cxn modelId="{3C7B4831-AC66-4A34-8897-DD0AAE61C1D3}" type="presParOf" srcId="{162080F0-9691-469D-9DE4-83AE2835DC90}" destId="{3AE6EDAA-DEA7-4F69-894F-669AD5702FC2}" srcOrd="4" destOrd="0" presId="urn:microsoft.com/office/officeart/2018/2/layout/IconVerticalSolidList"/>
    <dgm:cxn modelId="{59F8503D-CB66-42F0-BCDC-E76BD104CD21}" type="presParOf" srcId="{3AE6EDAA-DEA7-4F69-894F-669AD5702FC2}" destId="{09E9BD33-824C-4C5D-84A7-BAAFA6123213}" srcOrd="0" destOrd="0" presId="urn:microsoft.com/office/officeart/2018/2/layout/IconVerticalSolidList"/>
    <dgm:cxn modelId="{573D18EA-1F1B-4821-B45F-200E2E9B0AF4}" type="presParOf" srcId="{3AE6EDAA-DEA7-4F69-894F-669AD5702FC2}" destId="{6A7A6780-37B6-40D3-917D-5E6CFBB30651}" srcOrd="1" destOrd="0" presId="urn:microsoft.com/office/officeart/2018/2/layout/IconVerticalSolidList"/>
    <dgm:cxn modelId="{8053B483-7B66-418F-BAC2-79035247A4BD}" type="presParOf" srcId="{3AE6EDAA-DEA7-4F69-894F-669AD5702FC2}" destId="{701DD46E-BCA7-46F3-A297-69742ED16D52}" srcOrd="2" destOrd="0" presId="urn:microsoft.com/office/officeart/2018/2/layout/IconVerticalSolidList"/>
    <dgm:cxn modelId="{521A28DD-BF20-4E8C-877A-3B2B62D706A8}" type="presParOf" srcId="{3AE6EDAA-DEA7-4F69-894F-669AD5702FC2}" destId="{D7061196-0E88-471E-B61E-0DCE88FA0B85}"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EEC37F5B-41C7-41C1-A9BE-EDB974AB9BF6}" type="doc">
      <dgm:prSet loTypeId="urn:microsoft.com/office/officeart/2018/5/layout/IconCircleLabelList" loCatId="icon" qsTypeId="urn:microsoft.com/office/officeart/2005/8/quickstyle/simple1" qsCatId="simple" csTypeId="urn:microsoft.com/office/officeart/2005/8/colors/accent1_2" csCatId="accent1" phldr="1"/>
      <dgm:spPr/>
      <dgm:t>
        <a:bodyPr/>
        <a:lstStyle/>
        <a:p>
          <a:endParaRPr lang="en-US"/>
        </a:p>
      </dgm:t>
    </dgm:pt>
    <dgm:pt modelId="{000426BB-506D-42CE-B7FC-F6CCD61134D8}">
      <dgm:prSet/>
      <dgm:spPr/>
      <dgm:t>
        <a:bodyPr/>
        <a:lstStyle/>
        <a:p>
          <a:pPr>
            <a:lnSpc>
              <a:spcPct val="100000"/>
            </a:lnSpc>
            <a:defRPr cap="all"/>
          </a:pPr>
          <a:r>
            <a:rPr lang="pt-BR" b="1" i="0"/>
            <a:t>O Power BI é um pacote de ferramentas de análise de negócios que oferece insights em toda a sua organização. </a:t>
          </a:r>
          <a:endParaRPr lang="pt-BR"/>
        </a:p>
      </dgm:t>
    </dgm:pt>
    <dgm:pt modelId="{F47B4BB4-F2E8-412C-8601-518250A491A5}" type="parTrans" cxnId="{F46777AF-9042-4C8E-B6F6-2CF0738C96C3}">
      <dgm:prSet/>
      <dgm:spPr/>
      <dgm:t>
        <a:bodyPr/>
        <a:lstStyle/>
        <a:p>
          <a:endParaRPr lang="pt-BR"/>
        </a:p>
      </dgm:t>
    </dgm:pt>
    <dgm:pt modelId="{154A307A-0EEF-404E-A6FF-189F5BEDBF0F}" type="sibTrans" cxnId="{F46777AF-9042-4C8E-B6F6-2CF0738C96C3}">
      <dgm:prSet/>
      <dgm:spPr/>
      <dgm:t>
        <a:bodyPr/>
        <a:lstStyle/>
        <a:p>
          <a:endParaRPr lang="pt-BR"/>
        </a:p>
      </dgm:t>
    </dgm:pt>
    <dgm:pt modelId="{5F8CFAEC-19F8-41D6-9670-3DB99B935E32}">
      <dgm:prSet phldrT="[Texto]"/>
      <dgm:spPr/>
      <dgm:t>
        <a:bodyPr/>
        <a:lstStyle/>
        <a:p>
          <a:pPr>
            <a:lnSpc>
              <a:spcPct val="100000"/>
            </a:lnSpc>
            <a:defRPr cap="all"/>
          </a:pPr>
          <a:r>
            <a:rPr lang="pt-BR" b="1" i="0"/>
            <a:t>Conecte-se a centenas de fontes de dados, simplifique a preparação dos dados e conduza a análise ad-hoc Produza belos relatórios e publique-os para que a sua empresa possa utilizá-los na Web e em diversos dispositivos móveis. </a:t>
          </a:r>
          <a:endParaRPr lang="pt-BR"/>
        </a:p>
      </dgm:t>
    </dgm:pt>
    <dgm:pt modelId="{D393E23E-0EC0-4B52-A70B-82548E31E2EC}" type="parTrans" cxnId="{FE68DAD1-F1D5-4F59-AF56-FEB497FF5040}">
      <dgm:prSet/>
      <dgm:spPr/>
      <dgm:t>
        <a:bodyPr/>
        <a:lstStyle/>
        <a:p>
          <a:endParaRPr lang="pt-BR"/>
        </a:p>
      </dgm:t>
    </dgm:pt>
    <dgm:pt modelId="{2DDFAD1E-B22E-40BE-AB14-23CA54A3C8B6}" type="sibTrans" cxnId="{FE68DAD1-F1D5-4F59-AF56-FEB497FF5040}">
      <dgm:prSet/>
      <dgm:spPr/>
      <dgm:t>
        <a:bodyPr/>
        <a:lstStyle/>
        <a:p>
          <a:endParaRPr lang="pt-BR"/>
        </a:p>
      </dgm:t>
    </dgm:pt>
    <dgm:pt modelId="{BBB1EBED-A6D2-42D1-A736-01D052BB0DFA}">
      <dgm:prSet phldrT="[Texto]"/>
      <dgm:spPr/>
      <dgm:t>
        <a:bodyPr/>
        <a:lstStyle/>
        <a:p>
          <a:pPr>
            <a:lnSpc>
              <a:spcPct val="100000"/>
            </a:lnSpc>
            <a:defRPr cap="all"/>
          </a:pPr>
          <a:r>
            <a:rPr lang="pt-BR" b="1" i="0"/>
            <a:t> Produza belos relatórios e publique-os para que a sua empresa possa utilizá-los na Web e em diversos dispositivos móveis. </a:t>
          </a:r>
          <a:endParaRPr lang="pt-BR"/>
        </a:p>
      </dgm:t>
    </dgm:pt>
    <dgm:pt modelId="{986C6560-74D7-4130-88AD-D67896E7F06E}" type="parTrans" cxnId="{9CFDEC66-9FAF-42A6-9E07-0EF52589AA86}">
      <dgm:prSet/>
      <dgm:spPr/>
      <dgm:t>
        <a:bodyPr/>
        <a:lstStyle/>
        <a:p>
          <a:endParaRPr lang="pt-BR"/>
        </a:p>
      </dgm:t>
    </dgm:pt>
    <dgm:pt modelId="{19D5A1D3-0594-4E47-90F0-C7A95BF11EA9}" type="sibTrans" cxnId="{9CFDEC66-9FAF-42A6-9E07-0EF52589AA86}">
      <dgm:prSet/>
      <dgm:spPr/>
      <dgm:t>
        <a:bodyPr/>
        <a:lstStyle/>
        <a:p>
          <a:endParaRPr lang="pt-BR"/>
        </a:p>
      </dgm:t>
    </dgm:pt>
    <dgm:pt modelId="{8139FFD7-6979-42E9-92AC-0680FDC3A7CF}">
      <dgm:prSet phldrT="[Texto]"/>
      <dgm:spPr/>
      <dgm:t>
        <a:bodyPr/>
        <a:lstStyle/>
        <a:p>
          <a:pPr>
            <a:lnSpc>
              <a:spcPct val="100000"/>
            </a:lnSpc>
            <a:defRPr cap="all"/>
          </a:pPr>
          <a:r>
            <a:rPr lang="pt-BR" b="1" i="0"/>
            <a:t>Todos podem criar painéis personalizados com uma exibição exclusiva e completa dos negócios e escalar o seu uso em toda a organização, com governança e segurança internas.</a:t>
          </a:r>
          <a:endParaRPr lang="pt-BR"/>
        </a:p>
      </dgm:t>
    </dgm:pt>
    <dgm:pt modelId="{CC717092-57B9-4418-9BE8-2366F38316F7}" type="parTrans" cxnId="{9CF33D9F-628B-4691-B159-D01DDA13B6C4}">
      <dgm:prSet/>
      <dgm:spPr/>
      <dgm:t>
        <a:bodyPr/>
        <a:lstStyle/>
        <a:p>
          <a:endParaRPr lang="pt-BR"/>
        </a:p>
      </dgm:t>
    </dgm:pt>
    <dgm:pt modelId="{6C860506-EB15-4EB8-8281-DDCA26DCB821}" type="sibTrans" cxnId="{9CF33D9F-628B-4691-B159-D01DDA13B6C4}">
      <dgm:prSet/>
      <dgm:spPr/>
      <dgm:t>
        <a:bodyPr/>
        <a:lstStyle/>
        <a:p>
          <a:endParaRPr lang="pt-BR"/>
        </a:p>
      </dgm:t>
    </dgm:pt>
    <dgm:pt modelId="{BC694BB3-350A-46DA-A6D2-45AB49704B6C}" type="pres">
      <dgm:prSet presAssocID="{EEC37F5B-41C7-41C1-A9BE-EDB974AB9BF6}" presName="root" presStyleCnt="0">
        <dgm:presLayoutVars>
          <dgm:dir/>
          <dgm:resizeHandles val="exact"/>
        </dgm:presLayoutVars>
      </dgm:prSet>
      <dgm:spPr/>
    </dgm:pt>
    <dgm:pt modelId="{76F365FE-17CF-461F-9F06-34E4F9F8E170}" type="pres">
      <dgm:prSet presAssocID="{000426BB-506D-42CE-B7FC-F6CCD61134D8}" presName="compNode" presStyleCnt="0"/>
      <dgm:spPr/>
    </dgm:pt>
    <dgm:pt modelId="{6479BEC9-4604-4F36-A5E8-05B69ADA41C1}" type="pres">
      <dgm:prSet presAssocID="{000426BB-506D-42CE-B7FC-F6CCD61134D8}" presName="iconBgRect" presStyleLbl="bgShp" presStyleIdx="0" presStyleCnt="4"/>
      <dgm:spPr/>
    </dgm:pt>
    <dgm:pt modelId="{BF7190F9-947A-4777-BC6B-01DF32980DF7}" type="pres">
      <dgm:prSet presAssocID="{000426BB-506D-42CE-B7FC-F6CCD61134D8}"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Banco de dados"/>
        </a:ext>
      </dgm:extLst>
    </dgm:pt>
    <dgm:pt modelId="{77822392-0A12-4E27-A7AA-55B6B94E2333}" type="pres">
      <dgm:prSet presAssocID="{000426BB-506D-42CE-B7FC-F6CCD61134D8}" presName="spaceRect" presStyleCnt="0"/>
      <dgm:spPr/>
    </dgm:pt>
    <dgm:pt modelId="{7C2B3C4E-9DF3-4436-A173-D119C90B358D}" type="pres">
      <dgm:prSet presAssocID="{000426BB-506D-42CE-B7FC-F6CCD61134D8}" presName="textRect" presStyleLbl="revTx" presStyleIdx="0" presStyleCnt="4">
        <dgm:presLayoutVars>
          <dgm:chMax val="1"/>
          <dgm:chPref val="1"/>
        </dgm:presLayoutVars>
      </dgm:prSet>
      <dgm:spPr/>
    </dgm:pt>
    <dgm:pt modelId="{32AB17DA-88A5-4001-ABFD-4D0CAB14A7CD}" type="pres">
      <dgm:prSet presAssocID="{154A307A-0EEF-404E-A6FF-189F5BEDBF0F}" presName="sibTrans" presStyleCnt="0"/>
      <dgm:spPr/>
    </dgm:pt>
    <dgm:pt modelId="{E37F4540-7BC1-4814-A872-EEE379DA727F}" type="pres">
      <dgm:prSet presAssocID="{5F8CFAEC-19F8-41D6-9670-3DB99B935E32}" presName="compNode" presStyleCnt="0"/>
      <dgm:spPr/>
    </dgm:pt>
    <dgm:pt modelId="{2FCED75B-8F08-4712-A17E-F596A4D4A64A}" type="pres">
      <dgm:prSet presAssocID="{5F8CFAEC-19F8-41D6-9670-3DB99B935E32}" presName="iconBgRect" presStyleLbl="bgShp" presStyleIdx="1" presStyleCnt="4"/>
      <dgm:spPr/>
    </dgm:pt>
    <dgm:pt modelId="{EC1CAA1A-7560-4BD8-9D80-3480CCD95863}" type="pres">
      <dgm:prSet presAssocID="{5F8CFAEC-19F8-41D6-9670-3DB99B935E32}"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Bridge scene"/>
        </a:ext>
      </dgm:extLst>
    </dgm:pt>
    <dgm:pt modelId="{76D2940A-4835-4D4D-97D4-2F2606BAB31C}" type="pres">
      <dgm:prSet presAssocID="{5F8CFAEC-19F8-41D6-9670-3DB99B935E32}" presName="spaceRect" presStyleCnt="0"/>
      <dgm:spPr/>
    </dgm:pt>
    <dgm:pt modelId="{EB9D559D-71E4-495A-A422-59E4DDE07722}" type="pres">
      <dgm:prSet presAssocID="{5F8CFAEC-19F8-41D6-9670-3DB99B935E32}" presName="textRect" presStyleLbl="revTx" presStyleIdx="1" presStyleCnt="4">
        <dgm:presLayoutVars>
          <dgm:chMax val="1"/>
          <dgm:chPref val="1"/>
        </dgm:presLayoutVars>
      </dgm:prSet>
      <dgm:spPr/>
    </dgm:pt>
    <dgm:pt modelId="{78CFB96F-9399-4E20-91C0-0B6EFF923E12}" type="pres">
      <dgm:prSet presAssocID="{2DDFAD1E-B22E-40BE-AB14-23CA54A3C8B6}" presName="sibTrans" presStyleCnt="0"/>
      <dgm:spPr/>
    </dgm:pt>
    <dgm:pt modelId="{10871692-C236-4323-83F1-C85F5541D7EF}" type="pres">
      <dgm:prSet presAssocID="{BBB1EBED-A6D2-42D1-A736-01D052BB0DFA}" presName="compNode" presStyleCnt="0"/>
      <dgm:spPr/>
    </dgm:pt>
    <dgm:pt modelId="{8752D1F5-A4DD-4CE0-A642-C0CF9F92A382}" type="pres">
      <dgm:prSet presAssocID="{BBB1EBED-A6D2-42D1-A736-01D052BB0DFA}" presName="iconBgRect" presStyleLbl="bgShp" presStyleIdx="2" presStyleCnt="4"/>
      <dgm:spPr/>
    </dgm:pt>
    <dgm:pt modelId="{8D689A5E-85BF-4033-955C-26D9492CA3E4}" type="pres">
      <dgm:prSet presAssocID="{BBB1EBED-A6D2-42D1-A736-01D052BB0DFA}"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Jornal"/>
        </a:ext>
      </dgm:extLst>
    </dgm:pt>
    <dgm:pt modelId="{E3BCB75B-9934-4452-981F-3C5A923F4A5F}" type="pres">
      <dgm:prSet presAssocID="{BBB1EBED-A6D2-42D1-A736-01D052BB0DFA}" presName="spaceRect" presStyleCnt="0"/>
      <dgm:spPr/>
    </dgm:pt>
    <dgm:pt modelId="{85155B6E-BB9A-4163-B0D6-09DD39595938}" type="pres">
      <dgm:prSet presAssocID="{BBB1EBED-A6D2-42D1-A736-01D052BB0DFA}" presName="textRect" presStyleLbl="revTx" presStyleIdx="2" presStyleCnt="4">
        <dgm:presLayoutVars>
          <dgm:chMax val="1"/>
          <dgm:chPref val="1"/>
        </dgm:presLayoutVars>
      </dgm:prSet>
      <dgm:spPr/>
    </dgm:pt>
    <dgm:pt modelId="{F5CC1B3E-7A78-4552-B5FF-18FE16D613BB}" type="pres">
      <dgm:prSet presAssocID="{19D5A1D3-0594-4E47-90F0-C7A95BF11EA9}" presName="sibTrans" presStyleCnt="0"/>
      <dgm:spPr/>
    </dgm:pt>
    <dgm:pt modelId="{1559FF39-ED9A-4230-96A9-8427663FB6AC}" type="pres">
      <dgm:prSet presAssocID="{8139FFD7-6979-42E9-92AC-0680FDC3A7CF}" presName="compNode" presStyleCnt="0"/>
      <dgm:spPr/>
    </dgm:pt>
    <dgm:pt modelId="{CBF0DC68-E6A2-4E62-88B1-ED1C5B3DE870}" type="pres">
      <dgm:prSet presAssocID="{8139FFD7-6979-42E9-92AC-0680FDC3A7CF}" presName="iconBgRect" presStyleLbl="bgShp" presStyleIdx="3" presStyleCnt="4"/>
      <dgm:spPr/>
    </dgm:pt>
    <dgm:pt modelId="{C23A03BF-9F68-4162-838D-2401728F9975}" type="pres">
      <dgm:prSet presAssocID="{8139FFD7-6979-42E9-92AC-0680FDC3A7CF}"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Cavalete"/>
        </a:ext>
      </dgm:extLst>
    </dgm:pt>
    <dgm:pt modelId="{F8C9654E-97C5-4434-9CA0-6D1C17AC7839}" type="pres">
      <dgm:prSet presAssocID="{8139FFD7-6979-42E9-92AC-0680FDC3A7CF}" presName="spaceRect" presStyleCnt="0"/>
      <dgm:spPr/>
    </dgm:pt>
    <dgm:pt modelId="{5812A6CC-87DE-4517-BA51-3EC0504E0749}" type="pres">
      <dgm:prSet presAssocID="{8139FFD7-6979-42E9-92AC-0680FDC3A7CF}" presName="textRect" presStyleLbl="revTx" presStyleIdx="3" presStyleCnt="4">
        <dgm:presLayoutVars>
          <dgm:chMax val="1"/>
          <dgm:chPref val="1"/>
        </dgm:presLayoutVars>
      </dgm:prSet>
      <dgm:spPr/>
    </dgm:pt>
  </dgm:ptLst>
  <dgm:cxnLst>
    <dgm:cxn modelId="{C25E6F15-A4B2-400C-A34F-C0BF4E0A5E4C}" type="presOf" srcId="{000426BB-506D-42CE-B7FC-F6CCD61134D8}" destId="{7C2B3C4E-9DF3-4436-A173-D119C90B358D}" srcOrd="0" destOrd="0" presId="urn:microsoft.com/office/officeart/2018/5/layout/IconCircleLabelList"/>
    <dgm:cxn modelId="{AAB01134-61AC-41B9-8031-B90DDF1A4D6F}" type="presOf" srcId="{5F8CFAEC-19F8-41D6-9670-3DB99B935E32}" destId="{EB9D559D-71E4-495A-A422-59E4DDE07722}" srcOrd="0" destOrd="0" presId="urn:microsoft.com/office/officeart/2018/5/layout/IconCircleLabelList"/>
    <dgm:cxn modelId="{4E76B634-9937-46CA-9896-4D11C5414E5E}" type="presOf" srcId="{EEC37F5B-41C7-41C1-A9BE-EDB974AB9BF6}" destId="{BC694BB3-350A-46DA-A6D2-45AB49704B6C}" srcOrd="0" destOrd="0" presId="urn:microsoft.com/office/officeart/2018/5/layout/IconCircleLabelList"/>
    <dgm:cxn modelId="{9CFDEC66-9FAF-42A6-9E07-0EF52589AA86}" srcId="{EEC37F5B-41C7-41C1-A9BE-EDB974AB9BF6}" destId="{BBB1EBED-A6D2-42D1-A736-01D052BB0DFA}" srcOrd="2" destOrd="0" parTransId="{986C6560-74D7-4130-88AD-D67896E7F06E}" sibTransId="{19D5A1D3-0594-4E47-90F0-C7A95BF11EA9}"/>
    <dgm:cxn modelId="{B41D789A-3D46-4E19-B19D-1E26C8106DDE}" type="presOf" srcId="{BBB1EBED-A6D2-42D1-A736-01D052BB0DFA}" destId="{85155B6E-BB9A-4163-B0D6-09DD39595938}" srcOrd="0" destOrd="0" presId="urn:microsoft.com/office/officeart/2018/5/layout/IconCircleLabelList"/>
    <dgm:cxn modelId="{9CF33D9F-628B-4691-B159-D01DDA13B6C4}" srcId="{EEC37F5B-41C7-41C1-A9BE-EDB974AB9BF6}" destId="{8139FFD7-6979-42E9-92AC-0680FDC3A7CF}" srcOrd="3" destOrd="0" parTransId="{CC717092-57B9-4418-9BE8-2366F38316F7}" sibTransId="{6C860506-EB15-4EB8-8281-DDCA26DCB821}"/>
    <dgm:cxn modelId="{F46777AF-9042-4C8E-B6F6-2CF0738C96C3}" srcId="{EEC37F5B-41C7-41C1-A9BE-EDB974AB9BF6}" destId="{000426BB-506D-42CE-B7FC-F6CCD61134D8}" srcOrd="0" destOrd="0" parTransId="{F47B4BB4-F2E8-412C-8601-518250A491A5}" sibTransId="{154A307A-0EEF-404E-A6FF-189F5BEDBF0F}"/>
    <dgm:cxn modelId="{EC37DFB7-CBC1-49AE-8179-CA8F829083D1}" type="presOf" srcId="{8139FFD7-6979-42E9-92AC-0680FDC3A7CF}" destId="{5812A6CC-87DE-4517-BA51-3EC0504E0749}" srcOrd="0" destOrd="0" presId="urn:microsoft.com/office/officeart/2018/5/layout/IconCircleLabelList"/>
    <dgm:cxn modelId="{FE68DAD1-F1D5-4F59-AF56-FEB497FF5040}" srcId="{EEC37F5B-41C7-41C1-A9BE-EDB974AB9BF6}" destId="{5F8CFAEC-19F8-41D6-9670-3DB99B935E32}" srcOrd="1" destOrd="0" parTransId="{D393E23E-0EC0-4B52-A70B-82548E31E2EC}" sibTransId="{2DDFAD1E-B22E-40BE-AB14-23CA54A3C8B6}"/>
    <dgm:cxn modelId="{85BA37EB-5E90-43A9-A61D-1C6FA49B6F89}" type="presParOf" srcId="{BC694BB3-350A-46DA-A6D2-45AB49704B6C}" destId="{76F365FE-17CF-461F-9F06-34E4F9F8E170}" srcOrd="0" destOrd="0" presId="urn:microsoft.com/office/officeart/2018/5/layout/IconCircleLabelList"/>
    <dgm:cxn modelId="{F4B64CF1-ED7C-494C-BCB4-27A61DD2C549}" type="presParOf" srcId="{76F365FE-17CF-461F-9F06-34E4F9F8E170}" destId="{6479BEC9-4604-4F36-A5E8-05B69ADA41C1}" srcOrd="0" destOrd="0" presId="urn:microsoft.com/office/officeart/2018/5/layout/IconCircleLabelList"/>
    <dgm:cxn modelId="{11E98DEE-F0BE-422F-BA6C-341DF0F41944}" type="presParOf" srcId="{76F365FE-17CF-461F-9F06-34E4F9F8E170}" destId="{BF7190F9-947A-4777-BC6B-01DF32980DF7}" srcOrd="1" destOrd="0" presId="urn:microsoft.com/office/officeart/2018/5/layout/IconCircleLabelList"/>
    <dgm:cxn modelId="{49C1F13B-CFB4-476F-A2CF-45BFC940320C}" type="presParOf" srcId="{76F365FE-17CF-461F-9F06-34E4F9F8E170}" destId="{77822392-0A12-4E27-A7AA-55B6B94E2333}" srcOrd="2" destOrd="0" presId="urn:microsoft.com/office/officeart/2018/5/layout/IconCircleLabelList"/>
    <dgm:cxn modelId="{3C70C141-9776-413A-9E44-B715901998FD}" type="presParOf" srcId="{76F365FE-17CF-461F-9F06-34E4F9F8E170}" destId="{7C2B3C4E-9DF3-4436-A173-D119C90B358D}" srcOrd="3" destOrd="0" presId="urn:microsoft.com/office/officeart/2018/5/layout/IconCircleLabelList"/>
    <dgm:cxn modelId="{1D1A6BE3-1616-44ED-821F-2CDFEBEE74F5}" type="presParOf" srcId="{BC694BB3-350A-46DA-A6D2-45AB49704B6C}" destId="{32AB17DA-88A5-4001-ABFD-4D0CAB14A7CD}" srcOrd="1" destOrd="0" presId="urn:microsoft.com/office/officeart/2018/5/layout/IconCircleLabelList"/>
    <dgm:cxn modelId="{FC137063-F0EC-418B-9CBA-29C303860E8F}" type="presParOf" srcId="{BC694BB3-350A-46DA-A6D2-45AB49704B6C}" destId="{E37F4540-7BC1-4814-A872-EEE379DA727F}" srcOrd="2" destOrd="0" presId="urn:microsoft.com/office/officeart/2018/5/layout/IconCircleLabelList"/>
    <dgm:cxn modelId="{FD6BB085-FF1C-4678-8E5A-BBD8A5907DDE}" type="presParOf" srcId="{E37F4540-7BC1-4814-A872-EEE379DA727F}" destId="{2FCED75B-8F08-4712-A17E-F596A4D4A64A}" srcOrd="0" destOrd="0" presId="urn:microsoft.com/office/officeart/2018/5/layout/IconCircleLabelList"/>
    <dgm:cxn modelId="{43775DB0-328F-4C31-9ED3-88835F2FDD72}" type="presParOf" srcId="{E37F4540-7BC1-4814-A872-EEE379DA727F}" destId="{EC1CAA1A-7560-4BD8-9D80-3480CCD95863}" srcOrd="1" destOrd="0" presId="urn:microsoft.com/office/officeart/2018/5/layout/IconCircleLabelList"/>
    <dgm:cxn modelId="{18735603-A5E6-41AF-953B-B082A7463B6B}" type="presParOf" srcId="{E37F4540-7BC1-4814-A872-EEE379DA727F}" destId="{76D2940A-4835-4D4D-97D4-2F2606BAB31C}" srcOrd="2" destOrd="0" presId="urn:microsoft.com/office/officeart/2018/5/layout/IconCircleLabelList"/>
    <dgm:cxn modelId="{E58306F3-E35E-439D-848B-7DD7D99CDA2E}" type="presParOf" srcId="{E37F4540-7BC1-4814-A872-EEE379DA727F}" destId="{EB9D559D-71E4-495A-A422-59E4DDE07722}" srcOrd="3" destOrd="0" presId="urn:microsoft.com/office/officeart/2018/5/layout/IconCircleLabelList"/>
    <dgm:cxn modelId="{AC75AC21-36A3-4C69-91E9-9CBEF4CBDD05}" type="presParOf" srcId="{BC694BB3-350A-46DA-A6D2-45AB49704B6C}" destId="{78CFB96F-9399-4E20-91C0-0B6EFF923E12}" srcOrd="3" destOrd="0" presId="urn:microsoft.com/office/officeart/2018/5/layout/IconCircleLabelList"/>
    <dgm:cxn modelId="{C29CF5F7-2DBE-4223-A807-DEBD3E837A0F}" type="presParOf" srcId="{BC694BB3-350A-46DA-A6D2-45AB49704B6C}" destId="{10871692-C236-4323-83F1-C85F5541D7EF}" srcOrd="4" destOrd="0" presId="urn:microsoft.com/office/officeart/2018/5/layout/IconCircleLabelList"/>
    <dgm:cxn modelId="{206797BB-EEDB-486F-AD3B-E4C7D1903816}" type="presParOf" srcId="{10871692-C236-4323-83F1-C85F5541D7EF}" destId="{8752D1F5-A4DD-4CE0-A642-C0CF9F92A382}" srcOrd="0" destOrd="0" presId="urn:microsoft.com/office/officeart/2018/5/layout/IconCircleLabelList"/>
    <dgm:cxn modelId="{995987D9-FCBE-4827-B5FE-972615989443}" type="presParOf" srcId="{10871692-C236-4323-83F1-C85F5541D7EF}" destId="{8D689A5E-85BF-4033-955C-26D9492CA3E4}" srcOrd="1" destOrd="0" presId="urn:microsoft.com/office/officeart/2018/5/layout/IconCircleLabelList"/>
    <dgm:cxn modelId="{76F51E1F-0B20-4421-AB3C-184A898086BA}" type="presParOf" srcId="{10871692-C236-4323-83F1-C85F5541D7EF}" destId="{E3BCB75B-9934-4452-981F-3C5A923F4A5F}" srcOrd="2" destOrd="0" presId="urn:microsoft.com/office/officeart/2018/5/layout/IconCircleLabelList"/>
    <dgm:cxn modelId="{9C20E2C4-F565-4A9D-BB72-7E32E5F8358C}" type="presParOf" srcId="{10871692-C236-4323-83F1-C85F5541D7EF}" destId="{85155B6E-BB9A-4163-B0D6-09DD39595938}" srcOrd="3" destOrd="0" presId="urn:microsoft.com/office/officeart/2018/5/layout/IconCircleLabelList"/>
    <dgm:cxn modelId="{1C875F32-58C1-4AA3-9620-055151C5B333}" type="presParOf" srcId="{BC694BB3-350A-46DA-A6D2-45AB49704B6C}" destId="{F5CC1B3E-7A78-4552-B5FF-18FE16D613BB}" srcOrd="5" destOrd="0" presId="urn:microsoft.com/office/officeart/2018/5/layout/IconCircleLabelList"/>
    <dgm:cxn modelId="{7A71163E-612D-49E8-BBBE-F7E23D00224B}" type="presParOf" srcId="{BC694BB3-350A-46DA-A6D2-45AB49704B6C}" destId="{1559FF39-ED9A-4230-96A9-8427663FB6AC}" srcOrd="6" destOrd="0" presId="urn:microsoft.com/office/officeart/2018/5/layout/IconCircleLabelList"/>
    <dgm:cxn modelId="{A5FC13F5-2BE0-41C2-8C65-70F2FF20EE1D}" type="presParOf" srcId="{1559FF39-ED9A-4230-96A9-8427663FB6AC}" destId="{CBF0DC68-E6A2-4E62-88B1-ED1C5B3DE870}" srcOrd="0" destOrd="0" presId="urn:microsoft.com/office/officeart/2018/5/layout/IconCircleLabelList"/>
    <dgm:cxn modelId="{5CA76FDD-D340-4746-8AB6-13B295FE9747}" type="presParOf" srcId="{1559FF39-ED9A-4230-96A9-8427663FB6AC}" destId="{C23A03BF-9F68-4162-838D-2401728F9975}" srcOrd="1" destOrd="0" presId="urn:microsoft.com/office/officeart/2018/5/layout/IconCircleLabelList"/>
    <dgm:cxn modelId="{861901B7-8F9C-4D95-9FC6-F51DA9A96D69}" type="presParOf" srcId="{1559FF39-ED9A-4230-96A9-8427663FB6AC}" destId="{F8C9654E-97C5-4434-9CA0-6D1C17AC7839}" srcOrd="2" destOrd="0" presId="urn:microsoft.com/office/officeart/2018/5/layout/IconCircleLabelList"/>
    <dgm:cxn modelId="{B1C2A784-E5B4-4AD7-A5FD-10C95C2ABD16}" type="presParOf" srcId="{1559FF39-ED9A-4230-96A9-8427663FB6AC}" destId="{5812A6CC-87DE-4517-BA51-3EC0504E0749}"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6CBE933C-6461-4840-8C6B-A5AF33C98566}" type="doc">
      <dgm:prSet loTypeId="urn:microsoft.com/office/officeart/2005/8/layout/matrix1" loCatId="matrix" qsTypeId="urn:microsoft.com/office/officeart/2005/8/quickstyle/simple4" qsCatId="simple" csTypeId="urn:microsoft.com/office/officeart/2005/8/colors/accent1_2" csCatId="accent1" phldr="1"/>
      <dgm:spPr/>
      <dgm:t>
        <a:bodyPr/>
        <a:lstStyle/>
        <a:p>
          <a:endParaRPr lang="en-US"/>
        </a:p>
      </dgm:t>
    </dgm:pt>
    <dgm:pt modelId="{D6A8F2DD-2A22-4FED-9ED2-2109D7FF5943}">
      <dgm:prSet/>
      <dgm:spPr/>
      <dgm:t>
        <a:bodyPr/>
        <a:lstStyle/>
        <a:p>
          <a:r>
            <a:rPr lang="pt-BR"/>
            <a:t>Pratica</a:t>
          </a:r>
          <a:endParaRPr lang="en-US" dirty="0"/>
        </a:p>
      </dgm:t>
    </dgm:pt>
    <dgm:pt modelId="{9D41892F-4018-4438-B8E7-A51222D7FF9B}" type="parTrans" cxnId="{4FAAC489-1A28-4652-87B0-294648DC0DBE}">
      <dgm:prSet/>
      <dgm:spPr/>
      <dgm:t>
        <a:bodyPr/>
        <a:lstStyle/>
        <a:p>
          <a:endParaRPr lang="en-US"/>
        </a:p>
      </dgm:t>
    </dgm:pt>
    <dgm:pt modelId="{F8A945A6-748A-489B-AE15-2AD73328A23A}" type="sibTrans" cxnId="{4FAAC489-1A28-4652-87B0-294648DC0DBE}">
      <dgm:prSet/>
      <dgm:spPr/>
      <dgm:t>
        <a:bodyPr/>
        <a:lstStyle/>
        <a:p>
          <a:endParaRPr lang="en-US"/>
        </a:p>
      </dgm:t>
    </dgm:pt>
    <dgm:pt modelId="{02FDB449-6162-41E0-8B82-15AF48832393}" type="pres">
      <dgm:prSet presAssocID="{6CBE933C-6461-4840-8C6B-A5AF33C98566}" presName="diagram" presStyleCnt="0">
        <dgm:presLayoutVars>
          <dgm:chMax val="1"/>
          <dgm:dir/>
          <dgm:animLvl val="ctr"/>
          <dgm:resizeHandles val="exact"/>
        </dgm:presLayoutVars>
      </dgm:prSet>
      <dgm:spPr/>
    </dgm:pt>
    <dgm:pt modelId="{EEFD80EC-57BC-40F2-B8D8-D764F2DD2B83}" type="pres">
      <dgm:prSet presAssocID="{6CBE933C-6461-4840-8C6B-A5AF33C98566}" presName="matrix" presStyleCnt="0"/>
      <dgm:spPr/>
    </dgm:pt>
    <dgm:pt modelId="{75A4D336-07E0-468D-8E79-0DCDBAC3BE31}" type="pres">
      <dgm:prSet presAssocID="{6CBE933C-6461-4840-8C6B-A5AF33C98566}" presName="tile1" presStyleLbl="node1" presStyleIdx="0" presStyleCnt="4"/>
      <dgm:spPr/>
    </dgm:pt>
    <dgm:pt modelId="{45E77514-9983-4F4E-8E66-1CD482189C15}" type="pres">
      <dgm:prSet presAssocID="{6CBE933C-6461-4840-8C6B-A5AF33C98566}" presName="tile1text" presStyleLbl="node1" presStyleIdx="0" presStyleCnt="4">
        <dgm:presLayoutVars>
          <dgm:chMax val="0"/>
          <dgm:chPref val="0"/>
          <dgm:bulletEnabled val="1"/>
        </dgm:presLayoutVars>
      </dgm:prSet>
      <dgm:spPr/>
    </dgm:pt>
    <dgm:pt modelId="{A65C8F90-8B2E-4B0E-ADCD-A2C861783892}" type="pres">
      <dgm:prSet presAssocID="{6CBE933C-6461-4840-8C6B-A5AF33C98566}" presName="tile2" presStyleLbl="node1" presStyleIdx="1" presStyleCnt="4" custLinFactNeighborX="14910" custLinFactNeighborY="-9604"/>
      <dgm:spPr/>
    </dgm:pt>
    <dgm:pt modelId="{9E466704-1435-49F5-81AA-CF6E550C60AD}" type="pres">
      <dgm:prSet presAssocID="{6CBE933C-6461-4840-8C6B-A5AF33C98566}" presName="tile2text" presStyleLbl="node1" presStyleIdx="1" presStyleCnt="4">
        <dgm:presLayoutVars>
          <dgm:chMax val="0"/>
          <dgm:chPref val="0"/>
          <dgm:bulletEnabled val="1"/>
        </dgm:presLayoutVars>
      </dgm:prSet>
      <dgm:spPr/>
    </dgm:pt>
    <dgm:pt modelId="{D305E267-87B3-4EE0-A0C7-52893163289B}" type="pres">
      <dgm:prSet presAssocID="{6CBE933C-6461-4840-8C6B-A5AF33C98566}" presName="tile3" presStyleLbl="node1" presStyleIdx="2" presStyleCnt="4"/>
      <dgm:spPr/>
    </dgm:pt>
    <dgm:pt modelId="{995D12E5-6366-48BA-B3D4-7D932E495D75}" type="pres">
      <dgm:prSet presAssocID="{6CBE933C-6461-4840-8C6B-A5AF33C98566}" presName="tile3text" presStyleLbl="node1" presStyleIdx="2" presStyleCnt="4">
        <dgm:presLayoutVars>
          <dgm:chMax val="0"/>
          <dgm:chPref val="0"/>
          <dgm:bulletEnabled val="1"/>
        </dgm:presLayoutVars>
      </dgm:prSet>
      <dgm:spPr/>
    </dgm:pt>
    <dgm:pt modelId="{B301A556-B8BC-4795-9504-90AF1085B7DD}" type="pres">
      <dgm:prSet presAssocID="{6CBE933C-6461-4840-8C6B-A5AF33C98566}" presName="tile4" presStyleLbl="node1" presStyleIdx="3" presStyleCnt="4" custLinFactNeighborY="2802"/>
      <dgm:spPr/>
    </dgm:pt>
    <dgm:pt modelId="{199C0EB1-4728-4C8A-A18D-C86FBCB29F68}" type="pres">
      <dgm:prSet presAssocID="{6CBE933C-6461-4840-8C6B-A5AF33C98566}" presName="tile4text" presStyleLbl="node1" presStyleIdx="3" presStyleCnt="4">
        <dgm:presLayoutVars>
          <dgm:chMax val="0"/>
          <dgm:chPref val="0"/>
          <dgm:bulletEnabled val="1"/>
        </dgm:presLayoutVars>
      </dgm:prSet>
      <dgm:spPr/>
    </dgm:pt>
    <dgm:pt modelId="{9C7C741B-16D0-487F-A3D8-136DDB954B95}" type="pres">
      <dgm:prSet presAssocID="{6CBE933C-6461-4840-8C6B-A5AF33C98566}" presName="centerTile" presStyleLbl="fgShp" presStyleIdx="0" presStyleCnt="1">
        <dgm:presLayoutVars>
          <dgm:chMax val="0"/>
          <dgm:chPref val="0"/>
        </dgm:presLayoutVars>
      </dgm:prSet>
      <dgm:spPr/>
    </dgm:pt>
  </dgm:ptLst>
  <dgm:cxnLst>
    <dgm:cxn modelId="{F9975F00-67B5-4810-A6EF-9E11693D6D1B}" type="presOf" srcId="{D6A8F2DD-2A22-4FED-9ED2-2109D7FF5943}" destId="{9C7C741B-16D0-487F-A3D8-136DDB954B95}" srcOrd="0" destOrd="0" presId="urn:microsoft.com/office/officeart/2005/8/layout/matrix1"/>
    <dgm:cxn modelId="{9C958B7F-EF8D-4A41-839C-97DF99BFDBBE}" type="presOf" srcId="{6CBE933C-6461-4840-8C6B-A5AF33C98566}" destId="{02FDB449-6162-41E0-8B82-15AF48832393}" srcOrd="0" destOrd="0" presId="urn:microsoft.com/office/officeart/2005/8/layout/matrix1"/>
    <dgm:cxn modelId="{4FAAC489-1A28-4652-87B0-294648DC0DBE}" srcId="{6CBE933C-6461-4840-8C6B-A5AF33C98566}" destId="{D6A8F2DD-2A22-4FED-9ED2-2109D7FF5943}" srcOrd="0" destOrd="0" parTransId="{9D41892F-4018-4438-B8E7-A51222D7FF9B}" sibTransId="{F8A945A6-748A-489B-AE15-2AD73328A23A}"/>
    <dgm:cxn modelId="{1CE38723-2E18-4B93-8CDA-7EB9A64BA4C5}" type="presParOf" srcId="{02FDB449-6162-41E0-8B82-15AF48832393}" destId="{EEFD80EC-57BC-40F2-B8D8-D764F2DD2B83}" srcOrd="0" destOrd="0" presId="urn:microsoft.com/office/officeart/2005/8/layout/matrix1"/>
    <dgm:cxn modelId="{D344D357-B31E-40A6-BF25-C3C0DB7E8BCA}" type="presParOf" srcId="{EEFD80EC-57BC-40F2-B8D8-D764F2DD2B83}" destId="{75A4D336-07E0-468D-8E79-0DCDBAC3BE31}" srcOrd="0" destOrd="0" presId="urn:microsoft.com/office/officeart/2005/8/layout/matrix1"/>
    <dgm:cxn modelId="{046990F1-BCA5-4373-9398-3FC546D1710B}" type="presParOf" srcId="{EEFD80EC-57BC-40F2-B8D8-D764F2DD2B83}" destId="{45E77514-9983-4F4E-8E66-1CD482189C15}" srcOrd="1" destOrd="0" presId="urn:microsoft.com/office/officeart/2005/8/layout/matrix1"/>
    <dgm:cxn modelId="{D467E928-1D36-472D-8692-1FDD6D65F232}" type="presParOf" srcId="{EEFD80EC-57BC-40F2-B8D8-D764F2DD2B83}" destId="{A65C8F90-8B2E-4B0E-ADCD-A2C861783892}" srcOrd="2" destOrd="0" presId="urn:microsoft.com/office/officeart/2005/8/layout/matrix1"/>
    <dgm:cxn modelId="{1BE3D7E3-00D2-4115-9089-AD5E9C9A39AA}" type="presParOf" srcId="{EEFD80EC-57BC-40F2-B8D8-D764F2DD2B83}" destId="{9E466704-1435-49F5-81AA-CF6E550C60AD}" srcOrd="3" destOrd="0" presId="urn:microsoft.com/office/officeart/2005/8/layout/matrix1"/>
    <dgm:cxn modelId="{E4E5B441-925B-400C-88DE-734ECC482942}" type="presParOf" srcId="{EEFD80EC-57BC-40F2-B8D8-D764F2DD2B83}" destId="{D305E267-87B3-4EE0-A0C7-52893163289B}" srcOrd="4" destOrd="0" presId="urn:microsoft.com/office/officeart/2005/8/layout/matrix1"/>
    <dgm:cxn modelId="{19A4917B-15B2-4B22-8F06-89DEA5FACD38}" type="presParOf" srcId="{EEFD80EC-57BC-40F2-B8D8-D764F2DD2B83}" destId="{995D12E5-6366-48BA-B3D4-7D932E495D75}" srcOrd="5" destOrd="0" presId="urn:microsoft.com/office/officeart/2005/8/layout/matrix1"/>
    <dgm:cxn modelId="{A0E18B45-3682-4A2A-AC9F-51AC52B4C3AF}" type="presParOf" srcId="{EEFD80EC-57BC-40F2-B8D8-D764F2DD2B83}" destId="{B301A556-B8BC-4795-9504-90AF1085B7DD}" srcOrd="6" destOrd="0" presId="urn:microsoft.com/office/officeart/2005/8/layout/matrix1"/>
    <dgm:cxn modelId="{0B6FA2C5-7F41-41CD-897F-BE9BDFA0A100}" type="presParOf" srcId="{EEFD80EC-57BC-40F2-B8D8-D764F2DD2B83}" destId="{199C0EB1-4728-4C8A-A18D-C86FBCB29F68}" srcOrd="7" destOrd="0" presId="urn:microsoft.com/office/officeart/2005/8/layout/matrix1"/>
    <dgm:cxn modelId="{DC6512AD-9A64-4AC8-9E2A-595F06BDE258}" type="presParOf" srcId="{02FDB449-6162-41E0-8B82-15AF48832393}" destId="{9C7C741B-16D0-487F-A3D8-136DDB954B95}" srcOrd="1" destOrd="0" presId="urn:microsoft.com/office/officeart/2005/8/layout/matrix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08622E4B-00F6-4E79-97FC-4B3A5AB7D2DF}"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724700D7-C640-489A-8700-7F96237FEA25}">
      <dgm:prSet/>
      <dgm:spPr/>
      <dgm:t>
        <a:bodyPr/>
        <a:lstStyle/>
        <a:p>
          <a:pPr>
            <a:lnSpc>
              <a:spcPct val="100000"/>
            </a:lnSpc>
          </a:pPr>
          <a:r>
            <a:rPr lang="pt-BR"/>
            <a:t>Destaques e Reflexões Finais</a:t>
          </a:r>
          <a:endParaRPr lang="en-US"/>
        </a:p>
      </dgm:t>
    </dgm:pt>
    <dgm:pt modelId="{19E0E312-9C8D-495A-B088-395EB78CECE3}" type="parTrans" cxnId="{34E2F0B8-A3FE-48FD-91B4-47AE12423F6A}">
      <dgm:prSet/>
      <dgm:spPr/>
      <dgm:t>
        <a:bodyPr/>
        <a:lstStyle/>
        <a:p>
          <a:endParaRPr lang="en-US"/>
        </a:p>
      </dgm:t>
    </dgm:pt>
    <dgm:pt modelId="{0BE3E63E-D287-43A1-A2C9-2147FBDC6A0A}" type="sibTrans" cxnId="{34E2F0B8-A3FE-48FD-91B4-47AE12423F6A}">
      <dgm:prSet/>
      <dgm:spPr/>
      <dgm:t>
        <a:bodyPr/>
        <a:lstStyle/>
        <a:p>
          <a:endParaRPr lang="en-US"/>
        </a:p>
      </dgm:t>
    </dgm:pt>
    <dgm:pt modelId="{1929DA94-14A5-44E9-A162-40B9BAED3295}">
      <dgm:prSet/>
      <dgm:spPr/>
      <dgm:t>
        <a:bodyPr/>
        <a:lstStyle/>
        <a:p>
          <a:pPr>
            <a:lnSpc>
              <a:spcPct val="100000"/>
            </a:lnSpc>
          </a:pPr>
          <a:r>
            <a:rPr lang="pt-BR"/>
            <a:t>- Recapitulação dos principais conceitos abordados</a:t>
          </a:r>
          <a:endParaRPr lang="en-US"/>
        </a:p>
      </dgm:t>
    </dgm:pt>
    <dgm:pt modelId="{C7F6492F-1523-4D99-ACA2-E148F9341CF2}" type="parTrans" cxnId="{9C32952B-05CE-4E7F-A3C2-E37660D6B58D}">
      <dgm:prSet/>
      <dgm:spPr/>
      <dgm:t>
        <a:bodyPr/>
        <a:lstStyle/>
        <a:p>
          <a:endParaRPr lang="en-US"/>
        </a:p>
      </dgm:t>
    </dgm:pt>
    <dgm:pt modelId="{922C7CD4-05DF-4991-8166-FECF9B5A2D39}" type="sibTrans" cxnId="{9C32952B-05CE-4E7F-A3C2-E37660D6B58D}">
      <dgm:prSet/>
      <dgm:spPr/>
      <dgm:t>
        <a:bodyPr/>
        <a:lstStyle/>
        <a:p>
          <a:endParaRPr lang="en-US"/>
        </a:p>
      </dgm:t>
    </dgm:pt>
    <dgm:pt modelId="{95B9A135-9909-4951-AF37-935A02117594}">
      <dgm:prSet/>
      <dgm:spPr/>
      <dgm:t>
        <a:bodyPr/>
        <a:lstStyle/>
        <a:p>
          <a:pPr>
            <a:lnSpc>
              <a:spcPct val="100000"/>
            </a:lnSpc>
          </a:pPr>
          <a:r>
            <a:rPr lang="pt-BR"/>
            <a:t>- Importância da escolha adequada de hierarquias na análise de dados multidimensionais</a:t>
          </a:r>
          <a:endParaRPr lang="en-US"/>
        </a:p>
      </dgm:t>
    </dgm:pt>
    <dgm:pt modelId="{3EAA622E-6ED9-4BC2-AB15-C5297355AE0A}" type="parTrans" cxnId="{1AEAC9E8-5378-4C16-BC4B-56362D0ACEE3}">
      <dgm:prSet/>
      <dgm:spPr/>
      <dgm:t>
        <a:bodyPr/>
        <a:lstStyle/>
        <a:p>
          <a:endParaRPr lang="en-US"/>
        </a:p>
      </dgm:t>
    </dgm:pt>
    <dgm:pt modelId="{3E6F8AD5-97A7-414A-B357-D1E056E0DE3A}" type="sibTrans" cxnId="{1AEAC9E8-5378-4C16-BC4B-56362D0ACEE3}">
      <dgm:prSet/>
      <dgm:spPr/>
      <dgm:t>
        <a:bodyPr/>
        <a:lstStyle/>
        <a:p>
          <a:endParaRPr lang="en-US"/>
        </a:p>
      </dgm:t>
    </dgm:pt>
    <dgm:pt modelId="{6D1B178C-5F81-4A8F-AB32-1BA70502F485}" type="pres">
      <dgm:prSet presAssocID="{08622E4B-00F6-4E79-97FC-4B3A5AB7D2DF}" presName="root" presStyleCnt="0">
        <dgm:presLayoutVars>
          <dgm:dir/>
          <dgm:resizeHandles val="exact"/>
        </dgm:presLayoutVars>
      </dgm:prSet>
      <dgm:spPr/>
    </dgm:pt>
    <dgm:pt modelId="{9CE78A9D-178D-4517-8C76-0CA7353F23E3}" type="pres">
      <dgm:prSet presAssocID="{724700D7-C640-489A-8700-7F96237FEA25}" presName="compNode" presStyleCnt="0"/>
      <dgm:spPr/>
    </dgm:pt>
    <dgm:pt modelId="{522E9354-93FE-48B9-BF93-65D85CE31714}" type="pres">
      <dgm:prSet presAssocID="{724700D7-C640-489A-8700-7F96237FEA25}" presName="bgRect" presStyleLbl="bgShp" presStyleIdx="0" presStyleCnt="3" custLinFactY="-78342" custLinFactNeighborX="3335" custLinFactNeighborY="-100000"/>
      <dgm:spPr/>
    </dgm:pt>
    <dgm:pt modelId="{E38B8459-D684-450E-B3FD-3345A1D42206}" type="pres">
      <dgm:prSet presAssocID="{724700D7-C640-489A-8700-7F96237FEA25}"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Troféu"/>
        </a:ext>
      </dgm:extLst>
    </dgm:pt>
    <dgm:pt modelId="{93FF6DFC-3961-408B-997B-1D6E8BC7A6A5}" type="pres">
      <dgm:prSet presAssocID="{724700D7-C640-489A-8700-7F96237FEA25}" presName="spaceRect" presStyleCnt="0"/>
      <dgm:spPr/>
    </dgm:pt>
    <dgm:pt modelId="{428DE3E2-B4D0-4CE5-B4FA-CFE60C7ED70B}" type="pres">
      <dgm:prSet presAssocID="{724700D7-C640-489A-8700-7F96237FEA25}" presName="parTx" presStyleLbl="revTx" presStyleIdx="0" presStyleCnt="3">
        <dgm:presLayoutVars>
          <dgm:chMax val="0"/>
          <dgm:chPref val="0"/>
        </dgm:presLayoutVars>
      </dgm:prSet>
      <dgm:spPr/>
    </dgm:pt>
    <dgm:pt modelId="{B144112A-E74F-4817-B5F8-2B7B73D3E7FE}" type="pres">
      <dgm:prSet presAssocID="{0BE3E63E-D287-43A1-A2C9-2147FBDC6A0A}" presName="sibTrans" presStyleCnt="0"/>
      <dgm:spPr/>
    </dgm:pt>
    <dgm:pt modelId="{DE5D5798-AB30-4D49-B948-E7D1C1EBAB70}" type="pres">
      <dgm:prSet presAssocID="{1929DA94-14A5-44E9-A162-40B9BAED3295}" presName="compNode" presStyleCnt="0"/>
      <dgm:spPr/>
    </dgm:pt>
    <dgm:pt modelId="{89F8D708-EC3D-4E4E-9654-F70F5AFCAE8A}" type="pres">
      <dgm:prSet presAssocID="{1929DA94-14A5-44E9-A162-40B9BAED3295}" presName="bgRect" presStyleLbl="bgShp" presStyleIdx="1" presStyleCnt="3"/>
      <dgm:spPr/>
    </dgm:pt>
    <dgm:pt modelId="{1D9DE254-61D9-4087-875B-FB3E8DCD530C}" type="pres">
      <dgm:prSet presAssocID="{1929DA94-14A5-44E9-A162-40B9BAED3295}"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Marca de seleção"/>
        </a:ext>
      </dgm:extLst>
    </dgm:pt>
    <dgm:pt modelId="{7D686E59-11AD-48AA-8C86-65144B19A83F}" type="pres">
      <dgm:prSet presAssocID="{1929DA94-14A5-44E9-A162-40B9BAED3295}" presName="spaceRect" presStyleCnt="0"/>
      <dgm:spPr/>
    </dgm:pt>
    <dgm:pt modelId="{B7E29ABA-E046-4FFD-9D91-464475F9FF74}" type="pres">
      <dgm:prSet presAssocID="{1929DA94-14A5-44E9-A162-40B9BAED3295}" presName="parTx" presStyleLbl="revTx" presStyleIdx="1" presStyleCnt="3">
        <dgm:presLayoutVars>
          <dgm:chMax val="0"/>
          <dgm:chPref val="0"/>
        </dgm:presLayoutVars>
      </dgm:prSet>
      <dgm:spPr/>
    </dgm:pt>
    <dgm:pt modelId="{4C00BF51-0CC8-4A89-A176-50EF8287CB71}" type="pres">
      <dgm:prSet presAssocID="{922C7CD4-05DF-4991-8166-FECF9B5A2D39}" presName="sibTrans" presStyleCnt="0"/>
      <dgm:spPr/>
    </dgm:pt>
    <dgm:pt modelId="{A1643A1F-3474-4E42-A023-D5AEEE5329E7}" type="pres">
      <dgm:prSet presAssocID="{95B9A135-9909-4951-AF37-935A02117594}" presName="compNode" presStyleCnt="0"/>
      <dgm:spPr/>
    </dgm:pt>
    <dgm:pt modelId="{AF79A62F-9270-48FF-9E76-A2CE9EC5A999}" type="pres">
      <dgm:prSet presAssocID="{95B9A135-9909-4951-AF37-935A02117594}" presName="bgRect" presStyleLbl="bgShp" presStyleIdx="2" presStyleCnt="3"/>
      <dgm:spPr/>
    </dgm:pt>
    <dgm:pt modelId="{2452106F-E032-49DB-8188-F466CD7781AD}" type="pres">
      <dgm:prSet presAssocID="{95B9A135-9909-4951-AF37-935A02117594}"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Estatísticas"/>
        </a:ext>
      </dgm:extLst>
    </dgm:pt>
    <dgm:pt modelId="{F37E15C1-6A92-4874-ACD1-207A682ABC33}" type="pres">
      <dgm:prSet presAssocID="{95B9A135-9909-4951-AF37-935A02117594}" presName="spaceRect" presStyleCnt="0"/>
      <dgm:spPr/>
    </dgm:pt>
    <dgm:pt modelId="{B65ACC02-AF15-4705-9902-361BE44F7824}" type="pres">
      <dgm:prSet presAssocID="{95B9A135-9909-4951-AF37-935A02117594}" presName="parTx" presStyleLbl="revTx" presStyleIdx="2" presStyleCnt="3">
        <dgm:presLayoutVars>
          <dgm:chMax val="0"/>
          <dgm:chPref val="0"/>
        </dgm:presLayoutVars>
      </dgm:prSet>
      <dgm:spPr/>
    </dgm:pt>
  </dgm:ptLst>
  <dgm:cxnLst>
    <dgm:cxn modelId="{2EC71A1F-3DEF-4393-ABE7-9EF8067D7D40}" type="presOf" srcId="{08622E4B-00F6-4E79-97FC-4B3A5AB7D2DF}" destId="{6D1B178C-5F81-4A8F-AB32-1BA70502F485}" srcOrd="0" destOrd="0" presId="urn:microsoft.com/office/officeart/2018/2/layout/IconVerticalSolidList"/>
    <dgm:cxn modelId="{71219B24-F2AC-4C8C-8BC3-742304ADAC77}" type="presOf" srcId="{95B9A135-9909-4951-AF37-935A02117594}" destId="{B65ACC02-AF15-4705-9902-361BE44F7824}" srcOrd="0" destOrd="0" presId="urn:microsoft.com/office/officeart/2018/2/layout/IconVerticalSolidList"/>
    <dgm:cxn modelId="{9C32952B-05CE-4E7F-A3C2-E37660D6B58D}" srcId="{08622E4B-00F6-4E79-97FC-4B3A5AB7D2DF}" destId="{1929DA94-14A5-44E9-A162-40B9BAED3295}" srcOrd="1" destOrd="0" parTransId="{C7F6492F-1523-4D99-ACA2-E148F9341CF2}" sibTransId="{922C7CD4-05DF-4991-8166-FECF9B5A2D39}"/>
    <dgm:cxn modelId="{5AC65E2E-0D82-4728-9A4D-46A697DE5255}" type="presOf" srcId="{724700D7-C640-489A-8700-7F96237FEA25}" destId="{428DE3E2-B4D0-4CE5-B4FA-CFE60C7ED70B}" srcOrd="0" destOrd="0" presId="urn:microsoft.com/office/officeart/2018/2/layout/IconVerticalSolidList"/>
    <dgm:cxn modelId="{34E2F0B8-A3FE-48FD-91B4-47AE12423F6A}" srcId="{08622E4B-00F6-4E79-97FC-4B3A5AB7D2DF}" destId="{724700D7-C640-489A-8700-7F96237FEA25}" srcOrd="0" destOrd="0" parTransId="{19E0E312-9C8D-495A-B088-395EB78CECE3}" sibTransId="{0BE3E63E-D287-43A1-A2C9-2147FBDC6A0A}"/>
    <dgm:cxn modelId="{0D7DE8D5-E0B5-4B87-9BBC-19B88381FF18}" type="presOf" srcId="{1929DA94-14A5-44E9-A162-40B9BAED3295}" destId="{B7E29ABA-E046-4FFD-9D91-464475F9FF74}" srcOrd="0" destOrd="0" presId="urn:microsoft.com/office/officeart/2018/2/layout/IconVerticalSolidList"/>
    <dgm:cxn modelId="{1AEAC9E8-5378-4C16-BC4B-56362D0ACEE3}" srcId="{08622E4B-00F6-4E79-97FC-4B3A5AB7D2DF}" destId="{95B9A135-9909-4951-AF37-935A02117594}" srcOrd="2" destOrd="0" parTransId="{3EAA622E-6ED9-4BC2-AB15-C5297355AE0A}" sibTransId="{3E6F8AD5-97A7-414A-B357-D1E056E0DE3A}"/>
    <dgm:cxn modelId="{FB04B1E3-1E95-40E7-B7A1-A73AD5B9B88E}" type="presParOf" srcId="{6D1B178C-5F81-4A8F-AB32-1BA70502F485}" destId="{9CE78A9D-178D-4517-8C76-0CA7353F23E3}" srcOrd="0" destOrd="0" presId="urn:microsoft.com/office/officeart/2018/2/layout/IconVerticalSolidList"/>
    <dgm:cxn modelId="{35A6E06E-0BC2-4947-B56C-44BFA25B0BF4}" type="presParOf" srcId="{9CE78A9D-178D-4517-8C76-0CA7353F23E3}" destId="{522E9354-93FE-48B9-BF93-65D85CE31714}" srcOrd="0" destOrd="0" presId="urn:microsoft.com/office/officeart/2018/2/layout/IconVerticalSolidList"/>
    <dgm:cxn modelId="{B40845BC-A504-4B5C-BB3C-7011AD346ED7}" type="presParOf" srcId="{9CE78A9D-178D-4517-8C76-0CA7353F23E3}" destId="{E38B8459-D684-450E-B3FD-3345A1D42206}" srcOrd="1" destOrd="0" presId="urn:microsoft.com/office/officeart/2018/2/layout/IconVerticalSolidList"/>
    <dgm:cxn modelId="{701312B3-07BD-44D5-B01D-A64B99766FBB}" type="presParOf" srcId="{9CE78A9D-178D-4517-8C76-0CA7353F23E3}" destId="{93FF6DFC-3961-408B-997B-1D6E8BC7A6A5}" srcOrd="2" destOrd="0" presId="urn:microsoft.com/office/officeart/2018/2/layout/IconVerticalSolidList"/>
    <dgm:cxn modelId="{66B21380-B65C-4EAD-8836-D0F4F535BECB}" type="presParOf" srcId="{9CE78A9D-178D-4517-8C76-0CA7353F23E3}" destId="{428DE3E2-B4D0-4CE5-B4FA-CFE60C7ED70B}" srcOrd="3" destOrd="0" presId="urn:microsoft.com/office/officeart/2018/2/layout/IconVerticalSolidList"/>
    <dgm:cxn modelId="{6D737C39-65C5-4B6C-AA50-6C5A2F9B77CB}" type="presParOf" srcId="{6D1B178C-5F81-4A8F-AB32-1BA70502F485}" destId="{B144112A-E74F-4817-B5F8-2B7B73D3E7FE}" srcOrd="1" destOrd="0" presId="urn:microsoft.com/office/officeart/2018/2/layout/IconVerticalSolidList"/>
    <dgm:cxn modelId="{C9BE02F3-9665-448E-93EA-E3E4052D8218}" type="presParOf" srcId="{6D1B178C-5F81-4A8F-AB32-1BA70502F485}" destId="{DE5D5798-AB30-4D49-B948-E7D1C1EBAB70}" srcOrd="2" destOrd="0" presId="urn:microsoft.com/office/officeart/2018/2/layout/IconVerticalSolidList"/>
    <dgm:cxn modelId="{E8D5254A-2747-4FF8-8C5F-352F68997D86}" type="presParOf" srcId="{DE5D5798-AB30-4D49-B948-E7D1C1EBAB70}" destId="{89F8D708-EC3D-4E4E-9654-F70F5AFCAE8A}" srcOrd="0" destOrd="0" presId="urn:microsoft.com/office/officeart/2018/2/layout/IconVerticalSolidList"/>
    <dgm:cxn modelId="{5D871EF4-7C3F-408F-8C73-7E48305EB842}" type="presParOf" srcId="{DE5D5798-AB30-4D49-B948-E7D1C1EBAB70}" destId="{1D9DE254-61D9-4087-875B-FB3E8DCD530C}" srcOrd="1" destOrd="0" presId="urn:microsoft.com/office/officeart/2018/2/layout/IconVerticalSolidList"/>
    <dgm:cxn modelId="{590A8F91-18AC-4BC3-8B7E-54EC80418A23}" type="presParOf" srcId="{DE5D5798-AB30-4D49-B948-E7D1C1EBAB70}" destId="{7D686E59-11AD-48AA-8C86-65144B19A83F}" srcOrd="2" destOrd="0" presId="urn:microsoft.com/office/officeart/2018/2/layout/IconVerticalSolidList"/>
    <dgm:cxn modelId="{588CEF4C-B2DF-4549-B752-BC630FF55A32}" type="presParOf" srcId="{DE5D5798-AB30-4D49-B948-E7D1C1EBAB70}" destId="{B7E29ABA-E046-4FFD-9D91-464475F9FF74}" srcOrd="3" destOrd="0" presId="urn:microsoft.com/office/officeart/2018/2/layout/IconVerticalSolidList"/>
    <dgm:cxn modelId="{E56957C4-3DC3-49A9-9D1C-ECAA5DAF55F4}" type="presParOf" srcId="{6D1B178C-5F81-4A8F-AB32-1BA70502F485}" destId="{4C00BF51-0CC8-4A89-A176-50EF8287CB71}" srcOrd="3" destOrd="0" presId="urn:microsoft.com/office/officeart/2018/2/layout/IconVerticalSolidList"/>
    <dgm:cxn modelId="{65E7DDD7-8E7E-44E0-BB51-B0C339F66DA6}" type="presParOf" srcId="{6D1B178C-5F81-4A8F-AB32-1BA70502F485}" destId="{A1643A1F-3474-4E42-A023-D5AEEE5329E7}" srcOrd="4" destOrd="0" presId="urn:microsoft.com/office/officeart/2018/2/layout/IconVerticalSolidList"/>
    <dgm:cxn modelId="{57CEBD0F-A7E4-4B1A-8755-238CD6E785E3}" type="presParOf" srcId="{A1643A1F-3474-4E42-A023-D5AEEE5329E7}" destId="{AF79A62F-9270-48FF-9E76-A2CE9EC5A999}" srcOrd="0" destOrd="0" presId="urn:microsoft.com/office/officeart/2018/2/layout/IconVerticalSolidList"/>
    <dgm:cxn modelId="{3CF8D07B-1C62-4566-B20C-C8166A1C2CB5}" type="presParOf" srcId="{A1643A1F-3474-4E42-A023-D5AEEE5329E7}" destId="{2452106F-E032-49DB-8188-F466CD7781AD}" srcOrd="1" destOrd="0" presId="urn:microsoft.com/office/officeart/2018/2/layout/IconVerticalSolidList"/>
    <dgm:cxn modelId="{1D9DBEDE-6406-4557-9A1A-2BC60FE5F46C}" type="presParOf" srcId="{A1643A1F-3474-4E42-A023-D5AEEE5329E7}" destId="{F37E15C1-6A92-4874-ACD1-207A682ABC33}" srcOrd="2" destOrd="0" presId="urn:microsoft.com/office/officeart/2018/2/layout/IconVerticalSolidList"/>
    <dgm:cxn modelId="{8D44C575-F61F-4884-941E-7729CA4373DE}" type="presParOf" srcId="{A1643A1F-3474-4E42-A023-D5AEEE5329E7}" destId="{B65ACC02-AF15-4705-9902-361BE44F7824}"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92353D-0285-4E32-9A1A-53E183167B9B}">
      <dsp:nvSpPr>
        <dsp:cNvPr id="0" name=""/>
        <dsp:cNvSpPr/>
      </dsp:nvSpPr>
      <dsp:spPr>
        <a:xfrm>
          <a:off x="0" y="510076"/>
          <a:ext cx="4238948" cy="34398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dirty="0"/>
            <a:t>Check-in: </a:t>
          </a:r>
          <a:r>
            <a:rPr lang="en-US" sz="1400" kern="1200" dirty="0" err="1"/>
            <a:t>pesquisa</a:t>
          </a:r>
          <a:r>
            <a:rPr lang="en-US" sz="1400" kern="1200" dirty="0"/>
            <a:t> individual</a:t>
          </a:r>
        </a:p>
      </dsp:txBody>
      <dsp:txXfrm>
        <a:off x="16792" y="526868"/>
        <a:ext cx="4205364" cy="310396"/>
      </dsp:txXfrm>
    </dsp:sp>
    <dsp:sp modelId="{14323712-1F34-4325-B878-1D337CBBB53B}">
      <dsp:nvSpPr>
        <dsp:cNvPr id="0" name=""/>
        <dsp:cNvSpPr/>
      </dsp:nvSpPr>
      <dsp:spPr>
        <a:xfrm>
          <a:off x="0" y="894376"/>
          <a:ext cx="4238948" cy="34398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pt-BR" sz="1400" b="0" i="0" kern="1200" dirty="0">
              <a:effectLst/>
              <a:latin typeface="Söhne"/>
            </a:rPr>
            <a:t>Conceitos básicos de modelagem multidimensional.</a:t>
          </a:r>
          <a:endParaRPr lang="en-US" sz="1400" kern="1200" dirty="0"/>
        </a:p>
      </dsp:txBody>
      <dsp:txXfrm>
        <a:off x="16792" y="911168"/>
        <a:ext cx="4205364" cy="310396"/>
      </dsp:txXfrm>
    </dsp:sp>
    <dsp:sp modelId="{17BB71F3-8794-4285-87EF-7B86C752F067}">
      <dsp:nvSpPr>
        <dsp:cNvPr id="0" name=""/>
        <dsp:cNvSpPr/>
      </dsp:nvSpPr>
      <dsp:spPr>
        <a:xfrm>
          <a:off x="0" y="1278676"/>
          <a:ext cx="4238948" cy="34398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pt-BR" sz="1400" kern="1200" dirty="0">
              <a:ln w="0"/>
              <a:effectLst>
                <a:outerShdw blurRad="38100" dist="25400" dir="5400000" algn="ctr" rotWithShape="0">
                  <a:srgbClr val="6E747A">
                    <a:alpha val="43000"/>
                  </a:srgbClr>
                </a:outerShdw>
              </a:effectLst>
            </a:rPr>
            <a:t>Comparação com Modelos Relacionais Tradicionais</a:t>
          </a:r>
          <a:endParaRPr lang="en-US" sz="1400" kern="1200" dirty="0"/>
        </a:p>
      </dsp:txBody>
      <dsp:txXfrm>
        <a:off x="16792" y="1295468"/>
        <a:ext cx="4205364" cy="310396"/>
      </dsp:txXfrm>
    </dsp:sp>
    <dsp:sp modelId="{7AB2FF68-14D4-4895-8B68-AF4D0FA82970}">
      <dsp:nvSpPr>
        <dsp:cNvPr id="0" name=""/>
        <dsp:cNvSpPr/>
      </dsp:nvSpPr>
      <dsp:spPr>
        <a:xfrm>
          <a:off x="0" y="1662976"/>
          <a:ext cx="4238948" cy="34398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pt-BR" sz="1400" kern="1200">
              <a:ln w="0"/>
              <a:effectLst>
                <a:outerShdw blurRad="38100" dist="25400" dir="5400000" algn="ctr" rotWithShape="0">
                  <a:srgbClr val="6E747A">
                    <a:alpha val="43000"/>
                  </a:srgbClr>
                </a:outerShdw>
              </a:effectLst>
            </a:rPr>
            <a:t>Entendimento de Dimensões e Fatos:</a:t>
          </a:r>
          <a:endParaRPr lang="en-US" sz="1400" kern="1200" dirty="0"/>
        </a:p>
      </dsp:txBody>
      <dsp:txXfrm>
        <a:off x="16792" y="1679768"/>
        <a:ext cx="4205364" cy="310396"/>
      </dsp:txXfrm>
    </dsp:sp>
    <dsp:sp modelId="{4A320538-18EF-4D46-84F9-32DCC853A330}">
      <dsp:nvSpPr>
        <dsp:cNvPr id="0" name=""/>
        <dsp:cNvSpPr/>
      </dsp:nvSpPr>
      <dsp:spPr>
        <a:xfrm>
          <a:off x="0" y="2047276"/>
          <a:ext cx="4238948" cy="34398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pt-BR" sz="1400" b="0" i="0" kern="1200" dirty="0">
              <a:effectLst/>
              <a:latin typeface="Söhne"/>
            </a:rPr>
            <a:t>Hierarquias em Modelos Multidimensionais</a:t>
          </a:r>
        </a:p>
      </dsp:txBody>
      <dsp:txXfrm>
        <a:off x="16792" y="2064068"/>
        <a:ext cx="4205364" cy="310396"/>
      </dsp:txXfrm>
    </dsp:sp>
    <dsp:sp modelId="{7A1A8421-099E-4850-BC1E-6B71F94C7639}">
      <dsp:nvSpPr>
        <dsp:cNvPr id="0" name=""/>
        <dsp:cNvSpPr/>
      </dsp:nvSpPr>
      <dsp:spPr>
        <a:xfrm>
          <a:off x="0" y="2431576"/>
          <a:ext cx="4238948" cy="34398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pt-BR" sz="1400" b="0" i="0" kern="1200" dirty="0">
              <a:effectLst/>
              <a:latin typeface="Söhne"/>
            </a:rPr>
            <a:t>Atividade: Mapeamento Fato – Dimensão – Hierarquias</a:t>
          </a:r>
        </a:p>
      </dsp:txBody>
      <dsp:txXfrm>
        <a:off x="16792" y="2448368"/>
        <a:ext cx="4205364" cy="310396"/>
      </dsp:txXfrm>
    </dsp:sp>
    <dsp:sp modelId="{62C34CB5-9239-46C8-B00A-F1B4F97D5066}">
      <dsp:nvSpPr>
        <dsp:cNvPr id="0" name=""/>
        <dsp:cNvSpPr/>
      </dsp:nvSpPr>
      <dsp:spPr>
        <a:xfrm>
          <a:off x="0" y="2815876"/>
          <a:ext cx="4238948" cy="34398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pt-BR" sz="1400" b="0" i="0" kern="1200" dirty="0">
              <a:effectLst/>
              <a:latin typeface="Söhne"/>
            </a:rPr>
            <a:t>Modelos Star </a:t>
          </a:r>
          <a:r>
            <a:rPr lang="pt-BR" sz="1400" b="0" i="0" kern="1200" dirty="0" err="1">
              <a:effectLst/>
              <a:latin typeface="Söhne"/>
            </a:rPr>
            <a:t>Schema</a:t>
          </a:r>
          <a:r>
            <a:rPr lang="pt-BR" sz="1400" b="0" i="0" kern="1200" dirty="0">
              <a:effectLst/>
              <a:latin typeface="Söhne"/>
            </a:rPr>
            <a:t> e </a:t>
          </a:r>
          <a:r>
            <a:rPr lang="pt-BR" sz="1400" b="0" i="0" kern="1200" dirty="0" err="1">
              <a:effectLst/>
              <a:latin typeface="Söhne"/>
            </a:rPr>
            <a:t>Snow</a:t>
          </a:r>
          <a:r>
            <a:rPr lang="pt-BR" sz="1400" b="0" i="0" kern="1200" dirty="0">
              <a:effectLst/>
              <a:latin typeface="Söhne"/>
            </a:rPr>
            <a:t> </a:t>
          </a:r>
          <a:r>
            <a:rPr lang="pt-BR" sz="1400" b="0" i="0" kern="1200" dirty="0" err="1">
              <a:effectLst/>
              <a:latin typeface="Söhne"/>
            </a:rPr>
            <a:t>Flake</a:t>
          </a:r>
          <a:endParaRPr lang="pt-BR" sz="1400" b="0" i="0" kern="1200" dirty="0">
            <a:effectLst/>
            <a:latin typeface="Söhne"/>
          </a:endParaRPr>
        </a:p>
      </dsp:txBody>
      <dsp:txXfrm>
        <a:off x="16792" y="2832668"/>
        <a:ext cx="4205364" cy="310396"/>
      </dsp:txXfrm>
    </dsp:sp>
    <dsp:sp modelId="{1F35C404-5FE2-4C06-9E35-A03BCEDF0C91}">
      <dsp:nvSpPr>
        <dsp:cNvPr id="0" name=""/>
        <dsp:cNvSpPr/>
      </dsp:nvSpPr>
      <dsp:spPr>
        <a:xfrm>
          <a:off x="0" y="3200176"/>
          <a:ext cx="4238948" cy="34398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pt-BR" sz="1400" b="0" i="0" kern="1200" dirty="0">
              <a:effectLst/>
              <a:latin typeface="Söhne"/>
            </a:rPr>
            <a:t>Introdução ao Power BI</a:t>
          </a:r>
        </a:p>
      </dsp:txBody>
      <dsp:txXfrm>
        <a:off x="16792" y="3216968"/>
        <a:ext cx="4205364" cy="310396"/>
      </dsp:txXfrm>
    </dsp:sp>
    <dsp:sp modelId="{59BE45B8-7E73-4C11-BD92-880054B2A32F}">
      <dsp:nvSpPr>
        <dsp:cNvPr id="0" name=""/>
        <dsp:cNvSpPr/>
      </dsp:nvSpPr>
      <dsp:spPr>
        <a:xfrm>
          <a:off x="0" y="3584477"/>
          <a:ext cx="4238948" cy="34398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pt-BR" sz="1400" b="0" i="0" kern="1200" dirty="0">
              <a:effectLst/>
              <a:latin typeface="Söhne"/>
            </a:rPr>
            <a:t>Considerações finais</a:t>
          </a:r>
        </a:p>
      </dsp:txBody>
      <dsp:txXfrm>
        <a:off x="16792" y="3601269"/>
        <a:ext cx="4205364" cy="31039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76923AA-0AAA-4BBB-938C-B49A6DE07465}">
      <dsp:nvSpPr>
        <dsp:cNvPr id="0" name=""/>
        <dsp:cNvSpPr/>
      </dsp:nvSpPr>
      <dsp:spPr>
        <a:xfrm>
          <a:off x="376435" y="492301"/>
          <a:ext cx="1098000" cy="1098000"/>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532FBA0-8309-434A-AF86-C838861AB581}">
      <dsp:nvSpPr>
        <dsp:cNvPr id="0" name=""/>
        <dsp:cNvSpPr/>
      </dsp:nvSpPr>
      <dsp:spPr>
        <a:xfrm>
          <a:off x="610435" y="726301"/>
          <a:ext cx="630000" cy="63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C0FE975-7510-42EE-A331-56AEC998FE1F}">
      <dsp:nvSpPr>
        <dsp:cNvPr id="0" name=""/>
        <dsp:cNvSpPr/>
      </dsp:nvSpPr>
      <dsp:spPr>
        <a:xfrm>
          <a:off x="25435" y="193230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pt-BR" sz="1700" kern="1200" dirty="0" err="1"/>
            <a:t>Pitch</a:t>
          </a:r>
          <a:r>
            <a:rPr lang="pt-BR" sz="1700" kern="1200" dirty="0"/>
            <a:t> sobre a pesquisa individual</a:t>
          </a:r>
          <a:endParaRPr lang="en-US" sz="1700" kern="1200" dirty="0"/>
        </a:p>
      </dsp:txBody>
      <dsp:txXfrm>
        <a:off x="25435" y="1932302"/>
        <a:ext cx="1800000" cy="720000"/>
      </dsp:txXfrm>
    </dsp:sp>
    <dsp:sp modelId="{E30A9B96-E95B-4097-8F81-382260648E23}">
      <dsp:nvSpPr>
        <dsp:cNvPr id="0" name=""/>
        <dsp:cNvSpPr/>
      </dsp:nvSpPr>
      <dsp:spPr>
        <a:xfrm>
          <a:off x="2491435" y="492301"/>
          <a:ext cx="1098000" cy="1098000"/>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1417418-A0EA-4118-8512-78E1A84CE4A2}">
      <dsp:nvSpPr>
        <dsp:cNvPr id="0" name=""/>
        <dsp:cNvSpPr/>
      </dsp:nvSpPr>
      <dsp:spPr>
        <a:xfrm>
          <a:off x="2725435" y="726301"/>
          <a:ext cx="630000" cy="63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9B04442-8527-4D7E-803B-9C87904BF2CC}">
      <dsp:nvSpPr>
        <dsp:cNvPr id="0" name=""/>
        <dsp:cNvSpPr/>
      </dsp:nvSpPr>
      <dsp:spPr>
        <a:xfrm>
          <a:off x="2140435" y="193230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pt-BR" sz="1700" kern="1200" dirty="0"/>
            <a:t>Breve apresentação do aluno</a:t>
          </a:r>
          <a:endParaRPr lang="en-US" sz="1700" kern="1200" dirty="0"/>
        </a:p>
      </dsp:txBody>
      <dsp:txXfrm>
        <a:off x="2140435" y="1932302"/>
        <a:ext cx="1800000" cy="720000"/>
      </dsp:txXfrm>
    </dsp:sp>
    <dsp:sp modelId="{0EF040C7-0822-4BA4-9460-43BCF9F744FA}">
      <dsp:nvSpPr>
        <dsp:cNvPr id="0" name=""/>
        <dsp:cNvSpPr/>
      </dsp:nvSpPr>
      <dsp:spPr>
        <a:xfrm>
          <a:off x="4606435" y="492301"/>
          <a:ext cx="1098000" cy="1098000"/>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873F421-126C-4C37-9436-454FC532DB8E}">
      <dsp:nvSpPr>
        <dsp:cNvPr id="0" name=""/>
        <dsp:cNvSpPr/>
      </dsp:nvSpPr>
      <dsp:spPr>
        <a:xfrm>
          <a:off x="4840435" y="726301"/>
          <a:ext cx="630000" cy="6300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8692003-5FE8-486B-A61D-3FEB70055B8D}">
      <dsp:nvSpPr>
        <dsp:cNvPr id="0" name=""/>
        <dsp:cNvSpPr/>
      </dsp:nvSpPr>
      <dsp:spPr>
        <a:xfrm>
          <a:off x="4255435" y="193230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pt-BR" sz="1700" kern="1200"/>
            <a:t>Brainstorming</a:t>
          </a:r>
          <a:endParaRPr lang="en-US" sz="1700" kern="1200"/>
        </a:p>
      </dsp:txBody>
      <dsp:txXfrm>
        <a:off x="4255435" y="1932302"/>
        <a:ext cx="1800000" cy="720000"/>
      </dsp:txXfrm>
    </dsp:sp>
    <dsp:sp modelId="{83A65B4B-A697-46D6-AF43-616BAD5A65C0}">
      <dsp:nvSpPr>
        <dsp:cNvPr id="0" name=""/>
        <dsp:cNvSpPr/>
      </dsp:nvSpPr>
      <dsp:spPr>
        <a:xfrm>
          <a:off x="6721435" y="492301"/>
          <a:ext cx="1098000" cy="1098000"/>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56F40AC-6BF8-4115-8226-44DA8C389E60}">
      <dsp:nvSpPr>
        <dsp:cNvPr id="0" name=""/>
        <dsp:cNvSpPr/>
      </dsp:nvSpPr>
      <dsp:spPr>
        <a:xfrm>
          <a:off x="6955435" y="726301"/>
          <a:ext cx="630000" cy="63000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7B9CC27-4F91-4D8A-8E22-61340B9F7387}">
      <dsp:nvSpPr>
        <dsp:cNvPr id="0" name=""/>
        <dsp:cNvSpPr/>
      </dsp:nvSpPr>
      <dsp:spPr>
        <a:xfrm>
          <a:off x="6370435" y="193230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pt-BR" sz="1700" kern="1200"/>
            <a:t>Feedback</a:t>
          </a:r>
          <a:endParaRPr lang="en-US" sz="1700" kern="1200"/>
        </a:p>
      </dsp:txBody>
      <dsp:txXfrm>
        <a:off x="6370435" y="1932302"/>
        <a:ext cx="1800000" cy="7200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0BF93B-887F-4F15-9095-EC4A907F2863}">
      <dsp:nvSpPr>
        <dsp:cNvPr id="0" name=""/>
        <dsp:cNvSpPr/>
      </dsp:nvSpPr>
      <dsp:spPr>
        <a:xfrm>
          <a:off x="0" y="3185"/>
          <a:ext cx="7966710" cy="94469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EB2A134-987D-4459-9EB2-EA5797D470CD}">
      <dsp:nvSpPr>
        <dsp:cNvPr id="0" name=""/>
        <dsp:cNvSpPr/>
      </dsp:nvSpPr>
      <dsp:spPr>
        <a:xfrm>
          <a:off x="285770" y="215742"/>
          <a:ext cx="520090" cy="51958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3920A96-3075-4758-A60C-D0D591F16C45}">
      <dsp:nvSpPr>
        <dsp:cNvPr id="0" name=""/>
        <dsp:cNvSpPr/>
      </dsp:nvSpPr>
      <dsp:spPr>
        <a:xfrm>
          <a:off x="1091631" y="3185"/>
          <a:ext cx="6788263" cy="9456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0078" tIns="100078" rIns="100078" bIns="100078" numCol="1" spcCol="1270" anchor="ctr" anchorCtr="0">
          <a:noAutofit/>
        </a:bodyPr>
        <a:lstStyle/>
        <a:p>
          <a:pPr marL="0" lvl="0" indent="0" algn="l" defTabSz="622300">
            <a:lnSpc>
              <a:spcPct val="100000"/>
            </a:lnSpc>
            <a:spcBef>
              <a:spcPct val="0"/>
            </a:spcBef>
            <a:spcAft>
              <a:spcPct val="35000"/>
            </a:spcAft>
            <a:buNone/>
          </a:pPr>
          <a:r>
            <a:rPr lang="pt-BR" sz="1400" b="1" i="0" kern="1200" dirty="0"/>
            <a:t>Organização dos Dados:</a:t>
          </a:r>
          <a:r>
            <a:rPr lang="pt-BR" sz="1400" b="0" i="0" kern="1200" dirty="0"/>
            <a:t> Nos modelos relacionais, os dados são organizados em tabelas bidimensionais, enquanto nos bancos de dados multidimensionais, os dados são organizados em cubos multidimensionais, permitindo uma representação mais rica das relações entre os dados.</a:t>
          </a:r>
          <a:endParaRPr lang="en-US" sz="1400" kern="1200" dirty="0"/>
        </a:p>
      </dsp:txBody>
      <dsp:txXfrm>
        <a:off x="1091631" y="3185"/>
        <a:ext cx="6788263" cy="945619"/>
      </dsp:txXfrm>
    </dsp:sp>
    <dsp:sp modelId="{8E34643B-238D-4C7E-8D1E-81ACB6C6E1E7}">
      <dsp:nvSpPr>
        <dsp:cNvPr id="0" name=""/>
        <dsp:cNvSpPr/>
      </dsp:nvSpPr>
      <dsp:spPr>
        <a:xfrm>
          <a:off x="0" y="1158942"/>
          <a:ext cx="7966710" cy="94469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8EED4FE-B6F5-4BAC-9D45-06F3B8B6592E}">
      <dsp:nvSpPr>
        <dsp:cNvPr id="0" name=""/>
        <dsp:cNvSpPr/>
      </dsp:nvSpPr>
      <dsp:spPr>
        <a:xfrm>
          <a:off x="285770" y="1371498"/>
          <a:ext cx="520090" cy="51958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02226C0-7583-41BF-826C-0E55422E2BB3}">
      <dsp:nvSpPr>
        <dsp:cNvPr id="0" name=""/>
        <dsp:cNvSpPr/>
      </dsp:nvSpPr>
      <dsp:spPr>
        <a:xfrm>
          <a:off x="1091631" y="1158942"/>
          <a:ext cx="6788263" cy="9456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0078" tIns="100078" rIns="100078" bIns="100078" numCol="1" spcCol="1270" anchor="ctr" anchorCtr="0">
          <a:noAutofit/>
        </a:bodyPr>
        <a:lstStyle/>
        <a:p>
          <a:pPr marL="0" lvl="0" indent="0" algn="l" defTabSz="622300">
            <a:lnSpc>
              <a:spcPct val="100000"/>
            </a:lnSpc>
            <a:spcBef>
              <a:spcPct val="0"/>
            </a:spcBef>
            <a:spcAft>
              <a:spcPct val="35000"/>
            </a:spcAft>
            <a:buNone/>
          </a:pPr>
          <a:r>
            <a:rPr lang="pt-BR" sz="1400" b="1" i="0" kern="1200"/>
            <a:t>Desempenho de Consultas:</a:t>
          </a:r>
          <a:r>
            <a:rPr lang="pt-BR" sz="1400" b="0" i="0" kern="1200"/>
            <a:t> Os bancos de dados multidimensionais são otimizados para consultas analíticas complexas, como agregações e análises de tendências ao longo de múltiplas dimensões. Em contraste, os modelos relacionais podem ser mais eficientes para consultas transacionais e operacionais.</a:t>
          </a:r>
          <a:endParaRPr lang="en-US" sz="1400" kern="1200"/>
        </a:p>
      </dsp:txBody>
      <dsp:txXfrm>
        <a:off x="1091631" y="1158942"/>
        <a:ext cx="6788263" cy="945619"/>
      </dsp:txXfrm>
    </dsp:sp>
    <dsp:sp modelId="{6233677D-075A-4210-A2F7-D86E0EE4ADD1}">
      <dsp:nvSpPr>
        <dsp:cNvPr id="0" name=""/>
        <dsp:cNvSpPr/>
      </dsp:nvSpPr>
      <dsp:spPr>
        <a:xfrm>
          <a:off x="0" y="2314699"/>
          <a:ext cx="7966710" cy="94469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236C508-6729-41C8-9DF3-60EF6D5F547F}">
      <dsp:nvSpPr>
        <dsp:cNvPr id="0" name=""/>
        <dsp:cNvSpPr/>
      </dsp:nvSpPr>
      <dsp:spPr>
        <a:xfrm>
          <a:off x="285770" y="2527255"/>
          <a:ext cx="520090" cy="51958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A5405CA-4F7C-4E25-A806-06092A483CAD}">
      <dsp:nvSpPr>
        <dsp:cNvPr id="0" name=""/>
        <dsp:cNvSpPr/>
      </dsp:nvSpPr>
      <dsp:spPr>
        <a:xfrm>
          <a:off x="1091631" y="2314699"/>
          <a:ext cx="6788263" cy="9456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0078" tIns="100078" rIns="100078" bIns="100078" numCol="1" spcCol="1270" anchor="ctr" anchorCtr="0">
          <a:noAutofit/>
        </a:bodyPr>
        <a:lstStyle/>
        <a:p>
          <a:pPr marL="0" lvl="0" indent="0" algn="l" defTabSz="622300">
            <a:lnSpc>
              <a:spcPct val="100000"/>
            </a:lnSpc>
            <a:spcBef>
              <a:spcPct val="0"/>
            </a:spcBef>
            <a:spcAft>
              <a:spcPct val="35000"/>
            </a:spcAft>
            <a:buNone/>
          </a:pPr>
          <a:r>
            <a:rPr lang="pt-BR" sz="1400" b="1" i="0" kern="1200"/>
            <a:t>Flexibilidade Analítica:</a:t>
          </a:r>
          <a:r>
            <a:rPr lang="pt-BR" sz="1400" b="0" i="0" kern="1200"/>
            <a:t> Os bancos de dados multidimensionais oferecem uma flexibilidade analítica superior, permitindo que os usuários explorem os dados de diferentes perspectivas e realizem análises mais avançadas. Os modelos relacionais podem ser mais restritivos em termos de análises complexas.</a:t>
          </a:r>
          <a:endParaRPr lang="en-US" sz="1400" kern="1200"/>
        </a:p>
      </dsp:txBody>
      <dsp:txXfrm>
        <a:off x="1091631" y="2314699"/>
        <a:ext cx="6788263" cy="94561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B15DB1D-0F2A-4E73-B63E-4797B71B61C8}">
      <dsp:nvSpPr>
        <dsp:cNvPr id="0" name=""/>
        <dsp:cNvSpPr/>
      </dsp:nvSpPr>
      <dsp:spPr>
        <a:xfrm>
          <a:off x="0" y="388873"/>
          <a:ext cx="8110401" cy="130386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B00DBCD-3AB0-4C6C-B373-F6E4CDD18358}">
      <dsp:nvSpPr>
        <dsp:cNvPr id="0" name=""/>
        <dsp:cNvSpPr/>
      </dsp:nvSpPr>
      <dsp:spPr>
        <a:xfrm>
          <a:off x="394420" y="682243"/>
          <a:ext cx="717127" cy="717127"/>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F923E04-2397-4368-B80F-A7A5870CA837}">
      <dsp:nvSpPr>
        <dsp:cNvPr id="0" name=""/>
        <dsp:cNvSpPr/>
      </dsp:nvSpPr>
      <dsp:spPr>
        <a:xfrm>
          <a:off x="1505968" y="388873"/>
          <a:ext cx="6604432" cy="13038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993" tIns="137993" rIns="137993" bIns="137993" numCol="1" spcCol="1270" anchor="ctr" anchorCtr="0">
          <a:noAutofit/>
        </a:bodyPr>
        <a:lstStyle/>
        <a:p>
          <a:pPr marL="0" lvl="0" indent="0" algn="l" defTabSz="577850">
            <a:lnSpc>
              <a:spcPct val="100000"/>
            </a:lnSpc>
            <a:spcBef>
              <a:spcPct val="0"/>
            </a:spcBef>
            <a:spcAft>
              <a:spcPct val="35000"/>
            </a:spcAft>
            <a:buNone/>
          </a:pPr>
          <a:r>
            <a:rPr lang="pt-BR" sz="1300" b="1" i="0" kern="1200" dirty="0"/>
            <a:t>Fatos:</a:t>
          </a:r>
          <a:r>
            <a:rPr lang="pt-BR" sz="1300" b="0" i="0" kern="1200" dirty="0"/>
            <a:t> São as medidas numéricas que queremos analisar em relação às dimensões. Eles representam os dados que queremos agregar, somar, contar ou calcular de alguma forma. Fatos geralmente são valores quantitativos que podem ser agregados, como vendas, lucros, quantidade de itens vendidos, etc.</a:t>
          </a:r>
          <a:endParaRPr lang="en-US" sz="1300" kern="1200" dirty="0"/>
        </a:p>
      </dsp:txBody>
      <dsp:txXfrm>
        <a:off x="1505968" y="388873"/>
        <a:ext cx="6604432" cy="1303868"/>
      </dsp:txXfrm>
    </dsp:sp>
    <dsp:sp modelId="{6443CDF2-AD4E-4CC2-A650-4C6CF3618F1F}">
      <dsp:nvSpPr>
        <dsp:cNvPr id="0" name=""/>
        <dsp:cNvSpPr/>
      </dsp:nvSpPr>
      <dsp:spPr>
        <a:xfrm>
          <a:off x="0" y="1967240"/>
          <a:ext cx="8110401" cy="130386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4DA010D-AA41-429F-A55A-EC179B177E6A}">
      <dsp:nvSpPr>
        <dsp:cNvPr id="0" name=""/>
        <dsp:cNvSpPr/>
      </dsp:nvSpPr>
      <dsp:spPr>
        <a:xfrm>
          <a:off x="394420" y="2260610"/>
          <a:ext cx="717127" cy="717127"/>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26E123C-C0A3-4FD0-AFFF-BB5A0F9EA39E}">
      <dsp:nvSpPr>
        <dsp:cNvPr id="0" name=""/>
        <dsp:cNvSpPr/>
      </dsp:nvSpPr>
      <dsp:spPr>
        <a:xfrm>
          <a:off x="1505968" y="1967240"/>
          <a:ext cx="6604432" cy="13038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993" tIns="137993" rIns="137993" bIns="137993" numCol="1" spcCol="1270" anchor="ctr" anchorCtr="0">
          <a:noAutofit/>
        </a:bodyPr>
        <a:lstStyle/>
        <a:p>
          <a:pPr marL="0" lvl="0" indent="0" algn="l" defTabSz="577850">
            <a:lnSpc>
              <a:spcPct val="100000"/>
            </a:lnSpc>
            <a:spcBef>
              <a:spcPct val="0"/>
            </a:spcBef>
            <a:spcAft>
              <a:spcPct val="35000"/>
            </a:spcAft>
            <a:buNone/>
          </a:pPr>
          <a:r>
            <a:rPr lang="pt-BR" sz="1300" b="1" i="0" kern="1200"/>
            <a:t>Dimensões:</a:t>
          </a:r>
          <a:r>
            <a:rPr lang="pt-BR" sz="1300" b="0" i="0" kern="1200"/>
            <a:t> São os elementos pelos quais queremos analisar os dados. Elas representam os aspectos ou características dos dados que são de interesse para a análise. Dimensões geralmente descrevem quem, o quê, onde, quando, e assim por diante. Por exemplo, em uma tabela de vendas, as dimensões podem incluir o produto vendido, o cliente que comprou, o local da venda, a data da transação, etc.</a:t>
          </a:r>
          <a:endParaRPr lang="en-US" sz="1300" kern="1200" dirty="0"/>
        </a:p>
      </dsp:txBody>
      <dsp:txXfrm>
        <a:off x="1505968" y="1967240"/>
        <a:ext cx="6604432" cy="130386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E26D17-A193-4508-94B4-F3D4D644A8D3}">
      <dsp:nvSpPr>
        <dsp:cNvPr id="0" name=""/>
        <dsp:cNvSpPr/>
      </dsp:nvSpPr>
      <dsp:spPr>
        <a:xfrm>
          <a:off x="5073" y="278488"/>
          <a:ext cx="366946" cy="31597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C6560D5-2788-45C9-9CC2-BA647790B057}">
      <dsp:nvSpPr>
        <dsp:cNvPr id="0" name=""/>
        <dsp:cNvSpPr/>
      </dsp:nvSpPr>
      <dsp:spPr>
        <a:xfrm>
          <a:off x="5073" y="741875"/>
          <a:ext cx="1048418" cy="19061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pt-BR" sz="1400" kern="1200"/>
            <a:t>A tabela fato é a principal tabela do Data Warehouse, ela vai conectar nas dimensões.</a:t>
          </a:r>
          <a:endParaRPr lang="en-US" sz="1400" kern="1200"/>
        </a:p>
      </dsp:txBody>
      <dsp:txXfrm>
        <a:off x="5073" y="741875"/>
        <a:ext cx="1048418" cy="1906149"/>
      </dsp:txXfrm>
    </dsp:sp>
    <dsp:sp modelId="{2D61201B-1431-4C5B-A1D2-DAFB87C7BACE}">
      <dsp:nvSpPr>
        <dsp:cNvPr id="0" name=""/>
        <dsp:cNvSpPr/>
      </dsp:nvSpPr>
      <dsp:spPr>
        <a:xfrm>
          <a:off x="5073" y="2716590"/>
          <a:ext cx="1048418" cy="990181"/>
        </a:xfrm>
        <a:prstGeom prst="rect">
          <a:avLst/>
        </a:prstGeom>
        <a:noFill/>
        <a:ln>
          <a:noFill/>
        </a:ln>
        <a:effectLst/>
      </dsp:spPr>
      <dsp:style>
        <a:lnRef idx="0">
          <a:scrgbClr r="0" g="0" b="0"/>
        </a:lnRef>
        <a:fillRef idx="0">
          <a:scrgbClr r="0" g="0" b="0"/>
        </a:fillRef>
        <a:effectRef idx="0">
          <a:scrgbClr r="0" g="0" b="0"/>
        </a:effectRef>
        <a:fontRef idx="minor"/>
      </dsp:style>
    </dsp:sp>
    <dsp:sp modelId="{EE462331-6752-49AB-953A-DAD8872837D3}">
      <dsp:nvSpPr>
        <dsp:cNvPr id="0" name=""/>
        <dsp:cNvSpPr/>
      </dsp:nvSpPr>
      <dsp:spPr>
        <a:xfrm>
          <a:off x="1236964" y="278488"/>
          <a:ext cx="366946" cy="31597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387EE1D-813D-4DF5-AB68-373518C5ED74}">
      <dsp:nvSpPr>
        <dsp:cNvPr id="0" name=""/>
        <dsp:cNvSpPr/>
      </dsp:nvSpPr>
      <dsp:spPr>
        <a:xfrm>
          <a:off x="1236964" y="741875"/>
          <a:ext cx="1048418" cy="19061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pt-BR" sz="1400" kern="1200" dirty="0"/>
            <a:t>Nessa tabela são armazenadas duas coisas:</a:t>
          </a:r>
          <a:endParaRPr lang="en-US" sz="1400" kern="1200" dirty="0"/>
        </a:p>
      </dsp:txBody>
      <dsp:txXfrm>
        <a:off x="1236964" y="741875"/>
        <a:ext cx="1048418" cy="1906149"/>
      </dsp:txXfrm>
    </dsp:sp>
    <dsp:sp modelId="{153B34C9-0826-4C93-ACA1-C25714CAAB83}">
      <dsp:nvSpPr>
        <dsp:cNvPr id="0" name=""/>
        <dsp:cNvSpPr/>
      </dsp:nvSpPr>
      <dsp:spPr>
        <a:xfrm>
          <a:off x="1215492" y="1946149"/>
          <a:ext cx="1048418" cy="9901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100000"/>
            </a:lnSpc>
            <a:spcBef>
              <a:spcPct val="0"/>
            </a:spcBef>
            <a:spcAft>
              <a:spcPct val="35000"/>
            </a:spcAft>
            <a:buNone/>
          </a:pPr>
          <a:r>
            <a:rPr lang="pt-BR" sz="1100" kern="1200" dirty="0"/>
            <a:t>as </a:t>
          </a:r>
          <a:r>
            <a:rPr lang="pt-BR" sz="1100" b="1" kern="1200" dirty="0"/>
            <a:t>métricas</a:t>
          </a:r>
          <a:r>
            <a:rPr lang="pt-BR" sz="1100" kern="1200" dirty="0"/>
            <a:t>, que são os fatos propriamente ditos;</a:t>
          </a:r>
          <a:endParaRPr lang="en-US" sz="1100" kern="1200" dirty="0"/>
        </a:p>
        <a:p>
          <a:pPr marL="0" lvl="0" indent="0" algn="l" defTabSz="488950">
            <a:lnSpc>
              <a:spcPct val="100000"/>
            </a:lnSpc>
            <a:spcBef>
              <a:spcPct val="0"/>
            </a:spcBef>
            <a:spcAft>
              <a:spcPct val="35000"/>
            </a:spcAft>
            <a:buNone/>
          </a:pPr>
          <a:r>
            <a:rPr lang="pt-BR" sz="1100" kern="1200"/>
            <a:t>e as </a:t>
          </a:r>
          <a:r>
            <a:rPr lang="pt-BR" sz="1100" b="1" kern="1200"/>
            <a:t>foreign keys</a:t>
          </a:r>
          <a:r>
            <a:rPr lang="pt-BR" sz="1100" kern="1200"/>
            <a:t>, chaves que servem para ligar os dados das dimensões com a fato.</a:t>
          </a:r>
          <a:endParaRPr lang="en-US" sz="1100" kern="1200"/>
        </a:p>
      </dsp:txBody>
      <dsp:txXfrm>
        <a:off x="1215492" y="1946149"/>
        <a:ext cx="1048418" cy="990181"/>
      </dsp:txXfrm>
    </dsp:sp>
    <dsp:sp modelId="{94AD588F-2889-4C5A-9104-293A5037FCB0}">
      <dsp:nvSpPr>
        <dsp:cNvPr id="0" name=""/>
        <dsp:cNvSpPr/>
      </dsp:nvSpPr>
      <dsp:spPr>
        <a:xfrm>
          <a:off x="2468855" y="278488"/>
          <a:ext cx="366946" cy="31597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61D37C2-9B72-4D01-BA4E-78CB18B0EF1A}">
      <dsp:nvSpPr>
        <dsp:cNvPr id="0" name=""/>
        <dsp:cNvSpPr/>
      </dsp:nvSpPr>
      <dsp:spPr>
        <a:xfrm>
          <a:off x="2468855" y="741875"/>
          <a:ext cx="1048418" cy="19061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pt-BR" sz="1400" kern="1200"/>
            <a:t>A Fato armazena as medições necessárias para avaliar o assunto pretendido. </a:t>
          </a:r>
          <a:endParaRPr lang="en-US" sz="1400" kern="1200"/>
        </a:p>
      </dsp:txBody>
      <dsp:txXfrm>
        <a:off x="2468855" y="741875"/>
        <a:ext cx="1048418" cy="1906149"/>
      </dsp:txXfrm>
    </dsp:sp>
    <dsp:sp modelId="{C8E91914-E203-4AD6-8AE0-5ACD4FDBEEAE}">
      <dsp:nvSpPr>
        <dsp:cNvPr id="0" name=""/>
        <dsp:cNvSpPr/>
      </dsp:nvSpPr>
      <dsp:spPr>
        <a:xfrm>
          <a:off x="2468855" y="2716590"/>
          <a:ext cx="1048418" cy="990181"/>
        </a:xfrm>
        <a:prstGeom prst="rect">
          <a:avLst/>
        </a:prstGeom>
        <a:noFill/>
        <a:ln>
          <a:noFill/>
        </a:ln>
        <a:effectLst/>
      </dsp:spPr>
      <dsp:style>
        <a:lnRef idx="0">
          <a:scrgbClr r="0" g="0" b="0"/>
        </a:lnRef>
        <a:fillRef idx="0">
          <a:scrgbClr r="0" g="0" b="0"/>
        </a:fillRef>
        <a:effectRef idx="0">
          <a:scrgbClr r="0" g="0" b="0"/>
        </a:effectRef>
        <a:fontRef idx="minor"/>
      </dsp:style>
    </dsp:sp>
    <dsp:sp modelId="{B931DF8D-0E42-4512-A394-6EF7F2729875}">
      <dsp:nvSpPr>
        <dsp:cNvPr id="0" name=""/>
        <dsp:cNvSpPr/>
      </dsp:nvSpPr>
      <dsp:spPr>
        <a:xfrm>
          <a:off x="3700746" y="278488"/>
          <a:ext cx="366946" cy="31597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B582C3A-52E2-4783-A277-427638F96018}">
      <dsp:nvSpPr>
        <dsp:cNvPr id="0" name=""/>
        <dsp:cNvSpPr/>
      </dsp:nvSpPr>
      <dsp:spPr>
        <a:xfrm>
          <a:off x="3700746" y="741875"/>
          <a:ext cx="1048418" cy="19061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pt-BR" sz="1400" kern="1200"/>
            <a:t>O conteúdo histórico no DW, contendo longo período de tempo, ficam depositadas na Fato.</a:t>
          </a:r>
          <a:endParaRPr lang="en-US" sz="1400" kern="1200"/>
        </a:p>
      </dsp:txBody>
      <dsp:txXfrm>
        <a:off x="3700746" y="741875"/>
        <a:ext cx="1048418" cy="1906149"/>
      </dsp:txXfrm>
    </dsp:sp>
    <dsp:sp modelId="{D8747041-1A1C-4C64-8ECF-4EC788598813}">
      <dsp:nvSpPr>
        <dsp:cNvPr id="0" name=""/>
        <dsp:cNvSpPr/>
      </dsp:nvSpPr>
      <dsp:spPr>
        <a:xfrm>
          <a:off x="3700746" y="2716590"/>
          <a:ext cx="1048418" cy="990181"/>
        </a:xfrm>
        <a:prstGeom prst="rect">
          <a:avLst/>
        </a:prstGeom>
        <a:noFill/>
        <a:ln>
          <a:noFill/>
        </a:ln>
        <a:effectLst/>
      </dsp:spPr>
      <dsp:style>
        <a:lnRef idx="0">
          <a:scrgbClr r="0" g="0" b="0"/>
        </a:lnRef>
        <a:fillRef idx="0">
          <a:scrgbClr r="0" g="0" b="0"/>
        </a:fillRef>
        <a:effectRef idx="0">
          <a:scrgbClr r="0" g="0" b="0"/>
        </a:effectRef>
        <a:fontRef idx="minor"/>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A2E39E0-4E62-4482-8BFF-2E790E097CB1}">
      <dsp:nvSpPr>
        <dsp:cNvPr id="0" name=""/>
        <dsp:cNvSpPr/>
      </dsp:nvSpPr>
      <dsp:spPr>
        <a:xfrm>
          <a:off x="0" y="283018"/>
          <a:ext cx="3868737" cy="3780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EA7E467-7DB6-4950-B417-34A286A37062}">
      <dsp:nvSpPr>
        <dsp:cNvPr id="0" name=""/>
        <dsp:cNvSpPr/>
      </dsp:nvSpPr>
      <dsp:spPr>
        <a:xfrm>
          <a:off x="193436" y="61618"/>
          <a:ext cx="2708115" cy="4428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360" tIns="0" rIns="102360" bIns="0" numCol="1" spcCol="1270" anchor="ctr" anchorCtr="0">
          <a:noAutofit/>
        </a:bodyPr>
        <a:lstStyle/>
        <a:p>
          <a:pPr marL="0" lvl="0" indent="0" algn="l" defTabSz="666750">
            <a:lnSpc>
              <a:spcPct val="90000"/>
            </a:lnSpc>
            <a:spcBef>
              <a:spcPct val="0"/>
            </a:spcBef>
            <a:spcAft>
              <a:spcPct val="35000"/>
            </a:spcAft>
            <a:buNone/>
          </a:pPr>
          <a:r>
            <a:rPr lang="pt-BR" sz="1500" b="0" i="0" kern="1200"/>
            <a:t>Produto vendido</a:t>
          </a:r>
          <a:endParaRPr lang="en-US" sz="1500" kern="1200"/>
        </a:p>
      </dsp:txBody>
      <dsp:txXfrm>
        <a:off x="215052" y="83234"/>
        <a:ext cx="2664883" cy="399568"/>
      </dsp:txXfrm>
    </dsp:sp>
    <dsp:sp modelId="{A9644194-103B-461F-BE1C-7F5D69405A34}">
      <dsp:nvSpPr>
        <dsp:cNvPr id="0" name=""/>
        <dsp:cNvSpPr/>
      </dsp:nvSpPr>
      <dsp:spPr>
        <a:xfrm>
          <a:off x="0" y="963418"/>
          <a:ext cx="3868737" cy="3780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7EE183E-E18A-4A1E-BACE-F1A08FBC2202}">
      <dsp:nvSpPr>
        <dsp:cNvPr id="0" name=""/>
        <dsp:cNvSpPr/>
      </dsp:nvSpPr>
      <dsp:spPr>
        <a:xfrm>
          <a:off x="193436" y="742018"/>
          <a:ext cx="2708115" cy="4428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360" tIns="0" rIns="102360" bIns="0" numCol="1" spcCol="1270" anchor="ctr" anchorCtr="0">
          <a:noAutofit/>
        </a:bodyPr>
        <a:lstStyle/>
        <a:p>
          <a:pPr marL="0" lvl="0" indent="0" algn="l" defTabSz="666750">
            <a:lnSpc>
              <a:spcPct val="90000"/>
            </a:lnSpc>
            <a:spcBef>
              <a:spcPct val="0"/>
            </a:spcBef>
            <a:spcAft>
              <a:spcPct val="35000"/>
            </a:spcAft>
            <a:buNone/>
          </a:pPr>
          <a:r>
            <a:rPr lang="pt-BR" sz="1500" b="0" i="0" kern="1200"/>
            <a:t>Cliente</a:t>
          </a:r>
          <a:endParaRPr lang="en-US" sz="1500" kern="1200"/>
        </a:p>
      </dsp:txBody>
      <dsp:txXfrm>
        <a:off x="215052" y="763634"/>
        <a:ext cx="2664883" cy="399568"/>
      </dsp:txXfrm>
    </dsp:sp>
    <dsp:sp modelId="{F8A573D4-090E-4AB9-9BFF-962AB7730C96}">
      <dsp:nvSpPr>
        <dsp:cNvPr id="0" name=""/>
        <dsp:cNvSpPr/>
      </dsp:nvSpPr>
      <dsp:spPr>
        <a:xfrm>
          <a:off x="0" y="1643818"/>
          <a:ext cx="3868737" cy="3780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B8B700D-9D04-4AE0-A77D-C6BB5B92B7CD}">
      <dsp:nvSpPr>
        <dsp:cNvPr id="0" name=""/>
        <dsp:cNvSpPr/>
      </dsp:nvSpPr>
      <dsp:spPr>
        <a:xfrm>
          <a:off x="193436" y="1422418"/>
          <a:ext cx="2708115" cy="4428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360" tIns="0" rIns="102360" bIns="0" numCol="1" spcCol="1270" anchor="ctr" anchorCtr="0">
          <a:noAutofit/>
        </a:bodyPr>
        <a:lstStyle/>
        <a:p>
          <a:pPr marL="0" lvl="0" indent="0" algn="l" defTabSz="666750">
            <a:lnSpc>
              <a:spcPct val="90000"/>
            </a:lnSpc>
            <a:spcBef>
              <a:spcPct val="0"/>
            </a:spcBef>
            <a:spcAft>
              <a:spcPct val="35000"/>
            </a:spcAft>
            <a:buNone/>
          </a:pPr>
          <a:r>
            <a:rPr lang="pt-BR" sz="1500" b="0" i="0" kern="1200"/>
            <a:t>Local da venda</a:t>
          </a:r>
          <a:endParaRPr lang="en-US" sz="1500" kern="1200"/>
        </a:p>
      </dsp:txBody>
      <dsp:txXfrm>
        <a:off x="215052" y="1444034"/>
        <a:ext cx="2664883" cy="399568"/>
      </dsp:txXfrm>
    </dsp:sp>
    <dsp:sp modelId="{6F8C1021-4B29-4B41-BF3A-340FC941A3F8}">
      <dsp:nvSpPr>
        <dsp:cNvPr id="0" name=""/>
        <dsp:cNvSpPr/>
      </dsp:nvSpPr>
      <dsp:spPr>
        <a:xfrm>
          <a:off x="0" y="2324218"/>
          <a:ext cx="3868737" cy="3780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2EFD654-900D-4C55-A4BB-C8765F509D6D}">
      <dsp:nvSpPr>
        <dsp:cNvPr id="0" name=""/>
        <dsp:cNvSpPr/>
      </dsp:nvSpPr>
      <dsp:spPr>
        <a:xfrm>
          <a:off x="193436" y="2102818"/>
          <a:ext cx="2708115" cy="4428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360" tIns="0" rIns="102360" bIns="0" numCol="1" spcCol="1270" anchor="ctr" anchorCtr="0">
          <a:noAutofit/>
        </a:bodyPr>
        <a:lstStyle/>
        <a:p>
          <a:pPr marL="0" lvl="0" indent="0" algn="l" defTabSz="666750">
            <a:lnSpc>
              <a:spcPct val="90000"/>
            </a:lnSpc>
            <a:spcBef>
              <a:spcPct val="0"/>
            </a:spcBef>
            <a:spcAft>
              <a:spcPct val="35000"/>
            </a:spcAft>
            <a:buNone/>
          </a:pPr>
          <a:r>
            <a:rPr lang="pt-BR" sz="1500" b="0" i="0" kern="1200"/>
            <a:t>Data da transação.</a:t>
          </a:r>
          <a:endParaRPr lang="en-US" sz="1500" kern="1200"/>
        </a:p>
      </dsp:txBody>
      <dsp:txXfrm>
        <a:off x="215052" y="2124434"/>
        <a:ext cx="2664883" cy="399568"/>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A2E39E0-4E62-4482-8BFF-2E790E097CB1}">
      <dsp:nvSpPr>
        <dsp:cNvPr id="0" name=""/>
        <dsp:cNvSpPr/>
      </dsp:nvSpPr>
      <dsp:spPr>
        <a:xfrm>
          <a:off x="0" y="283018"/>
          <a:ext cx="3868737" cy="3780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EA7E467-7DB6-4950-B417-34A286A37062}">
      <dsp:nvSpPr>
        <dsp:cNvPr id="0" name=""/>
        <dsp:cNvSpPr/>
      </dsp:nvSpPr>
      <dsp:spPr>
        <a:xfrm>
          <a:off x="193436" y="61618"/>
          <a:ext cx="2708115" cy="4428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360" tIns="0" rIns="102360" bIns="0" numCol="1" spcCol="1270" anchor="ctr" anchorCtr="0">
          <a:noAutofit/>
        </a:bodyPr>
        <a:lstStyle/>
        <a:p>
          <a:pPr marL="0" lvl="0" indent="0" algn="l" defTabSz="666750">
            <a:lnSpc>
              <a:spcPct val="90000"/>
            </a:lnSpc>
            <a:spcBef>
              <a:spcPct val="0"/>
            </a:spcBef>
            <a:spcAft>
              <a:spcPct val="35000"/>
            </a:spcAft>
            <a:buNone/>
          </a:pPr>
          <a:r>
            <a:rPr lang="pt-BR" sz="1500" b="0" i="0" kern="1200" dirty="0"/>
            <a:t>Valor total da venda</a:t>
          </a:r>
          <a:endParaRPr lang="en-US" sz="1500" kern="1200" dirty="0"/>
        </a:p>
      </dsp:txBody>
      <dsp:txXfrm>
        <a:off x="215052" y="83234"/>
        <a:ext cx="2664883" cy="399568"/>
      </dsp:txXfrm>
    </dsp:sp>
    <dsp:sp modelId="{E917C00F-DA83-418C-8C3B-719D16314D86}">
      <dsp:nvSpPr>
        <dsp:cNvPr id="0" name=""/>
        <dsp:cNvSpPr/>
      </dsp:nvSpPr>
      <dsp:spPr>
        <a:xfrm>
          <a:off x="0" y="963418"/>
          <a:ext cx="3868737" cy="3780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9F939DD-161C-4560-928B-DFC5DBA1A35D}">
      <dsp:nvSpPr>
        <dsp:cNvPr id="0" name=""/>
        <dsp:cNvSpPr/>
      </dsp:nvSpPr>
      <dsp:spPr>
        <a:xfrm>
          <a:off x="193436" y="742018"/>
          <a:ext cx="2708115" cy="4428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360" tIns="0" rIns="102360" bIns="0" numCol="1" spcCol="1270" anchor="ctr" anchorCtr="0">
          <a:noAutofit/>
        </a:bodyPr>
        <a:lstStyle/>
        <a:p>
          <a:pPr marL="0" lvl="0" indent="0" algn="l" defTabSz="666750">
            <a:lnSpc>
              <a:spcPct val="90000"/>
            </a:lnSpc>
            <a:spcBef>
              <a:spcPct val="0"/>
            </a:spcBef>
            <a:spcAft>
              <a:spcPct val="35000"/>
            </a:spcAft>
            <a:buNone/>
          </a:pPr>
          <a:r>
            <a:rPr lang="pt-BR" sz="1500" b="0" i="0" kern="1200" dirty="0"/>
            <a:t>Quantidade de itens vendidos</a:t>
          </a:r>
        </a:p>
      </dsp:txBody>
      <dsp:txXfrm>
        <a:off x="215052" y="763634"/>
        <a:ext cx="2664883" cy="399568"/>
      </dsp:txXfrm>
    </dsp:sp>
    <dsp:sp modelId="{0D5A45F4-0FB3-451B-B9A6-6ECE85085BAF}">
      <dsp:nvSpPr>
        <dsp:cNvPr id="0" name=""/>
        <dsp:cNvSpPr/>
      </dsp:nvSpPr>
      <dsp:spPr>
        <a:xfrm>
          <a:off x="0" y="1643818"/>
          <a:ext cx="3868737" cy="3780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540595E-AA8C-4227-94E3-5F8BAB3F9A19}">
      <dsp:nvSpPr>
        <dsp:cNvPr id="0" name=""/>
        <dsp:cNvSpPr/>
      </dsp:nvSpPr>
      <dsp:spPr>
        <a:xfrm>
          <a:off x="193436" y="1422418"/>
          <a:ext cx="2708115" cy="4428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360" tIns="0" rIns="102360" bIns="0" numCol="1" spcCol="1270" anchor="ctr" anchorCtr="0">
          <a:noAutofit/>
        </a:bodyPr>
        <a:lstStyle/>
        <a:p>
          <a:pPr marL="0" lvl="0" indent="0" algn="l" defTabSz="666750">
            <a:lnSpc>
              <a:spcPct val="90000"/>
            </a:lnSpc>
            <a:spcBef>
              <a:spcPct val="0"/>
            </a:spcBef>
            <a:spcAft>
              <a:spcPct val="35000"/>
            </a:spcAft>
            <a:buNone/>
          </a:pPr>
          <a:r>
            <a:rPr lang="pt-BR" sz="1500" b="0" i="0" kern="1200" dirty="0"/>
            <a:t>Lucro da venda</a:t>
          </a:r>
        </a:p>
      </dsp:txBody>
      <dsp:txXfrm>
        <a:off x="215052" y="1444034"/>
        <a:ext cx="2664883" cy="399568"/>
      </dsp:txXfrm>
    </dsp:sp>
    <dsp:sp modelId="{32958426-4620-4A4E-B6F6-89AE30E95DD2}">
      <dsp:nvSpPr>
        <dsp:cNvPr id="0" name=""/>
        <dsp:cNvSpPr/>
      </dsp:nvSpPr>
      <dsp:spPr>
        <a:xfrm>
          <a:off x="0" y="2324218"/>
          <a:ext cx="3868737" cy="3780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B0100D2-CEBD-471F-8344-7B67628BB063}">
      <dsp:nvSpPr>
        <dsp:cNvPr id="0" name=""/>
        <dsp:cNvSpPr/>
      </dsp:nvSpPr>
      <dsp:spPr>
        <a:xfrm>
          <a:off x="193436" y="2102818"/>
          <a:ext cx="2708115" cy="4428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360" tIns="0" rIns="102360" bIns="0" numCol="1" spcCol="1270" anchor="ctr" anchorCtr="0">
          <a:noAutofit/>
        </a:bodyPr>
        <a:lstStyle/>
        <a:p>
          <a:pPr marL="0" lvl="0" indent="0" algn="l" defTabSz="666750">
            <a:lnSpc>
              <a:spcPct val="90000"/>
            </a:lnSpc>
            <a:spcBef>
              <a:spcPct val="0"/>
            </a:spcBef>
            <a:spcAft>
              <a:spcPct val="35000"/>
            </a:spcAft>
            <a:buNone/>
          </a:pPr>
          <a:endParaRPr lang="pt-BR" sz="1500" b="0" i="0" kern="1200" dirty="0"/>
        </a:p>
      </dsp:txBody>
      <dsp:txXfrm>
        <a:off x="215052" y="2124434"/>
        <a:ext cx="2664883" cy="399568"/>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718154-B6F9-4BD9-B0A6-EB842D9FE1E3}">
      <dsp:nvSpPr>
        <dsp:cNvPr id="0" name=""/>
        <dsp:cNvSpPr/>
      </dsp:nvSpPr>
      <dsp:spPr>
        <a:xfrm>
          <a:off x="0" y="500434"/>
          <a:ext cx="7886700" cy="101108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2951B90-CED9-44A4-A52C-63041A213D03}">
      <dsp:nvSpPr>
        <dsp:cNvPr id="0" name=""/>
        <dsp:cNvSpPr/>
      </dsp:nvSpPr>
      <dsp:spPr>
        <a:xfrm>
          <a:off x="305852" y="727927"/>
          <a:ext cx="556094" cy="55609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D9FADB4-2AC9-4D2D-AA41-90DA52F929D1}">
      <dsp:nvSpPr>
        <dsp:cNvPr id="0" name=""/>
        <dsp:cNvSpPr/>
      </dsp:nvSpPr>
      <dsp:spPr>
        <a:xfrm>
          <a:off x="1167799" y="500434"/>
          <a:ext cx="6718900" cy="10110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7006" tIns="107006" rIns="107006" bIns="107006" numCol="1" spcCol="1270" anchor="ctr" anchorCtr="0">
          <a:noAutofit/>
        </a:bodyPr>
        <a:lstStyle/>
        <a:p>
          <a:pPr marL="0" lvl="0" indent="0" algn="l" defTabSz="622300">
            <a:lnSpc>
              <a:spcPct val="90000"/>
            </a:lnSpc>
            <a:spcBef>
              <a:spcPct val="0"/>
            </a:spcBef>
            <a:spcAft>
              <a:spcPct val="35000"/>
            </a:spcAft>
            <a:buNone/>
          </a:pPr>
          <a:r>
            <a:rPr lang="pt-BR" sz="1400" b="0" i="0" kern="1200"/>
            <a:t>Hierarquias em modelos multidimensionais referem-se à organização de dimensões em diferentes níveis de granularidade. </a:t>
          </a:r>
          <a:r>
            <a:rPr lang="pt-BR" sz="1400" b="0" i="0" kern="1200" dirty="0"/>
            <a:t>Essa organização permite uma análise mais detalhada ou mais agregada dos dados, dependendo das necessidades do usuário.</a:t>
          </a:r>
          <a:endParaRPr lang="en-US" sz="1400" kern="1200" dirty="0"/>
        </a:p>
      </dsp:txBody>
      <dsp:txXfrm>
        <a:off x="1167799" y="500434"/>
        <a:ext cx="6718900" cy="1011081"/>
      </dsp:txXfrm>
    </dsp:sp>
    <dsp:sp modelId="{1C02DCD2-BC1B-4DA7-AF30-C6724857050F}">
      <dsp:nvSpPr>
        <dsp:cNvPr id="0" name=""/>
        <dsp:cNvSpPr/>
      </dsp:nvSpPr>
      <dsp:spPr>
        <a:xfrm>
          <a:off x="0" y="1756626"/>
          <a:ext cx="7886700" cy="101108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93FE2AD-666A-4DE7-A6F3-472E210500A8}">
      <dsp:nvSpPr>
        <dsp:cNvPr id="0" name=""/>
        <dsp:cNvSpPr/>
      </dsp:nvSpPr>
      <dsp:spPr>
        <a:xfrm>
          <a:off x="305852" y="1984120"/>
          <a:ext cx="556094" cy="55609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DA9BCF2-E58C-4A28-8A2B-502912564917}">
      <dsp:nvSpPr>
        <dsp:cNvPr id="0" name=""/>
        <dsp:cNvSpPr/>
      </dsp:nvSpPr>
      <dsp:spPr>
        <a:xfrm>
          <a:off x="1167799" y="1756626"/>
          <a:ext cx="6718900" cy="10110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7006" tIns="107006" rIns="107006" bIns="107006" numCol="1" spcCol="1270" anchor="ctr" anchorCtr="0">
          <a:noAutofit/>
        </a:bodyPr>
        <a:lstStyle/>
        <a:p>
          <a:pPr marL="0" lvl="0" indent="0" algn="l" defTabSz="622300">
            <a:lnSpc>
              <a:spcPct val="90000"/>
            </a:lnSpc>
            <a:spcBef>
              <a:spcPct val="0"/>
            </a:spcBef>
            <a:spcAft>
              <a:spcPct val="35000"/>
            </a:spcAft>
            <a:buNone/>
          </a:pPr>
          <a:r>
            <a:rPr lang="pt-BR" sz="1400" b="0" i="0" kern="1200"/>
            <a:t>Uma hierarquia geralmente consiste em múltiplos níveis, onde cada nível representa uma dimensão em diferentes graus de detalhamento. Por exemplo, uma hierarquia de tempo pode começar com o ano como o nível mais alto, seguido pelo trimestre, mês e dia como níveis inferiores.</a:t>
          </a:r>
          <a:endParaRPr lang="en-US" sz="1400" kern="1200"/>
        </a:p>
      </dsp:txBody>
      <dsp:txXfrm>
        <a:off x="1167799" y="1756626"/>
        <a:ext cx="6718900" cy="1011081"/>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A6AC39F-D96A-4F20-A96F-288320427246}">
      <dsp:nvSpPr>
        <dsp:cNvPr id="0" name=""/>
        <dsp:cNvSpPr/>
      </dsp:nvSpPr>
      <dsp:spPr>
        <a:xfrm>
          <a:off x="891938" y="2433564"/>
          <a:ext cx="91440" cy="207337"/>
        </a:xfrm>
        <a:custGeom>
          <a:avLst/>
          <a:gdLst/>
          <a:ahLst/>
          <a:cxnLst/>
          <a:rect l="0" t="0" r="0" b="0"/>
          <a:pathLst>
            <a:path>
              <a:moveTo>
                <a:pt x="45720" y="0"/>
              </a:moveTo>
              <a:lnTo>
                <a:pt x="45720" y="207337"/>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8F1C83D-F3DC-4AD4-A87E-593270AF321B}">
      <dsp:nvSpPr>
        <dsp:cNvPr id="0" name=""/>
        <dsp:cNvSpPr/>
      </dsp:nvSpPr>
      <dsp:spPr>
        <a:xfrm>
          <a:off x="891938" y="1773531"/>
          <a:ext cx="91440" cy="207337"/>
        </a:xfrm>
        <a:custGeom>
          <a:avLst/>
          <a:gdLst/>
          <a:ahLst/>
          <a:cxnLst/>
          <a:rect l="0" t="0" r="0" b="0"/>
          <a:pathLst>
            <a:path>
              <a:moveTo>
                <a:pt x="45720" y="0"/>
              </a:moveTo>
              <a:lnTo>
                <a:pt x="45720" y="207337"/>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BACE988-89D4-4BF3-8226-8128367255E5}">
      <dsp:nvSpPr>
        <dsp:cNvPr id="0" name=""/>
        <dsp:cNvSpPr/>
      </dsp:nvSpPr>
      <dsp:spPr>
        <a:xfrm>
          <a:off x="891938" y="1113498"/>
          <a:ext cx="91440" cy="207337"/>
        </a:xfrm>
        <a:custGeom>
          <a:avLst/>
          <a:gdLst/>
          <a:ahLst/>
          <a:cxnLst/>
          <a:rect l="0" t="0" r="0" b="0"/>
          <a:pathLst>
            <a:path>
              <a:moveTo>
                <a:pt x="45720" y="0"/>
              </a:moveTo>
              <a:lnTo>
                <a:pt x="45720" y="207337"/>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8BAC750-6FB7-4978-AF8C-B35F574FEC30}">
      <dsp:nvSpPr>
        <dsp:cNvPr id="0" name=""/>
        <dsp:cNvSpPr/>
      </dsp:nvSpPr>
      <dsp:spPr>
        <a:xfrm>
          <a:off x="891938" y="453465"/>
          <a:ext cx="91440" cy="207337"/>
        </a:xfrm>
        <a:custGeom>
          <a:avLst/>
          <a:gdLst/>
          <a:ahLst/>
          <a:cxnLst/>
          <a:rect l="0" t="0" r="0" b="0"/>
          <a:pathLst>
            <a:path>
              <a:moveTo>
                <a:pt x="45720" y="0"/>
              </a:moveTo>
              <a:lnTo>
                <a:pt x="45720" y="207337"/>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01B703E-2340-4521-AC39-03EB3959A888}">
      <dsp:nvSpPr>
        <dsp:cNvPr id="0" name=""/>
        <dsp:cNvSpPr/>
      </dsp:nvSpPr>
      <dsp:spPr>
        <a:xfrm>
          <a:off x="581205" y="769"/>
          <a:ext cx="712906" cy="45269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4C53F47-BE6B-40CD-9415-922774D42675}">
      <dsp:nvSpPr>
        <dsp:cNvPr id="0" name=""/>
        <dsp:cNvSpPr/>
      </dsp:nvSpPr>
      <dsp:spPr>
        <a:xfrm>
          <a:off x="660417" y="76020"/>
          <a:ext cx="712906" cy="45269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pt-BR" sz="1100" b="0" i="0" kern="1200" dirty="0"/>
            <a:t>Ano</a:t>
          </a:r>
          <a:endParaRPr lang="pt-BR" sz="1100" kern="1200" dirty="0"/>
        </a:p>
      </dsp:txBody>
      <dsp:txXfrm>
        <a:off x="673676" y="89279"/>
        <a:ext cx="686388" cy="426177"/>
      </dsp:txXfrm>
    </dsp:sp>
    <dsp:sp modelId="{1E926B01-5448-4EF2-8D75-F7535642696A}">
      <dsp:nvSpPr>
        <dsp:cNvPr id="0" name=""/>
        <dsp:cNvSpPr/>
      </dsp:nvSpPr>
      <dsp:spPr>
        <a:xfrm>
          <a:off x="581205" y="660802"/>
          <a:ext cx="712906" cy="45269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6A7525D-73BF-40D9-B449-5C71C712BCCD}">
      <dsp:nvSpPr>
        <dsp:cNvPr id="0" name=""/>
        <dsp:cNvSpPr/>
      </dsp:nvSpPr>
      <dsp:spPr>
        <a:xfrm>
          <a:off x="660417" y="736053"/>
          <a:ext cx="712906" cy="45269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pt-BR" sz="1100" b="0" i="0" kern="1200" dirty="0"/>
            <a:t>Trimestre</a:t>
          </a:r>
          <a:endParaRPr lang="pt-BR" sz="1100" kern="1200" dirty="0"/>
        </a:p>
      </dsp:txBody>
      <dsp:txXfrm>
        <a:off x="673676" y="749312"/>
        <a:ext cx="686388" cy="426177"/>
      </dsp:txXfrm>
    </dsp:sp>
    <dsp:sp modelId="{7267C1FF-2B12-41EA-983B-4CFC0BD51D95}">
      <dsp:nvSpPr>
        <dsp:cNvPr id="0" name=""/>
        <dsp:cNvSpPr/>
      </dsp:nvSpPr>
      <dsp:spPr>
        <a:xfrm>
          <a:off x="581205" y="1320835"/>
          <a:ext cx="712906" cy="45269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0C8FD94-5D6D-4AA6-BB40-2B048D85AD1A}">
      <dsp:nvSpPr>
        <dsp:cNvPr id="0" name=""/>
        <dsp:cNvSpPr/>
      </dsp:nvSpPr>
      <dsp:spPr>
        <a:xfrm>
          <a:off x="660417" y="1396086"/>
          <a:ext cx="712906" cy="45269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pt-BR" sz="1100" b="0" i="0" kern="1200" dirty="0"/>
            <a:t>Mês</a:t>
          </a:r>
          <a:endParaRPr lang="pt-BR" sz="1100" kern="1200" dirty="0"/>
        </a:p>
      </dsp:txBody>
      <dsp:txXfrm>
        <a:off x="673676" y="1409345"/>
        <a:ext cx="686388" cy="426177"/>
      </dsp:txXfrm>
    </dsp:sp>
    <dsp:sp modelId="{DCDA3B05-5A77-4B1F-98B7-0EED2C581E60}">
      <dsp:nvSpPr>
        <dsp:cNvPr id="0" name=""/>
        <dsp:cNvSpPr/>
      </dsp:nvSpPr>
      <dsp:spPr>
        <a:xfrm>
          <a:off x="581205" y="1980868"/>
          <a:ext cx="712906" cy="45269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6C4EB59-43DF-42A8-B189-82FC2BDF2CF8}">
      <dsp:nvSpPr>
        <dsp:cNvPr id="0" name=""/>
        <dsp:cNvSpPr/>
      </dsp:nvSpPr>
      <dsp:spPr>
        <a:xfrm>
          <a:off x="660417" y="2056119"/>
          <a:ext cx="712906" cy="45269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pt-BR" sz="1100" b="0" i="0" kern="1200" dirty="0"/>
            <a:t>Semana</a:t>
          </a:r>
          <a:endParaRPr lang="pt-BR" sz="1100" kern="1200" dirty="0"/>
        </a:p>
      </dsp:txBody>
      <dsp:txXfrm>
        <a:off x="673676" y="2069378"/>
        <a:ext cx="686388" cy="426177"/>
      </dsp:txXfrm>
    </dsp:sp>
    <dsp:sp modelId="{6DF5C2E0-9F16-4507-B211-6F6A8B61F4A2}">
      <dsp:nvSpPr>
        <dsp:cNvPr id="0" name=""/>
        <dsp:cNvSpPr/>
      </dsp:nvSpPr>
      <dsp:spPr>
        <a:xfrm>
          <a:off x="581205" y="2640901"/>
          <a:ext cx="712906" cy="45269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0B3088C-D49C-4CCA-A809-353DD6740337}">
      <dsp:nvSpPr>
        <dsp:cNvPr id="0" name=""/>
        <dsp:cNvSpPr/>
      </dsp:nvSpPr>
      <dsp:spPr>
        <a:xfrm>
          <a:off x="660417" y="2716152"/>
          <a:ext cx="712906" cy="45269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pt-BR" sz="1100" b="0" i="0" kern="1200" dirty="0"/>
            <a:t>Dia</a:t>
          </a:r>
          <a:endParaRPr lang="pt-BR" sz="1100" kern="1200" dirty="0"/>
        </a:p>
      </dsp:txBody>
      <dsp:txXfrm>
        <a:off x="673676" y="2729411"/>
        <a:ext cx="686388" cy="426177"/>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83D925-34E0-4B69-B5C6-589BD131C3A2}">
      <dsp:nvSpPr>
        <dsp:cNvPr id="0" name=""/>
        <dsp:cNvSpPr/>
      </dsp:nvSpPr>
      <dsp:spPr>
        <a:xfrm>
          <a:off x="961356" y="2433617"/>
          <a:ext cx="91440" cy="207350"/>
        </a:xfrm>
        <a:custGeom>
          <a:avLst/>
          <a:gdLst/>
          <a:ahLst/>
          <a:cxnLst/>
          <a:rect l="0" t="0" r="0" b="0"/>
          <a:pathLst>
            <a:path>
              <a:moveTo>
                <a:pt x="45720" y="0"/>
              </a:moveTo>
              <a:lnTo>
                <a:pt x="45720" y="207350"/>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66301D7-05DA-4E53-99BF-13A429C2015E}">
      <dsp:nvSpPr>
        <dsp:cNvPr id="0" name=""/>
        <dsp:cNvSpPr/>
      </dsp:nvSpPr>
      <dsp:spPr>
        <a:xfrm>
          <a:off x="961356" y="1773543"/>
          <a:ext cx="91440" cy="207350"/>
        </a:xfrm>
        <a:custGeom>
          <a:avLst/>
          <a:gdLst/>
          <a:ahLst/>
          <a:cxnLst/>
          <a:rect l="0" t="0" r="0" b="0"/>
          <a:pathLst>
            <a:path>
              <a:moveTo>
                <a:pt x="45720" y="0"/>
              </a:moveTo>
              <a:lnTo>
                <a:pt x="45720" y="207350"/>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506A56A-3295-4862-91FE-596A1AE770FF}">
      <dsp:nvSpPr>
        <dsp:cNvPr id="0" name=""/>
        <dsp:cNvSpPr/>
      </dsp:nvSpPr>
      <dsp:spPr>
        <a:xfrm>
          <a:off x="961356" y="1113469"/>
          <a:ext cx="91440" cy="207350"/>
        </a:xfrm>
        <a:custGeom>
          <a:avLst/>
          <a:gdLst/>
          <a:ahLst/>
          <a:cxnLst/>
          <a:rect l="0" t="0" r="0" b="0"/>
          <a:pathLst>
            <a:path>
              <a:moveTo>
                <a:pt x="45720" y="0"/>
              </a:moveTo>
              <a:lnTo>
                <a:pt x="45720" y="207350"/>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C7EE959-BC41-4282-B5B4-3936296E3D26}">
      <dsp:nvSpPr>
        <dsp:cNvPr id="0" name=""/>
        <dsp:cNvSpPr/>
      </dsp:nvSpPr>
      <dsp:spPr>
        <a:xfrm>
          <a:off x="961356" y="453394"/>
          <a:ext cx="91440" cy="207350"/>
        </a:xfrm>
        <a:custGeom>
          <a:avLst/>
          <a:gdLst/>
          <a:ahLst/>
          <a:cxnLst/>
          <a:rect l="0" t="0" r="0" b="0"/>
          <a:pathLst>
            <a:path>
              <a:moveTo>
                <a:pt x="45720" y="0"/>
              </a:moveTo>
              <a:lnTo>
                <a:pt x="45720" y="207350"/>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01B703E-2340-4521-AC39-03EB3959A888}">
      <dsp:nvSpPr>
        <dsp:cNvPr id="0" name=""/>
        <dsp:cNvSpPr/>
      </dsp:nvSpPr>
      <dsp:spPr>
        <a:xfrm>
          <a:off x="650600" y="670"/>
          <a:ext cx="712951" cy="45272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4C53F47-BE6B-40CD-9415-922774D42675}">
      <dsp:nvSpPr>
        <dsp:cNvPr id="0" name=""/>
        <dsp:cNvSpPr/>
      </dsp:nvSpPr>
      <dsp:spPr>
        <a:xfrm>
          <a:off x="729817" y="75926"/>
          <a:ext cx="712951" cy="452724"/>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pt-BR" sz="900" b="0" i="0" kern="1200" dirty="0"/>
            <a:t>Continente</a:t>
          </a:r>
          <a:endParaRPr lang="pt-BR" sz="900" kern="1200" dirty="0"/>
        </a:p>
      </dsp:txBody>
      <dsp:txXfrm>
        <a:off x="743077" y="89186"/>
        <a:ext cx="686431" cy="426204"/>
      </dsp:txXfrm>
    </dsp:sp>
    <dsp:sp modelId="{4C76D31C-679F-4C0E-90C7-65A7EAE943F7}">
      <dsp:nvSpPr>
        <dsp:cNvPr id="0" name=""/>
        <dsp:cNvSpPr/>
      </dsp:nvSpPr>
      <dsp:spPr>
        <a:xfrm>
          <a:off x="650600" y="660745"/>
          <a:ext cx="712951" cy="45272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7FB514B-627F-4E30-9EBB-C8D850A0A182}">
      <dsp:nvSpPr>
        <dsp:cNvPr id="0" name=""/>
        <dsp:cNvSpPr/>
      </dsp:nvSpPr>
      <dsp:spPr>
        <a:xfrm>
          <a:off x="729817" y="736001"/>
          <a:ext cx="712951" cy="452724"/>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pt-BR" sz="900" b="0" i="0" kern="1200" dirty="0"/>
            <a:t>País</a:t>
          </a:r>
          <a:endParaRPr lang="pt-BR" sz="900" kern="1200" dirty="0"/>
        </a:p>
      </dsp:txBody>
      <dsp:txXfrm>
        <a:off x="743077" y="749261"/>
        <a:ext cx="686431" cy="426204"/>
      </dsp:txXfrm>
    </dsp:sp>
    <dsp:sp modelId="{19844DB0-123B-4FA0-8F80-4CDBB3D921A1}">
      <dsp:nvSpPr>
        <dsp:cNvPr id="0" name=""/>
        <dsp:cNvSpPr/>
      </dsp:nvSpPr>
      <dsp:spPr>
        <a:xfrm>
          <a:off x="650600" y="1320819"/>
          <a:ext cx="712951" cy="45272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5D1736D-8E65-4D77-A6FA-87A4A4C45782}">
      <dsp:nvSpPr>
        <dsp:cNvPr id="0" name=""/>
        <dsp:cNvSpPr/>
      </dsp:nvSpPr>
      <dsp:spPr>
        <a:xfrm>
          <a:off x="729817" y="1396075"/>
          <a:ext cx="712951" cy="452724"/>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pt-BR" sz="900" b="0" i="0" kern="1200" dirty="0"/>
            <a:t>Estado</a:t>
          </a:r>
          <a:endParaRPr lang="pt-BR" sz="900" kern="1200" dirty="0"/>
        </a:p>
      </dsp:txBody>
      <dsp:txXfrm>
        <a:off x="743077" y="1409335"/>
        <a:ext cx="686431" cy="426204"/>
      </dsp:txXfrm>
    </dsp:sp>
    <dsp:sp modelId="{02EE0DD3-3F3D-44CA-950A-F433B2E9FD13}">
      <dsp:nvSpPr>
        <dsp:cNvPr id="0" name=""/>
        <dsp:cNvSpPr/>
      </dsp:nvSpPr>
      <dsp:spPr>
        <a:xfrm>
          <a:off x="650600" y="1980893"/>
          <a:ext cx="712951" cy="45272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6D5D3D4-A165-4680-82ED-0E9EB2511479}">
      <dsp:nvSpPr>
        <dsp:cNvPr id="0" name=""/>
        <dsp:cNvSpPr/>
      </dsp:nvSpPr>
      <dsp:spPr>
        <a:xfrm>
          <a:off x="729817" y="2056149"/>
          <a:ext cx="712951" cy="452724"/>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pt-BR" sz="900" b="0" i="0" kern="1200"/>
            <a:t>Cidade</a:t>
          </a:r>
          <a:endParaRPr lang="pt-BR" sz="900" kern="1200" dirty="0"/>
        </a:p>
      </dsp:txBody>
      <dsp:txXfrm>
        <a:off x="743077" y="2069409"/>
        <a:ext cx="686431" cy="426204"/>
      </dsp:txXfrm>
    </dsp:sp>
    <dsp:sp modelId="{DE6085E6-BD57-4061-B2B8-AEE1D838BE2E}">
      <dsp:nvSpPr>
        <dsp:cNvPr id="0" name=""/>
        <dsp:cNvSpPr/>
      </dsp:nvSpPr>
      <dsp:spPr>
        <a:xfrm>
          <a:off x="650600" y="2640968"/>
          <a:ext cx="712951" cy="45272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CACCFEC-6D97-4BCF-B448-9059F4E484DC}">
      <dsp:nvSpPr>
        <dsp:cNvPr id="0" name=""/>
        <dsp:cNvSpPr/>
      </dsp:nvSpPr>
      <dsp:spPr>
        <a:xfrm>
          <a:off x="729817" y="2716224"/>
          <a:ext cx="712951" cy="452724"/>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pt-BR" sz="900" b="0" i="0" kern="1200" dirty="0"/>
            <a:t>Bairro</a:t>
          </a:r>
          <a:endParaRPr lang="pt-BR" sz="900" kern="1200" dirty="0"/>
        </a:p>
      </dsp:txBody>
      <dsp:txXfrm>
        <a:off x="743077" y="2729484"/>
        <a:ext cx="686431" cy="426204"/>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7D31E35-C78D-4B91-98B0-B8DACD7083C3}">
      <dsp:nvSpPr>
        <dsp:cNvPr id="0" name=""/>
        <dsp:cNvSpPr/>
      </dsp:nvSpPr>
      <dsp:spPr>
        <a:xfrm>
          <a:off x="1123316" y="2235844"/>
          <a:ext cx="91440" cy="261422"/>
        </a:xfrm>
        <a:custGeom>
          <a:avLst/>
          <a:gdLst/>
          <a:ahLst/>
          <a:cxnLst/>
          <a:rect l="0" t="0" r="0" b="0"/>
          <a:pathLst>
            <a:path>
              <a:moveTo>
                <a:pt x="45720" y="0"/>
              </a:moveTo>
              <a:lnTo>
                <a:pt x="45720" y="261422"/>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E467561-0AAD-4E5A-8D2B-F1F02F146A11}">
      <dsp:nvSpPr>
        <dsp:cNvPr id="0" name=""/>
        <dsp:cNvSpPr/>
      </dsp:nvSpPr>
      <dsp:spPr>
        <a:xfrm>
          <a:off x="1123316" y="1403637"/>
          <a:ext cx="91440" cy="261422"/>
        </a:xfrm>
        <a:custGeom>
          <a:avLst/>
          <a:gdLst/>
          <a:ahLst/>
          <a:cxnLst/>
          <a:rect l="0" t="0" r="0" b="0"/>
          <a:pathLst>
            <a:path>
              <a:moveTo>
                <a:pt x="45720" y="0"/>
              </a:moveTo>
              <a:lnTo>
                <a:pt x="45720" y="261422"/>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B6D14AB-5620-4D77-A5FD-143F28778EF5}">
      <dsp:nvSpPr>
        <dsp:cNvPr id="0" name=""/>
        <dsp:cNvSpPr/>
      </dsp:nvSpPr>
      <dsp:spPr>
        <a:xfrm>
          <a:off x="1123316" y="571429"/>
          <a:ext cx="91440" cy="261422"/>
        </a:xfrm>
        <a:custGeom>
          <a:avLst/>
          <a:gdLst/>
          <a:ahLst/>
          <a:cxnLst/>
          <a:rect l="0" t="0" r="0" b="0"/>
          <a:pathLst>
            <a:path>
              <a:moveTo>
                <a:pt x="45720" y="0"/>
              </a:moveTo>
              <a:lnTo>
                <a:pt x="45720" y="261422"/>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01B703E-2340-4521-AC39-03EB3959A888}">
      <dsp:nvSpPr>
        <dsp:cNvPr id="0" name=""/>
        <dsp:cNvSpPr/>
      </dsp:nvSpPr>
      <dsp:spPr>
        <a:xfrm>
          <a:off x="719599" y="644"/>
          <a:ext cx="898873" cy="57078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4C53F47-BE6B-40CD-9415-922774D42675}">
      <dsp:nvSpPr>
        <dsp:cNvPr id="0" name=""/>
        <dsp:cNvSpPr/>
      </dsp:nvSpPr>
      <dsp:spPr>
        <a:xfrm>
          <a:off x="819473" y="95525"/>
          <a:ext cx="898873" cy="570784"/>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pt-BR" sz="900" b="0" i="0" kern="1200" dirty="0"/>
            <a:t>Empresa</a:t>
          </a:r>
          <a:endParaRPr lang="pt-BR" sz="900" kern="1200" dirty="0"/>
        </a:p>
      </dsp:txBody>
      <dsp:txXfrm>
        <a:off x="836191" y="112243"/>
        <a:ext cx="865437" cy="537348"/>
      </dsp:txXfrm>
    </dsp:sp>
    <dsp:sp modelId="{004067D1-BBCE-449E-9EC4-9D36A04DBDFD}">
      <dsp:nvSpPr>
        <dsp:cNvPr id="0" name=""/>
        <dsp:cNvSpPr/>
      </dsp:nvSpPr>
      <dsp:spPr>
        <a:xfrm>
          <a:off x="719599" y="832852"/>
          <a:ext cx="898873" cy="57078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DA880B2-8ECB-4643-8C7A-26016C78B1D5}">
      <dsp:nvSpPr>
        <dsp:cNvPr id="0" name=""/>
        <dsp:cNvSpPr/>
      </dsp:nvSpPr>
      <dsp:spPr>
        <a:xfrm>
          <a:off x="819473" y="927733"/>
          <a:ext cx="898873" cy="570784"/>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pt-BR" sz="900" b="0" i="0" kern="1200" dirty="0"/>
            <a:t>Departamento</a:t>
          </a:r>
          <a:endParaRPr lang="pt-BR" sz="900" kern="1200" dirty="0"/>
        </a:p>
      </dsp:txBody>
      <dsp:txXfrm>
        <a:off x="836191" y="944451"/>
        <a:ext cx="865437" cy="537348"/>
      </dsp:txXfrm>
    </dsp:sp>
    <dsp:sp modelId="{AB899992-614F-4A59-B216-4ACD2C06B164}">
      <dsp:nvSpPr>
        <dsp:cNvPr id="0" name=""/>
        <dsp:cNvSpPr/>
      </dsp:nvSpPr>
      <dsp:spPr>
        <a:xfrm>
          <a:off x="719599" y="1665059"/>
          <a:ext cx="898873" cy="57078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D798092-598C-4053-A58E-85335381B23F}">
      <dsp:nvSpPr>
        <dsp:cNvPr id="0" name=""/>
        <dsp:cNvSpPr/>
      </dsp:nvSpPr>
      <dsp:spPr>
        <a:xfrm>
          <a:off x="819473" y="1759940"/>
          <a:ext cx="898873" cy="570784"/>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pt-BR" sz="900" b="0" i="0" kern="1200" dirty="0"/>
            <a:t>Equipe</a:t>
          </a:r>
          <a:endParaRPr lang="pt-BR" sz="900" kern="1200" dirty="0"/>
        </a:p>
      </dsp:txBody>
      <dsp:txXfrm>
        <a:off x="836191" y="1776658"/>
        <a:ext cx="865437" cy="537348"/>
      </dsp:txXfrm>
    </dsp:sp>
    <dsp:sp modelId="{C1CB4F78-B6AF-4FDD-813D-45E2C697C087}">
      <dsp:nvSpPr>
        <dsp:cNvPr id="0" name=""/>
        <dsp:cNvSpPr/>
      </dsp:nvSpPr>
      <dsp:spPr>
        <a:xfrm>
          <a:off x="719599" y="2497267"/>
          <a:ext cx="898873" cy="57078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E98EE63-7D1D-43A5-9D18-CD75CEBC3BDF}">
      <dsp:nvSpPr>
        <dsp:cNvPr id="0" name=""/>
        <dsp:cNvSpPr/>
      </dsp:nvSpPr>
      <dsp:spPr>
        <a:xfrm>
          <a:off x="819473" y="2592148"/>
          <a:ext cx="898873" cy="570784"/>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pt-BR" sz="900" b="0" i="0" kern="1200" dirty="0"/>
            <a:t>Funcionário</a:t>
          </a:r>
          <a:endParaRPr lang="pt-BR" sz="900" kern="1200" dirty="0"/>
        </a:p>
      </dsp:txBody>
      <dsp:txXfrm>
        <a:off x="836191" y="2608866"/>
        <a:ext cx="865437" cy="537348"/>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2C9911-D3DE-441E-93D0-41FD64F1E281}">
      <dsp:nvSpPr>
        <dsp:cNvPr id="0" name=""/>
        <dsp:cNvSpPr/>
      </dsp:nvSpPr>
      <dsp:spPr>
        <a:xfrm>
          <a:off x="931375" y="2235983"/>
          <a:ext cx="91440" cy="261477"/>
        </a:xfrm>
        <a:custGeom>
          <a:avLst/>
          <a:gdLst/>
          <a:ahLst/>
          <a:cxnLst/>
          <a:rect l="0" t="0" r="0" b="0"/>
          <a:pathLst>
            <a:path>
              <a:moveTo>
                <a:pt x="45720" y="0"/>
              </a:moveTo>
              <a:lnTo>
                <a:pt x="45720" y="261477"/>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465963B-7D6B-4769-BB45-D3A147D7BA4E}">
      <dsp:nvSpPr>
        <dsp:cNvPr id="0" name=""/>
        <dsp:cNvSpPr/>
      </dsp:nvSpPr>
      <dsp:spPr>
        <a:xfrm>
          <a:off x="931375" y="1403599"/>
          <a:ext cx="91440" cy="261477"/>
        </a:xfrm>
        <a:custGeom>
          <a:avLst/>
          <a:gdLst/>
          <a:ahLst/>
          <a:cxnLst/>
          <a:rect l="0" t="0" r="0" b="0"/>
          <a:pathLst>
            <a:path>
              <a:moveTo>
                <a:pt x="45720" y="0"/>
              </a:moveTo>
              <a:lnTo>
                <a:pt x="45720" y="261477"/>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4CF8270-81F3-4E8F-BB03-E4B45681C951}">
      <dsp:nvSpPr>
        <dsp:cNvPr id="0" name=""/>
        <dsp:cNvSpPr/>
      </dsp:nvSpPr>
      <dsp:spPr>
        <a:xfrm>
          <a:off x="931375" y="571215"/>
          <a:ext cx="91440" cy="261477"/>
        </a:xfrm>
        <a:custGeom>
          <a:avLst/>
          <a:gdLst/>
          <a:ahLst/>
          <a:cxnLst/>
          <a:rect l="0" t="0" r="0" b="0"/>
          <a:pathLst>
            <a:path>
              <a:moveTo>
                <a:pt x="45720" y="0"/>
              </a:moveTo>
              <a:lnTo>
                <a:pt x="45720" y="261477"/>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01B703E-2340-4521-AC39-03EB3959A888}">
      <dsp:nvSpPr>
        <dsp:cNvPr id="0" name=""/>
        <dsp:cNvSpPr/>
      </dsp:nvSpPr>
      <dsp:spPr>
        <a:xfrm>
          <a:off x="527563" y="309"/>
          <a:ext cx="899064" cy="570906"/>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4C53F47-BE6B-40CD-9415-922774D42675}">
      <dsp:nvSpPr>
        <dsp:cNvPr id="0" name=""/>
        <dsp:cNvSpPr/>
      </dsp:nvSpPr>
      <dsp:spPr>
        <a:xfrm>
          <a:off x="627459" y="95210"/>
          <a:ext cx="899064" cy="570906"/>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pt-BR" sz="1000" b="0" i="0" kern="1200" dirty="0"/>
            <a:t>Categoria</a:t>
          </a:r>
          <a:endParaRPr lang="pt-BR" sz="1000" kern="1200" dirty="0"/>
        </a:p>
      </dsp:txBody>
      <dsp:txXfrm>
        <a:off x="644180" y="111931"/>
        <a:ext cx="865622" cy="537464"/>
      </dsp:txXfrm>
    </dsp:sp>
    <dsp:sp modelId="{C60ABD70-12FC-4929-89D7-E96B907D1104}">
      <dsp:nvSpPr>
        <dsp:cNvPr id="0" name=""/>
        <dsp:cNvSpPr/>
      </dsp:nvSpPr>
      <dsp:spPr>
        <a:xfrm>
          <a:off x="527563" y="832693"/>
          <a:ext cx="899064" cy="570906"/>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4C253BC-D95D-462A-9AA0-F84218D78D7E}">
      <dsp:nvSpPr>
        <dsp:cNvPr id="0" name=""/>
        <dsp:cNvSpPr/>
      </dsp:nvSpPr>
      <dsp:spPr>
        <a:xfrm>
          <a:off x="627459" y="927594"/>
          <a:ext cx="899064" cy="570906"/>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pt-BR" sz="1000" b="0" i="0" kern="1200" dirty="0"/>
            <a:t>Subcategoria</a:t>
          </a:r>
          <a:endParaRPr lang="pt-BR" sz="1000" kern="1200" dirty="0"/>
        </a:p>
      </dsp:txBody>
      <dsp:txXfrm>
        <a:off x="644180" y="944315"/>
        <a:ext cx="865622" cy="537464"/>
      </dsp:txXfrm>
    </dsp:sp>
    <dsp:sp modelId="{AF921A76-6AF1-4329-B6CA-FFD5DE83A37B}">
      <dsp:nvSpPr>
        <dsp:cNvPr id="0" name=""/>
        <dsp:cNvSpPr/>
      </dsp:nvSpPr>
      <dsp:spPr>
        <a:xfrm>
          <a:off x="527563" y="1665077"/>
          <a:ext cx="899064" cy="570906"/>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55292E5-F488-45F4-9907-485EFE76B42E}">
      <dsp:nvSpPr>
        <dsp:cNvPr id="0" name=""/>
        <dsp:cNvSpPr/>
      </dsp:nvSpPr>
      <dsp:spPr>
        <a:xfrm>
          <a:off x="627459" y="1759978"/>
          <a:ext cx="899064" cy="570906"/>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pt-BR" sz="1000" b="0" i="0" kern="1200" dirty="0"/>
            <a:t>Produto</a:t>
          </a:r>
          <a:endParaRPr lang="pt-BR" sz="1000" kern="1200" dirty="0"/>
        </a:p>
      </dsp:txBody>
      <dsp:txXfrm>
        <a:off x="644180" y="1776699"/>
        <a:ext cx="865622" cy="537464"/>
      </dsp:txXfrm>
    </dsp:sp>
    <dsp:sp modelId="{5AF875B1-9B3D-44A2-A5D6-13DF9360169C}">
      <dsp:nvSpPr>
        <dsp:cNvPr id="0" name=""/>
        <dsp:cNvSpPr/>
      </dsp:nvSpPr>
      <dsp:spPr>
        <a:xfrm>
          <a:off x="527563" y="2497461"/>
          <a:ext cx="899064" cy="570906"/>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0171F75-107C-4A81-8692-09FA1FF3E97F}">
      <dsp:nvSpPr>
        <dsp:cNvPr id="0" name=""/>
        <dsp:cNvSpPr/>
      </dsp:nvSpPr>
      <dsp:spPr>
        <a:xfrm>
          <a:off x="627459" y="2592362"/>
          <a:ext cx="899064" cy="570906"/>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pt-BR" sz="1000" b="0" i="0" kern="1200"/>
            <a:t>SKU</a:t>
          </a:r>
          <a:endParaRPr lang="pt-BR" sz="1000" kern="1200" dirty="0"/>
        </a:p>
      </dsp:txBody>
      <dsp:txXfrm>
        <a:off x="644180" y="2609083"/>
        <a:ext cx="865622" cy="537464"/>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5A4D336-07E0-468D-8E79-0DCDBAC3BE31}">
      <dsp:nvSpPr>
        <dsp:cNvPr id="0" name=""/>
        <dsp:cNvSpPr/>
      </dsp:nvSpPr>
      <dsp:spPr>
        <a:xfrm rot="16200000">
          <a:off x="556319" y="-556319"/>
          <a:ext cx="1428086" cy="2540725"/>
        </a:xfrm>
        <a:prstGeom prst="round1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A65C8F90-8B2E-4B0E-ADCD-A2C861783892}">
      <dsp:nvSpPr>
        <dsp:cNvPr id="0" name=""/>
        <dsp:cNvSpPr/>
      </dsp:nvSpPr>
      <dsp:spPr>
        <a:xfrm>
          <a:off x="2540725" y="0"/>
          <a:ext cx="2540725" cy="1428086"/>
        </a:xfrm>
        <a:prstGeom prst="round1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D305E267-87B3-4EE0-A0C7-52893163289B}">
      <dsp:nvSpPr>
        <dsp:cNvPr id="0" name=""/>
        <dsp:cNvSpPr/>
      </dsp:nvSpPr>
      <dsp:spPr>
        <a:xfrm rot="10800000">
          <a:off x="0" y="1428086"/>
          <a:ext cx="2540725" cy="1428086"/>
        </a:xfrm>
        <a:prstGeom prst="round1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B301A556-B8BC-4795-9504-90AF1085B7DD}">
      <dsp:nvSpPr>
        <dsp:cNvPr id="0" name=""/>
        <dsp:cNvSpPr/>
      </dsp:nvSpPr>
      <dsp:spPr>
        <a:xfrm rot="5400000">
          <a:off x="3097045" y="871767"/>
          <a:ext cx="1428086" cy="2540725"/>
        </a:xfrm>
        <a:prstGeom prst="round1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9C7C741B-16D0-487F-A3D8-136DDB954B95}">
      <dsp:nvSpPr>
        <dsp:cNvPr id="0" name=""/>
        <dsp:cNvSpPr/>
      </dsp:nvSpPr>
      <dsp:spPr>
        <a:xfrm>
          <a:off x="1778507" y="1071064"/>
          <a:ext cx="1524435" cy="714043"/>
        </a:xfrm>
        <a:prstGeom prst="roundRect">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err="1"/>
            <a:t>Atividade</a:t>
          </a:r>
          <a:r>
            <a:rPr lang="en-US" sz="1000" kern="1200" dirty="0"/>
            <a:t>:</a:t>
          </a:r>
        </a:p>
        <a:p>
          <a:pPr marL="0" lvl="0" indent="0" algn="ctr" defTabSz="444500">
            <a:lnSpc>
              <a:spcPct val="90000"/>
            </a:lnSpc>
            <a:spcBef>
              <a:spcPct val="0"/>
            </a:spcBef>
            <a:spcAft>
              <a:spcPct val="35000"/>
            </a:spcAft>
            <a:buNone/>
          </a:pPr>
          <a:r>
            <a:rPr lang="en-US" sz="1000" kern="1200" dirty="0" err="1"/>
            <a:t>Mapeamento</a:t>
          </a:r>
          <a:r>
            <a:rPr lang="en-US" sz="1000" kern="1200" dirty="0"/>
            <a:t> – </a:t>
          </a:r>
          <a:r>
            <a:rPr lang="en-US" sz="1000" kern="1200" dirty="0" err="1"/>
            <a:t>Fato</a:t>
          </a:r>
          <a:r>
            <a:rPr lang="en-US" sz="1000" kern="1200" dirty="0"/>
            <a:t>, </a:t>
          </a:r>
          <a:r>
            <a:rPr lang="en-US" sz="1000" kern="1200" dirty="0" err="1"/>
            <a:t>dimensão</a:t>
          </a:r>
          <a:r>
            <a:rPr lang="en-US" sz="1000" kern="1200" dirty="0"/>
            <a:t>, </a:t>
          </a:r>
          <a:r>
            <a:rPr lang="en-US" sz="1000" kern="1200" dirty="0" err="1"/>
            <a:t>Hierarquias</a:t>
          </a:r>
          <a:r>
            <a:rPr lang="en-US" sz="1000" kern="1200" dirty="0"/>
            <a:t>.</a:t>
          </a:r>
        </a:p>
      </dsp:txBody>
      <dsp:txXfrm>
        <a:off x="1813364" y="1105921"/>
        <a:ext cx="1454721" cy="644329"/>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589EFEB-4BBA-4FFD-8196-7725FFFBF90C}">
      <dsp:nvSpPr>
        <dsp:cNvPr id="0" name=""/>
        <dsp:cNvSpPr/>
      </dsp:nvSpPr>
      <dsp:spPr>
        <a:xfrm>
          <a:off x="0" y="2962"/>
          <a:ext cx="7886700" cy="934129"/>
        </a:xfrm>
        <a:prstGeom prst="roundRect">
          <a:avLst>
            <a:gd name="adj" fmla="val 10000"/>
          </a:avLst>
        </a:prstGeom>
        <a:solidFill>
          <a:schemeClr val="dk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53F27EA-AF33-47D0-948A-D5A0F448262B}">
      <dsp:nvSpPr>
        <dsp:cNvPr id="0" name=""/>
        <dsp:cNvSpPr/>
      </dsp:nvSpPr>
      <dsp:spPr>
        <a:xfrm>
          <a:off x="293975" y="213141"/>
          <a:ext cx="514273" cy="51377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929AD57-6E89-434D-8AA0-50B27DE92B25}">
      <dsp:nvSpPr>
        <dsp:cNvPr id="0" name=""/>
        <dsp:cNvSpPr/>
      </dsp:nvSpPr>
      <dsp:spPr>
        <a:xfrm>
          <a:off x="1079422" y="2962"/>
          <a:ext cx="6764986" cy="9350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959" tIns="98959" rIns="98959" bIns="98959" numCol="1" spcCol="1270" anchor="ctr" anchorCtr="0">
          <a:noAutofit/>
        </a:bodyPr>
        <a:lstStyle/>
        <a:p>
          <a:pPr marL="0" lvl="0" indent="0" algn="l" defTabSz="622300">
            <a:lnSpc>
              <a:spcPct val="90000"/>
            </a:lnSpc>
            <a:spcBef>
              <a:spcPct val="0"/>
            </a:spcBef>
            <a:spcAft>
              <a:spcPct val="35000"/>
            </a:spcAft>
            <a:buNone/>
          </a:pPr>
          <a:r>
            <a:rPr lang="pt-BR" sz="1400" kern="1200"/>
            <a:t>É um </a:t>
          </a:r>
          <a:r>
            <a:rPr lang="pt-BR" sz="1400" kern="1200">
              <a:hlinkClick xmlns:r="http://schemas.openxmlformats.org/officeDocument/2006/relationships" r:id="rId3"/>
            </a:rPr>
            <a:t>complemento</a:t>
          </a:r>
          <a:r>
            <a:rPr lang="pt-BR" sz="1400" kern="1200"/>
            <a:t> desenvolvido a partir da versão do Excel 2010 e agora por padrão na versão 2016 como </a:t>
          </a:r>
          <a:r>
            <a:rPr lang="pt-BR" sz="1400" b="1" kern="1200"/>
            <a:t>Get &amp; Transform</a:t>
          </a:r>
          <a:r>
            <a:rPr lang="pt-BR" sz="1400" kern="1200"/>
            <a:t>.</a:t>
          </a:r>
          <a:endParaRPr lang="en-US" sz="1400" kern="1200"/>
        </a:p>
      </dsp:txBody>
      <dsp:txXfrm>
        <a:off x="1079422" y="2962"/>
        <a:ext cx="6764986" cy="935042"/>
      </dsp:txXfrm>
    </dsp:sp>
    <dsp:sp modelId="{D4AC5DD2-57F1-42EB-AD27-2547618672ED}">
      <dsp:nvSpPr>
        <dsp:cNvPr id="0" name=""/>
        <dsp:cNvSpPr/>
      </dsp:nvSpPr>
      <dsp:spPr>
        <a:xfrm>
          <a:off x="0" y="1164682"/>
          <a:ext cx="7886700" cy="934129"/>
        </a:xfrm>
        <a:prstGeom prst="roundRect">
          <a:avLst>
            <a:gd name="adj" fmla="val 10000"/>
          </a:avLst>
        </a:prstGeom>
        <a:solidFill>
          <a:schemeClr val="dk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8F6CB83-D148-4251-9A20-ABF393A97913}">
      <dsp:nvSpPr>
        <dsp:cNvPr id="0" name=""/>
        <dsp:cNvSpPr/>
      </dsp:nvSpPr>
      <dsp:spPr>
        <a:xfrm>
          <a:off x="282574" y="1374861"/>
          <a:ext cx="514273" cy="513771"/>
        </a:xfrm>
        <a:prstGeom prst="rect">
          <a:avLst/>
        </a:prstGeom>
        <a:blipFill>
          <a:blip xmlns:r="http://schemas.openxmlformats.org/officeDocument/2006/relationships"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6301B50-CA48-422A-9851-D85E6264D04A}">
      <dsp:nvSpPr>
        <dsp:cNvPr id="0" name=""/>
        <dsp:cNvSpPr/>
      </dsp:nvSpPr>
      <dsp:spPr>
        <a:xfrm>
          <a:off x="1079422" y="1164682"/>
          <a:ext cx="6764986" cy="9350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959" tIns="98959" rIns="98959" bIns="98959" numCol="1" spcCol="1270" anchor="ctr" anchorCtr="0">
          <a:noAutofit/>
        </a:bodyPr>
        <a:lstStyle/>
        <a:p>
          <a:pPr marL="0" lvl="0" indent="0" algn="l" defTabSz="622300">
            <a:lnSpc>
              <a:spcPct val="90000"/>
            </a:lnSpc>
            <a:spcBef>
              <a:spcPct val="0"/>
            </a:spcBef>
            <a:spcAft>
              <a:spcPct val="35000"/>
            </a:spcAft>
            <a:buNone/>
          </a:pPr>
          <a:r>
            <a:rPr lang="pt-BR" sz="1400" b="1" kern="1200"/>
            <a:t>Faz parte da proposta da Microsoft para o desenvolvimento do ETL por meio de sua sigla em inglês (Extract, Transform, Load) (Extract, Transform, Upload),</a:t>
          </a:r>
          <a:r>
            <a:rPr lang="pt-BR" sz="1400" kern="1200"/>
            <a:t> muito consistente com a situação da análise de grandes volumes de informações para qualquer setor econômico e social.</a:t>
          </a:r>
          <a:endParaRPr lang="en-US" sz="1400" kern="1200"/>
        </a:p>
      </dsp:txBody>
      <dsp:txXfrm>
        <a:off x="1079422" y="1164682"/>
        <a:ext cx="6764986" cy="935042"/>
      </dsp:txXfrm>
    </dsp:sp>
    <dsp:sp modelId="{A0DA1C81-703A-4987-A44B-5E43698EBAF8}">
      <dsp:nvSpPr>
        <dsp:cNvPr id="0" name=""/>
        <dsp:cNvSpPr/>
      </dsp:nvSpPr>
      <dsp:spPr>
        <a:xfrm>
          <a:off x="0" y="2326402"/>
          <a:ext cx="7886700" cy="934129"/>
        </a:xfrm>
        <a:prstGeom prst="roundRect">
          <a:avLst>
            <a:gd name="adj" fmla="val 10000"/>
          </a:avLst>
        </a:prstGeom>
        <a:solidFill>
          <a:schemeClr val="dk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9580100-E3D1-49FB-AD0F-8C8B31E1030C}">
      <dsp:nvSpPr>
        <dsp:cNvPr id="0" name=""/>
        <dsp:cNvSpPr/>
      </dsp:nvSpPr>
      <dsp:spPr>
        <a:xfrm>
          <a:off x="282574" y="2536581"/>
          <a:ext cx="514273" cy="513771"/>
        </a:xfrm>
        <a:prstGeom prst="rect">
          <a:avLst/>
        </a:prstGeom>
        <a:blipFill>
          <a:blip xmlns:r="http://schemas.openxmlformats.org/officeDocument/2006/relationships"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9A3548E-4356-4247-8E9B-4F24D24FAE7A}">
      <dsp:nvSpPr>
        <dsp:cNvPr id="0" name=""/>
        <dsp:cNvSpPr/>
      </dsp:nvSpPr>
      <dsp:spPr>
        <a:xfrm>
          <a:off x="1079422" y="2326402"/>
          <a:ext cx="6764986" cy="9350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959" tIns="98959" rIns="98959" bIns="98959" numCol="1" spcCol="1270" anchor="ctr" anchorCtr="0">
          <a:noAutofit/>
        </a:bodyPr>
        <a:lstStyle/>
        <a:p>
          <a:pPr marL="0" lvl="0" indent="0" algn="l" defTabSz="622300">
            <a:lnSpc>
              <a:spcPct val="90000"/>
            </a:lnSpc>
            <a:spcBef>
              <a:spcPct val="0"/>
            </a:spcBef>
            <a:spcAft>
              <a:spcPct val="35000"/>
            </a:spcAft>
            <a:buNone/>
          </a:pPr>
          <a:r>
            <a:rPr lang="pt-BR" sz="1400" b="1" kern="1200"/>
            <a:t>O Power Query permite conectar o Excel com múltiplas fontes de informações e transformá-las intuitivamente no</a:t>
          </a:r>
          <a:r>
            <a:rPr lang="pt-BR" sz="1400" kern="1200"/>
            <a:t> </a:t>
          </a:r>
          <a:r>
            <a:rPr lang="pt-BR" sz="1400" b="1" kern="1200"/>
            <a:t>Query Editor</a:t>
          </a:r>
          <a:r>
            <a:rPr lang="pt-BR" sz="1400" kern="1200"/>
            <a:t>. Há uma quantidade considerável de ferramentas para transformar nossos dados, estes são armazenados passo a passo, dando-nos controle total sobre o processo de transformação.</a:t>
          </a:r>
          <a:endParaRPr lang="en-US" sz="1400" kern="1200"/>
        </a:p>
      </dsp:txBody>
      <dsp:txXfrm>
        <a:off x="1079422" y="2326402"/>
        <a:ext cx="6764986" cy="935042"/>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68083FB-CDBE-42C4-891B-D6623666161D}">
      <dsp:nvSpPr>
        <dsp:cNvPr id="0" name=""/>
        <dsp:cNvSpPr/>
      </dsp:nvSpPr>
      <dsp:spPr>
        <a:xfrm>
          <a:off x="0" y="3474"/>
          <a:ext cx="8366760" cy="78415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D63EBE5-9B54-44E4-A530-0360B2770019}">
      <dsp:nvSpPr>
        <dsp:cNvPr id="0" name=""/>
        <dsp:cNvSpPr/>
      </dsp:nvSpPr>
      <dsp:spPr>
        <a:xfrm>
          <a:off x="237207" y="208538"/>
          <a:ext cx="431708" cy="43128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FE6BBDA-0FFE-46E2-B1BB-8C935E1C9F0F}">
      <dsp:nvSpPr>
        <dsp:cNvPr id="0" name=""/>
        <dsp:cNvSpPr/>
      </dsp:nvSpPr>
      <dsp:spPr>
        <a:xfrm>
          <a:off x="906124" y="3474"/>
          <a:ext cx="7446680" cy="8086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584" tIns="85584" rIns="85584" bIns="85584" numCol="1" spcCol="1270" anchor="ctr" anchorCtr="0">
          <a:noAutofit/>
        </a:bodyPr>
        <a:lstStyle/>
        <a:p>
          <a:pPr marL="0" lvl="0" indent="0" algn="l" defTabSz="622300">
            <a:lnSpc>
              <a:spcPct val="100000"/>
            </a:lnSpc>
            <a:spcBef>
              <a:spcPct val="0"/>
            </a:spcBef>
            <a:spcAft>
              <a:spcPct val="35000"/>
            </a:spcAft>
            <a:buNone/>
          </a:pPr>
          <a:r>
            <a:rPr lang="pt-BR" sz="1400" kern="1200" dirty="0"/>
            <a:t>É outro </a:t>
          </a:r>
          <a:r>
            <a:rPr lang="pt-BR" sz="1400" kern="1200" dirty="0">
              <a:hlinkClick xmlns:r="http://schemas.openxmlformats.org/officeDocument/2006/relationships" r:id="rId3"/>
            </a:rPr>
            <a:t>complemento</a:t>
          </a:r>
          <a:r>
            <a:rPr lang="pt-BR" sz="1400" kern="1200" dirty="0"/>
            <a:t> </a:t>
          </a:r>
          <a:r>
            <a:rPr lang="pt-BR" sz="1400" kern="1200" dirty="0">
              <a:hlinkClick xmlns:r="http://schemas.openxmlformats.org/officeDocument/2006/relationships" r:id="rId4"/>
            </a:rPr>
            <a:t>como</a:t>
          </a:r>
          <a:r>
            <a:rPr lang="pt-BR" sz="1400" kern="1200" dirty="0"/>
            <a:t> o Power Query desenvolvido desde a versão de 2010 nativamente incorporada a partir da versão de 2013. </a:t>
          </a:r>
          <a:r>
            <a:rPr lang="pt-BR" sz="1400" b="1" kern="1200" dirty="0"/>
            <a:t>Aqui podemos conectar várias fontes de informação ou com dados já transformados no Power Query.</a:t>
          </a:r>
          <a:endParaRPr lang="en-US" sz="1400" kern="1200" dirty="0"/>
        </a:p>
      </dsp:txBody>
      <dsp:txXfrm>
        <a:off x="906124" y="3474"/>
        <a:ext cx="7446680" cy="808663"/>
      </dsp:txXfrm>
    </dsp:sp>
    <dsp:sp modelId="{CD5EF00B-A030-4FDA-85B6-E02AC5227BF0}">
      <dsp:nvSpPr>
        <dsp:cNvPr id="0" name=""/>
        <dsp:cNvSpPr/>
      </dsp:nvSpPr>
      <dsp:spPr>
        <a:xfrm>
          <a:off x="0" y="1014303"/>
          <a:ext cx="8366760" cy="78415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A466127-FFBB-419B-B833-103F20E56786}">
      <dsp:nvSpPr>
        <dsp:cNvPr id="0" name=""/>
        <dsp:cNvSpPr/>
      </dsp:nvSpPr>
      <dsp:spPr>
        <a:xfrm>
          <a:off x="237207" y="1190739"/>
          <a:ext cx="431708" cy="43128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2874730-63D0-478E-B039-36921E353A44}">
      <dsp:nvSpPr>
        <dsp:cNvPr id="0" name=""/>
        <dsp:cNvSpPr/>
      </dsp:nvSpPr>
      <dsp:spPr>
        <a:xfrm>
          <a:off x="906124" y="1014303"/>
          <a:ext cx="7446680" cy="8086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584" tIns="85584" rIns="85584" bIns="85584" numCol="1" spcCol="1270" anchor="ctr" anchorCtr="0">
          <a:noAutofit/>
        </a:bodyPr>
        <a:lstStyle/>
        <a:p>
          <a:pPr marL="0" lvl="0" indent="0" algn="l" defTabSz="622300">
            <a:lnSpc>
              <a:spcPct val="100000"/>
            </a:lnSpc>
            <a:spcBef>
              <a:spcPct val="0"/>
            </a:spcBef>
            <a:spcAft>
              <a:spcPct val="35000"/>
            </a:spcAft>
            <a:buNone/>
          </a:pPr>
          <a:r>
            <a:rPr lang="pt-BR" sz="1400" kern="1200"/>
            <a:t>Graças à sua tecnologia de memória integrada, você pode armazenar milhões de registros sem grandes problemas contrários à nossa folha de Excel limitada.</a:t>
          </a:r>
          <a:endParaRPr lang="en-US" sz="1400" kern="1200"/>
        </a:p>
      </dsp:txBody>
      <dsp:txXfrm>
        <a:off x="906124" y="1014303"/>
        <a:ext cx="7446680" cy="808663"/>
      </dsp:txXfrm>
    </dsp:sp>
    <dsp:sp modelId="{FF7BB81E-CDA3-4C03-9EF5-67CCAC433C0C}">
      <dsp:nvSpPr>
        <dsp:cNvPr id="0" name=""/>
        <dsp:cNvSpPr/>
      </dsp:nvSpPr>
      <dsp:spPr>
        <a:xfrm>
          <a:off x="0" y="2025132"/>
          <a:ext cx="8366760" cy="78415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8AB837F-F13A-4E17-B52F-8E4E2095B1FE}">
      <dsp:nvSpPr>
        <dsp:cNvPr id="0" name=""/>
        <dsp:cNvSpPr/>
      </dsp:nvSpPr>
      <dsp:spPr>
        <a:xfrm>
          <a:off x="237207" y="2201568"/>
          <a:ext cx="431708" cy="431287"/>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8DB9B08-D262-4529-9B88-6ABCA1ADD62C}">
      <dsp:nvSpPr>
        <dsp:cNvPr id="0" name=""/>
        <dsp:cNvSpPr/>
      </dsp:nvSpPr>
      <dsp:spPr>
        <a:xfrm>
          <a:off x="906124" y="2025132"/>
          <a:ext cx="7446680" cy="8086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584" tIns="85584" rIns="85584" bIns="85584" numCol="1" spcCol="1270" anchor="ctr" anchorCtr="0">
          <a:noAutofit/>
        </a:bodyPr>
        <a:lstStyle/>
        <a:p>
          <a:pPr marL="0" lvl="0" indent="0" algn="l" defTabSz="622300">
            <a:lnSpc>
              <a:spcPct val="100000"/>
            </a:lnSpc>
            <a:spcBef>
              <a:spcPct val="0"/>
            </a:spcBef>
            <a:spcAft>
              <a:spcPct val="35000"/>
            </a:spcAft>
            <a:buNone/>
          </a:pPr>
          <a:r>
            <a:rPr lang="pt-BR" sz="1400" kern="1200"/>
            <a:t>Ele apresenta as </a:t>
          </a:r>
          <a:r>
            <a:rPr lang="pt-BR" sz="1400" kern="1200">
              <a:hlinkClick xmlns:r="http://schemas.openxmlformats.org/officeDocument/2006/relationships" r:id="rId9"/>
            </a:rPr>
            <a:t>funções</a:t>
          </a:r>
          <a:r>
            <a:rPr lang="pt-BR" sz="1400" kern="1200"/>
            <a:t> </a:t>
          </a:r>
          <a:r>
            <a:rPr lang="pt-BR" sz="1400" b="1" kern="1200"/>
            <a:t>DAX</a:t>
          </a:r>
          <a:r>
            <a:rPr lang="pt-BR" sz="1400" kern="1200"/>
            <a:t> que são desenvolvidas para formular e extrair informações de cubos de dados e nos permite criar métricas complexas e indicadores KPI (Key Performance Indicators).</a:t>
          </a:r>
          <a:endParaRPr lang="en-US" sz="1400" kern="1200"/>
        </a:p>
      </dsp:txBody>
      <dsp:txXfrm>
        <a:off x="906124" y="2025132"/>
        <a:ext cx="7446680" cy="808663"/>
      </dsp:txXfrm>
    </dsp:sp>
    <dsp:sp modelId="{DC39F513-9AD2-411C-8FCA-204B5BF6ABE0}">
      <dsp:nvSpPr>
        <dsp:cNvPr id="0" name=""/>
        <dsp:cNvSpPr/>
      </dsp:nvSpPr>
      <dsp:spPr>
        <a:xfrm>
          <a:off x="0" y="3035962"/>
          <a:ext cx="8366760" cy="78415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5E6C7F2-0FF5-4D16-AA78-876F40EA6CB2}">
      <dsp:nvSpPr>
        <dsp:cNvPr id="0" name=""/>
        <dsp:cNvSpPr/>
      </dsp:nvSpPr>
      <dsp:spPr>
        <a:xfrm>
          <a:off x="237207" y="3212397"/>
          <a:ext cx="431708" cy="431287"/>
        </a:xfrm>
        <a:prstGeom prst="rect">
          <a:avLst/>
        </a:prstGeom>
        <a:blipFill>
          <a:blip xmlns:r="http://schemas.openxmlformats.org/officeDocument/2006/relationships"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4BEDE6D-7BDF-48B9-8CE3-B08B16C8A4B3}">
      <dsp:nvSpPr>
        <dsp:cNvPr id="0" name=""/>
        <dsp:cNvSpPr/>
      </dsp:nvSpPr>
      <dsp:spPr>
        <a:xfrm>
          <a:off x="906124" y="3035962"/>
          <a:ext cx="7446680" cy="8086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584" tIns="85584" rIns="85584" bIns="85584" numCol="1" spcCol="1270" anchor="ctr" anchorCtr="0">
          <a:noAutofit/>
        </a:bodyPr>
        <a:lstStyle/>
        <a:p>
          <a:pPr marL="0" lvl="0" indent="0" algn="l" defTabSz="622300">
            <a:lnSpc>
              <a:spcPct val="100000"/>
            </a:lnSpc>
            <a:spcBef>
              <a:spcPct val="0"/>
            </a:spcBef>
            <a:spcAft>
              <a:spcPct val="35000"/>
            </a:spcAft>
            <a:buNone/>
          </a:pPr>
          <a:r>
            <a:rPr lang="pt-BR" sz="1400" kern="1200"/>
            <a:t>Ele nos permite criar nossos modelos de dados de uma maneira relacionativa como já conhecemos no Access e, em seguida, visualizá-los usando nossas tabelas e gráficos dinâmicos tradicionais ou dinamicamente com </a:t>
          </a:r>
          <a:r>
            <a:rPr lang="pt-BR" sz="1400" b="1" kern="1200"/>
            <a:t>Power View</a:t>
          </a:r>
          <a:r>
            <a:rPr lang="pt-BR" sz="1400" kern="1200"/>
            <a:t> e </a:t>
          </a:r>
          <a:r>
            <a:rPr lang="pt-BR" sz="1400" b="1" kern="1200"/>
            <a:t>Power Maps</a:t>
          </a:r>
          <a:r>
            <a:rPr lang="pt-BR" sz="1400" kern="1200"/>
            <a:t>.</a:t>
          </a:r>
          <a:endParaRPr lang="en-US" sz="1400" kern="1200"/>
        </a:p>
      </dsp:txBody>
      <dsp:txXfrm>
        <a:off x="906124" y="3035962"/>
        <a:ext cx="7446680" cy="808663"/>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C98E901-EC44-4A55-AA17-8B8C2DFFC3D5}">
      <dsp:nvSpPr>
        <dsp:cNvPr id="0" name=""/>
        <dsp:cNvSpPr/>
      </dsp:nvSpPr>
      <dsp:spPr>
        <a:xfrm>
          <a:off x="481140" y="274427"/>
          <a:ext cx="783896" cy="78389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C8048EA-A9B7-4A33-94CE-1F2E5FDF0DCB}">
      <dsp:nvSpPr>
        <dsp:cNvPr id="0" name=""/>
        <dsp:cNvSpPr/>
      </dsp:nvSpPr>
      <dsp:spPr>
        <a:xfrm>
          <a:off x="2092" y="1465737"/>
          <a:ext cx="1741992" cy="15242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pt-BR" sz="1100" kern="1200"/>
            <a:t>M é a linguagem por trás do Editor de Consultas, presentes tanto no Power BI como no Excel. Na realidade, M é o nome informal dessa linguagem. O nome formal é </a:t>
          </a:r>
          <a:r>
            <a:rPr lang="pt-BR" sz="1100" i="1" kern="1200"/>
            <a:t>Power Query Formula Language, </a:t>
          </a:r>
          <a:r>
            <a:rPr lang="pt-BR" sz="1100" kern="1200"/>
            <a:t>mas própria Microsoft se refere apenas como M.</a:t>
          </a:r>
          <a:endParaRPr lang="en-US" sz="1100" kern="1200"/>
        </a:p>
      </dsp:txBody>
      <dsp:txXfrm>
        <a:off x="2092" y="1465737"/>
        <a:ext cx="1741992" cy="1524243"/>
      </dsp:txXfrm>
    </dsp:sp>
    <dsp:sp modelId="{9BAF4CFE-5891-4F40-AD26-D0D70C3EE619}">
      <dsp:nvSpPr>
        <dsp:cNvPr id="0" name=""/>
        <dsp:cNvSpPr/>
      </dsp:nvSpPr>
      <dsp:spPr>
        <a:xfrm>
          <a:off x="2527981" y="274427"/>
          <a:ext cx="783896" cy="78389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45BC6C3-896F-4C38-BBA6-5B327592E7C7}">
      <dsp:nvSpPr>
        <dsp:cNvPr id="0" name=""/>
        <dsp:cNvSpPr/>
      </dsp:nvSpPr>
      <dsp:spPr>
        <a:xfrm>
          <a:off x="2048933" y="1465737"/>
          <a:ext cx="1741992" cy="15242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pt-BR" sz="1100" kern="1200"/>
            <a:t>M é uma linguagem que compõe basicamente uma aplicação </a:t>
          </a:r>
          <a:r>
            <a:rPr lang="pt-BR" sz="1100" i="1" kern="1200"/>
            <a:t>Mashup</a:t>
          </a:r>
          <a:r>
            <a:rPr lang="pt-BR" sz="1100" kern="1200"/>
            <a:t>, isto é, capaz de reunir e transformar o conteúdo de uma ou várias fontes de dados.</a:t>
          </a:r>
          <a:endParaRPr lang="en-US" sz="1100" kern="1200"/>
        </a:p>
      </dsp:txBody>
      <dsp:txXfrm>
        <a:off x="2048933" y="1465737"/>
        <a:ext cx="1741992" cy="1524243"/>
      </dsp:txXfrm>
    </dsp:sp>
    <dsp:sp modelId="{F3C6BA52-3FAC-497F-BE45-CB4B8E4BE10A}">
      <dsp:nvSpPr>
        <dsp:cNvPr id="0" name=""/>
        <dsp:cNvSpPr/>
      </dsp:nvSpPr>
      <dsp:spPr>
        <a:xfrm>
          <a:off x="4574822" y="274427"/>
          <a:ext cx="783896" cy="78389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52C1C23-7A96-4AB1-BBA1-D7AF5F0F3C5A}">
      <dsp:nvSpPr>
        <dsp:cNvPr id="0" name=""/>
        <dsp:cNvSpPr/>
      </dsp:nvSpPr>
      <dsp:spPr>
        <a:xfrm>
          <a:off x="4095774" y="1465737"/>
          <a:ext cx="1741992" cy="15242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pt-BR" sz="1100" kern="1200"/>
            <a:t>A linguagem M é composta por uma estrutura passo a passo. Uma linha de código normalmente é uma etapa de transformação, e o resultado desta linha é usado na próxima linha (próximo passo de transformação). </a:t>
          </a:r>
          <a:endParaRPr lang="en-US" sz="1100" kern="1200"/>
        </a:p>
      </dsp:txBody>
      <dsp:txXfrm>
        <a:off x="4095774" y="1465737"/>
        <a:ext cx="1741992" cy="1524243"/>
      </dsp:txXfrm>
    </dsp:sp>
    <dsp:sp modelId="{3638B751-E7A7-422B-89CC-AFD32705BC28}">
      <dsp:nvSpPr>
        <dsp:cNvPr id="0" name=""/>
        <dsp:cNvSpPr/>
      </dsp:nvSpPr>
      <dsp:spPr>
        <a:xfrm>
          <a:off x="6621662" y="274427"/>
          <a:ext cx="783896" cy="78389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B0CE759-43C0-4BC2-9DA9-194358858A63}">
      <dsp:nvSpPr>
        <dsp:cNvPr id="0" name=""/>
        <dsp:cNvSpPr/>
      </dsp:nvSpPr>
      <dsp:spPr>
        <a:xfrm>
          <a:off x="6142615" y="1465737"/>
          <a:ext cx="1741992" cy="15242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pt-BR" sz="1100" kern="1200"/>
            <a:t>A estrutura é escrita em blocos (</a:t>
          </a:r>
          <a:r>
            <a:rPr lang="pt-BR" sz="1100" i="1" kern="1200"/>
            <a:t>let</a:t>
          </a:r>
          <a:r>
            <a:rPr lang="pt-BR" sz="1100" kern="1200"/>
            <a:t> e </a:t>
          </a:r>
          <a:r>
            <a:rPr lang="pt-BR" sz="1100" i="1" kern="1200"/>
            <a:t>in</a:t>
          </a:r>
          <a:r>
            <a:rPr lang="pt-BR" sz="1100" kern="1200"/>
            <a:t>) e mais alguns outros recursos da linguagem. Por causa dessa estrutura de blocos a linguagem M é muito mais familiar para os programadores, assemelhando-se a outras linguagens de programação.</a:t>
          </a:r>
          <a:endParaRPr lang="en-US" sz="1100" kern="1200"/>
        </a:p>
      </dsp:txBody>
      <dsp:txXfrm>
        <a:off x="6142615" y="1465737"/>
        <a:ext cx="1741992" cy="1524243"/>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2AD369-7BD6-4E02-937D-E5F06F48F5FA}">
      <dsp:nvSpPr>
        <dsp:cNvPr id="0" name=""/>
        <dsp:cNvSpPr/>
      </dsp:nvSpPr>
      <dsp:spPr>
        <a:xfrm>
          <a:off x="0" y="2962"/>
          <a:ext cx="7886700" cy="934129"/>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57B9B3E-4012-4B83-A426-EB515AD588E8}">
      <dsp:nvSpPr>
        <dsp:cNvPr id="0" name=""/>
        <dsp:cNvSpPr/>
      </dsp:nvSpPr>
      <dsp:spPr>
        <a:xfrm>
          <a:off x="282574" y="213141"/>
          <a:ext cx="514273" cy="51377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0B36517-6E34-4F1F-9DA1-10B3B241DDD4}">
      <dsp:nvSpPr>
        <dsp:cNvPr id="0" name=""/>
        <dsp:cNvSpPr/>
      </dsp:nvSpPr>
      <dsp:spPr>
        <a:xfrm>
          <a:off x="1079422" y="2962"/>
          <a:ext cx="6764986" cy="9350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959" tIns="98959" rIns="98959" bIns="98959" numCol="1" spcCol="1270" anchor="ctr" anchorCtr="0">
          <a:noAutofit/>
        </a:bodyPr>
        <a:lstStyle/>
        <a:p>
          <a:pPr marL="0" lvl="0" indent="0" algn="l" defTabSz="622300">
            <a:lnSpc>
              <a:spcPct val="90000"/>
            </a:lnSpc>
            <a:spcBef>
              <a:spcPct val="0"/>
            </a:spcBef>
            <a:spcAft>
              <a:spcPct val="35000"/>
            </a:spcAft>
            <a:buNone/>
          </a:pPr>
          <a:r>
            <a:rPr lang="pt-BR" sz="1400" b="0" i="0" kern="1200" dirty="0"/>
            <a:t>DAX é uma abreviação de Data </a:t>
          </a:r>
          <a:r>
            <a:rPr lang="pt-BR" sz="1400" b="0" i="0" kern="1200" dirty="0" err="1"/>
            <a:t>Analysis</a:t>
          </a:r>
          <a:r>
            <a:rPr lang="pt-BR" sz="1400" b="0" i="0" kern="1200" dirty="0"/>
            <a:t> </a:t>
          </a:r>
          <a:r>
            <a:rPr lang="pt-BR" sz="1400" b="0" i="0" kern="1200" dirty="0" err="1"/>
            <a:t>eXpression</a:t>
          </a:r>
          <a:r>
            <a:rPr lang="pt-BR" sz="1400" b="0" i="0" kern="1200" dirty="0"/>
            <a:t> </a:t>
          </a:r>
          <a:r>
            <a:rPr lang="pt-BR" sz="1400" b="0" i="0" kern="1200" dirty="0" err="1"/>
            <a:t>Language</a:t>
          </a:r>
          <a:r>
            <a:rPr lang="pt-BR" sz="1400" b="0" i="0" kern="1200" dirty="0"/>
            <a:t>. Esta linguagem está presente tanto no Power BI, Power </a:t>
          </a:r>
          <a:r>
            <a:rPr lang="pt-BR" sz="1400" b="0" i="0" kern="1200" dirty="0" err="1"/>
            <a:t>Pivot</a:t>
          </a:r>
          <a:r>
            <a:rPr lang="pt-BR" sz="1400" b="0" i="0" kern="1200" dirty="0"/>
            <a:t> do Excel e no SQL Server </a:t>
          </a:r>
          <a:r>
            <a:rPr lang="pt-BR" sz="1400" b="0" i="0" kern="1200" dirty="0" err="1"/>
            <a:t>Analysis</a:t>
          </a:r>
          <a:r>
            <a:rPr lang="pt-BR" sz="1400" b="0" i="0" kern="1200" dirty="0"/>
            <a:t> Services Tabular.</a:t>
          </a:r>
          <a:endParaRPr lang="pt-BR" sz="1400" kern="1200" dirty="0"/>
        </a:p>
      </dsp:txBody>
      <dsp:txXfrm>
        <a:off x="1079422" y="2962"/>
        <a:ext cx="6764986" cy="935042"/>
      </dsp:txXfrm>
    </dsp:sp>
    <dsp:sp modelId="{8D10468C-1E7B-42F7-8D5F-329289E39FA7}">
      <dsp:nvSpPr>
        <dsp:cNvPr id="0" name=""/>
        <dsp:cNvSpPr/>
      </dsp:nvSpPr>
      <dsp:spPr>
        <a:xfrm>
          <a:off x="0" y="1164682"/>
          <a:ext cx="7886700" cy="934129"/>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05A6D21-C161-4C25-8AB1-6B4ABDDA442D}">
      <dsp:nvSpPr>
        <dsp:cNvPr id="0" name=""/>
        <dsp:cNvSpPr/>
      </dsp:nvSpPr>
      <dsp:spPr>
        <a:xfrm>
          <a:off x="282574" y="1374861"/>
          <a:ext cx="514273" cy="51377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BBD43D8-F5A1-45E6-9E98-E1371EF1A5EA}">
      <dsp:nvSpPr>
        <dsp:cNvPr id="0" name=""/>
        <dsp:cNvSpPr/>
      </dsp:nvSpPr>
      <dsp:spPr>
        <a:xfrm>
          <a:off x="1079422" y="1164682"/>
          <a:ext cx="6764986" cy="9350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959" tIns="98959" rIns="98959" bIns="98959" numCol="1" spcCol="1270" anchor="ctr" anchorCtr="0">
          <a:noAutofit/>
        </a:bodyPr>
        <a:lstStyle/>
        <a:p>
          <a:pPr marL="0" lvl="0" indent="0" algn="l" defTabSz="622300">
            <a:lnSpc>
              <a:spcPct val="90000"/>
            </a:lnSpc>
            <a:spcBef>
              <a:spcPct val="0"/>
            </a:spcBef>
            <a:spcAft>
              <a:spcPct val="35000"/>
            </a:spcAft>
            <a:buNone/>
          </a:pPr>
          <a:r>
            <a:rPr lang="pt-BR" sz="1400" b="0" i="0" kern="1200"/>
            <a:t>DAX é uma linguagem de expressões onde a sua estrutura é construída através de funções que podem ser aninhadas umas as outras, muito similar as fórmulas do Excel. A semelhança é tanta que existem muitas funções em comum entre o Excel e o DAX. Mas não se engane, DAX é muito mais poderoso do que as fórmulas do Excel.</a:t>
          </a:r>
          <a:endParaRPr lang="pt-BR" sz="1400" kern="1200"/>
        </a:p>
      </dsp:txBody>
      <dsp:txXfrm>
        <a:off x="1079422" y="1164682"/>
        <a:ext cx="6764986" cy="935042"/>
      </dsp:txXfrm>
    </dsp:sp>
    <dsp:sp modelId="{09E9BD33-824C-4C5D-84A7-BAAFA6123213}">
      <dsp:nvSpPr>
        <dsp:cNvPr id="0" name=""/>
        <dsp:cNvSpPr/>
      </dsp:nvSpPr>
      <dsp:spPr>
        <a:xfrm>
          <a:off x="0" y="2326402"/>
          <a:ext cx="7886700" cy="934129"/>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A7A6780-37B6-40D3-917D-5E6CFBB30651}">
      <dsp:nvSpPr>
        <dsp:cNvPr id="0" name=""/>
        <dsp:cNvSpPr/>
      </dsp:nvSpPr>
      <dsp:spPr>
        <a:xfrm>
          <a:off x="282574" y="2536581"/>
          <a:ext cx="514273" cy="51377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7061196-0E88-471E-B61E-0DCE88FA0B85}">
      <dsp:nvSpPr>
        <dsp:cNvPr id="0" name=""/>
        <dsp:cNvSpPr/>
      </dsp:nvSpPr>
      <dsp:spPr>
        <a:xfrm>
          <a:off x="1079422" y="2326402"/>
          <a:ext cx="6764986" cy="9350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959" tIns="98959" rIns="98959" bIns="98959" numCol="1" spcCol="1270" anchor="ctr" anchorCtr="0">
          <a:noAutofit/>
        </a:bodyPr>
        <a:lstStyle/>
        <a:p>
          <a:pPr marL="0" lvl="0" indent="0" algn="l" defTabSz="622300">
            <a:lnSpc>
              <a:spcPct val="90000"/>
            </a:lnSpc>
            <a:spcBef>
              <a:spcPct val="0"/>
            </a:spcBef>
            <a:spcAft>
              <a:spcPct val="35000"/>
            </a:spcAft>
            <a:buNone/>
          </a:pPr>
          <a:r>
            <a:rPr lang="pt-BR" sz="1400" b="0" i="0" kern="1200"/>
            <a:t>Por causa dessa semelhança, os usuários de Excel sentem-se muito confortáveis com a linguagem. O DAX não possui blocos de programação, mas sim a combinação de usos de funções, filtros e expressões.</a:t>
          </a:r>
          <a:endParaRPr lang="pt-BR" sz="1400" kern="1200"/>
        </a:p>
      </dsp:txBody>
      <dsp:txXfrm>
        <a:off x="1079422" y="2326402"/>
        <a:ext cx="6764986" cy="935042"/>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79BEC9-4604-4F36-A5E8-05B69ADA41C1}">
      <dsp:nvSpPr>
        <dsp:cNvPr id="0" name=""/>
        <dsp:cNvSpPr/>
      </dsp:nvSpPr>
      <dsp:spPr>
        <a:xfrm>
          <a:off x="483517" y="150"/>
          <a:ext cx="1020796" cy="102079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F7190F9-947A-4777-BC6B-01DF32980DF7}">
      <dsp:nvSpPr>
        <dsp:cNvPr id="0" name=""/>
        <dsp:cNvSpPr/>
      </dsp:nvSpPr>
      <dsp:spPr>
        <a:xfrm>
          <a:off x="701064" y="217697"/>
          <a:ext cx="585703" cy="58570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C2B3C4E-9DF3-4436-A173-D119C90B358D}">
      <dsp:nvSpPr>
        <dsp:cNvPr id="0" name=""/>
        <dsp:cNvSpPr/>
      </dsp:nvSpPr>
      <dsp:spPr>
        <a:xfrm>
          <a:off x="157197" y="1338900"/>
          <a:ext cx="1673437" cy="19244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pt-BR" sz="1100" b="1" i="0" kern="1200"/>
            <a:t>O Power BI é um pacote de ferramentas de análise de negócios que oferece insights em toda a sua organização. </a:t>
          </a:r>
          <a:endParaRPr lang="pt-BR" sz="1100" kern="1200"/>
        </a:p>
      </dsp:txBody>
      <dsp:txXfrm>
        <a:off x="157197" y="1338900"/>
        <a:ext cx="1673437" cy="1924453"/>
      </dsp:txXfrm>
    </dsp:sp>
    <dsp:sp modelId="{2FCED75B-8F08-4712-A17E-F596A4D4A64A}">
      <dsp:nvSpPr>
        <dsp:cNvPr id="0" name=""/>
        <dsp:cNvSpPr/>
      </dsp:nvSpPr>
      <dsp:spPr>
        <a:xfrm>
          <a:off x="2449807" y="150"/>
          <a:ext cx="1020796" cy="102079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C1CAA1A-7560-4BD8-9D80-3480CCD95863}">
      <dsp:nvSpPr>
        <dsp:cNvPr id="0" name=""/>
        <dsp:cNvSpPr/>
      </dsp:nvSpPr>
      <dsp:spPr>
        <a:xfrm>
          <a:off x="2667353" y="217697"/>
          <a:ext cx="585703" cy="58570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B9D559D-71E4-495A-A422-59E4DDE07722}">
      <dsp:nvSpPr>
        <dsp:cNvPr id="0" name=""/>
        <dsp:cNvSpPr/>
      </dsp:nvSpPr>
      <dsp:spPr>
        <a:xfrm>
          <a:off x="2123486" y="1338900"/>
          <a:ext cx="1673437" cy="19244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pt-BR" sz="1100" b="1" i="0" kern="1200"/>
            <a:t>Conecte-se a centenas de fontes de dados, simplifique a preparação dos dados e conduza a análise ad-hoc Produza belos relatórios e publique-os para que a sua empresa possa utilizá-los na Web e em diversos dispositivos móveis. </a:t>
          </a:r>
          <a:endParaRPr lang="pt-BR" sz="1100" kern="1200"/>
        </a:p>
      </dsp:txBody>
      <dsp:txXfrm>
        <a:off x="2123486" y="1338900"/>
        <a:ext cx="1673437" cy="1924453"/>
      </dsp:txXfrm>
    </dsp:sp>
    <dsp:sp modelId="{8752D1F5-A4DD-4CE0-A642-C0CF9F92A382}">
      <dsp:nvSpPr>
        <dsp:cNvPr id="0" name=""/>
        <dsp:cNvSpPr/>
      </dsp:nvSpPr>
      <dsp:spPr>
        <a:xfrm>
          <a:off x="4416096" y="150"/>
          <a:ext cx="1020796" cy="102079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D689A5E-85BF-4033-955C-26D9492CA3E4}">
      <dsp:nvSpPr>
        <dsp:cNvPr id="0" name=""/>
        <dsp:cNvSpPr/>
      </dsp:nvSpPr>
      <dsp:spPr>
        <a:xfrm>
          <a:off x="4633642" y="217697"/>
          <a:ext cx="585703" cy="58570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5155B6E-BB9A-4163-B0D6-09DD39595938}">
      <dsp:nvSpPr>
        <dsp:cNvPr id="0" name=""/>
        <dsp:cNvSpPr/>
      </dsp:nvSpPr>
      <dsp:spPr>
        <a:xfrm>
          <a:off x="4089775" y="1338900"/>
          <a:ext cx="1673437" cy="19244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pt-BR" sz="1100" b="1" i="0" kern="1200"/>
            <a:t> Produza belos relatórios e publique-os para que a sua empresa possa utilizá-los na Web e em diversos dispositivos móveis. </a:t>
          </a:r>
          <a:endParaRPr lang="pt-BR" sz="1100" kern="1200"/>
        </a:p>
      </dsp:txBody>
      <dsp:txXfrm>
        <a:off x="4089775" y="1338900"/>
        <a:ext cx="1673437" cy="1924453"/>
      </dsp:txXfrm>
    </dsp:sp>
    <dsp:sp modelId="{CBF0DC68-E6A2-4E62-88B1-ED1C5B3DE870}">
      <dsp:nvSpPr>
        <dsp:cNvPr id="0" name=""/>
        <dsp:cNvSpPr/>
      </dsp:nvSpPr>
      <dsp:spPr>
        <a:xfrm>
          <a:off x="6382385" y="150"/>
          <a:ext cx="1020796" cy="102079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23A03BF-9F68-4162-838D-2401728F9975}">
      <dsp:nvSpPr>
        <dsp:cNvPr id="0" name=""/>
        <dsp:cNvSpPr/>
      </dsp:nvSpPr>
      <dsp:spPr>
        <a:xfrm>
          <a:off x="6599932" y="217697"/>
          <a:ext cx="585703" cy="58570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812A6CC-87DE-4517-BA51-3EC0504E0749}">
      <dsp:nvSpPr>
        <dsp:cNvPr id="0" name=""/>
        <dsp:cNvSpPr/>
      </dsp:nvSpPr>
      <dsp:spPr>
        <a:xfrm>
          <a:off x="6056064" y="1338900"/>
          <a:ext cx="1673437" cy="19244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pt-BR" sz="1100" b="1" i="0" kern="1200"/>
            <a:t>Todos podem criar painéis personalizados com uma exibição exclusiva e completa dos negócios e escalar o seu uso em toda a organização, com governança e segurança internas.</a:t>
          </a:r>
          <a:endParaRPr lang="pt-BR" sz="1100" kern="1200"/>
        </a:p>
      </dsp:txBody>
      <dsp:txXfrm>
        <a:off x="6056064" y="1338900"/>
        <a:ext cx="1673437" cy="1924453"/>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5A4D336-07E0-468D-8E79-0DCDBAC3BE31}">
      <dsp:nvSpPr>
        <dsp:cNvPr id="0" name=""/>
        <dsp:cNvSpPr/>
      </dsp:nvSpPr>
      <dsp:spPr>
        <a:xfrm rot="16200000">
          <a:off x="556319" y="-556319"/>
          <a:ext cx="1428086" cy="2540725"/>
        </a:xfrm>
        <a:prstGeom prst="round1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A65C8F90-8B2E-4B0E-ADCD-A2C861783892}">
      <dsp:nvSpPr>
        <dsp:cNvPr id="0" name=""/>
        <dsp:cNvSpPr/>
      </dsp:nvSpPr>
      <dsp:spPr>
        <a:xfrm>
          <a:off x="2540725" y="0"/>
          <a:ext cx="2540725" cy="1428086"/>
        </a:xfrm>
        <a:prstGeom prst="round1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D305E267-87B3-4EE0-A0C7-52893163289B}">
      <dsp:nvSpPr>
        <dsp:cNvPr id="0" name=""/>
        <dsp:cNvSpPr/>
      </dsp:nvSpPr>
      <dsp:spPr>
        <a:xfrm rot="10800000">
          <a:off x="0" y="1428086"/>
          <a:ext cx="2540725" cy="1428086"/>
        </a:xfrm>
        <a:prstGeom prst="round1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B301A556-B8BC-4795-9504-90AF1085B7DD}">
      <dsp:nvSpPr>
        <dsp:cNvPr id="0" name=""/>
        <dsp:cNvSpPr/>
      </dsp:nvSpPr>
      <dsp:spPr>
        <a:xfrm rot="5400000">
          <a:off x="3097045" y="871767"/>
          <a:ext cx="1428086" cy="2540725"/>
        </a:xfrm>
        <a:prstGeom prst="round1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9C7C741B-16D0-487F-A3D8-136DDB954B95}">
      <dsp:nvSpPr>
        <dsp:cNvPr id="0" name=""/>
        <dsp:cNvSpPr/>
      </dsp:nvSpPr>
      <dsp:spPr>
        <a:xfrm>
          <a:off x="1778507" y="1071064"/>
          <a:ext cx="1524435" cy="714043"/>
        </a:xfrm>
        <a:prstGeom prst="roundRect">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pt-BR" sz="2900" kern="1200"/>
            <a:t>Pratica</a:t>
          </a:r>
          <a:endParaRPr lang="en-US" sz="2900" kern="1200" dirty="0"/>
        </a:p>
      </dsp:txBody>
      <dsp:txXfrm>
        <a:off x="1813364" y="1105921"/>
        <a:ext cx="1454721" cy="644329"/>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2E9354-93FE-48B9-BF93-65D85CE31714}">
      <dsp:nvSpPr>
        <dsp:cNvPr id="0" name=""/>
        <dsp:cNvSpPr/>
      </dsp:nvSpPr>
      <dsp:spPr>
        <a:xfrm>
          <a:off x="0" y="0"/>
          <a:ext cx="4728436" cy="103797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38B8459-D684-450E-B3FD-3345A1D42206}">
      <dsp:nvSpPr>
        <dsp:cNvPr id="0" name=""/>
        <dsp:cNvSpPr/>
      </dsp:nvSpPr>
      <dsp:spPr>
        <a:xfrm>
          <a:off x="313987" y="233987"/>
          <a:ext cx="570885" cy="57088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28DE3E2-B4D0-4CE5-B4FA-CFE60C7ED70B}">
      <dsp:nvSpPr>
        <dsp:cNvPr id="0" name=""/>
        <dsp:cNvSpPr/>
      </dsp:nvSpPr>
      <dsp:spPr>
        <a:xfrm>
          <a:off x="1198860" y="443"/>
          <a:ext cx="3529575" cy="10379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9852" tIns="109852" rIns="109852" bIns="109852" numCol="1" spcCol="1270" anchor="ctr" anchorCtr="0">
          <a:noAutofit/>
        </a:bodyPr>
        <a:lstStyle/>
        <a:p>
          <a:pPr marL="0" lvl="0" indent="0" algn="l" defTabSz="711200">
            <a:lnSpc>
              <a:spcPct val="100000"/>
            </a:lnSpc>
            <a:spcBef>
              <a:spcPct val="0"/>
            </a:spcBef>
            <a:spcAft>
              <a:spcPct val="35000"/>
            </a:spcAft>
            <a:buNone/>
          </a:pPr>
          <a:r>
            <a:rPr lang="pt-BR" sz="1600" kern="1200"/>
            <a:t>Destaques e Reflexões Finais</a:t>
          </a:r>
          <a:endParaRPr lang="en-US" sz="1600" kern="1200"/>
        </a:p>
      </dsp:txBody>
      <dsp:txXfrm>
        <a:off x="1198860" y="443"/>
        <a:ext cx="3529575" cy="1037974"/>
      </dsp:txXfrm>
    </dsp:sp>
    <dsp:sp modelId="{89F8D708-EC3D-4E4E-9654-F70F5AFCAE8A}">
      <dsp:nvSpPr>
        <dsp:cNvPr id="0" name=""/>
        <dsp:cNvSpPr/>
      </dsp:nvSpPr>
      <dsp:spPr>
        <a:xfrm>
          <a:off x="0" y="1297911"/>
          <a:ext cx="4728436" cy="103797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D9DE254-61D9-4087-875B-FB3E8DCD530C}">
      <dsp:nvSpPr>
        <dsp:cNvPr id="0" name=""/>
        <dsp:cNvSpPr/>
      </dsp:nvSpPr>
      <dsp:spPr>
        <a:xfrm>
          <a:off x="313987" y="1531455"/>
          <a:ext cx="570885" cy="57088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7E29ABA-E046-4FFD-9D91-464475F9FF74}">
      <dsp:nvSpPr>
        <dsp:cNvPr id="0" name=""/>
        <dsp:cNvSpPr/>
      </dsp:nvSpPr>
      <dsp:spPr>
        <a:xfrm>
          <a:off x="1198860" y="1297911"/>
          <a:ext cx="3529575" cy="10379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9852" tIns="109852" rIns="109852" bIns="109852" numCol="1" spcCol="1270" anchor="ctr" anchorCtr="0">
          <a:noAutofit/>
        </a:bodyPr>
        <a:lstStyle/>
        <a:p>
          <a:pPr marL="0" lvl="0" indent="0" algn="l" defTabSz="711200">
            <a:lnSpc>
              <a:spcPct val="100000"/>
            </a:lnSpc>
            <a:spcBef>
              <a:spcPct val="0"/>
            </a:spcBef>
            <a:spcAft>
              <a:spcPct val="35000"/>
            </a:spcAft>
            <a:buNone/>
          </a:pPr>
          <a:r>
            <a:rPr lang="pt-BR" sz="1600" kern="1200"/>
            <a:t>- Recapitulação dos principais conceitos abordados</a:t>
          </a:r>
          <a:endParaRPr lang="en-US" sz="1600" kern="1200"/>
        </a:p>
      </dsp:txBody>
      <dsp:txXfrm>
        <a:off x="1198860" y="1297911"/>
        <a:ext cx="3529575" cy="1037974"/>
      </dsp:txXfrm>
    </dsp:sp>
    <dsp:sp modelId="{AF79A62F-9270-48FF-9E76-A2CE9EC5A999}">
      <dsp:nvSpPr>
        <dsp:cNvPr id="0" name=""/>
        <dsp:cNvSpPr/>
      </dsp:nvSpPr>
      <dsp:spPr>
        <a:xfrm>
          <a:off x="0" y="2595379"/>
          <a:ext cx="4728436" cy="103797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452106F-E032-49DB-8188-F466CD7781AD}">
      <dsp:nvSpPr>
        <dsp:cNvPr id="0" name=""/>
        <dsp:cNvSpPr/>
      </dsp:nvSpPr>
      <dsp:spPr>
        <a:xfrm>
          <a:off x="313987" y="2828923"/>
          <a:ext cx="570885" cy="57088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65ACC02-AF15-4705-9902-361BE44F7824}">
      <dsp:nvSpPr>
        <dsp:cNvPr id="0" name=""/>
        <dsp:cNvSpPr/>
      </dsp:nvSpPr>
      <dsp:spPr>
        <a:xfrm>
          <a:off x="1198860" y="2595379"/>
          <a:ext cx="3529575" cy="10379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9852" tIns="109852" rIns="109852" bIns="109852" numCol="1" spcCol="1270" anchor="ctr" anchorCtr="0">
          <a:noAutofit/>
        </a:bodyPr>
        <a:lstStyle/>
        <a:p>
          <a:pPr marL="0" lvl="0" indent="0" algn="l" defTabSz="711200">
            <a:lnSpc>
              <a:spcPct val="100000"/>
            </a:lnSpc>
            <a:spcBef>
              <a:spcPct val="0"/>
            </a:spcBef>
            <a:spcAft>
              <a:spcPct val="35000"/>
            </a:spcAft>
            <a:buNone/>
          </a:pPr>
          <a:r>
            <a:rPr lang="pt-BR" sz="1600" kern="1200"/>
            <a:t>- Importância da escolha adequada de hierarquias na análise de dados multidimensionais</a:t>
          </a:r>
          <a:endParaRPr lang="en-US" sz="1600" kern="1200"/>
        </a:p>
      </dsp:txBody>
      <dsp:txXfrm>
        <a:off x="1198860" y="2595379"/>
        <a:ext cx="3529575" cy="1037974"/>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9.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matrix1">
  <dgm:title val=""/>
  <dgm:desc val=""/>
  <dgm:catLst>
    <dgm:cat type="matrix" pri="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styleData>
  <dgm:clr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clrData>
  <dgm:layoutNode name="diagram">
    <dgm:varLst>
      <dgm:chMax val="1"/>
      <dgm:dir/>
      <dgm:animLvl val="ctr"/>
      <dgm:resizeHandles val="exact"/>
    </dgm:varLst>
    <dgm:alg type="composite"/>
    <dgm:shape xmlns:r="http://schemas.openxmlformats.org/officeDocument/2006/relationships" r:blip="">
      <dgm:adjLst/>
    </dgm:shape>
    <dgm:presOf/>
    <dgm:constrLst>
      <dgm:constr type="ctrX" for="ch" forName="matrix" refType="w" fact="0.5"/>
      <dgm:constr type="ctrY" for="ch" forName="matrix" refType="h" fact="0.5"/>
      <dgm:constr type="w" for="ch" forName="matrix" refType="w"/>
      <dgm:constr type="h" for="ch" forName="matrix" refType="h"/>
      <dgm:constr type="ctrX" for="ch" forName="centerTile" refType="w" fact="0.5"/>
      <dgm:constr type="ctrY" for="ch" forName="centerTile" refType="h" fact="0.5"/>
      <dgm:constr type="w" for="ch" forName="centerTile" refType="w" fact="0.3"/>
      <dgm:constr type="h" for="ch" forName="centerTile" refType="h" fact="0.25"/>
      <dgm:constr type="primFontSz" for="des" ptType="node" op="equ" val="65"/>
    </dgm:constrLst>
    <dgm:ruleLst/>
    <dgm:choose name="Name0">
      <dgm:if name="Name1" axis="ch" ptType="node" func="cnt" op="gte" val="1">
        <dgm:layoutNode name="matrix">
          <dgm:alg type="composite"/>
          <dgm:shape xmlns:r="http://schemas.openxmlformats.org/officeDocument/2006/relationships" r:blip="">
            <dgm:adjLst/>
          </dgm:shape>
          <dgm:presOf/>
          <dgm:constrLst>
            <dgm:constr type="l" for="ch" forName="tile1"/>
            <dgm:constr type="t" for="ch" forName="tile1"/>
            <dgm:constr type="r" for="ch" forName="tile1" refType="w" fact="0.5"/>
            <dgm:constr type="b" for="ch" forName="tile1" refType="h" fact="0.5"/>
            <dgm:constr type="l" for="ch" forName="tile1text" refType="l" refFor="ch" refForName="tile1"/>
            <dgm:constr type="t" for="ch" forName="tile1text" refType="t" refFor="ch" refForName="tile1"/>
            <dgm:constr type="w" for="ch" forName="tile1text" refType="w" refFor="ch" refForName="tile1"/>
            <dgm:constr type="h" for="ch" forName="tile1text" refType="h" refFor="ch" refForName="tile1" fact="0.75"/>
            <dgm:constr type="r" for="ch" forName="tile2" refType="w"/>
            <dgm:constr type="t" for="ch" forName="tile2"/>
            <dgm:constr type="l" for="ch" forName="tile2" refType="w" fact="0.5"/>
            <dgm:constr type="b" for="ch" forName="tile2" refType="h" fact="0.5"/>
            <dgm:constr type="r" for="ch" forName="tile2text" refType="r" refFor="ch" refForName="tile2"/>
            <dgm:constr type="t" for="ch" forName="tile2text" refType="t" refFor="ch" refForName="tile2"/>
            <dgm:constr type="w" for="ch" forName="tile2text" refType="w" refFor="ch" refForName="tile2"/>
            <dgm:constr type="h" for="ch" forName="tile2text" refType="h" refFor="ch" refForName="tile2" fact="0.75"/>
            <dgm:constr type="l" for="ch" forName="tile3"/>
            <dgm:constr type="b" for="ch" forName="tile3" refType="h"/>
            <dgm:constr type="r" for="ch" forName="tile3" refType="w" fact="0.5"/>
            <dgm:constr type="t" for="ch" forName="tile3" refType="h" fact="0.5"/>
            <dgm:constr type="l" for="ch" forName="tile3text" refType="l" refFor="ch" refForName="tile3"/>
            <dgm:constr type="b" for="ch" forName="tile3text" refType="b" refFor="ch" refForName="tile3"/>
            <dgm:constr type="w" for="ch" forName="tile3text" refType="w" refFor="ch" refForName="tile3"/>
            <dgm:constr type="h" for="ch" forName="tile3text" refType="h" refFor="ch" refForName="tile3" fact="0.75"/>
            <dgm:constr type="r" for="ch" forName="tile4" refType="w"/>
            <dgm:constr type="b" for="ch" forName="tile4" refType="h"/>
            <dgm:constr type="l" for="ch" forName="tile4" refType="w" fact="0.5"/>
            <dgm:constr type="t" for="ch" forName="tile4" refType="h" fact="0.5"/>
            <dgm:constr type="r" for="ch" forName="tile4text" refType="r" refFor="ch" refForName="tile4"/>
            <dgm:constr type="b" for="ch" forName="tile4text" refType="b" refFor="ch" refForName="tile4"/>
            <dgm:constr type="w" for="ch" forName="tile4text" refType="w" refFor="ch" refForName="tile4"/>
            <dgm:constr type="h" for="ch" forName="tile4text" refType="h" refFor="ch" refForName="tile4" fact="0.75"/>
          </dgm:constrLst>
          <dgm:ruleLst/>
          <dgm:layoutNode name="tile1" styleLbl="node1">
            <dgm:alg type="sp"/>
            <dgm:shape xmlns:r="http://schemas.openxmlformats.org/officeDocument/2006/relationships" rot="270" type="round1Rect" r:blip="">
              <dgm:adjLst/>
            </dgm:shape>
            <dgm:choose name="Name2">
              <dgm:if name="Name3" func="var" arg="dir" op="equ" val="norm">
                <dgm:presOf axis="ch ch desOrSelf" ptType="node node node" st="1 1 1" cnt="1 1 0"/>
              </dgm:if>
              <dgm:else name="Name4">
                <dgm:presOf axis="ch ch desOrSelf" ptType="node node node" st="1 2 1" cnt="1 1 0"/>
              </dgm:else>
            </dgm:choose>
            <dgm:constrLst/>
            <dgm:ruleLst/>
          </dgm:layoutNode>
          <dgm:layoutNode name="tile1text" styleLbl="node1">
            <dgm:varLst>
              <dgm:chMax val="0"/>
              <dgm:chPref val="0"/>
              <dgm:bulletEnabled val="1"/>
            </dgm:varLst>
            <dgm:choose name="Name5">
              <dgm:if name="Name6" axis="root des" func="maxDepth" op="gte" val="3">
                <dgm:alg type="tx">
                  <dgm:param type="txAnchorVert" val="t"/>
                  <dgm:param type="parTxLTRAlign" val="l"/>
                  <dgm:param type="parTxRTLAlign" val="r"/>
                </dgm:alg>
              </dgm:if>
              <dgm:else name="Name7">
                <dgm:alg type="tx"/>
              </dgm:else>
            </dgm:choose>
            <dgm:shape xmlns:r="http://schemas.openxmlformats.org/officeDocument/2006/relationships" rot="270" type="rect" r:blip="" hideGeom="1">
              <dgm:adjLst>
                <dgm:adj idx="1" val="0.2"/>
              </dgm:adjLst>
            </dgm:shape>
            <dgm:choose name="Name8">
              <dgm:if name="Name9" func="var" arg="dir" op="equ" val="norm">
                <dgm:presOf axis="ch ch desOrSelf" ptType="node node node" st="1 1 1" cnt="1 1 0"/>
              </dgm:if>
              <dgm:else name="Name10">
                <dgm:presOf axis="ch ch desOrSelf" ptType="node node node" st="1 2 1" cnt="1 1 0"/>
              </dgm:else>
            </dgm:choose>
            <dgm:constrLst/>
            <dgm:ruleLst>
              <dgm:rule type="primFontSz" val="5" fact="NaN" max="NaN"/>
            </dgm:ruleLst>
          </dgm:layoutNode>
          <dgm:layoutNode name="tile2" styleLbl="node1">
            <dgm:alg type="sp"/>
            <dgm:shape xmlns:r="http://schemas.openxmlformats.org/officeDocument/2006/relationships" type="round1Rect" r:blip="">
              <dgm:adjLst/>
            </dgm:shape>
            <dgm:choose name="Name11">
              <dgm:if name="Name12" func="var" arg="dir" op="equ" val="norm">
                <dgm:presOf axis="ch ch desOrSelf" ptType="node node node" st="1 2 1" cnt="1 1 0"/>
              </dgm:if>
              <dgm:else name="Name13">
                <dgm:presOf axis="ch ch desOrSelf" ptType="node node node" st="1 1 1" cnt="1 1 0"/>
              </dgm:else>
            </dgm:choose>
            <dgm:constrLst/>
            <dgm:ruleLst/>
          </dgm:layoutNode>
          <dgm:layoutNode name="tile2text" styleLbl="node1">
            <dgm:varLst>
              <dgm:chMax val="0"/>
              <dgm:chPref val="0"/>
              <dgm:bulletEnabled val="1"/>
            </dgm:varLst>
            <dgm:choose name="Name14">
              <dgm:if name="Name15" axis="root des" func="maxDepth" op="gte" val="3">
                <dgm:alg type="tx">
                  <dgm:param type="txAnchorVert" val="t"/>
                  <dgm:param type="parTxLTRAlign" val="l"/>
                  <dgm:param type="parTxRTLAlign" val="r"/>
                </dgm:alg>
              </dgm:if>
              <dgm:else name="Name16">
                <dgm:alg type="tx"/>
              </dgm:else>
            </dgm:choose>
            <dgm:shape xmlns:r="http://schemas.openxmlformats.org/officeDocument/2006/relationships" type="rect" r:blip="" hideGeom="1">
              <dgm:adjLst/>
            </dgm:shape>
            <dgm:choose name="Name17">
              <dgm:if name="Name18" func="var" arg="dir" op="equ" val="norm">
                <dgm:presOf axis="ch ch desOrSelf" ptType="node node node" st="1 2 1" cnt="1 1 0"/>
              </dgm:if>
              <dgm:else name="Name19">
                <dgm:presOf axis="ch ch desOrSelf" ptType="node node node" st="1 1 1" cnt="1 1 0"/>
              </dgm:else>
            </dgm:choose>
            <dgm:constrLst/>
            <dgm:ruleLst>
              <dgm:rule type="primFontSz" val="5" fact="NaN" max="NaN"/>
            </dgm:ruleLst>
          </dgm:layoutNode>
          <dgm:layoutNode name="tile3" styleLbl="node1">
            <dgm:alg type="sp"/>
            <dgm:shape xmlns:r="http://schemas.openxmlformats.org/officeDocument/2006/relationships" rot="180" type="round1Rect" r:blip="">
              <dgm:adjLst/>
            </dgm:shape>
            <dgm:choose name="Name20">
              <dgm:if name="Name21" func="var" arg="dir" op="equ" val="norm">
                <dgm:presOf axis="ch ch desOrSelf" ptType="node node node" st="1 3 1" cnt="1 1 0"/>
              </dgm:if>
              <dgm:else name="Name22">
                <dgm:presOf axis="ch ch desOrSelf" ptType="node node node" st="1 4 1" cnt="1 1 0"/>
              </dgm:else>
            </dgm:choose>
            <dgm:constrLst/>
            <dgm:ruleLst/>
          </dgm:layoutNode>
          <dgm:layoutNode name="tile3text" styleLbl="node1">
            <dgm:varLst>
              <dgm:chMax val="0"/>
              <dgm:chPref val="0"/>
              <dgm:bulletEnabled val="1"/>
            </dgm:varLst>
            <dgm:choose name="Name23">
              <dgm:if name="Name24" axis="root des" func="maxDepth" op="gte" val="3">
                <dgm:alg type="tx">
                  <dgm:param type="txAnchorVert" val="t"/>
                  <dgm:param type="parTxLTRAlign" val="l"/>
                  <dgm:param type="parTxRTLAlign" val="r"/>
                </dgm:alg>
              </dgm:if>
              <dgm:else name="Name25">
                <dgm:alg type="tx"/>
              </dgm:else>
            </dgm:choose>
            <dgm:shape xmlns:r="http://schemas.openxmlformats.org/officeDocument/2006/relationships" rot="180" type="rect" r:blip="" hideGeom="1">
              <dgm:adjLst/>
            </dgm:shape>
            <dgm:choose name="Name26">
              <dgm:if name="Name27" func="var" arg="dir" op="equ" val="norm">
                <dgm:presOf axis="ch ch desOrSelf" ptType="node node node" st="1 3 1" cnt="1 1 0"/>
              </dgm:if>
              <dgm:else name="Name28">
                <dgm:presOf axis="ch ch desOrSelf" ptType="node node node" st="1 4 1" cnt="1 1 0"/>
              </dgm:else>
            </dgm:choose>
            <dgm:constrLst/>
            <dgm:ruleLst>
              <dgm:rule type="primFontSz" val="5" fact="NaN" max="NaN"/>
            </dgm:ruleLst>
          </dgm:layoutNode>
          <dgm:layoutNode name="tile4" styleLbl="node1">
            <dgm:alg type="sp"/>
            <dgm:shape xmlns:r="http://schemas.openxmlformats.org/officeDocument/2006/relationships" rot="90" type="round1Rect" r:blip="">
              <dgm:adjLst/>
            </dgm:shape>
            <dgm:choose name="Name29">
              <dgm:if name="Name30" func="var" arg="dir" op="equ" val="norm">
                <dgm:presOf axis="ch ch desOrSelf" ptType="node node node" st="1 4 1" cnt="1 1 0"/>
              </dgm:if>
              <dgm:else name="Name31">
                <dgm:presOf axis="ch ch desOrSelf" ptType="node node node" st="1 3 1" cnt="1 1 0"/>
              </dgm:else>
            </dgm:choose>
            <dgm:constrLst/>
            <dgm:ruleLst/>
          </dgm:layoutNode>
          <dgm:layoutNode name="tile4text" styleLbl="node1">
            <dgm:varLst>
              <dgm:chMax val="0"/>
              <dgm:chPref val="0"/>
              <dgm:bulletEnabled val="1"/>
            </dgm:varLst>
            <dgm:choose name="Name32">
              <dgm:if name="Name33" axis="root des" func="maxDepth" op="gte" val="3">
                <dgm:alg type="tx">
                  <dgm:param type="txAnchorVert" val="t"/>
                  <dgm:param type="parTxLTRAlign" val="l"/>
                  <dgm:param type="parTxRTLAlign" val="r"/>
                </dgm:alg>
              </dgm:if>
              <dgm:else name="Name34">
                <dgm:alg type="tx"/>
              </dgm:else>
            </dgm:choose>
            <dgm:shape xmlns:r="http://schemas.openxmlformats.org/officeDocument/2006/relationships" rot="90" type="rect" r:blip="" hideGeom="1">
              <dgm:adjLst/>
            </dgm:shape>
            <dgm:choose name="Name35">
              <dgm:if name="Name36" func="var" arg="dir" op="equ" val="norm">
                <dgm:presOf axis="ch ch desOrSelf" ptType="node node node" st="1 4 1" cnt="1 1 0"/>
              </dgm:if>
              <dgm:else name="Name37">
                <dgm:presOf axis="ch ch desOrSelf" ptType="node node node" st="1 3 1" cnt="1 1 0"/>
              </dgm:else>
            </dgm:choose>
            <dgm:constrLst/>
            <dgm:ruleLst>
              <dgm:rule type="primFontSz" val="5" fact="NaN" max="NaN"/>
            </dgm:ruleLst>
          </dgm:layoutNode>
        </dgm:layoutNode>
        <dgm:layoutNode name="centerTile" styleLbl="fgShp">
          <dgm:varLst>
            <dgm:chMax val="0"/>
            <dgm:chPref val="0"/>
          </dgm:varLst>
          <dgm:alg type="tx"/>
          <dgm:shape xmlns:r="http://schemas.openxmlformats.org/officeDocument/2006/relationships" type="roundRect" r:blip="">
            <dgm:adjLst/>
          </dgm:shape>
          <dgm:presOf axis="ch" ptType="node" cnt="1"/>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8"/>
    </dgm:choose>
  </dgm:layoutNode>
</dgm:layoutDef>
</file>

<file path=ppt/diagrams/layout1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6.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17.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8.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19.xml><?xml version="1.0" encoding="utf-8"?>
<dgm:layoutDef xmlns:dgm="http://schemas.openxmlformats.org/drawingml/2006/diagram" xmlns:a="http://schemas.openxmlformats.org/drawingml/2006/main" uniqueId="urn:microsoft.com/office/officeart/2005/8/layout/matrix1">
  <dgm:title val=""/>
  <dgm:desc val=""/>
  <dgm:catLst>
    <dgm:cat type="matrix" pri="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styleData>
  <dgm:clr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clrData>
  <dgm:layoutNode name="diagram">
    <dgm:varLst>
      <dgm:chMax val="1"/>
      <dgm:dir/>
      <dgm:animLvl val="ctr"/>
      <dgm:resizeHandles val="exact"/>
    </dgm:varLst>
    <dgm:alg type="composite"/>
    <dgm:shape xmlns:r="http://schemas.openxmlformats.org/officeDocument/2006/relationships" r:blip="">
      <dgm:adjLst/>
    </dgm:shape>
    <dgm:presOf/>
    <dgm:constrLst>
      <dgm:constr type="ctrX" for="ch" forName="matrix" refType="w" fact="0.5"/>
      <dgm:constr type="ctrY" for="ch" forName="matrix" refType="h" fact="0.5"/>
      <dgm:constr type="w" for="ch" forName="matrix" refType="w"/>
      <dgm:constr type="h" for="ch" forName="matrix" refType="h"/>
      <dgm:constr type="ctrX" for="ch" forName="centerTile" refType="w" fact="0.5"/>
      <dgm:constr type="ctrY" for="ch" forName="centerTile" refType="h" fact="0.5"/>
      <dgm:constr type="w" for="ch" forName="centerTile" refType="w" fact="0.3"/>
      <dgm:constr type="h" for="ch" forName="centerTile" refType="h" fact="0.25"/>
      <dgm:constr type="primFontSz" for="des" ptType="node" op="equ" val="65"/>
    </dgm:constrLst>
    <dgm:ruleLst/>
    <dgm:choose name="Name0">
      <dgm:if name="Name1" axis="ch" ptType="node" func="cnt" op="gte" val="1">
        <dgm:layoutNode name="matrix">
          <dgm:alg type="composite"/>
          <dgm:shape xmlns:r="http://schemas.openxmlformats.org/officeDocument/2006/relationships" r:blip="">
            <dgm:adjLst/>
          </dgm:shape>
          <dgm:presOf/>
          <dgm:constrLst>
            <dgm:constr type="l" for="ch" forName="tile1"/>
            <dgm:constr type="t" for="ch" forName="tile1"/>
            <dgm:constr type="r" for="ch" forName="tile1" refType="w" fact="0.5"/>
            <dgm:constr type="b" for="ch" forName="tile1" refType="h" fact="0.5"/>
            <dgm:constr type="l" for="ch" forName="tile1text" refType="l" refFor="ch" refForName="tile1"/>
            <dgm:constr type="t" for="ch" forName="tile1text" refType="t" refFor="ch" refForName="tile1"/>
            <dgm:constr type="w" for="ch" forName="tile1text" refType="w" refFor="ch" refForName="tile1"/>
            <dgm:constr type="h" for="ch" forName="tile1text" refType="h" refFor="ch" refForName="tile1" fact="0.75"/>
            <dgm:constr type="r" for="ch" forName="tile2" refType="w"/>
            <dgm:constr type="t" for="ch" forName="tile2"/>
            <dgm:constr type="l" for="ch" forName="tile2" refType="w" fact="0.5"/>
            <dgm:constr type="b" for="ch" forName="tile2" refType="h" fact="0.5"/>
            <dgm:constr type="r" for="ch" forName="tile2text" refType="r" refFor="ch" refForName="tile2"/>
            <dgm:constr type="t" for="ch" forName="tile2text" refType="t" refFor="ch" refForName="tile2"/>
            <dgm:constr type="w" for="ch" forName="tile2text" refType="w" refFor="ch" refForName="tile2"/>
            <dgm:constr type="h" for="ch" forName="tile2text" refType="h" refFor="ch" refForName="tile2" fact="0.75"/>
            <dgm:constr type="l" for="ch" forName="tile3"/>
            <dgm:constr type="b" for="ch" forName="tile3" refType="h"/>
            <dgm:constr type="r" for="ch" forName="tile3" refType="w" fact="0.5"/>
            <dgm:constr type="t" for="ch" forName="tile3" refType="h" fact="0.5"/>
            <dgm:constr type="l" for="ch" forName="tile3text" refType="l" refFor="ch" refForName="tile3"/>
            <dgm:constr type="b" for="ch" forName="tile3text" refType="b" refFor="ch" refForName="tile3"/>
            <dgm:constr type="w" for="ch" forName="tile3text" refType="w" refFor="ch" refForName="tile3"/>
            <dgm:constr type="h" for="ch" forName="tile3text" refType="h" refFor="ch" refForName="tile3" fact="0.75"/>
            <dgm:constr type="r" for="ch" forName="tile4" refType="w"/>
            <dgm:constr type="b" for="ch" forName="tile4" refType="h"/>
            <dgm:constr type="l" for="ch" forName="tile4" refType="w" fact="0.5"/>
            <dgm:constr type="t" for="ch" forName="tile4" refType="h" fact="0.5"/>
            <dgm:constr type="r" for="ch" forName="tile4text" refType="r" refFor="ch" refForName="tile4"/>
            <dgm:constr type="b" for="ch" forName="tile4text" refType="b" refFor="ch" refForName="tile4"/>
            <dgm:constr type="w" for="ch" forName="tile4text" refType="w" refFor="ch" refForName="tile4"/>
            <dgm:constr type="h" for="ch" forName="tile4text" refType="h" refFor="ch" refForName="tile4" fact="0.75"/>
          </dgm:constrLst>
          <dgm:ruleLst/>
          <dgm:layoutNode name="tile1" styleLbl="node1">
            <dgm:alg type="sp"/>
            <dgm:shape xmlns:r="http://schemas.openxmlformats.org/officeDocument/2006/relationships" rot="270" type="round1Rect" r:blip="">
              <dgm:adjLst/>
            </dgm:shape>
            <dgm:choose name="Name2">
              <dgm:if name="Name3" func="var" arg="dir" op="equ" val="norm">
                <dgm:presOf axis="ch ch desOrSelf" ptType="node node node" st="1 1 1" cnt="1 1 0"/>
              </dgm:if>
              <dgm:else name="Name4">
                <dgm:presOf axis="ch ch desOrSelf" ptType="node node node" st="1 2 1" cnt="1 1 0"/>
              </dgm:else>
            </dgm:choose>
            <dgm:constrLst/>
            <dgm:ruleLst/>
          </dgm:layoutNode>
          <dgm:layoutNode name="tile1text" styleLbl="node1">
            <dgm:varLst>
              <dgm:chMax val="0"/>
              <dgm:chPref val="0"/>
              <dgm:bulletEnabled val="1"/>
            </dgm:varLst>
            <dgm:choose name="Name5">
              <dgm:if name="Name6" axis="root des" func="maxDepth" op="gte" val="3">
                <dgm:alg type="tx">
                  <dgm:param type="txAnchorVert" val="t"/>
                  <dgm:param type="parTxLTRAlign" val="l"/>
                  <dgm:param type="parTxRTLAlign" val="r"/>
                </dgm:alg>
              </dgm:if>
              <dgm:else name="Name7">
                <dgm:alg type="tx"/>
              </dgm:else>
            </dgm:choose>
            <dgm:shape xmlns:r="http://schemas.openxmlformats.org/officeDocument/2006/relationships" rot="270" type="rect" r:blip="" hideGeom="1">
              <dgm:adjLst>
                <dgm:adj idx="1" val="0.2"/>
              </dgm:adjLst>
            </dgm:shape>
            <dgm:choose name="Name8">
              <dgm:if name="Name9" func="var" arg="dir" op="equ" val="norm">
                <dgm:presOf axis="ch ch desOrSelf" ptType="node node node" st="1 1 1" cnt="1 1 0"/>
              </dgm:if>
              <dgm:else name="Name10">
                <dgm:presOf axis="ch ch desOrSelf" ptType="node node node" st="1 2 1" cnt="1 1 0"/>
              </dgm:else>
            </dgm:choose>
            <dgm:constrLst/>
            <dgm:ruleLst>
              <dgm:rule type="primFontSz" val="5" fact="NaN" max="NaN"/>
            </dgm:ruleLst>
          </dgm:layoutNode>
          <dgm:layoutNode name="tile2" styleLbl="node1">
            <dgm:alg type="sp"/>
            <dgm:shape xmlns:r="http://schemas.openxmlformats.org/officeDocument/2006/relationships" type="round1Rect" r:blip="">
              <dgm:adjLst/>
            </dgm:shape>
            <dgm:choose name="Name11">
              <dgm:if name="Name12" func="var" arg="dir" op="equ" val="norm">
                <dgm:presOf axis="ch ch desOrSelf" ptType="node node node" st="1 2 1" cnt="1 1 0"/>
              </dgm:if>
              <dgm:else name="Name13">
                <dgm:presOf axis="ch ch desOrSelf" ptType="node node node" st="1 1 1" cnt="1 1 0"/>
              </dgm:else>
            </dgm:choose>
            <dgm:constrLst/>
            <dgm:ruleLst/>
          </dgm:layoutNode>
          <dgm:layoutNode name="tile2text" styleLbl="node1">
            <dgm:varLst>
              <dgm:chMax val="0"/>
              <dgm:chPref val="0"/>
              <dgm:bulletEnabled val="1"/>
            </dgm:varLst>
            <dgm:choose name="Name14">
              <dgm:if name="Name15" axis="root des" func="maxDepth" op="gte" val="3">
                <dgm:alg type="tx">
                  <dgm:param type="txAnchorVert" val="t"/>
                  <dgm:param type="parTxLTRAlign" val="l"/>
                  <dgm:param type="parTxRTLAlign" val="r"/>
                </dgm:alg>
              </dgm:if>
              <dgm:else name="Name16">
                <dgm:alg type="tx"/>
              </dgm:else>
            </dgm:choose>
            <dgm:shape xmlns:r="http://schemas.openxmlformats.org/officeDocument/2006/relationships" type="rect" r:blip="" hideGeom="1">
              <dgm:adjLst/>
            </dgm:shape>
            <dgm:choose name="Name17">
              <dgm:if name="Name18" func="var" arg="dir" op="equ" val="norm">
                <dgm:presOf axis="ch ch desOrSelf" ptType="node node node" st="1 2 1" cnt="1 1 0"/>
              </dgm:if>
              <dgm:else name="Name19">
                <dgm:presOf axis="ch ch desOrSelf" ptType="node node node" st="1 1 1" cnt="1 1 0"/>
              </dgm:else>
            </dgm:choose>
            <dgm:constrLst/>
            <dgm:ruleLst>
              <dgm:rule type="primFontSz" val="5" fact="NaN" max="NaN"/>
            </dgm:ruleLst>
          </dgm:layoutNode>
          <dgm:layoutNode name="tile3" styleLbl="node1">
            <dgm:alg type="sp"/>
            <dgm:shape xmlns:r="http://schemas.openxmlformats.org/officeDocument/2006/relationships" rot="180" type="round1Rect" r:blip="">
              <dgm:adjLst/>
            </dgm:shape>
            <dgm:choose name="Name20">
              <dgm:if name="Name21" func="var" arg="dir" op="equ" val="norm">
                <dgm:presOf axis="ch ch desOrSelf" ptType="node node node" st="1 3 1" cnt="1 1 0"/>
              </dgm:if>
              <dgm:else name="Name22">
                <dgm:presOf axis="ch ch desOrSelf" ptType="node node node" st="1 4 1" cnt="1 1 0"/>
              </dgm:else>
            </dgm:choose>
            <dgm:constrLst/>
            <dgm:ruleLst/>
          </dgm:layoutNode>
          <dgm:layoutNode name="tile3text" styleLbl="node1">
            <dgm:varLst>
              <dgm:chMax val="0"/>
              <dgm:chPref val="0"/>
              <dgm:bulletEnabled val="1"/>
            </dgm:varLst>
            <dgm:choose name="Name23">
              <dgm:if name="Name24" axis="root des" func="maxDepth" op="gte" val="3">
                <dgm:alg type="tx">
                  <dgm:param type="txAnchorVert" val="t"/>
                  <dgm:param type="parTxLTRAlign" val="l"/>
                  <dgm:param type="parTxRTLAlign" val="r"/>
                </dgm:alg>
              </dgm:if>
              <dgm:else name="Name25">
                <dgm:alg type="tx"/>
              </dgm:else>
            </dgm:choose>
            <dgm:shape xmlns:r="http://schemas.openxmlformats.org/officeDocument/2006/relationships" rot="180" type="rect" r:blip="" hideGeom="1">
              <dgm:adjLst/>
            </dgm:shape>
            <dgm:choose name="Name26">
              <dgm:if name="Name27" func="var" arg="dir" op="equ" val="norm">
                <dgm:presOf axis="ch ch desOrSelf" ptType="node node node" st="1 3 1" cnt="1 1 0"/>
              </dgm:if>
              <dgm:else name="Name28">
                <dgm:presOf axis="ch ch desOrSelf" ptType="node node node" st="1 4 1" cnt="1 1 0"/>
              </dgm:else>
            </dgm:choose>
            <dgm:constrLst/>
            <dgm:ruleLst>
              <dgm:rule type="primFontSz" val="5" fact="NaN" max="NaN"/>
            </dgm:ruleLst>
          </dgm:layoutNode>
          <dgm:layoutNode name="tile4" styleLbl="node1">
            <dgm:alg type="sp"/>
            <dgm:shape xmlns:r="http://schemas.openxmlformats.org/officeDocument/2006/relationships" rot="90" type="round1Rect" r:blip="">
              <dgm:adjLst/>
            </dgm:shape>
            <dgm:choose name="Name29">
              <dgm:if name="Name30" func="var" arg="dir" op="equ" val="norm">
                <dgm:presOf axis="ch ch desOrSelf" ptType="node node node" st="1 4 1" cnt="1 1 0"/>
              </dgm:if>
              <dgm:else name="Name31">
                <dgm:presOf axis="ch ch desOrSelf" ptType="node node node" st="1 3 1" cnt="1 1 0"/>
              </dgm:else>
            </dgm:choose>
            <dgm:constrLst/>
            <dgm:ruleLst/>
          </dgm:layoutNode>
          <dgm:layoutNode name="tile4text" styleLbl="node1">
            <dgm:varLst>
              <dgm:chMax val="0"/>
              <dgm:chPref val="0"/>
              <dgm:bulletEnabled val="1"/>
            </dgm:varLst>
            <dgm:choose name="Name32">
              <dgm:if name="Name33" axis="root des" func="maxDepth" op="gte" val="3">
                <dgm:alg type="tx">
                  <dgm:param type="txAnchorVert" val="t"/>
                  <dgm:param type="parTxLTRAlign" val="l"/>
                  <dgm:param type="parTxRTLAlign" val="r"/>
                </dgm:alg>
              </dgm:if>
              <dgm:else name="Name34">
                <dgm:alg type="tx"/>
              </dgm:else>
            </dgm:choose>
            <dgm:shape xmlns:r="http://schemas.openxmlformats.org/officeDocument/2006/relationships" rot="90" type="rect" r:blip="" hideGeom="1">
              <dgm:adjLst/>
            </dgm:shape>
            <dgm:choose name="Name35">
              <dgm:if name="Name36" func="var" arg="dir" op="equ" val="norm">
                <dgm:presOf axis="ch ch desOrSelf" ptType="node node node" st="1 4 1" cnt="1 1 0"/>
              </dgm:if>
              <dgm:else name="Name37">
                <dgm:presOf axis="ch ch desOrSelf" ptType="node node node" st="1 3 1" cnt="1 1 0"/>
              </dgm:else>
            </dgm:choose>
            <dgm:constrLst/>
            <dgm:ruleLst>
              <dgm:rule type="primFontSz" val="5" fact="NaN" max="NaN"/>
            </dgm:ruleLst>
          </dgm:layoutNode>
        </dgm:layoutNode>
        <dgm:layoutNode name="centerTile" styleLbl="fgShp">
          <dgm:varLst>
            <dgm:chMax val="0"/>
            <dgm:chPref val="0"/>
          </dgm:varLst>
          <dgm:alg type="tx"/>
          <dgm:shape xmlns:r="http://schemas.openxmlformats.org/officeDocument/2006/relationships" type="roundRect" r:blip="">
            <dgm:adjLst/>
          </dgm:shape>
          <dgm:presOf axis="ch" ptType="node" cnt="1"/>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8"/>
    </dgm:choose>
  </dgm:layoutNode>
</dgm:layoutDef>
</file>

<file path=ppt/diagrams/layout20.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3" name="Google Shape;8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381000" y="685800"/>
            <a:ext cx="6096000" cy="3429000"/>
          </a:xfrm>
        </p:spPr>
      </p:sp>
      <p:sp>
        <p:nvSpPr>
          <p:cNvPr id="3" name="Espaço Reservado para Anotações 2"/>
          <p:cNvSpPr>
            <a:spLocks noGrp="1"/>
          </p:cNvSpPr>
          <p:nvPr>
            <p:ph type="body" idx="1"/>
          </p:nvPr>
        </p:nvSpPr>
        <p:spPr/>
        <p:txBody>
          <a:bodyPr/>
          <a:lstStyle/>
          <a:p>
            <a:endParaRPr lang="pt-BR" dirty="0"/>
          </a:p>
        </p:txBody>
      </p:sp>
    </p:spTree>
    <p:extLst>
      <p:ext uri="{BB962C8B-B14F-4D97-AF65-F5344CB8AC3E}">
        <p14:creationId xmlns:p14="http://schemas.microsoft.com/office/powerpoint/2010/main" val="1140562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381000" y="685800"/>
            <a:ext cx="6096000" cy="3429000"/>
          </a:xfrm>
        </p:spPr>
      </p:sp>
      <p:sp>
        <p:nvSpPr>
          <p:cNvPr id="3" name="Espaço Reservado para Anotações 2"/>
          <p:cNvSpPr>
            <a:spLocks noGrp="1"/>
          </p:cNvSpPr>
          <p:nvPr>
            <p:ph type="body" idx="1"/>
          </p:nvPr>
        </p:nvSpPr>
        <p:spPr/>
        <p:txBody>
          <a:bodyPr/>
          <a:lstStyle/>
          <a:p>
            <a:endParaRPr lang="pt-BR" dirty="0"/>
          </a:p>
        </p:txBody>
      </p:sp>
    </p:spTree>
    <p:extLst>
      <p:ext uri="{BB962C8B-B14F-4D97-AF65-F5344CB8AC3E}">
        <p14:creationId xmlns:p14="http://schemas.microsoft.com/office/powerpoint/2010/main" val="10107352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0" name="Google Shape;100;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037364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3" name="Google Shape;8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07803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727519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452343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0" name="Google Shape;100;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56B28B2-2FA1-BFDF-415B-4B103C288B91}"/>
              </a:ext>
            </a:extLst>
          </p:cNvPr>
          <p:cNvSpPr>
            <a:spLocks noGrp="1"/>
          </p:cNvSpPr>
          <p:nvPr>
            <p:ph type="ctrTitle"/>
          </p:nvPr>
        </p:nvSpPr>
        <p:spPr>
          <a:xfrm>
            <a:off x="1143000" y="841772"/>
            <a:ext cx="6858000" cy="1790700"/>
          </a:xfrm>
        </p:spPr>
        <p:txBody>
          <a:bodyPr anchor="b"/>
          <a:lstStyle>
            <a:lvl1pPr algn="ctr">
              <a:defRPr sz="4500"/>
            </a:lvl1pPr>
          </a:lstStyle>
          <a:p>
            <a:r>
              <a:rPr lang="pt-BR"/>
              <a:t>Clique para editar o título Mestre</a:t>
            </a:r>
          </a:p>
        </p:txBody>
      </p:sp>
      <p:sp>
        <p:nvSpPr>
          <p:cNvPr id="3" name="Subtítulo 2">
            <a:extLst>
              <a:ext uri="{FF2B5EF4-FFF2-40B4-BE49-F238E27FC236}">
                <a16:creationId xmlns:a16="http://schemas.microsoft.com/office/drawing/2014/main" id="{E4D71B74-B9FF-4AAD-3086-0F6DA55188EF}"/>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74A060BF-EB1A-2BAD-2AA4-DE7817761956}"/>
              </a:ext>
            </a:extLst>
          </p:cNvPr>
          <p:cNvSpPr>
            <a:spLocks noGrp="1"/>
          </p:cNvSpPr>
          <p:nvPr>
            <p:ph type="dt" sz="half" idx="10"/>
          </p:nvPr>
        </p:nvSpPr>
        <p:spPr/>
        <p:txBody>
          <a:bodyPr/>
          <a:lstStyle/>
          <a:p>
            <a:endParaRPr lang="pt-BR"/>
          </a:p>
        </p:txBody>
      </p:sp>
      <p:sp>
        <p:nvSpPr>
          <p:cNvPr id="5" name="Espaço Reservado para Rodapé 4">
            <a:extLst>
              <a:ext uri="{FF2B5EF4-FFF2-40B4-BE49-F238E27FC236}">
                <a16:creationId xmlns:a16="http://schemas.microsoft.com/office/drawing/2014/main" id="{DFEBF5DE-D1E5-7276-4FE8-A79BF2C994A9}"/>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A1C31427-2816-018B-64EC-036806C46D3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pt-BR" smtClean="0"/>
              <a:t>‹nº›</a:t>
            </a:fld>
            <a:endParaRPr lang="pt-BR"/>
          </a:p>
        </p:txBody>
      </p:sp>
    </p:spTree>
    <p:extLst>
      <p:ext uri="{BB962C8B-B14F-4D97-AF65-F5344CB8AC3E}">
        <p14:creationId xmlns:p14="http://schemas.microsoft.com/office/powerpoint/2010/main" val="15454679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C7F78E-9E47-F9B8-4001-791D83E33C9F}"/>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79DE687E-5AC7-3825-3A6C-5B09553740D2}"/>
              </a:ext>
            </a:extLst>
          </p:cNvPr>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93264B0C-DFA9-4D16-F5CE-90EF9049BA02}"/>
              </a:ext>
            </a:extLst>
          </p:cNvPr>
          <p:cNvSpPr>
            <a:spLocks noGrp="1"/>
          </p:cNvSpPr>
          <p:nvPr>
            <p:ph type="dt" sz="half" idx="10"/>
          </p:nvPr>
        </p:nvSpPr>
        <p:spPr/>
        <p:txBody>
          <a:bodyPr/>
          <a:lstStyle/>
          <a:p>
            <a:endParaRPr lang="pt-BR"/>
          </a:p>
        </p:txBody>
      </p:sp>
      <p:sp>
        <p:nvSpPr>
          <p:cNvPr id="5" name="Espaço Reservado para Rodapé 4">
            <a:extLst>
              <a:ext uri="{FF2B5EF4-FFF2-40B4-BE49-F238E27FC236}">
                <a16:creationId xmlns:a16="http://schemas.microsoft.com/office/drawing/2014/main" id="{4EDDA321-7894-7247-B308-8700301ACD91}"/>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59796340-281F-3068-3A10-A916D5C29B6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pt-BR" smtClean="0"/>
              <a:t>‹nº›</a:t>
            </a:fld>
            <a:endParaRPr lang="pt-BR"/>
          </a:p>
        </p:txBody>
      </p:sp>
    </p:spTree>
    <p:extLst>
      <p:ext uri="{BB962C8B-B14F-4D97-AF65-F5344CB8AC3E}">
        <p14:creationId xmlns:p14="http://schemas.microsoft.com/office/powerpoint/2010/main" val="37774082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5B8C174-99EF-B2C2-8EFC-7DC095D11226}"/>
              </a:ext>
            </a:extLst>
          </p:cNvPr>
          <p:cNvSpPr>
            <a:spLocks noGrp="1"/>
          </p:cNvSpPr>
          <p:nvPr>
            <p:ph type="title"/>
          </p:nvPr>
        </p:nvSpPr>
        <p:spPr>
          <a:xfrm>
            <a:off x="623888" y="1282304"/>
            <a:ext cx="7886700" cy="2139553"/>
          </a:xfrm>
        </p:spPr>
        <p:txBody>
          <a:bodyPr anchor="b"/>
          <a:lstStyle>
            <a:lvl1pPr>
              <a:defRPr sz="4500"/>
            </a:lvl1pPr>
          </a:lstStyle>
          <a:p>
            <a:r>
              <a:rPr lang="pt-BR"/>
              <a:t>Clique para editar o título Mestre</a:t>
            </a:r>
          </a:p>
        </p:txBody>
      </p:sp>
      <p:sp>
        <p:nvSpPr>
          <p:cNvPr id="3" name="Espaço Reservado para Texto 2">
            <a:extLst>
              <a:ext uri="{FF2B5EF4-FFF2-40B4-BE49-F238E27FC236}">
                <a16:creationId xmlns:a16="http://schemas.microsoft.com/office/drawing/2014/main" id="{A285B4F9-1367-0BE2-9042-15391E3D6AFA}"/>
              </a:ext>
            </a:extLst>
          </p:cNvPr>
          <p:cNvSpPr>
            <a:spLocks noGrp="1"/>
          </p:cNvSpPr>
          <p:nvPr>
            <p:ph type="body" idx="1"/>
          </p:nvPr>
        </p:nvSpPr>
        <p:spPr>
          <a:xfrm>
            <a:off x="623888" y="3442098"/>
            <a:ext cx="7886700" cy="1125140"/>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pt-BR"/>
              <a:t>Clique para editar os estilos de texto Mestres</a:t>
            </a:r>
          </a:p>
        </p:txBody>
      </p:sp>
      <p:sp>
        <p:nvSpPr>
          <p:cNvPr id="4" name="Espaço Reservado para Data 3">
            <a:extLst>
              <a:ext uri="{FF2B5EF4-FFF2-40B4-BE49-F238E27FC236}">
                <a16:creationId xmlns:a16="http://schemas.microsoft.com/office/drawing/2014/main" id="{0E27308F-7728-B3F9-7BF4-C4C93C1D3A91}"/>
              </a:ext>
            </a:extLst>
          </p:cNvPr>
          <p:cNvSpPr>
            <a:spLocks noGrp="1"/>
          </p:cNvSpPr>
          <p:nvPr>
            <p:ph type="dt" sz="half" idx="10"/>
          </p:nvPr>
        </p:nvSpPr>
        <p:spPr/>
        <p:txBody>
          <a:bodyPr/>
          <a:lstStyle/>
          <a:p>
            <a:endParaRPr lang="pt-BR"/>
          </a:p>
        </p:txBody>
      </p:sp>
      <p:sp>
        <p:nvSpPr>
          <p:cNvPr id="5" name="Espaço Reservado para Rodapé 4">
            <a:extLst>
              <a:ext uri="{FF2B5EF4-FFF2-40B4-BE49-F238E27FC236}">
                <a16:creationId xmlns:a16="http://schemas.microsoft.com/office/drawing/2014/main" id="{EC312A0F-9AF6-DBA7-7EED-9D5D2613A809}"/>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610AB0AE-477F-D022-14B4-DEFEE0E39EAF}"/>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pt-BR" smtClean="0"/>
              <a:t>‹nº›</a:t>
            </a:fld>
            <a:endParaRPr lang="pt-BR"/>
          </a:p>
        </p:txBody>
      </p:sp>
    </p:spTree>
    <p:extLst>
      <p:ext uri="{BB962C8B-B14F-4D97-AF65-F5344CB8AC3E}">
        <p14:creationId xmlns:p14="http://schemas.microsoft.com/office/powerpoint/2010/main" val="14241435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739B462-CC2A-A76D-B1F9-913B5D601F7A}"/>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34A3A5D6-7721-B8EC-C543-CF6748A6743E}"/>
              </a:ext>
            </a:extLst>
          </p:cNvPr>
          <p:cNvSpPr>
            <a:spLocks noGrp="1"/>
          </p:cNvSpPr>
          <p:nvPr>
            <p:ph sz="half" idx="1"/>
          </p:nvPr>
        </p:nvSpPr>
        <p:spPr>
          <a:xfrm>
            <a:off x="628650" y="1369219"/>
            <a:ext cx="3886200" cy="3263504"/>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37A9A134-9056-D362-06B6-E8C4280F226F}"/>
              </a:ext>
            </a:extLst>
          </p:cNvPr>
          <p:cNvSpPr>
            <a:spLocks noGrp="1"/>
          </p:cNvSpPr>
          <p:nvPr>
            <p:ph sz="half" idx="2"/>
          </p:nvPr>
        </p:nvSpPr>
        <p:spPr>
          <a:xfrm>
            <a:off x="4629150" y="1369219"/>
            <a:ext cx="3886200" cy="3263504"/>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3A1161CC-7F4E-8021-4D08-620FD387AE49}"/>
              </a:ext>
            </a:extLst>
          </p:cNvPr>
          <p:cNvSpPr>
            <a:spLocks noGrp="1"/>
          </p:cNvSpPr>
          <p:nvPr>
            <p:ph type="dt" sz="half" idx="10"/>
          </p:nvPr>
        </p:nvSpPr>
        <p:spPr/>
        <p:txBody>
          <a:bodyPr/>
          <a:lstStyle/>
          <a:p>
            <a:endParaRPr lang="pt-BR"/>
          </a:p>
        </p:txBody>
      </p:sp>
      <p:sp>
        <p:nvSpPr>
          <p:cNvPr id="6" name="Espaço Reservado para Rodapé 5">
            <a:extLst>
              <a:ext uri="{FF2B5EF4-FFF2-40B4-BE49-F238E27FC236}">
                <a16:creationId xmlns:a16="http://schemas.microsoft.com/office/drawing/2014/main" id="{27A5E81D-35E6-4C92-2B55-E8C896D501D7}"/>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DD500678-7551-4719-E9DA-2ECEF852C1FE}"/>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pt-BR" smtClean="0"/>
              <a:t>‹nº›</a:t>
            </a:fld>
            <a:endParaRPr lang="pt-BR"/>
          </a:p>
        </p:txBody>
      </p:sp>
    </p:spTree>
    <p:extLst>
      <p:ext uri="{BB962C8B-B14F-4D97-AF65-F5344CB8AC3E}">
        <p14:creationId xmlns:p14="http://schemas.microsoft.com/office/powerpoint/2010/main" val="23902562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61B3A88-8F97-C627-9CED-EAAD2EF589D2}"/>
              </a:ext>
            </a:extLst>
          </p:cNvPr>
          <p:cNvSpPr>
            <a:spLocks noGrp="1"/>
          </p:cNvSpPr>
          <p:nvPr>
            <p:ph type="title"/>
          </p:nvPr>
        </p:nvSpPr>
        <p:spPr>
          <a:xfrm>
            <a:off x="629841" y="273844"/>
            <a:ext cx="7886700" cy="994172"/>
          </a:xfr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id="{CD58C3D9-05C8-110E-616D-8B6C37129920}"/>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pt-BR"/>
              <a:t>Clique para editar os estilos de texto Mestres</a:t>
            </a:r>
          </a:p>
        </p:txBody>
      </p:sp>
      <p:sp>
        <p:nvSpPr>
          <p:cNvPr id="4" name="Espaço Reservado para Conteúdo 3">
            <a:extLst>
              <a:ext uri="{FF2B5EF4-FFF2-40B4-BE49-F238E27FC236}">
                <a16:creationId xmlns:a16="http://schemas.microsoft.com/office/drawing/2014/main" id="{E7920D7A-608F-EC27-FCF7-414D73F2BC88}"/>
              </a:ext>
            </a:extLst>
          </p:cNvPr>
          <p:cNvSpPr>
            <a:spLocks noGrp="1"/>
          </p:cNvSpPr>
          <p:nvPr>
            <p:ph sz="half" idx="2"/>
          </p:nvPr>
        </p:nvSpPr>
        <p:spPr>
          <a:xfrm>
            <a:off x="629842" y="1878806"/>
            <a:ext cx="3868340" cy="2763441"/>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id="{B2495B5E-5363-00AD-1EFB-4EA3DDEA72B0}"/>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pt-BR"/>
              <a:t>Clique para editar os estilos de texto Mestres</a:t>
            </a:r>
          </a:p>
        </p:txBody>
      </p:sp>
      <p:sp>
        <p:nvSpPr>
          <p:cNvPr id="6" name="Espaço Reservado para Conteúdo 5">
            <a:extLst>
              <a:ext uri="{FF2B5EF4-FFF2-40B4-BE49-F238E27FC236}">
                <a16:creationId xmlns:a16="http://schemas.microsoft.com/office/drawing/2014/main" id="{47636F17-5E10-D088-9BF0-6EB8855794ED}"/>
              </a:ext>
            </a:extLst>
          </p:cNvPr>
          <p:cNvSpPr>
            <a:spLocks noGrp="1"/>
          </p:cNvSpPr>
          <p:nvPr>
            <p:ph sz="quarter" idx="4"/>
          </p:nvPr>
        </p:nvSpPr>
        <p:spPr>
          <a:xfrm>
            <a:off x="4629150" y="1878806"/>
            <a:ext cx="3887391" cy="2763441"/>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a16="http://schemas.microsoft.com/office/drawing/2014/main" id="{6180F150-9154-E223-15B5-E59E47B97957}"/>
              </a:ext>
            </a:extLst>
          </p:cNvPr>
          <p:cNvSpPr>
            <a:spLocks noGrp="1"/>
          </p:cNvSpPr>
          <p:nvPr>
            <p:ph type="dt" sz="half" idx="10"/>
          </p:nvPr>
        </p:nvSpPr>
        <p:spPr/>
        <p:txBody>
          <a:bodyPr/>
          <a:lstStyle/>
          <a:p>
            <a:endParaRPr lang="pt-BR"/>
          </a:p>
        </p:txBody>
      </p:sp>
      <p:sp>
        <p:nvSpPr>
          <p:cNvPr id="8" name="Espaço Reservado para Rodapé 7">
            <a:extLst>
              <a:ext uri="{FF2B5EF4-FFF2-40B4-BE49-F238E27FC236}">
                <a16:creationId xmlns:a16="http://schemas.microsoft.com/office/drawing/2014/main" id="{8B2E5ED0-475F-0763-BD30-95B8E5EE7C79}"/>
              </a:ext>
            </a:extLst>
          </p:cNvPr>
          <p:cNvSpPr>
            <a:spLocks noGrp="1"/>
          </p:cNvSpPr>
          <p:nvPr>
            <p:ph type="ftr" sz="quarter" idx="11"/>
          </p:nvPr>
        </p:nvSpPr>
        <p:spPr/>
        <p:txBody>
          <a:bodyPr/>
          <a:lstStyle/>
          <a:p>
            <a:endParaRPr lang="pt-BR"/>
          </a:p>
        </p:txBody>
      </p:sp>
      <p:sp>
        <p:nvSpPr>
          <p:cNvPr id="9" name="Espaço Reservado para Número de Slide 8">
            <a:extLst>
              <a:ext uri="{FF2B5EF4-FFF2-40B4-BE49-F238E27FC236}">
                <a16:creationId xmlns:a16="http://schemas.microsoft.com/office/drawing/2014/main" id="{5A4546FB-502C-22F9-B327-1D189A49FC9A}"/>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pt-BR" smtClean="0"/>
              <a:t>‹nº›</a:t>
            </a:fld>
            <a:endParaRPr lang="pt-BR"/>
          </a:p>
        </p:txBody>
      </p:sp>
    </p:spTree>
    <p:extLst>
      <p:ext uri="{BB962C8B-B14F-4D97-AF65-F5344CB8AC3E}">
        <p14:creationId xmlns:p14="http://schemas.microsoft.com/office/powerpoint/2010/main" val="4859275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9167955-8A81-B686-41AE-561034F81CDD}"/>
              </a:ext>
            </a:extLst>
          </p:cNvPr>
          <p:cNvSpPr>
            <a:spLocks noGrp="1"/>
          </p:cNvSpPr>
          <p:nvPr>
            <p:ph type="title"/>
          </p:nvPr>
        </p:nvSpPr>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2635DBF9-D787-4D83-7285-780F0EFF41BB}"/>
              </a:ext>
            </a:extLst>
          </p:cNvPr>
          <p:cNvSpPr>
            <a:spLocks noGrp="1"/>
          </p:cNvSpPr>
          <p:nvPr>
            <p:ph type="dt" sz="half" idx="10"/>
          </p:nvPr>
        </p:nvSpPr>
        <p:spPr/>
        <p:txBody>
          <a:bodyPr/>
          <a:lstStyle/>
          <a:p>
            <a:endParaRPr lang="pt-BR"/>
          </a:p>
        </p:txBody>
      </p:sp>
      <p:sp>
        <p:nvSpPr>
          <p:cNvPr id="4" name="Espaço Reservado para Rodapé 3">
            <a:extLst>
              <a:ext uri="{FF2B5EF4-FFF2-40B4-BE49-F238E27FC236}">
                <a16:creationId xmlns:a16="http://schemas.microsoft.com/office/drawing/2014/main" id="{F60A4A56-BA62-4B60-7DD0-CF2BEA4B3341}"/>
              </a:ext>
            </a:extLst>
          </p:cNvPr>
          <p:cNvSpPr>
            <a:spLocks noGrp="1"/>
          </p:cNvSpPr>
          <p:nvPr>
            <p:ph type="ftr" sz="quarter" idx="11"/>
          </p:nvPr>
        </p:nvSpPr>
        <p:spPr/>
        <p:txBody>
          <a:bodyPr/>
          <a:lstStyle/>
          <a:p>
            <a:endParaRPr lang="pt-BR"/>
          </a:p>
        </p:txBody>
      </p:sp>
      <p:sp>
        <p:nvSpPr>
          <p:cNvPr id="5" name="Espaço Reservado para Número de Slide 4">
            <a:extLst>
              <a:ext uri="{FF2B5EF4-FFF2-40B4-BE49-F238E27FC236}">
                <a16:creationId xmlns:a16="http://schemas.microsoft.com/office/drawing/2014/main" id="{3E7AC2EC-B565-9DA7-593F-FDB18C88AD09}"/>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pt-BR" smtClean="0"/>
              <a:t>‹nº›</a:t>
            </a:fld>
            <a:endParaRPr lang="pt-BR"/>
          </a:p>
        </p:txBody>
      </p:sp>
    </p:spTree>
    <p:extLst>
      <p:ext uri="{BB962C8B-B14F-4D97-AF65-F5344CB8AC3E}">
        <p14:creationId xmlns:p14="http://schemas.microsoft.com/office/powerpoint/2010/main" val="461765284"/>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CB0A300F-CA15-6999-A8F9-B7C5F7DFD981}"/>
              </a:ext>
            </a:extLst>
          </p:cNvPr>
          <p:cNvSpPr>
            <a:spLocks noGrp="1"/>
          </p:cNvSpPr>
          <p:nvPr>
            <p:ph type="dt" sz="half" idx="10"/>
          </p:nvPr>
        </p:nvSpPr>
        <p:spPr/>
        <p:txBody>
          <a:bodyPr/>
          <a:lstStyle/>
          <a:p>
            <a:endParaRPr lang="pt-BR"/>
          </a:p>
        </p:txBody>
      </p:sp>
      <p:sp>
        <p:nvSpPr>
          <p:cNvPr id="3" name="Espaço Reservado para Rodapé 2">
            <a:extLst>
              <a:ext uri="{FF2B5EF4-FFF2-40B4-BE49-F238E27FC236}">
                <a16:creationId xmlns:a16="http://schemas.microsoft.com/office/drawing/2014/main" id="{6788DC35-D780-7AC4-2A80-951E4B6E038F}"/>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11CA1B49-EB7E-BCB9-5D80-E71B24AF8FCA}"/>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pt-BR" smtClean="0"/>
              <a:t>‹nº›</a:t>
            </a:fld>
            <a:endParaRPr lang="pt-BR"/>
          </a:p>
        </p:txBody>
      </p:sp>
    </p:spTree>
    <p:extLst>
      <p:ext uri="{BB962C8B-B14F-4D97-AF65-F5344CB8AC3E}">
        <p14:creationId xmlns:p14="http://schemas.microsoft.com/office/powerpoint/2010/main" val="139352824"/>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BA9B394-897D-D36F-7E49-9D8664611300}"/>
              </a:ext>
            </a:extLst>
          </p:cNvPr>
          <p:cNvSpPr>
            <a:spLocks noGrp="1"/>
          </p:cNvSpPr>
          <p:nvPr>
            <p:ph type="title"/>
          </p:nvPr>
        </p:nvSpPr>
        <p:spPr>
          <a:xfrm>
            <a:off x="629841" y="342900"/>
            <a:ext cx="2949178" cy="1200150"/>
          </a:xfrm>
        </p:spPr>
        <p:txBody>
          <a:bodyPr anchor="b"/>
          <a:lstStyle>
            <a:lvl1pPr>
              <a:defRPr sz="2400"/>
            </a:lvl1pPr>
          </a:lstStyle>
          <a:p>
            <a:r>
              <a:rPr lang="pt-BR"/>
              <a:t>Clique para editar o título Mestre</a:t>
            </a:r>
          </a:p>
        </p:txBody>
      </p:sp>
      <p:sp>
        <p:nvSpPr>
          <p:cNvPr id="3" name="Espaço Reservado para Conteúdo 2">
            <a:extLst>
              <a:ext uri="{FF2B5EF4-FFF2-40B4-BE49-F238E27FC236}">
                <a16:creationId xmlns:a16="http://schemas.microsoft.com/office/drawing/2014/main" id="{9EFE95FB-4A98-5900-4655-747E68AEC98D}"/>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id="{6894D6F6-78C9-7047-FCFB-D7011E30A05F}"/>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BDE17DE0-F213-66DF-9858-E960E8C9D939}"/>
              </a:ext>
            </a:extLst>
          </p:cNvPr>
          <p:cNvSpPr>
            <a:spLocks noGrp="1"/>
          </p:cNvSpPr>
          <p:nvPr>
            <p:ph type="dt" sz="half" idx="10"/>
          </p:nvPr>
        </p:nvSpPr>
        <p:spPr/>
        <p:txBody>
          <a:bodyPr/>
          <a:lstStyle/>
          <a:p>
            <a:endParaRPr lang="pt-BR"/>
          </a:p>
        </p:txBody>
      </p:sp>
      <p:sp>
        <p:nvSpPr>
          <p:cNvPr id="6" name="Espaço Reservado para Rodapé 5">
            <a:extLst>
              <a:ext uri="{FF2B5EF4-FFF2-40B4-BE49-F238E27FC236}">
                <a16:creationId xmlns:a16="http://schemas.microsoft.com/office/drawing/2014/main" id="{876C299F-8DBA-64E5-B9C1-974D8C0A3BF2}"/>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DDF28369-78D1-E79B-F8E1-BD796B03184E}"/>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pt-BR" smtClean="0"/>
              <a:t>‹nº›</a:t>
            </a:fld>
            <a:endParaRPr lang="pt-BR"/>
          </a:p>
        </p:txBody>
      </p:sp>
    </p:spTree>
    <p:extLst>
      <p:ext uri="{BB962C8B-B14F-4D97-AF65-F5344CB8AC3E}">
        <p14:creationId xmlns:p14="http://schemas.microsoft.com/office/powerpoint/2010/main" val="20370734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6A6CFCF-556E-7566-3BBD-51FEA2E20E6E}"/>
              </a:ext>
            </a:extLst>
          </p:cNvPr>
          <p:cNvSpPr>
            <a:spLocks noGrp="1"/>
          </p:cNvSpPr>
          <p:nvPr>
            <p:ph type="title"/>
          </p:nvPr>
        </p:nvSpPr>
        <p:spPr>
          <a:xfrm>
            <a:off x="629841" y="342900"/>
            <a:ext cx="2949178" cy="1200150"/>
          </a:xfrm>
        </p:spPr>
        <p:txBody>
          <a:bodyPr anchor="b"/>
          <a:lstStyle>
            <a:lvl1pPr>
              <a:defRPr sz="2400"/>
            </a:lvl1pPr>
          </a:lstStyle>
          <a:p>
            <a:r>
              <a:rPr lang="pt-BR"/>
              <a:t>Clique para editar o título Mestre</a:t>
            </a:r>
          </a:p>
        </p:txBody>
      </p:sp>
      <p:sp>
        <p:nvSpPr>
          <p:cNvPr id="3" name="Espaço Reservado para Imagem 2">
            <a:extLst>
              <a:ext uri="{FF2B5EF4-FFF2-40B4-BE49-F238E27FC236}">
                <a16:creationId xmlns:a16="http://schemas.microsoft.com/office/drawing/2014/main" id="{92D81DDB-0C22-83EA-79FF-702BBD66EF93}"/>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pt-BR"/>
          </a:p>
        </p:txBody>
      </p:sp>
      <p:sp>
        <p:nvSpPr>
          <p:cNvPr id="4" name="Espaço Reservado para Texto 3">
            <a:extLst>
              <a:ext uri="{FF2B5EF4-FFF2-40B4-BE49-F238E27FC236}">
                <a16:creationId xmlns:a16="http://schemas.microsoft.com/office/drawing/2014/main" id="{CB8DCB36-98DE-98EB-5D1B-9F04C4D773A1}"/>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07F6C12D-BD86-0D3B-2423-39CC4395E81D}"/>
              </a:ext>
            </a:extLst>
          </p:cNvPr>
          <p:cNvSpPr>
            <a:spLocks noGrp="1"/>
          </p:cNvSpPr>
          <p:nvPr>
            <p:ph type="dt" sz="half" idx="10"/>
          </p:nvPr>
        </p:nvSpPr>
        <p:spPr/>
        <p:txBody>
          <a:bodyPr/>
          <a:lstStyle/>
          <a:p>
            <a:endParaRPr lang="pt-BR"/>
          </a:p>
        </p:txBody>
      </p:sp>
      <p:sp>
        <p:nvSpPr>
          <p:cNvPr id="6" name="Espaço Reservado para Rodapé 5">
            <a:extLst>
              <a:ext uri="{FF2B5EF4-FFF2-40B4-BE49-F238E27FC236}">
                <a16:creationId xmlns:a16="http://schemas.microsoft.com/office/drawing/2014/main" id="{26492752-B1E5-F616-A40E-F73BCAEDA99D}"/>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DE432AC3-A383-E9CA-F265-595E4121F7B1}"/>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pt-BR" smtClean="0"/>
              <a:t>‹nº›</a:t>
            </a:fld>
            <a:endParaRPr lang="pt-BR"/>
          </a:p>
        </p:txBody>
      </p:sp>
    </p:spTree>
    <p:extLst>
      <p:ext uri="{BB962C8B-B14F-4D97-AF65-F5344CB8AC3E}">
        <p14:creationId xmlns:p14="http://schemas.microsoft.com/office/powerpoint/2010/main" val="3514999775"/>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C9A2CB1-ECB1-5C29-286C-10834B6E8C98}"/>
              </a:ext>
            </a:extLst>
          </p:cNvPr>
          <p:cNvSpPr>
            <a:spLocks noGrp="1"/>
          </p:cNvSpPr>
          <p:nvPr>
            <p:ph type="title"/>
          </p:nvPr>
        </p:nvSpPr>
        <p:spPr/>
        <p:txBody>
          <a:bodyPr/>
          <a:lstStyle/>
          <a:p>
            <a:r>
              <a:rPr lang="pt-BR"/>
              <a:t>Clique para editar o título Mestre</a:t>
            </a:r>
          </a:p>
        </p:txBody>
      </p:sp>
      <p:sp>
        <p:nvSpPr>
          <p:cNvPr id="3" name="Espaço Reservado para Texto Vertical 2">
            <a:extLst>
              <a:ext uri="{FF2B5EF4-FFF2-40B4-BE49-F238E27FC236}">
                <a16:creationId xmlns:a16="http://schemas.microsoft.com/office/drawing/2014/main" id="{CF6F142D-CEB7-59CE-1E22-F19F8A9092D5}"/>
              </a:ext>
            </a:extLst>
          </p:cNvPr>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42690F8E-512C-6F48-D404-BE372B2952DA}"/>
              </a:ext>
            </a:extLst>
          </p:cNvPr>
          <p:cNvSpPr>
            <a:spLocks noGrp="1"/>
          </p:cNvSpPr>
          <p:nvPr>
            <p:ph type="dt" sz="half" idx="10"/>
          </p:nvPr>
        </p:nvSpPr>
        <p:spPr/>
        <p:txBody>
          <a:bodyPr/>
          <a:lstStyle/>
          <a:p>
            <a:endParaRPr lang="pt-BR"/>
          </a:p>
        </p:txBody>
      </p:sp>
      <p:sp>
        <p:nvSpPr>
          <p:cNvPr id="5" name="Espaço Reservado para Rodapé 4">
            <a:extLst>
              <a:ext uri="{FF2B5EF4-FFF2-40B4-BE49-F238E27FC236}">
                <a16:creationId xmlns:a16="http://schemas.microsoft.com/office/drawing/2014/main" id="{C8F25FEC-9E15-62FD-55D6-4CCFD7C2173E}"/>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A7C3F2B0-F9E7-55A4-BBE4-D305925DED4F}"/>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pt-BR" smtClean="0"/>
              <a:t>‹nº›</a:t>
            </a:fld>
            <a:endParaRPr lang="pt-BR"/>
          </a:p>
        </p:txBody>
      </p:sp>
    </p:spTree>
    <p:extLst>
      <p:ext uri="{BB962C8B-B14F-4D97-AF65-F5344CB8AC3E}">
        <p14:creationId xmlns:p14="http://schemas.microsoft.com/office/powerpoint/2010/main" val="23382368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0E7D544C-4C31-62E6-1178-4F3CF3992140}"/>
              </a:ext>
            </a:extLst>
          </p:cNvPr>
          <p:cNvSpPr>
            <a:spLocks noGrp="1"/>
          </p:cNvSpPr>
          <p:nvPr>
            <p:ph type="title" orient="vert"/>
          </p:nvPr>
        </p:nvSpPr>
        <p:spPr>
          <a:xfrm>
            <a:off x="6543675" y="273844"/>
            <a:ext cx="1971675" cy="4358879"/>
          </a:xfr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id="{789FA89F-4DCE-3842-F26D-8BFD1F0EFD8E}"/>
              </a:ext>
            </a:extLst>
          </p:cNvPr>
          <p:cNvSpPr>
            <a:spLocks noGrp="1"/>
          </p:cNvSpPr>
          <p:nvPr>
            <p:ph type="body" orient="vert" idx="1"/>
          </p:nvPr>
        </p:nvSpPr>
        <p:spPr>
          <a:xfrm>
            <a:off x="628650" y="273844"/>
            <a:ext cx="5800725" cy="4358879"/>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28A72A93-A606-FD52-1589-1FA68E556BBE}"/>
              </a:ext>
            </a:extLst>
          </p:cNvPr>
          <p:cNvSpPr>
            <a:spLocks noGrp="1"/>
          </p:cNvSpPr>
          <p:nvPr>
            <p:ph type="dt" sz="half" idx="10"/>
          </p:nvPr>
        </p:nvSpPr>
        <p:spPr/>
        <p:txBody>
          <a:bodyPr/>
          <a:lstStyle/>
          <a:p>
            <a:endParaRPr lang="pt-BR"/>
          </a:p>
        </p:txBody>
      </p:sp>
      <p:sp>
        <p:nvSpPr>
          <p:cNvPr id="5" name="Espaço Reservado para Rodapé 4">
            <a:extLst>
              <a:ext uri="{FF2B5EF4-FFF2-40B4-BE49-F238E27FC236}">
                <a16:creationId xmlns:a16="http://schemas.microsoft.com/office/drawing/2014/main" id="{7C82C9CB-0C80-5B9B-63CF-6AEC3F5BD83A}"/>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7EB4401D-876D-7FBA-9C41-575D7628AA02}"/>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pt-BR" smtClean="0"/>
              <a:t>‹nº›</a:t>
            </a:fld>
            <a:endParaRPr lang="pt-BR"/>
          </a:p>
        </p:txBody>
      </p:sp>
    </p:spTree>
    <p:extLst>
      <p:ext uri="{BB962C8B-B14F-4D97-AF65-F5344CB8AC3E}">
        <p14:creationId xmlns:p14="http://schemas.microsoft.com/office/powerpoint/2010/main" val="38917154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D1A4A902-59F4-5B94-0701-62A962926ECB}"/>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a:extLst>
              <a:ext uri="{FF2B5EF4-FFF2-40B4-BE49-F238E27FC236}">
                <a16:creationId xmlns:a16="http://schemas.microsoft.com/office/drawing/2014/main" id="{83B73F45-125F-8E94-3BF4-1ACAC6758D65}"/>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B6F93E40-37F0-CACE-77E9-807E913F38C9}"/>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82000"/>
                  </a:schemeClr>
                </a:solidFill>
              </a:defRPr>
            </a:lvl1pPr>
          </a:lstStyle>
          <a:p>
            <a:endParaRPr lang="pt-BR"/>
          </a:p>
        </p:txBody>
      </p:sp>
      <p:sp>
        <p:nvSpPr>
          <p:cNvPr id="5" name="Espaço Reservado para Rodapé 4">
            <a:extLst>
              <a:ext uri="{FF2B5EF4-FFF2-40B4-BE49-F238E27FC236}">
                <a16:creationId xmlns:a16="http://schemas.microsoft.com/office/drawing/2014/main" id="{ECCCFBF3-08F6-3648-B739-5CE12B543D11}"/>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pt-BR"/>
          </a:p>
        </p:txBody>
      </p:sp>
      <p:sp>
        <p:nvSpPr>
          <p:cNvPr id="6" name="Espaço Reservado para Número de Slide 5">
            <a:extLst>
              <a:ext uri="{FF2B5EF4-FFF2-40B4-BE49-F238E27FC236}">
                <a16:creationId xmlns:a16="http://schemas.microsoft.com/office/drawing/2014/main" id="{D00FF596-F7BE-634E-42B3-EF7C144E02F4}"/>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82000"/>
                  </a:schemeClr>
                </a:solidFill>
              </a:defRPr>
            </a:lvl1pPr>
          </a:lstStyle>
          <a:p>
            <a:pPr marL="0" lvl="0" indent="0" algn="r" rtl="0">
              <a:spcBef>
                <a:spcPts val="0"/>
              </a:spcBef>
              <a:spcAft>
                <a:spcPts val="0"/>
              </a:spcAft>
              <a:buNone/>
            </a:pPr>
            <a:fld id="{00000000-1234-1234-1234-123412341234}" type="slidenum">
              <a:rPr lang="pt-BR" smtClean="0"/>
              <a:t>‹nº›</a:t>
            </a:fld>
            <a:endParaRPr lang="pt-BR"/>
          </a:p>
        </p:txBody>
      </p:sp>
    </p:spTree>
    <p:extLst>
      <p:ext uri="{BB962C8B-B14F-4D97-AF65-F5344CB8AC3E}">
        <p14:creationId xmlns:p14="http://schemas.microsoft.com/office/powerpoint/2010/main" val="332492789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pt-B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3.png"/><Relationship Id="rId7" Type="http://schemas.openxmlformats.org/officeDocument/2006/relationships/diagramColors" Target="../diagrams/colors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diagramLayout" Target="../diagrams/layout5.xml"/><Relationship Id="rId7" Type="http://schemas.openxmlformats.org/officeDocument/2006/relationships/image" Target="../media/image37.png"/><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diagramData" Target="../diagrams/data7.xml"/><Relationship Id="rId3" Type="http://schemas.openxmlformats.org/officeDocument/2006/relationships/diagramData" Target="../diagrams/data6.xml"/><Relationship Id="rId7" Type="http://schemas.microsoft.com/office/2007/relationships/diagramDrawing" Target="../diagrams/drawing6.xml"/><Relationship Id="rId12" Type="http://schemas.microsoft.com/office/2007/relationships/diagramDrawing" Target="../diagrams/drawing7.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6.xml"/><Relationship Id="rId11" Type="http://schemas.openxmlformats.org/officeDocument/2006/relationships/diagramColors" Target="../diagrams/colors7.xml"/><Relationship Id="rId5" Type="http://schemas.openxmlformats.org/officeDocument/2006/relationships/diagramQuickStyle" Target="../diagrams/quickStyle6.xml"/><Relationship Id="rId10" Type="http://schemas.openxmlformats.org/officeDocument/2006/relationships/diagramQuickStyle" Target="../diagrams/quickStyle7.xml"/><Relationship Id="rId4" Type="http://schemas.openxmlformats.org/officeDocument/2006/relationships/diagramLayout" Target="../diagrams/layout6.xml"/><Relationship Id="rId9" Type="http://schemas.openxmlformats.org/officeDocument/2006/relationships/diagramLayout" Target="../diagrams/layout7.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7.xml.rels><?xml version="1.0" encoding="UTF-8" standalone="yes"?>
<Relationships xmlns="http://schemas.openxmlformats.org/package/2006/relationships"><Relationship Id="rId8" Type="http://schemas.openxmlformats.org/officeDocument/2006/relationships/diagramData" Target="../diagrams/data10.xml"/><Relationship Id="rId13" Type="http://schemas.openxmlformats.org/officeDocument/2006/relationships/diagramData" Target="../diagrams/data11.xml"/><Relationship Id="rId18" Type="http://schemas.openxmlformats.org/officeDocument/2006/relationships/diagramData" Target="../diagrams/data12.xml"/><Relationship Id="rId3" Type="http://schemas.openxmlformats.org/officeDocument/2006/relationships/diagramData" Target="../diagrams/data9.xml"/><Relationship Id="rId21" Type="http://schemas.openxmlformats.org/officeDocument/2006/relationships/diagramColors" Target="../diagrams/colors12.xml"/><Relationship Id="rId7" Type="http://schemas.microsoft.com/office/2007/relationships/diagramDrawing" Target="../diagrams/drawing9.xml"/><Relationship Id="rId12" Type="http://schemas.microsoft.com/office/2007/relationships/diagramDrawing" Target="../diagrams/drawing10.xml"/><Relationship Id="rId17" Type="http://schemas.microsoft.com/office/2007/relationships/diagramDrawing" Target="../diagrams/drawing11.xml"/><Relationship Id="rId2" Type="http://schemas.openxmlformats.org/officeDocument/2006/relationships/image" Target="../media/image3.png"/><Relationship Id="rId16" Type="http://schemas.openxmlformats.org/officeDocument/2006/relationships/diagramColors" Target="../diagrams/colors11.xml"/><Relationship Id="rId20" Type="http://schemas.openxmlformats.org/officeDocument/2006/relationships/diagramQuickStyle" Target="../diagrams/quickStyle12.xml"/><Relationship Id="rId1" Type="http://schemas.openxmlformats.org/officeDocument/2006/relationships/slideLayout" Target="../slideLayouts/slideLayout2.xml"/><Relationship Id="rId6" Type="http://schemas.openxmlformats.org/officeDocument/2006/relationships/diagramColors" Target="../diagrams/colors9.xml"/><Relationship Id="rId11" Type="http://schemas.openxmlformats.org/officeDocument/2006/relationships/diagramColors" Target="../diagrams/colors10.xml"/><Relationship Id="rId5" Type="http://schemas.openxmlformats.org/officeDocument/2006/relationships/diagramQuickStyle" Target="../diagrams/quickStyle9.xml"/><Relationship Id="rId15" Type="http://schemas.openxmlformats.org/officeDocument/2006/relationships/diagramQuickStyle" Target="../diagrams/quickStyle11.xml"/><Relationship Id="rId10" Type="http://schemas.openxmlformats.org/officeDocument/2006/relationships/diagramQuickStyle" Target="../diagrams/quickStyle10.xml"/><Relationship Id="rId19" Type="http://schemas.openxmlformats.org/officeDocument/2006/relationships/diagramLayout" Target="../diagrams/layout12.xml"/><Relationship Id="rId4" Type="http://schemas.openxmlformats.org/officeDocument/2006/relationships/diagramLayout" Target="../diagrams/layout9.xml"/><Relationship Id="rId9" Type="http://schemas.openxmlformats.org/officeDocument/2006/relationships/diagramLayout" Target="../diagrams/layout10.xml"/><Relationship Id="rId14" Type="http://schemas.openxmlformats.org/officeDocument/2006/relationships/diagramLayout" Target="../diagrams/layout11.xml"/><Relationship Id="rId22" Type="http://schemas.microsoft.com/office/2007/relationships/diagramDrawing" Target="../diagrams/drawing12.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image" Target="../media/image42.png"/><Relationship Id="rId1" Type="http://schemas.openxmlformats.org/officeDocument/2006/relationships/slideLayout" Target="../slideLayouts/slideLayout2.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5.sv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hyperlink" Target="https://dados.gov.br/home"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hyperlink" Target="https://portalsinan.saude.gov.br/"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hyperlink" Target="https://portalsinan.saude.gov.br/"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hyperlink" Target="https://portalsinan.saude.gov.br/"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diagramData" Target="../diagrams/data14.xml"/><Relationship Id="rId7" Type="http://schemas.microsoft.com/office/2007/relationships/diagramDrawing" Target="../diagrams/drawing14.xml"/><Relationship Id="rId2" Type="http://schemas.openxmlformats.org/officeDocument/2006/relationships/image" Target="../media/image56.png"/><Relationship Id="rId1" Type="http://schemas.openxmlformats.org/officeDocument/2006/relationships/slideLayout" Target="../slideLayouts/slideLayout2.xml"/><Relationship Id="rId6" Type="http://schemas.openxmlformats.org/officeDocument/2006/relationships/diagramColors" Target="../diagrams/colors14.xml"/><Relationship Id="rId5" Type="http://schemas.openxmlformats.org/officeDocument/2006/relationships/diagramQuickStyle" Target="../diagrams/quickStyle14.xml"/><Relationship Id="rId4" Type="http://schemas.openxmlformats.org/officeDocument/2006/relationships/diagramLayout" Target="../diagrams/layout14.xml"/></Relationships>
</file>

<file path=ppt/slides/_rels/slide31.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2.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32.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16.xml"/><Relationship Id="rId2" Type="http://schemas.openxmlformats.org/officeDocument/2006/relationships/diagramData" Target="../diagrams/data16.xml"/><Relationship Id="rId1" Type="http://schemas.openxmlformats.org/officeDocument/2006/relationships/slideLayout" Target="../slideLayouts/slideLayout2.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34.xml.rels><?xml version="1.0" encoding="UTF-8" standalone="yes"?>
<Relationships xmlns="http://schemas.openxmlformats.org/package/2006/relationships"><Relationship Id="rId3" Type="http://schemas.openxmlformats.org/officeDocument/2006/relationships/diagramLayout" Target="../diagrams/layout17.xml"/><Relationship Id="rId2" Type="http://schemas.openxmlformats.org/officeDocument/2006/relationships/diagramData" Target="../diagrams/data17.xml"/><Relationship Id="rId1" Type="http://schemas.openxmlformats.org/officeDocument/2006/relationships/slideLayout" Target="../slideLayouts/slideLayout2.xml"/><Relationship Id="rId6" Type="http://schemas.microsoft.com/office/2007/relationships/diagramDrawing" Target="../diagrams/drawing17.xml"/><Relationship Id="rId5" Type="http://schemas.openxmlformats.org/officeDocument/2006/relationships/diagramColors" Target="../diagrams/colors17.xml"/><Relationship Id="rId4" Type="http://schemas.openxmlformats.org/officeDocument/2006/relationships/diagramQuickStyle" Target="../diagrams/quickStyle17.xml"/></Relationships>
</file>

<file path=ppt/slides/_rels/slide35.xml.rels><?xml version="1.0" encoding="UTF-8" standalone="yes"?>
<Relationships xmlns="http://schemas.openxmlformats.org/package/2006/relationships"><Relationship Id="rId3" Type="http://schemas.openxmlformats.org/officeDocument/2006/relationships/diagramLayout" Target="../diagrams/layout18.xml"/><Relationship Id="rId2" Type="http://schemas.openxmlformats.org/officeDocument/2006/relationships/diagramData" Target="../diagrams/data18.xml"/><Relationship Id="rId1" Type="http://schemas.openxmlformats.org/officeDocument/2006/relationships/slideLayout" Target="../slideLayouts/slideLayout2.xml"/><Relationship Id="rId6" Type="http://schemas.microsoft.com/office/2007/relationships/diagramDrawing" Target="../diagrams/drawing18.xml"/><Relationship Id="rId5" Type="http://schemas.openxmlformats.org/officeDocument/2006/relationships/diagramColors" Target="../diagrams/colors18.xml"/><Relationship Id="rId4" Type="http://schemas.openxmlformats.org/officeDocument/2006/relationships/diagramQuickStyle" Target="../diagrams/quickStyle18.xml"/></Relationships>
</file>

<file path=ppt/slides/_rels/slide36.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diagramLayout" Target="../diagrams/layout19.xml"/><Relationship Id="rId2" Type="http://schemas.openxmlformats.org/officeDocument/2006/relationships/diagramData" Target="../diagrams/data19.xml"/><Relationship Id="rId1" Type="http://schemas.openxmlformats.org/officeDocument/2006/relationships/slideLayout" Target="../slideLayouts/slideLayout2.xml"/><Relationship Id="rId6" Type="http://schemas.microsoft.com/office/2007/relationships/diagramDrawing" Target="../diagrams/drawing19.xml"/><Relationship Id="rId5" Type="http://schemas.openxmlformats.org/officeDocument/2006/relationships/diagramColors" Target="../diagrams/colors19.xml"/><Relationship Id="rId4" Type="http://schemas.openxmlformats.org/officeDocument/2006/relationships/diagramQuickStyle" Target="../diagrams/quickStyle19.xml"/></Relationships>
</file>

<file path=ppt/slides/_rels/slide38.xml.rels><?xml version="1.0" encoding="UTF-8" standalone="yes"?>
<Relationships xmlns="http://schemas.openxmlformats.org/package/2006/relationships"><Relationship Id="rId8" Type="http://schemas.microsoft.com/office/2007/relationships/diagramDrawing" Target="../diagrams/drawing20.xml"/><Relationship Id="rId3" Type="http://schemas.openxmlformats.org/officeDocument/2006/relationships/image" Target="../media/image3.png"/><Relationship Id="rId7" Type="http://schemas.openxmlformats.org/officeDocument/2006/relationships/diagramColors" Target="../diagrams/colors20.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QuickStyle" Target="../diagrams/quickStyle20.xml"/><Relationship Id="rId5" Type="http://schemas.openxmlformats.org/officeDocument/2006/relationships/diagramLayout" Target="../diagrams/layout20.xml"/><Relationship Id="rId4" Type="http://schemas.openxmlformats.org/officeDocument/2006/relationships/diagramData" Target="../diagrams/data20.xml"/></Relationships>
</file>

<file path=ppt/slides/_rels/slide39.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98.png"/><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97.png"/></Relationships>
</file>

<file path=ppt/slides/_rels/slide44.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pic>
        <p:nvPicPr>
          <p:cNvPr id="85" name="Google Shape;85;p13"/>
          <p:cNvPicPr preferRelativeResize="0"/>
          <p:nvPr/>
        </p:nvPicPr>
        <p:blipFill rotWithShape="1">
          <a:blip r:embed="rId3">
            <a:alphaModFix/>
          </a:blip>
          <a:srcRect/>
          <a:stretch/>
        </p:blipFill>
        <p:spPr>
          <a:xfrm>
            <a:off x="0" y="-49953"/>
            <a:ext cx="9225213" cy="5193453"/>
          </a:xfrm>
          <a:prstGeom prst="rect">
            <a:avLst/>
          </a:prstGeom>
          <a:noFill/>
          <a:ln>
            <a:noFill/>
          </a:ln>
        </p:spPr>
      </p:pic>
      <p:sp>
        <p:nvSpPr>
          <p:cNvPr id="3" name="Título 2">
            <a:extLst>
              <a:ext uri="{FF2B5EF4-FFF2-40B4-BE49-F238E27FC236}">
                <a16:creationId xmlns:a16="http://schemas.microsoft.com/office/drawing/2014/main" id="{AC9CFFF4-3552-E7DE-922C-18A8A9015A74}"/>
              </a:ext>
            </a:extLst>
          </p:cNvPr>
          <p:cNvSpPr>
            <a:spLocks noGrp="1"/>
          </p:cNvSpPr>
          <p:nvPr>
            <p:ph type="ctrTitle"/>
          </p:nvPr>
        </p:nvSpPr>
        <p:spPr/>
        <p:txBody>
          <a:bodyPr/>
          <a:lstStyle/>
          <a:p>
            <a:pPr algn="r"/>
            <a:r>
              <a:rPr lang="pt-BR" sz="3600" dirty="0">
                <a:solidFill>
                  <a:schemeClr val="bg1"/>
                </a:solidFill>
              </a:rPr>
              <a:t>Business </a:t>
            </a:r>
            <a:r>
              <a:rPr lang="pt-BR" sz="3600" dirty="0" err="1">
                <a:solidFill>
                  <a:schemeClr val="bg1"/>
                </a:solidFill>
              </a:rPr>
              <a:t>Intelligence</a:t>
            </a:r>
            <a:endParaRPr lang="pt-BR" sz="3600" dirty="0">
              <a:solidFill>
                <a:schemeClr val="bg1"/>
              </a:solidFill>
            </a:endParaRPr>
          </a:p>
        </p:txBody>
      </p:sp>
      <p:sp>
        <p:nvSpPr>
          <p:cNvPr id="4" name="Subtítulo 3">
            <a:extLst>
              <a:ext uri="{FF2B5EF4-FFF2-40B4-BE49-F238E27FC236}">
                <a16:creationId xmlns:a16="http://schemas.microsoft.com/office/drawing/2014/main" id="{87BCF01B-AAAD-C1E6-4356-8C88EF2E193C}"/>
              </a:ext>
            </a:extLst>
          </p:cNvPr>
          <p:cNvSpPr>
            <a:spLocks noGrp="1"/>
          </p:cNvSpPr>
          <p:nvPr>
            <p:ph type="subTitle" idx="1"/>
          </p:nvPr>
        </p:nvSpPr>
        <p:spPr/>
        <p:txBody>
          <a:bodyPr/>
          <a:lstStyle/>
          <a:p>
            <a:pPr algn="r"/>
            <a:r>
              <a:rPr lang="pt-BR" sz="1600" dirty="0">
                <a:solidFill>
                  <a:schemeClr val="bg1"/>
                </a:solidFill>
              </a:rPr>
              <a:t>José Pedro Calistro Torres de Miranda</a:t>
            </a:r>
          </a:p>
        </p:txBody>
      </p:sp>
      <p:sp>
        <p:nvSpPr>
          <p:cNvPr id="6" name="Subtítulo 3">
            <a:extLst>
              <a:ext uri="{FF2B5EF4-FFF2-40B4-BE49-F238E27FC236}">
                <a16:creationId xmlns:a16="http://schemas.microsoft.com/office/drawing/2014/main" id="{20CD7920-B612-26F0-C2E0-0E4513C4C19B}"/>
              </a:ext>
            </a:extLst>
          </p:cNvPr>
          <p:cNvSpPr txBox="1">
            <a:spLocks/>
          </p:cNvSpPr>
          <p:nvPr/>
        </p:nvSpPr>
        <p:spPr>
          <a:xfrm>
            <a:off x="624321" y="2602294"/>
            <a:ext cx="6858000" cy="1241700"/>
          </a:xfrm>
          <a:prstGeom prst="rect">
            <a:avLst/>
          </a:prstGeom>
          <a:noFill/>
          <a:ln>
            <a:noFill/>
          </a:ln>
        </p:spPr>
        <p:txBody>
          <a:bodyPr spcFirstLastPara="1" wrap="square" lIns="68575" tIns="34275" rIns="68575" bIns="34275" anchor="t" anchorCtr="0">
            <a:noAutofit/>
          </a:bodyPr>
          <a:lstStyle>
            <a:defPPr marR="0" lvl="0" algn="l" rtl="0">
              <a:lnSpc>
                <a:spcPct val="100000"/>
              </a:lnSpc>
              <a:spcBef>
                <a:spcPts val="0"/>
              </a:spcBef>
              <a:spcAft>
                <a:spcPts val="0"/>
              </a:spcAft>
            </a:defPPr>
            <a:lvl1pPr marL="457200" marR="0" lvl="0" indent="-228600" algn="ctr" rtl="0">
              <a:lnSpc>
                <a:spcPct val="90000"/>
              </a:lnSpc>
              <a:spcBef>
                <a:spcPts val="800"/>
              </a:spcBef>
              <a:spcAft>
                <a:spcPts val="0"/>
              </a:spcAft>
              <a:buClr>
                <a:srgbClr val="3F3F3F"/>
              </a:buClr>
              <a:buSzPts val="1800"/>
              <a:buFont typeface="Arial"/>
              <a:buNone/>
              <a:defRPr sz="1800" b="0" i="0" u="none" strike="noStrike" cap="none">
                <a:solidFill>
                  <a:srgbClr val="3F3F3F"/>
                </a:solidFill>
                <a:latin typeface="Tahoma"/>
                <a:ea typeface="Tahoma"/>
                <a:cs typeface="Tahoma"/>
                <a:sym typeface="Tahoma"/>
              </a:defRPr>
            </a:lvl1pPr>
            <a:lvl2pPr marL="914400" marR="0" lvl="1" indent="-342900" algn="ctr" rtl="0">
              <a:lnSpc>
                <a:spcPct val="90000"/>
              </a:lnSpc>
              <a:spcBef>
                <a:spcPts val="400"/>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2pPr>
            <a:lvl3pPr marL="1371600" marR="0" lvl="2" indent="-323850" algn="ctr" rtl="0">
              <a:lnSpc>
                <a:spcPct val="90000"/>
              </a:lnSpc>
              <a:spcBef>
                <a:spcPts val="4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3pPr>
            <a:lvl4pPr marL="1828800" marR="0" lvl="3" indent="-317500" algn="ctr" rtl="0">
              <a:lnSpc>
                <a:spcPct val="90000"/>
              </a:lnSpc>
              <a:spcBef>
                <a:spcPts val="4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4pPr>
            <a:lvl5pPr marL="2286000" marR="0" lvl="4" indent="-317500" algn="ctr" rtl="0">
              <a:lnSpc>
                <a:spcPct val="90000"/>
              </a:lnSpc>
              <a:spcBef>
                <a:spcPts val="4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5pPr>
            <a:lvl6pPr marL="2743200" marR="0" lvl="5" indent="-317500" algn="ctr" rtl="0">
              <a:lnSpc>
                <a:spcPct val="90000"/>
              </a:lnSpc>
              <a:spcBef>
                <a:spcPts val="4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6pPr>
            <a:lvl7pPr marL="3200400" marR="0" lvl="6" indent="-317500" algn="ctr" rtl="0">
              <a:lnSpc>
                <a:spcPct val="90000"/>
              </a:lnSpc>
              <a:spcBef>
                <a:spcPts val="4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7pPr>
            <a:lvl8pPr marL="3657600" marR="0" lvl="7" indent="-317500" algn="ctr" rtl="0">
              <a:lnSpc>
                <a:spcPct val="90000"/>
              </a:lnSpc>
              <a:spcBef>
                <a:spcPts val="4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8pPr>
            <a:lvl9pPr marL="4114800" marR="0" lvl="8" indent="-317500" algn="ctr" rtl="0">
              <a:lnSpc>
                <a:spcPct val="90000"/>
              </a:lnSpc>
              <a:spcBef>
                <a:spcPts val="4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9pPr>
          </a:lstStyle>
          <a:p>
            <a:r>
              <a:rPr lang="pt-BR" sz="1600" dirty="0">
                <a:solidFill>
                  <a:schemeClr val="bg1"/>
                </a:solidFill>
              </a:rPr>
              <a:t>Professor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ítulo 1">
            <a:extLst>
              <a:ext uri="{FF2B5EF4-FFF2-40B4-BE49-F238E27FC236}">
                <a16:creationId xmlns:a16="http://schemas.microsoft.com/office/drawing/2014/main" id="{483DD814-424C-F6CA-C8DC-0A67442A2586}"/>
              </a:ext>
            </a:extLst>
          </p:cNvPr>
          <p:cNvSpPr txBox="1">
            <a:spLocks/>
          </p:cNvSpPr>
          <p:nvPr/>
        </p:nvSpPr>
        <p:spPr>
          <a:xfrm>
            <a:off x="2880359" y="1014926"/>
            <a:ext cx="5298693" cy="3268520"/>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r"/>
            <a:r>
              <a:rPr lang="pt-BR" sz="3600" dirty="0">
                <a:solidFill>
                  <a:srgbClr val="FFFFFF"/>
                </a:solidFill>
              </a:rPr>
              <a:t>Conceitos Fundamentais de Bancos de Dados Multidimensionais</a:t>
            </a:r>
          </a:p>
        </p:txBody>
      </p:sp>
      <p:sp>
        <p:nvSpPr>
          <p:cNvPr id="7" name="Subtítulo 2">
            <a:extLst>
              <a:ext uri="{FF2B5EF4-FFF2-40B4-BE49-F238E27FC236}">
                <a16:creationId xmlns:a16="http://schemas.microsoft.com/office/drawing/2014/main" id="{700D3561-7A8F-3D51-F149-92D73789CE84}"/>
              </a:ext>
            </a:extLst>
          </p:cNvPr>
          <p:cNvSpPr txBox="1">
            <a:spLocks/>
          </p:cNvSpPr>
          <p:nvPr/>
        </p:nvSpPr>
        <p:spPr>
          <a:xfrm>
            <a:off x="2127816" y="3394745"/>
            <a:ext cx="6051236" cy="1241828"/>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r"/>
            <a:r>
              <a:rPr lang="pt-BR" sz="1600" dirty="0">
                <a:solidFill>
                  <a:srgbClr val="FFFFFF"/>
                </a:solidFill>
              </a:rPr>
              <a:t>Explorando Dimensões, Fatos e Hierarquias</a:t>
            </a:r>
          </a:p>
        </p:txBody>
      </p:sp>
    </p:spTree>
    <p:extLst>
      <p:ext uri="{BB962C8B-B14F-4D97-AF65-F5344CB8AC3E}">
        <p14:creationId xmlns:p14="http://schemas.microsoft.com/office/powerpoint/2010/main" val="12057932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234"/>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ítulo 1">
            <a:extLst>
              <a:ext uri="{FF2B5EF4-FFF2-40B4-BE49-F238E27FC236}">
                <a16:creationId xmlns:a16="http://schemas.microsoft.com/office/drawing/2014/main" id="{92CCC96B-7230-10CE-E9E0-91036F59156D}"/>
              </a:ext>
            </a:extLst>
          </p:cNvPr>
          <p:cNvSpPr>
            <a:spLocks noGrp="1"/>
          </p:cNvSpPr>
          <p:nvPr>
            <p:ph type="title"/>
          </p:nvPr>
        </p:nvSpPr>
        <p:spPr>
          <a:xfrm>
            <a:off x="359545" y="803100"/>
            <a:ext cx="2954766" cy="4187344"/>
          </a:xfrm>
        </p:spPr>
        <p:txBody>
          <a:bodyPr>
            <a:normAutofit/>
          </a:bodyPr>
          <a:lstStyle/>
          <a:p>
            <a:pPr algn="r"/>
            <a:r>
              <a:rPr lang="pt-BR" sz="6000" dirty="0">
                <a:ln w="0"/>
                <a:solidFill>
                  <a:schemeClr val="accent1"/>
                </a:solidFill>
                <a:effectLst>
                  <a:outerShdw blurRad="38100" dist="25400" dir="5400000" algn="ctr" rotWithShape="0">
                    <a:srgbClr val="6E747A">
                      <a:alpha val="43000"/>
                    </a:srgbClr>
                  </a:outerShdw>
                </a:effectLst>
              </a:rPr>
              <a:t>Agenda</a:t>
            </a:r>
            <a:endParaRPr lang="pt-BR" sz="6000" dirty="0"/>
          </a:p>
        </p:txBody>
      </p:sp>
      <p:cxnSp>
        <p:nvCxnSpPr>
          <p:cNvPr id="11" name="Straight Connector 10">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546039" y="849085"/>
            <a:ext cx="0" cy="4288180"/>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6" name="Espaço Reservado para Conteúdo 2">
            <a:extLst>
              <a:ext uri="{FF2B5EF4-FFF2-40B4-BE49-F238E27FC236}">
                <a16:creationId xmlns:a16="http://schemas.microsoft.com/office/drawing/2014/main" id="{6039E458-DD3D-0703-D8FB-2E2DF37AB798}"/>
              </a:ext>
            </a:extLst>
          </p:cNvPr>
          <p:cNvGraphicFramePr>
            <a:graphicFrameLocks/>
          </p:cNvGraphicFramePr>
          <p:nvPr>
            <p:extLst>
              <p:ext uri="{D42A27DB-BD31-4B8C-83A1-F6EECF244321}">
                <p14:modId xmlns:p14="http://schemas.microsoft.com/office/powerpoint/2010/main" val="902733371"/>
              </p:ext>
            </p:extLst>
          </p:nvPr>
        </p:nvGraphicFramePr>
        <p:xfrm>
          <a:off x="3911221" y="711200"/>
          <a:ext cx="4238948" cy="443853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4983732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8D1AA55E-40D5-461B-A5A8-4AE8AAB71B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A7972837-CB0C-6F56-F26E-2A053DA08701}"/>
              </a:ext>
            </a:extLst>
          </p:cNvPr>
          <p:cNvSpPr>
            <a:spLocks noGrp="1"/>
          </p:cNvSpPr>
          <p:nvPr>
            <p:ph type="title"/>
          </p:nvPr>
        </p:nvSpPr>
        <p:spPr>
          <a:xfrm>
            <a:off x="628650" y="1002292"/>
            <a:ext cx="4616991" cy="887195"/>
          </a:xfrm>
        </p:spPr>
        <p:txBody>
          <a:bodyPr anchor="b">
            <a:normAutofit/>
          </a:bodyPr>
          <a:lstStyle/>
          <a:p>
            <a:r>
              <a:rPr lang="pt-BR" sz="4200" dirty="0">
                <a:ln w="0"/>
                <a:solidFill>
                  <a:schemeClr val="accent1"/>
                </a:solidFill>
                <a:effectLst>
                  <a:outerShdw blurRad="38100" dist="25400" dir="5400000" algn="ctr" rotWithShape="0">
                    <a:srgbClr val="6E747A">
                      <a:alpha val="43000"/>
                    </a:srgbClr>
                  </a:outerShdw>
                </a:effectLst>
              </a:rPr>
              <a:t>Objetivo da aula</a:t>
            </a:r>
          </a:p>
        </p:txBody>
      </p:sp>
      <p:cxnSp>
        <p:nvCxnSpPr>
          <p:cNvPr id="25" name="Straight Connector 24">
            <a:extLst>
              <a:ext uri="{FF2B5EF4-FFF2-40B4-BE49-F238E27FC236}">
                <a16:creationId xmlns:a16="http://schemas.microsoft.com/office/drawing/2014/main" id="{7EB498BD-8089-4626-91EA-4978EBEF535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04852"/>
            <a:ext cx="5927792" cy="0"/>
          </a:xfrm>
          <a:prstGeom prst="line">
            <a:avLst/>
          </a:prstGeom>
          <a:ln w="25400" cap="sq">
            <a:gradFill flip="none" rotWithShape="1">
              <a:gsLst>
                <a:gs pos="0">
                  <a:schemeClr val="accent1"/>
                </a:gs>
                <a:gs pos="100000">
                  <a:schemeClr val="accent2"/>
                </a:gs>
              </a:gsLst>
              <a:lin ang="10800000" scaled="0"/>
              <a:tileRect/>
            </a:gradFill>
            <a:bevel/>
          </a:ln>
        </p:spPr>
        <p:style>
          <a:lnRef idx="1">
            <a:schemeClr val="accent1"/>
          </a:lnRef>
          <a:fillRef idx="0">
            <a:schemeClr val="accent1"/>
          </a:fillRef>
          <a:effectRef idx="0">
            <a:schemeClr val="accent1"/>
          </a:effectRef>
          <a:fontRef idx="minor">
            <a:schemeClr val="tx1"/>
          </a:fontRef>
        </p:style>
      </p:cxnSp>
      <p:sp>
        <p:nvSpPr>
          <p:cNvPr id="3" name="Espaço Reservado para Conteúdo 2">
            <a:extLst>
              <a:ext uri="{FF2B5EF4-FFF2-40B4-BE49-F238E27FC236}">
                <a16:creationId xmlns:a16="http://schemas.microsoft.com/office/drawing/2014/main" id="{D8726801-AA1F-7181-A680-DBA3E16E4C55}"/>
              </a:ext>
            </a:extLst>
          </p:cNvPr>
          <p:cNvSpPr>
            <a:spLocks noGrp="1"/>
          </p:cNvSpPr>
          <p:nvPr>
            <p:ph idx="1"/>
          </p:nvPr>
        </p:nvSpPr>
        <p:spPr>
          <a:xfrm>
            <a:off x="602832" y="2121997"/>
            <a:ext cx="4912143" cy="2508344"/>
          </a:xfrm>
        </p:spPr>
        <p:txBody>
          <a:bodyPr anchor="t">
            <a:normAutofit/>
          </a:bodyPr>
          <a:lstStyle/>
          <a:p>
            <a:pPr algn="just">
              <a:buFont typeface="Wingdings" panose="05000000000000000000" pitchFamily="2" charset="2"/>
              <a:buChar char="Ø"/>
            </a:pPr>
            <a:r>
              <a:rPr lang="pt-BR" sz="1500" b="0" i="0" dirty="0">
                <a:solidFill>
                  <a:schemeClr val="tx1">
                    <a:alpha val="80000"/>
                  </a:schemeClr>
                </a:solidFill>
                <a:effectLst/>
                <a:latin typeface="Söhne"/>
              </a:rPr>
              <a:t>O objetivo desta aula é fornecer aos alunos uma compreensão abrangente dos conceitos fundamentais dos bancos de dados multidimensionais, incluindo dimensões, fatos, estrutura de cubos multidimensionais e aplicação de hierarquias. O objetivo é capacitar os alunos com conhecimentos teóricos e habilidades práticas para identificar, criar e aplicar hierarquias em conjuntos de dados reais, preparando-os para análises mais eficazes no campo da Business </a:t>
            </a:r>
            <a:r>
              <a:rPr lang="pt-BR" sz="1500" b="0" i="0" dirty="0" err="1">
                <a:solidFill>
                  <a:schemeClr val="tx1">
                    <a:alpha val="80000"/>
                  </a:schemeClr>
                </a:solidFill>
                <a:effectLst/>
                <a:latin typeface="Söhne"/>
              </a:rPr>
              <a:t>Intelligence</a:t>
            </a:r>
            <a:r>
              <a:rPr lang="pt-BR" sz="1500" b="0" i="0" dirty="0">
                <a:solidFill>
                  <a:schemeClr val="tx1">
                    <a:alpha val="80000"/>
                  </a:schemeClr>
                </a:solidFill>
                <a:effectLst/>
                <a:latin typeface="Söhne"/>
              </a:rPr>
              <a:t>.</a:t>
            </a:r>
            <a:endParaRPr lang="pt-BR" sz="1500" dirty="0">
              <a:solidFill>
                <a:schemeClr val="tx1">
                  <a:alpha val="80000"/>
                </a:schemeClr>
              </a:solidFill>
            </a:endParaRPr>
          </a:p>
        </p:txBody>
      </p:sp>
      <p:pic>
        <p:nvPicPr>
          <p:cNvPr id="7" name="Graphic 6" descr="Na mosca">
            <a:extLst>
              <a:ext uri="{FF2B5EF4-FFF2-40B4-BE49-F238E27FC236}">
                <a16:creationId xmlns:a16="http://schemas.microsoft.com/office/drawing/2014/main" id="{251E68E2-A835-4448-5B61-3A8E64480E7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679489" y="1485663"/>
            <a:ext cx="2661303" cy="2661303"/>
          </a:xfrm>
          <a:prstGeom prst="rect">
            <a:avLst/>
          </a:prstGeom>
        </p:spPr>
      </p:pic>
      <p:sp>
        <p:nvSpPr>
          <p:cNvPr id="27"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93414" y="1424463"/>
            <a:ext cx="104279" cy="10427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1"/>
          </a:solidFill>
          <a:ln w="603" cap="flat">
            <a:noFill/>
            <a:prstDash val="solid"/>
            <a:miter/>
          </a:ln>
        </p:spPr>
        <p:txBody>
          <a:bodyPr rtlCol="0" anchor="ctr"/>
          <a:lstStyle/>
          <a:p>
            <a:endParaRPr lang="en-US"/>
          </a:p>
        </p:txBody>
      </p:sp>
      <p:sp>
        <p:nvSpPr>
          <p:cNvPr id="29"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27646" y="1642446"/>
            <a:ext cx="68354" cy="68353"/>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1"/>
          </a:solidFill>
          <a:ln w="422" cap="flat">
            <a:noFill/>
            <a:prstDash val="solid"/>
            <a:miter/>
          </a:ln>
        </p:spPr>
        <p:txBody>
          <a:bodyPr rtlCol="0" anchor="ctr"/>
          <a:lstStyle/>
          <a:p>
            <a:endParaRPr lang="en-US"/>
          </a:p>
        </p:txBody>
      </p:sp>
      <p:pic>
        <p:nvPicPr>
          <p:cNvPr id="6" name="Imagem 5" descr="logo CEUB versão condensada">
            <a:extLst>
              <a:ext uri="{FF2B5EF4-FFF2-40B4-BE49-F238E27FC236}">
                <a16:creationId xmlns:a16="http://schemas.microsoft.com/office/drawing/2014/main" id="{4B60DB47-FC79-B2EA-488E-7D738303B88E}"/>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26148" t="30232" r="26955" b="13954"/>
          <a:stretch/>
        </p:blipFill>
        <p:spPr bwMode="auto">
          <a:xfrm>
            <a:off x="163068" y="-5996"/>
            <a:ext cx="1055671" cy="6142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75795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12473DA-D982-F552-7D30-249EF6D5EC0A}"/>
              </a:ext>
            </a:extLst>
          </p:cNvPr>
          <p:cNvSpPr>
            <a:spLocks noGrp="1"/>
          </p:cNvSpPr>
          <p:nvPr>
            <p:ph type="title"/>
          </p:nvPr>
        </p:nvSpPr>
        <p:spPr>
          <a:xfrm>
            <a:off x="5676900" y="71241"/>
            <a:ext cx="3467100" cy="994172"/>
          </a:xfrm>
        </p:spPr>
        <p:txBody>
          <a:bodyPr/>
          <a:lstStyle/>
          <a:p>
            <a:r>
              <a:rPr lang="pt-BR" b="1" dirty="0">
                <a:ln w="6600">
                  <a:solidFill>
                    <a:schemeClr val="accent2"/>
                  </a:solidFill>
                  <a:prstDash val="solid"/>
                </a:ln>
                <a:solidFill>
                  <a:srgbClr val="FFFFFF"/>
                </a:solidFill>
                <a:effectLst>
                  <a:outerShdw dist="38100" dir="2700000" algn="tl" rotWithShape="0">
                    <a:schemeClr val="accent2"/>
                  </a:outerShdw>
                </a:effectLst>
              </a:rPr>
              <a:t>Relembrando BI</a:t>
            </a:r>
          </a:p>
        </p:txBody>
      </p:sp>
      <p:pic>
        <p:nvPicPr>
          <p:cNvPr id="4" name="Espaço Reservado para Conteúdo 3">
            <a:extLst>
              <a:ext uri="{FF2B5EF4-FFF2-40B4-BE49-F238E27FC236}">
                <a16:creationId xmlns:a16="http://schemas.microsoft.com/office/drawing/2014/main" id="{7BF644E7-9BDA-44C4-9995-DDF27B68FDE9}"/>
              </a:ext>
            </a:extLst>
          </p:cNvPr>
          <p:cNvPicPr>
            <a:picLocks noGrp="1" noChangeAspect="1"/>
          </p:cNvPicPr>
          <p:nvPr>
            <p:ph idx="1"/>
          </p:nvPr>
        </p:nvPicPr>
        <p:blipFill>
          <a:blip r:embed="rId3"/>
          <a:stretch>
            <a:fillRect/>
          </a:stretch>
        </p:blipFill>
        <p:spPr>
          <a:xfrm>
            <a:off x="670585" y="803434"/>
            <a:ext cx="5006315" cy="3262312"/>
          </a:xfrm>
          <a:prstGeom prst="rect">
            <a:avLst/>
          </a:prstGeom>
          <a:ln>
            <a:noFill/>
          </a:ln>
          <a:effectLst>
            <a:reflection blurRad="12700" stA="30000" endPos="30000" dist="5000" dir="5400000" sy="-100000" algn="bl" rotWithShape="0"/>
          </a:effectLst>
          <a:scene3d>
            <a:camera prst="perspectiveContrastingLeftFacing">
              <a:rot lat="300000" lon="19800000" rev="0"/>
            </a:camera>
            <a:lightRig rig="threePt" dir="t">
              <a:rot lat="0" lon="0" rev="2700000"/>
            </a:lightRig>
          </a:scene3d>
          <a:sp3d>
            <a:bevelT w="63500" h="50800"/>
          </a:sp3d>
        </p:spPr>
      </p:pic>
    </p:spTree>
    <p:extLst>
      <p:ext uri="{BB962C8B-B14F-4D97-AF65-F5344CB8AC3E}">
        <p14:creationId xmlns:p14="http://schemas.microsoft.com/office/powerpoint/2010/main" val="39316501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181966"/>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182309"/>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80833" y="-3980834"/>
            <a:ext cx="1182335"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DDB0687E-9B25-C94F-4A1C-9E24D7F4C028}"/>
              </a:ext>
            </a:extLst>
          </p:cNvPr>
          <p:cNvSpPr>
            <a:spLocks noGrp="1"/>
          </p:cNvSpPr>
          <p:nvPr>
            <p:ph type="title"/>
          </p:nvPr>
        </p:nvSpPr>
        <p:spPr>
          <a:xfrm>
            <a:off x="1028697" y="261648"/>
            <a:ext cx="7533018" cy="658297"/>
          </a:xfrm>
        </p:spPr>
        <p:txBody>
          <a:bodyPr anchor="ctr">
            <a:normAutofit/>
          </a:bodyPr>
          <a:lstStyle/>
          <a:p>
            <a:r>
              <a:rPr lang="pt-BR" sz="3000" dirty="0">
                <a:solidFill>
                  <a:srgbClr val="FFFFFF"/>
                </a:solidFill>
              </a:rPr>
              <a:t>Check-in</a:t>
            </a:r>
          </a:p>
        </p:txBody>
      </p:sp>
      <p:graphicFrame>
        <p:nvGraphicFramePr>
          <p:cNvPr id="5" name="Espaço Reservado para Conteúdo 2">
            <a:extLst>
              <a:ext uri="{FF2B5EF4-FFF2-40B4-BE49-F238E27FC236}">
                <a16:creationId xmlns:a16="http://schemas.microsoft.com/office/drawing/2014/main" id="{2712D5FE-85E3-9DB7-B56B-7BE37942DFA6}"/>
              </a:ext>
            </a:extLst>
          </p:cNvPr>
          <p:cNvGraphicFramePr>
            <a:graphicFrameLocks noGrp="1"/>
          </p:cNvGraphicFramePr>
          <p:nvPr>
            <p:ph idx="1"/>
            <p:extLst>
              <p:ext uri="{D42A27DB-BD31-4B8C-83A1-F6EECF244321}">
                <p14:modId xmlns:p14="http://schemas.microsoft.com/office/powerpoint/2010/main" val="2852259257"/>
              </p:ext>
            </p:extLst>
          </p:nvPr>
        </p:nvGraphicFramePr>
        <p:xfrm>
          <a:off x="483042" y="1584434"/>
          <a:ext cx="8195871" cy="314460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998445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78886" y="479460"/>
            <a:ext cx="5143500" cy="418458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94905" y="296405"/>
            <a:ext cx="4759657" cy="418206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146680" y="2114225"/>
            <a:ext cx="1876484" cy="418206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18752" y="639595"/>
            <a:ext cx="5143501" cy="3864309"/>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614065" y="846373"/>
            <a:ext cx="3238727" cy="3238727"/>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BBAE335A-F733-E8FA-9E13-FB0F85B7D569}"/>
              </a:ext>
            </a:extLst>
          </p:cNvPr>
          <p:cNvSpPr>
            <a:spLocks noGrp="1"/>
          </p:cNvSpPr>
          <p:nvPr>
            <p:ph type="title"/>
          </p:nvPr>
        </p:nvSpPr>
        <p:spPr>
          <a:xfrm>
            <a:off x="619797" y="440141"/>
            <a:ext cx="3172575" cy="2540623"/>
          </a:xfrm>
        </p:spPr>
        <p:txBody>
          <a:bodyPr anchor="b">
            <a:normAutofit/>
          </a:bodyPr>
          <a:lstStyle/>
          <a:p>
            <a:pPr algn="r"/>
            <a:r>
              <a:rPr lang="pt-BR" sz="3000" b="0" i="0">
                <a:solidFill>
                  <a:srgbClr val="FFFFFF"/>
                </a:solidFill>
                <a:effectLst/>
                <a:latin typeface="Söhne"/>
              </a:rPr>
              <a:t>Conceitos básicos de modelagem multidimensional</a:t>
            </a:r>
            <a:br>
              <a:rPr lang="pt-BR" sz="3000">
                <a:solidFill>
                  <a:srgbClr val="FFFFFF"/>
                </a:solidFill>
              </a:rPr>
            </a:br>
            <a:endParaRPr lang="pt-BR" sz="3000">
              <a:solidFill>
                <a:srgbClr val="FFFFFF"/>
              </a:solidFill>
            </a:endParaRPr>
          </a:p>
        </p:txBody>
      </p:sp>
      <p:sp>
        <p:nvSpPr>
          <p:cNvPr id="3" name="Espaço Reservado para Conteúdo 2">
            <a:extLst>
              <a:ext uri="{FF2B5EF4-FFF2-40B4-BE49-F238E27FC236}">
                <a16:creationId xmlns:a16="http://schemas.microsoft.com/office/drawing/2014/main" id="{5DA55ACD-75C1-1D63-39D5-91843C42441E}"/>
              </a:ext>
            </a:extLst>
          </p:cNvPr>
          <p:cNvSpPr>
            <a:spLocks noGrp="1"/>
          </p:cNvSpPr>
          <p:nvPr>
            <p:ph idx="1"/>
          </p:nvPr>
        </p:nvSpPr>
        <p:spPr>
          <a:xfrm>
            <a:off x="4877368" y="487110"/>
            <a:ext cx="3646835" cy="4159535"/>
          </a:xfrm>
        </p:spPr>
        <p:txBody>
          <a:bodyPr anchor="ctr">
            <a:normAutofit/>
          </a:bodyPr>
          <a:lstStyle/>
          <a:p>
            <a:r>
              <a:rPr lang="pt-BR" sz="1500" b="1" i="0" dirty="0">
                <a:effectLst/>
                <a:latin typeface="Söhne"/>
              </a:rPr>
              <a:t>Definição de Banco de Dados Multidimensionais:</a:t>
            </a:r>
            <a:endParaRPr lang="pt-BR" sz="1500" b="0" i="0" dirty="0">
              <a:effectLst/>
              <a:latin typeface="Söhne"/>
            </a:endParaRPr>
          </a:p>
          <a:p>
            <a:pPr lvl="1" algn="just"/>
            <a:r>
              <a:rPr lang="pt-BR" sz="1500" b="0" i="0" dirty="0">
                <a:effectLst/>
                <a:latin typeface="Söhne"/>
              </a:rPr>
              <a:t>Um banco de dados multidimensional é uma abordagem de modelagem de dados que organiza as informações de forma a facilitar a análise e a compreensão dos dados. </a:t>
            </a:r>
          </a:p>
          <a:p>
            <a:pPr lvl="1" algn="just"/>
            <a:r>
              <a:rPr lang="pt-BR" sz="1500" b="0" i="0" dirty="0">
                <a:effectLst/>
                <a:latin typeface="Söhne"/>
              </a:rPr>
              <a:t>Em um banco de dados multidimensional, os dados são organizados em múltiplas dimensões, permitindo uma representação mais rica e complexa das relações entre diferentes variáveis.</a:t>
            </a:r>
          </a:p>
        </p:txBody>
      </p:sp>
    </p:spTree>
    <p:extLst>
      <p:ext uri="{BB962C8B-B14F-4D97-AF65-F5344CB8AC3E}">
        <p14:creationId xmlns:p14="http://schemas.microsoft.com/office/powerpoint/2010/main" val="19127954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78886" y="479460"/>
            <a:ext cx="5143500" cy="418458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94905" y="296405"/>
            <a:ext cx="4759657" cy="418206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146680" y="2114225"/>
            <a:ext cx="1876484" cy="418206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18752" y="639595"/>
            <a:ext cx="5143501" cy="3864309"/>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614065" y="846373"/>
            <a:ext cx="3238727" cy="3238727"/>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BBAE335A-F733-E8FA-9E13-FB0F85B7D569}"/>
              </a:ext>
            </a:extLst>
          </p:cNvPr>
          <p:cNvSpPr>
            <a:spLocks noGrp="1"/>
          </p:cNvSpPr>
          <p:nvPr>
            <p:ph type="title"/>
          </p:nvPr>
        </p:nvSpPr>
        <p:spPr>
          <a:xfrm>
            <a:off x="619797" y="404897"/>
            <a:ext cx="3172575" cy="2540623"/>
          </a:xfrm>
        </p:spPr>
        <p:txBody>
          <a:bodyPr anchor="b">
            <a:normAutofit/>
          </a:bodyPr>
          <a:lstStyle/>
          <a:p>
            <a:pPr algn="r"/>
            <a:r>
              <a:rPr lang="pt-BR" sz="3000" b="0" i="0">
                <a:solidFill>
                  <a:srgbClr val="FFFFFF"/>
                </a:solidFill>
                <a:effectLst/>
                <a:latin typeface="Söhne"/>
              </a:rPr>
              <a:t>Conceitos básicos de modelagem multidimensional</a:t>
            </a:r>
            <a:br>
              <a:rPr lang="pt-BR" sz="3000">
                <a:solidFill>
                  <a:srgbClr val="FFFFFF"/>
                </a:solidFill>
              </a:rPr>
            </a:br>
            <a:endParaRPr lang="pt-BR" sz="3000">
              <a:solidFill>
                <a:srgbClr val="FFFFFF"/>
              </a:solidFill>
            </a:endParaRPr>
          </a:p>
        </p:txBody>
      </p:sp>
      <p:sp>
        <p:nvSpPr>
          <p:cNvPr id="3" name="Espaço Reservado para Conteúdo 2">
            <a:extLst>
              <a:ext uri="{FF2B5EF4-FFF2-40B4-BE49-F238E27FC236}">
                <a16:creationId xmlns:a16="http://schemas.microsoft.com/office/drawing/2014/main" id="{5DA55ACD-75C1-1D63-39D5-91843C42441E}"/>
              </a:ext>
            </a:extLst>
          </p:cNvPr>
          <p:cNvSpPr>
            <a:spLocks noGrp="1"/>
          </p:cNvSpPr>
          <p:nvPr>
            <p:ph idx="1"/>
          </p:nvPr>
        </p:nvSpPr>
        <p:spPr>
          <a:xfrm>
            <a:off x="4877368" y="487110"/>
            <a:ext cx="3646835" cy="4159535"/>
          </a:xfrm>
        </p:spPr>
        <p:txBody>
          <a:bodyPr anchor="ctr">
            <a:normAutofit/>
          </a:bodyPr>
          <a:lstStyle/>
          <a:p>
            <a:r>
              <a:rPr lang="pt-BR" sz="1500" b="1" i="0" dirty="0">
                <a:effectLst/>
                <a:latin typeface="Söhne"/>
              </a:rPr>
              <a:t>Estrutura de cubos multidimensionais:</a:t>
            </a:r>
          </a:p>
          <a:p>
            <a:pPr lvl="1" algn="just"/>
            <a:r>
              <a:rPr lang="pt-BR" sz="1500" b="0" i="0" dirty="0">
                <a:effectLst/>
                <a:latin typeface="Söhne"/>
              </a:rPr>
              <a:t>Um cubo multidimensional é uma estrutura de dados fundamental em bancos de dados multidimensionais.</a:t>
            </a:r>
          </a:p>
          <a:p>
            <a:pPr lvl="1" algn="just"/>
            <a:r>
              <a:rPr lang="pt-BR" sz="1500" b="0" i="0" dirty="0">
                <a:effectLst/>
                <a:latin typeface="Söhne"/>
              </a:rPr>
              <a:t>Ele é composto por múltiplas dimensões e medidas (ou fatos) que representam as informações que desejamos analisar. </a:t>
            </a:r>
          </a:p>
          <a:p>
            <a:pPr lvl="1" algn="just"/>
            <a:r>
              <a:rPr lang="pt-BR" sz="1500" b="0" i="0" dirty="0">
                <a:effectLst/>
                <a:latin typeface="Söhne"/>
              </a:rPr>
              <a:t>Cada célula dentro do cubo contém uma medida que é agregada ao longo das diferentes combinações de valores das dimensões.</a:t>
            </a:r>
          </a:p>
        </p:txBody>
      </p:sp>
    </p:spTree>
    <p:extLst>
      <p:ext uri="{BB962C8B-B14F-4D97-AF65-F5344CB8AC3E}">
        <p14:creationId xmlns:p14="http://schemas.microsoft.com/office/powerpoint/2010/main" val="426298068"/>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78886" y="479460"/>
            <a:ext cx="5143500" cy="418458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94905" y="296405"/>
            <a:ext cx="4759657" cy="418206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146680" y="2114225"/>
            <a:ext cx="1876484" cy="418206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18752" y="639595"/>
            <a:ext cx="5143501" cy="3864309"/>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614065" y="846373"/>
            <a:ext cx="3238727" cy="3238727"/>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BBAE335A-F733-E8FA-9E13-FB0F85B7D569}"/>
              </a:ext>
            </a:extLst>
          </p:cNvPr>
          <p:cNvSpPr>
            <a:spLocks noGrp="1"/>
          </p:cNvSpPr>
          <p:nvPr>
            <p:ph type="title"/>
          </p:nvPr>
        </p:nvSpPr>
        <p:spPr>
          <a:xfrm>
            <a:off x="619797" y="404897"/>
            <a:ext cx="3172575" cy="2540623"/>
          </a:xfrm>
        </p:spPr>
        <p:txBody>
          <a:bodyPr anchor="b">
            <a:normAutofit/>
          </a:bodyPr>
          <a:lstStyle/>
          <a:p>
            <a:pPr algn="r"/>
            <a:r>
              <a:rPr lang="pt-BR" sz="3000" b="0" i="0">
                <a:solidFill>
                  <a:srgbClr val="FFFFFF"/>
                </a:solidFill>
                <a:effectLst/>
                <a:latin typeface="Söhne"/>
              </a:rPr>
              <a:t>Conceitos básicos de modelagem multidimensional</a:t>
            </a:r>
            <a:br>
              <a:rPr lang="pt-BR" sz="3000">
                <a:solidFill>
                  <a:srgbClr val="FFFFFF"/>
                </a:solidFill>
              </a:rPr>
            </a:br>
            <a:endParaRPr lang="pt-BR" sz="3000">
              <a:solidFill>
                <a:srgbClr val="FFFFFF"/>
              </a:solidFill>
            </a:endParaRPr>
          </a:p>
        </p:txBody>
      </p:sp>
      <p:sp>
        <p:nvSpPr>
          <p:cNvPr id="3" name="Espaço Reservado para Conteúdo 2">
            <a:extLst>
              <a:ext uri="{FF2B5EF4-FFF2-40B4-BE49-F238E27FC236}">
                <a16:creationId xmlns:a16="http://schemas.microsoft.com/office/drawing/2014/main" id="{5DA55ACD-75C1-1D63-39D5-91843C42441E}"/>
              </a:ext>
            </a:extLst>
          </p:cNvPr>
          <p:cNvSpPr>
            <a:spLocks noGrp="1"/>
          </p:cNvSpPr>
          <p:nvPr>
            <p:ph idx="1"/>
          </p:nvPr>
        </p:nvSpPr>
        <p:spPr>
          <a:xfrm>
            <a:off x="4877368" y="45720"/>
            <a:ext cx="3646835" cy="4159535"/>
          </a:xfrm>
        </p:spPr>
        <p:txBody>
          <a:bodyPr anchor="ctr">
            <a:normAutofit/>
          </a:bodyPr>
          <a:lstStyle/>
          <a:p>
            <a:r>
              <a:rPr lang="pt-BR" sz="1500" b="1" i="0" dirty="0">
                <a:effectLst/>
                <a:latin typeface="Söhne"/>
              </a:rPr>
              <a:t>Por exemplo:</a:t>
            </a:r>
          </a:p>
          <a:p>
            <a:pPr lvl="1" algn="just"/>
            <a:r>
              <a:rPr lang="pt-BR" sz="1500" b="0" i="0" dirty="0">
                <a:effectLst/>
                <a:latin typeface="Söhne"/>
              </a:rPr>
              <a:t>Imagine um cubo multidimensional para análise de vendas de uma empresa. </a:t>
            </a:r>
          </a:p>
          <a:p>
            <a:pPr lvl="1" algn="just"/>
            <a:r>
              <a:rPr lang="pt-BR" sz="1500" b="0" i="0" dirty="0">
                <a:effectLst/>
                <a:latin typeface="Söhne"/>
              </a:rPr>
              <a:t>As dimensões poderiam ser tempo, produto e região, enquanto as medidas seriam vendas e lucro. </a:t>
            </a:r>
          </a:p>
          <a:p>
            <a:pPr lvl="1" algn="just"/>
            <a:r>
              <a:rPr lang="pt-BR" sz="1500" b="0" i="0" dirty="0">
                <a:effectLst/>
                <a:latin typeface="Söhne"/>
              </a:rPr>
              <a:t>Cada célula no cubo representaria uma combinação específica de tempo, produto e região, com os valores de vendas e lucro correspondentes.</a:t>
            </a:r>
          </a:p>
        </p:txBody>
      </p:sp>
      <p:pic>
        <p:nvPicPr>
          <p:cNvPr id="1026" name="Picture 2" descr="Diagrama de dimensiones de cubo.">
            <a:extLst>
              <a:ext uri="{FF2B5EF4-FFF2-40B4-BE49-F238E27FC236}">
                <a16:creationId xmlns:a16="http://schemas.microsoft.com/office/drawing/2014/main" id="{F41451AD-13E8-5DC6-1CDF-EB2D150803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09361" y="3510522"/>
            <a:ext cx="2629800" cy="15107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409370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randombar(horizontal)">
                                      <p:cBhvr>
                                        <p:cTn id="7"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ítulo 1">
            <a:extLst>
              <a:ext uri="{FF2B5EF4-FFF2-40B4-BE49-F238E27FC236}">
                <a16:creationId xmlns:a16="http://schemas.microsoft.com/office/drawing/2014/main" id="{2AF18BDA-CCF3-84B7-B47B-B75C4122CD1F}"/>
              </a:ext>
            </a:extLst>
          </p:cNvPr>
          <p:cNvSpPr txBox="1">
            <a:spLocks/>
          </p:cNvSpPr>
          <p:nvPr/>
        </p:nvSpPr>
        <p:spPr>
          <a:xfrm>
            <a:off x="511678" y="190123"/>
            <a:ext cx="6960276" cy="994172"/>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pt-BR" sz="2800" dirty="0">
                <a:ln w="0"/>
                <a:solidFill>
                  <a:schemeClr val="accent1"/>
                </a:solidFill>
                <a:effectLst>
                  <a:outerShdw blurRad="38100" dist="25400" dir="5400000" algn="ctr" rotWithShape="0">
                    <a:srgbClr val="6E747A">
                      <a:alpha val="43000"/>
                    </a:srgbClr>
                  </a:outerShdw>
                </a:effectLst>
              </a:rPr>
              <a:t>Comparação com Modelos Relacionais Tradicionais</a:t>
            </a:r>
          </a:p>
        </p:txBody>
      </p:sp>
      <p:graphicFrame>
        <p:nvGraphicFramePr>
          <p:cNvPr id="8" name="Espaço Reservado para Conteúdo 2">
            <a:extLst>
              <a:ext uri="{FF2B5EF4-FFF2-40B4-BE49-F238E27FC236}">
                <a16:creationId xmlns:a16="http://schemas.microsoft.com/office/drawing/2014/main" id="{E9E93DD4-E3CC-C803-2E75-890AE972D513}"/>
              </a:ext>
            </a:extLst>
          </p:cNvPr>
          <p:cNvGraphicFramePr>
            <a:graphicFrameLocks noGrp="1"/>
          </p:cNvGraphicFramePr>
          <p:nvPr>
            <p:ph idx="1"/>
          </p:nvPr>
        </p:nvGraphicFramePr>
        <p:xfrm>
          <a:off x="588645" y="1343093"/>
          <a:ext cx="7966710" cy="32635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44145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8">
                                            <p:graphicEl>
                                              <a:dgm id="{4F0BF93B-887F-4F15-9095-EC4A907F2863}"/>
                                            </p:graphicEl>
                                          </p:spTgt>
                                        </p:tgtEl>
                                        <p:attrNameLst>
                                          <p:attrName>style.visibility</p:attrName>
                                        </p:attrNameLst>
                                      </p:cBhvr>
                                      <p:to>
                                        <p:strVal val="visible"/>
                                      </p:to>
                                    </p:set>
                                    <p:animEffect transition="in" filter="randombar(horizontal)">
                                      <p:cBhvr>
                                        <p:cTn id="7" dur="500"/>
                                        <p:tgtEl>
                                          <p:spTgt spid="8">
                                            <p:graphicEl>
                                              <a:dgm id="{4F0BF93B-887F-4F15-9095-EC4A907F2863}"/>
                                            </p:graphicEl>
                                          </p:spTgt>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8">
                                            <p:graphicEl>
                                              <a:dgm id="{0EB2A134-987D-4459-9EB2-EA5797D470CD}"/>
                                            </p:graphicEl>
                                          </p:spTgt>
                                        </p:tgtEl>
                                        <p:attrNameLst>
                                          <p:attrName>style.visibility</p:attrName>
                                        </p:attrNameLst>
                                      </p:cBhvr>
                                      <p:to>
                                        <p:strVal val="visible"/>
                                      </p:to>
                                    </p:set>
                                    <p:animEffect transition="in" filter="randombar(horizontal)">
                                      <p:cBhvr>
                                        <p:cTn id="10" dur="500"/>
                                        <p:tgtEl>
                                          <p:spTgt spid="8">
                                            <p:graphicEl>
                                              <a:dgm id="{0EB2A134-987D-4459-9EB2-EA5797D470CD}"/>
                                            </p:graphicEl>
                                          </p:spTgt>
                                        </p:tgtEl>
                                      </p:cBhvr>
                                    </p:animEffect>
                                  </p:childTnLst>
                                </p:cTn>
                              </p:par>
                              <p:par>
                                <p:cTn id="11" presetID="14" presetClass="entr" presetSubtype="10" fill="hold" grpId="0" nodeType="withEffect">
                                  <p:stCondLst>
                                    <p:cond delay="0"/>
                                  </p:stCondLst>
                                  <p:childTnLst>
                                    <p:set>
                                      <p:cBhvr>
                                        <p:cTn id="12" dur="1" fill="hold">
                                          <p:stCondLst>
                                            <p:cond delay="0"/>
                                          </p:stCondLst>
                                        </p:cTn>
                                        <p:tgtEl>
                                          <p:spTgt spid="8">
                                            <p:graphicEl>
                                              <a:dgm id="{63920A96-3075-4758-A60C-D0D591F16C45}"/>
                                            </p:graphicEl>
                                          </p:spTgt>
                                        </p:tgtEl>
                                        <p:attrNameLst>
                                          <p:attrName>style.visibility</p:attrName>
                                        </p:attrNameLst>
                                      </p:cBhvr>
                                      <p:to>
                                        <p:strVal val="visible"/>
                                      </p:to>
                                    </p:set>
                                    <p:animEffect transition="in" filter="randombar(horizontal)">
                                      <p:cBhvr>
                                        <p:cTn id="13" dur="500"/>
                                        <p:tgtEl>
                                          <p:spTgt spid="8">
                                            <p:graphicEl>
                                              <a:dgm id="{63920A96-3075-4758-A60C-D0D591F16C45}"/>
                                            </p:graphicEl>
                                          </p:spTgt>
                                        </p:tgtEl>
                                      </p:cBhvr>
                                    </p:animEffect>
                                  </p:childTnLst>
                                </p:cTn>
                              </p:par>
                            </p:childTnLst>
                          </p:cTn>
                        </p:par>
                      </p:childTnLst>
                    </p:cTn>
                  </p:par>
                  <p:par>
                    <p:cTn id="14" fill="hold">
                      <p:stCondLst>
                        <p:cond delay="indefinite"/>
                      </p:stCondLst>
                      <p:childTnLst>
                        <p:par>
                          <p:cTn id="15" fill="hold">
                            <p:stCondLst>
                              <p:cond delay="0"/>
                            </p:stCondLst>
                            <p:childTnLst>
                              <p:par>
                                <p:cTn id="16" presetID="14" presetClass="entr" presetSubtype="10" fill="hold" grpId="0" nodeType="clickEffect">
                                  <p:stCondLst>
                                    <p:cond delay="0"/>
                                  </p:stCondLst>
                                  <p:childTnLst>
                                    <p:set>
                                      <p:cBhvr>
                                        <p:cTn id="17" dur="1" fill="hold">
                                          <p:stCondLst>
                                            <p:cond delay="0"/>
                                          </p:stCondLst>
                                        </p:cTn>
                                        <p:tgtEl>
                                          <p:spTgt spid="8">
                                            <p:graphicEl>
                                              <a:dgm id="{8E34643B-238D-4C7E-8D1E-81ACB6C6E1E7}"/>
                                            </p:graphicEl>
                                          </p:spTgt>
                                        </p:tgtEl>
                                        <p:attrNameLst>
                                          <p:attrName>style.visibility</p:attrName>
                                        </p:attrNameLst>
                                      </p:cBhvr>
                                      <p:to>
                                        <p:strVal val="visible"/>
                                      </p:to>
                                    </p:set>
                                    <p:animEffect transition="in" filter="randombar(horizontal)">
                                      <p:cBhvr>
                                        <p:cTn id="18" dur="500"/>
                                        <p:tgtEl>
                                          <p:spTgt spid="8">
                                            <p:graphicEl>
                                              <a:dgm id="{8E34643B-238D-4C7E-8D1E-81ACB6C6E1E7}"/>
                                            </p:graphicEl>
                                          </p:spTgt>
                                        </p:tgtEl>
                                      </p:cBhvr>
                                    </p:animEffect>
                                  </p:childTnLst>
                                </p:cTn>
                              </p:par>
                              <p:par>
                                <p:cTn id="19" presetID="14" presetClass="entr" presetSubtype="10" fill="hold" grpId="0" nodeType="withEffect">
                                  <p:stCondLst>
                                    <p:cond delay="0"/>
                                  </p:stCondLst>
                                  <p:childTnLst>
                                    <p:set>
                                      <p:cBhvr>
                                        <p:cTn id="20" dur="1" fill="hold">
                                          <p:stCondLst>
                                            <p:cond delay="0"/>
                                          </p:stCondLst>
                                        </p:cTn>
                                        <p:tgtEl>
                                          <p:spTgt spid="8">
                                            <p:graphicEl>
                                              <a:dgm id="{F8EED4FE-B6F5-4BAC-9D45-06F3B8B6592E}"/>
                                            </p:graphicEl>
                                          </p:spTgt>
                                        </p:tgtEl>
                                        <p:attrNameLst>
                                          <p:attrName>style.visibility</p:attrName>
                                        </p:attrNameLst>
                                      </p:cBhvr>
                                      <p:to>
                                        <p:strVal val="visible"/>
                                      </p:to>
                                    </p:set>
                                    <p:animEffect transition="in" filter="randombar(horizontal)">
                                      <p:cBhvr>
                                        <p:cTn id="21" dur="500"/>
                                        <p:tgtEl>
                                          <p:spTgt spid="8">
                                            <p:graphicEl>
                                              <a:dgm id="{F8EED4FE-B6F5-4BAC-9D45-06F3B8B6592E}"/>
                                            </p:graphicEl>
                                          </p:spTgt>
                                        </p:tgtEl>
                                      </p:cBhvr>
                                    </p:animEffect>
                                  </p:childTnLst>
                                </p:cTn>
                              </p:par>
                              <p:par>
                                <p:cTn id="22" presetID="14" presetClass="entr" presetSubtype="10" fill="hold" grpId="0" nodeType="withEffect">
                                  <p:stCondLst>
                                    <p:cond delay="0"/>
                                  </p:stCondLst>
                                  <p:childTnLst>
                                    <p:set>
                                      <p:cBhvr>
                                        <p:cTn id="23" dur="1" fill="hold">
                                          <p:stCondLst>
                                            <p:cond delay="0"/>
                                          </p:stCondLst>
                                        </p:cTn>
                                        <p:tgtEl>
                                          <p:spTgt spid="8">
                                            <p:graphicEl>
                                              <a:dgm id="{102226C0-7583-41BF-826C-0E55422E2BB3}"/>
                                            </p:graphicEl>
                                          </p:spTgt>
                                        </p:tgtEl>
                                        <p:attrNameLst>
                                          <p:attrName>style.visibility</p:attrName>
                                        </p:attrNameLst>
                                      </p:cBhvr>
                                      <p:to>
                                        <p:strVal val="visible"/>
                                      </p:to>
                                    </p:set>
                                    <p:animEffect transition="in" filter="randombar(horizontal)">
                                      <p:cBhvr>
                                        <p:cTn id="24" dur="500"/>
                                        <p:tgtEl>
                                          <p:spTgt spid="8">
                                            <p:graphicEl>
                                              <a:dgm id="{102226C0-7583-41BF-826C-0E55422E2BB3}"/>
                                            </p:graphicEl>
                                          </p:spTgt>
                                        </p:tgtEl>
                                      </p:cBhvr>
                                    </p:animEffect>
                                  </p:childTnLst>
                                </p:cTn>
                              </p:par>
                            </p:childTnLst>
                          </p:cTn>
                        </p:par>
                      </p:childTnLst>
                    </p:cTn>
                  </p:par>
                  <p:par>
                    <p:cTn id="25" fill="hold">
                      <p:stCondLst>
                        <p:cond delay="indefinite"/>
                      </p:stCondLst>
                      <p:childTnLst>
                        <p:par>
                          <p:cTn id="26" fill="hold">
                            <p:stCondLst>
                              <p:cond delay="0"/>
                            </p:stCondLst>
                            <p:childTnLst>
                              <p:par>
                                <p:cTn id="27" presetID="14" presetClass="entr" presetSubtype="10" fill="hold" grpId="0" nodeType="clickEffect">
                                  <p:stCondLst>
                                    <p:cond delay="0"/>
                                  </p:stCondLst>
                                  <p:childTnLst>
                                    <p:set>
                                      <p:cBhvr>
                                        <p:cTn id="28" dur="1" fill="hold">
                                          <p:stCondLst>
                                            <p:cond delay="0"/>
                                          </p:stCondLst>
                                        </p:cTn>
                                        <p:tgtEl>
                                          <p:spTgt spid="8">
                                            <p:graphicEl>
                                              <a:dgm id="{6236C508-6729-41C8-9DF3-60EF6D5F547F}"/>
                                            </p:graphicEl>
                                          </p:spTgt>
                                        </p:tgtEl>
                                        <p:attrNameLst>
                                          <p:attrName>style.visibility</p:attrName>
                                        </p:attrNameLst>
                                      </p:cBhvr>
                                      <p:to>
                                        <p:strVal val="visible"/>
                                      </p:to>
                                    </p:set>
                                    <p:animEffect transition="in" filter="randombar(horizontal)">
                                      <p:cBhvr>
                                        <p:cTn id="29" dur="500"/>
                                        <p:tgtEl>
                                          <p:spTgt spid="8">
                                            <p:graphicEl>
                                              <a:dgm id="{6236C508-6729-41C8-9DF3-60EF6D5F547F}"/>
                                            </p:graphicEl>
                                          </p:spTgt>
                                        </p:tgtEl>
                                      </p:cBhvr>
                                    </p:animEffect>
                                  </p:childTnLst>
                                </p:cTn>
                              </p:par>
                              <p:par>
                                <p:cTn id="30" presetID="14" presetClass="entr" presetSubtype="10" fill="hold" grpId="0" nodeType="withEffect">
                                  <p:stCondLst>
                                    <p:cond delay="0"/>
                                  </p:stCondLst>
                                  <p:childTnLst>
                                    <p:set>
                                      <p:cBhvr>
                                        <p:cTn id="31" dur="1" fill="hold">
                                          <p:stCondLst>
                                            <p:cond delay="0"/>
                                          </p:stCondLst>
                                        </p:cTn>
                                        <p:tgtEl>
                                          <p:spTgt spid="8">
                                            <p:graphicEl>
                                              <a:dgm id="{6233677D-075A-4210-A2F7-D86E0EE4ADD1}"/>
                                            </p:graphicEl>
                                          </p:spTgt>
                                        </p:tgtEl>
                                        <p:attrNameLst>
                                          <p:attrName>style.visibility</p:attrName>
                                        </p:attrNameLst>
                                      </p:cBhvr>
                                      <p:to>
                                        <p:strVal val="visible"/>
                                      </p:to>
                                    </p:set>
                                    <p:animEffect transition="in" filter="randombar(horizontal)">
                                      <p:cBhvr>
                                        <p:cTn id="32" dur="500"/>
                                        <p:tgtEl>
                                          <p:spTgt spid="8">
                                            <p:graphicEl>
                                              <a:dgm id="{6233677D-075A-4210-A2F7-D86E0EE4ADD1}"/>
                                            </p:graphicEl>
                                          </p:spTgt>
                                        </p:tgtEl>
                                      </p:cBhvr>
                                    </p:animEffect>
                                  </p:childTnLst>
                                </p:cTn>
                              </p:par>
                              <p:par>
                                <p:cTn id="33" presetID="14" presetClass="entr" presetSubtype="10" fill="hold" grpId="0" nodeType="withEffect">
                                  <p:stCondLst>
                                    <p:cond delay="0"/>
                                  </p:stCondLst>
                                  <p:childTnLst>
                                    <p:set>
                                      <p:cBhvr>
                                        <p:cTn id="34" dur="1" fill="hold">
                                          <p:stCondLst>
                                            <p:cond delay="0"/>
                                          </p:stCondLst>
                                        </p:cTn>
                                        <p:tgtEl>
                                          <p:spTgt spid="8">
                                            <p:graphicEl>
                                              <a:dgm id="{5A5405CA-4F7C-4E25-A806-06092A483CAD}"/>
                                            </p:graphicEl>
                                          </p:spTgt>
                                        </p:tgtEl>
                                        <p:attrNameLst>
                                          <p:attrName>style.visibility</p:attrName>
                                        </p:attrNameLst>
                                      </p:cBhvr>
                                      <p:to>
                                        <p:strVal val="visible"/>
                                      </p:to>
                                    </p:set>
                                    <p:animEffect transition="in" filter="randombar(horizontal)">
                                      <p:cBhvr>
                                        <p:cTn id="35" dur="500"/>
                                        <p:tgtEl>
                                          <p:spTgt spid="8">
                                            <p:graphicEl>
                                              <a:dgm id="{5A5405CA-4F7C-4E25-A806-06092A483CAD}"/>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8" grpId="0">
        <p:bldSub>
          <a:bldDgm bld="one"/>
        </p:bldSub>
      </p:bldGraphic>
    </p:bld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ítulo 1">
            <a:extLst>
              <a:ext uri="{FF2B5EF4-FFF2-40B4-BE49-F238E27FC236}">
                <a16:creationId xmlns:a16="http://schemas.microsoft.com/office/drawing/2014/main" id="{2AF18BDA-CCF3-84B7-B47B-B75C4122CD1F}"/>
              </a:ext>
            </a:extLst>
          </p:cNvPr>
          <p:cNvSpPr txBox="1">
            <a:spLocks/>
          </p:cNvSpPr>
          <p:nvPr/>
        </p:nvSpPr>
        <p:spPr>
          <a:xfrm>
            <a:off x="511678" y="190123"/>
            <a:ext cx="6960276" cy="994172"/>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pt-BR" sz="2800" dirty="0">
                <a:ln w="0"/>
                <a:solidFill>
                  <a:schemeClr val="accent1"/>
                </a:solidFill>
                <a:effectLst>
                  <a:outerShdw blurRad="38100" dist="25400" dir="5400000" algn="ctr" rotWithShape="0">
                    <a:srgbClr val="6E747A">
                      <a:alpha val="43000"/>
                    </a:srgbClr>
                  </a:outerShdw>
                </a:effectLst>
              </a:rPr>
              <a:t>Entendimento de Dimensões e Fatos:</a:t>
            </a:r>
          </a:p>
        </p:txBody>
      </p:sp>
      <p:graphicFrame>
        <p:nvGraphicFramePr>
          <p:cNvPr id="12" name="Espaço Reservado para Conteúdo 7">
            <a:extLst>
              <a:ext uri="{FF2B5EF4-FFF2-40B4-BE49-F238E27FC236}">
                <a16:creationId xmlns:a16="http://schemas.microsoft.com/office/drawing/2014/main" id="{01E73D55-2242-06C3-7AEA-0A806A033201}"/>
              </a:ext>
            </a:extLst>
          </p:cNvPr>
          <p:cNvGraphicFramePr>
            <a:graphicFrameLocks/>
          </p:cNvGraphicFramePr>
          <p:nvPr>
            <p:extLst>
              <p:ext uri="{D42A27DB-BD31-4B8C-83A1-F6EECF244321}">
                <p14:modId xmlns:p14="http://schemas.microsoft.com/office/powerpoint/2010/main" val="1805989960"/>
              </p:ext>
            </p:extLst>
          </p:nvPr>
        </p:nvGraphicFramePr>
        <p:xfrm>
          <a:off x="602524" y="1293395"/>
          <a:ext cx="8110401" cy="365998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967004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2">
                                            <p:graphicEl>
                                              <a:dgm id="{EB00DBCD-3AB0-4C6C-B373-F6E4CDD18358}"/>
                                            </p:graphicEl>
                                          </p:spTgt>
                                        </p:tgtEl>
                                        <p:attrNameLst>
                                          <p:attrName>style.visibility</p:attrName>
                                        </p:attrNameLst>
                                      </p:cBhvr>
                                      <p:to>
                                        <p:strVal val="visible"/>
                                      </p:to>
                                    </p:set>
                                    <p:animEffect transition="in" filter="randombar(horizontal)">
                                      <p:cBhvr>
                                        <p:cTn id="7" dur="500"/>
                                        <p:tgtEl>
                                          <p:spTgt spid="12">
                                            <p:graphicEl>
                                              <a:dgm id="{EB00DBCD-3AB0-4C6C-B373-F6E4CDD18358}"/>
                                            </p:graphicEl>
                                          </p:spTgt>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12">
                                            <p:graphicEl>
                                              <a:dgm id="{BB15DB1D-0F2A-4E73-B63E-4797B71B61C8}"/>
                                            </p:graphicEl>
                                          </p:spTgt>
                                        </p:tgtEl>
                                        <p:attrNameLst>
                                          <p:attrName>style.visibility</p:attrName>
                                        </p:attrNameLst>
                                      </p:cBhvr>
                                      <p:to>
                                        <p:strVal val="visible"/>
                                      </p:to>
                                    </p:set>
                                    <p:animEffect transition="in" filter="randombar(horizontal)">
                                      <p:cBhvr>
                                        <p:cTn id="10" dur="500"/>
                                        <p:tgtEl>
                                          <p:spTgt spid="12">
                                            <p:graphicEl>
                                              <a:dgm id="{BB15DB1D-0F2A-4E73-B63E-4797B71B61C8}"/>
                                            </p:graphicEl>
                                          </p:spTgt>
                                        </p:tgtEl>
                                      </p:cBhvr>
                                    </p:animEffect>
                                  </p:childTnLst>
                                </p:cTn>
                              </p:par>
                              <p:par>
                                <p:cTn id="11" presetID="14" presetClass="entr" presetSubtype="10" fill="hold" grpId="0" nodeType="withEffect">
                                  <p:stCondLst>
                                    <p:cond delay="0"/>
                                  </p:stCondLst>
                                  <p:childTnLst>
                                    <p:set>
                                      <p:cBhvr>
                                        <p:cTn id="12" dur="1" fill="hold">
                                          <p:stCondLst>
                                            <p:cond delay="0"/>
                                          </p:stCondLst>
                                        </p:cTn>
                                        <p:tgtEl>
                                          <p:spTgt spid="12">
                                            <p:graphicEl>
                                              <a:dgm id="{AF923E04-2397-4368-B80F-A7A5870CA837}"/>
                                            </p:graphicEl>
                                          </p:spTgt>
                                        </p:tgtEl>
                                        <p:attrNameLst>
                                          <p:attrName>style.visibility</p:attrName>
                                        </p:attrNameLst>
                                      </p:cBhvr>
                                      <p:to>
                                        <p:strVal val="visible"/>
                                      </p:to>
                                    </p:set>
                                    <p:animEffect transition="in" filter="randombar(horizontal)">
                                      <p:cBhvr>
                                        <p:cTn id="13" dur="500"/>
                                        <p:tgtEl>
                                          <p:spTgt spid="12">
                                            <p:graphicEl>
                                              <a:dgm id="{AF923E04-2397-4368-B80F-A7A5870CA837}"/>
                                            </p:graphicEl>
                                          </p:spTgt>
                                        </p:tgtEl>
                                      </p:cBhvr>
                                    </p:animEffect>
                                  </p:childTnLst>
                                </p:cTn>
                              </p:par>
                            </p:childTnLst>
                          </p:cTn>
                        </p:par>
                      </p:childTnLst>
                    </p:cTn>
                  </p:par>
                  <p:par>
                    <p:cTn id="14" fill="hold">
                      <p:stCondLst>
                        <p:cond delay="indefinite"/>
                      </p:stCondLst>
                      <p:childTnLst>
                        <p:par>
                          <p:cTn id="15" fill="hold">
                            <p:stCondLst>
                              <p:cond delay="0"/>
                            </p:stCondLst>
                            <p:childTnLst>
                              <p:par>
                                <p:cTn id="16" presetID="14" presetClass="entr" presetSubtype="10" fill="hold" grpId="0" nodeType="clickEffect">
                                  <p:stCondLst>
                                    <p:cond delay="0"/>
                                  </p:stCondLst>
                                  <p:childTnLst>
                                    <p:set>
                                      <p:cBhvr>
                                        <p:cTn id="17" dur="1" fill="hold">
                                          <p:stCondLst>
                                            <p:cond delay="0"/>
                                          </p:stCondLst>
                                        </p:cTn>
                                        <p:tgtEl>
                                          <p:spTgt spid="12">
                                            <p:graphicEl>
                                              <a:dgm id="{6443CDF2-AD4E-4CC2-A650-4C6CF3618F1F}"/>
                                            </p:graphicEl>
                                          </p:spTgt>
                                        </p:tgtEl>
                                        <p:attrNameLst>
                                          <p:attrName>style.visibility</p:attrName>
                                        </p:attrNameLst>
                                      </p:cBhvr>
                                      <p:to>
                                        <p:strVal val="visible"/>
                                      </p:to>
                                    </p:set>
                                    <p:animEffect transition="in" filter="randombar(horizontal)">
                                      <p:cBhvr>
                                        <p:cTn id="18" dur="500"/>
                                        <p:tgtEl>
                                          <p:spTgt spid="12">
                                            <p:graphicEl>
                                              <a:dgm id="{6443CDF2-AD4E-4CC2-A650-4C6CF3618F1F}"/>
                                            </p:graphicEl>
                                          </p:spTgt>
                                        </p:tgtEl>
                                      </p:cBhvr>
                                    </p:animEffect>
                                  </p:childTnLst>
                                </p:cTn>
                              </p:par>
                              <p:par>
                                <p:cTn id="19" presetID="14" presetClass="entr" presetSubtype="10" fill="hold" grpId="0" nodeType="withEffect">
                                  <p:stCondLst>
                                    <p:cond delay="0"/>
                                  </p:stCondLst>
                                  <p:childTnLst>
                                    <p:set>
                                      <p:cBhvr>
                                        <p:cTn id="20" dur="1" fill="hold">
                                          <p:stCondLst>
                                            <p:cond delay="0"/>
                                          </p:stCondLst>
                                        </p:cTn>
                                        <p:tgtEl>
                                          <p:spTgt spid="12">
                                            <p:graphicEl>
                                              <a:dgm id="{14DA010D-AA41-429F-A55A-EC179B177E6A}"/>
                                            </p:graphicEl>
                                          </p:spTgt>
                                        </p:tgtEl>
                                        <p:attrNameLst>
                                          <p:attrName>style.visibility</p:attrName>
                                        </p:attrNameLst>
                                      </p:cBhvr>
                                      <p:to>
                                        <p:strVal val="visible"/>
                                      </p:to>
                                    </p:set>
                                    <p:animEffect transition="in" filter="randombar(horizontal)">
                                      <p:cBhvr>
                                        <p:cTn id="21" dur="500"/>
                                        <p:tgtEl>
                                          <p:spTgt spid="12">
                                            <p:graphicEl>
                                              <a:dgm id="{14DA010D-AA41-429F-A55A-EC179B177E6A}"/>
                                            </p:graphicEl>
                                          </p:spTgt>
                                        </p:tgtEl>
                                      </p:cBhvr>
                                    </p:animEffect>
                                  </p:childTnLst>
                                </p:cTn>
                              </p:par>
                              <p:par>
                                <p:cTn id="22" presetID="14" presetClass="entr" presetSubtype="10" fill="hold" grpId="0" nodeType="withEffect">
                                  <p:stCondLst>
                                    <p:cond delay="0"/>
                                  </p:stCondLst>
                                  <p:childTnLst>
                                    <p:set>
                                      <p:cBhvr>
                                        <p:cTn id="23" dur="1" fill="hold">
                                          <p:stCondLst>
                                            <p:cond delay="0"/>
                                          </p:stCondLst>
                                        </p:cTn>
                                        <p:tgtEl>
                                          <p:spTgt spid="12">
                                            <p:graphicEl>
                                              <a:dgm id="{E26E123C-C0A3-4FD0-AFFF-BB5A0F9EA39E}"/>
                                            </p:graphicEl>
                                          </p:spTgt>
                                        </p:tgtEl>
                                        <p:attrNameLst>
                                          <p:attrName>style.visibility</p:attrName>
                                        </p:attrNameLst>
                                      </p:cBhvr>
                                      <p:to>
                                        <p:strVal val="visible"/>
                                      </p:to>
                                    </p:set>
                                    <p:animEffect transition="in" filter="randombar(horizontal)">
                                      <p:cBhvr>
                                        <p:cTn id="24" dur="500"/>
                                        <p:tgtEl>
                                          <p:spTgt spid="12">
                                            <p:graphicEl>
                                              <a:dgm id="{E26E123C-C0A3-4FD0-AFFF-BB5A0F9EA39E}"/>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2" grpId="0">
        <p:bldSub>
          <a:bldDgm bld="one"/>
        </p:bldSub>
      </p:bldGraphic>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155A90-6B65-4A87-AE5C-5F45DC8C429F}"/>
              </a:ext>
            </a:extLst>
          </p:cNvPr>
          <p:cNvSpPr>
            <a:spLocks noGrp="1"/>
          </p:cNvSpPr>
          <p:nvPr>
            <p:ph type="title"/>
          </p:nvPr>
        </p:nvSpPr>
        <p:spPr>
          <a:xfrm>
            <a:off x="603504" y="723519"/>
            <a:ext cx="4421124" cy="891540"/>
          </a:xfrm>
        </p:spPr>
        <p:txBody>
          <a:bodyPr>
            <a:normAutofit/>
          </a:bodyPr>
          <a:lstStyle/>
          <a:p>
            <a:r>
              <a:rPr lang="pt-BR" dirty="0">
                <a:ln w="0"/>
                <a:solidFill>
                  <a:schemeClr val="accent1"/>
                </a:solidFill>
                <a:effectLst>
                  <a:outerShdw blurRad="38100" dist="25400" dir="5400000" algn="ctr" rotWithShape="0">
                    <a:srgbClr val="6E747A">
                      <a:alpha val="43000"/>
                    </a:srgbClr>
                  </a:outerShdw>
                </a:effectLst>
              </a:rPr>
              <a:t>Tabela dimensão</a:t>
            </a:r>
          </a:p>
        </p:txBody>
      </p:sp>
      <p:sp>
        <p:nvSpPr>
          <p:cNvPr id="3" name="Espaço Reservado para Conteúdo 2">
            <a:extLst>
              <a:ext uri="{FF2B5EF4-FFF2-40B4-BE49-F238E27FC236}">
                <a16:creationId xmlns:a16="http://schemas.microsoft.com/office/drawing/2014/main" id="{CD0C06A9-FAF5-4513-B646-3AA241C898D1}"/>
              </a:ext>
            </a:extLst>
          </p:cNvPr>
          <p:cNvSpPr>
            <a:spLocks noGrp="1"/>
          </p:cNvSpPr>
          <p:nvPr>
            <p:ph idx="1"/>
          </p:nvPr>
        </p:nvSpPr>
        <p:spPr>
          <a:xfrm>
            <a:off x="602433" y="1978533"/>
            <a:ext cx="4472488" cy="2447405"/>
          </a:xfrm>
        </p:spPr>
        <p:txBody>
          <a:bodyPr>
            <a:normAutofit/>
          </a:bodyPr>
          <a:lstStyle/>
          <a:p>
            <a:r>
              <a:rPr lang="pt-BR" dirty="0"/>
              <a:t>Ela qualifica as informações provenientes da tabela Fato.</a:t>
            </a:r>
          </a:p>
          <a:p>
            <a:r>
              <a:rPr lang="pt-BR" dirty="0"/>
              <a:t>Através dela é possível analisar os dados sob múltiplas perspectivas. </a:t>
            </a:r>
          </a:p>
          <a:p>
            <a:r>
              <a:rPr lang="pt-BR" dirty="0"/>
              <a:t>Por exemplo, podemos ter Dimensões como Produto, Região e Tempo em um DW.</a:t>
            </a:r>
          </a:p>
        </p:txBody>
      </p:sp>
      <p:pic>
        <p:nvPicPr>
          <p:cNvPr id="11" name="Graphic 10">
            <a:extLst>
              <a:ext uri="{FF2B5EF4-FFF2-40B4-BE49-F238E27FC236}">
                <a16:creationId xmlns:a16="http://schemas.microsoft.com/office/drawing/2014/main" id="{EF1E1201-C2D7-4A4F-BDFF-A3668CC6B2A6}"/>
              </a:ext>
            </a:extLst>
          </p:cNvPr>
          <p:cNvPicPr>
            <a:picLocks noChangeAspect="1"/>
          </p:cNvPicPr>
          <p:nvPr/>
        </p:nvPicPr>
        <p:blipFill>
          <a:blip r:embed="rId2">
            <a:duotone>
              <a:schemeClr val="accent1">
                <a:shade val="45000"/>
                <a:satMod val="135000"/>
              </a:schemeClr>
              <a:prstClr val="white"/>
            </a:duotone>
          </a:blip>
          <a:stretch>
            <a:fillRect/>
          </a:stretch>
        </p:blipFill>
        <p:spPr>
          <a:xfrm>
            <a:off x="5786918" y="1326572"/>
            <a:ext cx="2496312" cy="2496312"/>
          </a:xfrm>
          <a:prstGeom prst="rect">
            <a:avLst/>
          </a:prstGeom>
        </p:spPr>
      </p:pic>
    </p:spTree>
    <p:extLst>
      <p:ext uri="{BB962C8B-B14F-4D97-AF65-F5344CB8AC3E}">
        <p14:creationId xmlns:p14="http://schemas.microsoft.com/office/powerpoint/2010/main" val="70970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155A90-6B65-4A87-AE5C-5F45DC8C429F}"/>
              </a:ext>
            </a:extLst>
          </p:cNvPr>
          <p:cNvSpPr>
            <a:spLocks noGrp="1"/>
          </p:cNvSpPr>
          <p:nvPr>
            <p:ph type="title"/>
          </p:nvPr>
        </p:nvSpPr>
        <p:spPr>
          <a:xfrm>
            <a:off x="602433" y="31766"/>
            <a:ext cx="4421124" cy="891540"/>
          </a:xfrm>
        </p:spPr>
        <p:txBody>
          <a:bodyPr>
            <a:normAutofit/>
          </a:bodyPr>
          <a:lstStyle/>
          <a:p>
            <a:r>
              <a:rPr lang="pt-BR" dirty="0">
                <a:ln w="0"/>
                <a:solidFill>
                  <a:schemeClr val="accent1"/>
                </a:solidFill>
                <a:effectLst>
                  <a:outerShdw blurRad="38100" dist="25400" dir="5400000" algn="ctr" rotWithShape="0">
                    <a:srgbClr val="6E747A">
                      <a:alpha val="43000"/>
                    </a:srgbClr>
                  </a:outerShdw>
                </a:effectLst>
              </a:rPr>
              <a:t>Tabela fato</a:t>
            </a:r>
          </a:p>
        </p:txBody>
      </p:sp>
      <p:graphicFrame>
        <p:nvGraphicFramePr>
          <p:cNvPr id="17" name="Espaço Reservado para Conteúdo 2">
            <a:extLst>
              <a:ext uri="{FF2B5EF4-FFF2-40B4-BE49-F238E27FC236}">
                <a16:creationId xmlns:a16="http://schemas.microsoft.com/office/drawing/2014/main" id="{7AF68A2F-D69D-3A7B-22EB-208502319FF7}"/>
              </a:ext>
            </a:extLst>
          </p:cNvPr>
          <p:cNvGraphicFramePr>
            <a:graphicFrameLocks noGrp="1"/>
          </p:cNvGraphicFramePr>
          <p:nvPr>
            <p:ph idx="1"/>
          </p:nvPr>
        </p:nvGraphicFramePr>
        <p:xfrm>
          <a:off x="602433" y="1089659"/>
          <a:ext cx="4754238" cy="398526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1" name="Graphic 10">
            <a:extLst>
              <a:ext uri="{FF2B5EF4-FFF2-40B4-BE49-F238E27FC236}">
                <a16:creationId xmlns:a16="http://schemas.microsoft.com/office/drawing/2014/main" id="{AB7DA9A4-F184-4B71-96AA-46D35BD4DAD9}"/>
              </a:ext>
            </a:extLst>
          </p:cNvPr>
          <p:cNvPicPr>
            <a:picLocks noChangeAspect="1"/>
          </p:cNvPicPr>
          <p:nvPr/>
        </p:nvPicPr>
        <p:blipFill>
          <a:blip r:embed="rId7">
            <a:duotone>
              <a:schemeClr val="accent1">
                <a:shade val="45000"/>
                <a:satMod val="135000"/>
              </a:schemeClr>
              <a:prstClr val="white"/>
            </a:duotone>
            <a:extLst>
              <a:ext uri="{BEBA8EAE-BF5A-486C-A8C5-ECC9F3942E4B}">
                <a14:imgProps xmlns:a14="http://schemas.microsoft.com/office/drawing/2010/main">
                  <a14:imgLayer r:embed="rId8">
                    <a14:imgEffect>
                      <a14:saturation sat="357000"/>
                    </a14:imgEffect>
                  </a14:imgLayer>
                </a14:imgProps>
              </a:ext>
            </a:extLst>
          </a:blip>
          <a:stretch>
            <a:fillRect/>
          </a:stretch>
        </p:blipFill>
        <p:spPr>
          <a:xfrm>
            <a:off x="5356671" y="664226"/>
            <a:ext cx="3435906" cy="3639348"/>
          </a:xfrm>
          <a:prstGeom prst="rect">
            <a:avLst/>
          </a:prstGeom>
        </p:spPr>
      </p:pic>
    </p:spTree>
    <p:extLst>
      <p:ext uri="{BB962C8B-B14F-4D97-AF65-F5344CB8AC3E}">
        <p14:creationId xmlns:p14="http://schemas.microsoft.com/office/powerpoint/2010/main" val="39962313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graphicEl>
                                              <a:dgm id="{9FE26D17-A193-4508-94B4-F3D4D644A8D3}"/>
                                            </p:graphicEl>
                                          </p:spTgt>
                                        </p:tgtEl>
                                        <p:attrNameLst>
                                          <p:attrName>style.visibility</p:attrName>
                                        </p:attrNameLst>
                                      </p:cBhvr>
                                      <p:to>
                                        <p:strVal val="visible"/>
                                      </p:to>
                                    </p:set>
                                    <p:animEffect transition="in" filter="fade">
                                      <p:cBhvr>
                                        <p:cTn id="7" dur="500"/>
                                        <p:tgtEl>
                                          <p:spTgt spid="17">
                                            <p:graphicEl>
                                              <a:dgm id="{9FE26D17-A193-4508-94B4-F3D4D644A8D3}"/>
                                            </p:graphic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graphicEl>
                                              <a:dgm id="{2C6560D5-2788-45C9-9CC2-BA647790B057}"/>
                                            </p:graphicEl>
                                          </p:spTgt>
                                        </p:tgtEl>
                                        <p:attrNameLst>
                                          <p:attrName>style.visibility</p:attrName>
                                        </p:attrNameLst>
                                      </p:cBhvr>
                                      <p:to>
                                        <p:strVal val="visible"/>
                                      </p:to>
                                    </p:set>
                                    <p:animEffect transition="in" filter="fade">
                                      <p:cBhvr>
                                        <p:cTn id="10" dur="500"/>
                                        <p:tgtEl>
                                          <p:spTgt spid="17">
                                            <p:graphicEl>
                                              <a:dgm id="{2C6560D5-2788-45C9-9CC2-BA647790B057}"/>
                                            </p:graphic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7">
                                            <p:graphicEl>
                                              <a:dgm id="{2D61201B-1431-4C5B-A1D2-DAFB87C7BACE}"/>
                                            </p:graphicEl>
                                          </p:spTgt>
                                        </p:tgtEl>
                                        <p:attrNameLst>
                                          <p:attrName>style.visibility</p:attrName>
                                        </p:attrNameLst>
                                      </p:cBhvr>
                                      <p:to>
                                        <p:strVal val="visible"/>
                                      </p:to>
                                    </p:set>
                                    <p:animEffect transition="in" filter="fade">
                                      <p:cBhvr>
                                        <p:cTn id="15" dur="500"/>
                                        <p:tgtEl>
                                          <p:spTgt spid="17">
                                            <p:graphicEl>
                                              <a:dgm id="{2D61201B-1431-4C5B-A1D2-DAFB87C7BACE}"/>
                                            </p:graphic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7">
                                            <p:graphicEl>
                                              <a:dgm id="{EE462331-6752-49AB-953A-DAD8872837D3}"/>
                                            </p:graphicEl>
                                          </p:spTgt>
                                        </p:tgtEl>
                                        <p:attrNameLst>
                                          <p:attrName>style.visibility</p:attrName>
                                        </p:attrNameLst>
                                      </p:cBhvr>
                                      <p:to>
                                        <p:strVal val="visible"/>
                                      </p:to>
                                    </p:set>
                                    <p:animEffect transition="in" filter="fade">
                                      <p:cBhvr>
                                        <p:cTn id="20" dur="500"/>
                                        <p:tgtEl>
                                          <p:spTgt spid="17">
                                            <p:graphicEl>
                                              <a:dgm id="{EE462331-6752-49AB-953A-DAD8872837D3}"/>
                                            </p:graphic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7">
                                            <p:graphicEl>
                                              <a:dgm id="{7387EE1D-813D-4DF5-AB68-373518C5ED74}"/>
                                            </p:graphicEl>
                                          </p:spTgt>
                                        </p:tgtEl>
                                        <p:attrNameLst>
                                          <p:attrName>style.visibility</p:attrName>
                                        </p:attrNameLst>
                                      </p:cBhvr>
                                      <p:to>
                                        <p:strVal val="visible"/>
                                      </p:to>
                                    </p:set>
                                    <p:animEffect transition="in" filter="fade">
                                      <p:cBhvr>
                                        <p:cTn id="25" dur="500"/>
                                        <p:tgtEl>
                                          <p:spTgt spid="17">
                                            <p:graphicEl>
                                              <a:dgm id="{7387EE1D-813D-4DF5-AB68-373518C5ED74}"/>
                                            </p:graphic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7">
                                            <p:graphicEl>
                                              <a:dgm id="{153B34C9-0826-4C93-ACA1-C25714CAAB83}"/>
                                            </p:graphicEl>
                                          </p:spTgt>
                                        </p:tgtEl>
                                        <p:attrNameLst>
                                          <p:attrName>style.visibility</p:attrName>
                                        </p:attrNameLst>
                                      </p:cBhvr>
                                      <p:to>
                                        <p:strVal val="visible"/>
                                      </p:to>
                                    </p:set>
                                    <p:animEffect transition="in" filter="fade">
                                      <p:cBhvr>
                                        <p:cTn id="30" dur="500"/>
                                        <p:tgtEl>
                                          <p:spTgt spid="17">
                                            <p:graphicEl>
                                              <a:dgm id="{153B34C9-0826-4C93-ACA1-C25714CAAB83}"/>
                                            </p:graphic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7">
                                            <p:graphicEl>
                                              <a:dgm id="{94AD588F-2889-4C5A-9104-293A5037FCB0}"/>
                                            </p:graphicEl>
                                          </p:spTgt>
                                        </p:tgtEl>
                                        <p:attrNameLst>
                                          <p:attrName>style.visibility</p:attrName>
                                        </p:attrNameLst>
                                      </p:cBhvr>
                                      <p:to>
                                        <p:strVal val="visible"/>
                                      </p:to>
                                    </p:set>
                                    <p:animEffect transition="in" filter="fade">
                                      <p:cBhvr>
                                        <p:cTn id="35" dur="500"/>
                                        <p:tgtEl>
                                          <p:spTgt spid="17">
                                            <p:graphicEl>
                                              <a:dgm id="{94AD588F-2889-4C5A-9104-293A5037FCB0}"/>
                                            </p:graphic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7">
                                            <p:graphicEl>
                                              <a:dgm id="{161D37C2-9B72-4D01-BA4E-78CB18B0EF1A}"/>
                                            </p:graphicEl>
                                          </p:spTgt>
                                        </p:tgtEl>
                                        <p:attrNameLst>
                                          <p:attrName>style.visibility</p:attrName>
                                        </p:attrNameLst>
                                      </p:cBhvr>
                                      <p:to>
                                        <p:strVal val="visible"/>
                                      </p:to>
                                    </p:set>
                                    <p:animEffect transition="in" filter="fade">
                                      <p:cBhvr>
                                        <p:cTn id="40" dur="500"/>
                                        <p:tgtEl>
                                          <p:spTgt spid="17">
                                            <p:graphicEl>
                                              <a:dgm id="{161D37C2-9B72-4D01-BA4E-78CB18B0EF1A}"/>
                                            </p:graphic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7">
                                            <p:graphicEl>
                                              <a:dgm id="{C8E91914-E203-4AD6-8AE0-5ACD4FDBEEAE}"/>
                                            </p:graphicEl>
                                          </p:spTgt>
                                        </p:tgtEl>
                                        <p:attrNameLst>
                                          <p:attrName>style.visibility</p:attrName>
                                        </p:attrNameLst>
                                      </p:cBhvr>
                                      <p:to>
                                        <p:strVal val="visible"/>
                                      </p:to>
                                    </p:set>
                                    <p:animEffect transition="in" filter="fade">
                                      <p:cBhvr>
                                        <p:cTn id="45" dur="500"/>
                                        <p:tgtEl>
                                          <p:spTgt spid="17">
                                            <p:graphicEl>
                                              <a:dgm id="{C8E91914-E203-4AD6-8AE0-5ACD4FDBEEAE}"/>
                                            </p:graphic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17">
                                            <p:graphicEl>
                                              <a:dgm id="{B931DF8D-0E42-4512-A394-6EF7F2729875}"/>
                                            </p:graphicEl>
                                          </p:spTgt>
                                        </p:tgtEl>
                                        <p:attrNameLst>
                                          <p:attrName>style.visibility</p:attrName>
                                        </p:attrNameLst>
                                      </p:cBhvr>
                                      <p:to>
                                        <p:strVal val="visible"/>
                                      </p:to>
                                    </p:set>
                                    <p:animEffect transition="in" filter="fade">
                                      <p:cBhvr>
                                        <p:cTn id="50" dur="500"/>
                                        <p:tgtEl>
                                          <p:spTgt spid="17">
                                            <p:graphicEl>
                                              <a:dgm id="{B931DF8D-0E42-4512-A394-6EF7F2729875}"/>
                                            </p:graphicEl>
                                          </p:spTgt>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7">
                                            <p:graphicEl>
                                              <a:dgm id="{8B582C3A-52E2-4783-A277-427638F96018}"/>
                                            </p:graphicEl>
                                          </p:spTgt>
                                        </p:tgtEl>
                                        <p:attrNameLst>
                                          <p:attrName>style.visibility</p:attrName>
                                        </p:attrNameLst>
                                      </p:cBhvr>
                                      <p:to>
                                        <p:strVal val="visible"/>
                                      </p:to>
                                    </p:set>
                                    <p:animEffect transition="in" filter="fade">
                                      <p:cBhvr>
                                        <p:cTn id="53" dur="500"/>
                                        <p:tgtEl>
                                          <p:spTgt spid="17">
                                            <p:graphicEl>
                                              <a:dgm id="{8B582C3A-52E2-4783-A277-427638F96018}"/>
                                            </p:graphicEl>
                                          </p:spTgt>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17">
                                            <p:graphicEl>
                                              <a:dgm id="{D8747041-1A1C-4C64-8ECF-4EC788598813}"/>
                                            </p:graphicEl>
                                          </p:spTgt>
                                        </p:tgtEl>
                                        <p:attrNameLst>
                                          <p:attrName>style.visibility</p:attrName>
                                        </p:attrNameLst>
                                      </p:cBhvr>
                                      <p:to>
                                        <p:strVal val="visible"/>
                                      </p:to>
                                    </p:set>
                                    <p:animEffect transition="in" filter="fade">
                                      <p:cBhvr>
                                        <p:cTn id="58" dur="500"/>
                                        <p:tgtEl>
                                          <p:spTgt spid="17">
                                            <p:graphicEl>
                                              <a:dgm id="{D8747041-1A1C-4C64-8ECF-4EC788598813}"/>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7" grpId="0" uiExpand="1">
        <p:bldSub>
          <a:bldDgm bld="one"/>
        </p:bldSub>
      </p:bldGraphic>
    </p:bldLst>
  </p:timing>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ítulo 1">
            <a:extLst>
              <a:ext uri="{FF2B5EF4-FFF2-40B4-BE49-F238E27FC236}">
                <a16:creationId xmlns:a16="http://schemas.microsoft.com/office/drawing/2014/main" id="{2AF18BDA-CCF3-84B7-B47B-B75C4122CD1F}"/>
              </a:ext>
            </a:extLst>
          </p:cNvPr>
          <p:cNvSpPr txBox="1">
            <a:spLocks/>
          </p:cNvSpPr>
          <p:nvPr/>
        </p:nvSpPr>
        <p:spPr>
          <a:xfrm>
            <a:off x="511678" y="190123"/>
            <a:ext cx="6960276" cy="994172"/>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pt-BR" sz="2800" dirty="0">
                <a:ln w="0"/>
                <a:solidFill>
                  <a:schemeClr val="accent1"/>
                </a:solidFill>
                <a:effectLst>
                  <a:outerShdw blurRad="38100" dist="25400" dir="5400000" algn="ctr" rotWithShape="0">
                    <a:srgbClr val="6E747A">
                      <a:alpha val="43000"/>
                    </a:srgbClr>
                  </a:outerShdw>
                </a:effectLst>
              </a:rPr>
              <a:t>Importância de Dimensões e Fatos na Modelagem Multidimensional</a:t>
            </a:r>
            <a:endParaRPr lang="pt-BR" sz="2800" b="1" dirty="0">
              <a:ln w="0"/>
              <a:solidFill>
                <a:schemeClr val="accent1"/>
              </a:solidFill>
              <a:effectLst>
                <a:outerShdw blurRad="38100" dist="25400" dir="5400000" algn="ctr" rotWithShape="0">
                  <a:srgbClr val="6E747A">
                    <a:alpha val="43000"/>
                  </a:srgbClr>
                </a:outerShdw>
              </a:effectLst>
            </a:endParaRPr>
          </a:p>
        </p:txBody>
      </p:sp>
      <p:sp>
        <p:nvSpPr>
          <p:cNvPr id="2" name="Espaço Reservado para Texto 2">
            <a:extLst>
              <a:ext uri="{FF2B5EF4-FFF2-40B4-BE49-F238E27FC236}">
                <a16:creationId xmlns:a16="http://schemas.microsoft.com/office/drawing/2014/main" id="{CD64BB25-4C16-C95A-8030-17F09A8DD04B}"/>
              </a:ext>
            </a:extLst>
          </p:cNvPr>
          <p:cNvSpPr txBox="1">
            <a:spLocks/>
          </p:cNvSpPr>
          <p:nvPr/>
        </p:nvSpPr>
        <p:spPr>
          <a:xfrm>
            <a:off x="629842" y="1260872"/>
            <a:ext cx="3868340" cy="617934"/>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pt-BR" b="1">
                <a:solidFill>
                  <a:srgbClr val="0D0D0D"/>
                </a:solidFill>
                <a:latin typeface="Söhne"/>
              </a:rPr>
              <a:t>Dimensões</a:t>
            </a:r>
            <a:endParaRPr lang="pt-BR" dirty="0"/>
          </a:p>
        </p:txBody>
      </p:sp>
      <p:sp>
        <p:nvSpPr>
          <p:cNvPr id="3" name="Espaço Reservado para Conteúdo 3">
            <a:extLst>
              <a:ext uri="{FF2B5EF4-FFF2-40B4-BE49-F238E27FC236}">
                <a16:creationId xmlns:a16="http://schemas.microsoft.com/office/drawing/2014/main" id="{8C7D7600-9560-F124-14B0-C2A39AD3F0A4}"/>
              </a:ext>
            </a:extLst>
          </p:cNvPr>
          <p:cNvSpPr txBox="1">
            <a:spLocks/>
          </p:cNvSpPr>
          <p:nvPr/>
        </p:nvSpPr>
        <p:spPr>
          <a:xfrm>
            <a:off x="629842" y="1878806"/>
            <a:ext cx="3868340" cy="2763441"/>
          </a:xfrm>
          <a:prstGeom prst="rect">
            <a:avLst/>
          </a:prstGeom>
        </p:spPr>
        <p:txBody>
          <a:bodyPr>
            <a:normAutofit fontScale="92500" lnSpcReduction="20000"/>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buFont typeface="Wingdings" panose="05000000000000000000" pitchFamily="2" charset="2"/>
              <a:buChar char="Ø"/>
            </a:pPr>
            <a:r>
              <a:rPr lang="pt-BR" dirty="0">
                <a:solidFill>
                  <a:srgbClr val="0D0D0D"/>
                </a:solidFill>
                <a:latin typeface="Söhne"/>
              </a:rPr>
              <a:t>São fundamentais porque permitem a análise dos dados a partir de diferentes perspectivas.</a:t>
            </a:r>
          </a:p>
          <a:p>
            <a:pPr>
              <a:buFont typeface="Wingdings" panose="05000000000000000000" pitchFamily="2" charset="2"/>
              <a:buChar char="Ø"/>
            </a:pPr>
            <a:r>
              <a:rPr lang="pt-BR" dirty="0">
                <a:solidFill>
                  <a:srgbClr val="0D0D0D"/>
                </a:solidFill>
                <a:latin typeface="Söhne"/>
              </a:rPr>
              <a:t>Elas fornecem contextos importantes para entender os fatos e identificar padrões e tendências.</a:t>
            </a:r>
          </a:p>
          <a:p>
            <a:pPr>
              <a:buFont typeface="Wingdings" panose="05000000000000000000" pitchFamily="2" charset="2"/>
              <a:buChar char="Ø"/>
            </a:pPr>
            <a:r>
              <a:rPr lang="pt-BR" dirty="0">
                <a:solidFill>
                  <a:srgbClr val="0D0D0D"/>
                </a:solidFill>
                <a:latin typeface="Söhne"/>
              </a:rPr>
              <a:t>Uma boa seleção e modelagem das dimensões garantem que os usuários possam realizar análises significativas e respondam a perguntas importantes sobre os dados.</a:t>
            </a:r>
            <a:endParaRPr lang="pt-BR" dirty="0"/>
          </a:p>
        </p:txBody>
      </p:sp>
      <p:sp>
        <p:nvSpPr>
          <p:cNvPr id="8" name="Espaço Reservado para Texto 4">
            <a:extLst>
              <a:ext uri="{FF2B5EF4-FFF2-40B4-BE49-F238E27FC236}">
                <a16:creationId xmlns:a16="http://schemas.microsoft.com/office/drawing/2014/main" id="{727CABF9-D142-5791-9B09-B537C419482C}"/>
              </a:ext>
            </a:extLst>
          </p:cNvPr>
          <p:cNvSpPr txBox="1">
            <a:spLocks/>
          </p:cNvSpPr>
          <p:nvPr/>
        </p:nvSpPr>
        <p:spPr>
          <a:xfrm>
            <a:off x="4629150" y="1260872"/>
            <a:ext cx="3887391" cy="617934"/>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pt-BR" b="1">
                <a:solidFill>
                  <a:srgbClr val="0D0D0D"/>
                </a:solidFill>
                <a:latin typeface="Söhne"/>
              </a:rPr>
              <a:t>Fatos</a:t>
            </a:r>
            <a:endParaRPr lang="pt-BR" dirty="0"/>
          </a:p>
        </p:txBody>
      </p:sp>
      <p:sp>
        <p:nvSpPr>
          <p:cNvPr id="10" name="Espaço Reservado para Conteúdo 5">
            <a:extLst>
              <a:ext uri="{FF2B5EF4-FFF2-40B4-BE49-F238E27FC236}">
                <a16:creationId xmlns:a16="http://schemas.microsoft.com/office/drawing/2014/main" id="{6668A784-B2E9-8456-928C-F795000F2079}"/>
              </a:ext>
            </a:extLst>
          </p:cNvPr>
          <p:cNvSpPr txBox="1">
            <a:spLocks/>
          </p:cNvSpPr>
          <p:nvPr/>
        </p:nvSpPr>
        <p:spPr>
          <a:xfrm>
            <a:off x="4629150" y="1878806"/>
            <a:ext cx="3887391" cy="2763441"/>
          </a:xfrm>
          <a:prstGeom prst="rect">
            <a:avLst/>
          </a:prstGeom>
        </p:spPr>
        <p:txBody>
          <a:bodyPr>
            <a:normAutofit fontScale="92500" lnSpcReduction="10000"/>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buFont typeface="Wingdings" panose="05000000000000000000" pitchFamily="2" charset="2"/>
              <a:buChar char="Ø"/>
            </a:pPr>
            <a:r>
              <a:rPr lang="pt-BR" dirty="0">
                <a:solidFill>
                  <a:srgbClr val="0D0D0D"/>
                </a:solidFill>
                <a:latin typeface="Söhne"/>
              </a:rPr>
              <a:t>São o foco da análise. Eles representam os resultados das operações de negócios e as métricas-chave que uma organização deseja monitorar e otimizar. </a:t>
            </a:r>
          </a:p>
          <a:p>
            <a:pPr>
              <a:buFont typeface="Wingdings" panose="05000000000000000000" pitchFamily="2" charset="2"/>
              <a:buChar char="Ø"/>
            </a:pPr>
            <a:r>
              <a:rPr lang="pt-BR" dirty="0">
                <a:solidFill>
                  <a:srgbClr val="0D0D0D"/>
                </a:solidFill>
                <a:latin typeface="Söhne"/>
              </a:rPr>
              <a:t>A escolha adequada dos fatos é crucial para garantir que as análises reflitam com precisão os objetivos e as necessidades da organização.</a:t>
            </a:r>
            <a:endParaRPr lang="pt-BR" dirty="0"/>
          </a:p>
        </p:txBody>
      </p:sp>
    </p:spTree>
    <p:extLst>
      <p:ext uri="{BB962C8B-B14F-4D97-AF65-F5344CB8AC3E}">
        <p14:creationId xmlns:p14="http://schemas.microsoft.com/office/powerpoint/2010/main" val="11542998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ítulo 1">
            <a:extLst>
              <a:ext uri="{FF2B5EF4-FFF2-40B4-BE49-F238E27FC236}">
                <a16:creationId xmlns:a16="http://schemas.microsoft.com/office/drawing/2014/main" id="{2AF18BDA-CCF3-84B7-B47B-B75C4122CD1F}"/>
              </a:ext>
            </a:extLst>
          </p:cNvPr>
          <p:cNvSpPr txBox="1">
            <a:spLocks/>
          </p:cNvSpPr>
          <p:nvPr/>
        </p:nvSpPr>
        <p:spPr>
          <a:xfrm>
            <a:off x="511678" y="190123"/>
            <a:ext cx="6672893" cy="994172"/>
          </a:xfrm>
          <a:prstGeom prst="rect">
            <a:avLst/>
          </a:prstGeom>
        </p:spPr>
        <p:txBody>
          <a:bodyPr vert="horz" lIns="91440" tIns="45720" rIns="91440" bIns="45720" rtlCol="0" anchor="ctr">
            <a:normAutofit fontScale="92500" lnSpcReduction="20000"/>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pt-BR" sz="2800" dirty="0">
                <a:ln w="0"/>
                <a:solidFill>
                  <a:schemeClr val="accent1"/>
                </a:solidFill>
                <a:effectLst>
                  <a:outerShdw blurRad="38100" dist="25400" dir="5400000" algn="ctr" rotWithShape="0">
                    <a:srgbClr val="6E747A">
                      <a:alpha val="43000"/>
                    </a:srgbClr>
                  </a:outerShdw>
                </a:effectLst>
              </a:rPr>
              <a:t>Exemplos Práticos de Identificação de Dimensões e Fatos: </a:t>
            </a:r>
          </a:p>
          <a:p>
            <a:r>
              <a:rPr lang="pt-BR" sz="2800" b="1" dirty="0">
                <a:ln w="0"/>
                <a:solidFill>
                  <a:schemeClr val="accent1"/>
                </a:solidFill>
                <a:effectLst>
                  <a:outerShdw blurRad="38100" dist="25400" dir="5400000" algn="ctr" rotWithShape="0">
                    <a:srgbClr val="6E747A">
                      <a:alpha val="43000"/>
                    </a:srgbClr>
                  </a:outerShdw>
                </a:effectLst>
              </a:rPr>
              <a:t>Vendas em uma loja</a:t>
            </a:r>
          </a:p>
        </p:txBody>
      </p:sp>
      <p:sp>
        <p:nvSpPr>
          <p:cNvPr id="4" name="Espaço Reservado para Texto 4">
            <a:extLst>
              <a:ext uri="{FF2B5EF4-FFF2-40B4-BE49-F238E27FC236}">
                <a16:creationId xmlns:a16="http://schemas.microsoft.com/office/drawing/2014/main" id="{EFAA7347-4BD4-A3B4-6FB7-204977464041}"/>
              </a:ext>
            </a:extLst>
          </p:cNvPr>
          <p:cNvSpPr txBox="1">
            <a:spLocks/>
          </p:cNvSpPr>
          <p:nvPr/>
        </p:nvSpPr>
        <p:spPr>
          <a:xfrm>
            <a:off x="629842" y="1260872"/>
            <a:ext cx="3868340" cy="617934"/>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pt-BR" dirty="0"/>
              <a:t>Dimensões</a:t>
            </a:r>
          </a:p>
        </p:txBody>
      </p:sp>
      <p:sp>
        <p:nvSpPr>
          <p:cNvPr id="5" name="Espaço Reservado para Texto 5">
            <a:extLst>
              <a:ext uri="{FF2B5EF4-FFF2-40B4-BE49-F238E27FC236}">
                <a16:creationId xmlns:a16="http://schemas.microsoft.com/office/drawing/2014/main" id="{5B5CFEB3-31CD-396F-CBFD-2AAD648DF4D8}"/>
              </a:ext>
            </a:extLst>
          </p:cNvPr>
          <p:cNvSpPr txBox="1">
            <a:spLocks/>
          </p:cNvSpPr>
          <p:nvPr/>
        </p:nvSpPr>
        <p:spPr>
          <a:xfrm>
            <a:off x="4629150" y="1260872"/>
            <a:ext cx="3887391" cy="617934"/>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pt-BR"/>
              <a:t>Fatos</a:t>
            </a:r>
            <a:endParaRPr lang="pt-BR" dirty="0"/>
          </a:p>
        </p:txBody>
      </p:sp>
      <p:graphicFrame>
        <p:nvGraphicFramePr>
          <p:cNvPr id="7" name="Espaço Reservado para Conteúdo 2">
            <a:extLst>
              <a:ext uri="{FF2B5EF4-FFF2-40B4-BE49-F238E27FC236}">
                <a16:creationId xmlns:a16="http://schemas.microsoft.com/office/drawing/2014/main" id="{C4A6153F-80C3-4376-824A-6BF5BC0CFAEE}"/>
              </a:ext>
            </a:extLst>
          </p:cNvPr>
          <p:cNvGraphicFramePr>
            <a:graphicFrameLocks/>
          </p:cNvGraphicFramePr>
          <p:nvPr/>
        </p:nvGraphicFramePr>
        <p:xfrm>
          <a:off x="630238" y="1878013"/>
          <a:ext cx="3868737" cy="27638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9" name="Espaço Reservado para Conteúdo 2">
            <a:extLst>
              <a:ext uri="{FF2B5EF4-FFF2-40B4-BE49-F238E27FC236}">
                <a16:creationId xmlns:a16="http://schemas.microsoft.com/office/drawing/2014/main" id="{7D41CB60-D3FF-FCEA-DE4F-14FC797F0E4C}"/>
              </a:ext>
            </a:extLst>
          </p:cNvPr>
          <p:cNvGraphicFramePr>
            <a:graphicFrameLocks/>
          </p:cNvGraphicFramePr>
          <p:nvPr>
            <p:extLst>
              <p:ext uri="{D42A27DB-BD31-4B8C-83A1-F6EECF244321}">
                <p14:modId xmlns:p14="http://schemas.microsoft.com/office/powerpoint/2010/main" val="2657031181"/>
              </p:ext>
            </p:extLst>
          </p:nvPr>
        </p:nvGraphicFramePr>
        <p:xfrm>
          <a:off x="4701495" y="1878012"/>
          <a:ext cx="3868737" cy="2763837"/>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2004010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graphicEl>
                                              <a:dgm id="{3EA7E467-7DB6-4950-B417-34A286A37062}"/>
                                            </p:graphicEl>
                                          </p:spTgt>
                                        </p:tgtEl>
                                        <p:attrNameLst>
                                          <p:attrName>style.visibility</p:attrName>
                                        </p:attrNameLst>
                                      </p:cBhvr>
                                      <p:to>
                                        <p:strVal val="visible"/>
                                      </p:to>
                                    </p:set>
                                    <p:animEffect transition="in" filter="randombar(horizontal)">
                                      <p:cBhvr>
                                        <p:cTn id="7" dur="500"/>
                                        <p:tgtEl>
                                          <p:spTgt spid="7">
                                            <p:graphicEl>
                                              <a:dgm id="{3EA7E467-7DB6-4950-B417-34A286A37062}"/>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7">
                                            <p:graphicEl>
                                              <a:dgm id="{DA2E39E0-4E62-4482-8BFF-2E790E097CB1}"/>
                                            </p:graphicEl>
                                          </p:spTgt>
                                        </p:tgtEl>
                                        <p:attrNameLst>
                                          <p:attrName>style.visibility</p:attrName>
                                        </p:attrNameLst>
                                      </p:cBhvr>
                                      <p:to>
                                        <p:strVal val="visible"/>
                                      </p:to>
                                    </p:set>
                                    <p:animEffect transition="in" filter="randombar(horizontal)">
                                      <p:cBhvr>
                                        <p:cTn id="12" dur="500"/>
                                        <p:tgtEl>
                                          <p:spTgt spid="7">
                                            <p:graphicEl>
                                              <a:dgm id="{DA2E39E0-4E62-4482-8BFF-2E790E097CB1}"/>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7">
                                            <p:graphicEl>
                                              <a:dgm id="{A7EE183E-E18A-4A1E-BACE-F1A08FBC2202}"/>
                                            </p:graphicEl>
                                          </p:spTgt>
                                        </p:tgtEl>
                                        <p:attrNameLst>
                                          <p:attrName>style.visibility</p:attrName>
                                        </p:attrNameLst>
                                      </p:cBhvr>
                                      <p:to>
                                        <p:strVal val="visible"/>
                                      </p:to>
                                    </p:set>
                                    <p:animEffect transition="in" filter="randombar(horizontal)">
                                      <p:cBhvr>
                                        <p:cTn id="17" dur="500"/>
                                        <p:tgtEl>
                                          <p:spTgt spid="7">
                                            <p:graphicEl>
                                              <a:dgm id="{A7EE183E-E18A-4A1E-BACE-F1A08FBC2202}"/>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7">
                                            <p:graphicEl>
                                              <a:dgm id="{A9644194-103B-461F-BE1C-7F5D69405A34}"/>
                                            </p:graphicEl>
                                          </p:spTgt>
                                        </p:tgtEl>
                                        <p:attrNameLst>
                                          <p:attrName>style.visibility</p:attrName>
                                        </p:attrNameLst>
                                      </p:cBhvr>
                                      <p:to>
                                        <p:strVal val="visible"/>
                                      </p:to>
                                    </p:set>
                                    <p:animEffect transition="in" filter="randombar(horizontal)">
                                      <p:cBhvr>
                                        <p:cTn id="22" dur="500"/>
                                        <p:tgtEl>
                                          <p:spTgt spid="7">
                                            <p:graphicEl>
                                              <a:dgm id="{A9644194-103B-461F-BE1C-7F5D69405A34}"/>
                                            </p:graphicEl>
                                          </p:spTgt>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grpId="0" nodeType="clickEffect">
                                  <p:stCondLst>
                                    <p:cond delay="0"/>
                                  </p:stCondLst>
                                  <p:childTnLst>
                                    <p:set>
                                      <p:cBhvr>
                                        <p:cTn id="26" dur="1" fill="hold">
                                          <p:stCondLst>
                                            <p:cond delay="0"/>
                                          </p:stCondLst>
                                        </p:cTn>
                                        <p:tgtEl>
                                          <p:spTgt spid="7">
                                            <p:graphicEl>
                                              <a:dgm id="{7B8B700D-9D04-4AE0-A77D-C6BB5B92B7CD}"/>
                                            </p:graphicEl>
                                          </p:spTgt>
                                        </p:tgtEl>
                                        <p:attrNameLst>
                                          <p:attrName>style.visibility</p:attrName>
                                        </p:attrNameLst>
                                      </p:cBhvr>
                                      <p:to>
                                        <p:strVal val="visible"/>
                                      </p:to>
                                    </p:set>
                                    <p:animEffect transition="in" filter="randombar(horizontal)">
                                      <p:cBhvr>
                                        <p:cTn id="27" dur="500"/>
                                        <p:tgtEl>
                                          <p:spTgt spid="7">
                                            <p:graphicEl>
                                              <a:dgm id="{7B8B700D-9D04-4AE0-A77D-C6BB5B92B7CD}"/>
                                            </p:graphicEl>
                                          </p:spTgt>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7">
                                            <p:graphicEl>
                                              <a:dgm id="{F8A573D4-090E-4AB9-9BFF-962AB7730C96}"/>
                                            </p:graphicEl>
                                          </p:spTgt>
                                        </p:tgtEl>
                                        <p:attrNameLst>
                                          <p:attrName>style.visibility</p:attrName>
                                        </p:attrNameLst>
                                      </p:cBhvr>
                                      <p:to>
                                        <p:strVal val="visible"/>
                                      </p:to>
                                    </p:set>
                                    <p:animEffect transition="in" filter="randombar(horizontal)">
                                      <p:cBhvr>
                                        <p:cTn id="32" dur="500"/>
                                        <p:tgtEl>
                                          <p:spTgt spid="7">
                                            <p:graphicEl>
                                              <a:dgm id="{F8A573D4-090E-4AB9-9BFF-962AB7730C96}"/>
                                            </p:graphic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7">
                                            <p:graphicEl>
                                              <a:dgm id="{02EFD654-900D-4C55-A4BB-C8765F509D6D}"/>
                                            </p:graphicEl>
                                          </p:spTgt>
                                        </p:tgtEl>
                                        <p:attrNameLst>
                                          <p:attrName>style.visibility</p:attrName>
                                        </p:attrNameLst>
                                      </p:cBhvr>
                                      <p:to>
                                        <p:strVal val="visible"/>
                                      </p:to>
                                    </p:set>
                                    <p:animEffect transition="in" filter="randombar(horizontal)">
                                      <p:cBhvr>
                                        <p:cTn id="37" dur="500"/>
                                        <p:tgtEl>
                                          <p:spTgt spid="7">
                                            <p:graphicEl>
                                              <a:dgm id="{02EFD654-900D-4C55-A4BB-C8765F509D6D}"/>
                                            </p:graphicEl>
                                          </p:spTgt>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grpId="0" nodeType="clickEffect">
                                  <p:stCondLst>
                                    <p:cond delay="0"/>
                                  </p:stCondLst>
                                  <p:childTnLst>
                                    <p:set>
                                      <p:cBhvr>
                                        <p:cTn id="41" dur="1" fill="hold">
                                          <p:stCondLst>
                                            <p:cond delay="0"/>
                                          </p:stCondLst>
                                        </p:cTn>
                                        <p:tgtEl>
                                          <p:spTgt spid="7">
                                            <p:graphicEl>
                                              <a:dgm id="{6F8C1021-4B29-4B41-BF3A-340FC941A3F8}"/>
                                            </p:graphicEl>
                                          </p:spTgt>
                                        </p:tgtEl>
                                        <p:attrNameLst>
                                          <p:attrName>style.visibility</p:attrName>
                                        </p:attrNameLst>
                                      </p:cBhvr>
                                      <p:to>
                                        <p:strVal val="visible"/>
                                      </p:to>
                                    </p:set>
                                    <p:animEffect transition="in" filter="randombar(horizontal)">
                                      <p:cBhvr>
                                        <p:cTn id="42" dur="500"/>
                                        <p:tgtEl>
                                          <p:spTgt spid="7">
                                            <p:graphicEl>
                                              <a:dgm id="{6F8C1021-4B29-4B41-BF3A-340FC941A3F8}"/>
                                            </p:graphicEl>
                                          </p:spTgt>
                                        </p:tgtEl>
                                      </p:cBhvr>
                                    </p:animEffect>
                                  </p:childTnLst>
                                </p:cTn>
                              </p:par>
                            </p:childTnLst>
                          </p:cTn>
                        </p:par>
                      </p:childTnLst>
                    </p:cTn>
                  </p:par>
                  <p:par>
                    <p:cTn id="43" fill="hold">
                      <p:stCondLst>
                        <p:cond delay="indefinite"/>
                      </p:stCondLst>
                      <p:childTnLst>
                        <p:par>
                          <p:cTn id="44" fill="hold">
                            <p:stCondLst>
                              <p:cond delay="0"/>
                            </p:stCondLst>
                            <p:childTnLst>
                              <p:par>
                                <p:cTn id="45" presetID="14" presetClass="entr" presetSubtype="10" fill="hold" grpId="0" nodeType="clickEffect">
                                  <p:stCondLst>
                                    <p:cond delay="0"/>
                                  </p:stCondLst>
                                  <p:childTnLst>
                                    <p:set>
                                      <p:cBhvr>
                                        <p:cTn id="46" dur="1" fill="hold">
                                          <p:stCondLst>
                                            <p:cond delay="0"/>
                                          </p:stCondLst>
                                        </p:cTn>
                                        <p:tgtEl>
                                          <p:spTgt spid="9">
                                            <p:graphicEl>
                                              <a:dgm id="{3EA7E467-7DB6-4950-B417-34A286A37062}"/>
                                            </p:graphicEl>
                                          </p:spTgt>
                                        </p:tgtEl>
                                        <p:attrNameLst>
                                          <p:attrName>style.visibility</p:attrName>
                                        </p:attrNameLst>
                                      </p:cBhvr>
                                      <p:to>
                                        <p:strVal val="visible"/>
                                      </p:to>
                                    </p:set>
                                    <p:animEffect transition="in" filter="randombar(horizontal)">
                                      <p:cBhvr>
                                        <p:cTn id="47" dur="500"/>
                                        <p:tgtEl>
                                          <p:spTgt spid="9">
                                            <p:graphicEl>
                                              <a:dgm id="{3EA7E467-7DB6-4950-B417-34A286A37062}"/>
                                            </p:graphicEl>
                                          </p:spTgt>
                                        </p:tgtEl>
                                      </p:cBhvr>
                                    </p:animEffect>
                                  </p:childTnLst>
                                </p:cTn>
                              </p:par>
                            </p:childTnLst>
                          </p:cTn>
                        </p:par>
                      </p:childTnLst>
                    </p:cTn>
                  </p:par>
                  <p:par>
                    <p:cTn id="48" fill="hold">
                      <p:stCondLst>
                        <p:cond delay="indefinite"/>
                      </p:stCondLst>
                      <p:childTnLst>
                        <p:par>
                          <p:cTn id="49" fill="hold">
                            <p:stCondLst>
                              <p:cond delay="0"/>
                            </p:stCondLst>
                            <p:childTnLst>
                              <p:par>
                                <p:cTn id="50" presetID="14" presetClass="entr" presetSubtype="10" fill="hold" grpId="0" nodeType="clickEffect">
                                  <p:stCondLst>
                                    <p:cond delay="0"/>
                                  </p:stCondLst>
                                  <p:childTnLst>
                                    <p:set>
                                      <p:cBhvr>
                                        <p:cTn id="51" dur="1" fill="hold">
                                          <p:stCondLst>
                                            <p:cond delay="0"/>
                                          </p:stCondLst>
                                        </p:cTn>
                                        <p:tgtEl>
                                          <p:spTgt spid="9">
                                            <p:graphicEl>
                                              <a:dgm id="{DA2E39E0-4E62-4482-8BFF-2E790E097CB1}"/>
                                            </p:graphicEl>
                                          </p:spTgt>
                                        </p:tgtEl>
                                        <p:attrNameLst>
                                          <p:attrName>style.visibility</p:attrName>
                                        </p:attrNameLst>
                                      </p:cBhvr>
                                      <p:to>
                                        <p:strVal val="visible"/>
                                      </p:to>
                                    </p:set>
                                    <p:animEffect transition="in" filter="randombar(horizontal)">
                                      <p:cBhvr>
                                        <p:cTn id="52" dur="500"/>
                                        <p:tgtEl>
                                          <p:spTgt spid="9">
                                            <p:graphicEl>
                                              <a:dgm id="{DA2E39E0-4E62-4482-8BFF-2E790E097CB1}"/>
                                            </p:graphicEl>
                                          </p:spTgt>
                                        </p:tgtEl>
                                      </p:cBhvr>
                                    </p:animEffect>
                                  </p:childTnLst>
                                </p:cTn>
                              </p:par>
                            </p:childTnLst>
                          </p:cTn>
                        </p:par>
                      </p:childTnLst>
                    </p:cTn>
                  </p:par>
                  <p:par>
                    <p:cTn id="53" fill="hold">
                      <p:stCondLst>
                        <p:cond delay="indefinite"/>
                      </p:stCondLst>
                      <p:childTnLst>
                        <p:par>
                          <p:cTn id="54" fill="hold">
                            <p:stCondLst>
                              <p:cond delay="0"/>
                            </p:stCondLst>
                            <p:childTnLst>
                              <p:par>
                                <p:cTn id="55" presetID="14" presetClass="entr" presetSubtype="10" fill="hold" grpId="0" nodeType="clickEffect">
                                  <p:stCondLst>
                                    <p:cond delay="0"/>
                                  </p:stCondLst>
                                  <p:childTnLst>
                                    <p:set>
                                      <p:cBhvr>
                                        <p:cTn id="56" dur="1" fill="hold">
                                          <p:stCondLst>
                                            <p:cond delay="0"/>
                                          </p:stCondLst>
                                        </p:cTn>
                                        <p:tgtEl>
                                          <p:spTgt spid="9">
                                            <p:graphicEl>
                                              <a:dgm id="{D9F939DD-161C-4560-928B-DFC5DBA1A35D}"/>
                                            </p:graphicEl>
                                          </p:spTgt>
                                        </p:tgtEl>
                                        <p:attrNameLst>
                                          <p:attrName>style.visibility</p:attrName>
                                        </p:attrNameLst>
                                      </p:cBhvr>
                                      <p:to>
                                        <p:strVal val="visible"/>
                                      </p:to>
                                    </p:set>
                                    <p:animEffect transition="in" filter="randombar(horizontal)">
                                      <p:cBhvr>
                                        <p:cTn id="57" dur="500"/>
                                        <p:tgtEl>
                                          <p:spTgt spid="9">
                                            <p:graphicEl>
                                              <a:dgm id="{D9F939DD-161C-4560-928B-DFC5DBA1A35D}"/>
                                            </p:graphicEl>
                                          </p:spTgt>
                                        </p:tgtEl>
                                      </p:cBhvr>
                                    </p:animEffect>
                                  </p:childTnLst>
                                </p:cTn>
                              </p:par>
                            </p:childTnLst>
                          </p:cTn>
                        </p:par>
                      </p:childTnLst>
                    </p:cTn>
                  </p:par>
                  <p:par>
                    <p:cTn id="58" fill="hold">
                      <p:stCondLst>
                        <p:cond delay="indefinite"/>
                      </p:stCondLst>
                      <p:childTnLst>
                        <p:par>
                          <p:cTn id="59" fill="hold">
                            <p:stCondLst>
                              <p:cond delay="0"/>
                            </p:stCondLst>
                            <p:childTnLst>
                              <p:par>
                                <p:cTn id="60" presetID="14" presetClass="entr" presetSubtype="10" fill="hold" grpId="0" nodeType="clickEffect">
                                  <p:stCondLst>
                                    <p:cond delay="0"/>
                                  </p:stCondLst>
                                  <p:childTnLst>
                                    <p:set>
                                      <p:cBhvr>
                                        <p:cTn id="61" dur="1" fill="hold">
                                          <p:stCondLst>
                                            <p:cond delay="0"/>
                                          </p:stCondLst>
                                        </p:cTn>
                                        <p:tgtEl>
                                          <p:spTgt spid="9">
                                            <p:graphicEl>
                                              <a:dgm id="{E917C00F-DA83-418C-8C3B-719D16314D86}"/>
                                            </p:graphicEl>
                                          </p:spTgt>
                                        </p:tgtEl>
                                        <p:attrNameLst>
                                          <p:attrName>style.visibility</p:attrName>
                                        </p:attrNameLst>
                                      </p:cBhvr>
                                      <p:to>
                                        <p:strVal val="visible"/>
                                      </p:to>
                                    </p:set>
                                    <p:animEffect transition="in" filter="randombar(horizontal)">
                                      <p:cBhvr>
                                        <p:cTn id="62" dur="500"/>
                                        <p:tgtEl>
                                          <p:spTgt spid="9">
                                            <p:graphicEl>
                                              <a:dgm id="{E917C00F-DA83-418C-8C3B-719D16314D86}"/>
                                            </p:graphicEl>
                                          </p:spTgt>
                                        </p:tgtEl>
                                      </p:cBhvr>
                                    </p:animEffect>
                                  </p:childTnLst>
                                </p:cTn>
                              </p:par>
                            </p:childTnLst>
                          </p:cTn>
                        </p:par>
                      </p:childTnLst>
                    </p:cTn>
                  </p:par>
                  <p:par>
                    <p:cTn id="63" fill="hold">
                      <p:stCondLst>
                        <p:cond delay="indefinite"/>
                      </p:stCondLst>
                      <p:childTnLst>
                        <p:par>
                          <p:cTn id="64" fill="hold">
                            <p:stCondLst>
                              <p:cond delay="0"/>
                            </p:stCondLst>
                            <p:childTnLst>
                              <p:par>
                                <p:cTn id="65" presetID="14" presetClass="entr" presetSubtype="10" fill="hold" grpId="0" nodeType="clickEffect">
                                  <p:stCondLst>
                                    <p:cond delay="0"/>
                                  </p:stCondLst>
                                  <p:childTnLst>
                                    <p:set>
                                      <p:cBhvr>
                                        <p:cTn id="66" dur="1" fill="hold">
                                          <p:stCondLst>
                                            <p:cond delay="0"/>
                                          </p:stCondLst>
                                        </p:cTn>
                                        <p:tgtEl>
                                          <p:spTgt spid="9">
                                            <p:graphicEl>
                                              <a:dgm id="{4540595E-AA8C-4227-94E3-5F8BAB3F9A19}"/>
                                            </p:graphicEl>
                                          </p:spTgt>
                                        </p:tgtEl>
                                        <p:attrNameLst>
                                          <p:attrName>style.visibility</p:attrName>
                                        </p:attrNameLst>
                                      </p:cBhvr>
                                      <p:to>
                                        <p:strVal val="visible"/>
                                      </p:to>
                                    </p:set>
                                    <p:animEffect transition="in" filter="randombar(horizontal)">
                                      <p:cBhvr>
                                        <p:cTn id="67" dur="500"/>
                                        <p:tgtEl>
                                          <p:spTgt spid="9">
                                            <p:graphicEl>
                                              <a:dgm id="{4540595E-AA8C-4227-94E3-5F8BAB3F9A19}"/>
                                            </p:graphicEl>
                                          </p:spTgt>
                                        </p:tgtEl>
                                      </p:cBhvr>
                                    </p:animEffect>
                                  </p:childTnLst>
                                </p:cTn>
                              </p:par>
                            </p:childTnLst>
                          </p:cTn>
                        </p:par>
                      </p:childTnLst>
                    </p:cTn>
                  </p:par>
                  <p:par>
                    <p:cTn id="68" fill="hold">
                      <p:stCondLst>
                        <p:cond delay="indefinite"/>
                      </p:stCondLst>
                      <p:childTnLst>
                        <p:par>
                          <p:cTn id="69" fill="hold">
                            <p:stCondLst>
                              <p:cond delay="0"/>
                            </p:stCondLst>
                            <p:childTnLst>
                              <p:par>
                                <p:cTn id="70" presetID="14" presetClass="entr" presetSubtype="10" fill="hold" grpId="0" nodeType="clickEffect">
                                  <p:stCondLst>
                                    <p:cond delay="0"/>
                                  </p:stCondLst>
                                  <p:childTnLst>
                                    <p:set>
                                      <p:cBhvr>
                                        <p:cTn id="71" dur="1" fill="hold">
                                          <p:stCondLst>
                                            <p:cond delay="0"/>
                                          </p:stCondLst>
                                        </p:cTn>
                                        <p:tgtEl>
                                          <p:spTgt spid="9">
                                            <p:graphicEl>
                                              <a:dgm id="{0D5A45F4-0FB3-451B-B9A6-6ECE85085BAF}"/>
                                            </p:graphicEl>
                                          </p:spTgt>
                                        </p:tgtEl>
                                        <p:attrNameLst>
                                          <p:attrName>style.visibility</p:attrName>
                                        </p:attrNameLst>
                                      </p:cBhvr>
                                      <p:to>
                                        <p:strVal val="visible"/>
                                      </p:to>
                                    </p:set>
                                    <p:animEffect transition="in" filter="randombar(horizontal)">
                                      <p:cBhvr>
                                        <p:cTn id="72" dur="500"/>
                                        <p:tgtEl>
                                          <p:spTgt spid="9">
                                            <p:graphicEl>
                                              <a:dgm id="{0D5A45F4-0FB3-451B-B9A6-6ECE85085BAF}"/>
                                            </p:graphicEl>
                                          </p:spTgt>
                                        </p:tgtEl>
                                      </p:cBhvr>
                                    </p:animEffect>
                                  </p:childTnLst>
                                </p:cTn>
                              </p:par>
                            </p:childTnLst>
                          </p:cTn>
                        </p:par>
                      </p:childTnLst>
                    </p:cTn>
                  </p:par>
                  <p:par>
                    <p:cTn id="73" fill="hold">
                      <p:stCondLst>
                        <p:cond delay="indefinite"/>
                      </p:stCondLst>
                      <p:childTnLst>
                        <p:par>
                          <p:cTn id="74" fill="hold">
                            <p:stCondLst>
                              <p:cond delay="0"/>
                            </p:stCondLst>
                            <p:childTnLst>
                              <p:par>
                                <p:cTn id="75" presetID="14" presetClass="entr" presetSubtype="10" fill="hold" grpId="0" nodeType="clickEffect">
                                  <p:stCondLst>
                                    <p:cond delay="0"/>
                                  </p:stCondLst>
                                  <p:childTnLst>
                                    <p:set>
                                      <p:cBhvr>
                                        <p:cTn id="76" dur="1" fill="hold">
                                          <p:stCondLst>
                                            <p:cond delay="0"/>
                                          </p:stCondLst>
                                        </p:cTn>
                                        <p:tgtEl>
                                          <p:spTgt spid="9">
                                            <p:graphicEl>
                                              <a:dgm id="{DB0100D2-CEBD-471F-8344-7B67628BB063}"/>
                                            </p:graphicEl>
                                          </p:spTgt>
                                        </p:tgtEl>
                                        <p:attrNameLst>
                                          <p:attrName>style.visibility</p:attrName>
                                        </p:attrNameLst>
                                      </p:cBhvr>
                                      <p:to>
                                        <p:strVal val="visible"/>
                                      </p:to>
                                    </p:set>
                                    <p:animEffect transition="in" filter="randombar(horizontal)">
                                      <p:cBhvr>
                                        <p:cTn id="77" dur="500"/>
                                        <p:tgtEl>
                                          <p:spTgt spid="9">
                                            <p:graphicEl>
                                              <a:dgm id="{DB0100D2-CEBD-471F-8344-7B67628BB063}"/>
                                            </p:graphicEl>
                                          </p:spTgt>
                                        </p:tgtEl>
                                      </p:cBhvr>
                                    </p:animEffect>
                                  </p:childTnLst>
                                </p:cTn>
                              </p:par>
                            </p:childTnLst>
                          </p:cTn>
                        </p:par>
                      </p:childTnLst>
                    </p:cTn>
                  </p:par>
                  <p:par>
                    <p:cTn id="78" fill="hold">
                      <p:stCondLst>
                        <p:cond delay="indefinite"/>
                      </p:stCondLst>
                      <p:childTnLst>
                        <p:par>
                          <p:cTn id="79" fill="hold">
                            <p:stCondLst>
                              <p:cond delay="0"/>
                            </p:stCondLst>
                            <p:childTnLst>
                              <p:par>
                                <p:cTn id="80" presetID="14" presetClass="entr" presetSubtype="10" fill="hold" grpId="0" nodeType="clickEffect">
                                  <p:stCondLst>
                                    <p:cond delay="0"/>
                                  </p:stCondLst>
                                  <p:childTnLst>
                                    <p:set>
                                      <p:cBhvr>
                                        <p:cTn id="81" dur="1" fill="hold">
                                          <p:stCondLst>
                                            <p:cond delay="0"/>
                                          </p:stCondLst>
                                        </p:cTn>
                                        <p:tgtEl>
                                          <p:spTgt spid="9">
                                            <p:graphicEl>
                                              <a:dgm id="{32958426-4620-4A4E-B6F6-89AE30E95DD2}"/>
                                            </p:graphicEl>
                                          </p:spTgt>
                                        </p:tgtEl>
                                        <p:attrNameLst>
                                          <p:attrName>style.visibility</p:attrName>
                                        </p:attrNameLst>
                                      </p:cBhvr>
                                      <p:to>
                                        <p:strVal val="visible"/>
                                      </p:to>
                                    </p:set>
                                    <p:animEffect transition="in" filter="randombar(horizontal)">
                                      <p:cBhvr>
                                        <p:cTn id="82" dur="500"/>
                                        <p:tgtEl>
                                          <p:spTgt spid="9">
                                            <p:graphicEl>
                                              <a:dgm id="{32958426-4620-4A4E-B6F6-89AE30E95DD2}"/>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Sub>
          <a:bldDgm bld="one"/>
        </p:bldSub>
      </p:bldGraphic>
      <p:bldGraphic spid="9" grpId="0">
        <p:bldSub>
          <a:bldDgm bld="one"/>
        </p:bldSub>
      </p:bldGraphic>
    </p:bldLst>
  </p:timing>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ítulo 1">
            <a:extLst>
              <a:ext uri="{FF2B5EF4-FFF2-40B4-BE49-F238E27FC236}">
                <a16:creationId xmlns:a16="http://schemas.microsoft.com/office/drawing/2014/main" id="{2AF18BDA-CCF3-84B7-B47B-B75C4122CD1F}"/>
              </a:ext>
            </a:extLst>
          </p:cNvPr>
          <p:cNvSpPr txBox="1">
            <a:spLocks/>
          </p:cNvSpPr>
          <p:nvPr/>
        </p:nvSpPr>
        <p:spPr>
          <a:xfrm>
            <a:off x="511678" y="190123"/>
            <a:ext cx="6960276" cy="994172"/>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pt-BR" sz="2800" dirty="0">
                <a:ln w="0"/>
                <a:solidFill>
                  <a:schemeClr val="accent1"/>
                </a:solidFill>
                <a:effectLst>
                  <a:outerShdw blurRad="38100" dist="25400" dir="5400000" algn="ctr" rotWithShape="0">
                    <a:srgbClr val="6E747A">
                      <a:alpha val="43000"/>
                    </a:srgbClr>
                  </a:outerShdw>
                </a:effectLst>
              </a:rPr>
              <a:t>Hierarquias em Modelos Multidimensionais</a:t>
            </a:r>
            <a:endParaRPr lang="pt-BR" sz="2800" b="1" dirty="0">
              <a:ln w="0"/>
              <a:solidFill>
                <a:schemeClr val="accent1"/>
              </a:solidFill>
              <a:effectLst>
                <a:outerShdw blurRad="38100" dist="25400" dir="5400000" algn="ctr" rotWithShape="0">
                  <a:srgbClr val="6E747A">
                    <a:alpha val="43000"/>
                  </a:srgbClr>
                </a:outerShdw>
              </a:effectLst>
            </a:endParaRPr>
          </a:p>
        </p:txBody>
      </p:sp>
      <p:graphicFrame>
        <p:nvGraphicFramePr>
          <p:cNvPr id="4" name="Espaço Reservado para Conteúdo 2">
            <a:extLst>
              <a:ext uri="{FF2B5EF4-FFF2-40B4-BE49-F238E27FC236}">
                <a16:creationId xmlns:a16="http://schemas.microsoft.com/office/drawing/2014/main" id="{C970C9B3-2246-CFDD-C61E-014F106A1ECA}"/>
              </a:ext>
            </a:extLst>
          </p:cNvPr>
          <p:cNvGraphicFramePr>
            <a:graphicFrameLocks noGrp="1"/>
          </p:cNvGraphicFramePr>
          <p:nvPr>
            <p:ph idx="1"/>
            <p:extLst>
              <p:ext uri="{D42A27DB-BD31-4B8C-83A1-F6EECF244321}">
                <p14:modId xmlns:p14="http://schemas.microsoft.com/office/powerpoint/2010/main" val="3826716577"/>
              </p:ext>
            </p:extLst>
          </p:nvPr>
        </p:nvGraphicFramePr>
        <p:xfrm>
          <a:off x="628650" y="1444699"/>
          <a:ext cx="7886700" cy="326814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93802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
                                            <p:graphicEl>
                                              <a:dgm id="{42951B90-CED9-44A4-A52C-63041A213D03}"/>
                                            </p:graphicEl>
                                          </p:spTgt>
                                        </p:tgtEl>
                                        <p:attrNameLst>
                                          <p:attrName>style.visibility</p:attrName>
                                        </p:attrNameLst>
                                      </p:cBhvr>
                                      <p:to>
                                        <p:strVal val="visible"/>
                                      </p:to>
                                    </p:set>
                                    <p:animEffect transition="in" filter="randombar(horizontal)">
                                      <p:cBhvr>
                                        <p:cTn id="7" dur="500"/>
                                        <p:tgtEl>
                                          <p:spTgt spid="4">
                                            <p:graphicEl>
                                              <a:dgm id="{42951B90-CED9-44A4-A52C-63041A213D03}"/>
                                            </p:graphicEl>
                                          </p:spTgt>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4">
                                            <p:graphicEl>
                                              <a:dgm id="{AD718154-B6F9-4BD9-B0A6-EB842D9FE1E3}"/>
                                            </p:graphicEl>
                                          </p:spTgt>
                                        </p:tgtEl>
                                        <p:attrNameLst>
                                          <p:attrName>style.visibility</p:attrName>
                                        </p:attrNameLst>
                                      </p:cBhvr>
                                      <p:to>
                                        <p:strVal val="visible"/>
                                      </p:to>
                                    </p:set>
                                    <p:animEffect transition="in" filter="randombar(horizontal)">
                                      <p:cBhvr>
                                        <p:cTn id="10" dur="500"/>
                                        <p:tgtEl>
                                          <p:spTgt spid="4">
                                            <p:graphicEl>
                                              <a:dgm id="{AD718154-B6F9-4BD9-B0A6-EB842D9FE1E3}"/>
                                            </p:graphicEl>
                                          </p:spTgt>
                                        </p:tgtEl>
                                      </p:cBhvr>
                                    </p:animEffect>
                                  </p:childTnLst>
                                </p:cTn>
                              </p:par>
                              <p:par>
                                <p:cTn id="11" presetID="14" presetClass="entr" presetSubtype="10" fill="hold" grpId="0" nodeType="withEffect">
                                  <p:stCondLst>
                                    <p:cond delay="0"/>
                                  </p:stCondLst>
                                  <p:childTnLst>
                                    <p:set>
                                      <p:cBhvr>
                                        <p:cTn id="12" dur="1" fill="hold">
                                          <p:stCondLst>
                                            <p:cond delay="0"/>
                                          </p:stCondLst>
                                        </p:cTn>
                                        <p:tgtEl>
                                          <p:spTgt spid="4">
                                            <p:graphicEl>
                                              <a:dgm id="{1D9FADB4-2AC9-4D2D-AA41-90DA52F929D1}"/>
                                            </p:graphicEl>
                                          </p:spTgt>
                                        </p:tgtEl>
                                        <p:attrNameLst>
                                          <p:attrName>style.visibility</p:attrName>
                                        </p:attrNameLst>
                                      </p:cBhvr>
                                      <p:to>
                                        <p:strVal val="visible"/>
                                      </p:to>
                                    </p:set>
                                    <p:animEffect transition="in" filter="randombar(horizontal)">
                                      <p:cBhvr>
                                        <p:cTn id="13" dur="500"/>
                                        <p:tgtEl>
                                          <p:spTgt spid="4">
                                            <p:graphicEl>
                                              <a:dgm id="{1D9FADB4-2AC9-4D2D-AA41-90DA52F929D1}"/>
                                            </p:graphicEl>
                                          </p:spTgt>
                                        </p:tgtEl>
                                      </p:cBhvr>
                                    </p:animEffect>
                                  </p:childTnLst>
                                </p:cTn>
                              </p:par>
                            </p:childTnLst>
                          </p:cTn>
                        </p:par>
                      </p:childTnLst>
                    </p:cTn>
                  </p:par>
                  <p:par>
                    <p:cTn id="14" fill="hold">
                      <p:stCondLst>
                        <p:cond delay="indefinite"/>
                      </p:stCondLst>
                      <p:childTnLst>
                        <p:par>
                          <p:cTn id="15" fill="hold">
                            <p:stCondLst>
                              <p:cond delay="0"/>
                            </p:stCondLst>
                            <p:childTnLst>
                              <p:par>
                                <p:cTn id="16" presetID="14" presetClass="entr" presetSubtype="10" fill="hold" grpId="0" nodeType="clickEffect">
                                  <p:stCondLst>
                                    <p:cond delay="0"/>
                                  </p:stCondLst>
                                  <p:childTnLst>
                                    <p:set>
                                      <p:cBhvr>
                                        <p:cTn id="17" dur="1" fill="hold">
                                          <p:stCondLst>
                                            <p:cond delay="0"/>
                                          </p:stCondLst>
                                        </p:cTn>
                                        <p:tgtEl>
                                          <p:spTgt spid="4">
                                            <p:graphicEl>
                                              <a:dgm id="{1C02DCD2-BC1B-4DA7-AF30-C6724857050F}"/>
                                            </p:graphicEl>
                                          </p:spTgt>
                                        </p:tgtEl>
                                        <p:attrNameLst>
                                          <p:attrName>style.visibility</p:attrName>
                                        </p:attrNameLst>
                                      </p:cBhvr>
                                      <p:to>
                                        <p:strVal val="visible"/>
                                      </p:to>
                                    </p:set>
                                    <p:animEffect transition="in" filter="randombar(horizontal)">
                                      <p:cBhvr>
                                        <p:cTn id="18" dur="500"/>
                                        <p:tgtEl>
                                          <p:spTgt spid="4">
                                            <p:graphicEl>
                                              <a:dgm id="{1C02DCD2-BC1B-4DA7-AF30-C6724857050F}"/>
                                            </p:graphicEl>
                                          </p:spTgt>
                                        </p:tgtEl>
                                      </p:cBhvr>
                                    </p:animEffect>
                                  </p:childTnLst>
                                </p:cTn>
                              </p:par>
                              <p:par>
                                <p:cTn id="19" presetID="14" presetClass="entr" presetSubtype="10" fill="hold" grpId="0" nodeType="withEffect">
                                  <p:stCondLst>
                                    <p:cond delay="0"/>
                                  </p:stCondLst>
                                  <p:childTnLst>
                                    <p:set>
                                      <p:cBhvr>
                                        <p:cTn id="20" dur="1" fill="hold">
                                          <p:stCondLst>
                                            <p:cond delay="0"/>
                                          </p:stCondLst>
                                        </p:cTn>
                                        <p:tgtEl>
                                          <p:spTgt spid="4">
                                            <p:graphicEl>
                                              <a:dgm id="{193FE2AD-666A-4DE7-A6F3-472E210500A8}"/>
                                            </p:graphicEl>
                                          </p:spTgt>
                                        </p:tgtEl>
                                        <p:attrNameLst>
                                          <p:attrName>style.visibility</p:attrName>
                                        </p:attrNameLst>
                                      </p:cBhvr>
                                      <p:to>
                                        <p:strVal val="visible"/>
                                      </p:to>
                                    </p:set>
                                    <p:animEffect transition="in" filter="randombar(horizontal)">
                                      <p:cBhvr>
                                        <p:cTn id="21" dur="500"/>
                                        <p:tgtEl>
                                          <p:spTgt spid="4">
                                            <p:graphicEl>
                                              <a:dgm id="{193FE2AD-666A-4DE7-A6F3-472E210500A8}"/>
                                            </p:graphicEl>
                                          </p:spTgt>
                                        </p:tgtEl>
                                      </p:cBhvr>
                                    </p:animEffect>
                                  </p:childTnLst>
                                </p:cTn>
                              </p:par>
                              <p:par>
                                <p:cTn id="22" presetID="14" presetClass="entr" presetSubtype="10" fill="hold" grpId="0" nodeType="withEffect">
                                  <p:stCondLst>
                                    <p:cond delay="0"/>
                                  </p:stCondLst>
                                  <p:childTnLst>
                                    <p:set>
                                      <p:cBhvr>
                                        <p:cTn id="23" dur="1" fill="hold">
                                          <p:stCondLst>
                                            <p:cond delay="0"/>
                                          </p:stCondLst>
                                        </p:cTn>
                                        <p:tgtEl>
                                          <p:spTgt spid="4">
                                            <p:graphicEl>
                                              <a:dgm id="{7DA9BCF2-E58C-4A28-8A2B-502912564917}"/>
                                            </p:graphicEl>
                                          </p:spTgt>
                                        </p:tgtEl>
                                        <p:attrNameLst>
                                          <p:attrName>style.visibility</p:attrName>
                                        </p:attrNameLst>
                                      </p:cBhvr>
                                      <p:to>
                                        <p:strVal val="visible"/>
                                      </p:to>
                                    </p:set>
                                    <p:animEffect transition="in" filter="randombar(horizontal)">
                                      <p:cBhvr>
                                        <p:cTn id="24" dur="500"/>
                                        <p:tgtEl>
                                          <p:spTgt spid="4">
                                            <p:graphicEl>
                                              <a:dgm id="{7DA9BCF2-E58C-4A28-8A2B-502912564917}"/>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Lst>
  </p:timing>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ítulo 1">
            <a:extLst>
              <a:ext uri="{FF2B5EF4-FFF2-40B4-BE49-F238E27FC236}">
                <a16:creationId xmlns:a16="http://schemas.microsoft.com/office/drawing/2014/main" id="{2AF18BDA-CCF3-84B7-B47B-B75C4122CD1F}"/>
              </a:ext>
            </a:extLst>
          </p:cNvPr>
          <p:cNvSpPr txBox="1">
            <a:spLocks/>
          </p:cNvSpPr>
          <p:nvPr/>
        </p:nvSpPr>
        <p:spPr>
          <a:xfrm>
            <a:off x="511678" y="190123"/>
            <a:ext cx="6960276" cy="994172"/>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pt-BR" sz="2800" dirty="0">
                <a:ln w="0"/>
                <a:solidFill>
                  <a:schemeClr val="accent1"/>
                </a:solidFill>
                <a:effectLst>
                  <a:outerShdw blurRad="38100" dist="25400" dir="5400000" algn="ctr" rotWithShape="0">
                    <a:srgbClr val="6E747A">
                      <a:alpha val="43000"/>
                    </a:srgbClr>
                  </a:outerShdw>
                </a:effectLst>
              </a:rPr>
              <a:t>Exemplos Práticos de Hierarquias em Diferentes Contextos</a:t>
            </a:r>
            <a:endParaRPr lang="pt-BR" sz="2800" b="1" dirty="0">
              <a:ln w="0"/>
              <a:solidFill>
                <a:schemeClr val="accent1"/>
              </a:solidFill>
              <a:effectLst>
                <a:outerShdw blurRad="38100" dist="25400" dir="5400000" algn="ctr" rotWithShape="0">
                  <a:srgbClr val="6E747A">
                    <a:alpha val="43000"/>
                  </a:srgbClr>
                </a:outerShdw>
              </a:effectLst>
            </a:endParaRPr>
          </a:p>
        </p:txBody>
      </p:sp>
      <p:sp>
        <p:nvSpPr>
          <p:cNvPr id="5" name="Espaço Reservado para Texto 4">
            <a:extLst>
              <a:ext uri="{FF2B5EF4-FFF2-40B4-BE49-F238E27FC236}">
                <a16:creationId xmlns:a16="http://schemas.microsoft.com/office/drawing/2014/main" id="{9847707B-FA47-A1ED-7844-B422642A4B59}"/>
              </a:ext>
            </a:extLst>
          </p:cNvPr>
          <p:cNvSpPr txBox="1">
            <a:spLocks/>
          </p:cNvSpPr>
          <p:nvPr/>
        </p:nvSpPr>
        <p:spPr>
          <a:xfrm>
            <a:off x="0" y="1268016"/>
            <a:ext cx="4572000" cy="617934"/>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pt-BR" b="1">
                <a:solidFill>
                  <a:srgbClr val="0D0D0D"/>
                </a:solidFill>
                <a:latin typeface="Söhne"/>
              </a:rPr>
              <a:t>Hierarquia de Tempo</a:t>
            </a:r>
            <a:endParaRPr lang="pt-BR" dirty="0">
              <a:solidFill>
                <a:srgbClr val="0D0D0D"/>
              </a:solidFill>
              <a:latin typeface="Söhne"/>
            </a:endParaRPr>
          </a:p>
        </p:txBody>
      </p:sp>
      <p:graphicFrame>
        <p:nvGraphicFramePr>
          <p:cNvPr id="7" name="Espaço Reservado para Conteúdo 3">
            <a:extLst>
              <a:ext uri="{FF2B5EF4-FFF2-40B4-BE49-F238E27FC236}">
                <a16:creationId xmlns:a16="http://schemas.microsoft.com/office/drawing/2014/main" id="{A137ECAD-9B13-5A86-E4F3-C4B647614C8D}"/>
              </a:ext>
            </a:extLst>
          </p:cNvPr>
          <p:cNvGraphicFramePr>
            <a:graphicFrameLocks/>
          </p:cNvGraphicFramePr>
          <p:nvPr>
            <p:extLst>
              <p:ext uri="{D42A27DB-BD31-4B8C-83A1-F6EECF244321}">
                <p14:modId xmlns:p14="http://schemas.microsoft.com/office/powerpoint/2010/main" val="1396170472"/>
              </p:ext>
            </p:extLst>
          </p:nvPr>
        </p:nvGraphicFramePr>
        <p:xfrm>
          <a:off x="76700" y="1898770"/>
          <a:ext cx="1954529" cy="316961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Espaço Reservado para Texto 5">
            <a:extLst>
              <a:ext uri="{FF2B5EF4-FFF2-40B4-BE49-F238E27FC236}">
                <a16:creationId xmlns:a16="http://schemas.microsoft.com/office/drawing/2014/main" id="{18723306-8A77-A1EC-F1AD-4B466B314288}"/>
              </a:ext>
            </a:extLst>
          </p:cNvPr>
          <p:cNvSpPr txBox="1">
            <a:spLocks/>
          </p:cNvSpPr>
          <p:nvPr/>
        </p:nvSpPr>
        <p:spPr>
          <a:xfrm>
            <a:off x="1884316" y="1274426"/>
            <a:ext cx="2486842" cy="617934"/>
          </a:xfrm>
          <a:prstGeom prst="rect">
            <a:avLst/>
          </a:prstGeom>
        </p:spPr>
        <p:txBody>
          <a:bodyPr>
            <a:normAutofit lnSpcReduction="10000"/>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r"/>
            <a:r>
              <a:rPr lang="pt-BR" b="1">
                <a:solidFill>
                  <a:srgbClr val="0D0D0D"/>
                </a:solidFill>
                <a:latin typeface="Söhne"/>
              </a:rPr>
              <a:t>Hierarquia Geográfica</a:t>
            </a:r>
            <a:endParaRPr lang="pt-BR" dirty="0"/>
          </a:p>
        </p:txBody>
      </p:sp>
      <p:graphicFrame>
        <p:nvGraphicFramePr>
          <p:cNvPr id="9" name="Espaço Reservado para Conteúdo 3">
            <a:extLst>
              <a:ext uri="{FF2B5EF4-FFF2-40B4-BE49-F238E27FC236}">
                <a16:creationId xmlns:a16="http://schemas.microsoft.com/office/drawing/2014/main" id="{1D844346-B6B8-CDD7-DBCB-50C953612B3B}"/>
              </a:ext>
            </a:extLst>
          </p:cNvPr>
          <p:cNvGraphicFramePr>
            <a:graphicFrameLocks/>
          </p:cNvGraphicFramePr>
          <p:nvPr>
            <p:extLst>
              <p:ext uri="{D42A27DB-BD31-4B8C-83A1-F6EECF244321}">
                <p14:modId xmlns:p14="http://schemas.microsoft.com/office/powerpoint/2010/main" val="3548835617"/>
              </p:ext>
            </p:extLst>
          </p:nvPr>
        </p:nvGraphicFramePr>
        <p:xfrm>
          <a:off x="2184717" y="1898770"/>
          <a:ext cx="2093369" cy="3169619"/>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aphicFrame>
        <p:nvGraphicFramePr>
          <p:cNvPr id="10" name="Espaço Reservado para Conteúdo 3">
            <a:extLst>
              <a:ext uri="{FF2B5EF4-FFF2-40B4-BE49-F238E27FC236}">
                <a16:creationId xmlns:a16="http://schemas.microsoft.com/office/drawing/2014/main" id="{38507563-FB53-61B7-1CB5-407052B13A38}"/>
              </a:ext>
            </a:extLst>
          </p:cNvPr>
          <p:cNvGraphicFramePr>
            <a:graphicFrameLocks/>
          </p:cNvGraphicFramePr>
          <p:nvPr>
            <p:extLst>
              <p:ext uri="{D42A27DB-BD31-4B8C-83A1-F6EECF244321}">
                <p14:modId xmlns:p14="http://schemas.microsoft.com/office/powerpoint/2010/main" val="1171639178"/>
              </p:ext>
            </p:extLst>
          </p:nvPr>
        </p:nvGraphicFramePr>
        <p:xfrm>
          <a:off x="4421776" y="1904810"/>
          <a:ext cx="2437947" cy="3163578"/>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graphicFrame>
        <p:nvGraphicFramePr>
          <p:cNvPr id="11" name="Espaço Reservado para Conteúdo 3">
            <a:extLst>
              <a:ext uri="{FF2B5EF4-FFF2-40B4-BE49-F238E27FC236}">
                <a16:creationId xmlns:a16="http://schemas.microsoft.com/office/drawing/2014/main" id="{D9074F85-3744-68A1-0020-F6ACFA3CDF8D}"/>
              </a:ext>
            </a:extLst>
          </p:cNvPr>
          <p:cNvGraphicFramePr>
            <a:graphicFrameLocks/>
          </p:cNvGraphicFramePr>
          <p:nvPr>
            <p:extLst>
              <p:ext uri="{D42A27DB-BD31-4B8C-83A1-F6EECF244321}">
                <p14:modId xmlns:p14="http://schemas.microsoft.com/office/powerpoint/2010/main" val="1850926007"/>
              </p:ext>
            </p:extLst>
          </p:nvPr>
        </p:nvGraphicFramePr>
        <p:xfrm>
          <a:off x="6951073" y="1898771"/>
          <a:ext cx="2054088" cy="3163578"/>
        </p:xfrm>
        <a:graphic>
          <a:graphicData uri="http://schemas.openxmlformats.org/drawingml/2006/diagram">
            <dgm:relIds xmlns:dgm="http://schemas.openxmlformats.org/drawingml/2006/diagram" xmlns:r="http://schemas.openxmlformats.org/officeDocument/2006/relationships" r:dm="rId18" r:lo="rId19" r:qs="rId20" r:cs="rId21"/>
          </a:graphicData>
        </a:graphic>
      </p:graphicFrame>
      <p:sp>
        <p:nvSpPr>
          <p:cNvPr id="12" name="Espaço Reservado para Texto 5">
            <a:extLst>
              <a:ext uri="{FF2B5EF4-FFF2-40B4-BE49-F238E27FC236}">
                <a16:creationId xmlns:a16="http://schemas.microsoft.com/office/drawing/2014/main" id="{157F7B59-BA1F-3DE2-18D3-36F3B4514D30}"/>
              </a:ext>
            </a:extLst>
          </p:cNvPr>
          <p:cNvSpPr txBox="1">
            <a:spLocks/>
          </p:cNvSpPr>
          <p:nvPr/>
        </p:nvSpPr>
        <p:spPr>
          <a:xfrm>
            <a:off x="4278086" y="1274426"/>
            <a:ext cx="2672987" cy="617934"/>
          </a:xfrm>
          <a:prstGeom prst="rect">
            <a:avLst/>
          </a:prstGeom>
        </p:spPr>
        <p:txBody>
          <a:bodyPr vert="horz" lIns="91440" tIns="45720" rIns="91440" bIns="45720" rtlCol="0" anchor="b">
            <a:normAutofit/>
          </a:bodyPr>
          <a:lstStyle>
            <a:lvl1pPr marL="0" indent="0" algn="l" defTabSz="685800" rtl="0" eaLnBrk="1" latinLnBrk="0" hangingPunct="1">
              <a:lnSpc>
                <a:spcPct val="90000"/>
              </a:lnSpc>
              <a:spcBef>
                <a:spcPts val="750"/>
              </a:spcBef>
              <a:buFont typeface="Arial" panose="020B0604020202020204" pitchFamily="34" charset="0"/>
              <a:buNone/>
              <a:defRPr sz="1800" b="1" kern="1200">
                <a:solidFill>
                  <a:schemeClr val="tx1"/>
                </a:solidFill>
                <a:latin typeface="+mn-lt"/>
                <a:ea typeface="+mn-ea"/>
                <a:cs typeface="+mn-cs"/>
              </a:defRPr>
            </a:lvl1pPr>
            <a:lvl2pPr marL="342900" indent="0" algn="l" defTabSz="685800" rtl="0" eaLnBrk="1" latinLnBrk="0" hangingPunct="1">
              <a:lnSpc>
                <a:spcPct val="90000"/>
              </a:lnSpc>
              <a:spcBef>
                <a:spcPts val="375"/>
              </a:spcBef>
              <a:buFont typeface="Arial" panose="020B0604020202020204" pitchFamily="34" charset="0"/>
              <a:buNone/>
              <a:defRPr sz="1500" b="1" kern="1200">
                <a:solidFill>
                  <a:schemeClr val="tx1"/>
                </a:solidFill>
                <a:latin typeface="+mn-lt"/>
                <a:ea typeface="+mn-ea"/>
                <a:cs typeface="+mn-cs"/>
              </a:defRPr>
            </a:lvl2pPr>
            <a:lvl3pPr marL="685800" indent="0" algn="l" defTabSz="685800" rtl="0" eaLnBrk="1" latinLnBrk="0" hangingPunct="1">
              <a:lnSpc>
                <a:spcPct val="90000"/>
              </a:lnSpc>
              <a:spcBef>
                <a:spcPts val="375"/>
              </a:spcBef>
              <a:buFont typeface="Arial" panose="020B0604020202020204" pitchFamily="34" charset="0"/>
              <a:buNone/>
              <a:defRPr sz="1350" b="1"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 typeface="Arial" panose="020B0604020202020204" pitchFamily="34" charset="0"/>
              <a:buNone/>
              <a:defRPr sz="1200" b="1"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 typeface="Arial" panose="020B0604020202020204" pitchFamily="34" charset="0"/>
              <a:buNone/>
              <a:defRPr sz="1200" b="1" kern="1200">
                <a:solidFill>
                  <a:schemeClr val="tx1"/>
                </a:solidFill>
                <a:latin typeface="+mn-lt"/>
                <a:ea typeface="+mn-ea"/>
                <a:cs typeface="+mn-cs"/>
              </a:defRPr>
            </a:lvl5pPr>
            <a:lvl6pPr marL="1714500" indent="0" algn="l" defTabSz="685800" rtl="0" eaLnBrk="1" latinLnBrk="0" hangingPunct="1">
              <a:lnSpc>
                <a:spcPct val="90000"/>
              </a:lnSpc>
              <a:spcBef>
                <a:spcPts val="375"/>
              </a:spcBef>
              <a:buFont typeface="Arial" panose="020B0604020202020204" pitchFamily="34" charset="0"/>
              <a:buNone/>
              <a:defRPr sz="1200" b="1" kern="1200">
                <a:solidFill>
                  <a:schemeClr val="tx1"/>
                </a:solidFill>
                <a:latin typeface="+mn-lt"/>
                <a:ea typeface="+mn-ea"/>
                <a:cs typeface="+mn-cs"/>
              </a:defRPr>
            </a:lvl6pPr>
            <a:lvl7pPr marL="2057400" indent="0" algn="l" defTabSz="685800" rtl="0" eaLnBrk="1" latinLnBrk="0" hangingPunct="1">
              <a:lnSpc>
                <a:spcPct val="90000"/>
              </a:lnSpc>
              <a:spcBef>
                <a:spcPts val="375"/>
              </a:spcBef>
              <a:buFont typeface="Arial" panose="020B0604020202020204" pitchFamily="34" charset="0"/>
              <a:buNone/>
              <a:defRPr sz="1200" b="1" kern="1200">
                <a:solidFill>
                  <a:schemeClr val="tx1"/>
                </a:solidFill>
                <a:latin typeface="+mn-lt"/>
                <a:ea typeface="+mn-ea"/>
                <a:cs typeface="+mn-cs"/>
              </a:defRPr>
            </a:lvl7pPr>
            <a:lvl8pPr marL="2400300" indent="0" algn="l" defTabSz="685800" rtl="0" eaLnBrk="1" latinLnBrk="0" hangingPunct="1">
              <a:lnSpc>
                <a:spcPct val="90000"/>
              </a:lnSpc>
              <a:spcBef>
                <a:spcPts val="375"/>
              </a:spcBef>
              <a:buFont typeface="Arial" panose="020B0604020202020204" pitchFamily="34" charset="0"/>
              <a:buNone/>
              <a:defRPr sz="1200" b="1" kern="1200">
                <a:solidFill>
                  <a:schemeClr val="tx1"/>
                </a:solidFill>
                <a:latin typeface="+mn-lt"/>
                <a:ea typeface="+mn-ea"/>
                <a:cs typeface="+mn-cs"/>
              </a:defRPr>
            </a:lvl8pPr>
            <a:lvl9pPr marL="2743200" indent="0" algn="l" defTabSz="685800" rtl="0" eaLnBrk="1" latinLnBrk="0" hangingPunct="1">
              <a:lnSpc>
                <a:spcPct val="90000"/>
              </a:lnSpc>
              <a:spcBef>
                <a:spcPts val="375"/>
              </a:spcBef>
              <a:buFont typeface="Arial" panose="020B0604020202020204" pitchFamily="34" charset="0"/>
              <a:buNone/>
              <a:defRPr sz="1200" b="1" kern="1200">
                <a:solidFill>
                  <a:schemeClr val="tx1"/>
                </a:solidFill>
                <a:latin typeface="+mn-lt"/>
                <a:ea typeface="+mn-ea"/>
                <a:cs typeface="+mn-cs"/>
              </a:defRPr>
            </a:lvl9pPr>
          </a:lstStyle>
          <a:p>
            <a:pPr algn="r"/>
            <a:r>
              <a:rPr lang="pt-BR" dirty="0">
                <a:solidFill>
                  <a:srgbClr val="0D0D0D"/>
                </a:solidFill>
                <a:latin typeface="Söhne"/>
              </a:rPr>
              <a:t>Hierarquia </a:t>
            </a:r>
            <a:r>
              <a:rPr lang="pt-BR" b="1" i="0" dirty="0">
                <a:solidFill>
                  <a:srgbClr val="0D0D0D"/>
                </a:solidFill>
                <a:effectLst/>
                <a:latin typeface="Söhne"/>
              </a:rPr>
              <a:t>Organizacional</a:t>
            </a:r>
            <a:endParaRPr lang="pt-BR" dirty="0"/>
          </a:p>
        </p:txBody>
      </p:sp>
      <p:sp>
        <p:nvSpPr>
          <p:cNvPr id="13" name="Espaço Reservado para Texto 5">
            <a:extLst>
              <a:ext uri="{FF2B5EF4-FFF2-40B4-BE49-F238E27FC236}">
                <a16:creationId xmlns:a16="http://schemas.microsoft.com/office/drawing/2014/main" id="{170BDDA9-2025-ED0B-1934-44A29C746AD8}"/>
              </a:ext>
            </a:extLst>
          </p:cNvPr>
          <p:cNvSpPr txBox="1">
            <a:spLocks/>
          </p:cNvSpPr>
          <p:nvPr/>
        </p:nvSpPr>
        <p:spPr>
          <a:xfrm>
            <a:off x="6657158" y="1261850"/>
            <a:ext cx="2486842" cy="617934"/>
          </a:xfrm>
          <a:prstGeom prst="rect">
            <a:avLst/>
          </a:prstGeom>
        </p:spPr>
        <p:txBody>
          <a:bodyPr vert="horz" lIns="91440" tIns="45720" rIns="91440" bIns="45720" rtlCol="0" anchor="b">
            <a:normAutofit/>
          </a:bodyPr>
          <a:lstStyle>
            <a:lvl1pPr marL="0" indent="0" algn="l" defTabSz="685800" rtl="0" eaLnBrk="1" latinLnBrk="0" hangingPunct="1">
              <a:lnSpc>
                <a:spcPct val="90000"/>
              </a:lnSpc>
              <a:spcBef>
                <a:spcPts val="750"/>
              </a:spcBef>
              <a:buFont typeface="Arial" panose="020B0604020202020204" pitchFamily="34" charset="0"/>
              <a:buNone/>
              <a:defRPr sz="1800" b="1" kern="1200">
                <a:solidFill>
                  <a:schemeClr val="tx1"/>
                </a:solidFill>
                <a:latin typeface="+mn-lt"/>
                <a:ea typeface="+mn-ea"/>
                <a:cs typeface="+mn-cs"/>
              </a:defRPr>
            </a:lvl1pPr>
            <a:lvl2pPr marL="342900" indent="0" algn="l" defTabSz="685800" rtl="0" eaLnBrk="1" latinLnBrk="0" hangingPunct="1">
              <a:lnSpc>
                <a:spcPct val="90000"/>
              </a:lnSpc>
              <a:spcBef>
                <a:spcPts val="375"/>
              </a:spcBef>
              <a:buFont typeface="Arial" panose="020B0604020202020204" pitchFamily="34" charset="0"/>
              <a:buNone/>
              <a:defRPr sz="1500" b="1" kern="1200">
                <a:solidFill>
                  <a:schemeClr val="tx1"/>
                </a:solidFill>
                <a:latin typeface="+mn-lt"/>
                <a:ea typeface="+mn-ea"/>
                <a:cs typeface="+mn-cs"/>
              </a:defRPr>
            </a:lvl2pPr>
            <a:lvl3pPr marL="685800" indent="0" algn="l" defTabSz="685800" rtl="0" eaLnBrk="1" latinLnBrk="0" hangingPunct="1">
              <a:lnSpc>
                <a:spcPct val="90000"/>
              </a:lnSpc>
              <a:spcBef>
                <a:spcPts val="375"/>
              </a:spcBef>
              <a:buFont typeface="Arial" panose="020B0604020202020204" pitchFamily="34" charset="0"/>
              <a:buNone/>
              <a:defRPr sz="1350" b="1"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 typeface="Arial" panose="020B0604020202020204" pitchFamily="34" charset="0"/>
              <a:buNone/>
              <a:defRPr sz="1200" b="1"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 typeface="Arial" panose="020B0604020202020204" pitchFamily="34" charset="0"/>
              <a:buNone/>
              <a:defRPr sz="1200" b="1" kern="1200">
                <a:solidFill>
                  <a:schemeClr val="tx1"/>
                </a:solidFill>
                <a:latin typeface="+mn-lt"/>
                <a:ea typeface="+mn-ea"/>
                <a:cs typeface="+mn-cs"/>
              </a:defRPr>
            </a:lvl5pPr>
            <a:lvl6pPr marL="1714500" indent="0" algn="l" defTabSz="685800" rtl="0" eaLnBrk="1" latinLnBrk="0" hangingPunct="1">
              <a:lnSpc>
                <a:spcPct val="90000"/>
              </a:lnSpc>
              <a:spcBef>
                <a:spcPts val="375"/>
              </a:spcBef>
              <a:buFont typeface="Arial" panose="020B0604020202020204" pitchFamily="34" charset="0"/>
              <a:buNone/>
              <a:defRPr sz="1200" b="1" kern="1200">
                <a:solidFill>
                  <a:schemeClr val="tx1"/>
                </a:solidFill>
                <a:latin typeface="+mn-lt"/>
                <a:ea typeface="+mn-ea"/>
                <a:cs typeface="+mn-cs"/>
              </a:defRPr>
            </a:lvl6pPr>
            <a:lvl7pPr marL="2057400" indent="0" algn="l" defTabSz="685800" rtl="0" eaLnBrk="1" latinLnBrk="0" hangingPunct="1">
              <a:lnSpc>
                <a:spcPct val="90000"/>
              </a:lnSpc>
              <a:spcBef>
                <a:spcPts val="375"/>
              </a:spcBef>
              <a:buFont typeface="Arial" panose="020B0604020202020204" pitchFamily="34" charset="0"/>
              <a:buNone/>
              <a:defRPr sz="1200" b="1" kern="1200">
                <a:solidFill>
                  <a:schemeClr val="tx1"/>
                </a:solidFill>
                <a:latin typeface="+mn-lt"/>
                <a:ea typeface="+mn-ea"/>
                <a:cs typeface="+mn-cs"/>
              </a:defRPr>
            </a:lvl7pPr>
            <a:lvl8pPr marL="2400300" indent="0" algn="l" defTabSz="685800" rtl="0" eaLnBrk="1" latinLnBrk="0" hangingPunct="1">
              <a:lnSpc>
                <a:spcPct val="90000"/>
              </a:lnSpc>
              <a:spcBef>
                <a:spcPts val="375"/>
              </a:spcBef>
              <a:buFont typeface="Arial" panose="020B0604020202020204" pitchFamily="34" charset="0"/>
              <a:buNone/>
              <a:defRPr sz="1200" b="1" kern="1200">
                <a:solidFill>
                  <a:schemeClr val="tx1"/>
                </a:solidFill>
                <a:latin typeface="+mn-lt"/>
                <a:ea typeface="+mn-ea"/>
                <a:cs typeface="+mn-cs"/>
              </a:defRPr>
            </a:lvl8pPr>
            <a:lvl9pPr marL="2743200" indent="0" algn="l" defTabSz="685800" rtl="0" eaLnBrk="1" latinLnBrk="0" hangingPunct="1">
              <a:lnSpc>
                <a:spcPct val="90000"/>
              </a:lnSpc>
              <a:spcBef>
                <a:spcPts val="375"/>
              </a:spcBef>
              <a:buFont typeface="Arial" panose="020B0604020202020204" pitchFamily="34" charset="0"/>
              <a:buNone/>
              <a:defRPr sz="1200" b="1" kern="1200">
                <a:solidFill>
                  <a:schemeClr val="tx1"/>
                </a:solidFill>
                <a:latin typeface="+mn-lt"/>
                <a:ea typeface="+mn-ea"/>
                <a:cs typeface="+mn-cs"/>
              </a:defRPr>
            </a:lvl9pPr>
          </a:lstStyle>
          <a:p>
            <a:pPr algn="r"/>
            <a:r>
              <a:rPr lang="pt-BR" dirty="0">
                <a:solidFill>
                  <a:srgbClr val="0D0D0D"/>
                </a:solidFill>
                <a:latin typeface="Söhne"/>
              </a:rPr>
              <a:t>Hierarquia </a:t>
            </a:r>
            <a:r>
              <a:rPr lang="pt-BR" b="1" i="0" dirty="0">
                <a:solidFill>
                  <a:srgbClr val="0D0D0D"/>
                </a:solidFill>
                <a:effectLst/>
                <a:latin typeface="Söhne"/>
              </a:rPr>
              <a:t>de Produto</a:t>
            </a:r>
            <a:endParaRPr lang="pt-BR" dirty="0"/>
          </a:p>
        </p:txBody>
      </p:sp>
    </p:spTree>
    <p:extLst>
      <p:ext uri="{BB962C8B-B14F-4D97-AF65-F5344CB8AC3E}">
        <p14:creationId xmlns:p14="http://schemas.microsoft.com/office/powerpoint/2010/main" val="863793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randombar(horizontal)">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7">
                                            <p:graphicEl>
                                              <a:dgm id="{501B703E-2340-4521-AC39-03EB3959A888}"/>
                                            </p:graphicEl>
                                          </p:spTgt>
                                        </p:tgtEl>
                                        <p:attrNameLst>
                                          <p:attrName>style.visibility</p:attrName>
                                        </p:attrNameLst>
                                      </p:cBhvr>
                                      <p:to>
                                        <p:strVal val="visible"/>
                                      </p:to>
                                    </p:set>
                                    <p:animEffect transition="in" filter="box(in)">
                                      <p:cBhvr>
                                        <p:cTn id="12" dur="2000"/>
                                        <p:tgtEl>
                                          <p:spTgt spid="7">
                                            <p:graphicEl>
                                              <a:dgm id="{501B703E-2340-4521-AC39-03EB3959A888}"/>
                                            </p:graphicEl>
                                          </p:spTgt>
                                        </p:tgtEl>
                                      </p:cBhvr>
                                    </p:animEffect>
                                  </p:childTnLst>
                                </p:cTn>
                              </p:par>
                              <p:par>
                                <p:cTn id="13" presetID="4" presetClass="entr" presetSubtype="16" fill="hold" grpId="0" nodeType="withEffect">
                                  <p:stCondLst>
                                    <p:cond delay="0"/>
                                  </p:stCondLst>
                                  <p:childTnLst>
                                    <p:set>
                                      <p:cBhvr>
                                        <p:cTn id="14" dur="1" fill="hold">
                                          <p:stCondLst>
                                            <p:cond delay="0"/>
                                          </p:stCondLst>
                                        </p:cTn>
                                        <p:tgtEl>
                                          <p:spTgt spid="7">
                                            <p:graphicEl>
                                              <a:dgm id="{D4C53F47-BE6B-40CD-9415-922774D42675}"/>
                                            </p:graphicEl>
                                          </p:spTgt>
                                        </p:tgtEl>
                                        <p:attrNameLst>
                                          <p:attrName>style.visibility</p:attrName>
                                        </p:attrNameLst>
                                      </p:cBhvr>
                                      <p:to>
                                        <p:strVal val="visible"/>
                                      </p:to>
                                    </p:set>
                                    <p:animEffect transition="in" filter="box(in)">
                                      <p:cBhvr>
                                        <p:cTn id="15" dur="2000"/>
                                        <p:tgtEl>
                                          <p:spTgt spid="7">
                                            <p:graphicEl>
                                              <a:dgm id="{D4C53F47-BE6B-40CD-9415-922774D42675}"/>
                                            </p:graphicEl>
                                          </p:spTgt>
                                        </p:tgtEl>
                                      </p:cBhvr>
                                    </p:animEffect>
                                  </p:childTnLst>
                                </p:cTn>
                              </p:par>
                            </p:childTnLst>
                          </p:cTn>
                        </p:par>
                      </p:childTnLst>
                    </p:cTn>
                  </p:par>
                  <p:par>
                    <p:cTn id="16" fill="hold">
                      <p:stCondLst>
                        <p:cond delay="indefinite"/>
                      </p:stCondLst>
                      <p:childTnLst>
                        <p:par>
                          <p:cTn id="17" fill="hold">
                            <p:stCondLst>
                              <p:cond delay="0"/>
                            </p:stCondLst>
                            <p:childTnLst>
                              <p:par>
                                <p:cTn id="18" presetID="4" presetClass="entr" presetSubtype="16" fill="hold" grpId="0" nodeType="clickEffect">
                                  <p:stCondLst>
                                    <p:cond delay="0"/>
                                  </p:stCondLst>
                                  <p:childTnLst>
                                    <p:set>
                                      <p:cBhvr>
                                        <p:cTn id="19" dur="1" fill="hold">
                                          <p:stCondLst>
                                            <p:cond delay="0"/>
                                          </p:stCondLst>
                                        </p:cTn>
                                        <p:tgtEl>
                                          <p:spTgt spid="7">
                                            <p:graphicEl>
                                              <a:dgm id="{18BAC750-6FB7-4978-AF8C-B35F574FEC30}"/>
                                            </p:graphicEl>
                                          </p:spTgt>
                                        </p:tgtEl>
                                        <p:attrNameLst>
                                          <p:attrName>style.visibility</p:attrName>
                                        </p:attrNameLst>
                                      </p:cBhvr>
                                      <p:to>
                                        <p:strVal val="visible"/>
                                      </p:to>
                                    </p:set>
                                    <p:animEffect transition="in" filter="box(in)">
                                      <p:cBhvr>
                                        <p:cTn id="20" dur="2000"/>
                                        <p:tgtEl>
                                          <p:spTgt spid="7">
                                            <p:graphicEl>
                                              <a:dgm id="{18BAC750-6FB7-4978-AF8C-B35F574FEC30}"/>
                                            </p:graphicEl>
                                          </p:spTgt>
                                        </p:tgtEl>
                                      </p:cBhvr>
                                    </p:animEffect>
                                  </p:childTnLst>
                                </p:cTn>
                              </p:par>
                              <p:par>
                                <p:cTn id="21" presetID="4" presetClass="entr" presetSubtype="16" fill="hold" grpId="0" nodeType="withEffect">
                                  <p:stCondLst>
                                    <p:cond delay="0"/>
                                  </p:stCondLst>
                                  <p:childTnLst>
                                    <p:set>
                                      <p:cBhvr>
                                        <p:cTn id="22" dur="1" fill="hold">
                                          <p:stCondLst>
                                            <p:cond delay="0"/>
                                          </p:stCondLst>
                                        </p:cTn>
                                        <p:tgtEl>
                                          <p:spTgt spid="7">
                                            <p:graphicEl>
                                              <a:dgm id="{1E926B01-5448-4EF2-8D75-F7535642696A}"/>
                                            </p:graphicEl>
                                          </p:spTgt>
                                        </p:tgtEl>
                                        <p:attrNameLst>
                                          <p:attrName>style.visibility</p:attrName>
                                        </p:attrNameLst>
                                      </p:cBhvr>
                                      <p:to>
                                        <p:strVal val="visible"/>
                                      </p:to>
                                    </p:set>
                                    <p:animEffect transition="in" filter="box(in)">
                                      <p:cBhvr>
                                        <p:cTn id="23" dur="2000"/>
                                        <p:tgtEl>
                                          <p:spTgt spid="7">
                                            <p:graphicEl>
                                              <a:dgm id="{1E926B01-5448-4EF2-8D75-F7535642696A}"/>
                                            </p:graphicEl>
                                          </p:spTgt>
                                        </p:tgtEl>
                                      </p:cBhvr>
                                    </p:animEffect>
                                  </p:childTnLst>
                                </p:cTn>
                              </p:par>
                              <p:par>
                                <p:cTn id="24" presetID="4" presetClass="entr" presetSubtype="16" fill="hold" grpId="0" nodeType="withEffect">
                                  <p:stCondLst>
                                    <p:cond delay="0"/>
                                  </p:stCondLst>
                                  <p:childTnLst>
                                    <p:set>
                                      <p:cBhvr>
                                        <p:cTn id="25" dur="1" fill="hold">
                                          <p:stCondLst>
                                            <p:cond delay="0"/>
                                          </p:stCondLst>
                                        </p:cTn>
                                        <p:tgtEl>
                                          <p:spTgt spid="7">
                                            <p:graphicEl>
                                              <a:dgm id="{26A7525D-73BF-40D9-B449-5C71C712BCCD}"/>
                                            </p:graphicEl>
                                          </p:spTgt>
                                        </p:tgtEl>
                                        <p:attrNameLst>
                                          <p:attrName>style.visibility</p:attrName>
                                        </p:attrNameLst>
                                      </p:cBhvr>
                                      <p:to>
                                        <p:strVal val="visible"/>
                                      </p:to>
                                    </p:set>
                                    <p:animEffect transition="in" filter="box(in)">
                                      <p:cBhvr>
                                        <p:cTn id="26" dur="2000"/>
                                        <p:tgtEl>
                                          <p:spTgt spid="7">
                                            <p:graphicEl>
                                              <a:dgm id="{26A7525D-73BF-40D9-B449-5C71C712BCCD}"/>
                                            </p:graphicEl>
                                          </p:spTgt>
                                        </p:tgtEl>
                                      </p:cBhvr>
                                    </p:animEffect>
                                  </p:childTnLst>
                                </p:cTn>
                              </p:par>
                            </p:childTnLst>
                          </p:cTn>
                        </p:par>
                      </p:childTnLst>
                    </p:cTn>
                  </p:par>
                  <p:par>
                    <p:cTn id="27" fill="hold">
                      <p:stCondLst>
                        <p:cond delay="indefinite"/>
                      </p:stCondLst>
                      <p:childTnLst>
                        <p:par>
                          <p:cTn id="28" fill="hold">
                            <p:stCondLst>
                              <p:cond delay="0"/>
                            </p:stCondLst>
                            <p:childTnLst>
                              <p:par>
                                <p:cTn id="29" presetID="4" presetClass="entr" presetSubtype="16" fill="hold" grpId="0" nodeType="clickEffect">
                                  <p:stCondLst>
                                    <p:cond delay="0"/>
                                  </p:stCondLst>
                                  <p:childTnLst>
                                    <p:set>
                                      <p:cBhvr>
                                        <p:cTn id="30" dur="1" fill="hold">
                                          <p:stCondLst>
                                            <p:cond delay="0"/>
                                          </p:stCondLst>
                                        </p:cTn>
                                        <p:tgtEl>
                                          <p:spTgt spid="7">
                                            <p:graphicEl>
                                              <a:dgm id="{BBACE988-89D4-4BF3-8226-8128367255E5}"/>
                                            </p:graphicEl>
                                          </p:spTgt>
                                        </p:tgtEl>
                                        <p:attrNameLst>
                                          <p:attrName>style.visibility</p:attrName>
                                        </p:attrNameLst>
                                      </p:cBhvr>
                                      <p:to>
                                        <p:strVal val="visible"/>
                                      </p:to>
                                    </p:set>
                                    <p:animEffect transition="in" filter="box(in)">
                                      <p:cBhvr>
                                        <p:cTn id="31" dur="2000"/>
                                        <p:tgtEl>
                                          <p:spTgt spid="7">
                                            <p:graphicEl>
                                              <a:dgm id="{BBACE988-89D4-4BF3-8226-8128367255E5}"/>
                                            </p:graphicEl>
                                          </p:spTgt>
                                        </p:tgtEl>
                                      </p:cBhvr>
                                    </p:animEffect>
                                  </p:childTnLst>
                                </p:cTn>
                              </p:par>
                              <p:par>
                                <p:cTn id="32" presetID="4" presetClass="entr" presetSubtype="16" fill="hold" grpId="0" nodeType="withEffect">
                                  <p:stCondLst>
                                    <p:cond delay="0"/>
                                  </p:stCondLst>
                                  <p:childTnLst>
                                    <p:set>
                                      <p:cBhvr>
                                        <p:cTn id="33" dur="1" fill="hold">
                                          <p:stCondLst>
                                            <p:cond delay="0"/>
                                          </p:stCondLst>
                                        </p:cTn>
                                        <p:tgtEl>
                                          <p:spTgt spid="7">
                                            <p:graphicEl>
                                              <a:dgm id="{7267C1FF-2B12-41EA-983B-4CFC0BD51D95}"/>
                                            </p:graphicEl>
                                          </p:spTgt>
                                        </p:tgtEl>
                                        <p:attrNameLst>
                                          <p:attrName>style.visibility</p:attrName>
                                        </p:attrNameLst>
                                      </p:cBhvr>
                                      <p:to>
                                        <p:strVal val="visible"/>
                                      </p:to>
                                    </p:set>
                                    <p:animEffect transition="in" filter="box(in)">
                                      <p:cBhvr>
                                        <p:cTn id="34" dur="2000"/>
                                        <p:tgtEl>
                                          <p:spTgt spid="7">
                                            <p:graphicEl>
                                              <a:dgm id="{7267C1FF-2B12-41EA-983B-4CFC0BD51D95}"/>
                                            </p:graphicEl>
                                          </p:spTgt>
                                        </p:tgtEl>
                                      </p:cBhvr>
                                    </p:animEffect>
                                  </p:childTnLst>
                                </p:cTn>
                              </p:par>
                              <p:par>
                                <p:cTn id="35" presetID="4" presetClass="entr" presetSubtype="16" fill="hold" grpId="0" nodeType="withEffect">
                                  <p:stCondLst>
                                    <p:cond delay="0"/>
                                  </p:stCondLst>
                                  <p:childTnLst>
                                    <p:set>
                                      <p:cBhvr>
                                        <p:cTn id="36" dur="1" fill="hold">
                                          <p:stCondLst>
                                            <p:cond delay="0"/>
                                          </p:stCondLst>
                                        </p:cTn>
                                        <p:tgtEl>
                                          <p:spTgt spid="7">
                                            <p:graphicEl>
                                              <a:dgm id="{D0C8FD94-5D6D-4AA6-BB40-2B048D85AD1A}"/>
                                            </p:graphicEl>
                                          </p:spTgt>
                                        </p:tgtEl>
                                        <p:attrNameLst>
                                          <p:attrName>style.visibility</p:attrName>
                                        </p:attrNameLst>
                                      </p:cBhvr>
                                      <p:to>
                                        <p:strVal val="visible"/>
                                      </p:to>
                                    </p:set>
                                    <p:animEffect transition="in" filter="box(in)">
                                      <p:cBhvr>
                                        <p:cTn id="37" dur="2000"/>
                                        <p:tgtEl>
                                          <p:spTgt spid="7">
                                            <p:graphicEl>
                                              <a:dgm id="{D0C8FD94-5D6D-4AA6-BB40-2B048D85AD1A}"/>
                                            </p:graphicEl>
                                          </p:spTgt>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16" fill="hold" grpId="0" nodeType="clickEffect">
                                  <p:stCondLst>
                                    <p:cond delay="0"/>
                                  </p:stCondLst>
                                  <p:childTnLst>
                                    <p:set>
                                      <p:cBhvr>
                                        <p:cTn id="41" dur="1" fill="hold">
                                          <p:stCondLst>
                                            <p:cond delay="0"/>
                                          </p:stCondLst>
                                        </p:cTn>
                                        <p:tgtEl>
                                          <p:spTgt spid="7">
                                            <p:graphicEl>
                                              <a:dgm id="{18F1C83D-F3DC-4AD4-A87E-593270AF321B}"/>
                                            </p:graphicEl>
                                          </p:spTgt>
                                        </p:tgtEl>
                                        <p:attrNameLst>
                                          <p:attrName>style.visibility</p:attrName>
                                        </p:attrNameLst>
                                      </p:cBhvr>
                                      <p:to>
                                        <p:strVal val="visible"/>
                                      </p:to>
                                    </p:set>
                                    <p:animEffect transition="in" filter="box(in)">
                                      <p:cBhvr>
                                        <p:cTn id="42" dur="2000"/>
                                        <p:tgtEl>
                                          <p:spTgt spid="7">
                                            <p:graphicEl>
                                              <a:dgm id="{18F1C83D-F3DC-4AD4-A87E-593270AF321B}"/>
                                            </p:graphicEl>
                                          </p:spTgt>
                                        </p:tgtEl>
                                      </p:cBhvr>
                                    </p:animEffect>
                                  </p:childTnLst>
                                </p:cTn>
                              </p:par>
                              <p:par>
                                <p:cTn id="43" presetID="4" presetClass="entr" presetSubtype="16" fill="hold" grpId="0" nodeType="withEffect">
                                  <p:stCondLst>
                                    <p:cond delay="0"/>
                                  </p:stCondLst>
                                  <p:childTnLst>
                                    <p:set>
                                      <p:cBhvr>
                                        <p:cTn id="44" dur="1" fill="hold">
                                          <p:stCondLst>
                                            <p:cond delay="0"/>
                                          </p:stCondLst>
                                        </p:cTn>
                                        <p:tgtEl>
                                          <p:spTgt spid="7">
                                            <p:graphicEl>
                                              <a:dgm id="{DCDA3B05-5A77-4B1F-98B7-0EED2C581E60}"/>
                                            </p:graphicEl>
                                          </p:spTgt>
                                        </p:tgtEl>
                                        <p:attrNameLst>
                                          <p:attrName>style.visibility</p:attrName>
                                        </p:attrNameLst>
                                      </p:cBhvr>
                                      <p:to>
                                        <p:strVal val="visible"/>
                                      </p:to>
                                    </p:set>
                                    <p:animEffect transition="in" filter="box(in)">
                                      <p:cBhvr>
                                        <p:cTn id="45" dur="2000"/>
                                        <p:tgtEl>
                                          <p:spTgt spid="7">
                                            <p:graphicEl>
                                              <a:dgm id="{DCDA3B05-5A77-4B1F-98B7-0EED2C581E60}"/>
                                            </p:graphicEl>
                                          </p:spTgt>
                                        </p:tgtEl>
                                      </p:cBhvr>
                                    </p:animEffect>
                                  </p:childTnLst>
                                </p:cTn>
                              </p:par>
                              <p:par>
                                <p:cTn id="46" presetID="4" presetClass="entr" presetSubtype="16" fill="hold" grpId="0" nodeType="withEffect">
                                  <p:stCondLst>
                                    <p:cond delay="0"/>
                                  </p:stCondLst>
                                  <p:childTnLst>
                                    <p:set>
                                      <p:cBhvr>
                                        <p:cTn id="47" dur="1" fill="hold">
                                          <p:stCondLst>
                                            <p:cond delay="0"/>
                                          </p:stCondLst>
                                        </p:cTn>
                                        <p:tgtEl>
                                          <p:spTgt spid="7">
                                            <p:graphicEl>
                                              <a:dgm id="{D6C4EB59-43DF-42A8-B189-82FC2BDF2CF8}"/>
                                            </p:graphicEl>
                                          </p:spTgt>
                                        </p:tgtEl>
                                        <p:attrNameLst>
                                          <p:attrName>style.visibility</p:attrName>
                                        </p:attrNameLst>
                                      </p:cBhvr>
                                      <p:to>
                                        <p:strVal val="visible"/>
                                      </p:to>
                                    </p:set>
                                    <p:animEffect transition="in" filter="box(in)">
                                      <p:cBhvr>
                                        <p:cTn id="48" dur="2000"/>
                                        <p:tgtEl>
                                          <p:spTgt spid="7">
                                            <p:graphicEl>
                                              <a:dgm id="{D6C4EB59-43DF-42A8-B189-82FC2BDF2CF8}"/>
                                            </p:graphicEl>
                                          </p:spTgt>
                                        </p:tgtEl>
                                      </p:cBhvr>
                                    </p:animEffect>
                                  </p:childTnLst>
                                </p:cTn>
                              </p:par>
                            </p:childTnLst>
                          </p:cTn>
                        </p:par>
                      </p:childTnLst>
                    </p:cTn>
                  </p:par>
                  <p:par>
                    <p:cTn id="49" fill="hold">
                      <p:stCondLst>
                        <p:cond delay="indefinite"/>
                      </p:stCondLst>
                      <p:childTnLst>
                        <p:par>
                          <p:cTn id="50" fill="hold">
                            <p:stCondLst>
                              <p:cond delay="0"/>
                            </p:stCondLst>
                            <p:childTnLst>
                              <p:par>
                                <p:cTn id="51" presetID="4" presetClass="entr" presetSubtype="16" fill="hold" grpId="0" nodeType="clickEffect">
                                  <p:stCondLst>
                                    <p:cond delay="0"/>
                                  </p:stCondLst>
                                  <p:childTnLst>
                                    <p:set>
                                      <p:cBhvr>
                                        <p:cTn id="52" dur="1" fill="hold">
                                          <p:stCondLst>
                                            <p:cond delay="0"/>
                                          </p:stCondLst>
                                        </p:cTn>
                                        <p:tgtEl>
                                          <p:spTgt spid="7">
                                            <p:graphicEl>
                                              <a:dgm id="{4A6AC39F-D96A-4F20-A96F-288320427246}"/>
                                            </p:graphicEl>
                                          </p:spTgt>
                                        </p:tgtEl>
                                        <p:attrNameLst>
                                          <p:attrName>style.visibility</p:attrName>
                                        </p:attrNameLst>
                                      </p:cBhvr>
                                      <p:to>
                                        <p:strVal val="visible"/>
                                      </p:to>
                                    </p:set>
                                    <p:animEffect transition="in" filter="box(in)">
                                      <p:cBhvr>
                                        <p:cTn id="53" dur="2000"/>
                                        <p:tgtEl>
                                          <p:spTgt spid="7">
                                            <p:graphicEl>
                                              <a:dgm id="{4A6AC39F-D96A-4F20-A96F-288320427246}"/>
                                            </p:graphicEl>
                                          </p:spTgt>
                                        </p:tgtEl>
                                      </p:cBhvr>
                                    </p:animEffect>
                                  </p:childTnLst>
                                </p:cTn>
                              </p:par>
                              <p:par>
                                <p:cTn id="54" presetID="4" presetClass="entr" presetSubtype="16" fill="hold" grpId="0" nodeType="withEffect">
                                  <p:stCondLst>
                                    <p:cond delay="0"/>
                                  </p:stCondLst>
                                  <p:childTnLst>
                                    <p:set>
                                      <p:cBhvr>
                                        <p:cTn id="55" dur="1" fill="hold">
                                          <p:stCondLst>
                                            <p:cond delay="0"/>
                                          </p:stCondLst>
                                        </p:cTn>
                                        <p:tgtEl>
                                          <p:spTgt spid="7">
                                            <p:graphicEl>
                                              <a:dgm id="{6DF5C2E0-9F16-4507-B211-6F6A8B61F4A2}"/>
                                            </p:graphicEl>
                                          </p:spTgt>
                                        </p:tgtEl>
                                        <p:attrNameLst>
                                          <p:attrName>style.visibility</p:attrName>
                                        </p:attrNameLst>
                                      </p:cBhvr>
                                      <p:to>
                                        <p:strVal val="visible"/>
                                      </p:to>
                                    </p:set>
                                    <p:animEffect transition="in" filter="box(in)">
                                      <p:cBhvr>
                                        <p:cTn id="56" dur="2000"/>
                                        <p:tgtEl>
                                          <p:spTgt spid="7">
                                            <p:graphicEl>
                                              <a:dgm id="{6DF5C2E0-9F16-4507-B211-6F6A8B61F4A2}"/>
                                            </p:graphicEl>
                                          </p:spTgt>
                                        </p:tgtEl>
                                      </p:cBhvr>
                                    </p:animEffect>
                                  </p:childTnLst>
                                </p:cTn>
                              </p:par>
                              <p:par>
                                <p:cTn id="57" presetID="4" presetClass="entr" presetSubtype="16" fill="hold" grpId="0" nodeType="withEffect">
                                  <p:stCondLst>
                                    <p:cond delay="0"/>
                                  </p:stCondLst>
                                  <p:childTnLst>
                                    <p:set>
                                      <p:cBhvr>
                                        <p:cTn id="58" dur="1" fill="hold">
                                          <p:stCondLst>
                                            <p:cond delay="0"/>
                                          </p:stCondLst>
                                        </p:cTn>
                                        <p:tgtEl>
                                          <p:spTgt spid="7">
                                            <p:graphicEl>
                                              <a:dgm id="{B0B3088C-D49C-4CCA-A809-353DD6740337}"/>
                                            </p:graphicEl>
                                          </p:spTgt>
                                        </p:tgtEl>
                                        <p:attrNameLst>
                                          <p:attrName>style.visibility</p:attrName>
                                        </p:attrNameLst>
                                      </p:cBhvr>
                                      <p:to>
                                        <p:strVal val="visible"/>
                                      </p:to>
                                    </p:set>
                                    <p:animEffect transition="in" filter="box(in)">
                                      <p:cBhvr>
                                        <p:cTn id="59" dur="2000"/>
                                        <p:tgtEl>
                                          <p:spTgt spid="7">
                                            <p:graphicEl>
                                              <a:dgm id="{B0B3088C-D49C-4CCA-A809-353DD6740337}"/>
                                            </p:graphicEl>
                                          </p:spTgt>
                                        </p:tgtEl>
                                      </p:cBhvr>
                                    </p:animEffect>
                                  </p:childTnLst>
                                </p:cTn>
                              </p:par>
                            </p:childTnLst>
                          </p:cTn>
                        </p:par>
                      </p:childTnLst>
                    </p:cTn>
                  </p:par>
                  <p:par>
                    <p:cTn id="60" fill="hold">
                      <p:stCondLst>
                        <p:cond delay="indefinite"/>
                      </p:stCondLst>
                      <p:childTnLst>
                        <p:par>
                          <p:cTn id="61" fill="hold">
                            <p:stCondLst>
                              <p:cond delay="0"/>
                            </p:stCondLst>
                            <p:childTnLst>
                              <p:par>
                                <p:cTn id="62" presetID="21" presetClass="entr" presetSubtype="1" fill="hold" grpId="0" nodeType="clickEffect">
                                  <p:stCondLst>
                                    <p:cond delay="0"/>
                                  </p:stCondLst>
                                  <p:childTnLst>
                                    <p:set>
                                      <p:cBhvr>
                                        <p:cTn id="63" dur="1" fill="hold">
                                          <p:stCondLst>
                                            <p:cond delay="0"/>
                                          </p:stCondLst>
                                        </p:cTn>
                                        <p:tgtEl>
                                          <p:spTgt spid="9">
                                            <p:graphicEl>
                                              <a:dgm id="{501B703E-2340-4521-AC39-03EB3959A888}"/>
                                            </p:graphicEl>
                                          </p:spTgt>
                                        </p:tgtEl>
                                        <p:attrNameLst>
                                          <p:attrName>style.visibility</p:attrName>
                                        </p:attrNameLst>
                                      </p:cBhvr>
                                      <p:to>
                                        <p:strVal val="visible"/>
                                      </p:to>
                                    </p:set>
                                    <p:animEffect transition="in" filter="wheel(1)">
                                      <p:cBhvr>
                                        <p:cTn id="64" dur="2000"/>
                                        <p:tgtEl>
                                          <p:spTgt spid="9">
                                            <p:graphicEl>
                                              <a:dgm id="{501B703E-2340-4521-AC39-03EB3959A888}"/>
                                            </p:graphicEl>
                                          </p:spTgt>
                                        </p:tgtEl>
                                      </p:cBhvr>
                                    </p:animEffect>
                                  </p:childTnLst>
                                </p:cTn>
                              </p:par>
                              <p:par>
                                <p:cTn id="65" presetID="21" presetClass="entr" presetSubtype="1" fill="hold" grpId="0" nodeType="withEffect">
                                  <p:stCondLst>
                                    <p:cond delay="0"/>
                                  </p:stCondLst>
                                  <p:childTnLst>
                                    <p:set>
                                      <p:cBhvr>
                                        <p:cTn id="66" dur="1" fill="hold">
                                          <p:stCondLst>
                                            <p:cond delay="0"/>
                                          </p:stCondLst>
                                        </p:cTn>
                                        <p:tgtEl>
                                          <p:spTgt spid="9">
                                            <p:graphicEl>
                                              <a:dgm id="{D4C53F47-BE6B-40CD-9415-922774D42675}"/>
                                            </p:graphicEl>
                                          </p:spTgt>
                                        </p:tgtEl>
                                        <p:attrNameLst>
                                          <p:attrName>style.visibility</p:attrName>
                                        </p:attrNameLst>
                                      </p:cBhvr>
                                      <p:to>
                                        <p:strVal val="visible"/>
                                      </p:to>
                                    </p:set>
                                    <p:animEffect transition="in" filter="wheel(1)">
                                      <p:cBhvr>
                                        <p:cTn id="67" dur="2000"/>
                                        <p:tgtEl>
                                          <p:spTgt spid="9">
                                            <p:graphicEl>
                                              <a:dgm id="{D4C53F47-BE6B-40CD-9415-922774D42675}"/>
                                            </p:graphicEl>
                                          </p:spTgt>
                                        </p:tgtEl>
                                      </p:cBhvr>
                                    </p:animEffect>
                                  </p:childTnLst>
                                </p:cTn>
                              </p:par>
                            </p:childTnLst>
                          </p:cTn>
                        </p:par>
                      </p:childTnLst>
                    </p:cTn>
                  </p:par>
                  <p:par>
                    <p:cTn id="68" fill="hold">
                      <p:stCondLst>
                        <p:cond delay="indefinite"/>
                      </p:stCondLst>
                      <p:childTnLst>
                        <p:par>
                          <p:cTn id="69" fill="hold">
                            <p:stCondLst>
                              <p:cond delay="0"/>
                            </p:stCondLst>
                            <p:childTnLst>
                              <p:par>
                                <p:cTn id="70" presetID="21" presetClass="entr" presetSubtype="1" fill="hold" grpId="0" nodeType="clickEffect">
                                  <p:stCondLst>
                                    <p:cond delay="0"/>
                                  </p:stCondLst>
                                  <p:childTnLst>
                                    <p:set>
                                      <p:cBhvr>
                                        <p:cTn id="71" dur="1" fill="hold">
                                          <p:stCondLst>
                                            <p:cond delay="0"/>
                                          </p:stCondLst>
                                        </p:cTn>
                                        <p:tgtEl>
                                          <p:spTgt spid="9">
                                            <p:graphicEl>
                                              <a:dgm id="{8C7EE959-BC41-4282-B5B4-3936296E3D26}"/>
                                            </p:graphicEl>
                                          </p:spTgt>
                                        </p:tgtEl>
                                        <p:attrNameLst>
                                          <p:attrName>style.visibility</p:attrName>
                                        </p:attrNameLst>
                                      </p:cBhvr>
                                      <p:to>
                                        <p:strVal val="visible"/>
                                      </p:to>
                                    </p:set>
                                    <p:animEffect transition="in" filter="wheel(1)">
                                      <p:cBhvr>
                                        <p:cTn id="72" dur="2000"/>
                                        <p:tgtEl>
                                          <p:spTgt spid="9">
                                            <p:graphicEl>
                                              <a:dgm id="{8C7EE959-BC41-4282-B5B4-3936296E3D26}"/>
                                            </p:graphicEl>
                                          </p:spTgt>
                                        </p:tgtEl>
                                      </p:cBhvr>
                                    </p:animEffect>
                                  </p:childTnLst>
                                </p:cTn>
                              </p:par>
                              <p:par>
                                <p:cTn id="73" presetID="21" presetClass="entr" presetSubtype="1" fill="hold" grpId="0" nodeType="withEffect">
                                  <p:stCondLst>
                                    <p:cond delay="0"/>
                                  </p:stCondLst>
                                  <p:childTnLst>
                                    <p:set>
                                      <p:cBhvr>
                                        <p:cTn id="74" dur="1" fill="hold">
                                          <p:stCondLst>
                                            <p:cond delay="0"/>
                                          </p:stCondLst>
                                        </p:cTn>
                                        <p:tgtEl>
                                          <p:spTgt spid="9">
                                            <p:graphicEl>
                                              <a:dgm id="{4C76D31C-679F-4C0E-90C7-65A7EAE943F7}"/>
                                            </p:graphicEl>
                                          </p:spTgt>
                                        </p:tgtEl>
                                        <p:attrNameLst>
                                          <p:attrName>style.visibility</p:attrName>
                                        </p:attrNameLst>
                                      </p:cBhvr>
                                      <p:to>
                                        <p:strVal val="visible"/>
                                      </p:to>
                                    </p:set>
                                    <p:animEffect transition="in" filter="wheel(1)">
                                      <p:cBhvr>
                                        <p:cTn id="75" dur="2000"/>
                                        <p:tgtEl>
                                          <p:spTgt spid="9">
                                            <p:graphicEl>
                                              <a:dgm id="{4C76D31C-679F-4C0E-90C7-65A7EAE943F7}"/>
                                            </p:graphicEl>
                                          </p:spTgt>
                                        </p:tgtEl>
                                      </p:cBhvr>
                                    </p:animEffect>
                                  </p:childTnLst>
                                </p:cTn>
                              </p:par>
                              <p:par>
                                <p:cTn id="76" presetID="21" presetClass="entr" presetSubtype="1" fill="hold" grpId="0" nodeType="withEffect">
                                  <p:stCondLst>
                                    <p:cond delay="0"/>
                                  </p:stCondLst>
                                  <p:childTnLst>
                                    <p:set>
                                      <p:cBhvr>
                                        <p:cTn id="77" dur="1" fill="hold">
                                          <p:stCondLst>
                                            <p:cond delay="0"/>
                                          </p:stCondLst>
                                        </p:cTn>
                                        <p:tgtEl>
                                          <p:spTgt spid="9">
                                            <p:graphicEl>
                                              <a:dgm id="{97FB514B-627F-4E30-9EBB-C8D850A0A182}"/>
                                            </p:graphicEl>
                                          </p:spTgt>
                                        </p:tgtEl>
                                        <p:attrNameLst>
                                          <p:attrName>style.visibility</p:attrName>
                                        </p:attrNameLst>
                                      </p:cBhvr>
                                      <p:to>
                                        <p:strVal val="visible"/>
                                      </p:to>
                                    </p:set>
                                    <p:animEffect transition="in" filter="wheel(1)">
                                      <p:cBhvr>
                                        <p:cTn id="78" dur="2000"/>
                                        <p:tgtEl>
                                          <p:spTgt spid="9">
                                            <p:graphicEl>
                                              <a:dgm id="{97FB514B-627F-4E30-9EBB-C8D850A0A182}"/>
                                            </p:graphicEl>
                                          </p:spTgt>
                                        </p:tgtEl>
                                      </p:cBhvr>
                                    </p:animEffect>
                                  </p:childTnLst>
                                </p:cTn>
                              </p:par>
                            </p:childTnLst>
                          </p:cTn>
                        </p:par>
                      </p:childTnLst>
                    </p:cTn>
                  </p:par>
                  <p:par>
                    <p:cTn id="79" fill="hold">
                      <p:stCondLst>
                        <p:cond delay="indefinite"/>
                      </p:stCondLst>
                      <p:childTnLst>
                        <p:par>
                          <p:cTn id="80" fill="hold">
                            <p:stCondLst>
                              <p:cond delay="0"/>
                            </p:stCondLst>
                            <p:childTnLst>
                              <p:par>
                                <p:cTn id="81" presetID="21" presetClass="entr" presetSubtype="1" fill="hold" grpId="0" nodeType="clickEffect">
                                  <p:stCondLst>
                                    <p:cond delay="0"/>
                                  </p:stCondLst>
                                  <p:childTnLst>
                                    <p:set>
                                      <p:cBhvr>
                                        <p:cTn id="82" dur="1" fill="hold">
                                          <p:stCondLst>
                                            <p:cond delay="0"/>
                                          </p:stCondLst>
                                        </p:cTn>
                                        <p:tgtEl>
                                          <p:spTgt spid="9">
                                            <p:graphicEl>
                                              <a:dgm id="{E506A56A-3295-4862-91FE-596A1AE770FF}"/>
                                            </p:graphicEl>
                                          </p:spTgt>
                                        </p:tgtEl>
                                        <p:attrNameLst>
                                          <p:attrName>style.visibility</p:attrName>
                                        </p:attrNameLst>
                                      </p:cBhvr>
                                      <p:to>
                                        <p:strVal val="visible"/>
                                      </p:to>
                                    </p:set>
                                    <p:animEffect transition="in" filter="wheel(1)">
                                      <p:cBhvr>
                                        <p:cTn id="83" dur="2000"/>
                                        <p:tgtEl>
                                          <p:spTgt spid="9">
                                            <p:graphicEl>
                                              <a:dgm id="{E506A56A-3295-4862-91FE-596A1AE770FF}"/>
                                            </p:graphicEl>
                                          </p:spTgt>
                                        </p:tgtEl>
                                      </p:cBhvr>
                                    </p:animEffect>
                                  </p:childTnLst>
                                </p:cTn>
                              </p:par>
                              <p:par>
                                <p:cTn id="84" presetID="21" presetClass="entr" presetSubtype="1" fill="hold" grpId="0" nodeType="withEffect">
                                  <p:stCondLst>
                                    <p:cond delay="0"/>
                                  </p:stCondLst>
                                  <p:childTnLst>
                                    <p:set>
                                      <p:cBhvr>
                                        <p:cTn id="85" dur="1" fill="hold">
                                          <p:stCondLst>
                                            <p:cond delay="0"/>
                                          </p:stCondLst>
                                        </p:cTn>
                                        <p:tgtEl>
                                          <p:spTgt spid="9">
                                            <p:graphicEl>
                                              <a:dgm id="{19844DB0-123B-4FA0-8F80-4CDBB3D921A1}"/>
                                            </p:graphicEl>
                                          </p:spTgt>
                                        </p:tgtEl>
                                        <p:attrNameLst>
                                          <p:attrName>style.visibility</p:attrName>
                                        </p:attrNameLst>
                                      </p:cBhvr>
                                      <p:to>
                                        <p:strVal val="visible"/>
                                      </p:to>
                                    </p:set>
                                    <p:animEffect transition="in" filter="wheel(1)">
                                      <p:cBhvr>
                                        <p:cTn id="86" dur="2000"/>
                                        <p:tgtEl>
                                          <p:spTgt spid="9">
                                            <p:graphicEl>
                                              <a:dgm id="{19844DB0-123B-4FA0-8F80-4CDBB3D921A1}"/>
                                            </p:graphicEl>
                                          </p:spTgt>
                                        </p:tgtEl>
                                      </p:cBhvr>
                                    </p:animEffect>
                                  </p:childTnLst>
                                </p:cTn>
                              </p:par>
                              <p:par>
                                <p:cTn id="87" presetID="21" presetClass="entr" presetSubtype="1" fill="hold" grpId="0" nodeType="withEffect">
                                  <p:stCondLst>
                                    <p:cond delay="0"/>
                                  </p:stCondLst>
                                  <p:childTnLst>
                                    <p:set>
                                      <p:cBhvr>
                                        <p:cTn id="88" dur="1" fill="hold">
                                          <p:stCondLst>
                                            <p:cond delay="0"/>
                                          </p:stCondLst>
                                        </p:cTn>
                                        <p:tgtEl>
                                          <p:spTgt spid="9">
                                            <p:graphicEl>
                                              <a:dgm id="{D5D1736D-8E65-4D77-A6FA-87A4A4C45782}"/>
                                            </p:graphicEl>
                                          </p:spTgt>
                                        </p:tgtEl>
                                        <p:attrNameLst>
                                          <p:attrName>style.visibility</p:attrName>
                                        </p:attrNameLst>
                                      </p:cBhvr>
                                      <p:to>
                                        <p:strVal val="visible"/>
                                      </p:to>
                                    </p:set>
                                    <p:animEffect transition="in" filter="wheel(1)">
                                      <p:cBhvr>
                                        <p:cTn id="89" dur="2000"/>
                                        <p:tgtEl>
                                          <p:spTgt spid="9">
                                            <p:graphicEl>
                                              <a:dgm id="{D5D1736D-8E65-4D77-A6FA-87A4A4C45782}"/>
                                            </p:graphicEl>
                                          </p:spTgt>
                                        </p:tgtEl>
                                      </p:cBhvr>
                                    </p:animEffect>
                                  </p:childTnLst>
                                </p:cTn>
                              </p:par>
                            </p:childTnLst>
                          </p:cTn>
                        </p:par>
                      </p:childTnLst>
                    </p:cTn>
                  </p:par>
                  <p:par>
                    <p:cTn id="90" fill="hold">
                      <p:stCondLst>
                        <p:cond delay="indefinite"/>
                      </p:stCondLst>
                      <p:childTnLst>
                        <p:par>
                          <p:cTn id="91" fill="hold">
                            <p:stCondLst>
                              <p:cond delay="0"/>
                            </p:stCondLst>
                            <p:childTnLst>
                              <p:par>
                                <p:cTn id="92" presetID="21" presetClass="entr" presetSubtype="1" fill="hold" grpId="0" nodeType="clickEffect">
                                  <p:stCondLst>
                                    <p:cond delay="0"/>
                                  </p:stCondLst>
                                  <p:childTnLst>
                                    <p:set>
                                      <p:cBhvr>
                                        <p:cTn id="93" dur="1" fill="hold">
                                          <p:stCondLst>
                                            <p:cond delay="0"/>
                                          </p:stCondLst>
                                        </p:cTn>
                                        <p:tgtEl>
                                          <p:spTgt spid="9">
                                            <p:graphicEl>
                                              <a:dgm id="{766301D7-05DA-4E53-99BF-13A429C2015E}"/>
                                            </p:graphicEl>
                                          </p:spTgt>
                                        </p:tgtEl>
                                        <p:attrNameLst>
                                          <p:attrName>style.visibility</p:attrName>
                                        </p:attrNameLst>
                                      </p:cBhvr>
                                      <p:to>
                                        <p:strVal val="visible"/>
                                      </p:to>
                                    </p:set>
                                    <p:animEffect transition="in" filter="wheel(1)">
                                      <p:cBhvr>
                                        <p:cTn id="94" dur="2000"/>
                                        <p:tgtEl>
                                          <p:spTgt spid="9">
                                            <p:graphicEl>
                                              <a:dgm id="{766301D7-05DA-4E53-99BF-13A429C2015E}"/>
                                            </p:graphicEl>
                                          </p:spTgt>
                                        </p:tgtEl>
                                      </p:cBhvr>
                                    </p:animEffect>
                                  </p:childTnLst>
                                </p:cTn>
                              </p:par>
                              <p:par>
                                <p:cTn id="95" presetID="21" presetClass="entr" presetSubtype="1" fill="hold" grpId="0" nodeType="withEffect">
                                  <p:stCondLst>
                                    <p:cond delay="0"/>
                                  </p:stCondLst>
                                  <p:childTnLst>
                                    <p:set>
                                      <p:cBhvr>
                                        <p:cTn id="96" dur="1" fill="hold">
                                          <p:stCondLst>
                                            <p:cond delay="0"/>
                                          </p:stCondLst>
                                        </p:cTn>
                                        <p:tgtEl>
                                          <p:spTgt spid="9">
                                            <p:graphicEl>
                                              <a:dgm id="{02EE0DD3-3F3D-44CA-950A-F433B2E9FD13}"/>
                                            </p:graphicEl>
                                          </p:spTgt>
                                        </p:tgtEl>
                                        <p:attrNameLst>
                                          <p:attrName>style.visibility</p:attrName>
                                        </p:attrNameLst>
                                      </p:cBhvr>
                                      <p:to>
                                        <p:strVal val="visible"/>
                                      </p:to>
                                    </p:set>
                                    <p:animEffect transition="in" filter="wheel(1)">
                                      <p:cBhvr>
                                        <p:cTn id="97" dur="2000"/>
                                        <p:tgtEl>
                                          <p:spTgt spid="9">
                                            <p:graphicEl>
                                              <a:dgm id="{02EE0DD3-3F3D-44CA-950A-F433B2E9FD13}"/>
                                            </p:graphicEl>
                                          </p:spTgt>
                                        </p:tgtEl>
                                      </p:cBhvr>
                                    </p:animEffect>
                                  </p:childTnLst>
                                </p:cTn>
                              </p:par>
                              <p:par>
                                <p:cTn id="98" presetID="21" presetClass="entr" presetSubtype="1" fill="hold" grpId="0" nodeType="withEffect">
                                  <p:stCondLst>
                                    <p:cond delay="0"/>
                                  </p:stCondLst>
                                  <p:childTnLst>
                                    <p:set>
                                      <p:cBhvr>
                                        <p:cTn id="99" dur="1" fill="hold">
                                          <p:stCondLst>
                                            <p:cond delay="0"/>
                                          </p:stCondLst>
                                        </p:cTn>
                                        <p:tgtEl>
                                          <p:spTgt spid="9">
                                            <p:graphicEl>
                                              <a:dgm id="{F6D5D3D4-A165-4680-82ED-0E9EB2511479}"/>
                                            </p:graphicEl>
                                          </p:spTgt>
                                        </p:tgtEl>
                                        <p:attrNameLst>
                                          <p:attrName>style.visibility</p:attrName>
                                        </p:attrNameLst>
                                      </p:cBhvr>
                                      <p:to>
                                        <p:strVal val="visible"/>
                                      </p:to>
                                    </p:set>
                                    <p:animEffect transition="in" filter="wheel(1)">
                                      <p:cBhvr>
                                        <p:cTn id="100" dur="2000"/>
                                        <p:tgtEl>
                                          <p:spTgt spid="9">
                                            <p:graphicEl>
                                              <a:dgm id="{F6D5D3D4-A165-4680-82ED-0E9EB2511479}"/>
                                            </p:graphicEl>
                                          </p:spTgt>
                                        </p:tgtEl>
                                      </p:cBhvr>
                                    </p:animEffect>
                                  </p:childTnLst>
                                </p:cTn>
                              </p:par>
                            </p:childTnLst>
                          </p:cTn>
                        </p:par>
                      </p:childTnLst>
                    </p:cTn>
                  </p:par>
                  <p:par>
                    <p:cTn id="101" fill="hold">
                      <p:stCondLst>
                        <p:cond delay="indefinite"/>
                      </p:stCondLst>
                      <p:childTnLst>
                        <p:par>
                          <p:cTn id="102" fill="hold">
                            <p:stCondLst>
                              <p:cond delay="0"/>
                            </p:stCondLst>
                            <p:childTnLst>
                              <p:par>
                                <p:cTn id="103" presetID="21" presetClass="entr" presetSubtype="1" fill="hold" grpId="0" nodeType="clickEffect">
                                  <p:stCondLst>
                                    <p:cond delay="0"/>
                                  </p:stCondLst>
                                  <p:childTnLst>
                                    <p:set>
                                      <p:cBhvr>
                                        <p:cTn id="104" dur="1" fill="hold">
                                          <p:stCondLst>
                                            <p:cond delay="0"/>
                                          </p:stCondLst>
                                        </p:cTn>
                                        <p:tgtEl>
                                          <p:spTgt spid="9">
                                            <p:graphicEl>
                                              <a:dgm id="{6883D925-34E0-4B69-B5C6-589BD131C3A2}"/>
                                            </p:graphicEl>
                                          </p:spTgt>
                                        </p:tgtEl>
                                        <p:attrNameLst>
                                          <p:attrName>style.visibility</p:attrName>
                                        </p:attrNameLst>
                                      </p:cBhvr>
                                      <p:to>
                                        <p:strVal val="visible"/>
                                      </p:to>
                                    </p:set>
                                    <p:animEffect transition="in" filter="wheel(1)">
                                      <p:cBhvr>
                                        <p:cTn id="105" dur="2000"/>
                                        <p:tgtEl>
                                          <p:spTgt spid="9">
                                            <p:graphicEl>
                                              <a:dgm id="{6883D925-34E0-4B69-B5C6-589BD131C3A2}"/>
                                            </p:graphicEl>
                                          </p:spTgt>
                                        </p:tgtEl>
                                      </p:cBhvr>
                                    </p:animEffect>
                                  </p:childTnLst>
                                </p:cTn>
                              </p:par>
                              <p:par>
                                <p:cTn id="106" presetID="21" presetClass="entr" presetSubtype="1" fill="hold" grpId="0" nodeType="withEffect">
                                  <p:stCondLst>
                                    <p:cond delay="0"/>
                                  </p:stCondLst>
                                  <p:childTnLst>
                                    <p:set>
                                      <p:cBhvr>
                                        <p:cTn id="107" dur="1" fill="hold">
                                          <p:stCondLst>
                                            <p:cond delay="0"/>
                                          </p:stCondLst>
                                        </p:cTn>
                                        <p:tgtEl>
                                          <p:spTgt spid="9">
                                            <p:graphicEl>
                                              <a:dgm id="{DE6085E6-BD57-4061-B2B8-AEE1D838BE2E}"/>
                                            </p:graphicEl>
                                          </p:spTgt>
                                        </p:tgtEl>
                                        <p:attrNameLst>
                                          <p:attrName>style.visibility</p:attrName>
                                        </p:attrNameLst>
                                      </p:cBhvr>
                                      <p:to>
                                        <p:strVal val="visible"/>
                                      </p:to>
                                    </p:set>
                                    <p:animEffect transition="in" filter="wheel(1)">
                                      <p:cBhvr>
                                        <p:cTn id="108" dur="2000"/>
                                        <p:tgtEl>
                                          <p:spTgt spid="9">
                                            <p:graphicEl>
                                              <a:dgm id="{DE6085E6-BD57-4061-B2B8-AEE1D838BE2E}"/>
                                            </p:graphicEl>
                                          </p:spTgt>
                                        </p:tgtEl>
                                      </p:cBhvr>
                                    </p:animEffect>
                                  </p:childTnLst>
                                </p:cTn>
                              </p:par>
                              <p:par>
                                <p:cTn id="109" presetID="21" presetClass="entr" presetSubtype="1" fill="hold" grpId="0" nodeType="withEffect">
                                  <p:stCondLst>
                                    <p:cond delay="0"/>
                                  </p:stCondLst>
                                  <p:childTnLst>
                                    <p:set>
                                      <p:cBhvr>
                                        <p:cTn id="110" dur="1" fill="hold">
                                          <p:stCondLst>
                                            <p:cond delay="0"/>
                                          </p:stCondLst>
                                        </p:cTn>
                                        <p:tgtEl>
                                          <p:spTgt spid="9">
                                            <p:graphicEl>
                                              <a:dgm id="{2CACCFEC-6D97-4BCF-B448-9059F4E484DC}"/>
                                            </p:graphicEl>
                                          </p:spTgt>
                                        </p:tgtEl>
                                        <p:attrNameLst>
                                          <p:attrName>style.visibility</p:attrName>
                                        </p:attrNameLst>
                                      </p:cBhvr>
                                      <p:to>
                                        <p:strVal val="visible"/>
                                      </p:to>
                                    </p:set>
                                    <p:animEffect transition="in" filter="wheel(1)">
                                      <p:cBhvr>
                                        <p:cTn id="111" dur="2000"/>
                                        <p:tgtEl>
                                          <p:spTgt spid="9">
                                            <p:graphicEl>
                                              <a:dgm id="{2CACCFEC-6D97-4BCF-B448-9059F4E484DC}"/>
                                            </p:graphicEl>
                                          </p:spTgt>
                                        </p:tgtEl>
                                      </p:cBhvr>
                                    </p:animEffect>
                                  </p:childTnLst>
                                </p:cTn>
                              </p:par>
                            </p:childTnLst>
                          </p:cTn>
                        </p:par>
                      </p:childTnLst>
                    </p:cTn>
                  </p:par>
                  <p:par>
                    <p:cTn id="112" fill="hold">
                      <p:stCondLst>
                        <p:cond delay="indefinite"/>
                      </p:stCondLst>
                      <p:childTnLst>
                        <p:par>
                          <p:cTn id="113" fill="hold">
                            <p:stCondLst>
                              <p:cond delay="0"/>
                            </p:stCondLst>
                            <p:childTnLst>
                              <p:par>
                                <p:cTn id="114" presetID="2" presetClass="entr" presetSubtype="4" fill="hold" grpId="0" nodeType="clickEffect">
                                  <p:stCondLst>
                                    <p:cond delay="0"/>
                                  </p:stCondLst>
                                  <p:childTnLst>
                                    <p:set>
                                      <p:cBhvr>
                                        <p:cTn id="115" dur="1" fill="hold">
                                          <p:stCondLst>
                                            <p:cond delay="0"/>
                                          </p:stCondLst>
                                        </p:cTn>
                                        <p:tgtEl>
                                          <p:spTgt spid="10">
                                            <p:graphicEl>
                                              <a:dgm id="{501B703E-2340-4521-AC39-03EB3959A888}"/>
                                            </p:graphicEl>
                                          </p:spTgt>
                                        </p:tgtEl>
                                        <p:attrNameLst>
                                          <p:attrName>style.visibility</p:attrName>
                                        </p:attrNameLst>
                                      </p:cBhvr>
                                      <p:to>
                                        <p:strVal val="visible"/>
                                      </p:to>
                                    </p:set>
                                    <p:anim calcmode="lin" valueType="num">
                                      <p:cBhvr additive="base">
                                        <p:cTn id="116" dur="500" fill="hold"/>
                                        <p:tgtEl>
                                          <p:spTgt spid="10">
                                            <p:graphicEl>
                                              <a:dgm id="{501B703E-2340-4521-AC39-03EB3959A888}"/>
                                            </p:graphicEl>
                                          </p:spTgt>
                                        </p:tgtEl>
                                        <p:attrNameLst>
                                          <p:attrName>ppt_x</p:attrName>
                                        </p:attrNameLst>
                                      </p:cBhvr>
                                      <p:tavLst>
                                        <p:tav tm="0">
                                          <p:val>
                                            <p:strVal val="#ppt_x"/>
                                          </p:val>
                                        </p:tav>
                                        <p:tav tm="100000">
                                          <p:val>
                                            <p:strVal val="#ppt_x"/>
                                          </p:val>
                                        </p:tav>
                                      </p:tavLst>
                                    </p:anim>
                                    <p:anim calcmode="lin" valueType="num">
                                      <p:cBhvr additive="base">
                                        <p:cTn id="117" dur="500" fill="hold"/>
                                        <p:tgtEl>
                                          <p:spTgt spid="10">
                                            <p:graphicEl>
                                              <a:dgm id="{501B703E-2340-4521-AC39-03EB3959A888}"/>
                                            </p:graphicEl>
                                          </p:spTgt>
                                        </p:tgtEl>
                                        <p:attrNameLst>
                                          <p:attrName>ppt_y</p:attrName>
                                        </p:attrNameLst>
                                      </p:cBhvr>
                                      <p:tavLst>
                                        <p:tav tm="0">
                                          <p:val>
                                            <p:strVal val="1+#ppt_h/2"/>
                                          </p:val>
                                        </p:tav>
                                        <p:tav tm="100000">
                                          <p:val>
                                            <p:strVal val="#ppt_y"/>
                                          </p:val>
                                        </p:tav>
                                      </p:tavLst>
                                    </p:anim>
                                  </p:childTnLst>
                                </p:cTn>
                              </p:par>
                              <p:par>
                                <p:cTn id="118" presetID="2" presetClass="entr" presetSubtype="4" fill="hold" grpId="0" nodeType="withEffect">
                                  <p:stCondLst>
                                    <p:cond delay="0"/>
                                  </p:stCondLst>
                                  <p:childTnLst>
                                    <p:set>
                                      <p:cBhvr>
                                        <p:cTn id="119" dur="1" fill="hold">
                                          <p:stCondLst>
                                            <p:cond delay="0"/>
                                          </p:stCondLst>
                                        </p:cTn>
                                        <p:tgtEl>
                                          <p:spTgt spid="10">
                                            <p:graphicEl>
                                              <a:dgm id="{D4C53F47-BE6B-40CD-9415-922774D42675}"/>
                                            </p:graphicEl>
                                          </p:spTgt>
                                        </p:tgtEl>
                                        <p:attrNameLst>
                                          <p:attrName>style.visibility</p:attrName>
                                        </p:attrNameLst>
                                      </p:cBhvr>
                                      <p:to>
                                        <p:strVal val="visible"/>
                                      </p:to>
                                    </p:set>
                                    <p:anim calcmode="lin" valueType="num">
                                      <p:cBhvr additive="base">
                                        <p:cTn id="120" dur="500" fill="hold"/>
                                        <p:tgtEl>
                                          <p:spTgt spid="10">
                                            <p:graphicEl>
                                              <a:dgm id="{D4C53F47-BE6B-40CD-9415-922774D42675}"/>
                                            </p:graphicEl>
                                          </p:spTgt>
                                        </p:tgtEl>
                                        <p:attrNameLst>
                                          <p:attrName>ppt_x</p:attrName>
                                        </p:attrNameLst>
                                      </p:cBhvr>
                                      <p:tavLst>
                                        <p:tav tm="0">
                                          <p:val>
                                            <p:strVal val="#ppt_x"/>
                                          </p:val>
                                        </p:tav>
                                        <p:tav tm="100000">
                                          <p:val>
                                            <p:strVal val="#ppt_x"/>
                                          </p:val>
                                        </p:tav>
                                      </p:tavLst>
                                    </p:anim>
                                    <p:anim calcmode="lin" valueType="num">
                                      <p:cBhvr additive="base">
                                        <p:cTn id="121" dur="500" fill="hold"/>
                                        <p:tgtEl>
                                          <p:spTgt spid="10">
                                            <p:graphicEl>
                                              <a:dgm id="{D4C53F47-BE6B-40CD-9415-922774D42675}"/>
                                            </p:graphicEl>
                                          </p:spTgt>
                                        </p:tgtEl>
                                        <p:attrNameLst>
                                          <p:attrName>ppt_y</p:attrName>
                                        </p:attrNameLst>
                                      </p:cBhvr>
                                      <p:tavLst>
                                        <p:tav tm="0">
                                          <p:val>
                                            <p:strVal val="1+#ppt_h/2"/>
                                          </p:val>
                                        </p:tav>
                                        <p:tav tm="100000">
                                          <p:val>
                                            <p:strVal val="#ppt_y"/>
                                          </p:val>
                                        </p:tav>
                                      </p:tavLst>
                                    </p:anim>
                                  </p:childTnLst>
                                </p:cTn>
                              </p:par>
                            </p:childTnLst>
                          </p:cTn>
                        </p:par>
                      </p:childTnLst>
                    </p:cTn>
                  </p:par>
                  <p:par>
                    <p:cTn id="122" fill="hold">
                      <p:stCondLst>
                        <p:cond delay="indefinite"/>
                      </p:stCondLst>
                      <p:childTnLst>
                        <p:par>
                          <p:cTn id="123" fill="hold">
                            <p:stCondLst>
                              <p:cond delay="0"/>
                            </p:stCondLst>
                            <p:childTnLst>
                              <p:par>
                                <p:cTn id="124" presetID="2" presetClass="entr" presetSubtype="4" fill="hold" grpId="0" nodeType="clickEffect">
                                  <p:stCondLst>
                                    <p:cond delay="0"/>
                                  </p:stCondLst>
                                  <p:childTnLst>
                                    <p:set>
                                      <p:cBhvr>
                                        <p:cTn id="125" dur="1" fill="hold">
                                          <p:stCondLst>
                                            <p:cond delay="0"/>
                                          </p:stCondLst>
                                        </p:cTn>
                                        <p:tgtEl>
                                          <p:spTgt spid="10">
                                            <p:graphicEl>
                                              <a:dgm id="{DB6D14AB-5620-4D77-A5FD-143F28778EF5}"/>
                                            </p:graphicEl>
                                          </p:spTgt>
                                        </p:tgtEl>
                                        <p:attrNameLst>
                                          <p:attrName>style.visibility</p:attrName>
                                        </p:attrNameLst>
                                      </p:cBhvr>
                                      <p:to>
                                        <p:strVal val="visible"/>
                                      </p:to>
                                    </p:set>
                                    <p:anim calcmode="lin" valueType="num">
                                      <p:cBhvr additive="base">
                                        <p:cTn id="126" dur="500" fill="hold"/>
                                        <p:tgtEl>
                                          <p:spTgt spid="10">
                                            <p:graphicEl>
                                              <a:dgm id="{DB6D14AB-5620-4D77-A5FD-143F28778EF5}"/>
                                            </p:graphicEl>
                                          </p:spTgt>
                                        </p:tgtEl>
                                        <p:attrNameLst>
                                          <p:attrName>ppt_x</p:attrName>
                                        </p:attrNameLst>
                                      </p:cBhvr>
                                      <p:tavLst>
                                        <p:tav tm="0">
                                          <p:val>
                                            <p:strVal val="#ppt_x"/>
                                          </p:val>
                                        </p:tav>
                                        <p:tav tm="100000">
                                          <p:val>
                                            <p:strVal val="#ppt_x"/>
                                          </p:val>
                                        </p:tav>
                                      </p:tavLst>
                                    </p:anim>
                                    <p:anim calcmode="lin" valueType="num">
                                      <p:cBhvr additive="base">
                                        <p:cTn id="127" dur="500" fill="hold"/>
                                        <p:tgtEl>
                                          <p:spTgt spid="10">
                                            <p:graphicEl>
                                              <a:dgm id="{DB6D14AB-5620-4D77-A5FD-143F28778EF5}"/>
                                            </p:graphicEl>
                                          </p:spTgt>
                                        </p:tgtEl>
                                        <p:attrNameLst>
                                          <p:attrName>ppt_y</p:attrName>
                                        </p:attrNameLst>
                                      </p:cBhvr>
                                      <p:tavLst>
                                        <p:tav tm="0">
                                          <p:val>
                                            <p:strVal val="1+#ppt_h/2"/>
                                          </p:val>
                                        </p:tav>
                                        <p:tav tm="100000">
                                          <p:val>
                                            <p:strVal val="#ppt_y"/>
                                          </p:val>
                                        </p:tav>
                                      </p:tavLst>
                                    </p:anim>
                                  </p:childTnLst>
                                </p:cTn>
                              </p:par>
                              <p:par>
                                <p:cTn id="128" presetID="2" presetClass="entr" presetSubtype="4" fill="hold" grpId="0" nodeType="withEffect">
                                  <p:stCondLst>
                                    <p:cond delay="0"/>
                                  </p:stCondLst>
                                  <p:childTnLst>
                                    <p:set>
                                      <p:cBhvr>
                                        <p:cTn id="129" dur="1" fill="hold">
                                          <p:stCondLst>
                                            <p:cond delay="0"/>
                                          </p:stCondLst>
                                        </p:cTn>
                                        <p:tgtEl>
                                          <p:spTgt spid="10">
                                            <p:graphicEl>
                                              <a:dgm id="{004067D1-BBCE-449E-9EC4-9D36A04DBDFD}"/>
                                            </p:graphicEl>
                                          </p:spTgt>
                                        </p:tgtEl>
                                        <p:attrNameLst>
                                          <p:attrName>style.visibility</p:attrName>
                                        </p:attrNameLst>
                                      </p:cBhvr>
                                      <p:to>
                                        <p:strVal val="visible"/>
                                      </p:to>
                                    </p:set>
                                    <p:anim calcmode="lin" valueType="num">
                                      <p:cBhvr additive="base">
                                        <p:cTn id="130" dur="500" fill="hold"/>
                                        <p:tgtEl>
                                          <p:spTgt spid="10">
                                            <p:graphicEl>
                                              <a:dgm id="{004067D1-BBCE-449E-9EC4-9D36A04DBDFD}"/>
                                            </p:graphicEl>
                                          </p:spTgt>
                                        </p:tgtEl>
                                        <p:attrNameLst>
                                          <p:attrName>ppt_x</p:attrName>
                                        </p:attrNameLst>
                                      </p:cBhvr>
                                      <p:tavLst>
                                        <p:tav tm="0">
                                          <p:val>
                                            <p:strVal val="#ppt_x"/>
                                          </p:val>
                                        </p:tav>
                                        <p:tav tm="100000">
                                          <p:val>
                                            <p:strVal val="#ppt_x"/>
                                          </p:val>
                                        </p:tav>
                                      </p:tavLst>
                                    </p:anim>
                                    <p:anim calcmode="lin" valueType="num">
                                      <p:cBhvr additive="base">
                                        <p:cTn id="131" dur="500" fill="hold"/>
                                        <p:tgtEl>
                                          <p:spTgt spid="10">
                                            <p:graphicEl>
                                              <a:dgm id="{004067D1-BBCE-449E-9EC4-9D36A04DBDFD}"/>
                                            </p:graphicEl>
                                          </p:spTgt>
                                        </p:tgtEl>
                                        <p:attrNameLst>
                                          <p:attrName>ppt_y</p:attrName>
                                        </p:attrNameLst>
                                      </p:cBhvr>
                                      <p:tavLst>
                                        <p:tav tm="0">
                                          <p:val>
                                            <p:strVal val="1+#ppt_h/2"/>
                                          </p:val>
                                        </p:tav>
                                        <p:tav tm="100000">
                                          <p:val>
                                            <p:strVal val="#ppt_y"/>
                                          </p:val>
                                        </p:tav>
                                      </p:tavLst>
                                    </p:anim>
                                  </p:childTnLst>
                                </p:cTn>
                              </p:par>
                              <p:par>
                                <p:cTn id="132" presetID="2" presetClass="entr" presetSubtype="4" fill="hold" grpId="0" nodeType="withEffect">
                                  <p:stCondLst>
                                    <p:cond delay="0"/>
                                  </p:stCondLst>
                                  <p:childTnLst>
                                    <p:set>
                                      <p:cBhvr>
                                        <p:cTn id="133" dur="1" fill="hold">
                                          <p:stCondLst>
                                            <p:cond delay="0"/>
                                          </p:stCondLst>
                                        </p:cTn>
                                        <p:tgtEl>
                                          <p:spTgt spid="10">
                                            <p:graphicEl>
                                              <a:dgm id="{EDA880B2-8ECB-4643-8C7A-26016C78B1D5}"/>
                                            </p:graphicEl>
                                          </p:spTgt>
                                        </p:tgtEl>
                                        <p:attrNameLst>
                                          <p:attrName>style.visibility</p:attrName>
                                        </p:attrNameLst>
                                      </p:cBhvr>
                                      <p:to>
                                        <p:strVal val="visible"/>
                                      </p:to>
                                    </p:set>
                                    <p:anim calcmode="lin" valueType="num">
                                      <p:cBhvr additive="base">
                                        <p:cTn id="134" dur="500" fill="hold"/>
                                        <p:tgtEl>
                                          <p:spTgt spid="10">
                                            <p:graphicEl>
                                              <a:dgm id="{EDA880B2-8ECB-4643-8C7A-26016C78B1D5}"/>
                                            </p:graphicEl>
                                          </p:spTgt>
                                        </p:tgtEl>
                                        <p:attrNameLst>
                                          <p:attrName>ppt_x</p:attrName>
                                        </p:attrNameLst>
                                      </p:cBhvr>
                                      <p:tavLst>
                                        <p:tav tm="0">
                                          <p:val>
                                            <p:strVal val="#ppt_x"/>
                                          </p:val>
                                        </p:tav>
                                        <p:tav tm="100000">
                                          <p:val>
                                            <p:strVal val="#ppt_x"/>
                                          </p:val>
                                        </p:tav>
                                      </p:tavLst>
                                    </p:anim>
                                    <p:anim calcmode="lin" valueType="num">
                                      <p:cBhvr additive="base">
                                        <p:cTn id="135" dur="500" fill="hold"/>
                                        <p:tgtEl>
                                          <p:spTgt spid="10">
                                            <p:graphicEl>
                                              <a:dgm id="{EDA880B2-8ECB-4643-8C7A-26016C78B1D5}"/>
                                            </p:graphicEl>
                                          </p:spTgt>
                                        </p:tgtEl>
                                        <p:attrNameLst>
                                          <p:attrName>ppt_y</p:attrName>
                                        </p:attrNameLst>
                                      </p:cBhvr>
                                      <p:tavLst>
                                        <p:tav tm="0">
                                          <p:val>
                                            <p:strVal val="1+#ppt_h/2"/>
                                          </p:val>
                                        </p:tav>
                                        <p:tav tm="100000">
                                          <p:val>
                                            <p:strVal val="#ppt_y"/>
                                          </p:val>
                                        </p:tav>
                                      </p:tavLst>
                                    </p:anim>
                                  </p:childTnLst>
                                </p:cTn>
                              </p:par>
                            </p:childTnLst>
                          </p:cTn>
                        </p:par>
                      </p:childTnLst>
                    </p:cTn>
                  </p:par>
                  <p:par>
                    <p:cTn id="136" fill="hold">
                      <p:stCondLst>
                        <p:cond delay="indefinite"/>
                      </p:stCondLst>
                      <p:childTnLst>
                        <p:par>
                          <p:cTn id="137" fill="hold">
                            <p:stCondLst>
                              <p:cond delay="0"/>
                            </p:stCondLst>
                            <p:childTnLst>
                              <p:par>
                                <p:cTn id="138" presetID="2" presetClass="entr" presetSubtype="4" fill="hold" grpId="0" nodeType="clickEffect">
                                  <p:stCondLst>
                                    <p:cond delay="0"/>
                                  </p:stCondLst>
                                  <p:childTnLst>
                                    <p:set>
                                      <p:cBhvr>
                                        <p:cTn id="139" dur="1" fill="hold">
                                          <p:stCondLst>
                                            <p:cond delay="0"/>
                                          </p:stCondLst>
                                        </p:cTn>
                                        <p:tgtEl>
                                          <p:spTgt spid="10">
                                            <p:graphicEl>
                                              <a:dgm id="{7E467561-0AAD-4E5A-8D2B-F1F02F146A11}"/>
                                            </p:graphicEl>
                                          </p:spTgt>
                                        </p:tgtEl>
                                        <p:attrNameLst>
                                          <p:attrName>style.visibility</p:attrName>
                                        </p:attrNameLst>
                                      </p:cBhvr>
                                      <p:to>
                                        <p:strVal val="visible"/>
                                      </p:to>
                                    </p:set>
                                    <p:anim calcmode="lin" valueType="num">
                                      <p:cBhvr additive="base">
                                        <p:cTn id="140" dur="500" fill="hold"/>
                                        <p:tgtEl>
                                          <p:spTgt spid="10">
                                            <p:graphicEl>
                                              <a:dgm id="{7E467561-0AAD-4E5A-8D2B-F1F02F146A11}"/>
                                            </p:graphicEl>
                                          </p:spTgt>
                                        </p:tgtEl>
                                        <p:attrNameLst>
                                          <p:attrName>ppt_x</p:attrName>
                                        </p:attrNameLst>
                                      </p:cBhvr>
                                      <p:tavLst>
                                        <p:tav tm="0">
                                          <p:val>
                                            <p:strVal val="#ppt_x"/>
                                          </p:val>
                                        </p:tav>
                                        <p:tav tm="100000">
                                          <p:val>
                                            <p:strVal val="#ppt_x"/>
                                          </p:val>
                                        </p:tav>
                                      </p:tavLst>
                                    </p:anim>
                                    <p:anim calcmode="lin" valueType="num">
                                      <p:cBhvr additive="base">
                                        <p:cTn id="141" dur="500" fill="hold"/>
                                        <p:tgtEl>
                                          <p:spTgt spid="10">
                                            <p:graphicEl>
                                              <a:dgm id="{7E467561-0AAD-4E5A-8D2B-F1F02F146A11}"/>
                                            </p:graphicEl>
                                          </p:spTgt>
                                        </p:tgtEl>
                                        <p:attrNameLst>
                                          <p:attrName>ppt_y</p:attrName>
                                        </p:attrNameLst>
                                      </p:cBhvr>
                                      <p:tavLst>
                                        <p:tav tm="0">
                                          <p:val>
                                            <p:strVal val="1+#ppt_h/2"/>
                                          </p:val>
                                        </p:tav>
                                        <p:tav tm="100000">
                                          <p:val>
                                            <p:strVal val="#ppt_y"/>
                                          </p:val>
                                        </p:tav>
                                      </p:tavLst>
                                    </p:anim>
                                  </p:childTnLst>
                                </p:cTn>
                              </p:par>
                              <p:par>
                                <p:cTn id="142" presetID="2" presetClass="entr" presetSubtype="4" fill="hold" grpId="0" nodeType="withEffect">
                                  <p:stCondLst>
                                    <p:cond delay="0"/>
                                  </p:stCondLst>
                                  <p:childTnLst>
                                    <p:set>
                                      <p:cBhvr>
                                        <p:cTn id="143" dur="1" fill="hold">
                                          <p:stCondLst>
                                            <p:cond delay="0"/>
                                          </p:stCondLst>
                                        </p:cTn>
                                        <p:tgtEl>
                                          <p:spTgt spid="10">
                                            <p:graphicEl>
                                              <a:dgm id="{AB899992-614F-4A59-B216-4ACD2C06B164}"/>
                                            </p:graphicEl>
                                          </p:spTgt>
                                        </p:tgtEl>
                                        <p:attrNameLst>
                                          <p:attrName>style.visibility</p:attrName>
                                        </p:attrNameLst>
                                      </p:cBhvr>
                                      <p:to>
                                        <p:strVal val="visible"/>
                                      </p:to>
                                    </p:set>
                                    <p:anim calcmode="lin" valueType="num">
                                      <p:cBhvr additive="base">
                                        <p:cTn id="144" dur="500" fill="hold"/>
                                        <p:tgtEl>
                                          <p:spTgt spid="10">
                                            <p:graphicEl>
                                              <a:dgm id="{AB899992-614F-4A59-B216-4ACD2C06B164}"/>
                                            </p:graphicEl>
                                          </p:spTgt>
                                        </p:tgtEl>
                                        <p:attrNameLst>
                                          <p:attrName>ppt_x</p:attrName>
                                        </p:attrNameLst>
                                      </p:cBhvr>
                                      <p:tavLst>
                                        <p:tav tm="0">
                                          <p:val>
                                            <p:strVal val="#ppt_x"/>
                                          </p:val>
                                        </p:tav>
                                        <p:tav tm="100000">
                                          <p:val>
                                            <p:strVal val="#ppt_x"/>
                                          </p:val>
                                        </p:tav>
                                      </p:tavLst>
                                    </p:anim>
                                    <p:anim calcmode="lin" valueType="num">
                                      <p:cBhvr additive="base">
                                        <p:cTn id="145" dur="500" fill="hold"/>
                                        <p:tgtEl>
                                          <p:spTgt spid="10">
                                            <p:graphicEl>
                                              <a:dgm id="{AB899992-614F-4A59-B216-4ACD2C06B164}"/>
                                            </p:graphicEl>
                                          </p:spTgt>
                                        </p:tgtEl>
                                        <p:attrNameLst>
                                          <p:attrName>ppt_y</p:attrName>
                                        </p:attrNameLst>
                                      </p:cBhvr>
                                      <p:tavLst>
                                        <p:tav tm="0">
                                          <p:val>
                                            <p:strVal val="1+#ppt_h/2"/>
                                          </p:val>
                                        </p:tav>
                                        <p:tav tm="100000">
                                          <p:val>
                                            <p:strVal val="#ppt_y"/>
                                          </p:val>
                                        </p:tav>
                                      </p:tavLst>
                                    </p:anim>
                                  </p:childTnLst>
                                </p:cTn>
                              </p:par>
                              <p:par>
                                <p:cTn id="146" presetID="2" presetClass="entr" presetSubtype="4" fill="hold" grpId="0" nodeType="withEffect">
                                  <p:stCondLst>
                                    <p:cond delay="0"/>
                                  </p:stCondLst>
                                  <p:childTnLst>
                                    <p:set>
                                      <p:cBhvr>
                                        <p:cTn id="147" dur="1" fill="hold">
                                          <p:stCondLst>
                                            <p:cond delay="0"/>
                                          </p:stCondLst>
                                        </p:cTn>
                                        <p:tgtEl>
                                          <p:spTgt spid="10">
                                            <p:graphicEl>
                                              <a:dgm id="{DD798092-598C-4053-A58E-85335381B23F}"/>
                                            </p:graphicEl>
                                          </p:spTgt>
                                        </p:tgtEl>
                                        <p:attrNameLst>
                                          <p:attrName>style.visibility</p:attrName>
                                        </p:attrNameLst>
                                      </p:cBhvr>
                                      <p:to>
                                        <p:strVal val="visible"/>
                                      </p:to>
                                    </p:set>
                                    <p:anim calcmode="lin" valueType="num">
                                      <p:cBhvr additive="base">
                                        <p:cTn id="148" dur="500" fill="hold"/>
                                        <p:tgtEl>
                                          <p:spTgt spid="10">
                                            <p:graphicEl>
                                              <a:dgm id="{DD798092-598C-4053-A58E-85335381B23F}"/>
                                            </p:graphicEl>
                                          </p:spTgt>
                                        </p:tgtEl>
                                        <p:attrNameLst>
                                          <p:attrName>ppt_x</p:attrName>
                                        </p:attrNameLst>
                                      </p:cBhvr>
                                      <p:tavLst>
                                        <p:tav tm="0">
                                          <p:val>
                                            <p:strVal val="#ppt_x"/>
                                          </p:val>
                                        </p:tav>
                                        <p:tav tm="100000">
                                          <p:val>
                                            <p:strVal val="#ppt_x"/>
                                          </p:val>
                                        </p:tav>
                                      </p:tavLst>
                                    </p:anim>
                                    <p:anim calcmode="lin" valueType="num">
                                      <p:cBhvr additive="base">
                                        <p:cTn id="149" dur="500" fill="hold"/>
                                        <p:tgtEl>
                                          <p:spTgt spid="10">
                                            <p:graphicEl>
                                              <a:dgm id="{DD798092-598C-4053-A58E-85335381B23F}"/>
                                            </p:graphicEl>
                                          </p:spTgt>
                                        </p:tgtEl>
                                        <p:attrNameLst>
                                          <p:attrName>ppt_y</p:attrName>
                                        </p:attrNameLst>
                                      </p:cBhvr>
                                      <p:tavLst>
                                        <p:tav tm="0">
                                          <p:val>
                                            <p:strVal val="1+#ppt_h/2"/>
                                          </p:val>
                                        </p:tav>
                                        <p:tav tm="100000">
                                          <p:val>
                                            <p:strVal val="#ppt_y"/>
                                          </p:val>
                                        </p:tav>
                                      </p:tavLst>
                                    </p:anim>
                                  </p:childTnLst>
                                </p:cTn>
                              </p:par>
                            </p:childTnLst>
                          </p:cTn>
                        </p:par>
                      </p:childTnLst>
                    </p:cTn>
                  </p:par>
                  <p:par>
                    <p:cTn id="150" fill="hold">
                      <p:stCondLst>
                        <p:cond delay="indefinite"/>
                      </p:stCondLst>
                      <p:childTnLst>
                        <p:par>
                          <p:cTn id="151" fill="hold">
                            <p:stCondLst>
                              <p:cond delay="0"/>
                            </p:stCondLst>
                            <p:childTnLst>
                              <p:par>
                                <p:cTn id="152" presetID="2" presetClass="entr" presetSubtype="4" fill="hold" grpId="0" nodeType="clickEffect">
                                  <p:stCondLst>
                                    <p:cond delay="0"/>
                                  </p:stCondLst>
                                  <p:childTnLst>
                                    <p:set>
                                      <p:cBhvr>
                                        <p:cTn id="153" dur="1" fill="hold">
                                          <p:stCondLst>
                                            <p:cond delay="0"/>
                                          </p:stCondLst>
                                        </p:cTn>
                                        <p:tgtEl>
                                          <p:spTgt spid="10">
                                            <p:graphicEl>
                                              <a:dgm id="{F7D31E35-C78D-4B91-98B0-B8DACD7083C3}"/>
                                            </p:graphicEl>
                                          </p:spTgt>
                                        </p:tgtEl>
                                        <p:attrNameLst>
                                          <p:attrName>style.visibility</p:attrName>
                                        </p:attrNameLst>
                                      </p:cBhvr>
                                      <p:to>
                                        <p:strVal val="visible"/>
                                      </p:to>
                                    </p:set>
                                    <p:anim calcmode="lin" valueType="num">
                                      <p:cBhvr additive="base">
                                        <p:cTn id="154" dur="500" fill="hold"/>
                                        <p:tgtEl>
                                          <p:spTgt spid="10">
                                            <p:graphicEl>
                                              <a:dgm id="{F7D31E35-C78D-4B91-98B0-B8DACD7083C3}"/>
                                            </p:graphicEl>
                                          </p:spTgt>
                                        </p:tgtEl>
                                        <p:attrNameLst>
                                          <p:attrName>ppt_x</p:attrName>
                                        </p:attrNameLst>
                                      </p:cBhvr>
                                      <p:tavLst>
                                        <p:tav tm="0">
                                          <p:val>
                                            <p:strVal val="#ppt_x"/>
                                          </p:val>
                                        </p:tav>
                                        <p:tav tm="100000">
                                          <p:val>
                                            <p:strVal val="#ppt_x"/>
                                          </p:val>
                                        </p:tav>
                                      </p:tavLst>
                                    </p:anim>
                                    <p:anim calcmode="lin" valueType="num">
                                      <p:cBhvr additive="base">
                                        <p:cTn id="155" dur="500" fill="hold"/>
                                        <p:tgtEl>
                                          <p:spTgt spid="10">
                                            <p:graphicEl>
                                              <a:dgm id="{F7D31E35-C78D-4B91-98B0-B8DACD7083C3}"/>
                                            </p:graphicEl>
                                          </p:spTgt>
                                        </p:tgtEl>
                                        <p:attrNameLst>
                                          <p:attrName>ppt_y</p:attrName>
                                        </p:attrNameLst>
                                      </p:cBhvr>
                                      <p:tavLst>
                                        <p:tav tm="0">
                                          <p:val>
                                            <p:strVal val="1+#ppt_h/2"/>
                                          </p:val>
                                        </p:tav>
                                        <p:tav tm="100000">
                                          <p:val>
                                            <p:strVal val="#ppt_y"/>
                                          </p:val>
                                        </p:tav>
                                      </p:tavLst>
                                    </p:anim>
                                  </p:childTnLst>
                                </p:cTn>
                              </p:par>
                              <p:par>
                                <p:cTn id="156" presetID="2" presetClass="entr" presetSubtype="4" fill="hold" grpId="0" nodeType="withEffect">
                                  <p:stCondLst>
                                    <p:cond delay="0"/>
                                  </p:stCondLst>
                                  <p:childTnLst>
                                    <p:set>
                                      <p:cBhvr>
                                        <p:cTn id="157" dur="1" fill="hold">
                                          <p:stCondLst>
                                            <p:cond delay="0"/>
                                          </p:stCondLst>
                                        </p:cTn>
                                        <p:tgtEl>
                                          <p:spTgt spid="10">
                                            <p:graphicEl>
                                              <a:dgm id="{C1CB4F78-B6AF-4FDD-813D-45E2C697C087}"/>
                                            </p:graphicEl>
                                          </p:spTgt>
                                        </p:tgtEl>
                                        <p:attrNameLst>
                                          <p:attrName>style.visibility</p:attrName>
                                        </p:attrNameLst>
                                      </p:cBhvr>
                                      <p:to>
                                        <p:strVal val="visible"/>
                                      </p:to>
                                    </p:set>
                                    <p:anim calcmode="lin" valueType="num">
                                      <p:cBhvr additive="base">
                                        <p:cTn id="158" dur="500" fill="hold"/>
                                        <p:tgtEl>
                                          <p:spTgt spid="10">
                                            <p:graphicEl>
                                              <a:dgm id="{C1CB4F78-B6AF-4FDD-813D-45E2C697C087}"/>
                                            </p:graphicEl>
                                          </p:spTgt>
                                        </p:tgtEl>
                                        <p:attrNameLst>
                                          <p:attrName>ppt_x</p:attrName>
                                        </p:attrNameLst>
                                      </p:cBhvr>
                                      <p:tavLst>
                                        <p:tav tm="0">
                                          <p:val>
                                            <p:strVal val="#ppt_x"/>
                                          </p:val>
                                        </p:tav>
                                        <p:tav tm="100000">
                                          <p:val>
                                            <p:strVal val="#ppt_x"/>
                                          </p:val>
                                        </p:tav>
                                      </p:tavLst>
                                    </p:anim>
                                    <p:anim calcmode="lin" valueType="num">
                                      <p:cBhvr additive="base">
                                        <p:cTn id="159" dur="500" fill="hold"/>
                                        <p:tgtEl>
                                          <p:spTgt spid="10">
                                            <p:graphicEl>
                                              <a:dgm id="{C1CB4F78-B6AF-4FDD-813D-45E2C697C087}"/>
                                            </p:graphicEl>
                                          </p:spTgt>
                                        </p:tgtEl>
                                        <p:attrNameLst>
                                          <p:attrName>ppt_y</p:attrName>
                                        </p:attrNameLst>
                                      </p:cBhvr>
                                      <p:tavLst>
                                        <p:tav tm="0">
                                          <p:val>
                                            <p:strVal val="1+#ppt_h/2"/>
                                          </p:val>
                                        </p:tav>
                                        <p:tav tm="100000">
                                          <p:val>
                                            <p:strVal val="#ppt_y"/>
                                          </p:val>
                                        </p:tav>
                                      </p:tavLst>
                                    </p:anim>
                                  </p:childTnLst>
                                </p:cTn>
                              </p:par>
                              <p:par>
                                <p:cTn id="160" presetID="2" presetClass="entr" presetSubtype="4" fill="hold" grpId="0" nodeType="withEffect">
                                  <p:stCondLst>
                                    <p:cond delay="0"/>
                                  </p:stCondLst>
                                  <p:childTnLst>
                                    <p:set>
                                      <p:cBhvr>
                                        <p:cTn id="161" dur="1" fill="hold">
                                          <p:stCondLst>
                                            <p:cond delay="0"/>
                                          </p:stCondLst>
                                        </p:cTn>
                                        <p:tgtEl>
                                          <p:spTgt spid="10">
                                            <p:graphicEl>
                                              <a:dgm id="{DE98EE63-7D1D-43A5-9D18-CD75CEBC3BDF}"/>
                                            </p:graphicEl>
                                          </p:spTgt>
                                        </p:tgtEl>
                                        <p:attrNameLst>
                                          <p:attrName>style.visibility</p:attrName>
                                        </p:attrNameLst>
                                      </p:cBhvr>
                                      <p:to>
                                        <p:strVal val="visible"/>
                                      </p:to>
                                    </p:set>
                                    <p:anim calcmode="lin" valueType="num">
                                      <p:cBhvr additive="base">
                                        <p:cTn id="162" dur="500" fill="hold"/>
                                        <p:tgtEl>
                                          <p:spTgt spid="10">
                                            <p:graphicEl>
                                              <a:dgm id="{DE98EE63-7D1D-43A5-9D18-CD75CEBC3BDF}"/>
                                            </p:graphicEl>
                                          </p:spTgt>
                                        </p:tgtEl>
                                        <p:attrNameLst>
                                          <p:attrName>ppt_x</p:attrName>
                                        </p:attrNameLst>
                                      </p:cBhvr>
                                      <p:tavLst>
                                        <p:tav tm="0">
                                          <p:val>
                                            <p:strVal val="#ppt_x"/>
                                          </p:val>
                                        </p:tav>
                                        <p:tav tm="100000">
                                          <p:val>
                                            <p:strVal val="#ppt_x"/>
                                          </p:val>
                                        </p:tav>
                                      </p:tavLst>
                                    </p:anim>
                                    <p:anim calcmode="lin" valueType="num">
                                      <p:cBhvr additive="base">
                                        <p:cTn id="163" dur="500" fill="hold"/>
                                        <p:tgtEl>
                                          <p:spTgt spid="10">
                                            <p:graphicEl>
                                              <a:dgm id="{DE98EE63-7D1D-43A5-9D18-CD75CEBC3BDF}"/>
                                            </p:graphicEl>
                                          </p:spTgt>
                                        </p:tgtEl>
                                        <p:attrNameLst>
                                          <p:attrName>ppt_y</p:attrName>
                                        </p:attrNameLst>
                                      </p:cBhvr>
                                      <p:tavLst>
                                        <p:tav tm="0">
                                          <p:val>
                                            <p:strVal val="1+#ppt_h/2"/>
                                          </p:val>
                                        </p:tav>
                                        <p:tav tm="100000">
                                          <p:val>
                                            <p:strVal val="#ppt_y"/>
                                          </p:val>
                                        </p:tav>
                                      </p:tavLst>
                                    </p:anim>
                                  </p:childTnLst>
                                </p:cTn>
                              </p:par>
                            </p:childTnLst>
                          </p:cTn>
                        </p:par>
                      </p:childTnLst>
                    </p:cTn>
                  </p:par>
                  <p:par>
                    <p:cTn id="164" fill="hold">
                      <p:stCondLst>
                        <p:cond delay="indefinite"/>
                      </p:stCondLst>
                      <p:childTnLst>
                        <p:par>
                          <p:cTn id="165" fill="hold">
                            <p:stCondLst>
                              <p:cond delay="0"/>
                            </p:stCondLst>
                            <p:childTnLst>
                              <p:par>
                                <p:cTn id="166" presetID="53" presetClass="entr" presetSubtype="16" fill="hold" grpId="0" nodeType="clickEffect">
                                  <p:stCondLst>
                                    <p:cond delay="0"/>
                                  </p:stCondLst>
                                  <p:childTnLst>
                                    <p:set>
                                      <p:cBhvr>
                                        <p:cTn id="167" dur="1" fill="hold">
                                          <p:stCondLst>
                                            <p:cond delay="0"/>
                                          </p:stCondLst>
                                        </p:cTn>
                                        <p:tgtEl>
                                          <p:spTgt spid="11">
                                            <p:graphicEl>
                                              <a:dgm id="{501B703E-2340-4521-AC39-03EB3959A888}"/>
                                            </p:graphicEl>
                                          </p:spTgt>
                                        </p:tgtEl>
                                        <p:attrNameLst>
                                          <p:attrName>style.visibility</p:attrName>
                                        </p:attrNameLst>
                                      </p:cBhvr>
                                      <p:to>
                                        <p:strVal val="visible"/>
                                      </p:to>
                                    </p:set>
                                    <p:anim calcmode="lin" valueType="num">
                                      <p:cBhvr>
                                        <p:cTn id="168" dur="500" fill="hold"/>
                                        <p:tgtEl>
                                          <p:spTgt spid="11">
                                            <p:graphicEl>
                                              <a:dgm id="{501B703E-2340-4521-AC39-03EB3959A888}"/>
                                            </p:graphicEl>
                                          </p:spTgt>
                                        </p:tgtEl>
                                        <p:attrNameLst>
                                          <p:attrName>ppt_w</p:attrName>
                                        </p:attrNameLst>
                                      </p:cBhvr>
                                      <p:tavLst>
                                        <p:tav tm="0">
                                          <p:val>
                                            <p:fltVal val="0"/>
                                          </p:val>
                                        </p:tav>
                                        <p:tav tm="100000">
                                          <p:val>
                                            <p:strVal val="#ppt_w"/>
                                          </p:val>
                                        </p:tav>
                                      </p:tavLst>
                                    </p:anim>
                                    <p:anim calcmode="lin" valueType="num">
                                      <p:cBhvr>
                                        <p:cTn id="169" dur="500" fill="hold"/>
                                        <p:tgtEl>
                                          <p:spTgt spid="11">
                                            <p:graphicEl>
                                              <a:dgm id="{501B703E-2340-4521-AC39-03EB3959A888}"/>
                                            </p:graphicEl>
                                          </p:spTgt>
                                        </p:tgtEl>
                                        <p:attrNameLst>
                                          <p:attrName>ppt_h</p:attrName>
                                        </p:attrNameLst>
                                      </p:cBhvr>
                                      <p:tavLst>
                                        <p:tav tm="0">
                                          <p:val>
                                            <p:fltVal val="0"/>
                                          </p:val>
                                        </p:tav>
                                        <p:tav tm="100000">
                                          <p:val>
                                            <p:strVal val="#ppt_h"/>
                                          </p:val>
                                        </p:tav>
                                      </p:tavLst>
                                    </p:anim>
                                    <p:animEffect transition="in" filter="fade">
                                      <p:cBhvr>
                                        <p:cTn id="170" dur="500"/>
                                        <p:tgtEl>
                                          <p:spTgt spid="11">
                                            <p:graphicEl>
                                              <a:dgm id="{501B703E-2340-4521-AC39-03EB3959A888}"/>
                                            </p:graphicEl>
                                          </p:spTgt>
                                        </p:tgtEl>
                                      </p:cBhvr>
                                    </p:animEffect>
                                  </p:childTnLst>
                                </p:cTn>
                              </p:par>
                              <p:par>
                                <p:cTn id="171" presetID="53" presetClass="entr" presetSubtype="16" fill="hold" grpId="0" nodeType="withEffect">
                                  <p:stCondLst>
                                    <p:cond delay="0"/>
                                  </p:stCondLst>
                                  <p:childTnLst>
                                    <p:set>
                                      <p:cBhvr>
                                        <p:cTn id="172" dur="1" fill="hold">
                                          <p:stCondLst>
                                            <p:cond delay="0"/>
                                          </p:stCondLst>
                                        </p:cTn>
                                        <p:tgtEl>
                                          <p:spTgt spid="11">
                                            <p:graphicEl>
                                              <a:dgm id="{D4C53F47-BE6B-40CD-9415-922774D42675}"/>
                                            </p:graphicEl>
                                          </p:spTgt>
                                        </p:tgtEl>
                                        <p:attrNameLst>
                                          <p:attrName>style.visibility</p:attrName>
                                        </p:attrNameLst>
                                      </p:cBhvr>
                                      <p:to>
                                        <p:strVal val="visible"/>
                                      </p:to>
                                    </p:set>
                                    <p:anim calcmode="lin" valueType="num">
                                      <p:cBhvr>
                                        <p:cTn id="173" dur="500" fill="hold"/>
                                        <p:tgtEl>
                                          <p:spTgt spid="11">
                                            <p:graphicEl>
                                              <a:dgm id="{D4C53F47-BE6B-40CD-9415-922774D42675}"/>
                                            </p:graphicEl>
                                          </p:spTgt>
                                        </p:tgtEl>
                                        <p:attrNameLst>
                                          <p:attrName>ppt_w</p:attrName>
                                        </p:attrNameLst>
                                      </p:cBhvr>
                                      <p:tavLst>
                                        <p:tav tm="0">
                                          <p:val>
                                            <p:fltVal val="0"/>
                                          </p:val>
                                        </p:tav>
                                        <p:tav tm="100000">
                                          <p:val>
                                            <p:strVal val="#ppt_w"/>
                                          </p:val>
                                        </p:tav>
                                      </p:tavLst>
                                    </p:anim>
                                    <p:anim calcmode="lin" valueType="num">
                                      <p:cBhvr>
                                        <p:cTn id="174" dur="500" fill="hold"/>
                                        <p:tgtEl>
                                          <p:spTgt spid="11">
                                            <p:graphicEl>
                                              <a:dgm id="{D4C53F47-BE6B-40CD-9415-922774D42675}"/>
                                            </p:graphicEl>
                                          </p:spTgt>
                                        </p:tgtEl>
                                        <p:attrNameLst>
                                          <p:attrName>ppt_h</p:attrName>
                                        </p:attrNameLst>
                                      </p:cBhvr>
                                      <p:tavLst>
                                        <p:tav tm="0">
                                          <p:val>
                                            <p:fltVal val="0"/>
                                          </p:val>
                                        </p:tav>
                                        <p:tav tm="100000">
                                          <p:val>
                                            <p:strVal val="#ppt_h"/>
                                          </p:val>
                                        </p:tav>
                                      </p:tavLst>
                                    </p:anim>
                                    <p:animEffect transition="in" filter="fade">
                                      <p:cBhvr>
                                        <p:cTn id="175" dur="500"/>
                                        <p:tgtEl>
                                          <p:spTgt spid="11">
                                            <p:graphicEl>
                                              <a:dgm id="{D4C53F47-BE6B-40CD-9415-922774D42675}"/>
                                            </p:graphicEl>
                                          </p:spTgt>
                                        </p:tgtEl>
                                      </p:cBhvr>
                                    </p:animEffect>
                                  </p:childTnLst>
                                </p:cTn>
                              </p:par>
                            </p:childTnLst>
                          </p:cTn>
                        </p:par>
                      </p:childTnLst>
                    </p:cTn>
                  </p:par>
                  <p:par>
                    <p:cTn id="176" fill="hold">
                      <p:stCondLst>
                        <p:cond delay="indefinite"/>
                      </p:stCondLst>
                      <p:childTnLst>
                        <p:par>
                          <p:cTn id="177" fill="hold">
                            <p:stCondLst>
                              <p:cond delay="0"/>
                            </p:stCondLst>
                            <p:childTnLst>
                              <p:par>
                                <p:cTn id="178" presetID="53" presetClass="entr" presetSubtype="16" fill="hold" grpId="0" nodeType="clickEffect">
                                  <p:stCondLst>
                                    <p:cond delay="0"/>
                                  </p:stCondLst>
                                  <p:childTnLst>
                                    <p:set>
                                      <p:cBhvr>
                                        <p:cTn id="179" dur="1" fill="hold">
                                          <p:stCondLst>
                                            <p:cond delay="0"/>
                                          </p:stCondLst>
                                        </p:cTn>
                                        <p:tgtEl>
                                          <p:spTgt spid="11">
                                            <p:graphicEl>
                                              <a:dgm id="{C4CF8270-81F3-4E8F-BB03-E4B45681C951}"/>
                                            </p:graphicEl>
                                          </p:spTgt>
                                        </p:tgtEl>
                                        <p:attrNameLst>
                                          <p:attrName>style.visibility</p:attrName>
                                        </p:attrNameLst>
                                      </p:cBhvr>
                                      <p:to>
                                        <p:strVal val="visible"/>
                                      </p:to>
                                    </p:set>
                                    <p:anim calcmode="lin" valueType="num">
                                      <p:cBhvr>
                                        <p:cTn id="180" dur="500" fill="hold"/>
                                        <p:tgtEl>
                                          <p:spTgt spid="11">
                                            <p:graphicEl>
                                              <a:dgm id="{C4CF8270-81F3-4E8F-BB03-E4B45681C951}"/>
                                            </p:graphicEl>
                                          </p:spTgt>
                                        </p:tgtEl>
                                        <p:attrNameLst>
                                          <p:attrName>ppt_w</p:attrName>
                                        </p:attrNameLst>
                                      </p:cBhvr>
                                      <p:tavLst>
                                        <p:tav tm="0">
                                          <p:val>
                                            <p:fltVal val="0"/>
                                          </p:val>
                                        </p:tav>
                                        <p:tav tm="100000">
                                          <p:val>
                                            <p:strVal val="#ppt_w"/>
                                          </p:val>
                                        </p:tav>
                                      </p:tavLst>
                                    </p:anim>
                                    <p:anim calcmode="lin" valueType="num">
                                      <p:cBhvr>
                                        <p:cTn id="181" dur="500" fill="hold"/>
                                        <p:tgtEl>
                                          <p:spTgt spid="11">
                                            <p:graphicEl>
                                              <a:dgm id="{C4CF8270-81F3-4E8F-BB03-E4B45681C951}"/>
                                            </p:graphicEl>
                                          </p:spTgt>
                                        </p:tgtEl>
                                        <p:attrNameLst>
                                          <p:attrName>ppt_h</p:attrName>
                                        </p:attrNameLst>
                                      </p:cBhvr>
                                      <p:tavLst>
                                        <p:tav tm="0">
                                          <p:val>
                                            <p:fltVal val="0"/>
                                          </p:val>
                                        </p:tav>
                                        <p:tav tm="100000">
                                          <p:val>
                                            <p:strVal val="#ppt_h"/>
                                          </p:val>
                                        </p:tav>
                                      </p:tavLst>
                                    </p:anim>
                                    <p:animEffect transition="in" filter="fade">
                                      <p:cBhvr>
                                        <p:cTn id="182" dur="500"/>
                                        <p:tgtEl>
                                          <p:spTgt spid="11">
                                            <p:graphicEl>
                                              <a:dgm id="{C4CF8270-81F3-4E8F-BB03-E4B45681C951}"/>
                                            </p:graphicEl>
                                          </p:spTgt>
                                        </p:tgtEl>
                                      </p:cBhvr>
                                    </p:animEffect>
                                  </p:childTnLst>
                                </p:cTn>
                              </p:par>
                              <p:par>
                                <p:cTn id="183" presetID="53" presetClass="entr" presetSubtype="16" fill="hold" grpId="0" nodeType="withEffect">
                                  <p:stCondLst>
                                    <p:cond delay="0"/>
                                  </p:stCondLst>
                                  <p:childTnLst>
                                    <p:set>
                                      <p:cBhvr>
                                        <p:cTn id="184" dur="1" fill="hold">
                                          <p:stCondLst>
                                            <p:cond delay="0"/>
                                          </p:stCondLst>
                                        </p:cTn>
                                        <p:tgtEl>
                                          <p:spTgt spid="11">
                                            <p:graphicEl>
                                              <a:dgm id="{C60ABD70-12FC-4929-89D7-E96B907D1104}"/>
                                            </p:graphicEl>
                                          </p:spTgt>
                                        </p:tgtEl>
                                        <p:attrNameLst>
                                          <p:attrName>style.visibility</p:attrName>
                                        </p:attrNameLst>
                                      </p:cBhvr>
                                      <p:to>
                                        <p:strVal val="visible"/>
                                      </p:to>
                                    </p:set>
                                    <p:anim calcmode="lin" valueType="num">
                                      <p:cBhvr>
                                        <p:cTn id="185" dur="500" fill="hold"/>
                                        <p:tgtEl>
                                          <p:spTgt spid="11">
                                            <p:graphicEl>
                                              <a:dgm id="{C60ABD70-12FC-4929-89D7-E96B907D1104}"/>
                                            </p:graphicEl>
                                          </p:spTgt>
                                        </p:tgtEl>
                                        <p:attrNameLst>
                                          <p:attrName>ppt_w</p:attrName>
                                        </p:attrNameLst>
                                      </p:cBhvr>
                                      <p:tavLst>
                                        <p:tav tm="0">
                                          <p:val>
                                            <p:fltVal val="0"/>
                                          </p:val>
                                        </p:tav>
                                        <p:tav tm="100000">
                                          <p:val>
                                            <p:strVal val="#ppt_w"/>
                                          </p:val>
                                        </p:tav>
                                      </p:tavLst>
                                    </p:anim>
                                    <p:anim calcmode="lin" valueType="num">
                                      <p:cBhvr>
                                        <p:cTn id="186" dur="500" fill="hold"/>
                                        <p:tgtEl>
                                          <p:spTgt spid="11">
                                            <p:graphicEl>
                                              <a:dgm id="{C60ABD70-12FC-4929-89D7-E96B907D1104}"/>
                                            </p:graphicEl>
                                          </p:spTgt>
                                        </p:tgtEl>
                                        <p:attrNameLst>
                                          <p:attrName>ppt_h</p:attrName>
                                        </p:attrNameLst>
                                      </p:cBhvr>
                                      <p:tavLst>
                                        <p:tav tm="0">
                                          <p:val>
                                            <p:fltVal val="0"/>
                                          </p:val>
                                        </p:tav>
                                        <p:tav tm="100000">
                                          <p:val>
                                            <p:strVal val="#ppt_h"/>
                                          </p:val>
                                        </p:tav>
                                      </p:tavLst>
                                    </p:anim>
                                    <p:animEffect transition="in" filter="fade">
                                      <p:cBhvr>
                                        <p:cTn id="187" dur="500"/>
                                        <p:tgtEl>
                                          <p:spTgt spid="11">
                                            <p:graphicEl>
                                              <a:dgm id="{C60ABD70-12FC-4929-89D7-E96B907D1104}"/>
                                            </p:graphicEl>
                                          </p:spTgt>
                                        </p:tgtEl>
                                      </p:cBhvr>
                                    </p:animEffect>
                                  </p:childTnLst>
                                </p:cTn>
                              </p:par>
                              <p:par>
                                <p:cTn id="188" presetID="53" presetClass="entr" presetSubtype="16" fill="hold" grpId="0" nodeType="withEffect">
                                  <p:stCondLst>
                                    <p:cond delay="0"/>
                                  </p:stCondLst>
                                  <p:childTnLst>
                                    <p:set>
                                      <p:cBhvr>
                                        <p:cTn id="189" dur="1" fill="hold">
                                          <p:stCondLst>
                                            <p:cond delay="0"/>
                                          </p:stCondLst>
                                        </p:cTn>
                                        <p:tgtEl>
                                          <p:spTgt spid="11">
                                            <p:graphicEl>
                                              <a:dgm id="{E4C253BC-D95D-462A-9AA0-F84218D78D7E}"/>
                                            </p:graphicEl>
                                          </p:spTgt>
                                        </p:tgtEl>
                                        <p:attrNameLst>
                                          <p:attrName>style.visibility</p:attrName>
                                        </p:attrNameLst>
                                      </p:cBhvr>
                                      <p:to>
                                        <p:strVal val="visible"/>
                                      </p:to>
                                    </p:set>
                                    <p:anim calcmode="lin" valueType="num">
                                      <p:cBhvr>
                                        <p:cTn id="190" dur="500" fill="hold"/>
                                        <p:tgtEl>
                                          <p:spTgt spid="11">
                                            <p:graphicEl>
                                              <a:dgm id="{E4C253BC-D95D-462A-9AA0-F84218D78D7E}"/>
                                            </p:graphicEl>
                                          </p:spTgt>
                                        </p:tgtEl>
                                        <p:attrNameLst>
                                          <p:attrName>ppt_w</p:attrName>
                                        </p:attrNameLst>
                                      </p:cBhvr>
                                      <p:tavLst>
                                        <p:tav tm="0">
                                          <p:val>
                                            <p:fltVal val="0"/>
                                          </p:val>
                                        </p:tav>
                                        <p:tav tm="100000">
                                          <p:val>
                                            <p:strVal val="#ppt_w"/>
                                          </p:val>
                                        </p:tav>
                                      </p:tavLst>
                                    </p:anim>
                                    <p:anim calcmode="lin" valueType="num">
                                      <p:cBhvr>
                                        <p:cTn id="191" dur="500" fill="hold"/>
                                        <p:tgtEl>
                                          <p:spTgt spid="11">
                                            <p:graphicEl>
                                              <a:dgm id="{E4C253BC-D95D-462A-9AA0-F84218D78D7E}"/>
                                            </p:graphicEl>
                                          </p:spTgt>
                                        </p:tgtEl>
                                        <p:attrNameLst>
                                          <p:attrName>ppt_h</p:attrName>
                                        </p:attrNameLst>
                                      </p:cBhvr>
                                      <p:tavLst>
                                        <p:tav tm="0">
                                          <p:val>
                                            <p:fltVal val="0"/>
                                          </p:val>
                                        </p:tav>
                                        <p:tav tm="100000">
                                          <p:val>
                                            <p:strVal val="#ppt_h"/>
                                          </p:val>
                                        </p:tav>
                                      </p:tavLst>
                                    </p:anim>
                                    <p:animEffect transition="in" filter="fade">
                                      <p:cBhvr>
                                        <p:cTn id="192" dur="500"/>
                                        <p:tgtEl>
                                          <p:spTgt spid="11">
                                            <p:graphicEl>
                                              <a:dgm id="{E4C253BC-D95D-462A-9AA0-F84218D78D7E}"/>
                                            </p:graphicEl>
                                          </p:spTgt>
                                        </p:tgtEl>
                                      </p:cBhvr>
                                    </p:animEffect>
                                  </p:childTnLst>
                                </p:cTn>
                              </p:par>
                            </p:childTnLst>
                          </p:cTn>
                        </p:par>
                      </p:childTnLst>
                    </p:cTn>
                  </p:par>
                  <p:par>
                    <p:cTn id="193" fill="hold">
                      <p:stCondLst>
                        <p:cond delay="indefinite"/>
                      </p:stCondLst>
                      <p:childTnLst>
                        <p:par>
                          <p:cTn id="194" fill="hold">
                            <p:stCondLst>
                              <p:cond delay="0"/>
                            </p:stCondLst>
                            <p:childTnLst>
                              <p:par>
                                <p:cTn id="195" presetID="53" presetClass="entr" presetSubtype="16" fill="hold" grpId="0" nodeType="clickEffect">
                                  <p:stCondLst>
                                    <p:cond delay="0"/>
                                  </p:stCondLst>
                                  <p:childTnLst>
                                    <p:set>
                                      <p:cBhvr>
                                        <p:cTn id="196" dur="1" fill="hold">
                                          <p:stCondLst>
                                            <p:cond delay="0"/>
                                          </p:stCondLst>
                                        </p:cTn>
                                        <p:tgtEl>
                                          <p:spTgt spid="11">
                                            <p:graphicEl>
                                              <a:dgm id="{B465963B-7D6B-4769-BB45-D3A147D7BA4E}"/>
                                            </p:graphicEl>
                                          </p:spTgt>
                                        </p:tgtEl>
                                        <p:attrNameLst>
                                          <p:attrName>style.visibility</p:attrName>
                                        </p:attrNameLst>
                                      </p:cBhvr>
                                      <p:to>
                                        <p:strVal val="visible"/>
                                      </p:to>
                                    </p:set>
                                    <p:anim calcmode="lin" valueType="num">
                                      <p:cBhvr>
                                        <p:cTn id="197" dur="500" fill="hold"/>
                                        <p:tgtEl>
                                          <p:spTgt spid="11">
                                            <p:graphicEl>
                                              <a:dgm id="{B465963B-7D6B-4769-BB45-D3A147D7BA4E}"/>
                                            </p:graphicEl>
                                          </p:spTgt>
                                        </p:tgtEl>
                                        <p:attrNameLst>
                                          <p:attrName>ppt_w</p:attrName>
                                        </p:attrNameLst>
                                      </p:cBhvr>
                                      <p:tavLst>
                                        <p:tav tm="0">
                                          <p:val>
                                            <p:fltVal val="0"/>
                                          </p:val>
                                        </p:tav>
                                        <p:tav tm="100000">
                                          <p:val>
                                            <p:strVal val="#ppt_w"/>
                                          </p:val>
                                        </p:tav>
                                      </p:tavLst>
                                    </p:anim>
                                    <p:anim calcmode="lin" valueType="num">
                                      <p:cBhvr>
                                        <p:cTn id="198" dur="500" fill="hold"/>
                                        <p:tgtEl>
                                          <p:spTgt spid="11">
                                            <p:graphicEl>
                                              <a:dgm id="{B465963B-7D6B-4769-BB45-D3A147D7BA4E}"/>
                                            </p:graphicEl>
                                          </p:spTgt>
                                        </p:tgtEl>
                                        <p:attrNameLst>
                                          <p:attrName>ppt_h</p:attrName>
                                        </p:attrNameLst>
                                      </p:cBhvr>
                                      <p:tavLst>
                                        <p:tav tm="0">
                                          <p:val>
                                            <p:fltVal val="0"/>
                                          </p:val>
                                        </p:tav>
                                        <p:tav tm="100000">
                                          <p:val>
                                            <p:strVal val="#ppt_h"/>
                                          </p:val>
                                        </p:tav>
                                      </p:tavLst>
                                    </p:anim>
                                    <p:animEffect transition="in" filter="fade">
                                      <p:cBhvr>
                                        <p:cTn id="199" dur="500"/>
                                        <p:tgtEl>
                                          <p:spTgt spid="11">
                                            <p:graphicEl>
                                              <a:dgm id="{B465963B-7D6B-4769-BB45-D3A147D7BA4E}"/>
                                            </p:graphicEl>
                                          </p:spTgt>
                                        </p:tgtEl>
                                      </p:cBhvr>
                                    </p:animEffect>
                                  </p:childTnLst>
                                </p:cTn>
                              </p:par>
                              <p:par>
                                <p:cTn id="200" presetID="53" presetClass="entr" presetSubtype="16" fill="hold" grpId="0" nodeType="withEffect">
                                  <p:stCondLst>
                                    <p:cond delay="0"/>
                                  </p:stCondLst>
                                  <p:childTnLst>
                                    <p:set>
                                      <p:cBhvr>
                                        <p:cTn id="201" dur="1" fill="hold">
                                          <p:stCondLst>
                                            <p:cond delay="0"/>
                                          </p:stCondLst>
                                        </p:cTn>
                                        <p:tgtEl>
                                          <p:spTgt spid="11">
                                            <p:graphicEl>
                                              <a:dgm id="{AF921A76-6AF1-4329-B6CA-FFD5DE83A37B}"/>
                                            </p:graphicEl>
                                          </p:spTgt>
                                        </p:tgtEl>
                                        <p:attrNameLst>
                                          <p:attrName>style.visibility</p:attrName>
                                        </p:attrNameLst>
                                      </p:cBhvr>
                                      <p:to>
                                        <p:strVal val="visible"/>
                                      </p:to>
                                    </p:set>
                                    <p:anim calcmode="lin" valueType="num">
                                      <p:cBhvr>
                                        <p:cTn id="202" dur="500" fill="hold"/>
                                        <p:tgtEl>
                                          <p:spTgt spid="11">
                                            <p:graphicEl>
                                              <a:dgm id="{AF921A76-6AF1-4329-B6CA-FFD5DE83A37B}"/>
                                            </p:graphicEl>
                                          </p:spTgt>
                                        </p:tgtEl>
                                        <p:attrNameLst>
                                          <p:attrName>ppt_w</p:attrName>
                                        </p:attrNameLst>
                                      </p:cBhvr>
                                      <p:tavLst>
                                        <p:tav tm="0">
                                          <p:val>
                                            <p:fltVal val="0"/>
                                          </p:val>
                                        </p:tav>
                                        <p:tav tm="100000">
                                          <p:val>
                                            <p:strVal val="#ppt_w"/>
                                          </p:val>
                                        </p:tav>
                                      </p:tavLst>
                                    </p:anim>
                                    <p:anim calcmode="lin" valueType="num">
                                      <p:cBhvr>
                                        <p:cTn id="203" dur="500" fill="hold"/>
                                        <p:tgtEl>
                                          <p:spTgt spid="11">
                                            <p:graphicEl>
                                              <a:dgm id="{AF921A76-6AF1-4329-B6CA-FFD5DE83A37B}"/>
                                            </p:graphicEl>
                                          </p:spTgt>
                                        </p:tgtEl>
                                        <p:attrNameLst>
                                          <p:attrName>ppt_h</p:attrName>
                                        </p:attrNameLst>
                                      </p:cBhvr>
                                      <p:tavLst>
                                        <p:tav tm="0">
                                          <p:val>
                                            <p:fltVal val="0"/>
                                          </p:val>
                                        </p:tav>
                                        <p:tav tm="100000">
                                          <p:val>
                                            <p:strVal val="#ppt_h"/>
                                          </p:val>
                                        </p:tav>
                                      </p:tavLst>
                                    </p:anim>
                                    <p:animEffect transition="in" filter="fade">
                                      <p:cBhvr>
                                        <p:cTn id="204" dur="500"/>
                                        <p:tgtEl>
                                          <p:spTgt spid="11">
                                            <p:graphicEl>
                                              <a:dgm id="{AF921A76-6AF1-4329-B6CA-FFD5DE83A37B}"/>
                                            </p:graphicEl>
                                          </p:spTgt>
                                        </p:tgtEl>
                                      </p:cBhvr>
                                    </p:animEffect>
                                  </p:childTnLst>
                                </p:cTn>
                              </p:par>
                              <p:par>
                                <p:cTn id="205" presetID="53" presetClass="entr" presetSubtype="16" fill="hold" grpId="0" nodeType="withEffect">
                                  <p:stCondLst>
                                    <p:cond delay="0"/>
                                  </p:stCondLst>
                                  <p:childTnLst>
                                    <p:set>
                                      <p:cBhvr>
                                        <p:cTn id="206" dur="1" fill="hold">
                                          <p:stCondLst>
                                            <p:cond delay="0"/>
                                          </p:stCondLst>
                                        </p:cTn>
                                        <p:tgtEl>
                                          <p:spTgt spid="11">
                                            <p:graphicEl>
                                              <a:dgm id="{855292E5-F488-45F4-9907-485EFE76B42E}"/>
                                            </p:graphicEl>
                                          </p:spTgt>
                                        </p:tgtEl>
                                        <p:attrNameLst>
                                          <p:attrName>style.visibility</p:attrName>
                                        </p:attrNameLst>
                                      </p:cBhvr>
                                      <p:to>
                                        <p:strVal val="visible"/>
                                      </p:to>
                                    </p:set>
                                    <p:anim calcmode="lin" valueType="num">
                                      <p:cBhvr>
                                        <p:cTn id="207" dur="500" fill="hold"/>
                                        <p:tgtEl>
                                          <p:spTgt spid="11">
                                            <p:graphicEl>
                                              <a:dgm id="{855292E5-F488-45F4-9907-485EFE76B42E}"/>
                                            </p:graphicEl>
                                          </p:spTgt>
                                        </p:tgtEl>
                                        <p:attrNameLst>
                                          <p:attrName>ppt_w</p:attrName>
                                        </p:attrNameLst>
                                      </p:cBhvr>
                                      <p:tavLst>
                                        <p:tav tm="0">
                                          <p:val>
                                            <p:fltVal val="0"/>
                                          </p:val>
                                        </p:tav>
                                        <p:tav tm="100000">
                                          <p:val>
                                            <p:strVal val="#ppt_w"/>
                                          </p:val>
                                        </p:tav>
                                      </p:tavLst>
                                    </p:anim>
                                    <p:anim calcmode="lin" valueType="num">
                                      <p:cBhvr>
                                        <p:cTn id="208" dur="500" fill="hold"/>
                                        <p:tgtEl>
                                          <p:spTgt spid="11">
                                            <p:graphicEl>
                                              <a:dgm id="{855292E5-F488-45F4-9907-485EFE76B42E}"/>
                                            </p:graphicEl>
                                          </p:spTgt>
                                        </p:tgtEl>
                                        <p:attrNameLst>
                                          <p:attrName>ppt_h</p:attrName>
                                        </p:attrNameLst>
                                      </p:cBhvr>
                                      <p:tavLst>
                                        <p:tav tm="0">
                                          <p:val>
                                            <p:fltVal val="0"/>
                                          </p:val>
                                        </p:tav>
                                        <p:tav tm="100000">
                                          <p:val>
                                            <p:strVal val="#ppt_h"/>
                                          </p:val>
                                        </p:tav>
                                      </p:tavLst>
                                    </p:anim>
                                    <p:animEffect transition="in" filter="fade">
                                      <p:cBhvr>
                                        <p:cTn id="209" dur="500"/>
                                        <p:tgtEl>
                                          <p:spTgt spid="11">
                                            <p:graphicEl>
                                              <a:dgm id="{855292E5-F488-45F4-9907-485EFE76B42E}"/>
                                            </p:graphicEl>
                                          </p:spTgt>
                                        </p:tgtEl>
                                      </p:cBhvr>
                                    </p:animEffect>
                                  </p:childTnLst>
                                </p:cTn>
                              </p:par>
                            </p:childTnLst>
                          </p:cTn>
                        </p:par>
                      </p:childTnLst>
                    </p:cTn>
                  </p:par>
                  <p:par>
                    <p:cTn id="210" fill="hold">
                      <p:stCondLst>
                        <p:cond delay="indefinite"/>
                      </p:stCondLst>
                      <p:childTnLst>
                        <p:par>
                          <p:cTn id="211" fill="hold">
                            <p:stCondLst>
                              <p:cond delay="0"/>
                            </p:stCondLst>
                            <p:childTnLst>
                              <p:par>
                                <p:cTn id="212" presetID="53" presetClass="entr" presetSubtype="16" fill="hold" grpId="0" nodeType="clickEffect">
                                  <p:stCondLst>
                                    <p:cond delay="0"/>
                                  </p:stCondLst>
                                  <p:childTnLst>
                                    <p:set>
                                      <p:cBhvr>
                                        <p:cTn id="213" dur="1" fill="hold">
                                          <p:stCondLst>
                                            <p:cond delay="0"/>
                                          </p:stCondLst>
                                        </p:cTn>
                                        <p:tgtEl>
                                          <p:spTgt spid="11">
                                            <p:graphicEl>
                                              <a:dgm id="{382C9911-D3DE-441E-93D0-41FD64F1E281}"/>
                                            </p:graphicEl>
                                          </p:spTgt>
                                        </p:tgtEl>
                                        <p:attrNameLst>
                                          <p:attrName>style.visibility</p:attrName>
                                        </p:attrNameLst>
                                      </p:cBhvr>
                                      <p:to>
                                        <p:strVal val="visible"/>
                                      </p:to>
                                    </p:set>
                                    <p:anim calcmode="lin" valueType="num">
                                      <p:cBhvr>
                                        <p:cTn id="214" dur="500" fill="hold"/>
                                        <p:tgtEl>
                                          <p:spTgt spid="11">
                                            <p:graphicEl>
                                              <a:dgm id="{382C9911-D3DE-441E-93D0-41FD64F1E281}"/>
                                            </p:graphicEl>
                                          </p:spTgt>
                                        </p:tgtEl>
                                        <p:attrNameLst>
                                          <p:attrName>ppt_w</p:attrName>
                                        </p:attrNameLst>
                                      </p:cBhvr>
                                      <p:tavLst>
                                        <p:tav tm="0">
                                          <p:val>
                                            <p:fltVal val="0"/>
                                          </p:val>
                                        </p:tav>
                                        <p:tav tm="100000">
                                          <p:val>
                                            <p:strVal val="#ppt_w"/>
                                          </p:val>
                                        </p:tav>
                                      </p:tavLst>
                                    </p:anim>
                                    <p:anim calcmode="lin" valueType="num">
                                      <p:cBhvr>
                                        <p:cTn id="215" dur="500" fill="hold"/>
                                        <p:tgtEl>
                                          <p:spTgt spid="11">
                                            <p:graphicEl>
                                              <a:dgm id="{382C9911-D3DE-441E-93D0-41FD64F1E281}"/>
                                            </p:graphicEl>
                                          </p:spTgt>
                                        </p:tgtEl>
                                        <p:attrNameLst>
                                          <p:attrName>ppt_h</p:attrName>
                                        </p:attrNameLst>
                                      </p:cBhvr>
                                      <p:tavLst>
                                        <p:tav tm="0">
                                          <p:val>
                                            <p:fltVal val="0"/>
                                          </p:val>
                                        </p:tav>
                                        <p:tav tm="100000">
                                          <p:val>
                                            <p:strVal val="#ppt_h"/>
                                          </p:val>
                                        </p:tav>
                                      </p:tavLst>
                                    </p:anim>
                                    <p:animEffect transition="in" filter="fade">
                                      <p:cBhvr>
                                        <p:cTn id="216" dur="500"/>
                                        <p:tgtEl>
                                          <p:spTgt spid="11">
                                            <p:graphicEl>
                                              <a:dgm id="{382C9911-D3DE-441E-93D0-41FD64F1E281}"/>
                                            </p:graphicEl>
                                          </p:spTgt>
                                        </p:tgtEl>
                                      </p:cBhvr>
                                    </p:animEffect>
                                  </p:childTnLst>
                                </p:cTn>
                              </p:par>
                              <p:par>
                                <p:cTn id="217" presetID="53" presetClass="entr" presetSubtype="16" fill="hold" grpId="0" nodeType="withEffect">
                                  <p:stCondLst>
                                    <p:cond delay="0"/>
                                  </p:stCondLst>
                                  <p:childTnLst>
                                    <p:set>
                                      <p:cBhvr>
                                        <p:cTn id="218" dur="1" fill="hold">
                                          <p:stCondLst>
                                            <p:cond delay="0"/>
                                          </p:stCondLst>
                                        </p:cTn>
                                        <p:tgtEl>
                                          <p:spTgt spid="11">
                                            <p:graphicEl>
                                              <a:dgm id="{5AF875B1-9B3D-44A2-A5D6-13DF9360169C}"/>
                                            </p:graphicEl>
                                          </p:spTgt>
                                        </p:tgtEl>
                                        <p:attrNameLst>
                                          <p:attrName>style.visibility</p:attrName>
                                        </p:attrNameLst>
                                      </p:cBhvr>
                                      <p:to>
                                        <p:strVal val="visible"/>
                                      </p:to>
                                    </p:set>
                                    <p:anim calcmode="lin" valueType="num">
                                      <p:cBhvr>
                                        <p:cTn id="219" dur="500" fill="hold"/>
                                        <p:tgtEl>
                                          <p:spTgt spid="11">
                                            <p:graphicEl>
                                              <a:dgm id="{5AF875B1-9B3D-44A2-A5D6-13DF9360169C}"/>
                                            </p:graphicEl>
                                          </p:spTgt>
                                        </p:tgtEl>
                                        <p:attrNameLst>
                                          <p:attrName>ppt_w</p:attrName>
                                        </p:attrNameLst>
                                      </p:cBhvr>
                                      <p:tavLst>
                                        <p:tav tm="0">
                                          <p:val>
                                            <p:fltVal val="0"/>
                                          </p:val>
                                        </p:tav>
                                        <p:tav tm="100000">
                                          <p:val>
                                            <p:strVal val="#ppt_w"/>
                                          </p:val>
                                        </p:tav>
                                      </p:tavLst>
                                    </p:anim>
                                    <p:anim calcmode="lin" valueType="num">
                                      <p:cBhvr>
                                        <p:cTn id="220" dur="500" fill="hold"/>
                                        <p:tgtEl>
                                          <p:spTgt spid="11">
                                            <p:graphicEl>
                                              <a:dgm id="{5AF875B1-9B3D-44A2-A5D6-13DF9360169C}"/>
                                            </p:graphicEl>
                                          </p:spTgt>
                                        </p:tgtEl>
                                        <p:attrNameLst>
                                          <p:attrName>ppt_h</p:attrName>
                                        </p:attrNameLst>
                                      </p:cBhvr>
                                      <p:tavLst>
                                        <p:tav tm="0">
                                          <p:val>
                                            <p:fltVal val="0"/>
                                          </p:val>
                                        </p:tav>
                                        <p:tav tm="100000">
                                          <p:val>
                                            <p:strVal val="#ppt_h"/>
                                          </p:val>
                                        </p:tav>
                                      </p:tavLst>
                                    </p:anim>
                                    <p:animEffect transition="in" filter="fade">
                                      <p:cBhvr>
                                        <p:cTn id="221" dur="500"/>
                                        <p:tgtEl>
                                          <p:spTgt spid="11">
                                            <p:graphicEl>
                                              <a:dgm id="{5AF875B1-9B3D-44A2-A5D6-13DF9360169C}"/>
                                            </p:graphicEl>
                                          </p:spTgt>
                                        </p:tgtEl>
                                      </p:cBhvr>
                                    </p:animEffect>
                                  </p:childTnLst>
                                </p:cTn>
                              </p:par>
                              <p:par>
                                <p:cTn id="222" presetID="53" presetClass="entr" presetSubtype="16" fill="hold" grpId="0" nodeType="withEffect">
                                  <p:stCondLst>
                                    <p:cond delay="0"/>
                                  </p:stCondLst>
                                  <p:childTnLst>
                                    <p:set>
                                      <p:cBhvr>
                                        <p:cTn id="223" dur="1" fill="hold">
                                          <p:stCondLst>
                                            <p:cond delay="0"/>
                                          </p:stCondLst>
                                        </p:cTn>
                                        <p:tgtEl>
                                          <p:spTgt spid="11">
                                            <p:graphicEl>
                                              <a:dgm id="{C0171F75-107C-4A81-8692-09FA1FF3E97F}"/>
                                            </p:graphicEl>
                                          </p:spTgt>
                                        </p:tgtEl>
                                        <p:attrNameLst>
                                          <p:attrName>style.visibility</p:attrName>
                                        </p:attrNameLst>
                                      </p:cBhvr>
                                      <p:to>
                                        <p:strVal val="visible"/>
                                      </p:to>
                                    </p:set>
                                    <p:anim calcmode="lin" valueType="num">
                                      <p:cBhvr>
                                        <p:cTn id="224" dur="500" fill="hold"/>
                                        <p:tgtEl>
                                          <p:spTgt spid="11">
                                            <p:graphicEl>
                                              <a:dgm id="{C0171F75-107C-4A81-8692-09FA1FF3E97F}"/>
                                            </p:graphicEl>
                                          </p:spTgt>
                                        </p:tgtEl>
                                        <p:attrNameLst>
                                          <p:attrName>ppt_w</p:attrName>
                                        </p:attrNameLst>
                                      </p:cBhvr>
                                      <p:tavLst>
                                        <p:tav tm="0">
                                          <p:val>
                                            <p:fltVal val="0"/>
                                          </p:val>
                                        </p:tav>
                                        <p:tav tm="100000">
                                          <p:val>
                                            <p:strVal val="#ppt_w"/>
                                          </p:val>
                                        </p:tav>
                                      </p:tavLst>
                                    </p:anim>
                                    <p:anim calcmode="lin" valueType="num">
                                      <p:cBhvr>
                                        <p:cTn id="225" dur="500" fill="hold"/>
                                        <p:tgtEl>
                                          <p:spTgt spid="11">
                                            <p:graphicEl>
                                              <a:dgm id="{C0171F75-107C-4A81-8692-09FA1FF3E97F}"/>
                                            </p:graphicEl>
                                          </p:spTgt>
                                        </p:tgtEl>
                                        <p:attrNameLst>
                                          <p:attrName>ppt_h</p:attrName>
                                        </p:attrNameLst>
                                      </p:cBhvr>
                                      <p:tavLst>
                                        <p:tav tm="0">
                                          <p:val>
                                            <p:fltVal val="0"/>
                                          </p:val>
                                        </p:tav>
                                        <p:tav tm="100000">
                                          <p:val>
                                            <p:strVal val="#ppt_h"/>
                                          </p:val>
                                        </p:tav>
                                      </p:tavLst>
                                    </p:anim>
                                    <p:animEffect transition="in" filter="fade">
                                      <p:cBhvr>
                                        <p:cTn id="226" dur="500"/>
                                        <p:tgtEl>
                                          <p:spTgt spid="11">
                                            <p:graphicEl>
                                              <a:dgm id="{C0171F75-107C-4A81-8692-09FA1FF3E97F}"/>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Graphic spid="7" grpId="0">
        <p:bldSub>
          <a:bldDgm bld="one"/>
        </p:bldSub>
      </p:bldGraphic>
      <p:bldGraphic spid="9" grpId="0">
        <p:bldSub>
          <a:bldDgm bld="one"/>
        </p:bldSub>
      </p:bldGraphic>
      <p:bldGraphic spid="10" grpId="0">
        <p:bldSub>
          <a:bldDgm bld="one"/>
        </p:bldSub>
      </p:bldGraphic>
      <p:bldGraphic spid="11" grpId="0">
        <p:bldSub>
          <a:bldDgm bld="one"/>
        </p:bldSub>
      </p:bldGraphic>
    </p:bldLst>
  </p:timing>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aphicFrame>
        <p:nvGraphicFramePr>
          <p:cNvPr id="2" name="Espaço Reservado para Conteúdo 2">
            <a:extLst>
              <a:ext uri="{FF2B5EF4-FFF2-40B4-BE49-F238E27FC236}">
                <a16:creationId xmlns:a16="http://schemas.microsoft.com/office/drawing/2014/main" id="{B03C71DF-8111-4D40-02A9-7165C761568E}"/>
              </a:ext>
            </a:extLst>
          </p:cNvPr>
          <p:cNvGraphicFramePr>
            <a:graphicFrameLocks/>
          </p:cNvGraphicFramePr>
          <p:nvPr>
            <p:extLst>
              <p:ext uri="{D42A27DB-BD31-4B8C-83A1-F6EECF244321}">
                <p14:modId xmlns:p14="http://schemas.microsoft.com/office/powerpoint/2010/main" val="288488049"/>
              </p:ext>
            </p:extLst>
          </p:nvPr>
        </p:nvGraphicFramePr>
        <p:xfrm>
          <a:off x="2240280" y="1143663"/>
          <a:ext cx="5081451" cy="285617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32457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graphicEl>
                                              <a:dgm id="{9C7C741B-16D0-487F-A3D8-136DDB954B95}"/>
                                            </p:graphicEl>
                                          </p:spTgt>
                                        </p:tgtEl>
                                        <p:attrNameLst>
                                          <p:attrName>style.visibility</p:attrName>
                                        </p:attrNameLst>
                                      </p:cBhvr>
                                      <p:to>
                                        <p:strVal val="visible"/>
                                      </p:to>
                                    </p:set>
                                    <p:animEffect transition="in" filter="wipe(down)">
                                      <p:cBhvr>
                                        <p:cTn id="7" dur="500"/>
                                        <p:tgtEl>
                                          <p:spTgt spid="2">
                                            <p:graphicEl>
                                              <a:dgm id="{9C7C741B-16D0-487F-A3D8-136DDB954B95}"/>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
                                            <p:graphicEl>
                                              <a:dgm id="{75A4D336-07E0-468D-8E79-0DCDBAC3BE31}"/>
                                            </p:graphicEl>
                                          </p:spTgt>
                                        </p:tgtEl>
                                        <p:attrNameLst>
                                          <p:attrName>style.visibility</p:attrName>
                                        </p:attrNameLst>
                                      </p:cBhvr>
                                      <p:to>
                                        <p:strVal val="visible"/>
                                      </p:to>
                                    </p:set>
                                    <p:animEffect transition="in" filter="wipe(down)">
                                      <p:cBhvr>
                                        <p:cTn id="12" dur="500"/>
                                        <p:tgtEl>
                                          <p:spTgt spid="2">
                                            <p:graphicEl>
                                              <a:dgm id="{75A4D336-07E0-468D-8E79-0DCDBAC3BE31}"/>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2">
                                            <p:graphicEl>
                                              <a:dgm id="{A65C8F90-8B2E-4B0E-ADCD-A2C861783892}"/>
                                            </p:graphicEl>
                                          </p:spTgt>
                                        </p:tgtEl>
                                        <p:attrNameLst>
                                          <p:attrName>style.visibility</p:attrName>
                                        </p:attrNameLst>
                                      </p:cBhvr>
                                      <p:to>
                                        <p:strVal val="visible"/>
                                      </p:to>
                                    </p:set>
                                    <p:animEffect transition="in" filter="wipe(down)">
                                      <p:cBhvr>
                                        <p:cTn id="17" dur="500"/>
                                        <p:tgtEl>
                                          <p:spTgt spid="2">
                                            <p:graphicEl>
                                              <a:dgm id="{A65C8F90-8B2E-4B0E-ADCD-A2C861783892}"/>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2">
                                            <p:graphicEl>
                                              <a:dgm id="{D305E267-87B3-4EE0-A0C7-52893163289B}"/>
                                            </p:graphicEl>
                                          </p:spTgt>
                                        </p:tgtEl>
                                        <p:attrNameLst>
                                          <p:attrName>style.visibility</p:attrName>
                                        </p:attrNameLst>
                                      </p:cBhvr>
                                      <p:to>
                                        <p:strVal val="visible"/>
                                      </p:to>
                                    </p:set>
                                    <p:animEffect transition="in" filter="wipe(down)">
                                      <p:cBhvr>
                                        <p:cTn id="22" dur="500"/>
                                        <p:tgtEl>
                                          <p:spTgt spid="2">
                                            <p:graphicEl>
                                              <a:dgm id="{D305E267-87B3-4EE0-A0C7-52893163289B}"/>
                                            </p:graphic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2">
                                            <p:graphicEl>
                                              <a:dgm id="{B301A556-B8BC-4795-9504-90AF1085B7DD}"/>
                                            </p:graphicEl>
                                          </p:spTgt>
                                        </p:tgtEl>
                                        <p:attrNameLst>
                                          <p:attrName>style.visibility</p:attrName>
                                        </p:attrNameLst>
                                      </p:cBhvr>
                                      <p:to>
                                        <p:strVal val="visible"/>
                                      </p:to>
                                    </p:set>
                                    <p:animEffect transition="in" filter="wipe(down)">
                                      <p:cBhvr>
                                        <p:cTn id="27" dur="500"/>
                                        <p:tgtEl>
                                          <p:spTgt spid="2">
                                            <p:graphicEl>
                                              <a:dgm id="{B301A556-B8BC-4795-9504-90AF1085B7DD}"/>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Sub>
          <a:bldDgm bld="one"/>
        </p:bldSub>
      </p:bldGraphic>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155A90-6B65-4A87-AE5C-5F45DC8C429F}"/>
              </a:ext>
            </a:extLst>
          </p:cNvPr>
          <p:cNvSpPr>
            <a:spLocks noGrp="1"/>
          </p:cNvSpPr>
          <p:nvPr>
            <p:ph type="title"/>
          </p:nvPr>
        </p:nvSpPr>
        <p:spPr>
          <a:xfrm>
            <a:off x="1463929" y="3034405"/>
            <a:ext cx="6743700" cy="948572"/>
          </a:xfrm>
          <a:prstGeom prst="ellipse">
            <a:avLst/>
          </a:prstGeom>
          <a:ln/>
        </p:spPr>
        <p:style>
          <a:lnRef idx="1">
            <a:schemeClr val="accent1"/>
          </a:lnRef>
          <a:fillRef idx="3">
            <a:schemeClr val="accent1"/>
          </a:fillRef>
          <a:effectRef idx="2">
            <a:schemeClr val="accent1"/>
          </a:effectRef>
          <a:fontRef idx="minor">
            <a:schemeClr val="lt1"/>
          </a:fontRef>
        </p:style>
        <p:txBody>
          <a:bodyPr vert="horz" lIns="205740" tIns="137160" rIns="205740" bIns="137160" rtlCol="0" anchor="ctr" anchorCtr="1">
            <a:normAutofit/>
          </a:bodyPr>
          <a:lstStyle/>
          <a:p>
            <a:r>
              <a:rPr lang="en-US" sz="2025" b="1" spc="50" dirty="0">
                <a:ln w="9525" cmpd="sng">
                  <a:solidFill>
                    <a:schemeClr val="accent1"/>
                  </a:solidFill>
                  <a:prstDash val="solid"/>
                </a:ln>
                <a:solidFill>
                  <a:srgbClr val="70AD47">
                    <a:tint val="1000"/>
                  </a:srgbClr>
                </a:solidFill>
                <a:effectLst>
                  <a:glow rad="38100">
                    <a:schemeClr val="accent1">
                      <a:alpha val="40000"/>
                    </a:schemeClr>
                  </a:glow>
                </a:effectLst>
              </a:rPr>
              <a:t>“star schema” e “snowflake”</a:t>
            </a:r>
          </a:p>
        </p:txBody>
      </p:sp>
      <p:pic>
        <p:nvPicPr>
          <p:cNvPr id="2050" name="Picture 2" descr="Resultado de imagem para star schema and snowflake">
            <a:extLst>
              <a:ext uri="{FF2B5EF4-FFF2-40B4-BE49-F238E27FC236}">
                <a16:creationId xmlns:a16="http://schemas.microsoft.com/office/drawing/2014/main" id="{E40BCEEE-088C-4DD0-BD02-8781E29B6289}"/>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287" r="-3" b="-3"/>
          <a:stretch/>
        </p:blipFill>
        <p:spPr bwMode="auto">
          <a:xfrm>
            <a:off x="2947098" y="912432"/>
            <a:ext cx="3777361" cy="19888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15963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155A90-6B65-4A87-AE5C-5F45DC8C429F}"/>
              </a:ext>
            </a:extLst>
          </p:cNvPr>
          <p:cNvSpPr>
            <a:spLocks noGrp="1"/>
          </p:cNvSpPr>
          <p:nvPr>
            <p:ph type="title"/>
          </p:nvPr>
        </p:nvSpPr>
        <p:spPr>
          <a:xfrm>
            <a:off x="603504" y="723519"/>
            <a:ext cx="4421124" cy="891540"/>
          </a:xfrm>
          <a:prstGeom prst="ellipse">
            <a:avLst/>
          </a:prstGeom>
        </p:spPr>
        <p:txBody>
          <a:bodyPr>
            <a:normAutofit/>
          </a:bodyPr>
          <a:lstStyle/>
          <a:p>
            <a:r>
              <a:rPr lang="pt-BR" dirty="0">
                <a:solidFill>
                  <a:srgbClr val="262626"/>
                </a:solidFill>
              </a:rPr>
              <a:t>Star </a:t>
            </a:r>
            <a:r>
              <a:rPr lang="pt-BR" dirty="0" err="1">
                <a:solidFill>
                  <a:srgbClr val="262626"/>
                </a:solidFill>
              </a:rPr>
              <a:t>schema</a:t>
            </a:r>
            <a:endParaRPr lang="pt-BR" dirty="0"/>
          </a:p>
        </p:txBody>
      </p:sp>
      <p:sp>
        <p:nvSpPr>
          <p:cNvPr id="3" name="Espaço Reservado para Conteúdo 2">
            <a:extLst>
              <a:ext uri="{FF2B5EF4-FFF2-40B4-BE49-F238E27FC236}">
                <a16:creationId xmlns:a16="http://schemas.microsoft.com/office/drawing/2014/main" id="{CD0C06A9-FAF5-4513-B646-3AA241C898D1}"/>
              </a:ext>
            </a:extLst>
          </p:cNvPr>
          <p:cNvSpPr>
            <a:spLocks noGrp="1"/>
          </p:cNvSpPr>
          <p:nvPr>
            <p:ph idx="1"/>
          </p:nvPr>
        </p:nvSpPr>
        <p:spPr>
          <a:xfrm>
            <a:off x="602433" y="1978533"/>
            <a:ext cx="4472488" cy="2447405"/>
          </a:xfrm>
        </p:spPr>
        <p:txBody>
          <a:bodyPr>
            <a:normAutofit/>
          </a:bodyPr>
          <a:lstStyle/>
          <a:p>
            <a:r>
              <a:rPr lang="pt-BR" dirty="0"/>
              <a:t>O </a:t>
            </a:r>
            <a:r>
              <a:rPr lang="pt-BR" b="1" dirty="0"/>
              <a:t>Star </a:t>
            </a:r>
            <a:r>
              <a:rPr lang="pt-BR" b="1" dirty="0" err="1"/>
              <a:t>schema</a:t>
            </a:r>
            <a:r>
              <a:rPr lang="pt-BR" dirty="0"/>
              <a:t> ou esquema em estrela é uma metodologia de modelagem de dados utilizada do desenho de um Data </a:t>
            </a:r>
            <a:r>
              <a:rPr lang="pt-BR" dirty="0" err="1"/>
              <a:t>warehouse</a:t>
            </a:r>
            <a:r>
              <a:rPr lang="pt-BR" dirty="0"/>
              <a:t>.</a:t>
            </a:r>
          </a:p>
          <a:p>
            <a:r>
              <a:rPr lang="pt-BR" dirty="0"/>
              <a:t>Os dados são modelados em tabelas dimensionais ligadas a uma tabela de fatos.</a:t>
            </a:r>
          </a:p>
        </p:txBody>
      </p:sp>
      <p:pic>
        <p:nvPicPr>
          <p:cNvPr id="27" name="Graphic 26" descr="Estrela">
            <a:extLst>
              <a:ext uri="{FF2B5EF4-FFF2-40B4-BE49-F238E27FC236}">
                <a16:creationId xmlns:a16="http://schemas.microsoft.com/office/drawing/2014/main" id="{2F9126DA-200A-426A-9731-BFD6EB6E173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786918" y="1326572"/>
            <a:ext cx="2496312" cy="2496312"/>
          </a:xfrm>
          <a:prstGeom prst="rect">
            <a:avLst/>
          </a:prstGeom>
        </p:spPr>
      </p:pic>
    </p:spTree>
    <p:extLst>
      <p:ext uri="{BB962C8B-B14F-4D97-AF65-F5344CB8AC3E}">
        <p14:creationId xmlns:p14="http://schemas.microsoft.com/office/powerpoint/2010/main" val="2623507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Effect transition="in" filter="fade">
                                      <p:cBhvr>
                                        <p:cTn id="18" dur="1000"/>
                                        <p:tgtEl>
                                          <p:spTgt spid="3">
                                            <p:txEl>
                                              <p:pRg st="1" end="1"/>
                                            </p:txEl>
                                          </p:spTgt>
                                        </p:tgtEl>
                                      </p:cBhvr>
                                    </p:animEffect>
                                    <p:anim calcmode="lin" valueType="num">
                                      <p:cBhvr>
                                        <p:cTn id="19"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0"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155A90-6B65-4A87-AE5C-5F45DC8C429F}"/>
              </a:ext>
            </a:extLst>
          </p:cNvPr>
          <p:cNvSpPr>
            <a:spLocks noGrp="1"/>
          </p:cNvSpPr>
          <p:nvPr>
            <p:ph type="title"/>
          </p:nvPr>
        </p:nvSpPr>
        <p:spPr>
          <a:xfrm>
            <a:off x="603504" y="1803654"/>
            <a:ext cx="2475872" cy="1220844"/>
          </a:xfrm>
          <a:prstGeom prst="ellipse">
            <a:avLst/>
          </a:prstGeom>
          <a:ln>
            <a:solidFill>
              <a:schemeClr val="accent1"/>
            </a:solidFill>
          </a:ln>
        </p:spPr>
        <p:txBody>
          <a:bodyPr vert="horz" lIns="205740" tIns="137160" rIns="205740" bIns="137160" rtlCol="0" anchor="ctr" anchorCtr="1">
            <a:normAutofit fontScale="90000"/>
          </a:bodyPr>
          <a:lstStyle/>
          <a:p>
            <a:r>
              <a:rPr lang="en-US" dirty="0">
                <a:solidFill>
                  <a:srgbClr val="262626"/>
                </a:solidFill>
              </a:rPr>
              <a:t>Star schema</a:t>
            </a:r>
          </a:p>
        </p:txBody>
      </p:sp>
      <p:pic>
        <p:nvPicPr>
          <p:cNvPr id="12" name="Picture 2" descr="https://docs.microsoft.com/pt-br/power-bi/guidance/media/star-schema/star-schema-example1.png">
            <a:extLst>
              <a:ext uri="{FF2B5EF4-FFF2-40B4-BE49-F238E27FC236}">
                <a16:creationId xmlns:a16="http://schemas.microsoft.com/office/drawing/2014/main" id="{1BCC4832-8624-4F20-9408-5E8C92782555}"/>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718047" y="1065555"/>
            <a:ext cx="4693158" cy="32030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0012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155A90-6B65-4A87-AE5C-5F45DC8C429F}"/>
              </a:ext>
            </a:extLst>
          </p:cNvPr>
          <p:cNvSpPr>
            <a:spLocks noGrp="1"/>
          </p:cNvSpPr>
          <p:nvPr>
            <p:ph type="title"/>
          </p:nvPr>
        </p:nvSpPr>
        <p:spPr>
          <a:xfrm>
            <a:off x="603504" y="1803654"/>
            <a:ext cx="2427079" cy="1220844"/>
          </a:xfrm>
          <a:prstGeom prst="ellipse">
            <a:avLst/>
          </a:prstGeom>
          <a:ln w="38100">
            <a:solidFill>
              <a:schemeClr val="bg1"/>
            </a:solidFill>
          </a:ln>
        </p:spPr>
        <p:txBody>
          <a:bodyPr vert="horz" lIns="205740" tIns="137160" rIns="205740" bIns="137160" rtlCol="0" anchor="ctr" anchorCtr="1">
            <a:normAutofit fontScale="90000"/>
          </a:bodyPr>
          <a:lstStyle/>
          <a:p>
            <a:r>
              <a:rPr lang="en-US" dirty="0">
                <a:solidFill>
                  <a:schemeClr val="bg1"/>
                </a:solidFill>
              </a:rPr>
              <a:t>Star schema</a:t>
            </a:r>
          </a:p>
        </p:txBody>
      </p:sp>
      <p:pic>
        <p:nvPicPr>
          <p:cNvPr id="4098" name="Picture 2" descr="https://docs.microsoft.com/pt-br/power-bi/guidance/media/star-schema/relationships2.png">
            <a:extLst>
              <a:ext uri="{FF2B5EF4-FFF2-40B4-BE49-F238E27FC236}">
                <a16:creationId xmlns:a16="http://schemas.microsoft.com/office/drawing/2014/main" id="{9EE67724-0E70-4D99-A9FE-A9981F664538}"/>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3896823" y="707707"/>
            <a:ext cx="4693158" cy="37280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2619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4098"/>
                                        </p:tgtEl>
                                        <p:attrNameLst>
                                          <p:attrName>style.visibility</p:attrName>
                                        </p:attrNameLst>
                                      </p:cBhvr>
                                      <p:to>
                                        <p:strVal val="visible"/>
                                      </p:to>
                                    </p:set>
                                    <p:animEffect transition="in" filter="circle(in)">
                                      <p:cBhvr>
                                        <p:cTn id="12" dur="2000"/>
                                        <p:tgtEl>
                                          <p:spTgt spid="40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155A90-6B65-4A87-AE5C-5F45DC8C429F}"/>
              </a:ext>
            </a:extLst>
          </p:cNvPr>
          <p:cNvSpPr>
            <a:spLocks noGrp="1"/>
          </p:cNvSpPr>
          <p:nvPr>
            <p:ph type="title"/>
          </p:nvPr>
        </p:nvSpPr>
        <p:spPr>
          <a:xfrm>
            <a:off x="603504" y="1803654"/>
            <a:ext cx="2283713" cy="1220844"/>
          </a:xfrm>
          <a:prstGeom prst="ellipse">
            <a:avLst/>
          </a:prstGeom>
        </p:spPr>
        <p:style>
          <a:lnRef idx="1">
            <a:schemeClr val="accent1"/>
          </a:lnRef>
          <a:fillRef idx="3">
            <a:schemeClr val="accent1"/>
          </a:fillRef>
          <a:effectRef idx="2">
            <a:schemeClr val="accent1"/>
          </a:effectRef>
          <a:fontRef idx="minor">
            <a:schemeClr val="lt1"/>
          </a:fontRef>
        </p:style>
        <p:txBody>
          <a:bodyPr vert="horz" lIns="205740" tIns="137160" rIns="205740" bIns="137160" rtlCol="0" anchor="ctr" anchorCtr="1">
            <a:normAutofit/>
          </a:bodyPr>
          <a:lstStyle/>
          <a:p>
            <a:r>
              <a:rPr lang="en-US" sz="1800" b="1" spc="50" dirty="0">
                <a:ln w="9525" cmpd="sng">
                  <a:solidFill>
                    <a:schemeClr val="accent1"/>
                  </a:solidFill>
                  <a:prstDash val="solid"/>
                </a:ln>
                <a:solidFill>
                  <a:srgbClr val="70AD47">
                    <a:tint val="1000"/>
                  </a:srgbClr>
                </a:solidFill>
                <a:effectLst>
                  <a:glow rad="38100">
                    <a:schemeClr val="accent1">
                      <a:alpha val="40000"/>
                    </a:schemeClr>
                  </a:glow>
                </a:effectLst>
              </a:rPr>
              <a:t>snowflake</a:t>
            </a:r>
            <a:endParaRPr lang="en-US" sz="1125" dirty="0">
              <a:solidFill>
                <a:srgbClr val="262626"/>
              </a:solidFill>
            </a:endParaRPr>
          </a:p>
        </p:txBody>
      </p:sp>
      <p:pic>
        <p:nvPicPr>
          <p:cNvPr id="3076" name="Picture 4" descr="Snowflake Schema Example">
            <a:extLst>
              <a:ext uri="{FF2B5EF4-FFF2-40B4-BE49-F238E27FC236}">
                <a16:creationId xmlns:a16="http://schemas.microsoft.com/office/drawing/2014/main" id="{89EE2603-158C-43E3-A039-7CA70998FA43}"/>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bwMode="auto">
          <a:xfrm>
            <a:off x="4002258" y="762808"/>
            <a:ext cx="4894385" cy="34750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45639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076"/>
                                        </p:tgtEl>
                                        <p:attrNameLst>
                                          <p:attrName>style.visibility</p:attrName>
                                        </p:attrNameLst>
                                      </p:cBhvr>
                                      <p:to>
                                        <p:strVal val="visible"/>
                                      </p:to>
                                    </p:set>
                                    <p:animEffect transition="in" filter="circle(in)">
                                      <p:cBhvr>
                                        <p:cTn id="7" dur="2000"/>
                                        <p:tgtEl>
                                          <p:spTgt spid="30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m 4">
            <a:hlinkClick r:id="rId2"/>
            <a:extLst>
              <a:ext uri="{FF2B5EF4-FFF2-40B4-BE49-F238E27FC236}">
                <a16:creationId xmlns:a16="http://schemas.microsoft.com/office/drawing/2014/main" id="{87D9F861-620C-029E-9EF5-FEDED0A52788}"/>
              </a:ext>
            </a:extLst>
          </p:cNvPr>
          <p:cNvPicPr>
            <a:picLocks noChangeAspect="1"/>
          </p:cNvPicPr>
          <p:nvPr/>
        </p:nvPicPr>
        <p:blipFill>
          <a:blip r:embed="rId3"/>
          <a:stretch>
            <a:fillRect/>
          </a:stretch>
        </p:blipFill>
        <p:spPr>
          <a:xfrm>
            <a:off x="1245358" y="342900"/>
            <a:ext cx="6653284" cy="4457700"/>
          </a:xfrm>
          <a:prstGeom prst="rect">
            <a:avLst/>
          </a:prstGeom>
        </p:spPr>
      </p:pic>
      <p:sp>
        <p:nvSpPr>
          <p:cNvPr id="6" name="Retângulo 5">
            <a:extLst>
              <a:ext uri="{FF2B5EF4-FFF2-40B4-BE49-F238E27FC236}">
                <a16:creationId xmlns:a16="http://schemas.microsoft.com/office/drawing/2014/main" id="{F3DA981B-6662-AE7D-82B9-22F333F06AF0}"/>
              </a:ext>
            </a:extLst>
          </p:cNvPr>
          <p:cNvSpPr/>
          <p:nvPr/>
        </p:nvSpPr>
        <p:spPr>
          <a:xfrm>
            <a:off x="1470660" y="4282440"/>
            <a:ext cx="1310640" cy="419100"/>
          </a:xfrm>
          <a:prstGeom prst="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pt-BR"/>
          </a:p>
        </p:txBody>
      </p:sp>
    </p:spTree>
    <p:extLst>
      <p:ext uri="{BB962C8B-B14F-4D97-AF65-F5344CB8AC3E}">
        <p14:creationId xmlns:p14="http://schemas.microsoft.com/office/powerpoint/2010/main" val="1321773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heel(1)">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m 4">
            <a:hlinkClick r:id="rId2"/>
            <a:extLst>
              <a:ext uri="{FF2B5EF4-FFF2-40B4-BE49-F238E27FC236}">
                <a16:creationId xmlns:a16="http://schemas.microsoft.com/office/drawing/2014/main" id="{87D9F861-620C-029E-9EF5-FEDED0A52788}"/>
              </a:ext>
            </a:extLst>
          </p:cNvPr>
          <p:cNvPicPr>
            <a:picLocks noChangeAspect="1"/>
          </p:cNvPicPr>
          <p:nvPr/>
        </p:nvPicPr>
        <p:blipFill>
          <a:blip r:embed="rId3"/>
          <a:srcRect/>
          <a:stretch/>
        </p:blipFill>
        <p:spPr>
          <a:xfrm>
            <a:off x="2079019" y="342740"/>
            <a:ext cx="4985387" cy="4457700"/>
          </a:xfrm>
          <a:prstGeom prst="rect">
            <a:avLst/>
          </a:prstGeom>
        </p:spPr>
      </p:pic>
      <p:sp>
        <p:nvSpPr>
          <p:cNvPr id="2" name="Retângulo 1">
            <a:extLst>
              <a:ext uri="{FF2B5EF4-FFF2-40B4-BE49-F238E27FC236}">
                <a16:creationId xmlns:a16="http://schemas.microsoft.com/office/drawing/2014/main" id="{82846207-1D56-FB0C-4B1A-003AD32B7CCC}"/>
              </a:ext>
            </a:extLst>
          </p:cNvPr>
          <p:cNvSpPr/>
          <p:nvPr/>
        </p:nvSpPr>
        <p:spPr>
          <a:xfrm>
            <a:off x="2164080" y="4434840"/>
            <a:ext cx="708660" cy="327420"/>
          </a:xfrm>
          <a:prstGeom prst="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pt-BR"/>
          </a:p>
        </p:txBody>
      </p:sp>
    </p:spTree>
    <p:extLst>
      <p:ext uri="{BB962C8B-B14F-4D97-AF65-F5344CB8AC3E}">
        <p14:creationId xmlns:p14="http://schemas.microsoft.com/office/powerpoint/2010/main" val="2757489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m 4">
            <a:hlinkClick r:id="rId2"/>
            <a:extLst>
              <a:ext uri="{FF2B5EF4-FFF2-40B4-BE49-F238E27FC236}">
                <a16:creationId xmlns:a16="http://schemas.microsoft.com/office/drawing/2014/main" id="{87D9F861-620C-029E-9EF5-FEDED0A52788}"/>
              </a:ext>
            </a:extLst>
          </p:cNvPr>
          <p:cNvPicPr>
            <a:picLocks noChangeAspect="1"/>
          </p:cNvPicPr>
          <p:nvPr/>
        </p:nvPicPr>
        <p:blipFill>
          <a:blip r:embed="rId3"/>
          <a:srcRect/>
          <a:stretch/>
        </p:blipFill>
        <p:spPr>
          <a:xfrm>
            <a:off x="2079019" y="394872"/>
            <a:ext cx="4985387" cy="4353436"/>
          </a:xfrm>
          <a:prstGeom prst="rect">
            <a:avLst/>
          </a:prstGeom>
        </p:spPr>
      </p:pic>
      <p:sp>
        <p:nvSpPr>
          <p:cNvPr id="2" name="Retângulo 1">
            <a:extLst>
              <a:ext uri="{FF2B5EF4-FFF2-40B4-BE49-F238E27FC236}">
                <a16:creationId xmlns:a16="http://schemas.microsoft.com/office/drawing/2014/main" id="{82846207-1D56-FB0C-4B1A-003AD32B7CCC}"/>
              </a:ext>
            </a:extLst>
          </p:cNvPr>
          <p:cNvSpPr/>
          <p:nvPr/>
        </p:nvSpPr>
        <p:spPr>
          <a:xfrm>
            <a:off x="2164080" y="4434840"/>
            <a:ext cx="708660" cy="327420"/>
          </a:xfrm>
          <a:prstGeom prst="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pt-BR"/>
          </a:p>
        </p:txBody>
      </p:sp>
    </p:spTree>
    <p:extLst>
      <p:ext uri="{BB962C8B-B14F-4D97-AF65-F5344CB8AC3E}">
        <p14:creationId xmlns:p14="http://schemas.microsoft.com/office/powerpoint/2010/main" val="1220386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m 4">
            <a:hlinkClick r:id="rId2"/>
            <a:extLst>
              <a:ext uri="{FF2B5EF4-FFF2-40B4-BE49-F238E27FC236}">
                <a16:creationId xmlns:a16="http://schemas.microsoft.com/office/drawing/2014/main" id="{87D9F861-620C-029E-9EF5-FEDED0A52788}"/>
              </a:ext>
            </a:extLst>
          </p:cNvPr>
          <p:cNvPicPr>
            <a:picLocks noChangeAspect="1"/>
          </p:cNvPicPr>
          <p:nvPr/>
        </p:nvPicPr>
        <p:blipFill>
          <a:blip r:embed="rId3"/>
          <a:srcRect/>
          <a:stretch/>
        </p:blipFill>
        <p:spPr>
          <a:xfrm>
            <a:off x="2079019" y="801388"/>
            <a:ext cx="4985387" cy="3540403"/>
          </a:xfrm>
          <a:prstGeom prst="rect">
            <a:avLst/>
          </a:prstGeom>
        </p:spPr>
      </p:pic>
      <p:sp>
        <p:nvSpPr>
          <p:cNvPr id="2" name="Retângulo 1">
            <a:extLst>
              <a:ext uri="{FF2B5EF4-FFF2-40B4-BE49-F238E27FC236}">
                <a16:creationId xmlns:a16="http://schemas.microsoft.com/office/drawing/2014/main" id="{82846207-1D56-FB0C-4B1A-003AD32B7CCC}"/>
              </a:ext>
            </a:extLst>
          </p:cNvPr>
          <p:cNvSpPr/>
          <p:nvPr/>
        </p:nvSpPr>
        <p:spPr>
          <a:xfrm>
            <a:off x="2164080" y="4434840"/>
            <a:ext cx="708660" cy="327420"/>
          </a:xfrm>
          <a:prstGeom prst="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pt-BR"/>
          </a:p>
        </p:txBody>
      </p:sp>
    </p:spTree>
    <p:extLst>
      <p:ext uri="{BB962C8B-B14F-4D97-AF65-F5344CB8AC3E}">
        <p14:creationId xmlns:p14="http://schemas.microsoft.com/office/powerpoint/2010/main" val="2252262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155A90-6B65-4A87-AE5C-5F45DC8C429F}"/>
              </a:ext>
            </a:extLst>
          </p:cNvPr>
          <p:cNvSpPr>
            <a:spLocks noGrp="1"/>
          </p:cNvSpPr>
          <p:nvPr>
            <p:ph type="title"/>
          </p:nvPr>
        </p:nvSpPr>
        <p:spPr>
          <a:xfrm>
            <a:off x="2520345" y="3363070"/>
            <a:ext cx="5797296" cy="891540"/>
          </a:xfrm>
        </p:spPr>
        <p:txBody>
          <a:bodyPr vert="horz" lIns="137160" tIns="137160" rIns="137160" bIns="137160" rtlCol="0" anchor="ctr" anchorCtr="1">
            <a:normAutofit/>
          </a:bodyPr>
          <a:lstStyle/>
          <a:p>
            <a:r>
              <a:rPr lang="en-US" b="1" dirty="0">
                <a:ln w="6600">
                  <a:solidFill>
                    <a:schemeClr val="accent2"/>
                  </a:solidFill>
                  <a:prstDash val="solid"/>
                </a:ln>
                <a:solidFill>
                  <a:srgbClr val="FFFFFF"/>
                </a:solidFill>
                <a:effectLst>
                  <a:outerShdw dist="38100" dir="2700000" algn="tl" rotWithShape="0">
                    <a:schemeClr val="accent2"/>
                  </a:outerShdw>
                </a:effectLst>
              </a:rPr>
              <a:t>DO EXCEL AO POWER BI</a:t>
            </a:r>
          </a:p>
        </p:txBody>
      </p:sp>
      <p:pic>
        <p:nvPicPr>
          <p:cNvPr id="5" name="Content Placeholder 4" descr="http://proxcel.com.br/blog/wp-content/uploads/2019/01/Imagem1-1.png">
            <a:extLst>
              <a:ext uri="{FF2B5EF4-FFF2-40B4-BE49-F238E27FC236}">
                <a16:creationId xmlns:a16="http://schemas.microsoft.com/office/drawing/2014/main" id="{FEB56250-2698-45DB-AF9D-2502C7A4A0E1}"/>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bwMode="auto">
          <a:xfrm>
            <a:off x="1432561" y="408408"/>
            <a:ext cx="7162799" cy="27755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118242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155A90-6B65-4A87-AE5C-5F45DC8C429F}"/>
              </a:ext>
            </a:extLst>
          </p:cNvPr>
          <p:cNvSpPr>
            <a:spLocks noGrp="1"/>
          </p:cNvSpPr>
          <p:nvPr>
            <p:ph type="title"/>
          </p:nvPr>
        </p:nvSpPr>
        <p:spPr>
          <a:xfrm>
            <a:off x="2873794" y="3392378"/>
            <a:ext cx="5797296" cy="891540"/>
          </a:xfrm>
        </p:spPr>
        <p:txBody>
          <a:bodyPr vert="horz" lIns="137160" tIns="137160" rIns="137160" bIns="137160" rtlCol="0" anchor="ctr" anchorCtr="1">
            <a:normAutofit/>
          </a:bodyPr>
          <a:lstStyle/>
          <a:p>
            <a:r>
              <a:rPr lang="en-US" b="1" dirty="0" err="1">
                <a:ln w="6600">
                  <a:solidFill>
                    <a:schemeClr val="accent2"/>
                  </a:solidFill>
                  <a:prstDash val="solid"/>
                </a:ln>
                <a:solidFill>
                  <a:srgbClr val="FFFFFF"/>
                </a:solidFill>
                <a:effectLst>
                  <a:outerShdw dist="38100" dir="2700000" algn="tl" rotWithShape="0">
                    <a:schemeClr val="accent2"/>
                  </a:outerShdw>
                </a:effectLst>
              </a:rPr>
              <a:t>Suplementos</a:t>
            </a:r>
            <a:r>
              <a:rPr lang="en-US" b="1" dirty="0">
                <a:ln w="6600">
                  <a:solidFill>
                    <a:schemeClr val="accent2"/>
                  </a:solidFill>
                  <a:prstDash val="solid"/>
                </a:ln>
                <a:solidFill>
                  <a:srgbClr val="FFFFFF"/>
                </a:solidFill>
                <a:effectLst>
                  <a:outerShdw dist="38100" dir="2700000" algn="tl" rotWithShape="0">
                    <a:schemeClr val="accent2"/>
                  </a:outerShdw>
                </a:effectLst>
              </a:rPr>
              <a:t> power</a:t>
            </a:r>
          </a:p>
        </p:txBody>
      </p:sp>
      <p:pic>
        <p:nvPicPr>
          <p:cNvPr id="22530" name="Picture 2" descr="https://www.ramosdainformatica.com.br/wp-content/uploads/2019/05/As-diferen%C3%A7as-entre-Power-Query-Power-Pivot-Power-BI.png">
            <a:extLst>
              <a:ext uri="{FF2B5EF4-FFF2-40B4-BE49-F238E27FC236}">
                <a16:creationId xmlns:a16="http://schemas.microsoft.com/office/drawing/2014/main" id="{811CAFB2-23EF-4A6C-925E-E899D89A8FB0}"/>
              </a:ext>
            </a:extLst>
          </p:cNvPr>
          <p:cNvPicPr>
            <a:picLocks noGrp="1" noChangeAspect="1" noChangeArrowheads="1"/>
          </p:cNvPicPr>
          <p:nvPr>
            <p:ph idx="1"/>
          </p:nvPr>
        </p:nvPicPr>
        <p:blipFill rotWithShape="1">
          <a:blip r:embed="rId3">
            <a:extLst>
              <a:ext uri="{28A0092B-C50C-407E-A947-70E740481C1C}">
                <a14:useLocalDpi xmlns:a14="http://schemas.microsoft.com/office/drawing/2010/main" val="0"/>
              </a:ext>
            </a:extLst>
          </a:blip>
          <a:srcRect l="-1" r="669" b="979"/>
          <a:stretch/>
        </p:blipFill>
        <p:spPr bwMode="auto">
          <a:xfrm>
            <a:off x="1561513" y="412699"/>
            <a:ext cx="7109577" cy="27640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44098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155A90-6B65-4A87-AE5C-5F45DC8C429F}"/>
              </a:ext>
            </a:extLst>
          </p:cNvPr>
          <p:cNvSpPr>
            <a:spLocks noGrp="1"/>
          </p:cNvSpPr>
          <p:nvPr>
            <p:ph type="title"/>
          </p:nvPr>
        </p:nvSpPr>
        <p:spPr>
          <a:xfrm>
            <a:off x="628650" y="417891"/>
            <a:ext cx="7886700" cy="850124"/>
          </a:xfrm>
        </p:spPr>
        <p:txBody>
          <a:bodyPr>
            <a:normAutofit/>
          </a:bodyPr>
          <a:lstStyle/>
          <a:p>
            <a:pPr algn="ctr"/>
            <a:r>
              <a:rPr lang="pt-BR" sz="3900" b="1"/>
              <a:t>O QUE É O POWER QUERY?</a:t>
            </a:r>
            <a:r>
              <a:rPr lang="pt-BR" sz="3900"/>
              <a:t> </a:t>
            </a:r>
          </a:p>
        </p:txBody>
      </p:sp>
      <p:pic>
        <p:nvPicPr>
          <p:cNvPr id="27" name="Picture 2" descr="Senac">
            <a:extLst>
              <a:ext uri="{FF2B5EF4-FFF2-40B4-BE49-F238E27FC236}">
                <a16:creationId xmlns:a16="http://schemas.microsoft.com/office/drawing/2014/main" id="{7D5F592C-42B6-4484-9E44-5581329403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1567" y="157892"/>
            <a:ext cx="517970" cy="303012"/>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9" name="Espaço Reservado para Conteúdo 2">
            <a:extLst>
              <a:ext uri="{FF2B5EF4-FFF2-40B4-BE49-F238E27FC236}">
                <a16:creationId xmlns:a16="http://schemas.microsoft.com/office/drawing/2014/main" id="{1088AB28-9005-4B9D-BCAC-F36F9C5B193A}"/>
              </a:ext>
            </a:extLst>
          </p:cNvPr>
          <p:cNvGraphicFramePr>
            <a:graphicFrameLocks noGrp="1"/>
          </p:cNvGraphicFramePr>
          <p:nvPr>
            <p:ph idx="1"/>
          </p:nvPr>
        </p:nvGraphicFramePr>
        <p:xfrm>
          <a:off x="628650" y="1371600"/>
          <a:ext cx="7886700" cy="326440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719283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9">
                                            <p:graphicEl>
                                              <a:dgm id="{9589EFEB-4BBA-4FFD-8196-7725FFFBF90C}"/>
                                            </p:graphicEl>
                                          </p:spTgt>
                                        </p:tgtEl>
                                        <p:attrNameLst>
                                          <p:attrName>style.visibility</p:attrName>
                                        </p:attrNameLst>
                                      </p:cBhvr>
                                      <p:to>
                                        <p:strVal val="visible"/>
                                      </p:to>
                                    </p:set>
                                    <p:animEffect transition="in" filter="randombar(horizontal)">
                                      <p:cBhvr>
                                        <p:cTn id="7" dur="500"/>
                                        <p:tgtEl>
                                          <p:spTgt spid="39">
                                            <p:graphicEl>
                                              <a:dgm id="{9589EFEB-4BBA-4FFD-8196-7725FFFBF90C}"/>
                                            </p:graphicEl>
                                          </p:spTgt>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39">
                                            <p:graphicEl>
                                              <a:dgm id="{553F27EA-AF33-47D0-948A-D5A0F448262B}"/>
                                            </p:graphicEl>
                                          </p:spTgt>
                                        </p:tgtEl>
                                        <p:attrNameLst>
                                          <p:attrName>style.visibility</p:attrName>
                                        </p:attrNameLst>
                                      </p:cBhvr>
                                      <p:to>
                                        <p:strVal val="visible"/>
                                      </p:to>
                                    </p:set>
                                    <p:animEffect transition="in" filter="randombar(horizontal)">
                                      <p:cBhvr>
                                        <p:cTn id="10" dur="500"/>
                                        <p:tgtEl>
                                          <p:spTgt spid="39">
                                            <p:graphicEl>
                                              <a:dgm id="{553F27EA-AF33-47D0-948A-D5A0F448262B}"/>
                                            </p:graphicEl>
                                          </p:spTgt>
                                        </p:tgtEl>
                                      </p:cBhvr>
                                    </p:animEffect>
                                  </p:childTnLst>
                                </p:cTn>
                              </p:par>
                              <p:par>
                                <p:cTn id="11" presetID="14" presetClass="entr" presetSubtype="10" fill="hold" grpId="0" nodeType="withEffect">
                                  <p:stCondLst>
                                    <p:cond delay="0"/>
                                  </p:stCondLst>
                                  <p:childTnLst>
                                    <p:set>
                                      <p:cBhvr>
                                        <p:cTn id="12" dur="1" fill="hold">
                                          <p:stCondLst>
                                            <p:cond delay="0"/>
                                          </p:stCondLst>
                                        </p:cTn>
                                        <p:tgtEl>
                                          <p:spTgt spid="39">
                                            <p:graphicEl>
                                              <a:dgm id="{3929AD57-6E89-434D-8AA0-50B27DE92B25}"/>
                                            </p:graphicEl>
                                          </p:spTgt>
                                        </p:tgtEl>
                                        <p:attrNameLst>
                                          <p:attrName>style.visibility</p:attrName>
                                        </p:attrNameLst>
                                      </p:cBhvr>
                                      <p:to>
                                        <p:strVal val="visible"/>
                                      </p:to>
                                    </p:set>
                                    <p:animEffect transition="in" filter="randombar(horizontal)">
                                      <p:cBhvr>
                                        <p:cTn id="13" dur="500"/>
                                        <p:tgtEl>
                                          <p:spTgt spid="39">
                                            <p:graphicEl>
                                              <a:dgm id="{3929AD57-6E89-434D-8AA0-50B27DE92B25}"/>
                                            </p:graphicEl>
                                          </p:spTgt>
                                        </p:tgtEl>
                                      </p:cBhvr>
                                    </p:animEffect>
                                  </p:childTnLst>
                                </p:cTn>
                              </p:par>
                            </p:childTnLst>
                          </p:cTn>
                        </p:par>
                      </p:childTnLst>
                    </p:cTn>
                  </p:par>
                  <p:par>
                    <p:cTn id="14" fill="hold">
                      <p:stCondLst>
                        <p:cond delay="indefinite"/>
                      </p:stCondLst>
                      <p:childTnLst>
                        <p:par>
                          <p:cTn id="15" fill="hold">
                            <p:stCondLst>
                              <p:cond delay="0"/>
                            </p:stCondLst>
                            <p:childTnLst>
                              <p:par>
                                <p:cTn id="16" presetID="14" presetClass="entr" presetSubtype="10" fill="hold" grpId="0" nodeType="clickEffect">
                                  <p:stCondLst>
                                    <p:cond delay="0"/>
                                  </p:stCondLst>
                                  <p:childTnLst>
                                    <p:set>
                                      <p:cBhvr>
                                        <p:cTn id="17" dur="1" fill="hold">
                                          <p:stCondLst>
                                            <p:cond delay="0"/>
                                          </p:stCondLst>
                                        </p:cTn>
                                        <p:tgtEl>
                                          <p:spTgt spid="39">
                                            <p:graphicEl>
                                              <a:dgm id="{38F6CB83-D148-4251-9A20-ABF393A97913}"/>
                                            </p:graphicEl>
                                          </p:spTgt>
                                        </p:tgtEl>
                                        <p:attrNameLst>
                                          <p:attrName>style.visibility</p:attrName>
                                        </p:attrNameLst>
                                      </p:cBhvr>
                                      <p:to>
                                        <p:strVal val="visible"/>
                                      </p:to>
                                    </p:set>
                                    <p:animEffect transition="in" filter="randombar(horizontal)">
                                      <p:cBhvr>
                                        <p:cTn id="18" dur="500"/>
                                        <p:tgtEl>
                                          <p:spTgt spid="39">
                                            <p:graphicEl>
                                              <a:dgm id="{38F6CB83-D148-4251-9A20-ABF393A97913}"/>
                                            </p:graphicEl>
                                          </p:spTgt>
                                        </p:tgtEl>
                                      </p:cBhvr>
                                    </p:animEffect>
                                  </p:childTnLst>
                                </p:cTn>
                              </p:par>
                              <p:par>
                                <p:cTn id="19" presetID="14" presetClass="entr" presetSubtype="10" fill="hold" grpId="0" nodeType="withEffect">
                                  <p:stCondLst>
                                    <p:cond delay="0"/>
                                  </p:stCondLst>
                                  <p:childTnLst>
                                    <p:set>
                                      <p:cBhvr>
                                        <p:cTn id="20" dur="1" fill="hold">
                                          <p:stCondLst>
                                            <p:cond delay="0"/>
                                          </p:stCondLst>
                                        </p:cTn>
                                        <p:tgtEl>
                                          <p:spTgt spid="39">
                                            <p:graphicEl>
                                              <a:dgm id="{D4AC5DD2-57F1-42EB-AD27-2547618672ED}"/>
                                            </p:graphicEl>
                                          </p:spTgt>
                                        </p:tgtEl>
                                        <p:attrNameLst>
                                          <p:attrName>style.visibility</p:attrName>
                                        </p:attrNameLst>
                                      </p:cBhvr>
                                      <p:to>
                                        <p:strVal val="visible"/>
                                      </p:to>
                                    </p:set>
                                    <p:animEffect transition="in" filter="randombar(horizontal)">
                                      <p:cBhvr>
                                        <p:cTn id="21" dur="500"/>
                                        <p:tgtEl>
                                          <p:spTgt spid="39">
                                            <p:graphicEl>
                                              <a:dgm id="{D4AC5DD2-57F1-42EB-AD27-2547618672ED}"/>
                                            </p:graphicEl>
                                          </p:spTgt>
                                        </p:tgtEl>
                                      </p:cBhvr>
                                    </p:animEffect>
                                  </p:childTnLst>
                                </p:cTn>
                              </p:par>
                              <p:par>
                                <p:cTn id="22" presetID="14" presetClass="entr" presetSubtype="10" fill="hold" grpId="0" nodeType="withEffect">
                                  <p:stCondLst>
                                    <p:cond delay="0"/>
                                  </p:stCondLst>
                                  <p:childTnLst>
                                    <p:set>
                                      <p:cBhvr>
                                        <p:cTn id="23" dur="1" fill="hold">
                                          <p:stCondLst>
                                            <p:cond delay="0"/>
                                          </p:stCondLst>
                                        </p:cTn>
                                        <p:tgtEl>
                                          <p:spTgt spid="39">
                                            <p:graphicEl>
                                              <a:dgm id="{66301B50-CA48-422A-9851-D85E6264D04A}"/>
                                            </p:graphicEl>
                                          </p:spTgt>
                                        </p:tgtEl>
                                        <p:attrNameLst>
                                          <p:attrName>style.visibility</p:attrName>
                                        </p:attrNameLst>
                                      </p:cBhvr>
                                      <p:to>
                                        <p:strVal val="visible"/>
                                      </p:to>
                                    </p:set>
                                    <p:animEffect transition="in" filter="randombar(horizontal)">
                                      <p:cBhvr>
                                        <p:cTn id="24" dur="500"/>
                                        <p:tgtEl>
                                          <p:spTgt spid="39">
                                            <p:graphicEl>
                                              <a:dgm id="{66301B50-CA48-422A-9851-D85E6264D04A}"/>
                                            </p:graphicEl>
                                          </p:spTgt>
                                        </p:tgtEl>
                                      </p:cBhvr>
                                    </p:animEffect>
                                  </p:childTnLst>
                                </p:cTn>
                              </p:par>
                            </p:childTnLst>
                          </p:cTn>
                        </p:par>
                      </p:childTnLst>
                    </p:cTn>
                  </p:par>
                  <p:par>
                    <p:cTn id="25" fill="hold">
                      <p:stCondLst>
                        <p:cond delay="indefinite"/>
                      </p:stCondLst>
                      <p:childTnLst>
                        <p:par>
                          <p:cTn id="26" fill="hold">
                            <p:stCondLst>
                              <p:cond delay="0"/>
                            </p:stCondLst>
                            <p:childTnLst>
                              <p:par>
                                <p:cTn id="27" presetID="14" presetClass="entr" presetSubtype="10" fill="hold" grpId="0" nodeType="clickEffect">
                                  <p:stCondLst>
                                    <p:cond delay="0"/>
                                  </p:stCondLst>
                                  <p:childTnLst>
                                    <p:set>
                                      <p:cBhvr>
                                        <p:cTn id="28" dur="1" fill="hold">
                                          <p:stCondLst>
                                            <p:cond delay="0"/>
                                          </p:stCondLst>
                                        </p:cTn>
                                        <p:tgtEl>
                                          <p:spTgt spid="39">
                                            <p:graphicEl>
                                              <a:dgm id="{79580100-E3D1-49FB-AD0F-8C8B31E1030C}"/>
                                            </p:graphicEl>
                                          </p:spTgt>
                                        </p:tgtEl>
                                        <p:attrNameLst>
                                          <p:attrName>style.visibility</p:attrName>
                                        </p:attrNameLst>
                                      </p:cBhvr>
                                      <p:to>
                                        <p:strVal val="visible"/>
                                      </p:to>
                                    </p:set>
                                    <p:animEffect transition="in" filter="randombar(horizontal)">
                                      <p:cBhvr>
                                        <p:cTn id="29" dur="500"/>
                                        <p:tgtEl>
                                          <p:spTgt spid="39">
                                            <p:graphicEl>
                                              <a:dgm id="{79580100-E3D1-49FB-AD0F-8C8B31E1030C}"/>
                                            </p:graphicEl>
                                          </p:spTgt>
                                        </p:tgtEl>
                                      </p:cBhvr>
                                    </p:animEffect>
                                  </p:childTnLst>
                                </p:cTn>
                              </p:par>
                              <p:par>
                                <p:cTn id="30" presetID="14" presetClass="entr" presetSubtype="10" fill="hold" grpId="0" nodeType="withEffect">
                                  <p:stCondLst>
                                    <p:cond delay="0"/>
                                  </p:stCondLst>
                                  <p:childTnLst>
                                    <p:set>
                                      <p:cBhvr>
                                        <p:cTn id="31" dur="1" fill="hold">
                                          <p:stCondLst>
                                            <p:cond delay="0"/>
                                          </p:stCondLst>
                                        </p:cTn>
                                        <p:tgtEl>
                                          <p:spTgt spid="39">
                                            <p:graphicEl>
                                              <a:dgm id="{A0DA1C81-703A-4987-A44B-5E43698EBAF8}"/>
                                            </p:graphicEl>
                                          </p:spTgt>
                                        </p:tgtEl>
                                        <p:attrNameLst>
                                          <p:attrName>style.visibility</p:attrName>
                                        </p:attrNameLst>
                                      </p:cBhvr>
                                      <p:to>
                                        <p:strVal val="visible"/>
                                      </p:to>
                                    </p:set>
                                    <p:animEffect transition="in" filter="randombar(horizontal)">
                                      <p:cBhvr>
                                        <p:cTn id="32" dur="500"/>
                                        <p:tgtEl>
                                          <p:spTgt spid="39">
                                            <p:graphicEl>
                                              <a:dgm id="{A0DA1C81-703A-4987-A44B-5E43698EBAF8}"/>
                                            </p:graphicEl>
                                          </p:spTgt>
                                        </p:tgtEl>
                                      </p:cBhvr>
                                    </p:animEffect>
                                  </p:childTnLst>
                                </p:cTn>
                              </p:par>
                              <p:par>
                                <p:cTn id="33" presetID="14" presetClass="entr" presetSubtype="10" fill="hold" grpId="0" nodeType="withEffect">
                                  <p:stCondLst>
                                    <p:cond delay="0"/>
                                  </p:stCondLst>
                                  <p:childTnLst>
                                    <p:set>
                                      <p:cBhvr>
                                        <p:cTn id="34" dur="1" fill="hold">
                                          <p:stCondLst>
                                            <p:cond delay="0"/>
                                          </p:stCondLst>
                                        </p:cTn>
                                        <p:tgtEl>
                                          <p:spTgt spid="39">
                                            <p:graphicEl>
                                              <a:dgm id="{39A3548E-4356-4247-8E9B-4F24D24FAE7A}"/>
                                            </p:graphicEl>
                                          </p:spTgt>
                                        </p:tgtEl>
                                        <p:attrNameLst>
                                          <p:attrName>style.visibility</p:attrName>
                                        </p:attrNameLst>
                                      </p:cBhvr>
                                      <p:to>
                                        <p:strVal val="visible"/>
                                      </p:to>
                                    </p:set>
                                    <p:animEffect transition="in" filter="randombar(horizontal)">
                                      <p:cBhvr>
                                        <p:cTn id="35" dur="500"/>
                                        <p:tgtEl>
                                          <p:spTgt spid="39">
                                            <p:graphicEl>
                                              <a:dgm id="{39A3548E-4356-4247-8E9B-4F24D24FAE7A}"/>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9" grpId="0">
        <p:bldSub>
          <a:bldDgm bld="one"/>
        </p:bldSub>
      </p:bldGraphic>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155A90-6B65-4A87-AE5C-5F45DC8C429F}"/>
              </a:ext>
            </a:extLst>
          </p:cNvPr>
          <p:cNvSpPr>
            <a:spLocks noGrp="1"/>
          </p:cNvSpPr>
          <p:nvPr>
            <p:ph type="title"/>
          </p:nvPr>
        </p:nvSpPr>
        <p:spPr>
          <a:xfrm>
            <a:off x="627506" y="201436"/>
            <a:ext cx="7886700" cy="850124"/>
          </a:xfrm>
        </p:spPr>
        <p:txBody>
          <a:bodyPr>
            <a:normAutofit/>
          </a:bodyPr>
          <a:lstStyle/>
          <a:p>
            <a:pPr algn="ctr"/>
            <a:r>
              <a:rPr lang="pt-BR" sz="3900" b="1" dirty="0"/>
              <a:t>O QUE É O Power </a:t>
            </a:r>
            <a:r>
              <a:rPr lang="pt-BR" sz="3900" b="1" dirty="0" err="1"/>
              <a:t>Pivot</a:t>
            </a:r>
            <a:r>
              <a:rPr lang="pt-BR" sz="3900" b="1" dirty="0"/>
              <a:t> ?</a:t>
            </a:r>
            <a:r>
              <a:rPr lang="pt-BR" sz="3900" dirty="0"/>
              <a:t> </a:t>
            </a:r>
          </a:p>
        </p:txBody>
      </p:sp>
      <p:graphicFrame>
        <p:nvGraphicFramePr>
          <p:cNvPr id="24" name="Espaço Reservado para Conteúdo 2">
            <a:extLst>
              <a:ext uri="{FF2B5EF4-FFF2-40B4-BE49-F238E27FC236}">
                <a16:creationId xmlns:a16="http://schemas.microsoft.com/office/drawing/2014/main" id="{02C5660C-2A14-45C6-9627-E177ECD28E45}"/>
              </a:ext>
            </a:extLst>
          </p:cNvPr>
          <p:cNvGraphicFramePr>
            <a:graphicFrameLocks noGrp="1"/>
          </p:cNvGraphicFramePr>
          <p:nvPr>
            <p:ph idx="1"/>
          </p:nvPr>
        </p:nvGraphicFramePr>
        <p:xfrm>
          <a:off x="426720" y="1173480"/>
          <a:ext cx="8366760" cy="38481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5621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4">
                                            <p:graphicEl>
                                              <a:dgm id="{F68083FB-CDBE-42C4-891B-D6623666161D}"/>
                                            </p:graphicEl>
                                          </p:spTgt>
                                        </p:tgtEl>
                                        <p:attrNameLst>
                                          <p:attrName>style.visibility</p:attrName>
                                        </p:attrNameLst>
                                      </p:cBhvr>
                                      <p:to>
                                        <p:strVal val="visible"/>
                                      </p:to>
                                    </p:set>
                                    <p:animEffect transition="in" filter="randombar(horizontal)">
                                      <p:cBhvr>
                                        <p:cTn id="7" dur="500"/>
                                        <p:tgtEl>
                                          <p:spTgt spid="24">
                                            <p:graphicEl>
                                              <a:dgm id="{F68083FB-CDBE-42C4-891B-D6623666161D}"/>
                                            </p:graphicEl>
                                          </p:spTgt>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24">
                                            <p:graphicEl>
                                              <a:dgm id="{0D63EBE5-9B54-44E4-A530-0360B2770019}"/>
                                            </p:graphicEl>
                                          </p:spTgt>
                                        </p:tgtEl>
                                        <p:attrNameLst>
                                          <p:attrName>style.visibility</p:attrName>
                                        </p:attrNameLst>
                                      </p:cBhvr>
                                      <p:to>
                                        <p:strVal val="visible"/>
                                      </p:to>
                                    </p:set>
                                    <p:animEffect transition="in" filter="randombar(horizontal)">
                                      <p:cBhvr>
                                        <p:cTn id="10" dur="500"/>
                                        <p:tgtEl>
                                          <p:spTgt spid="24">
                                            <p:graphicEl>
                                              <a:dgm id="{0D63EBE5-9B54-44E4-A530-0360B2770019}"/>
                                            </p:graphicEl>
                                          </p:spTgt>
                                        </p:tgtEl>
                                      </p:cBhvr>
                                    </p:animEffect>
                                  </p:childTnLst>
                                </p:cTn>
                              </p:par>
                              <p:par>
                                <p:cTn id="11" presetID="14" presetClass="entr" presetSubtype="10" fill="hold" grpId="0" nodeType="withEffect">
                                  <p:stCondLst>
                                    <p:cond delay="0"/>
                                  </p:stCondLst>
                                  <p:childTnLst>
                                    <p:set>
                                      <p:cBhvr>
                                        <p:cTn id="12" dur="1" fill="hold">
                                          <p:stCondLst>
                                            <p:cond delay="0"/>
                                          </p:stCondLst>
                                        </p:cTn>
                                        <p:tgtEl>
                                          <p:spTgt spid="24">
                                            <p:graphicEl>
                                              <a:dgm id="{EFE6BBDA-0FFE-46E2-B1BB-8C935E1C9F0F}"/>
                                            </p:graphicEl>
                                          </p:spTgt>
                                        </p:tgtEl>
                                        <p:attrNameLst>
                                          <p:attrName>style.visibility</p:attrName>
                                        </p:attrNameLst>
                                      </p:cBhvr>
                                      <p:to>
                                        <p:strVal val="visible"/>
                                      </p:to>
                                    </p:set>
                                    <p:animEffect transition="in" filter="randombar(horizontal)">
                                      <p:cBhvr>
                                        <p:cTn id="13" dur="500"/>
                                        <p:tgtEl>
                                          <p:spTgt spid="24">
                                            <p:graphicEl>
                                              <a:dgm id="{EFE6BBDA-0FFE-46E2-B1BB-8C935E1C9F0F}"/>
                                            </p:graphicEl>
                                          </p:spTgt>
                                        </p:tgtEl>
                                      </p:cBhvr>
                                    </p:animEffect>
                                  </p:childTnLst>
                                </p:cTn>
                              </p:par>
                            </p:childTnLst>
                          </p:cTn>
                        </p:par>
                      </p:childTnLst>
                    </p:cTn>
                  </p:par>
                  <p:par>
                    <p:cTn id="14" fill="hold">
                      <p:stCondLst>
                        <p:cond delay="indefinite"/>
                      </p:stCondLst>
                      <p:childTnLst>
                        <p:par>
                          <p:cTn id="15" fill="hold">
                            <p:stCondLst>
                              <p:cond delay="0"/>
                            </p:stCondLst>
                            <p:childTnLst>
                              <p:par>
                                <p:cTn id="16" presetID="14" presetClass="entr" presetSubtype="10" fill="hold" grpId="0" nodeType="clickEffect">
                                  <p:stCondLst>
                                    <p:cond delay="0"/>
                                  </p:stCondLst>
                                  <p:childTnLst>
                                    <p:set>
                                      <p:cBhvr>
                                        <p:cTn id="17" dur="1" fill="hold">
                                          <p:stCondLst>
                                            <p:cond delay="0"/>
                                          </p:stCondLst>
                                        </p:cTn>
                                        <p:tgtEl>
                                          <p:spTgt spid="24">
                                            <p:graphicEl>
                                              <a:dgm id="{8A466127-FFBB-419B-B833-103F20E56786}"/>
                                            </p:graphicEl>
                                          </p:spTgt>
                                        </p:tgtEl>
                                        <p:attrNameLst>
                                          <p:attrName>style.visibility</p:attrName>
                                        </p:attrNameLst>
                                      </p:cBhvr>
                                      <p:to>
                                        <p:strVal val="visible"/>
                                      </p:to>
                                    </p:set>
                                    <p:animEffect transition="in" filter="randombar(horizontal)">
                                      <p:cBhvr>
                                        <p:cTn id="18" dur="500"/>
                                        <p:tgtEl>
                                          <p:spTgt spid="24">
                                            <p:graphicEl>
                                              <a:dgm id="{8A466127-FFBB-419B-B833-103F20E56786}"/>
                                            </p:graphicEl>
                                          </p:spTgt>
                                        </p:tgtEl>
                                      </p:cBhvr>
                                    </p:animEffect>
                                  </p:childTnLst>
                                </p:cTn>
                              </p:par>
                              <p:par>
                                <p:cTn id="19" presetID="14" presetClass="entr" presetSubtype="10" fill="hold" grpId="0" nodeType="withEffect">
                                  <p:stCondLst>
                                    <p:cond delay="0"/>
                                  </p:stCondLst>
                                  <p:childTnLst>
                                    <p:set>
                                      <p:cBhvr>
                                        <p:cTn id="20" dur="1" fill="hold">
                                          <p:stCondLst>
                                            <p:cond delay="0"/>
                                          </p:stCondLst>
                                        </p:cTn>
                                        <p:tgtEl>
                                          <p:spTgt spid="24">
                                            <p:graphicEl>
                                              <a:dgm id="{CD5EF00B-A030-4FDA-85B6-E02AC5227BF0}"/>
                                            </p:graphicEl>
                                          </p:spTgt>
                                        </p:tgtEl>
                                        <p:attrNameLst>
                                          <p:attrName>style.visibility</p:attrName>
                                        </p:attrNameLst>
                                      </p:cBhvr>
                                      <p:to>
                                        <p:strVal val="visible"/>
                                      </p:to>
                                    </p:set>
                                    <p:animEffect transition="in" filter="randombar(horizontal)">
                                      <p:cBhvr>
                                        <p:cTn id="21" dur="500"/>
                                        <p:tgtEl>
                                          <p:spTgt spid="24">
                                            <p:graphicEl>
                                              <a:dgm id="{CD5EF00B-A030-4FDA-85B6-E02AC5227BF0}"/>
                                            </p:graphicEl>
                                          </p:spTgt>
                                        </p:tgtEl>
                                      </p:cBhvr>
                                    </p:animEffect>
                                  </p:childTnLst>
                                </p:cTn>
                              </p:par>
                              <p:par>
                                <p:cTn id="22" presetID="14" presetClass="entr" presetSubtype="10" fill="hold" grpId="0" nodeType="withEffect">
                                  <p:stCondLst>
                                    <p:cond delay="0"/>
                                  </p:stCondLst>
                                  <p:childTnLst>
                                    <p:set>
                                      <p:cBhvr>
                                        <p:cTn id="23" dur="1" fill="hold">
                                          <p:stCondLst>
                                            <p:cond delay="0"/>
                                          </p:stCondLst>
                                        </p:cTn>
                                        <p:tgtEl>
                                          <p:spTgt spid="24">
                                            <p:graphicEl>
                                              <a:dgm id="{C2874730-63D0-478E-B039-36921E353A44}"/>
                                            </p:graphicEl>
                                          </p:spTgt>
                                        </p:tgtEl>
                                        <p:attrNameLst>
                                          <p:attrName>style.visibility</p:attrName>
                                        </p:attrNameLst>
                                      </p:cBhvr>
                                      <p:to>
                                        <p:strVal val="visible"/>
                                      </p:to>
                                    </p:set>
                                    <p:animEffect transition="in" filter="randombar(horizontal)">
                                      <p:cBhvr>
                                        <p:cTn id="24" dur="500"/>
                                        <p:tgtEl>
                                          <p:spTgt spid="24">
                                            <p:graphicEl>
                                              <a:dgm id="{C2874730-63D0-478E-B039-36921E353A44}"/>
                                            </p:graphicEl>
                                          </p:spTgt>
                                        </p:tgtEl>
                                      </p:cBhvr>
                                    </p:animEffect>
                                  </p:childTnLst>
                                </p:cTn>
                              </p:par>
                            </p:childTnLst>
                          </p:cTn>
                        </p:par>
                      </p:childTnLst>
                    </p:cTn>
                  </p:par>
                  <p:par>
                    <p:cTn id="25" fill="hold">
                      <p:stCondLst>
                        <p:cond delay="indefinite"/>
                      </p:stCondLst>
                      <p:childTnLst>
                        <p:par>
                          <p:cTn id="26" fill="hold">
                            <p:stCondLst>
                              <p:cond delay="0"/>
                            </p:stCondLst>
                            <p:childTnLst>
                              <p:par>
                                <p:cTn id="27" presetID="14" presetClass="entr" presetSubtype="10" fill="hold" grpId="0" nodeType="clickEffect">
                                  <p:stCondLst>
                                    <p:cond delay="0"/>
                                  </p:stCondLst>
                                  <p:childTnLst>
                                    <p:set>
                                      <p:cBhvr>
                                        <p:cTn id="28" dur="1" fill="hold">
                                          <p:stCondLst>
                                            <p:cond delay="0"/>
                                          </p:stCondLst>
                                        </p:cTn>
                                        <p:tgtEl>
                                          <p:spTgt spid="24">
                                            <p:graphicEl>
                                              <a:dgm id="{B8AB837F-F13A-4E17-B52F-8E4E2095B1FE}"/>
                                            </p:graphicEl>
                                          </p:spTgt>
                                        </p:tgtEl>
                                        <p:attrNameLst>
                                          <p:attrName>style.visibility</p:attrName>
                                        </p:attrNameLst>
                                      </p:cBhvr>
                                      <p:to>
                                        <p:strVal val="visible"/>
                                      </p:to>
                                    </p:set>
                                    <p:animEffect transition="in" filter="randombar(horizontal)">
                                      <p:cBhvr>
                                        <p:cTn id="29" dur="500"/>
                                        <p:tgtEl>
                                          <p:spTgt spid="24">
                                            <p:graphicEl>
                                              <a:dgm id="{B8AB837F-F13A-4E17-B52F-8E4E2095B1FE}"/>
                                            </p:graphicEl>
                                          </p:spTgt>
                                        </p:tgtEl>
                                      </p:cBhvr>
                                    </p:animEffect>
                                  </p:childTnLst>
                                </p:cTn>
                              </p:par>
                              <p:par>
                                <p:cTn id="30" presetID="14" presetClass="entr" presetSubtype="10" fill="hold" grpId="0" nodeType="withEffect">
                                  <p:stCondLst>
                                    <p:cond delay="0"/>
                                  </p:stCondLst>
                                  <p:childTnLst>
                                    <p:set>
                                      <p:cBhvr>
                                        <p:cTn id="31" dur="1" fill="hold">
                                          <p:stCondLst>
                                            <p:cond delay="0"/>
                                          </p:stCondLst>
                                        </p:cTn>
                                        <p:tgtEl>
                                          <p:spTgt spid="24">
                                            <p:graphicEl>
                                              <a:dgm id="{FF7BB81E-CDA3-4C03-9EF5-67CCAC433C0C}"/>
                                            </p:graphicEl>
                                          </p:spTgt>
                                        </p:tgtEl>
                                        <p:attrNameLst>
                                          <p:attrName>style.visibility</p:attrName>
                                        </p:attrNameLst>
                                      </p:cBhvr>
                                      <p:to>
                                        <p:strVal val="visible"/>
                                      </p:to>
                                    </p:set>
                                    <p:animEffect transition="in" filter="randombar(horizontal)">
                                      <p:cBhvr>
                                        <p:cTn id="32" dur="500"/>
                                        <p:tgtEl>
                                          <p:spTgt spid="24">
                                            <p:graphicEl>
                                              <a:dgm id="{FF7BB81E-CDA3-4C03-9EF5-67CCAC433C0C}"/>
                                            </p:graphicEl>
                                          </p:spTgt>
                                        </p:tgtEl>
                                      </p:cBhvr>
                                    </p:animEffect>
                                  </p:childTnLst>
                                </p:cTn>
                              </p:par>
                              <p:par>
                                <p:cTn id="33" presetID="14" presetClass="entr" presetSubtype="10" fill="hold" grpId="0" nodeType="withEffect">
                                  <p:stCondLst>
                                    <p:cond delay="0"/>
                                  </p:stCondLst>
                                  <p:childTnLst>
                                    <p:set>
                                      <p:cBhvr>
                                        <p:cTn id="34" dur="1" fill="hold">
                                          <p:stCondLst>
                                            <p:cond delay="0"/>
                                          </p:stCondLst>
                                        </p:cTn>
                                        <p:tgtEl>
                                          <p:spTgt spid="24">
                                            <p:graphicEl>
                                              <a:dgm id="{98DB9B08-D262-4529-9B88-6ABCA1ADD62C}"/>
                                            </p:graphicEl>
                                          </p:spTgt>
                                        </p:tgtEl>
                                        <p:attrNameLst>
                                          <p:attrName>style.visibility</p:attrName>
                                        </p:attrNameLst>
                                      </p:cBhvr>
                                      <p:to>
                                        <p:strVal val="visible"/>
                                      </p:to>
                                    </p:set>
                                    <p:animEffect transition="in" filter="randombar(horizontal)">
                                      <p:cBhvr>
                                        <p:cTn id="35" dur="500"/>
                                        <p:tgtEl>
                                          <p:spTgt spid="24">
                                            <p:graphicEl>
                                              <a:dgm id="{98DB9B08-D262-4529-9B88-6ABCA1ADD62C}"/>
                                            </p:graphicEl>
                                          </p:spTgt>
                                        </p:tgtEl>
                                      </p:cBhvr>
                                    </p:animEffect>
                                  </p:childTnLst>
                                </p:cTn>
                              </p:par>
                            </p:childTnLst>
                          </p:cTn>
                        </p:par>
                      </p:childTnLst>
                    </p:cTn>
                  </p:par>
                  <p:par>
                    <p:cTn id="36" fill="hold">
                      <p:stCondLst>
                        <p:cond delay="indefinite"/>
                      </p:stCondLst>
                      <p:childTnLst>
                        <p:par>
                          <p:cTn id="37" fill="hold">
                            <p:stCondLst>
                              <p:cond delay="0"/>
                            </p:stCondLst>
                            <p:childTnLst>
                              <p:par>
                                <p:cTn id="38" presetID="14" presetClass="entr" presetSubtype="10" fill="hold" grpId="0" nodeType="clickEffect">
                                  <p:stCondLst>
                                    <p:cond delay="0"/>
                                  </p:stCondLst>
                                  <p:childTnLst>
                                    <p:set>
                                      <p:cBhvr>
                                        <p:cTn id="39" dur="1" fill="hold">
                                          <p:stCondLst>
                                            <p:cond delay="0"/>
                                          </p:stCondLst>
                                        </p:cTn>
                                        <p:tgtEl>
                                          <p:spTgt spid="24">
                                            <p:graphicEl>
                                              <a:dgm id="{E5E6C7F2-0FF5-4D16-AA78-876F40EA6CB2}"/>
                                            </p:graphicEl>
                                          </p:spTgt>
                                        </p:tgtEl>
                                        <p:attrNameLst>
                                          <p:attrName>style.visibility</p:attrName>
                                        </p:attrNameLst>
                                      </p:cBhvr>
                                      <p:to>
                                        <p:strVal val="visible"/>
                                      </p:to>
                                    </p:set>
                                    <p:animEffect transition="in" filter="randombar(horizontal)">
                                      <p:cBhvr>
                                        <p:cTn id="40" dur="500"/>
                                        <p:tgtEl>
                                          <p:spTgt spid="24">
                                            <p:graphicEl>
                                              <a:dgm id="{E5E6C7F2-0FF5-4D16-AA78-876F40EA6CB2}"/>
                                            </p:graphicEl>
                                          </p:spTgt>
                                        </p:tgtEl>
                                      </p:cBhvr>
                                    </p:animEffect>
                                  </p:childTnLst>
                                </p:cTn>
                              </p:par>
                              <p:par>
                                <p:cTn id="41" presetID="14" presetClass="entr" presetSubtype="10" fill="hold" grpId="0" nodeType="withEffect">
                                  <p:stCondLst>
                                    <p:cond delay="0"/>
                                  </p:stCondLst>
                                  <p:childTnLst>
                                    <p:set>
                                      <p:cBhvr>
                                        <p:cTn id="42" dur="1" fill="hold">
                                          <p:stCondLst>
                                            <p:cond delay="0"/>
                                          </p:stCondLst>
                                        </p:cTn>
                                        <p:tgtEl>
                                          <p:spTgt spid="24">
                                            <p:graphicEl>
                                              <a:dgm id="{DC39F513-9AD2-411C-8FCA-204B5BF6ABE0}"/>
                                            </p:graphicEl>
                                          </p:spTgt>
                                        </p:tgtEl>
                                        <p:attrNameLst>
                                          <p:attrName>style.visibility</p:attrName>
                                        </p:attrNameLst>
                                      </p:cBhvr>
                                      <p:to>
                                        <p:strVal val="visible"/>
                                      </p:to>
                                    </p:set>
                                    <p:animEffect transition="in" filter="randombar(horizontal)">
                                      <p:cBhvr>
                                        <p:cTn id="43" dur="500"/>
                                        <p:tgtEl>
                                          <p:spTgt spid="24">
                                            <p:graphicEl>
                                              <a:dgm id="{DC39F513-9AD2-411C-8FCA-204B5BF6ABE0}"/>
                                            </p:graphicEl>
                                          </p:spTgt>
                                        </p:tgtEl>
                                      </p:cBhvr>
                                    </p:animEffect>
                                  </p:childTnLst>
                                </p:cTn>
                              </p:par>
                              <p:par>
                                <p:cTn id="44" presetID="14" presetClass="entr" presetSubtype="10" fill="hold" grpId="0" nodeType="withEffect">
                                  <p:stCondLst>
                                    <p:cond delay="0"/>
                                  </p:stCondLst>
                                  <p:childTnLst>
                                    <p:set>
                                      <p:cBhvr>
                                        <p:cTn id="45" dur="1" fill="hold">
                                          <p:stCondLst>
                                            <p:cond delay="0"/>
                                          </p:stCondLst>
                                        </p:cTn>
                                        <p:tgtEl>
                                          <p:spTgt spid="24">
                                            <p:graphicEl>
                                              <a:dgm id="{B4BEDE6D-7BDF-48B9-8CE3-B08B16C8A4B3}"/>
                                            </p:graphicEl>
                                          </p:spTgt>
                                        </p:tgtEl>
                                        <p:attrNameLst>
                                          <p:attrName>style.visibility</p:attrName>
                                        </p:attrNameLst>
                                      </p:cBhvr>
                                      <p:to>
                                        <p:strVal val="visible"/>
                                      </p:to>
                                    </p:set>
                                    <p:animEffect transition="in" filter="randombar(horizontal)">
                                      <p:cBhvr>
                                        <p:cTn id="46" dur="500"/>
                                        <p:tgtEl>
                                          <p:spTgt spid="24">
                                            <p:graphicEl>
                                              <a:dgm id="{B4BEDE6D-7BDF-48B9-8CE3-B08B16C8A4B3}"/>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4" grpId="0">
        <p:bldSub>
          <a:bldDgm bld="one"/>
        </p:bldSub>
      </p:bldGraphic>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155A90-6B65-4A87-AE5C-5F45DC8C429F}"/>
              </a:ext>
            </a:extLst>
          </p:cNvPr>
          <p:cNvSpPr>
            <a:spLocks noGrp="1"/>
          </p:cNvSpPr>
          <p:nvPr>
            <p:ph type="title"/>
          </p:nvPr>
        </p:nvSpPr>
        <p:spPr>
          <a:xfrm>
            <a:off x="603504" y="1599057"/>
            <a:ext cx="2887219" cy="1945386"/>
          </a:xfrm>
        </p:spPr>
        <p:txBody>
          <a:bodyPr vert="horz" lIns="205740" tIns="137160" rIns="205740" bIns="137160" rtlCol="0" anchor="ctr" anchorCtr="1">
            <a:normAutofit/>
          </a:bodyPr>
          <a:lstStyle/>
          <a:p>
            <a:r>
              <a:rPr lang="en-US" sz="3200" b="1" dirty="0">
                <a:ln w="9525">
                  <a:solidFill>
                    <a:schemeClr val="bg1"/>
                  </a:solidFill>
                  <a:prstDash val="solid"/>
                </a:ln>
                <a:effectLst>
                  <a:outerShdw blurRad="12700" dist="38100" dir="2700000" algn="tl" rotWithShape="0">
                    <a:schemeClr val="bg1">
                      <a:lumMod val="50000"/>
                    </a:schemeClr>
                  </a:outerShdw>
                </a:effectLst>
              </a:rPr>
              <a:t>As </a:t>
            </a:r>
            <a:r>
              <a:rPr lang="en-US" sz="3200" b="1" dirty="0" err="1">
                <a:ln w="9525">
                  <a:solidFill>
                    <a:schemeClr val="bg1"/>
                  </a:solidFill>
                  <a:prstDash val="solid"/>
                </a:ln>
                <a:effectLst>
                  <a:outerShdw blurRad="12700" dist="38100" dir="2700000" algn="tl" rotWithShape="0">
                    <a:schemeClr val="bg1">
                      <a:lumMod val="50000"/>
                    </a:schemeClr>
                  </a:outerShdw>
                </a:effectLst>
              </a:rPr>
              <a:t>linguagens</a:t>
            </a:r>
            <a:r>
              <a:rPr lang="en-US" sz="3200" b="1" dirty="0">
                <a:ln w="9525">
                  <a:solidFill>
                    <a:schemeClr val="bg1"/>
                  </a:solidFill>
                  <a:prstDash val="solid"/>
                </a:ln>
                <a:effectLst>
                  <a:outerShdw blurRad="12700" dist="38100" dir="2700000" algn="tl" rotWithShape="0">
                    <a:schemeClr val="bg1">
                      <a:lumMod val="50000"/>
                    </a:schemeClr>
                  </a:outerShdw>
                </a:effectLst>
              </a:rPr>
              <a:t> do Power BI </a:t>
            </a:r>
            <a:br>
              <a:rPr lang="en-US" sz="3200" b="1" dirty="0">
                <a:ln w="9525">
                  <a:solidFill>
                    <a:schemeClr val="bg1"/>
                  </a:solidFill>
                  <a:prstDash val="solid"/>
                </a:ln>
                <a:effectLst>
                  <a:outerShdw blurRad="12700" dist="38100" dir="2700000" algn="tl" rotWithShape="0">
                    <a:schemeClr val="bg1">
                      <a:lumMod val="50000"/>
                    </a:schemeClr>
                  </a:outerShdw>
                </a:effectLst>
              </a:rPr>
            </a:br>
            <a:r>
              <a:rPr lang="en-US" sz="3200" b="1" dirty="0">
                <a:ln w="9525">
                  <a:solidFill>
                    <a:schemeClr val="bg1"/>
                  </a:solidFill>
                  <a:prstDash val="solid"/>
                </a:ln>
                <a:effectLst>
                  <a:outerShdw blurRad="12700" dist="38100" dir="2700000" algn="tl" rotWithShape="0">
                    <a:schemeClr val="bg1">
                      <a:lumMod val="50000"/>
                    </a:schemeClr>
                  </a:outerShdw>
                </a:effectLst>
              </a:rPr>
              <a:t>(e do Excel)</a:t>
            </a:r>
          </a:p>
        </p:txBody>
      </p:sp>
      <p:pic>
        <p:nvPicPr>
          <p:cNvPr id="29698" name="Picture 2" descr="https://webstockreview.net/images/clipart-definition-query-3.png">
            <a:extLst>
              <a:ext uri="{FF2B5EF4-FFF2-40B4-BE49-F238E27FC236}">
                <a16:creationId xmlns:a16="http://schemas.microsoft.com/office/drawing/2014/main" id="{1EEA2207-37FC-4931-ACFB-AA37DE0F274E}"/>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r="1080"/>
          <a:stretch/>
        </p:blipFill>
        <p:spPr bwMode="auto">
          <a:xfrm>
            <a:off x="3490723" y="7"/>
            <a:ext cx="5653277" cy="51434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67729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155A90-6B65-4A87-AE5C-5F45DC8C429F}"/>
              </a:ext>
            </a:extLst>
          </p:cNvPr>
          <p:cNvSpPr>
            <a:spLocks noGrp="1"/>
          </p:cNvSpPr>
          <p:nvPr>
            <p:ph type="title"/>
          </p:nvPr>
        </p:nvSpPr>
        <p:spPr>
          <a:xfrm>
            <a:off x="628650" y="417891"/>
            <a:ext cx="7886700" cy="850124"/>
          </a:xfrm>
        </p:spPr>
        <p:txBody>
          <a:bodyPr>
            <a:normAutofit/>
          </a:bodyPr>
          <a:lstStyle/>
          <a:p>
            <a:pPr algn="ctr"/>
            <a:r>
              <a:rPr lang="pt-BR" sz="3900" b="1"/>
              <a:t>A Linguagem M</a:t>
            </a:r>
            <a:endParaRPr lang="pt-BR" sz="3900"/>
          </a:p>
        </p:txBody>
      </p:sp>
      <p:graphicFrame>
        <p:nvGraphicFramePr>
          <p:cNvPr id="10" name="Espaço Reservado para Conteúdo 2">
            <a:extLst>
              <a:ext uri="{FF2B5EF4-FFF2-40B4-BE49-F238E27FC236}">
                <a16:creationId xmlns:a16="http://schemas.microsoft.com/office/drawing/2014/main" id="{4BD87633-B887-40AE-B6B8-1DF926C3BE9B}"/>
              </a:ext>
            </a:extLst>
          </p:cNvPr>
          <p:cNvGraphicFramePr>
            <a:graphicFrameLocks noGrp="1"/>
          </p:cNvGraphicFramePr>
          <p:nvPr>
            <p:ph idx="1"/>
          </p:nvPr>
        </p:nvGraphicFramePr>
        <p:xfrm>
          <a:off x="628650" y="1371600"/>
          <a:ext cx="7886700" cy="326440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00538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
                                            <p:graphicEl>
                                              <a:dgm id="{7C98E901-EC44-4A55-AA17-8B8C2DFFC3D5}"/>
                                            </p:graphicEl>
                                          </p:spTgt>
                                        </p:tgtEl>
                                        <p:attrNameLst>
                                          <p:attrName>style.visibility</p:attrName>
                                        </p:attrNameLst>
                                      </p:cBhvr>
                                      <p:to>
                                        <p:strVal val="visible"/>
                                      </p:to>
                                    </p:set>
                                    <p:animEffect transition="in" filter="fade">
                                      <p:cBhvr>
                                        <p:cTn id="7" dur="1000"/>
                                        <p:tgtEl>
                                          <p:spTgt spid="10">
                                            <p:graphicEl>
                                              <a:dgm id="{7C98E901-EC44-4A55-AA17-8B8C2DFFC3D5}"/>
                                            </p:graphicEl>
                                          </p:spTgt>
                                        </p:tgtEl>
                                      </p:cBhvr>
                                    </p:animEffect>
                                    <p:anim calcmode="lin" valueType="num">
                                      <p:cBhvr>
                                        <p:cTn id="8" dur="1000" fill="hold"/>
                                        <p:tgtEl>
                                          <p:spTgt spid="10">
                                            <p:graphicEl>
                                              <a:dgm id="{7C98E901-EC44-4A55-AA17-8B8C2DFFC3D5}"/>
                                            </p:graphicEl>
                                          </p:spTgt>
                                        </p:tgtEl>
                                        <p:attrNameLst>
                                          <p:attrName>ppt_x</p:attrName>
                                        </p:attrNameLst>
                                      </p:cBhvr>
                                      <p:tavLst>
                                        <p:tav tm="0">
                                          <p:val>
                                            <p:strVal val="#ppt_x"/>
                                          </p:val>
                                        </p:tav>
                                        <p:tav tm="100000">
                                          <p:val>
                                            <p:strVal val="#ppt_x"/>
                                          </p:val>
                                        </p:tav>
                                      </p:tavLst>
                                    </p:anim>
                                    <p:anim calcmode="lin" valueType="num">
                                      <p:cBhvr>
                                        <p:cTn id="9" dur="1000" fill="hold"/>
                                        <p:tgtEl>
                                          <p:spTgt spid="10">
                                            <p:graphicEl>
                                              <a:dgm id="{7C98E901-EC44-4A55-AA17-8B8C2DFFC3D5}"/>
                                            </p:graphic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0">
                                            <p:graphicEl>
                                              <a:dgm id="{0C8048EA-A9B7-4A33-94CE-1F2E5FDF0DCB}"/>
                                            </p:graphicEl>
                                          </p:spTgt>
                                        </p:tgtEl>
                                        <p:attrNameLst>
                                          <p:attrName>style.visibility</p:attrName>
                                        </p:attrNameLst>
                                      </p:cBhvr>
                                      <p:to>
                                        <p:strVal val="visible"/>
                                      </p:to>
                                    </p:set>
                                    <p:animEffect transition="in" filter="fade">
                                      <p:cBhvr>
                                        <p:cTn id="12" dur="1000"/>
                                        <p:tgtEl>
                                          <p:spTgt spid="10">
                                            <p:graphicEl>
                                              <a:dgm id="{0C8048EA-A9B7-4A33-94CE-1F2E5FDF0DCB}"/>
                                            </p:graphicEl>
                                          </p:spTgt>
                                        </p:tgtEl>
                                      </p:cBhvr>
                                    </p:animEffect>
                                    <p:anim calcmode="lin" valueType="num">
                                      <p:cBhvr>
                                        <p:cTn id="13" dur="1000" fill="hold"/>
                                        <p:tgtEl>
                                          <p:spTgt spid="10">
                                            <p:graphicEl>
                                              <a:dgm id="{0C8048EA-A9B7-4A33-94CE-1F2E5FDF0DCB}"/>
                                            </p:graphicEl>
                                          </p:spTgt>
                                        </p:tgtEl>
                                        <p:attrNameLst>
                                          <p:attrName>ppt_x</p:attrName>
                                        </p:attrNameLst>
                                      </p:cBhvr>
                                      <p:tavLst>
                                        <p:tav tm="0">
                                          <p:val>
                                            <p:strVal val="#ppt_x"/>
                                          </p:val>
                                        </p:tav>
                                        <p:tav tm="100000">
                                          <p:val>
                                            <p:strVal val="#ppt_x"/>
                                          </p:val>
                                        </p:tav>
                                      </p:tavLst>
                                    </p:anim>
                                    <p:anim calcmode="lin" valueType="num">
                                      <p:cBhvr>
                                        <p:cTn id="14" dur="1000" fill="hold"/>
                                        <p:tgtEl>
                                          <p:spTgt spid="10">
                                            <p:graphicEl>
                                              <a:dgm id="{0C8048EA-A9B7-4A33-94CE-1F2E5FDF0DCB}"/>
                                            </p:graphic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0">
                                            <p:graphicEl>
                                              <a:dgm id="{9BAF4CFE-5891-4F40-AD26-D0D70C3EE619}"/>
                                            </p:graphicEl>
                                          </p:spTgt>
                                        </p:tgtEl>
                                        <p:attrNameLst>
                                          <p:attrName>style.visibility</p:attrName>
                                        </p:attrNameLst>
                                      </p:cBhvr>
                                      <p:to>
                                        <p:strVal val="visible"/>
                                      </p:to>
                                    </p:set>
                                    <p:animEffect transition="in" filter="fade">
                                      <p:cBhvr>
                                        <p:cTn id="19" dur="1000"/>
                                        <p:tgtEl>
                                          <p:spTgt spid="10">
                                            <p:graphicEl>
                                              <a:dgm id="{9BAF4CFE-5891-4F40-AD26-D0D70C3EE619}"/>
                                            </p:graphicEl>
                                          </p:spTgt>
                                        </p:tgtEl>
                                      </p:cBhvr>
                                    </p:animEffect>
                                    <p:anim calcmode="lin" valueType="num">
                                      <p:cBhvr>
                                        <p:cTn id="20" dur="1000" fill="hold"/>
                                        <p:tgtEl>
                                          <p:spTgt spid="10">
                                            <p:graphicEl>
                                              <a:dgm id="{9BAF4CFE-5891-4F40-AD26-D0D70C3EE619}"/>
                                            </p:graphicEl>
                                          </p:spTgt>
                                        </p:tgtEl>
                                        <p:attrNameLst>
                                          <p:attrName>ppt_x</p:attrName>
                                        </p:attrNameLst>
                                      </p:cBhvr>
                                      <p:tavLst>
                                        <p:tav tm="0">
                                          <p:val>
                                            <p:strVal val="#ppt_x"/>
                                          </p:val>
                                        </p:tav>
                                        <p:tav tm="100000">
                                          <p:val>
                                            <p:strVal val="#ppt_x"/>
                                          </p:val>
                                        </p:tav>
                                      </p:tavLst>
                                    </p:anim>
                                    <p:anim calcmode="lin" valueType="num">
                                      <p:cBhvr>
                                        <p:cTn id="21" dur="1000" fill="hold"/>
                                        <p:tgtEl>
                                          <p:spTgt spid="10">
                                            <p:graphicEl>
                                              <a:dgm id="{9BAF4CFE-5891-4F40-AD26-D0D70C3EE619}"/>
                                            </p:graphic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0">
                                            <p:graphicEl>
                                              <a:dgm id="{A45BC6C3-896F-4C38-BBA6-5B327592E7C7}"/>
                                            </p:graphicEl>
                                          </p:spTgt>
                                        </p:tgtEl>
                                        <p:attrNameLst>
                                          <p:attrName>style.visibility</p:attrName>
                                        </p:attrNameLst>
                                      </p:cBhvr>
                                      <p:to>
                                        <p:strVal val="visible"/>
                                      </p:to>
                                    </p:set>
                                    <p:animEffect transition="in" filter="fade">
                                      <p:cBhvr>
                                        <p:cTn id="24" dur="1000"/>
                                        <p:tgtEl>
                                          <p:spTgt spid="10">
                                            <p:graphicEl>
                                              <a:dgm id="{A45BC6C3-896F-4C38-BBA6-5B327592E7C7}"/>
                                            </p:graphicEl>
                                          </p:spTgt>
                                        </p:tgtEl>
                                      </p:cBhvr>
                                    </p:animEffect>
                                    <p:anim calcmode="lin" valueType="num">
                                      <p:cBhvr>
                                        <p:cTn id="25" dur="1000" fill="hold"/>
                                        <p:tgtEl>
                                          <p:spTgt spid="10">
                                            <p:graphicEl>
                                              <a:dgm id="{A45BC6C3-896F-4C38-BBA6-5B327592E7C7}"/>
                                            </p:graphicEl>
                                          </p:spTgt>
                                        </p:tgtEl>
                                        <p:attrNameLst>
                                          <p:attrName>ppt_x</p:attrName>
                                        </p:attrNameLst>
                                      </p:cBhvr>
                                      <p:tavLst>
                                        <p:tav tm="0">
                                          <p:val>
                                            <p:strVal val="#ppt_x"/>
                                          </p:val>
                                        </p:tav>
                                        <p:tav tm="100000">
                                          <p:val>
                                            <p:strVal val="#ppt_x"/>
                                          </p:val>
                                        </p:tav>
                                      </p:tavLst>
                                    </p:anim>
                                    <p:anim calcmode="lin" valueType="num">
                                      <p:cBhvr>
                                        <p:cTn id="26" dur="1000" fill="hold"/>
                                        <p:tgtEl>
                                          <p:spTgt spid="10">
                                            <p:graphicEl>
                                              <a:dgm id="{A45BC6C3-896F-4C38-BBA6-5B327592E7C7}"/>
                                            </p:graphic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10">
                                            <p:graphicEl>
                                              <a:dgm id="{F3C6BA52-3FAC-497F-BE45-CB4B8E4BE10A}"/>
                                            </p:graphicEl>
                                          </p:spTgt>
                                        </p:tgtEl>
                                        <p:attrNameLst>
                                          <p:attrName>style.visibility</p:attrName>
                                        </p:attrNameLst>
                                      </p:cBhvr>
                                      <p:to>
                                        <p:strVal val="visible"/>
                                      </p:to>
                                    </p:set>
                                    <p:animEffect transition="in" filter="fade">
                                      <p:cBhvr>
                                        <p:cTn id="31" dur="1000"/>
                                        <p:tgtEl>
                                          <p:spTgt spid="10">
                                            <p:graphicEl>
                                              <a:dgm id="{F3C6BA52-3FAC-497F-BE45-CB4B8E4BE10A}"/>
                                            </p:graphicEl>
                                          </p:spTgt>
                                        </p:tgtEl>
                                      </p:cBhvr>
                                    </p:animEffect>
                                    <p:anim calcmode="lin" valueType="num">
                                      <p:cBhvr>
                                        <p:cTn id="32" dur="1000" fill="hold"/>
                                        <p:tgtEl>
                                          <p:spTgt spid="10">
                                            <p:graphicEl>
                                              <a:dgm id="{F3C6BA52-3FAC-497F-BE45-CB4B8E4BE10A}"/>
                                            </p:graphicEl>
                                          </p:spTgt>
                                        </p:tgtEl>
                                        <p:attrNameLst>
                                          <p:attrName>ppt_x</p:attrName>
                                        </p:attrNameLst>
                                      </p:cBhvr>
                                      <p:tavLst>
                                        <p:tav tm="0">
                                          <p:val>
                                            <p:strVal val="#ppt_x"/>
                                          </p:val>
                                        </p:tav>
                                        <p:tav tm="100000">
                                          <p:val>
                                            <p:strVal val="#ppt_x"/>
                                          </p:val>
                                        </p:tav>
                                      </p:tavLst>
                                    </p:anim>
                                    <p:anim calcmode="lin" valueType="num">
                                      <p:cBhvr>
                                        <p:cTn id="33" dur="1000" fill="hold"/>
                                        <p:tgtEl>
                                          <p:spTgt spid="10">
                                            <p:graphicEl>
                                              <a:dgm id="{F3C6BA52-3FAC-497F-BE45-CB4B8E4BE10A}"/>
                                            </p:graphicEl>
                                          </p:spTgt>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10">
                                            <p:graphicEl>
                                              <a:dgm id="{052C1C23-7A96-4AB1-BBA1-D7AF5F0F3C5A}"/>
                                            </p:graphicEl>
                                          </p:spTgt>
                                        </p:tgtEl>
                                        <p:attrNameLst>
                                          <p:attrName>style.visibility</p:attrName>
                                        </p:attrNameLst>
                                      </p:cBhvr>
                                      <p:to>
                                        <p:strVal val="visible"/>
                                      </p:to>
                                    </p:set>
                                    <p:animEffect transition="in" filter="fade">
                                      <p:cBhvr>
                                        <p:cTn id="36" dur="1000"/>
                                        <p:tgtEl>
                                          <p:spTgt spid="10">
                                            <p:graphicEl>
                                              <a:dgm id="{052C1C23-7A96-4AB1-BBA1-D7AF5F0F3C5A}"/>
                                            </p:graphicEl>
                                          </p:spTgt>
                                        </p:tgtEl>
                                      </p:cBhvr>
                                    </p:animEffect>
                                    <p:anim calcmode="lin" valueType="num">
                                      <p:cBhvr>
                                        <p:cTn id="37" dur="1000" fill="hold"/>
                                        <p:tgtEl>
                                          <p:spTgt spid="10">
                                            <p:graphicEl>
                                              <a:dgm id="{052C1C23-7A96-4AB1-BBA1-D7AF5F0F3C5A}"/>
                                            </p:graphicEl>
                                          </p:spTgt>
                                        </p:tgtEl>
                                        <p:attrNameLst>
                                          <p:attrName>ppt_x</p:attrName>
                                        </p:attrNameLst>
                                      </p:cBhvr>
                                      <p:tavLst>
                                        <p:tav tm="0">
                                          <p:val>
                                            <p:strVal val="#ppt_x"/>
                                          </p:val>
                                        </p:tav>
                                        <p:tav tm="100000">
                                          <p:val>
                                            <p:strVal val="#ppt_x"/>
                                          </p:val>
                                        </p:tav>
                                      </p:tavLst>
                                    </p:anim>
                                    <p:anim calcmode="lin" valueType="num">
                                      <p:cBhvr>
                                        <p:cTn id="38" dur="1000" fill="hold"/>
                                        <p:tgtEl>
                                          <p:spTgt spid="10">
                                            <p:graphicEl>
                                              <a:dgm id="{052C1C23-7A96-4AB1-BBA1-D7AF5F0F3C5A}"/>
                                            </p:graphicEl>
                                          </p:spTgt>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10">
                                            <p:graphicEl>
                                              <a:dgm id="{3638B751-E7A7-422B-89CC-AFD32705BC28}"/>
                                            </p:graphicEl>
                                          </p:spTgt>
                                        </p:tgtEl>
                                        <p:attrNameLst>
                                          <p:attrName>style.visibility</p:attrName>
                                        </p:attrNameLst>
                                      </p:cBhvr>
                                      <p:to>
                                        <p:strVal val="visible"/>
                                      </p:to>
                                    </p:set>
                                    <p:animEffect transition="in" filter="fade">
                                      <p:cBhvr>
                                        <p:cTn id="43" dur="1000"/>
                                        <p:tgtEl>
                                          <p:spTgt spid="10">
                                            <p:graphicEl>
                                              <a:dgm id="{3638B751-E7A7-422B-89CC-AFD32705BC28}"/>
                                            </p:graphicEl>
                                          </p:spTgt>
                                        </p:tgtEl>
                                      </p:cBhvr>
                                    </p:animEffect>
                                    <p:anim calcmode="lin" valueType="num">
                                      <p:cBhvr>
                                        <p:cTn id="44" dur="1000" fill="hold"/>
                                        <p:tgtEl>
                                          <p:spTgt spid="10">
                                            <p:graphicEl>
                                              <a:dgm id="{3638B751-E7A7-422B-89CC-AFD32705BC28}"/>
                                            </p:graphicEl>
                                          </p:spTgt>
                                        </p:tgtEl>
                                        <p:attrNameLst>
                                          <p:attrName>ppt_x</p:attrName>
                                        </p:attrNameLst>
                                      </p:cBhvr>
                                      <p:tavLst>
                                        <p:tav tm="0">
                                          <p:val>
                                            <p:strVal val="#ppt_x"/>
                                          </p:val>
                                        </p:tav>
                                        <p:tav tm="100000">
                                          <p:val>
                                            <p:strVal val="#ppt_x"/>
                                          </p:val>
                                        </p:tav>
                                      </p:tavLst>
                                    </p:anim>
                                    <p:anim calcmode="lin" valueType="num">
                                      <p:cBhvr>
                                        <p:cTn id="45" dur="1000" fill="hold"/>
                                        <p:tgtEl>
                                          <p:spTgt spid="10">
                                            <p:graphicEl>
                                              <a:dgm id="{3638B751-E7A7-422B-89CC-AFD32705BC28}"/>
                                            </p:graphicEl>
                                          </p:spTgt>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10">
                                            <p:graphicEl>
                                              <a:dgm id="{EB0CE759-43C0-4BC2-9DA9-194358858A63}"/>
                                            </p:graphicEl>
                                          </p:spTgt>
                                        </p:tgtEl>
                                        <p:attrNameLst>
                                          <p:attrName>style.visibility</p:attrName>
                                        </p:attrNameLst>
                                      </p:cBhvr>
                                      <p:to>
                                        <p:strVal val="visible"/>
                                      </p:to>
                                    </p:set>
                                    <p:animEffect transition="in" filter="fade">
                                      <p:cBhvr>
                                        <p:cTn id="48" dur="1000"/>
                                        <p:tgtEl>
                                          <p:spTgt spid="10">
                                            <p:graphicEl>
                                              <a:dgm id="{EB0CE759-43C0-4BC2-9DA9-194358858A63}"/>
                                            </p:graphicEl>
                                          </p:spTgt>
                                        </p:tgtEl>
                                      </p:cBhvr>
                                    </p:animEffect>
                                    <p:anim calcmode="lin" valueType="num">
                                      <p:cBhvr>
                                        <p:cTn id="49" dur="1000" fill="hold"/>
                                        <p:tgtEl>
                                          <p:spTgt spid="10">
                                            <p:graphicEl>
                                              <a:dgm id="{EB0CE759-43C0-4BC2-9DA9-194358858A63}"/>
                                            </p:graphicEl>
                                          </p:spTgt>
                                        </p:tgtEl>
                                        <p:attrNameLst>
                                          <p:attrName>ppt_x</p:attrName>
                                        </p:attrNameLst>
                                      </p:cBhvr>
                                      <p:tavLst>
                                        <p:tav tm="0">
                                          <p:val>
                                            <p:strVal val="#ppt_x"/>
                                          </p:val>
                                        </p:tav>
                                        <p:tav tm="100000">
                                          <p:val>
                                            <p:strVal val="#ppt_x"/>
                                          </p:val>
                                        </p:tav>
                                      </p:tavLst>
                                    </p:anim>
                                    <p:anim calcmode="lin" valueType="num">
                                      <p:cBhvr>
                                        <p:cTn id="50" dur="1000" fill="hold"/>
                                        <p:tgtEl>
                                          <p:spTgt spid="10">
                                            <p:graphicEl>
                                              <a:dgm id="{EB0CE759-43C0-4BC2-9DA9-194358858A63}"/>
                                            </p:graphic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0" grpId="0">
        <p:bldSub>
          <a:bldDgm bld="one"/>
        </p:bldSub>
      </p:bldGraphic>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155A90-6B65-4A87-AE5C-5F45DC8C429F}"/>
              </a:ext>
            </a:extLst>
          </p:cNvPr>
          <p:cNvSpPr>
            <a:spLocks noGrp="1"/>
          </p:cNvSpPr>
          <p:nvPr>
            <p:ph type="title"/>
          </p:nvPr>
        </p:nvSpPr>
        <p:spPr>
          <a:xfrm>
            <a:off x="628650" y="417891"/>
            <a:ext cx="7886700" cy="850124"/>
          </a:xfrm>
        </p:spPr>
        <p:txBody>
          <a:bodyPr>
            <a:normAutofit/>
          </a:bodyPr>
          <a:lstStyle/>
          <a:p>
            <a:pPr algn="ctr"/>
            <a:r>
              <a:rPr lang="pt-BR" sz="3900" b="1"/>
              <a:t>A Linguagem DAX</a:t>
            </a:r>
            <a:endParaRPr lang="pt-BR" sz="3900"/>
          </a:p>
        </p:txBody>
      </p:sp>
      <p:graphicFrame>
        <p:nvGraphicFramePr>
          <p:cNvPr id="10" name="Espaço Reservado para Conteúdo 2">
            <a:extLst>
              <a:ext uri="{FF2B5EF4-FFF2-40B4-BE49-F238E27FC236}">
                <a16:creationId xmlns:a16="http://schemas.microsoft.com/office/drawing/2014/main" id="{4BD87633-B887-40AE-B6B8-1DF926C3BE9B}"/>
              </a:ext>
            </a:extLst>
          </p:cNvPr>
          <p:cNvGraphicFramePr>
            <a:graphicFrameLocks noGrp="1"/>
          </p:cNvGraphicFramePr>
          <p:nvPr>
            <p:ph idx="1"/>
          </p:nvPr>
        </p:nvGraphicFramePr>
        <p:xfrm>
          <a:off x="628650" y="1371600"/>
          <a:ext cx="7886700" cy="326440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20009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graphicEl>
                                              <a:dgm id="{102AD369-7BD6-4E02-937D-E5F06F48F5FA}"/>
                                            </p:graphicEl>
                                          </p:spTgt>
                                        </p:tgtEl>
                                        <p:attrNameLst>
                                          <p:attrName>style.visibility</p:attrName>
                                        </p:attrNameLst>
                                      </p:cBhvr>
                                      <p:to>
                                        <p:strVal val="visible"/>
                                      </p:to>
                                    </p:set>
                                    <p:anim calcmode="lin" valueType="num">
                                      <p:cBhvr additive="base">
                                        <p:cTn id="7" dur="500" fill="hold"/>
                                        <p:tgtEl>
                                          <p:spTgt spid="10">
                                            <p:graphicEl>
                                              <a:dgm id="{102AD369-7BD6-4E02-937D-E5F06F48F5FA}"/>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10">
                                            <p:graphicEl>
                                              <a:dgm id="{102AD369-7BD6-4E02-937D-E5F06F48F5FA}"/>
                                            </p:graphic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0">
                                            <p:graphicEl>
                                              <a:dgm id="{957B9B3E-4012-4B83-A426-EB515AD588E8}"/>
                                            </p:graphicEl>
                                          </p:spTgt>
                                        </p:tgtEl>
                                        <p:attrNameLst>
                                          <p:attrName>style.visibility</p:attrName>
                                        </p:attrNameLst>
                                      </p:cBhvr>
                                      <p:to>
                                        <p:strVal val="visible"/>
                                      </p:to>
                                    </p:set>
                                    <p:anim calcmode="lin" valueType="num">
                                      <p:cBhvr additive="base">
                                        <p:cTn id="11" dur="500" fill="hold"/>
                                        <p:tgtEl>
                                          <p:spTgt spid="10">
                                            <p:graphicEl>
                                              <a:dgm id="{957B9B3E-4012-4B83-A426-EB515AD588E8}"/>
                                            </p:graphicEl>
                                          </p:spTgt>
                                        </p:tgtEl>
                                        <p:attrNameLst>
                                          <p:attrName>ppt_x</p:attrName>
                                        </p:attrNameLst>
                                      </p:cBhvr>
                                      <p:tavLst>
                                        <p:tav tm="0">
                                          <p:val>
                                            <p:strVal val="#ppt_x"/>
                                          </p:val>
                                        </p:tav>
                                        <p:tav tm="100000">
                                          <p:val>
                                            <p:strVal val="#ppt_x"/>
                                          </p:val>
                                        </p:tav>
                                      </p:tavLst>
                                    </p:anim>
                                    <p:anim calcmode="lin" valueType="num">
                                      <p:cBhvr additive="base">
                                        <p:cTn id="12" dur="500" fill="hold"/>
                                        <p:tgtEl>
                                          <p:spTgt spid="10">
                                            <p:graphicEl>
                                              <a:dgm id="{957B9B3E-4012-4B83-A426-EB515AD588E8}"/>
                                            </p:graphic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0">
                                            <p:graphicEl>
                                              <a:dgm id="{E0B36517-6E34-4F1F-9DA1-10B3B241DDD4}"/>
                                            </p:graphicEl>
                                          </p:spTgt>
                                        </p:tgtEl>
                                        <p:attrNameLst>
                                          <p:attrName>style.visibility</p:attrName>
                                        </p:attrNameLst>
                                      </p:cBhvr>
                                      <p:to>
                                        <p:strVal val="visible"/>
                                      </p:to>
                                    </p:set>
                                    <p:anim calcmode="lin" valueType="num">
                                      <p:cBhvr additive="base">
                                        <p:cTn id="15" dur="500" fill="hold"/>
                                        <p:tgtEl>
                                          <p:spTgt spid="10">
                                            <p:graphicEl>
                                              <a:dgm id="{E0B36517-6E34-4F1F-9DA1-10B3B241DDD4}"/>
                                            </p:graphicEl>
                                          </p:spTgt>
                                        </p:tgtEl>
                                        <p:attrNameLst>
                                          <p:attrName>ppt_x</p:attrName>
                                        </p:attrNameLst>
                                      </p:cBhvr>
                                      <p:tavLst>
                                        <p:tav tm="0">
                                          <p:val>
                                            <p:strVal val="#ppt_x"/>
                                          </p:val>
                                        </p:tav>
                                        <p:tav tm="100000">
                                          <p:val>
                                            <p:strVal val="#ppt_x"/>
                                          </p:val>
                                        </p:tav>
                                      </p:tavLst>
                                    </p:anim>
                                    <p:anim calcmode="lin" valueType="num">
                                      <p:cBhvr additive="base">
                                        <p:cTn id="16" dur="500" fill="hold"/>
                                        <p:tgtEl>
                                          <p:spTgt spid="10">
                                            <p:graphicEl>
                                              <a:dgm id="{E0B36517-6E34-4F1F-9DA1-10B3B241DDD4}"/>
                                            </p:graphic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10">
                                            <p:graphicEl>
                                              <a:dgm id="{8D10468C-1E7B-42F7-8D5F-329289E39FA7}"/>
                                            </p:graphicEl>
                                          </p:spTgt>
                                        </p:tgtEl>
                                        <p:attrNameLst>
                                          <p:attrName>style.visibility</p:attrName>
                                        </p:attrNameLst>
                                      </p:cBhvr>
                                      <p:to>
                                        <p:strVal val="visible"/>
                                      </p:to>
                                    </p:set>
                                    <p:anim calcmode="lin" valueType="num">
                                      <p:cBhvr additive="base">
                                        <p:cTn id="21" dur="500" fill="hold"/>
                                        <p:tgtEl>
                                          <p:spTgt spid="10">
                                            <p:graphicEl>
                                              <a:dgm id="{8D10468C-1E7B-42F7-8D5F-329289E39FA7}"/>
                                            </p:graphicEl>
                                          </p:spTgt>
                                        </p:tgtEl>
                                        <p:attrNameLst>
                                          <p:attrName>ppt_x</p:attrName>
                                        </p:attrNameLst>
                                      </p:cBhvr>
                                      <p:tavLst>
                                        <p:tav tm="0">
                                          <p:val>
                                            <p:strVal val="#ppt_x"/>
                                          </p:val>
                                        </p:tav>
                                        <p:tav tm="100000">
                                          <p:val>
                                            <p:strVal val="#ppt_x"/>
                                          </p:val>
                                        </p:tav>
                                      </p:tavLst>
                                    </p:anim>
                                    <p:anim calcmode="lin" valueType="num">
                                      <p:cBhvr additive="base">
                                        <p:cTn id="22" dur="500" fill="hold"/>
                                        <p:tgtEl>
                                          <p:spTgt spid="10">
                                            <p:graphicEl>
                                              <a:dgm id="{8D10468C-1E7B-42F7-8D5F-329289E39FA7}"/>
                                            </p:graphic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0">
                                            <p:graphicEl>
                                              <a:dgm id="{B05A6D21-C161-4C25-8AB1-6B4ABDDA442D}"/>
                                            </p:graphicEl>
                                          </p:spTgt>
                                        </p:tgtEl>
                                        <p:attrNameLst>
                                          <p:attrName>style.visibility</p:attrName>
                                        </p:attrNameLst>
                                      </p:cBhvr>
                                      <p:to>
                                        <p:strVal val="visible"/>
                                      </p:to>
                                    </p:set>
                                    <p:anim calcmode="lin" valueType="num">
                                      <p:cBhvr additive="base">
                                        <p:cTn id="25" dur="500" fill="hold"/>
                                        <p:tgtEl>
                                          <p:spTgt spid="10">
                                            <p:graphicEl>
                                              <a:dgm id="{B05A6D21-C161-4C25-8AB1-6B4ABDDA442D}"/>
                                            </p:graphicEl>
                                          </p:spTgt>
                                        </p:tgtEl>
                                        <p:attrNameLst>
                                          <p:attrName>ppt_x</p:attrName>
                                        </p:attrNameLst>
                                      </p:cBhvr>
                                      <p:tavLst>
                                        <p:tav tm="0">
                                          <p:val>
                                            <p:strVal val="#ppt_x"/>
                                          </p:val>
                                        </p:tav>
                                        <p:tav tm="100000">
                                          <p:val>
                                            <p:strVal val="#ppt_x"/>
                                          </p:val>
                                        </p:tav>
                                      </p:tavLst>
                                    </p:anim>
                                    <p:anim calcmode="lin" valueType="num">
                                      <p:cBhvr additive="base">
                                        <p:cTn id="26" dur="500" fill="hold"/>
                                        <p:tgtEl>
                                          <p:spTgt spid="10">
                                            <p:graphicEl>
                                              <a:dgm id="{B05A6D21-C161-4C25-8AB1-6B4ABDDA442D}"/>
                                            </p:graphic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10">
                                            <p:graphicEl>
                                              <a:dgm id="{7BBD43D8-F5A1-45E6-9E98-E1371EF1A5EA}"/>
                                            </p:graphicEl>
                                          </p:spTgt>
                                        </p:tgtEl>
                                        <p:attrNameLst>
                                          <p:attrName>style.visibility</p:attrName>
                                        </p:attrNameLst>
                                      </p:cBhvr>
                                      <p:to>
                                        <p:strVal val="visible"/>
                                      </p:to>
                                    </p:set>
                                    <p:anim calcmode="lin" valueType="num">
                                      <p:cBhvr additive="base">
                                        <p:cTn id="29" dur="500" fill="hold"/>
                                        <p:tgtEl>
                                          <p:spTgt spid="10">
                                            <p:graphicEl>
                                              <a:dgm id="{7BBD43D8-F5A1-45E6-9E98-E1371EF1A5EA}"/>
                                            </p:graphicEl>
                                          </p:spTgt>
                                        </p:tgtEl>
                                        <p:attrNameLst>
                                          <p:attrName>ppt_x</p:attrName>
                                        </p:attrNameLst>
                                      </p:cBhvr>
                                      <p:tavLst>
                                        <p:tav tm="0">
                                          <p:val>
                                            <p:strVal val="#ppt_x"/>
                                          </p:val>
                                        </p:tav>
                                        <p:tav tm="100000">
                                          <p:val>
                                            <p:strVal val="#ppt_x"/>
                                          </p:val>
                                        </p:tav>
                                      </p:tavLst>
                                    </p:anim>
                                    <p:anim calcmode="lin" valueType="num">
                                      <p:cBhvr additive="base">
                                        <p:cTn id="30" dur="500" fill="hold"/>
                                        <p:tgtEl>
                                          <p:spTgt spid="10">
                                            <p:graphicEl>
                                              <a:dgm id="{7BBD43D8-F5A1-45E6-9E98-E1371EF1A5EA}"/>
                                            </p:graphic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10">
                                            <p:graphicEl>
                                              <a:dgm id="{6A7A6780-37B6-40D3-917D-5E6CFBB30651}"/>
                                            </p:graphicEl>
                                          </p:spTgt>
                                        </p:tgtEl>
                                        <p:attrNameLst>
                                          <p:attrName>style.visibility</p:attrName>
                                        </p:attrNameLst>
                                      </p:cBhvr>
                                      <p:to>
                                        <p:strVal val="visible"/>
                                      </p:to>
                                    </p:set>
                                    <p:anim calcmode="lin" valueType="num">
                                      <p:cBhvr additive="base">
                                        <p:cTn id="35" dur="500" fill="hold"/>
                                        <p:tgtEl>
                                          <p:spTgt spid="10">
                                            <p:graphicEl>
                                              <a:dgm id="{6A7A6780-37B6-40D3-917D-5E6CFBB30651}"/>
                                            </p:graphicEl>
                                          </p:spTgt>
                                        </p:tgtEl>
                                        <p:attrNameLst>
                                          <p:attrName>ppt_x</p:attrName>
                                        </p:attrNameLst>
                                      </p:cBhvr>
                                      <p:tavLst>
                                        <p:tav tm="0">
                                          <p:val>
                                            <p:strVal val="#ppt_x"/>
                                          </p:val>
                                        </p:tav>
                                        <p:tav tm="100000">
                                          <p:val>
                                            <p:strVal val="#ppt_x"/>
                                          </p:val>
                                        </p:tav>
                                      </p:tavLst>
                                    </p:anim>
                                    <p:anim calcmode="lin" valueType="num">
                                      <p:cBhvr additive="base">
                                        <p:cTn id="36" dur="500" fill="hold"/>
                                        <p:tgtEl>
                                          <p:spTgt spid="10">
                                            <p:graphicEl>
                                              <a:dgm id="{6A7A6780-37B6-40D3-917D-5E6CFBB30651}"/>
                                            </p:graphic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0">
                                            <p:graphicEl>
                                              <a:dgm id="{09E9BD33-824C-4C5D-84A7-BAAFA6123213}"/>
                                            </p:graphicEl>
                                          </p:spTgt>
                                        </p:tgtEl>
                                        <p:attrNameLst>
                                          <p:attrName>style.visibility</p:attrName>
                                        </p:attrNameLst>
                                      </p:cBhvr>
                                      <p:to>
                                        <p:strVal val="visible"/>
                                      </p:to>
                                    </p:set>
                                    <p:anim calcmode="lin" valueType="num">
                                      <p:cBhvr additive="base">
                                        <p:cTn id="39" dur="500" fill="hold"/>
                                        <p:tgtEl>
                                          <p:spTgt spid="10">
                                            <p:graphicEl>
                                              <a:dgm id="{09E9BD33-824C-4C5D-84A7-BAAFA6123213}"/>
                                            </p:graphicEl>
                                          </p:spTgt>
                                        </p:tgtEl>
                                        <p:attrNameLst>
                                          <p:attrName>ppt_x</p:attrName>
                                        </p:attrNameLst>
                                      </p:cBhvr>
                                      <p:tavLst>
                                        <p:tav tm="0">
                                          <p:val>
                                            <p:strVal val="#ppt_x"/>
                                          </p:val>
                                        </p:tav>
                                        <p:tav tm="100000">
                                          <p:val>
                                            <p:strVal val="#ppt_x"/>
                                          </p:val>
                                        </p:tav>
                                      </p:tavLst>
                                    </p:anim>
                                    <p:anim calcmode="lin" valueType="num">
                                      <p:cBhvr additive="base">
                                        <p:cTn id="40" dur="500" fill="hold"/>
                                        <p:tgtEl>
                                          <p:spTgt spid="10">
                                            <p:graphicEl>
                                              <a:dgm id="{09E9BD33-824C-4C5D-84A7-BAAFA6123213}"/>
                                            </p:graphic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10">
                                            <p:graphicEl>
                                              <a:dgm id="{D7061196-0E88-471E-B61E-0DCE88FA0B85}"/>
                                            </p:graphicEl>
                                          </p:spTgt>
                                        </p:tgtEl>
                                        <p:attrNameLst>
                                          <p:attrName>style.visibility</p:attrName>
                                        </p:attrNameLst>
                                      </p:cBhvr>
                                      <p:to>
                                        <p:strVal val="visible"/>
                                      </p:to>
                                    </p:set>
                                    <p:anim calcmode="lin" valueType="num">
                                      <p:cBhvr additive="base">
                                        <p:cTn id="43" dur="500" fill="hold"/>
                                        <p:tgtEl>
                                          <p:spTgt spid="10">
                                            <p:graphicEl>
                                              <a:dgm id="{D7061196-0E88-471E-B61E-0DCE88FA0B85}"/>
                                            </p:graphicEl>
                                          </p:spTgt>
                                        </p:tgtEl>
                                        <p:attrNameLst>
                                          <p:attrName>ppt_x</p:attrName>
                                        </p:attrNameLst>
                                      </p:cBhvr>
                                      <p:tavLst>
                                        <p:tav tm="0">
                                          <p:val>
                                            <p:strVal val="#ppt_x"/>
                                          </p:val>
                                        </p:tav>
                                        <p:tav tm="100000">
                                          <p:val>
                                            <p:strVal val="#ppt_x"/>
                                          </p:val>
                                        </p:tav>
                                      </p:tavLst>
                                    </p:anim>
                                    <p:anim calcmode="lin" valueType="num">
                                      <p:cBhvr additive="base">
                                        <p:cTn id="44" dur="500" fill="hold"/>
                                        <p:tgtEl>
                                          <p:spTgt spid="10">
                                            <p:graphicEl>
                                              <a:dgm id="{D7061196-0E88-471E-B61E-0DCE88FA0B85}"/>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0" grpId="0">
        <p:bldSub>
          <a:bldDgm bld="one"/>
        </p:bldSub>
      </p:bldGraphic>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155A90-6B65-4A87-AE5C-5F45DC8C429F}"/>
              </a:ext>
            </a:extLst>
          </p:cNvPr>
          <p:cNvSpPr>
            <a:spLocks noGrp="1"/>
          </p:cNvSpPr>
          <p:nvPr>
            <p:ph type="title"/>
          </p:nvPr>
        </p:nvSpPr>
        <p:spPr>
          <a:xfrm>
            <a:off x="628650" y="273843"/>
            <a:ext cx="7381677" cy="994173"/>
          </a:xfrm>
        </p:spPr>
        <p:txBody>
          <a:bodyPr>
            <a:normAutofit/>
          </a:bodyPr>
          <a:lstStyle/>
          <a:p>
            <a:r>
              <a:rPr lang="pt-BR" sz="4200" b="1"/>
              <a:t>O QUE É O Power BI?</a:t>
            </a:r>
            <a:r>
              <a:rPr lang="pt-BR" sz="4200"/>
              <a:t> </a:t>
            </a:r>
          </a:p>
        </p:txBody>
      </p:sp>
      <p:graphicFrame>
        <p:nvGraphicFramePr>
          <p:cNvPr id="24" name="Espaço Reservado para Conteúdo 2">
            <a:extLst>
              <a:ext uri="{FF2B5EF4-FFF2-40B4-BE49-F238E27FC236}">
                <a16:creationId xmlns:a16="http://schemas.microsoft.com/office/drawing/2014/main" id="{02C5660C-2A14-45C6-9627-E177ECD28E45}"/>
              </a:ext>
            </a:extLst>
          </p:cNvPr>
          <p:cNvGraphicFramePr>
            <a:graphicFrameLocks noGrp="1"/>
          </p:cNvGraphicFramePr>
          <p:nvPr>
            <p:ph idx="1"/>
          </p:nvPr>
        </p:nvGraphicFramePr>
        <p:xfrm>
          <a:off x="628650" y="1369218"/>
          <a:ext cx="7886700" cy="326350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41720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4">
                                            <p:graphicEl>
                                              <a:dgm id="{6479BEC9-4604-4F36-A5E8-05B69ADA41C1}"/>
                                            </p:graphicEl>
                                          </p:spTgt>
                                        </p:tgtEl>
                                        <p:attrNameLst>
                                          <p:attrName>style.visibility</p:attrName>
                                        </p:attrNameLst>
                                      </p:cBhvr>
                                      <p:to>
                                        <p:strVal val="visible"/>
                                      </p:to>
                                    </p:set>
                                    <p:anim calcmode="lin" valueType="num">
                                      <p:cBhvr additive="base">
                                        <p:cTn id="7" dur="500" fill="hold"/>
                                        <p:tgtEl>
                                          <p:spTgt spid="24">
                                            <p:graphicEl>
                                              <a:dgm id="{6479BEC9-4604-4F36-A5E8-05B69ADA41C1}"/>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24">
                                            <p:graphicEl>
                                              <a:dgm id="{6479BEC9-4604-4F36-A5E8-05B69ADA41C1}"/>
                                            </p:graphic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4">
                                            <p:graphicEl>
                                              <a:dgm id="{BF7190F9-947A-4777-BC6B-01DF32980DF7}"/>
                                            </p:graphicEl>
                                          </p:spTgt>
                                        </p:tgtEl>
                                        <p:attrNameLst>
                                          <p:attrName>style.visibility</p:attrName>
                                        </p:attrNameLst>
                                      </p:cBhvr>
                                      <p:to>
                                        <p:strVal val="visible"/>
                                      </p:to>
                                    </p:set>
                                    <p:anim calcmode="lin" valueType="num">
                                      <p:cBhvr additive="base">
                                        <p:cTn id="11" dur="500" fill="hold"/>
                                        <p:tgtEl>
                                          <p:spTgt spid="24">
                                            <p:graphicEl>
                                              <a:dgm id="{BF7190F9-947A-4777-BC6B-01DF32980DF7}"/>
                                            </p:graphicEl>
                                          </p:spTgt>
                                        </p:tgtEl>
                                        <p:attrNameLst>
                                          <p:attrName>ppt_x</p:attrName>
                                        </p:attrNameLst>
                                      </p:cBhvr>
                                      <p:tavLst>
                                        <p:tav tm="0">
                                          <p:val>
                                            <p:strVal val="#ppt_x"/>
                                          </p:val>
                                        </p:tav>
                                        <p:tav tm="100000">
                                          <p:val>
                                            <p:strVal val="#ppt_x"/>
                                          </p:val>
                                        </p:tav>
                                      </p:tavLst>
                                    </p:anim>
                                    <p:anim calcmode="lin" valueType="num">
                                      <p:cBhvr additive="base">
                                        <p:cTn id="12" dur="500" fill="hold"/>
                                        <p:tgtEl>
                                          <p:spTgt spid="24">
                                            <p:graphicEl>
                                              <a:dgm id="{BF7190F9-947A-4777-BC6B-01DF32980DF7}"/>
                                            </p:graphic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4">
                                            <p:graphicEl>
                                              <a:dgm id="{7C2B3C4E-9DF3-4436-A173-D119C90B358D}"/>
                                            </p:graphicEl>
                                          </p:spTgt>
                                        </p:tgtEl>
                                        <p:attrNameLst>
                                          <p:attrName>style.visibility</p:attrName>
                                        </p:attrNameLst>
                                      </p:cBhvr>
                                      <p:to>
                                        <p:strVal val="visible"/>
                                      </p:to>
                                    </p:set>
                                    <p:anim calcmode="lin" valueType="num">
                                      <p:cBhvr additive="base">
                                        <p:cTn id="15" dur="500" fill="hold"/>
                                        <p:tgtEl>
                                          <p:spTgt spid="24">
                                            <p:graphicEl>
                                              <a:dgm id="{7C2B3C4E-9DF3-4436-A173-D119C90B358D}"/>
                                            </p:graphicEl>
                                          </p:spTgt>
                                        </p:tgtEl>
                                        <p:attrNameLst>
                                          <p:attrName>ppt_x</p:attrName>
                                        </p:attrNameLst>
                                      </p:cBhvr>
                                      <p:tavLst>
                                        <p:tav tm="0">
                                          <p:val>
                                            <p:strVal val="#ppt_x"/>
                                          </p:val>
                                        </p:tav>
                                        <p:tav tm="100000">
                                          <p:val>
                                            <p:strVal val="#ppt_x"/>
                                          </p:val>
                                        </p:tav>
                                      </p:tavLst>
                                    </p:anim>
                                    <p:anim calcmode="lin" valueType="num">
                                      <p:cBhvr additive="base">
                                        <p:cTn id="16" dur="500" fill="hold"/>
                                        <p:tgtEl>
                                          <p:spTgt spid="24">
                                            <p:graphicEl>
                                              <a:dgm id="{7C2B3C4E-9DF3-4436-A173-D119C90B358D}"/>
                                            </p:graphic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24">
                                            <p:graphicEl>
                                              <a:dgm id="{2FCED75B-8F08-4712-A17E-F596A4D4A64A}"/>
                                            </p:graphicEl>
                                          </p:spTgt>
                                        </p:tgtEl>
                                        <p:attrNameLst>
                                          <p:attrName>style.visibility</p:attrName>
                                        </p:attrNameLst>
                                      </p:cBhvr>
                                      <p:to>
                                        <p:strVal val="visible"/>
                                      </p:to>
                                    </p:set>
                                    <p:anim calcmode="lin" valueType="num">
                                      <p:cBhvr additive="base">
                                        <p:cTn id="21" dur="500" fill="hold"/>
                                        <p:tgtEl>
                                          <p:spTgt spid="24">
                                            <p:graphicEl>
                                              <a:dgm id="{2FCED75B-8F08-4712-A17E-F596A4D4A64A}"/>
                                            </p:graphicEl>
                                          </p:spTgt>
                                        </p:tgtEl>
                                        <p:attrNameLst>
                                          <p:attrName>ppt_x</p:attrName>
                                        </p:attrNameLst>
                                      </p:cBhvr>
                                      <p:tavLst>
                                        <p:tav tm="0">
                                          <p:val>
                                            <p:strVal val="#ppt_x"/>
                                          </p:val>
                                        </p:tav>
                                        <p:tav tm="100000">
                                          <p:val>
                                            <p:strVal val="#ppt_x"/>
                                          </p:val>
                                        </p:tav>
                                      </p:tavLst>
                                    </p:anim>
                                    <p:anim calcmode="lin" valueType="num">
                                      <p:cBhvr additive="base">
                                        <p:cTn id="22" dur="500" fill="hold"/>
                                        <p:tgtEl>
                                          <p:spTgt spid="24">
                                            <p:graphicEl>
                                              <a:dgm id="{2FCED75B-8F08-4712-A17E-F596A4D4A64A}"/>
                                            </p:graphic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24">
                                            <p:graphicEl>
                                              <a:dgm id="{EC1CAA1A-7560-4BD8-9D80-3480CCD95863}"/>
                                            </p:graphicEl>
                                          </p:spTgt>
                                        </p:tgtEl>
                                        <p:attrNameLst>
                                          <p:attrName>style.visibility</p:attrName>
                                        </p:attrNameLst>
                                      </p:cBhvr>
                                      <p:to>
                                        <p:strVal val="visible"/>
                                      </p:to>
                                    </p:set>
                                    <p:anim calcmode="lin" valueType="num">
                                      <p:cBhvr additive="base">
                                        <p:cTn id="25" dur="500" fill="hold"/>
                                        <p:tgtEl>
                                          <p:spTgt spid="24">
                                            <p:graphicEl>
                                              <a:dgm id="{EC1CAA1A-7560-4BD8-9D80-3480CCD95863}"/>
                                            </p:graphicEl>
                                          </p:spTgt>
                                        </p:tgtEl>
                                        <p:attrNameLst>
                                          <p:attrName>ppt_x</p:attrName>
                                        </p:attrNameLst>
                                      </p:cBhvr>
                                      <p:tavLst>
                                        <p:tav tm="0">
                                          <p:val>
                                            <p:strVal val="#ppt_x"/>
                                          </p:val>
                                        </p:tav>
                                        <p:tav tm="100000">
                                          <p:val>
                                            <p:strVal val="#ppt_x"/>
                                          </p:val>
                                        </p:tav>
                                      </p:tavLst>
                                    </p:anim>
                                    <p:anim calcmode="lin" valueType="num">
                                      <p:cBhvr additive="base">
                                        <p:cTn id="26" dur="500" fill="hold"/>
                                        <p:tgtEl>
                                          <p:spTgt spid="24">
                                            <p:graphicEl>
                                              <a:dgm id="{EC1CAA1A-7560-4BD8-9D80-3480CCD95863}"/>
                                            </p:graphic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24">
                                            <p:graphicEl>
                                              <a:dgm id="{EB9D559D-71E4-495A-A422-59E4DDE07722}"/>
                                            </p:graphicEl>
                                          </p:spTgt>
                                        </p:tgtEl>
                                        <p:attrNameLst>
                                          <p:attrName>style.visibility</p:attrName>
                                        </p:attrNameLst>
                                      </p:cBhvr>
                                      <p:to>
                                        <p:strVal val="visible"/>
                                      </p:to>
                                    </p:set>
                                    <p:anim calcmode="lin" valueType="num">
                                      <p:cBhvr additive="base">
                                        <p:cTn id="29" dur="500" fill="hold"/>
                                        <p:tgtEl>
                                          <p:spTgt spid="24">
                                            <p:graphicEl>
                                              <a:dgm id="{EB9D559D-71E4-495A-A422-59E4DDE07722}"/>
                                            </p:graphicEl>
                                          </p:spTgt>
                                        </p:tgtEl>
                                        <p:attrNameLst>
                                          <p:attrName>ppt_x</p:attrName>
                                        </p:attrNameLst>
                                      </p:cBhvr>
                                      <p:tavLst>
                                        <p:tav tm="0">
                                          <p:val>
                                            <p:strVal val="#ppt_x"/>
                                          </p:val>
                                        </p:tav>
                                        <p:tav tm="100000">
                                          <p:val>
                                            <p:strVal val="#ppt_x"/>
                                          </p:val>
                                        </p:tav>
                                      </p:tavLst>
                                    </p:anim>
                                    <p:anim calcmode="lin" valueType="num">
                                      <p:cBhvr additive="base">
                                        <p:cTn id="30" dur="500" fill="hold"/>
                                        <p:tgtEl>
                                          <p:spTgt spid="24">
                                            <p:graphicEl>
                                              <a:dgm id="{EB9D559D-71E4-495A-A422-59E4DDE07722}"/>
                                            </p:graphic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24">
                                            <p:graphicEl>
                                              <a:dgm id="{8752D1F5-A4DD-4CE0-A642-C0CF9F92A382}"/>
                                            </p:graphicEl>
                                          </p:spTgt>
                                        </p:tgtEl>
                                        <p:attrNameLst>
                                          <p:attrName>style.visibility</p:attrName>
                                        </p:attrNameLst>
                                      </p:cBhvr>
                                      <p:to>
                                        <p:strVal val="visible"/>
                                      </p:to>
                                    </p:set>
                                    <p:anim calcmode="lin" valueType="num">
                                      <p:cBhvr additive="base">
                                        <p:cTn id="35" dur="500" fill="hold"/>
                                        <p:tgtEl>
                                          <p:spTgt spid="24">
                                            <p:graphicEl>
                                              <a:dgm id="{8752D1F5-A4DD-4CE0-A642-C0CF9F92A382}"/>
                                            </p:graphicEl>
                                          </p:spTgt>
                                        </p:tgtEl>
                                        <p:attrNameLst>
                                          <p:attrName>ppt_x</p:attrName>
                                        </p:attrNameLst>
                                      </p:cBhvr>
                                      <p:tavLst>
                                        <p:tav tm="0">
                                          <p:val>
                                            <p:strVal val="#ppt_x"/>
                                          </p:val>
                                        </p:tav>
                                        <p:tav tm="100000">
                                          <p:val>
                                            <p:strVal val="#ppt_x"/>
                                          </p:val>
                                        </p:tav>
                                      </p:tavLst>
                                    </p:anim>
                                    <p:anim calcmode="lin" valueType="num">
                                      <p:cBhvr additive="base">
                                        <p:cTn id="36" dur="500" fill="hold"/>
                                        <p:tgtEl>
                                          <p:spTgt spid="24">
                                            <p:graphicEl>
                                              <a:dgm id="{8752D1F5-A4DD-4CE0-A642-C0CF9F92A382}"/>
                                            </p:graphic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24">
                                            <p:graphicEl>
                                              <a:dgm id="{8D689A5E-85BF-4033-955C-26D9492CA3E4}"/>
                                            </p:graphicEl>
                                          </p:spTgt>
                                        </p:tgtEl>
                                        <p:attrNameLst>
                                          <p:attrName>style.visibility</p:attrName>
                                        </p:attrNameLst>
                                      </p:cBhvr>
                                      <p:to>
                                        <p:strVal val="visible"/>
                                      </p:to>
                                    </p:set>
                                    <p:anim calcmode="lin" valueType="num">
                                      <p:cBhvr additive="base">
                                        <p:cTn id="39" dur="500" fill="hold"/>
                                        <p:tgtEl>
                                          <p:spTgt spid="24">
                                            <p:graphicEl>
                                              <a:dgm id="{8D689A5E-85BF-4033-955C-26D9492CA3E4}"/>
                                            </p:graphicEl>
                                          </p:spTgt>
                                        </p:tgtEl>
                                        <p:attrNameLst>
                                          <p:attrName>ppt_x</p:attrName>
                                        </p:attrNameLst>
                                      </p:cBhvr>
                                      <p:tavLst>
                                        <p:tav tm="0">
                                          <p:val>
                                            <p:strVal val="#ppt_x"/>
                                          </p:val>
                                        </p:tav>
                                        <p:tav tm="100000">
                                          <p:val>
                                            <p:strVal val="#ppt_x"/>
                                          </p:val>
                                        </p:tav>
                                      </p:tavLst>
                                    </p:anim>
                                    <p:anim calcmode="lin" valueType="num">
                                      <p:cBhvr additive="base">
                                        <p:cTn id="40" dur="500" fill="hold"/>
                                        <p:tgtEl>
                                          <p:spTgt spid="24">
                                            <p:graphicEl>
                                              <a:dgm id="{8D689A5E-85BF-4033-955C-26D9492CA3E4}"/>
                                            </p:graphic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24">
                                            <p:graphicEl>
                                              <a:dgm id="{85155B6E-BB9A-4163-B0D6-09DD39595938}"/>
                                            </p:graphicEl>
                                          </p:spTgt>
                                        </p:tgtEl>
                                        <p:attrNameLst>
                                          <p:attrName>style.visibility</p:attrName>
                                        </p:attrNameLst>
                                      </p:cBhvr>
                                      <p:to>
                                        <p:strVal val="visible"/>
                                      </p:to>
                                    </p:set>
                                    <p:anim calcmode="lin" valueType="num">
                                      <p:cBhvr additive="base">
                                        <p:cTn id="43" dur="500" fill="hold"/>
                                        <p:tgtEl>
                                          <p:spTgt spid="24">
                                            <p:graphicEl>
                                              <a:dgm id="{85155B6E-BB9A-4163-B0D6-09DD39595938}"/>
                                            </p:graphicEl>
                                          </p:spTgt>
                                        </p:tgtEl>
                                        <p:attrNameLst>
                                          <p:attrName>ppt_x</p:attrName>
                                        </p:attrNameLst>
                                      </p:cBhvr>
                                      <p:tavLst>
                                        <p:tav tm="0">
                                          <p:val>
                                            <p:strVal val="#ppt_x"/>
                                          </p:val>
                                        </p:tav>
                                        <p:tav tm="100000">
                                          <p:val>
                                            <p:strVal val="#ppt_x"/>
                                          </p:val>
                                        </p:tav>
                                      </p:tavLst>
                                    </p:anim>
                                    <p:anim calcmode="lin" valueType="num">
                                      <p:cBhvr additive="base">
                                        <p:cTn id="44" dur="500" fill="hold"/>
                                        <p:tgtEl>
                                          <p:spTgt spid="24">
                                            <p:graphicEl>
                                              <a:dgm id="{85155B6E-BB9A-4163-B0D6-09DD39595938}"/>
                                            </p:graphic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24">
                                            <p:graphicEl>
                                              <a:dgm id="{CBF0DC68-E6A2-4E62-88B1-ED1C5B3DE870}"/>
                                            </p:graphicEl>
                                          </p:spTgt>
                                        </p:tgtEl>
                                        <p:attrNameLst>
                                          <p:attrName>style.visibility</p:attrName>
                                        </p:attrNameLst>
                                      </p:cBhvr>
                                      <p:to>
                                        <p:strVal val="visible"/>
                                      </p:to>
                                    </p:set>
                                    <p:anim calcmode="lin" valueType="num">
                                      <p:cBhvr additive="base">
                                        <p:cTn id="49" dur="500" fill="hold"/>
                                        <p:tgtEl>
                                          <p:spTgt spid="24">
                                            <p:graphicEl>
                                              <a:dgm id="{CBF0DC68-E6A2-4E62-88B1-ED1C5B3DE870}"/>
                                            </p:graphicEl>
                                          </p:spTgt>
                                        </p:tgtEl>
                                        <p:attrNameLst>
                                          <p:attrName>ppt_x</p:attrName>
                                        </p:attrNameLst>
                                      </p:cBhvr>
                                      <p:tavLst>
                                        <p:tav tm="0">
                                          <p:val>
                                            <p:strVal val="#ppt_x"/>
                                          </p:val>
                                        </p:tav>
                                        <p:tav tm="100000">
                                          <p:val>
                                            <p:strVal val="#ppt_x"/>
                                          </p:val>
                                        </p:tav>
                                      </p:tavLst>
                                    </p:anim>
                                    <p:anim calcmode="lin" valueType="num">
                                      <p:cBhvr additive="base">
                                        <p:cTn id="50" dur="500" fill="hold"/>
                                        <p:tgtEl>
                                          <p:spTgt spid="24">
                                            <p:graphicEl>
                                              <a:dgm id="{CBF0DC68-E6A2-4E62-88B1-ED1C5B3DE870}"/>
                                            </p:graphicEl>
                                          </p:spTgt>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24">
                                            <p:graphicEl>
                                              <a:dgm id="{C23A03BF-9F68-4162-838D-2401728F9975}"/>
                                            </p:graphicEl>
                                          </p:spTgt>
                                        </p:tgtEl>
                                        <p:attrNameLst>
                                          <p:attrName>style.visibility</p:attrName>
                                        </p:attrNameLst>
                                      </p:cBhvr>
                                      <p:to>
                                        <p:strVal val="visible"/>
                                      </p:to>
                                    </p:set>
                                    <p:anim calcmode="lin" valueType="num">
                                      <p:cBhvr additive="base">
                                        <p:cTn id="53" dur="500" fill="hold"/>
                                        <p:tgtEl>
                                          <p:spTgt spid="24">
                                            <p:graphicEl>
                                              <a:dgm id="{C23A03BF-9F68-4162-838D-2401728F9975}"/>
                                            </p:graphicEl>
                                          </p:spTgt>
                                        </p:tgtEl>
                                        <p:attrNameLst>
                                          <p:attrName>ppt_x</p:attrName>
                                        </p:attrNameLst>
                                      </p:cBhvr>
                                      <p:tavLst>
                                        <p:tav tm="0">
                                          <p:val>
                                            <p:strVal val="#ppt_x"/>
                                          </p:val>
                                        </p:tav>
                                        <p:tav tm="100000">
                                          <p:val>
                                            <p:strVal val="#ppt_x"/>
                                          </p:val>
                                        </p:tav>
                                      </p:tavLst>
                                    </p:anim>
                                    <p:anim calcmode="lin" valueType="num">
                                      <p:cBhvr additive="base">
                                        <p:cTn id="54" dur="500" fill="hold"/>
                                        <p:tgtEl>
                                          <p:spTgt spid="24">
                                            <p:graphicEl>
                                              <a:dgm id="{C23A03BF-9F68-4162-838D-2401728F9975}"/>
                                            </p:graphicEl>
                                          </p:spTgt>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24">
                                            <p:graphicEl>
                                              <a:dgm id="{5812A6CC-87DE-4517-BA51-3EC0504E0749}"/>
                                            </p:graphicEl>
                                          </p:spTgt>
                                        </p:tgtEl>
                                        <p:attrNameLst>
                                          <p:attrName>style.visibility</p:attrName>
                                        </p:attrNameLst>
                                      </p:cBhvr>
                                      <p:to>
                                        <p:strVal val="visible"/>
                                      </p:to>
                                    </p:set>
                                    <p:anim calcmode="lin" valueType="num">
                                      <p:cBhvr additive="base">
                                        <p:cTn id="57" dur="500" fill="hold"/>
                                        <p:tgtEl>
                                          <p:spTgt spid="24">
                                            <p:graphicEl>
                                              <a:dgm id="{5812A6CC-87DE-4517-BA51-3EC0504E0749}"/>
                                            </p:graphicEl>
                                          </p:spTgt>
                                        </p:tgtEl>
                                        <p:attrNameLst>
                                          <p:attrName>ppt_x</p:attrName>
                                        </p:attrNameLst>
                                      </p:cBhvr>
                                      <p:tavLst>
                                        <p:tav tm="0">
                                          <p:val>
                                            <p:strVal val="#ppt_x"/>
                                          </p:val>
                                        </p:tav>
                                        <p:tav tm="100000">
                                          <p:val>
                                            <p:strVal val="#ppt_x"/>
                                          </p:val>
                                        </p:tav>
                                      </p:tavLst>
                                    </p:anim>
                                    <p:anim calcmode="lin" valueType="num">
                                      <p:cBhvr additive="base">
                                        <p:cTn id="58" dur="500" fill="hold"/>
                                        <p:tgtEl>
                                          <p:spTgt spid="24">
                                            <p:graphicEl>
                                              <a:dgm id="{5812A6CC-87DE-4517-BA51-3EC0504E0749}"/>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4" grpId="0">
        <p:bldSub>
          <a:bldDgm bld="one"/>
        </p:bldSub>
      </p:bldGraphic>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Espaço Reservado para Conteúdo 3">
            <a:extLst>
              <a:ext uri="{FF2B5EF4-FFF2-40B4-BE49-F238E27FC236}">
                <a16:creationId xmlns:a16="http://schemas.microsoft.com/office/drawing/2014/main" id="{9BEBE4F9-73D9-4478-AFD9-636CC3099E40}"/>
              </a:ext>
            </a:extLst>
          </p:cNvPr>
          <p:cNvPicPr>
            <a:picLocks noGrp="1" noChangeAspect="1"/>
          </p:cNvPicPr>
          <p:nvPr>
            <p:ph idx="1"/>
          </p:nvPr>
        </p:nvPicPr>
        <p:blipFill>
          <a:blip r:embed="rId2"/>
          <a:stretch>
            <a:fillRect/>
          </a:stretch>
        </p:blipFill>
        <p:spPr>
          <a:xfrm>
            <a:off x="591911" y="342900"/>
            <a:ext cx="7960178" cy="4457700"/>
          </a:xfrm>
          <a:prstGeom prst="rect">
            <a:avLst/>
          </a:prstGeom>
        </p:spPr>
      </p:pic>
      <p:sp>
        <p:nvSpPr>
          <p:cNvPr id="5" name="Título 1">
            <a:extLst>
              <a:ext uri="{FF2B5EF4-FFF2-40B4-BE49-F238E27FC236}">
                <a16:creationId xmlns:a16="http://schemas.microsoft.com/office/drawing/2014/main" id="{CDAF237D-533C-4761-9D00-66F0D5D14CAE}"/>
              </a:ext>
            </a:extLst>
          </p:cNvPr>
          <p:cNvSpPr txBox="1">
            <a:spLocks/>
          </p:cNvSpPr>
          <p:nvPr/>
        </p:nvSpPr>
        <p:spPr>
          <a:xfrm>
            <a:off x="1773365" y="138392"/>
            <a:ext cx="5797296" cy="891540"/>
          </a:xfrm>
          <a:prstGeom prst="rect">
            <a:avLst/>
          </a:prstGeom>
          <a:solidFill>
            <a:srgbClr val="FFFFFF"/>
          </a:solidFill>
          <a:ln w="31750" cap="sq">
            <a:solidFill>
              <a:srgbClr val="404040"/>
            </a:solidFill>
            <a:miter lim="800000"/>
          </a:ln>
        </p:spPr>
        <p:txBody>
          <a:bodyPr vert="horz" lIns="137160" tIns="137160" rIns="137160" bIns="137160" rtlCol="0" anchor="ctr">
            <a:normAutofit/>
          </a:bodyPr>
          <a:lstStyle>
            <a:lvl1pPr algn="ctr" defTabSz="914400" rtl="0" eaLnBrk="1" latinLnBrk="0" hangingPunct="1">
              <a:lnSpc>
                <a:spcPct val="90000"/>
              </a:lnSpc>
              <a:spcBef>
                <a:spcPct val="0"/>
              </a:spcBef>
              <a:buNone/>
              <a:defRPr sz="2800" kern="1200" cap="all" spc="200" baseline="0">
                <a:solidFill>
                  <a:schemeClr val="tx1">
                    <a:lumMod val="85000"/>
                    <a:lumOff val="15000"/>
                  </a:schemeClr>
                </a:solidFill>
                <a:latin typeface="+mj-lt"/>
                <a:ea typeface="+mj-ea"/>
                <a:cs typeface="+mj-cs"/>
              </a:defRPr>
            </a:lvl1pPr>
          </a:lstStyle>
          <a:p>
            <a:pPr>
              <a:spcAft>
                <a:spcPts val="600"/>
              </a:spcAft>
            </a:pPr>
            <a:r>
              <a:rPr lang="pt-BR" sz="2100" b="1" dirty="0">
                <a:solidFill>
                  <a:srgbClr val="262626"/>
                </a:solidFill>
              </a:rPr>
              <a:t>BI para todos</a:t>
            </a:r>
            <a:endParaRPr lang="pt-BR" sz="2100">
              <a:solidFill>
                <a:srgbClr val="262626"/>
              </a:solidFill>
            </a:endParaRPr>
          </a:p>
        </p:txBody>
      </p:sp>
    </p:spTree>
    <p:extLst>
      <p:ext uri="{BB962C8B-B14F-4D97-AF65-F5344CB8AC3E}">
        <p14:creationId xmlns:p14="http://schemas.microsoft.com/office/powerpoint/2010/main" val="164844415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Espaço Reservado para Conteúdo 2">
            <a:extLst>
              <a:ext uri="{FF2B5EF4-FFF2-40B4-BE49-F238E27FC236}">
                <a16:creationId xmlns:a16="http://schemas.microsoft.com/office/drawing/2014/main" id="{B03C71DF-8111-4D40-02A9-7165C761568E}"/>
              </a:ext>
            </a:extLst>
          </p:cNvPr>
          <p:cNvGraphicFramePr>
            <a:graphicFrameLocks/>
          </p:cNvGraphicFramePr>
          <p:nvPr/>
        </p:nvGraphicFramePr>
        <p:xfrm>
          <a:off x="2240280" y="1143663"/>
          <a:ext cx="5081451" cy="28561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921565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graphicEl>
                                              <a:dgm id="{9C7C741B-16D0-487F-A3D8-136DDB954B95}"/>
                                            </p:graphicEl>
                                          </p:spTgt>
                                        </p:tgtEl>
                                        <p:attrNameLst>
                                          <p:attrName>style.visibility</p:attrName>
                                        </p:attrNameLst>
                                      </p:cBhvr>
                                      <p:to>
                                        <p:strVal val="visible"/>
                                      </p:to>
                                    </p:set>
                                    <p:animEffect transition="in" filter="wipe(down)">
                                      <p:cBhvr>
                                        <p:cTn id="7" dur="500"/>
                                        <p:tgtEl>
                                          <p:spTgt spid="2">
                                            <p:graphicEl>
                                              <a:dgm id="{9C7C741B-16D0-487F-A3D8-136DDB954B95}"/>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
                                            <p:graphicEl>
                                              <a:dgm id="{75A4D336-07E0-468D-8E79-0DCDBAC3BE31}"/>
                                            </p:graphicEl>
                                          </p:spTgt>
                                        </p:tgtEl>
                                        <p:attrNameLst>
                                          <p:attrName>style.visibility</p:attrName>
                                        </p:attrNameLst>
                                      </p:cBhvr>
                                      <p:to>
                                        <p:strVal val="visible"/>
                                      </p:to>
                                    </p:set>
                                    <p:animEffect transition="in" filter="wipe(down)">
                                      <p:cBhvr>
                                        <p:cTn id="12" dur="500"/>
                                        <p:tgtEl>
                                          <p:spTgt spid="2">
                                            <p:graphicEl>
                                              <a:dgm id="{75A4D336-07E0-468D-8E79-0DCDBAC3BE31}"/>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2">
                                            <p:graphicEl>
                                              <a:dgm id="{A65C8F90-8B2E-4B0E-ADCD-A2C861783892}"/>
                                            </p:graphicEl>
                                          </p:spTgt>
                                        </p:tgtEl>
                                        <p:attrNameLst>
                                          <p:attrName>style.visibility</p:attrName>
                                        </p:attrNameLst>
                                      </p:cBhvr>
                                      <p:to>
                                        <p:strVal val="visible"/>
                                      </p:to>
                                    </p:set>
                                    <p:animEffect transition="in" filter="wipe(down)">
                                      <p:cBhvr>
                                        <p:cTn id="17" dur="500"/>
                                        <p:tgtEl>
                                          <p:spTgt spid="2">
                                            <p:graphicEl>
                                              <a:dgm id="{A65C8F90-8B2E-4B0E-ADCD-A2C861783892}"/>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2">
                                            <p:graphicEl>
                                              <a:dgm id="{D305E267-87B3-4EE0-A0C7-52893163289B}"/>
                                            </p:graphicEl>
                                          </p:spTgt>
                                        </p:tgtEl>
                                        <p:attrNameLst>
                                          <p:attrName>style.visibility</p:attrName>
                                        </p:attrNameLst>
                                      </p:cBhvr>
                                      <p:to>
                                        <p:strVal val="visible"/>
                                      </p:to>
                                    </p:set>
                                    <p:animEffect transition="in" filter="wipe(down)">
                                      <p:cBhvr>
                                        <p:cTn id="22" dur="500"/>
                                        <p:tgtEl>
                                          <p:spTgt spid="2">
                                            <p:graphicEl>
                                              <a:dgm id="{D305E267-87B3-4EE0-A0C7-52893163289B}"/>
                                            </p:graphic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2">
                                            <p:graphicEl>
                                              <a:dgm id="{B301A556-B8BC-4795-9504-90AF1085B7DD}"/>
                                            </p:graphicEl>
                                          </p:spTgt>
                                        </p:tgtEl>
                                        <p:attrNameLst>
                                          <p:attrName>style.visibility</p:attrName>
                                        </p:attrNameLst>
                                      </p:cBhvr>
                                      <p:to>
                                        <p:strVal val="visible"/>
                                      </p:to>
                                    </p:set>
                                    <p:animEffect transition="in" filter="wipe(down)">
                                      <p:cBhvr>
                                        <p:cTn id="27" dur="500"/>
                                        <p:tgtEl>
                                          <p:spTgt spid="2">
                                            <p:graphicEl>
                                              <a:dgm id="{B301A556-B8BC-4795-9504-90AF1085B7DD}"/>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Sub>
          <a:bldDgm bld="one"/>
        </p:bldSub>
      </p:bldGraphic>
    </p:bldLst>
  </p:timing>
</p:sld>
</file>

<file path=ppt/slides/slide3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234"/>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ítulo 1">
            <a:extLst>
              <a:ext uri="{FF2B5EF4-FFF2-40B4-BE49-F238E27FC236}">
                <a16:creationId xmlns:a16="http://schemas.microsoft.com/office/drawing/2014/main" id="{92CCC96B-7230-10CE-E9E0-91036F59156D}"/>
              </a:ext>
            </a:extLst>
          </p:cNvPr>
          <p:cNvSpPr>
            <a:spLocks noGrp="1"/>
          </p:cNvSpPr>
          <p:nvPr>
            <p:ph type="title"/>
          </p:nvPr>
        </p:nvSpPr>
        <p:spPr>
          <a:xfrm>
            <a:off x="359545" y="803100"/>
            <a:ext cx="2954766" cy="4187344"/>
          </a:xfrm>
        </p:spPr>
        <p:txBody>
          <a:bodyPr>
            <a:normAutofit/>
          </a:bodyPr>
          <a:lstStyle/>
          <a:p>
            <a:pPr algn="r"/>
            <a:r>
              <a:rPr lang="pt-BR" sz="3200" dirty="0">
                <a:ln w="0"/>
                <a:solidFill>
                  <a:schemeClr val="accent1"/>
                </a:solidFill>
                <a:effectLst>
                  <a:outerShdw blurRad="38100" dist="25400" dir="5400000" algn="ctr" rotWithShape="0">
                    <a:srgbClr val="6E747A">
                      <a:alpha val="43000"/>
                    </a:srgbClr>
                  </a:outerShdw>
                </a:effectLst>
              </a:rPr>
              <a:t>Considerações finais</a:t>
            </a:r>
            <a:endParaRPr lang="pt-BR" sz="4000" dirty="0"/>
          </a:p>
        </p:txBody>
      </p:sp>
      <p:cxnSp>
        <p:nvCxnSpPr>
          <p:cNvPr id="11" name="Straight Connector 10">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546039" y="849085"/>
            <a:ext cx="0" cy="4288180"/>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3" name="Espaço Reservado para Texto 2">
            <a:extLst>
              <a:ext uri="{FF2B5EF4-FFF2-40B4-BE49-F238E27FC236}">
                <a16:creationId xmlns:a16="http://schemas.microsoft.com/office/drawing/2014/main" id="{4E23AE76-CDBA-A5A6-6988-BACEE4868730}"/>
              </a:ext>
            </a:extLst>
          </p:cNvPr>
          <p:cNvGraphicFramePr/>
          <p:nvPr>
            <p:extLst>
              <p:ext uri="{D42A27DB-BD31-4B8C-83A1-F6EECF244321}">
                <p14:modId xmlns:p14="http://schemas.microsoft.com/office/powerpoint/2010/main" val="4288957967"/>
              </p:ext>
            </p:extLst>
          </p:nvPr>
        </p:nvGraphicFramePr>
        <p:xfrm>
          <a:off x="4056020" y="1094956"/>
          <a:ext cx="4728436" cy="363379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851576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graphicEl>
                                              <a:dgm id="{E38B8459-D684-450E-B3FD-3345A1D42206}"/>
                                            </p:graphicEl>
                                          </p:spTgt>
                                        </p:tgtEl>
                                        <p:attrNameLst>
                                          <p:attrName>style.visibility</p:attrName>
                                        </p:attrNameLst>
                                      </p:cBhvr>
                                      <p:to>
                                        <p:strVal val="visible"/>
                                      </p:to>
                                    </p:set>
                                    <p:anim calcmode="lin" valueType="num">
                                      <p:cBhvr additive="base">
                                        <p:cTn id="7" dur="500" fill="hold"/>
                                        <p:tgtEl>
                                          <p:spTgt spid="3">
                                            <p:graphicEl>
                                              <a:dgm id="{E38B8459-D684-450E-B3FD-3345A1D42206}"/>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graphicEl>
                                              <a:dgm id="{E38B8459-D684-450E-B3FD-3345A1D42206}"/>
                                            </p:graphic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graphicEl>
                                              <a:dgm id="{522E9354-93FE-48B9-BF93-65D85CE31714}"/>
                                            </p:graphicEl>
                                          </p:spTgt>
                                        </p:tgtEl>
                                        <p:attrNameLst>
                                          <p:attrName>style.visibility</p:attrName>
                                        </p:attrNameLst>
                                      </p:cBhvr>
                                      <p:to>
                                        <p:strVal val="visible"/>
                                      </p:to>
                                    </p:set>
                                    <p:anim calcmode="lin" valueType="num">
                                      <p:cBhvr additive="base">
                                        <p:cTn id="11" dur="500" fill="hold"/>
                                        <p:tgtEl>
                                          <p:spTgt spid="3">
                                            <p:graphicEl>
                                              <a:dgm id="{522E9354-93FE-48B9-BF93-65D85CE31714}"/>
                                            </p:graphic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graphicEl>
                                              <a:dgm id="{522E9354-93FE-48B9-BF93-65D85CE31714}"/>
                                            </p:graphic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graphicEl>
                                              <a:dgm id="{428DE3E2-B4D0-4CE5-B4FA-CFE60C7ED70B}"/>
                                            </p:graphicEl>
                                          </p:spTgt>
                                        </p:tgtEl>
                                        <p:attrNameLst>
                                          <p:attrName>style.visibility</p:attrName>
                                        </p:attrNameLst>
                                      </p:cBhvr>
                                      <p:to>
                                        <p:strVal val="visible"/>
                                      </p:to>
                                    </p:set>
                                    <p:anim calcmode="lin" valueType="num">
                                      <p:cBhvr additive="base">
                                        <p:cTn id="15" dur="500" fill="hold"/>
                                        <p:tgtEl>
                                          <p:spTgt spid="3">
                                            <p:graphicEl>
                                              <a:dgm id="{428DE3E2-B4D0-4CE5-B4FA-CFE60C7ED70B}"/>
                                            </p:graphic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graphicEl>
                                              <a:dgm id="{428DE3E2-B4D0-4CE5-B4FA-CFE60C7ED70B}"/>
                                            </p:graphic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3">
                                            <p:graphicEl>
                                              <a:dgm id="{1D9DE254-61D9-4087-875B-FB3E8DCD530C}"/>
                                            </p:graphicEl>
                                          </p:spTgt>
                                        </p:tgtEl>
                                        <p:attrNameLst>
                                          <p:attrName>style.visibility</p:attrName>
                                        </p:attrNameLst>
                                      </p:cBhvr>
                                      <p:to>
                                        <p:strVal val="visible"/>
                                      </p:to>
                                    </p:set>
                                    <p:anim calcmode="lin" valueType="num">
                                      <p:cBhvr additive="base">
                                        <p:cTn id="21" dur="500" fill="hold"/>
                                        <p:tgtEl>
                                          <p:spTgt spid="3">
                                            <p:graphicEl>
                                              <a:dgm id="{1D9DE254-61D9-4087-875B-FB3E8DCD530C}"/>
                                            </p:graphic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graphicEl>
                                              <a:dgm id="{1D9DE254-61D9-4087-875B-FB3E8DCD530C}"/>
                                            </p:graphic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graphicEl>
                                              <a:dgm id="{89F8D708-EC3D-4E4E-9654-F70F5AFCAE8A}"/>
                                            </p:graphicEl>
                                          </p:spTgt>
                                        </p:tgtEl>
                                        <p:attrNameLst>
                                          <p:attrName>style.visibility</p:attrName>
                                        </p:attrNameLst>
                                      </p:cBhvr>
                                      <p:to>
                                        <p:strVal val="visible"/>
                                      </p:to>
                                    </p:set>
                                    <p:anim calcmode="lin" valueType="num">
                                      <p:cBhvr additive="base">
                                        <p:cTn id="25" dur="500" fill="hold"/>
                                        <p:tgtEl>
                                          <p:spTgt spid="3">
                                            <p:graphicEl>
                                              <a:dgm id="{89F8D708-EC3D-4E4E-9654-F70F5AFCAE8A}"/>
                                            </p:graphic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graphicEl>
                                              <a:dgm id="{89F8D708-EC3D-4E4E-9654-F70F5AFCAE8A}"/>
                                            </p:graphic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
                                            <p:graphicEl>
                                              <a:dgm id="{B7E29ABA-E046-4FFD-9D91-464475F9FF74}"/>
                                            </p:graphicEl>
                                          </p:spTgt>
                                        </p:tgtEl>
                                        <p:attrNameLst>
                                          <p:attrName>style.visibility</p:attrName>
                                        </p:attrNameLst>
                                      </p:cBhvr>
                                      <p:to>
                                        <p:strVal val="visible"/>
                                      </p:to>
                                    </p:set>
                                    <p:anim calcmode="lin" valueType="num">
                                      <p:cBhvr additive="base">
                                        <p:cTn id="29" dur="500" fill="hold"/>
                                        <p:tgtEl>
                                          <p:spTgt spid="3">
                                            <p:graphicEl>
                                              <a:dgm id="{B7E29ABA-E046-4FFD-9D91-464475F9FF74}"/>
                                            </p:graphic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graphicEl>
                                              <a:dgm id="{B7E29ABA-E046-4FFD-9D91-464475F9FF74}"/>
                                            </p:graphic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3">
                                            <p:graphicEl>
                                              <a:dgm id="{AF79A62F-9270-48FF-9E76-A2CE9EC5A999}"/>
                                            </p:graphicEl>
                                          </p:spTgt>
                                        </p:tgtEl>
                                        <p:attrNameLst>
                                          <p:attrName>style.visibility</p:attrName>
                                        </p:attrNameLst>
                                      </p:cBhvr>
                                      <p:to>
                                        <p:strVal val="visible"/>
                                      </p:to>
                                    </p:set>
                                    <p:anim calcmode="lin" valueType="num">
                                      <p:cBhvr additive="base">
                                        <p:cTn id="35" dur="500" fill="hold"/>
                                        <p:tgtEl>
                                          <p:spTgt spid="3">
                                            <p:graphicEl>
                                              <a:dgm id="{AF79A62F-9270-48FF-9E76-A2CE9EC5A999}"/>
                                            </p:graphic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graphicEl>
                                              <a:dgm id="{AF79A62F-9270-48FF-9E76-A2CE9EC5A999}"/>
                                            </p:graphic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3">
                                            <p:graphicEl>
                                              <a:dgm id="{2452106F-E032-49DB-8188-F466CD7781AD}"/>
                                            </p:graphicEl>
                                          </p:spTgt>
                                        </p:tgtEl>
                                        <p:attrNameLst>
                                          <p:attrName>style.visibility</p:attrName>
                                        </p:attrNameLst>
                                      </p:cBhvr>
                                      <p:to>
                                        <p:strVal val="visible"/>
                                      </p:to>
                                    </p:set>
                                    <p:anim calcmode="lin" valueType="num">
                                      <p:cBhvr additive="base">
                                        <p:cTn id="39" dur="500" fill="hold"/>
                                        <p:tgtEl>
                                          <p:spTgt spid="3">
                                            <p:graphicEl>
                                              <a:dgm id="{2452106F-E032-49DB-8188-F466CD7781AD}"/>
                                            </p:graphic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graphicEl>
                                              <a:dgm id="{2452106F-E032-49DB-8188-F466CD7781AD}"/>
                                            </p:graphic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3">
                                            <p:graphicEl>
                                              <a:dgm id="{B65ACC02-AF15-4705-9902-361BE44F7824}"/>
                                            </p:graphicEl>
                                          </p:spTgt>
                                        </p:tgtEl>
                                        <p:attrNameLst>
                                          <p:attrName>style.visibility</p:attrName>
                                        </p:attrNameLst>
                                      </p:cBhvr>
                                      <p:to>
                                        <p:strVal val="visible"/>
                                      </p:to>
                                    </p:set>
                                    <p:anim calcmode="lin" valueType="num">
                                      <p:cBhvr additive="base">
                                        <p:cTn id="43" dur="500" fill="hold"/>
                                        <p:tgtEl>
                                          <p:spTgt spid="3">
                                            <p:graphicEl>
                                              <a:dgm id="{B65ACC02-AF15-4705-9902-361BE44F7824}"/>
                                            </p:graphic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graphicEl>
                                              <a:dgm id="{B65ACC02-AF15-4705-9902-361BE44F7824}"/>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Sub>
          <a:bldDgm bld="one"/>
        </p:bldSub>
      </p:bldGraphic>
    </p:bldLst>
  </p:timing>
</p:sld>
</file>

<file path=ppt/slides/slide3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01"/>
        <p:cNvGrpSpPr/>
        <p:nvPr/>
      </p:nvGrpSpPr>
      <p:grpSpPr>
        <a:xfrm>
          <a:off x="0" y="0"/>
          <a:ext cx="0" cy="0"/>
          <a:chOff x="0" y="0"/>
          <a:chExt cx="0" cy="0"/>
        </a:xfrm>
      </p:grpSpPr>
      <p:sp>
        <p:nvSpPr>
          <p:cNvPr id="2" name="Retângulo 1">
            <a:extLst>
              <a:ext uri="{FF2B5EF4-FFF2-40B4-BE49-F238E27FC236}">
                <a16:creationId xmlns:a16="http://schemas.microsoft.com/office/drawing/2014/main" id="{1BEBFA4D-B714-CA78-D5DF-0B09AB3F840D}"/>
              </a:ext>
            </a:extLst>
          </p:cNvPr>
          <p:cNvSpPr/>
          <p:nvPr/>
        </p:nvSpPr>
        <p:spPr>
          <a:xfrm>
            <a:off x="2133600" y="2981325"/>
            <a:ext cx="6010275" cy="1292662"/>
          </a:xfrm>
          <a:prstGeom prst="rect">
            <a:avLst/>
          </a:prstGeom>
          <a:noFill/>
        </p:spPr>
        <p:txBody>
          <a:bodyPr wrap="square" lIns="91440" tIns="45720" rIns="91440" bIns="45720">
            <a:spAutoFit/>
          </a:bodyPr>
          <a:lstStyle/>
          <a:p>
            <a:pPr algn="r"/>
            <a:r>
              <a:rPr lang="pt-BR" sz="2600" b="1" dirty="0">
                <a:ln w="6600">
                  <a:solidFill>
                    <a:schemeClr val="accent2"/>
                  </a:solidFill>
                  <a:prstDash val="solid"/>
                </a:ln>
                <a:solidFill>
                  <a:srgbClr val="FFFFFF"/>
                </a:solidFill>
                <a:effectLst>
                  <a:outerShdw dist="38100" dir="2700000" algn="tl" rotWithShape="0">
                    <a:schemeClr val="accent2"/>
                  </a:outerShdw>
                </a:effectLst>
              </a:rPr>
              <a:t>Os fatos não deixam de existir só porque são ignorados.</a:t>
            </a:r>
          </a:p>
          <a:p>
            <a:pPr algn="r"/>
            <a:r>
              <a:rPr lang="pt-BR" sz="2600" b="1" dirty="0">
                <a:ln w="6600">
                  <a:solidFill>
                    <a:schemeClr val="accent2"/>
                  </a:solidFill>
                  <a:prstDash val="solid"/>
                </a:ln>
                <a:solidFill>
                  <a:srgbClr val="FFFFFF"/>
                </a:solidFill>
                <a:effectLst>
                  <a:outerShdw dist="38100" dir="2700000" algn="tl" rotWithShape="0">
                    <a:schemeClr val="accent2"/>
                  </a:outerShdw>
                </a:effectLst>
              </a:rPr>
              <a:t>Aldous Huxley</a:t>
            </a:r>
          </a:p>
        </p:txBody>
      </p:sp>
    </p:spTree>
    <p:extLst>
      <p:ext uri="{BB962C8B-B14F-4D97-AF65-F5344CB8AC3E}">
        <p14:creationId xmlns:p14="http://schemas.microsoft.com/office/powerpoint/2010/main" val="89551302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Shape 84"/>
        <p:cNvGrpSpPr/>
        <p:nvPr/>
      </p:nvGrpSpPr>
      <p:grpSpPr>
        <a:xfrm>
          <a:off x="0" y="0"/>
          <a:ext cx="0" cy="0"/>
          <a:chOff x="0" y="0"/>
          <a:chExt cx="0" cy="0"/>
        </a:xfrm>
      </p:grpSpPr>
      <p:pic>
        <p:nvPicPr>
          <p:cNvPr id="85" name="Google Shape;85;p13"/>
          <p:cNvPicPr preferRelativeResize="0"/>
          <p:nvPr/>
        </p:nvPicPr>
        <p:blipFill rotWithShape="1">
          <a:blip r:embed="rId3">
            <a:alphaModFix/>
          </a:blip>
          <a:srcRect/>
          <a:stretch/>
        </p:blipFill>
        <p:spPr>
          <a:xfrm>
            <a:off x="0" y="-49953"/>
            <a:ext cx="9225213" cy="5193453"/>
          </a:xfrm>
          <a:prstGeom prst="rect">
            <a:avLst/>
          </a:prstGeom>
          <a:noFill/>
          <a:ln>
            <a:noFill/>
          </a:ln>
        </p:spPr>
      </p:pic>
    </p:spTree>
    <p:extLst>
      <p:ext uri="{BB962C8B-B14F-4D97-AF65-F5344CB8AC3E}">
        <p14:creationId xmlns:p14="http://schemas.microsoft.com/office/powerpoint/2010/main" val="19901127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Shape 89"/>
        <p:cNvGrpSpPr/>
        <p:nvPr/>
      </p:nvGrpSpPr>
      <p:grpSpPr>
        <a:xfrm>
          <a:off x="0" y="0"/>
          <a:ext cx="0" cy="0"/>
          <a:chOff x="0" y="0"/>
          <a:chExt cx="0" cy="0"/>
        </a:xfrm>
      </p:grpSpPr>
      <p:pic>
        <p:nvPicPr>
          <p:cNvPr id="90" name="Google Shape;90;p14"/>
          <p:cNvPicPr preferRelativeResize="0"/>
          <p:nvPr/>
        </p:nvPicPr>
        <p:blipFill rotWithShape="1">
          <a:blip r:embed="rId3">
            <a:alphaModFix/>
          </a:blip>
          <a:srcRect/>
          <a:stretch/>
        </p:blipFill>
        <p:spPr>
          <a:xfrm>
            <a:off x="0" y="0"/>
            <a:ext cx="9144000" cy="5147733"/>
          </a:xfrm>
          <a:prstGeom prst="rect">
            <a:avLst/>
          </a:prstGeom>
          <a:noFill/>
          <a:ln>
            <a:noFill/>
          </a:ln>
        </p:spPr>
      </p:pic>
      <p:sp>
        <p:nvSpPr>
          <p:cNvPr id="91" name="Google Shape;91;p14"/>
          <p:cNvSpPr txBox="1"/>
          <p:nvPr/>
        </p:nvSpPr>
        <p:spPr>
          <a:xfrm>
            <a:off x="6496099" y="3328654"/>
            <a:ext cx="1926900" cy="9927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pt-BR" sz="3000" b="1" i="0" u="none" strike="noStrike" cap="none" dirty="0">
                <a:solidFill>
                  <a:schemeClr val="lt1"/>
                </a:solidFill>
                <a:latin typeface="Tahoma"/>
                <a:ea typeface="Tahoma"/>
                <a:cs typeface="Tahoma"/>
                <a:sym typeface="Tahoma"/>
              </a:rPr>
              <a:t>Título</a:t>
            </a:r>
            <a:endParaRPr sz="3000" dirty="0">
              <a:solidFill>
                <a:schemeClr val="lt1"/>
              </a:solidFill>
              <a:latin typeface="Tahoma"/>
              <a:ea typeface="Tahoma"/>
              <a:cs typeface="Tahoma"/>
              <a:sym typeface="Tahoma"/>
            </a:endParaRPr>
          </a:p>
          <a:p>
            <a:pPr marL="0" marR="0" lvl="0" indent="0" algn="l" rtl="0">
              <a:spcBef>
                <a:spcPts val="0"/>
              </a:spcBef>
              <a:spcAft>
                <a:spcPts val="0"/>
              </a:spcAft>
              <a:buNone/>
            </a:pPr>
            <a:r>
              <a:rPr lang="pt-BR" sz="3000" dirty="0">
                <a:solidFill>
                  <a:schemeClr val="lt1"/>
                </a:solidFill>
                <a:latin typeface="Tahoma"/>
                <a:ea typeface="Tahoma"/>
                <a:cs typeface="Tahoma"/>
                <a:sym typeface="Tahoma"/>
              </a:rPr>
              <a:t>aqui</a:t>
            </a:r>
            <a:endParaRPr sz="3000" dirty="0">
              <a:solidFill>
                <a:schemeClr val="lt1"/>
              </a:solidFill>
              <a:latin typeface="Tahoma"/>
              <a:ea typeface="Tahoma"/>
              <a:cs typeface="Tahoma"/>
              <a:sym typeface="Tahoma"/>
            </a:endParaRPr>
          </a:p>
        </p:txBody>
      </p:sp>
    </p:spTree>
    <p:extLst>
      <p:ext uri="{BB962C8B-B14F-4D97-AF65-F5344CB8AC3E}">
        <p14:creationId xmlns:p14="http://schemas.microsoft.com/office/powerpoint/2010/main" val="338605212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Shape 95"/>
        <p:cNvGrpSpPr/>
        <p:nvPr/>
      </p:nvGrpSpPr>
      <p:grpSpPr>
        <a:xfrm>
          <a:off x="0" y="0"/>
          <a:ext cx="0" cy="0"/>
          <a:chOff x="0" y="0"/>
          <a:chExt cx="0" cy="0"/>
        </a:xfrm>
      </p:grpSpPr>
      <p:sp>
        <p:nvSpPr>
          <p:cNvPr id="96" name="Google Shape;96;p15"/>
          <p:cNvSpPr txBox="1">
            <a:spLocks noGrp="1"/>
          </p:cNvSpPr>
          <p:nvPr>
            <p:ph type="title"/>
          </p:nvPr>
        </p:nvSpPr>
        <p:spPr>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rgbClr val="3F3F3F"/>
              </a:buClr>
              <a:buSzPts val="2400"/>
              <a:buFont typeface="Tahoma"/>
              <a:buNone/>
            </a:pPr>
            <a:endParaRPr/>
          </a:p>
        </p:txBody>
      </p:sp>
      <p:sp>
        <p:nvSpPr>
          <p:cNvPr id="97" name="Google Shape;97;p15"/>
          <p:cNvSpPr txBox="1">
            <a:spLocks noGrp="1"/>
          </p:cNvSpPr>
          <p:nvPr>
            <p:ph idx="1"/>
          </p:nvPr>
        </p:nvSpPr>
        <p:spPr>
          <a:prstGeom prst="rect">
            <a:avLst/>
          </a:prstGeom>
          <a:noFill/>
          <a:ln>
            <a:noFill/>
          </a:ln>
        </p:spPr>
        <p:txBody>
          <a:bodyPr spcFirstLastPara="1" wrap="square" lIns="68575" tIns="34275" rIns="68575" bIns="34275" anchor="t" anchorCtr="0">
            <a:noAutofit/>
          </a:bodyPr>
          <a:lstStyle/>
          <a:p>
            <a:pPr marL="0" lvl="0" indent="0" algn="l" rtl="0">
              <a:lnSpc>
                <a:spcPct val="90000"/>
              </a:lnSpc>
              <a:spcBef>
                <a:spcPts val="0"/>
              </a:spcBef>
              <a:spcAft>
                <a:spcPts val="0"/>
              </a:spcAft>
              <a:buClr>
                <a:srgbClr val="3F3F3F"/>
              </a:buClr>
              <a:buSzPts val="1800"/>
              <a:buNone/>
            </a:pPr>
            <a:endParaRPr/>
          </a:p>
        </p:txBody>
      </p:sp>
      <p:pic>
        <p:nvPicPr>
          <p:cNvPr id="3" name="Imagem 2">
            <a:extLst>
              <a:ext uri="{FF2B5EF4-FFF2-40B4-BE49-F238E27FC236}">
                <a16:creationId xmlns:a16="http://schemas.microsoft.com/office/drawing/2014/main" id="{03FD1CF6-E85E-D410-96D4-8AC5A7C6200B}"/>
              </a:ext>
            </a:extLst>
          </p:cNvPr>
          <p:cNvPicPr>
            <a:picLocks noChangeAspect="1"/>
          </p:cNvPicPr>
          <p:nvPr/>
        </p:nvPicPr>
        <p:blipFill>
          <a:blip r:embed="rId3"/>
          <a:stretch>
            <a:fillRect/>
          </a:stretch>
        </p:blipFill>
        <p:spPr>
          <a:xfrm>
            <a:off x="64785" y="0"/>
            <a:ext cx="9144000" cy="5143500"/>
          </a:xfrm>
          <a:prstGeom prst="rect">
            <a:avLst/>
          </a:prstGeom>
        </p:spPr>
      </p:pic>
    </p:spTree>
    <p:extLst>
      <p:ext uri="{BB962C8B-B14F-4D97-AF65-F5344CB8AC3E}">
        <p14:creationId xmlns:p14="http://schemas.microsoft.com/office/powerpoint/2010/main" val="140196518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93491FC-84AB-4079-DC4C-7CF4C2F4AA7B}"/>
              </a:ext>
            </a:extLst>
          </p:cNvPr>
          <p:cNvSpPr>
            <a:spLocks noGrp="1"/>
          </p:cNvSpPr>
          <p:nvPr>
            <p:ph type="ctrTitle"/>
          </p:nvPr>
        </p:nvSpPr>
        <p:spPr/>
        <p:txBody>
          <a:bodyPr/>
          <a:lstStyle/>
          <a:p>
            <a:endParaRPr lang="pt-BR"/>
          </a:p>
        </p:txBody>
      </p:sp>
      <p:sp>
        <p:nvSpPr>
          <p:cNvPr id="3" name="Subtítulo 2">
            <a:extLst>
              <a:ext uri="{FF2B5EF4-FFF2-40B4-BE49-F238E27FC236}">
                <a16:creationId xmlns:a16="http://schemas.microsoft.com/office/drawing/2014/main" id="{EB884178-AB2C-9190-84A0-1E41461DD1F5}"/>
              </a:ext>
            </a:extLst>
          </p:cNvPr>
          <p:cNvSpPr>
            <a:spLocks noGrp="1"/>
          </p:cNvSpPr>
          <p:nvPr>
            <p:ph type="subTitle" idx="1"/>
          </p:nvPr>
        </p:nvSpPr>
        <p:spPr/>
        <p:txBody>
          <a:bodyPr/>
          <a:lstStyle/>
          <a:p>
            <a:endParaRPr lang="pt-BR"/>
          </a:p>
        </p:txBody>
      </p:sp>
      <p:pic>
        <p:nvPicPr>
          <p:cNvPr id="4" name="Imagem 3">
            <a:extLst>
              <a:ext uri="{FF2B5EF4-FFF2-40B4-BE49-F238E27FC236}">
                <a16:creationId xmlns:a16="http://schemas.microsoft.com/office/drawing/2014/main" id="{977AE128-0F0C-FF76-B54D-6CEF9D012ECC}"/>
              </a:ext>
            </a:extLst>
          </p:cNvPr>
          <p:cNvPicPr>
            <a:picLocks noChangeAspect="1"/>
          </p:cNvPicPr>
          <p:nvPr/>
        </p:nvPicPr>
        <p:blipFill>
          <a:blip r:embed="rId2"/>
          <a:stretch>
            <a:fillRect/>
          </a:stretch>
        </p:blipFill>
        <p:spPr>
          <a:xfrm>
            <a:off x="99422" y="0"/>
            <a:ext cx="9144000" cy="5143500"/>
          </a:xfrm>
          <a:prstGeom prst="rect">
            <a:avLst/>
          </a:prstGeom>
        </p:spPr>
      </p:pic>
      <p:pic>
        <p:nvPicPr>
          <p:cNvPr id="6" name="Google Shape;102;p16">
            <a:extLst>
              <a:ext uri="{FF2B5EF4-FFF2-40B4-BE49-F238E27FC236}">
                <a16:creationId xmlns:a16="http://schemas.microsoft.com/office/drawing/2014/main" id="{FDC16A67-463F-6354-61A7-AF409300092E}"/>
              </a:ext>
            </a:extLst>
          </p:cNvPr>
          <p:cNvPicPr preferRelativeResize="0"/>
          <p:nvPr/>
        </p:nvPicPr>
        <p:blipFill rotWithShape="1">
          <a:blip r:embed="rId3">
            <a:alphaModFix/>
          </a:blip>
          <a:srcRect/>
          <a:stretch/>
        </p:blipFill>
        <p:spPr>
          <a:xfrm>
            <a:off x="515395" y="453430"/>
            <a:ext cx="9222378" cy="5186978"/>
          </a:xfrm>
          <a:prstGeom prst="rect">
            <a:avLst/>
          </a:prstGeom>
          <a:noFill/>
          <a:ln>
            <a:noFill/>
          </a:ln>
        </p:spPr>
      </p:pic>
      <p:pic>
        <p:nvPicPr>
          <p:cNvPr id="7" name="Google Shape;90;p14">
            <a:extLst>
              <a:ext uri="{FF2B5EF4-FFF2-40B4-BE49-F238E27FC236}">
                <a16:creationId xmlns:a16="http://schemas.microsoft.com/office/drawing/2014/main" id="{A96FEEA2-D86F-FC1A-7884-1F1B29144330}"/>
              </a:ext>
            </a:extLst>
          </p:cNvPr>
          <p:cNvPicPr preferRelativeResize="0"/>
          <p:nvPr/>
        </p:nvPicPr>
        <p:blipFill rotWithShape="1">
          <a:blip r:embed="rId4">
            <a:alphaModFix/>
          </a:blip>
          <a:srcRect/>
          <a:stretch/>
        </p:blipFill>
        <p:spPr>
          <a:xfrm>
            <a:off x="1311349" y="946105"/>
            <a:ext cx="9144000" cy="5147733"/>
          </a:xfrm>
          <a:prstGeom prst="rect">
            <a:avLst/>
          </a:prstGeom>
          <a:noFill/>
          <a:ln>
            <a:noFill/>
          </a:ln>
        </p:spPr>
      </p:pic>
      <p:pic>
        <p:nvPicPr>
          <p:cNvPr id="8" name="Google Shape;85;p13">
            <a:extLst>
              <a:ext uri="{FF2B5EF4-FFF2-40B4-BE49-F238E27FC236}">
                <a16:creationId xmlns:a16="http://schemas.microsoft.com/office/drawing/2014/main" id="{129827A2-4D9E-2AD0-9AD5-B184BFE28FAF}"/>
              </a:ext>
            </a:extLst>
          </p:cNvPr>
          <p:cNvPicPr preferRelativeResize="0"/>
          <p:nvPr/>
        </p:nvPicPr>
        <p:blipFill rotWithShape="1">
          <a:blip r:embed="rId5">
            <a:alphaModFix/>
          </a:blip>
          <a:srcRect/>
          <a:stretch/>
        </p:blipFill>
        <p:spPr>
          <a:xfrm>
            <a:off x="1942214" y="1346623"/>
            <a:ext cx="9225213" cy="5193453"/>
          </a:xfrm>
          <a:prstGeom prst="rect">
            <a:avLst/>
          </a:prstGeom>
          <a:noFill/>
          <a:ln>
            <a:noFill/>
          </a:ln>
        </p:spPr>
      </p:pic>
    </p:spTree>
    <p:extLst>
      <p:ext uri="{BB962C8B-B14F-4D97-AF65-F5344CB8AC3E}">
        <p14:creationId xmlns:p14="http://schemas.microsoft.com/office/powerpoint/2010/main" val="411865188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Shape 101"/>
        <p:cNvGrpSpPr/>
        <p:nvPr/>
      </p:nvGrpSpPr>
      <p:grpSpPr>
        <a:xfrm>
          <a:off x="0" y="0"/>
          <a:ext cx="0" cy="0"/>
          <a:chOff x="0" y="0"/>
          <a:chExt cx="0" cy="0"/>
        </a:xfrm>
      </p:grpSpPr>
      <p:pic>
        <p:nvPicPr>
          <p:cNvPr id="102" name="Google Shape;102;p16"/>
          <p:cNvPicPr preferRelativeResize="0"/>
          <p:nvPr/>
        </p:nvPicPr>
        <p:blipFill rotWithShape="1">
          <a:blip r:embed="rId3">
            <a:alphaModFix/>
          </a:blip>
          <a:srcRect/>
          <a:stretch/>
        </p:blipFill>
        <p:spPr>
          <a:xfrm>
            <a:off x="169032" y="190194"/>
            <a:ext cx="9222378" cy="5186978"/>
          </a:xfrm>
          <a:prstGeom prst="rect">
            <a:avLst/>
          </a:prstGeom>
          <a:noFill/>
          <a:ln>
            <a:noFill/>
          </a:ln>
        </p:spPr>
      </p:pic>
    </p:spTree>
  </p:cSld>
  <p:clrMapOvr>
    <a:masterClrMapping/>
  </p:clrMapOvr>
</p:sld>
</file>

<file path=ppt/theme/theme1.xml><?xml version="1.0" encoding="utf-8"?>
<a:theme xmlns:a="http://schemas.openxmlformats.org/drawingml/2006/main" name="Tema do Office">
  <a:themeElements>
    <a:clrScheme name="Violeta II">
      <a:dk1>
        <a:sysClr val="windowText" lastClr="000000"/>
      </a:dk1>
      <a:lt1>
        <a:sysClr val="window" lastClr="FFFFFF"/>
      </a:lt1>
      <a:dk2>
        <a:srgbClr val="632E62"/>
      </a:dk2>
      <a:lt2>
        <a:srgbClr val="EAE5EB"/>
      </a:lt2>
      <a:accent1>
        <a:srgbClr val="92278F"/>
      </a:accent1>
      <a:accent2>
        <a:srgbClr val="9B57D3"/>
      </a:accent2>
      <a:accent3>
        <a:srgbClr val="755DD9"/>
      </a:accent3>
      <a:accent4>
        <a:srgbClr val="665EB8"/>
      </a:accent4>
      <a:accent5>
        <a:srgbClr val="45A5ED"/>
      </a:accent5>
      <a:accent6>
        <a:srgbClr val="5982DB"/>
      </a:accent6>
      <a:hlink>
        <a:srgbClr val="0066FF"/>
      </a:hlink>
      <a:folHlink>
        <a:srgbClr val="666699"/>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7f225ce4-e67b-409a-936c-2f0e4ed21938"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AAAE67C1A9F4A04EB6FB5186ED75CED2" ma:contentTypeVersion="14" ma:contentTypeDescription="Create a new document." ma:contentTypeScope="" ma:versionID="859d8143745134b1081bb6f7abbc5b01">
  <xsd:schema xmlns:xsd="http://www.w3.org/2001/XMLSchema" xmlns:xs="http://www.w3.org/2001/XMLSchema" xmlns:p="http://schemas.microsoft.com/office/2006/metadata/properties" xmlns:ns3="7f225ce4-e67b-409a-936c-2f0e4ed21938" xmlns:ns4="fcbe7e42-d3c9-496b-9c06-9509924e5e51" targetNamespace="http://schemas.microsoft.com/office/2006/metadata/properties" ma:root="true" ma:fieldsID="05811bf62edeb4ed7110bd71511b8b81" ns3:_="" ns4:_="">
    <xsd:import namespace="7f225ce4-e67b-409a-936c-2f0e4ed21938"/>
    <xsd:import namespace="fcbe7e42-d3c9-496b-9c06-9509924e5e51"/>
    <xsd:element name="properties">
      <xsd:complexType>
        <xsd:sequence>
          <xsd:element name="documentManagement">
            <xsd:complexType>
              <xsd:all>
                <xsd:element ref="ns3:MediaServiceMetadata" minOccurs="0"/>
                <xsd:element ref="ns3:MediaServiceFastMetadata" minOccurs="0"/>
                <xsd:element ref="ns3:MediaServiceSearchProperties" minOccurs="0"/>
                <xsd:element ref="ns3:MediaServiceObjectDetectorVersions" minOccurs="0"/>
                <xsd:element ref="ns3:MediaServiceSystemTags" minOccurs="0"/>
                <xsd:element ref="ns3:MediaServiceGenerationTime" minOccurs="0"/>
                <xsd:element ref="ns3:MediaServiceEventHashCode" minOccurs="0"/>
                <xsd:element ref="ns3:MediaLengthInSeconds" minOccurs="0"/>
                <xsd:element ref="ns3:MediaServiceDateTaken" minOccurs="0"/>
                <xsd:element ref="ns3:MediaServiceOCR" minOccurs="0"/>
                <xsd:element ref="ns3:_activity" minOccurs="0"/>
                <xsd:element ref="ns4:SharedWithUsers" minOccurs="0"/>
                <xsd:element ref="ns4:SharedWithDetails" minOccurs="0"/>
                <xsd:element ref="ns4:SharingHintHash"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f225ce4-e67b-409a-936c-2f0e4ed2193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SystemTags" ma:index="12" nillable="true" ma:displayName="MediaServiceSystemTags" ma:hidden="true" ma:internalName="MediaServiceSystemTags" ma:readOnly="true">
      <xsd:simpleType>
        <xsd:restriction base="dms:Note"/>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_activity" ma:index="18" nillable="true" ma:displayName="_activity" ma:hidden="true" ma:internalName="_activity">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cbe7e42-d3c9-496b-9c06-9509924e5e51" elementFormDefault="qualified">
    <xsd:import namespace="http://schemas.microsoft.com/office/2006/documentManagement/types"/>
    <xsd:import namespace="http://schemas.microsoft.com/office/infopath/2007/PartnerControls"/>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element name="SharingHintHash" ma:index="21"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C33D6D7-BE43-42CF-8CB7-77FB75EC30BC}">
  <ds:schemaRefs>
    <ds:schemaRef ds:uri="7f225ce4-e67b-409a-936c-2f0e4ed21938"/>
    <ds:schemaRef ds:uri="http://www.w3.org/XML/1998/namespace"/>
    <ds:schemaRef ds:uri="http://schemas.microsoft.com/office/2006/metadata/properties"/>
    <ds:schemaRef ds:uri="http://purl.org/dc/terms/"/>
    <ds:schemaRef ds:uri="http://schemas.microsoft.com/office/infopath/2007/PartnerControls"/>
    <ds:schemaRef ds:uri="http://schemas.openxmlformats.org/package/2006/metadata/core-properties"/>
    <ds:schemaRef ds:uri="http://purl.org/dc/elements/1.1/"/>
    <ds:schemaRef ds:uri="http://purl.org/dc/dcmitype/"/>
    <ds:schemaRef ds:uri="http://schemas.microsoft.com/office/2006/documentManagement/types"/>
    <ds:schemaRef ds:uri="fcbe7e42-d3c9-496b-9c06-9509924e5e51"/>
  </ds:schemaRefs>
</ds:datastoreItem>
</file>

<file path=customXml/itemProps2.xml><?xml version="1.0" encoding="utf-8"?>
<ds:datastoreItem xmlns:ds="http://schemas.openxmlformats.org/officeDocument/2006/customXml" ds:itemID="{C8D32FBA-9A8B-4EA1-B87D-A32309C0344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f225ce4-e67b-409a-936c-2f0e4ed21938"/>
    <ds:schemaRef ds:uri="fcbe7e42-d3c9-496b-9c06-9509924e5e5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5D8C3C1-A67B-4AED-A9AB-9A3C139B47E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578</TotalTime>
  <Words>1818</Words>
  <Application>Microsoft Office PowerPoint</Application>
  <PresentationFormat>Apresentação na tela (16:9)</PresentationFormat>
  <Paragraphs>145</Paragraphs>
  <Slides>44</Slides>
  <Notes>8</Notes>
  <HiddenSlides>5</HiddenSlides>
  <MMClips>0</MMClips>
  <ScaleCrop>false</ScaleCrop>
  <HeadingPairs>
    <vt:vector size="6" baseType="variant">
      <vt:variant>
        <vt:lpstr>Fontes usadas</vt:lpstr>
      </vt:variant>
      <vt:variant>
        <vt:i4>6</vt:i4>
      </vt:variant>
      <vt:variant>
        <vt:lpstr>Tema</vt:lpstr>
      </vt:variant>
      <vt:variant>
        <vt:i4>1</vt:i4>
      </vt:variant>
      <vt:variant>
        <vt:lpstr>Títulos de slides</vt:lpstr>
      </vt:variant>
      <vt:variant>
        <vt:i4>44</vt:i4>
      </vt:variant>
    </vt:vector>
  </HeadingPairs>
  <TitlesOfParts>
    <vt:vector size="51" baseType="lpstr">
      <vt:lpstr>Aptos Display</vt:lpstr>
      <vt:lpstr>Tahoma</vt:lpstr>
      <vt:lpstr>Söhne</vt:lpstr>
      <vt:lpstr>Aptos</vt:lpstr>
      <vt:lpstr>Wingdings</vt:lpstr>
      <vt:lpstr>Arial</vt:lpstr>
      <vt:lpstr>Tema do Office</vt:lpstr>
      <vt:lpstr>Business Intelligence</vt:lpstr>
      <vt:lpstr>Apresentação do PowerPoint</vt:lpstr>
      <vt:lpstr>Agenda</vt:lpstr>
      <vt:lpstr>Objetivo da aula</vt:lpstr>
      <vt:lpstr>Relembrando BI</vt:lpstr>
      <vt:lpstr>Check-in</vt:lpstr>
      <vt:lpstr>Conceitos básicos de modelagem multidimensional </vt:lpstr>
      <vt:lpstr>Conceitos básicos de modelagem multidimensional </vt:lpstr>
      <vt:lpstr>Conceitos básicos de modelagem multidimensional </vt:lpstr>
      <vt:lpstr>Apresentação do PowerPoint</vt:lpstr>
      <vt:lpstr>Apresentação do PowerPoint</vt:lpstr>
      <vt:lpstr>Tabela dimensão</vt:lpstr>
      <vt:lpstr>Tabela fato</vt:lpstr>
      <vt:lpstr>Apresentação do PowerPoint</vt:lpstr>
      <vt:lpstr>Apresentação do PowerPoint</vt:lpstr>
      <vt:lpstr>Apresentação do PowerPoint</vt:lpstr>
      <vt:lpstr>Apresentação do PowerPoint</vt:lpstr>
      <vt:lpstr>Apresentação do PowerPoint</vt:lpstr>
      <vt:lpstr>“star schema” e “snowflake”</vt:lpstr>
      <vt:lpstr>Star schema</vt:lpstr>
      <vt:lpstr>Star schema</vt:lpstr>
      <vt:lpstr>Star schema</vt:lpstr>
      <vt:lpstr>snowflake</vt:lpstr>
      <vt:lpstr>Apresentação do PowerPoint</vt:lpstr>
      <vt:lpstr>Apresentação do PowerPoint</vt:lpstr>
      <vt:lpstr>Apresentação do PowerPoint</vt:lpstr>
      <vt:lpstr>Apresentação do PowerPoint</vt:lpstr>
      <vt:lpstr>DO EXCEL AO POWER BI</vt:lpstr>
      <vt:lpstr>Suplementos power</vt:lpstr>
      <vt:lpstr>O QUE É O POWER QUERY? </vt:lpstr>
      <vt:lpstr>O QUE É O Power Pivot ? </vt:lpstr>
      <vt:lpstr>As linguagens do Power BI  (e do Excel)</vt:lpstr>
      <vt:lpstr>A Linguagem M</vt:lpstr>
      <vt:lpstr>A Linguagem DAX</vt:lpstr>
      <vt:lpstr>O QUE É O Power BI? </vt:lpstr>
      <vt:lpstr>Apresentação do PowerPoint</vt:lpstr>
      <vt:lpstr>Apresentação do PowerPoint</vt:lpstr>
      <vt:lpstr>Considerações finais</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José Pedro Calistro Torres de Miranda</dc:creator>
  <cp:lastModifiedBy>José Pedro Calistro Torres de Miranda</cp:lastModifiedBy>
  <cp:revision>16</cp:revision>
  <dcterms:modified xsi:type="dcterms:W3CDTF">2025-02-25T12:40:02Z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0x010100AAAE67C1A9F4A04EB6FB5186ED75CED2</vt:lpwstr>
  </property>
</Properties>
</file>