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46"/>
  </p:notesMasterIdLst>
  <p:sldIdLst>
    <p:sldId id="256" r:id="rId5"/>
    <p:sldId id="331" r:id="rId6"/>
    <p:sldId id="306" r:id="rId7"/>
    <p:sldId id="319" r:id="rId8"/>
    <p:sldId id="318" r:id="rId9"/>
    <p:sldId id="394" r:id="rId10"/>
    <p:sldId id="303" r:id="rId11"/>
    <p:sldId id="405" r:id="rId12"/>
    <p:sldId id="406" r:id="rId13"/>
    <p:sldId id="260" r:id="rId14"/>
    <p:sldId id="295" r:id="rId15"/>
    <p:sldId id="296" r:id="rId16"/>
    <p:sldId id="307" r:id="rId17"/>
    <p:sldId id="398" r:id="rId18"/>
    <p:sldId id="400" r:id="rId19"/>
    <p:sldId id="401" r:id="rId20"/>
    <p:sldId id="402" r:id="rId21"/>
    <p:sldId id="404" r:id="rId22"/>
    <p:sldId id="280" r:id="rId23"/>
    <p:sldId id="282" r:id="rId24"/>
    <p:sldId id="281" r:id="rId25"/>
    <p:sldId id="284" r:id="rId26"/>
    <p:sldId id="283" r:id="rId27"/>
    <p:sldId id="286" r:id="rId28"/>
    <p:sldId id="287" r:id="rId29"/>
    <p:sldId id="288" r:id="rId30"/>
    <p:sldId id="290" r:id="rId31"/>
    <p:sldId id="323" r:id="rId32"/>
    <p:sldId id="387" r:id="rId33"/>
    <p:sldId id="392" r:id="rId34"/>
    <p:sldId id="388" r:id="rId35"/>
    <p:sldId id="389" r:id="rId36"/>
    <p:sldId id="390" r:id="rId37"/>
    <p:sldId id="393" r:id="rId38"/>
    <p:sldId id="298" r:id="rId39"/>
    <p:sldId id="302" r:id="rId40"/>
    <p:sldId id="399" r:id="rId41"/>
    <p:sldId id="300" r:id="rId42"/>
    <p:sldId id="299" r:id="rId43"/>
    <p:sldId id="322" r:id="rId44"/>
    <p:sldId id="259" r:id="rId45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47"/>
      <p:bold r:id="rId4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0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42E18-4648-47B1-88C0-BCE97A64834C}" v="268" dt="2024-03-22T03:50:2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0" autoAdjust="0"/>
  </p:normalViewPr>
  <p:slideViewPr>
    <p:cSldViewPr snapToGrid="0">
      <p:cViewPr varScale="1">
        <p:scale>
          <a:sx n="109" d="100"/>
          <a:sy n="109" d="100"/>
        </p:scale>
        <p:origin x="840" y="8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hyperlink" Target="https://www.microsoft.com/es-es/download/details.aspx?id=39379" TargetMode="Externa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hyperlink" Target="https://msdn.microsoft.com/es-co/library/gg413422.aspx" TargetMode="External"/><Relationship Id="rId7" Type="http://schemas.openxmlformats.org/officeDocument/2006/relationships/image" Target="../media/image49.svg"/><Relationship Id="rId2" Type="http://schemas.openxmlformats.org/officeDocument/2006/relationships/hyperlink" Target="https://www.youtube.com/watch?v=TZCO3y27z8E" TargetMode="External"/><Relationship Id="rId1" Type="http://schemas.openxmlformats.org/officeDocument/2006/relationships/hyperlink" Target="https://www.microsoft.com/es-es/download/details.aspx?" TargetMode="Externa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13.svg"/><Relationship Id="rId10" Type="http://schemas.openxmlformats.org/officeDocument/2006/relationships/image" Target="../media/image52.png"/><Relationship Id="rId4" Type="http://schemas.openxmlformats.org/officeDocument/2006/relationships/image" Target="../media/image12.png"/><Relationship Id="rId9" Type="http://schemas.openxmlformats.org/officeDocument/2006/relationships/image" Target="../media/image5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7.png"/><Relationship Id="rId7" Type="http://schemas.openxmlformats.org/officeDocument/2006/relationships/image" Target="../media/image10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s-es/download/details.aspx?id=39379" TargetMode="External"/><Relationship Id="rId7" Type="http://schemas.openxmlformats.org/officeDocument/2006/relationships/image" Target="../media/image47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hyperlink" Target="https://www.microsoft.com/es-es/download/details.aspx?" TargetMode="External"/><Relationship Id="rId7" Type="http://schemas.openxmlformats.org/officeDocument/2006/relationships/image" Target="../media/image50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49.svg"/><Relationship Id="rId11" Type="http://schemas.openxmlformats.org/officeDocument/2006/relationships/image" Target="../media/image53.sv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hyperlink" Target="https://www.youtube.com/watch?v=TZCO3y27z8E" TargetMode="External"/><Relationship Id="rId9" Type="http://schemas.openxmlformats.org/officeDocument/2006/relationships/hyperlink" Target="https://msdn.microsoft.com/es-co/library/gg413422.aspx" TargetMode="External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7.png"/><Relationship Id="rId7" Type="http://schemas.openxmlformats.org/officeDocument/2006/relationships/image" Target="../media/image10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57A97-D7C6-43AF-9EC4-04DDEC4FEFAB}" type="doc">
      <dgm:prSet loTypeId="urn:microsoft.com/office/officeart/2005/8/layout/hierarchy3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81759B-550D-402E-B4A3-69FEDD3E06C7}">
      <dgm:prSet/>
      <dgm:spPr/>
      <dgm:t>
        <a:bodyPr/>
        <a:lstStyle/>
        <a:p>
          <a:r>
            <a:rPr lang="pt-BR" b="1" i="0" dirty="0"/>
            <a:t>Unidade 1 - Banco de Dados Multidimensionais</a:t>
          </a:r>
          <a:endParaRPr lang="en-US" dirty="0"/>
        </a:p>
      </dgm:t>
    </dgm:pt>
    <dgm:pt modelId="{A0A83230-8D14-4027-AC3C-C636B409CD0B}" type="parTrans" cxnId="{BEE99BAF-DD77-45A2-AE2A-8B23BA00DEE2}">
      <dgm:prSet/>
      <dgm:spPr/>
      <dgm:t>
        <a:bodyPr/>
        <a:lstStyle/>
        <a:p>
          <a:endParaRPr lang="en-US"/>
        </a:p>
      </dgm:t>
    </dgm:pt>
    <dgm:pt modelId="{35C77413-514B-41CF-8B05-081C581107CA}" type="sibTrans" cxnId="{BEE99BAF-DD77-45A2-AE2A-8B23BA00DEE2}">
      <dgm:prSet/>
      <dgm:spPr/>
      <dgm:t>
        <a:bodyPr/>
        <a:lstStyle/>
        <a:p>
          <a:endParaRPr lang="en-US"/>
        </a:p>
      </dgm:t>
    </dgm:pt>
    <dgm:pt modelId="{9F39DC30-6534-40E0-9543-B3F6A475FA76}">
      <dgm:prSet/>
      <dgm:spPr/>
      <dgm:t>
        <a:bodyPr/>
        <a:lstStyle/>
        <a:p>
          <a:r>
            <a:rPr lang="pt-BR" b="0" i="0" dirty="0"/>
            <a:t>Conceitos básicos de modelagem multidimensional.</a:t>
          </a:r>
          <a:endParaRPr lang="en-US" dirty="0"/>
        </a:p>
      </dgm:t>
    </dgm:pt>
    <dgm:pt modelId="{5CE02FDC-B170-4147-B1D7-83136FEF9F1B}" type="parTrans" cxnId="{557C6475-7934-421B-B59F-DF888D4D747B}">
      <dgm:prSet/>
      <dgm:spPr/>
      <dgm:t>
        <a:bodyPr/>
        <a:lstStyle/>
        <a:p>
          <a:endParaRPr lang="en-US"/>
        </a:p>
      </dgm:t>
    </dgm:pt>
    <dgm:pt modelId="{E21621CE-DDEE-425D-83B9-162C8BD744D2}" type="sibTrans" cxnId="{557C6475-7934-421B-B59F-DF888D4D747B}">
      <dgm:prSet/>
      <dgm:spPr/>
      <dgm:t>
        <a:bodyPr/>
        <a:lstStyle/>
        <a:p>
          <a:endParaRPr lang="en-US"/>
        </a:p>
      </dgm:t>
    </dgm:pt>
    <dgm:pt modelId="{8E532B8B-6BA1-4BF8-974D-34D5C2A36AF2}">
      <dgm:prSet/>
      <dgm:spPr/>
      <dgm:t>
        <a:bodyPr/>
        <a:lstStyle/>
        <a:p>
          <a:r>
            <a:rPr lang="pt-BR" b="0" i="0"/>
            <a:t>Entendimento de dimensões e fatos.</a:t>
          </a:r>
          <a:endParaRPr lang="en-US"/>
        </a:p>
      </dgm:t>
    </dgm:pt>
    <dgm:pt modelId="{C6E4D2A2-D3C6-4976-8731-6322BFC2E2F6}" type="parTrans" cxnId="{837CC98D-BA21-4A1F-832D-407B52896F8E}">
      <dgm:prSet/>
      <dgm:spPr/>
      <dgm:t>
        <a:bodyPr/>
        <a:lstStyle/>
        <a:p>
          <a:endParaRPr lang="en-US"/>
        </a:p>
      </dgm:t>
    </dgm:pt>
    <dgm:pt modelId="{FCB72E09-FA86-4551-B940-722D72126013}" type="sibTrans" cxnId="{837CC98D-BA21-4A1F-832D-407B52896F8E}">
      <dgm:prSet/>
      <dgm:spPr/>
      <dgm:t>
        <a:bodyPr/>
        <a:lstStyle/>
        <a:p>
          <a:endParaRPr lang="en-US"/>
        </a:p>
      </dgm:t>
    </dgm:pt>
    <dgm:pt modelId="{017CDF76-EBEF-423A-82D3-B66D85F5A5C3}">
      <dgm:prSet/>
      <dgm:spPr/>
      <dgm:t>
        <a:bodyPr/>
        <a:lstStyle/>
        <a:p>
          <a:r>
            <a:rPr lang="pt-BR" b="0" i="0" dirty="0"/>
            <a:t>Hierarquias em modelos multidimensionais.</a:t>
          </a:r>
          <a:endParaRPr lang="en-US" dirty="0"/>
        </a:p>
      </dgm:t>
    </dgm:pt>
    <dgm:pt modelId="{17D062C0-8227-4246-A59F-48B3F8082DFB}" type="parTrans" cxnId="{F459D464-C0B6-49E3-8080-DC512B25C362}">
      <dgm:prSet/>
      <dgm:spPr/>
      <dgm:t>
        <a:bodyPr/>
        <a:lstStyle/>
        <a:p>
          <a:endParaRPr lang="en-US"/>
        </a:p>
      </dgm:t>
    </dgm:pt>
    <dgm:pt modelId="{B4F02CA2-D03B-49EB-AE7A-155CFDE76ED0}" type="sibTrans" cxnId="{F459D464-C0B6-49E3-8080-DC512B25C362}">
      <dgm:prSet/>
      <dgm:spPr/>
      <dgm:t>
        <a:bodyPr/>
        <a:lstStyle/>
        <a:p>
          <a:endParaRPr lang="en-US"/>
        </a:p>
      </dgm:t>
    </dgm:pt>
    <dgm:pt modelId="{8358EB46-3F38-4114-976B-C7B72640C86E}">
      <dgm:prSet/>
      <dgm:spPr/>
      <dgm:t>
        <a:bodyPr/>
        <a:lstStyle/>
        <a:p>
          <a:r>
            <a:rPr lang="pt-BR" b="1" i="0" dirty="0"/>
            <a:t>Unidade 2 - Modelagem Multidimensional</a:t>
          </a:r>
          <a:endParaRPr lang="en-US" dirty="0"/>
        </a:p>
      </dgm:t>
    </dgm:pt>
    <dgm:pt modelId="{8E2A7205-BACC-44FF-B881-B77F44D26D04}" type="parTrans" cxnId="{5356B0A0-8B7F-4BE6-8721-78A087B2F8AF}">
      <dgm:prSet/>
      <dgm:spPr/>
      <dgm:t>
        <a:bodyPr/>
        <a:lstStyle/>
        <a:p>
          <a:endParaRPr lang="en-US"/>
        </a:p>
      </dgm:t>
    </dgm:pt>
    <dgm:pt modelId="{3539DD6F-0F1B-4C09-9695-7361985F93E6}" type="sibTrans" cxnId="{5356B0A0-8B7F-4BE6-8721-78A087B2F8AF}">
      <dgm:prSet/>
      <dgm:spPr/>
      <dgm:t>
        <a:bodyPr/>
        <a:lstStyle/>
        <a:p>
          <a:endParaRPr lang="en-US"/>
        </a:p>
      </dgm:t>
    </dgm:pt>
    <dgm:pt modelId="{21830EFB-8238-421E-B2E0-51F47A675460}">
      <dgm:prSet/>
      <dgm:spPr/>
      <dgm:t>
        <a:bodyPr/>
        <a:lstStyle/>
        <a:p>
          <a:r>
            <a:rPr lang="pt-BR" b="0" i="0" dirty="0"/>
            <a:t>Análise detalhada da modelagem multidimensional.</a:t>
          </a:r>
          <a:endParaRPr lang="en-US" dirty="0"/>
        </a:p>
      </dgm:t>
    </dgm:pt>
    <dgm:pt modelId="{BC878AD6-D854-4A21-A770-3EF351E7BE8F}" type="parTrans" cxnId="{57009109-54D1-4BDD-86F1-897420C3235F}">
      <dgm:prSet/>
      <dgm:spPr/>
      <dgm:t>
        <a:bodyPr/>
        <a:lstStyle/>
        <a:p>
          <a:endParaRPr lang="en-US"/>
        </a:p>
      </dgm:t>
    </dgm:pt>
    <dgm:pt modelId="{7F07D60E-0C87-4B73-808E-D12C7B3930A5}" type="sibTrans" cxnId="{57009109-54D1-4BDD-86F1-897420C3235F}">
      <dgm:prSet/>
      <dgm:spPr/>
      <dgm:t>
        <a:bodyPr/>
        <a:lstStyle/>
        <a:p>
          <a:endParaRPr lang="en-US"/>
        </a:p>
      </dgm:t>
    </dgm:pt>
    <dgm:pt modelId="{A3335743-CF31-454B-B38B-B55339B6A1FC}">
      <dgm:prSet/>
      <dgm:spPr/>
      <dgm:t>
        <a:bodyPr/>
        <a:lstStyle/>
        <a:p>
          <a:r>
            <a:rPr lang="pt-BR" b="0" i="0" dirty="0"/>
            <a:t>Identificação de necessidades de negócios para modelagem multidimensional.</a:t>
          </a:r>
          <a:endParaRPr lang="en-US" dirty="0"/>
        </a:p>
      </dgm:t>
    </dgm:pt>
    <dgm:pt modelId="{0EE793FE-6753-45FA-B3B0-E108D3C1D7A3}" type="parTrans" cxnId="{03991A59-180B-4655-8124-AC83F355BCA2}">
      <dgm:prSet/>
      <dgm:spPr/>
      <dgm:t>
        <a:bodyPr/>
        <a:lstStyle/>
        <a:p>
          <a:endParaRPr lang="en-US"/>
        </a:p>
      </dgm:t>
    </dgm:pt>
    <dgm:pt modelId="{BCBD8D83-BE1C-48FF-922B-82BCDEB3953F}" type="sibTrans" cxnId="{03991A59-180B-4655-8124-AC83F355BCA2}">
      <dgm:prSet/>
      <dgm:spPr/>
      <dgm:t>
        <a:bodyPr/>
        <a:lstStyle/>
        <a:p>
          <a:endParaRPr lang="en-US"/>
        </a:p>
      </dgm:t>
    </dgm:pt>
    <dgm:pt modelId="{C7603D0E-74AA-4A92-962B-B6DA424DDEDE}">
      <dgm:prSet/>
      <dgm:spPr/>
      <dgm:t>
        <a:bodyPr/>
        <a:lstStyle/>
        <a:p>
          <a:r>
            <a:rPr lang="pt-BR" b="0" i="0" dirty="0"/>
            <a:t>Técnicas avançadas de modelagem multidimensional.</a:t>
          </a:r>
          <a:endParaRPr lang="en-US" dirty="0"/>
        </a:p>
      </dgm:t>
    </dgm:pt>
    <dgm:pt modelId="{9CF5EFAE-5C58-4415-B93A-767A27411290}" type="parTrans" cxnId="{778BBF08-A35F-4A96-9FC5-018CD2C4C935}">
      <dgm:prSet/>
      <dgm:spPr/>
      <dgm:t>
        <a:bodyPr/>
        <a:lstStyle/>
        <a:p>
          <a:endParaRPr lang="en-US"/>
        </a:p>
      </dgm:t>
    </dgm:pt>
    <dgm:pt modelId="{426647A7-FDEC-4445-87FE-E80C2FFBE17D}" type="sibTrans" cxnId="{778BBF08-A35F-4A96-9FC5-018CD2C4C935}">
      <dgm:prSet/>
      <dgm:spPr/>
      <dgm:t>
        <a:bodyPr/>
        <a:lstStyle/>
        <a:p>
          <a:endParaRPr lang="en-US"/>
        </a:p>
      </dgm:t>
    </dgm:pt>
    <dgm:pt modelId="{83BD9170-6557-4727-B7AE-071C43661C98}">
      <dgm:prSet/>
      <dgm:spPr/>
      <dgm:t>
        <a:bodyPr/>
        <a:lstStyle/>
        <a:p>
          <a:r>
            <a:rPr lang="pt-BR" b="1" i="0"/>
            <a:t>Unidade 3 - Data Warehouse (DW) e Data Mart (DM)</a:t>
          </a:r>
          <a:endParaRPr lang="en-US"/>
        </a:p>
      </dgm:t>
    </dgm:pt>
    <dgm:pt modelId="{C7C97B3B-77A6-45E6-8C3E-9FFF93359F04}" type="parTrans" cxnId="{C8AD21BF-FC7B-41E9-974B-E0AD5711A72B}">
      <dgm:prSet/>
      <dgm:spPr/>
      <dgm:t>
        <a:bodyPr/>
        <a:lstStyle/>
        <a:p>
          <a:endParaRPr lang="en-US"/>
        </a:p>
      </dgm:t>
    </dgm:pt>
    <dgm:pt modelId="{5909DEE8-FA86-40F3-BFCE-88B6DEA39E37}" type="sibTrans" cxnId="{C8AD21BF-FC7B-41E9-974B-E0AD5711A72B}">
      <dgm:prSet/>
      <dgm:spPr/>
      <dgm:t>
        <a:bodyPr/>
        <a:lstStyle/>
        <a:p>
          <a:endParaRPr lang="en-US"/>
        </a:p>
      </dgm:t>
    </dgm:pt>
    <dgm:pt modelId="{E0952788-0799-4723-A19C-2D61EC5760F1}">
      <dgm:prSet/>
      <dgm:spPr/>
      <dgm:t>
        <a:bodyPr/>
        <a:lstStyle/>
        <a:p>
          <a:r>
            <a:rPr lang="pt-BR" b="0" i="0"/>
            <a:t>Introdução ao conceito de Data Warehouse.</a:t>
          </a:r>
          <a:endParaRPr lang="en-US"/>
        </a:p>
      </dgm:t>
    </dgm:pt>
    <dgm:pt modelId="{FB8D4C62-5FA9-4A51-9794-310AC00165DE}" type="parTrans" cxnId="{357914A2-A0F3-49AA-BDFF-331B2D5EACCB}">
      <dgm:prSet/>
      <dgm:spPr/>
      <dgm:t>
        <a:bodyPr/>
        <a:lstStyle/>
        <a:p>
          <a:endParaRPr lang="en-US"/>
        </a:p>
      </dgm:t>
    </dgm:pt>
    <dgm:pt modelId="{EAD3E5AE-2E10-4693-A3AC-A178388F8C09}" type="sibTrans" cxnId="{357914A2-A0F3-49AA-BDFF-331B2D5EACCB}">
      <dgm:prSet/>
      <dgm:spPr/>
      <dgm:t>
        <a:bodyPr/>
        <a:lstStyle/>
        <a:p>
          <a:endParaRPr lang="en-US"/>
        </a:p>
      </dgm:t>
    </dgm:pt>
    <dgm:pt modelId="{7A9F0CB9-300C-4F90-92E7-6D5E87842B00}">
      <dgm:prSet/>
      <dgm:spPr/>
      <dgm:t>
        <a:bodyPr/>
        <a:lstStyle/>
        <a:p>
          <a:r>
            <a:rPr lang="pt-BR" b="0" i="0"/>
            <a:t>Funções e importância do Data Mart.</a:t>
          </a:r>
          <a:endParaRPr lang="en-US"/>
        </a:p>
      </dgm:t>
    </dgm:pt>
    <dgm:pt modelId="{FA8697D5-9503-4C22-A73F-A635D7509B4A}" type="parTrans" cxnId="{82CC45DB-0C5B-4821-A3E5-941F5BFCA321}">
      <dgm:prSet/>
      <dgm:spPr/>
      <dgm:t>
        <a:bodyPr/>
        <a:lstStyle/>
        <a:p>
          <a:endParaRPr lang="en-US"/>
        </a:p>
      </dgm:t>
    </dgm:pt>
    <dgm:pt modelId="{73E82AD6-E6C5-479A-82F8-37DC91344099}" type="sibTrans" cxnId="{82CC45DB-0C5B-4821-A3E5-941F5BFCA321}">
      <dgm:prSet/>
      <dgm:spPr/>
      <dgm:t>
        <a:bodyPr/>
        <a:lstStyle/>
        <a:p>
          <a:endParaRPr lang="en-US"/>
        </a:p>
      </dgm:t>
    </dgm:pt>
    <dgm:pt modelId="{F23BE3A3-CF75-415B-A98A-6F1482AAF270}">
      <dgm:prSet/>
      <dgm:spPr/>
      <dgm:t>
        <a:bodyPr/>
        <a:lstStyle/>
        <a:p>
          <a:r>
            <a:rPr lang="pt-BR" b="0" i="0"/>
            <a:t>Arquiteturas de Data Warehouse e Data Mart.</a:t>
          </a:r>
          <a:endParaRPr lang="en-US"/>
        </a:p>
      </dgm:t>
    </dgm:pt>
    <dgm:pt modelId="{8747E346-C422-4CCC-BAC0-1DE9EE496CD5}" type="parTrans" cxnId="{15216FF1-EEEA-4BE3-85D4-02CF1BC9528D}">
      <dgm:prSet/>
      <dgm:spPr/>
      <dgm:t>
        <a:bodyPr/>
        <a:lstStyle/>
        <a:p>
          <a:endParaRPr lang="en-US"/>
        </a:p>
      </dgm:t>
    </dgm:pt>
    <dgm:pt modelId="{E0498ACB-DFAB-486D-8E7D-34106DABD516}" type="sibTrans" cxnId="{15216FF1-EEEA-4BE3-85D4-02CF1BC9528D}">
      <dgm:prSet/>
      <dgm:spPr/>
      <dgm:t>
        <a:bodyPr/>
        <a:lstStyle/>
        <a:p>
          <a:endParaRPr lang="en-US"/>
        </a:p>
      </dgm:t>
    </dgm:pt>
    <dgm:pt modelId="{2E554045-B4D7-491A-845F-4334400FEB7E}">
      <dgm:prSet/>
      <dgm:spPr/>
      <dgm:t>
        <a:bodyPr/>
        <a:lstStyle/>
        <a:p>
          <a:r>
            <a:rPr lang="pt-BR" b="1" i="0" dirty="0"/>
            <a:t>Unidade 4 - Ferramentas OLAP e ETL</a:t>
          </a:r>
          <a:endParaRPr lang="en-US" dirty="0"/>
        </a:p>
      </dgm:t>
    </dgm:pt>
    <dgm:pt modelId="{C602A1F2-FEE2-412C-9A85-1905BFE56CC9}" type="parTrans" cxnId="{0D14F0B4-50F5-476D-9C84-E82293E8F839}">
      <dgm:prSet/>
      <dgm:spPr/>
      <dgm:t>
        <a:bodyPr/>
        <a:lstStyle/>
        <a:p>
          <a:endParaRPr lang="en-US"/>
        </a:p>
      </dgm:t>
    </dgm:pt>
    <dgm:pt modelId="{3C7D53E8-1354-4783-8F86-59FED2E1B255}" type="sibTrans" cxnId="{0D14F0B4-50F5-476D-9C84-E82293E8F839}">
      <dgm:prSet/>
      <dgm:spPr/>
      <dgm:t>
        <a:bodyPr/>
        <a:lstStyle/>
        <a:p>
          <a:endParaRPr lang="en-US"/>
        </a:p>
      </dgm:t>
    </dgm:pt>
    <dgm:pt modelId="{AB44B90B-655A-4E70-812B-A9AAC7ACAE8C}">
      <dgm:prSet/>
      <dgm:spPr/>
      <dgm:t>
        <a:bodyPr/>
        <a:lstStyle/>
        <a:p>
          <a:r>
            <a:rPr lang="pt-BR" b="0" i="0"/>
            <a:t>Compreensão das ferramentas OLAP (Online Analytical Processing).</a:t>
          </a:r>
          <a:endParaRPr lang="en-US"/>
        </a:p>
      </dgm:t>
    </dgm:pt>
    <dgm:pt modelId="{7E4558D8-38D5-457A-B325-92991F55B0DC}" type="parTrans" cxnId="{241B5F65-2869-42D0-8D8A-27FD62B58B04}">
      <dgm:prSet/>
      <dgm:spPr/>
      <dgm:t>
        <a:bodyPr/>
        <a:lstStyle/>
        <a:p>
          <a:endParaRPr lang="en-US"/>
        </a:p>
      </dgm:t>
    </dgm:pt>
    <dgm:pt modelId="{13C4260A-7815-4423-A5A0-B40C4AA4D51D}" type="sibTrans" cxnId="{241B5F65-2869-42D0-8D8A-27FD62B58B04}">
      <dgm:prSet/>
      <dgm:spPr/>
      <dgm:t>
        <a:bodyPr/>
        <a:lstStyle/>
        <a:p>
          <a:endParaRPr lang="en-US"/>
        </a:p>
      </dgm:t>
    </dgm:pt>
    <dgm:pt modelId="{35A34B45-8C65-463F-83BB-C4EEC613F514}">
      <dgm:prSet/>
      <dgm:spPr/>
      <dgm:t>
        <a:bodyPr/>
        <a:lstStyle/>
        <a:p>
          <a:r>
            <a:rPr lang="pt-BR" b="0" i="0"/>
            <a:t>Funcionalidades e tipos de ferramentas OLAP.</a:t>
          </a:r>
          <a:endParaRPr lang="en-US"/>
        </a:p>
      </dgm:t>
    </dgm:pt>
    <dgm:pt modelId="{CE539893-2F9A-49BA-B2C7-A9514DE72965}" type="parTrans" cxnId="{49247873-0EB9-4A0D-82E1-08A58D8085BB}">
      <dgm:prSet/>
      <dgm:spPr/>
      <dgm:t>
        <a:bodyPr/>
        <a:lstStyle/>
        <a:p>
          <a:endParaRPr lang="en-US"/>
        </a:p>
      </dgm:t>
    </dgm:pt>
    <dgm:pt modelId="{771CDA73-D064-4F4C-B318-F719384D345C}" type="sibTrans" cxnId="{49247873-0EB9-4A0D-82E1-08A58D8085BB}">
      <dgm:prSet/>
      <dgm:spPr/>
      <dgm:t>
        <a:bodyPr/>
        <a:lstStyle/>
        <a:p>
          <a:endParaRPr lang="en-US"/>
        </a:p>
      </dgm:t>
    </dgm:pt>
    <dgm:pt modelId="{D230EBA6-C232-4443-85D8-4BB95C7105A5}">
      <dgm:prSet/>
      <dgm:spPr/>
      <dgm:t>
        <a:bodyPr/>
        <a:lstStyle/>
        <a:p>
          <a:r>
            <a:rPr lang="pt-BR" b="0" i="0"/>
            <a:t>Introdução às ferramentas ETL (Extract, Transform, Load).</a:t>
          </a:r>
          <a:endParaRPr lang="en-US"/>
        </a:p>
      </dgm:t>
    </dgm:pt>
    <dgm:pt modelId="{EC9B4388-0A01-446F-8E44-ED81FB50756F}" type="parTrans" cxnId="{633C9DE2-3EBD-47D7-B802-EF59A61440A3}">
      <dgm:prSet/>
      <dgm:spPr/>
      <dgm:t>
        <a:bodyPr/>
        <a:lstStyle/>
        <a:p>
          <a:endParaRPr lang="en-US"/>
        </a:p>
      </dgm:t>
    </dgm:pt>
    <dgm:pt modelId="{9BA29CDC-3A81-4A2C-AA77-AADD1D5E0434}" type="sibTrans" cxnId="{633C9DE2-3EBD-47D7-B802-EF59A61440A3}">
      <dgm:prSet/>
      <dgm:spPr/>
      <dgm:t>
        <a:bodyPr/>
        <a:lstStyle/>
        <a:p>
          <a:endParaRPr lang="en-US"/>
        </a:p>
      </dgm:t>
    </dgm:pt>
    <dgm:pt modelId="{539B36EE-F69E-4254-B9E3-6503ECCDD411}">
      <dgm:prSet/>
      <dgm:spPr/>
      <dgm:t>
        <a:bodyPr/>
        <a:lstStyle/>
        <a:p>
          <a:r>
            <a:rPr lang="pt-BR" b="0" i="0"/>
            <a:t>Processos de extração, transformação e carga de dados.</a:t>
          </a:r>
          <a:endParaRPr lang="en-US"/>
        </a:p>
      </dgm:t>
    </dgm:pt>
    <dgm:pt modelId="{19624420-7836-443F-8C46-70626CB8481A}" type="parTrans" cxnId="{F46EDBE5-D132-463B-9232-751FE3D1D9F1}">
      <dgm:prSet/>
      <dgm:spPr/>
      <dgm:t>
        <a:bodyPr/>
        <a:lstStyle/>
        <a:p>
          <a:endParaRPr lang="en-US"/>
        </a:p>
      </dgm:t>
    </dgm:pt>
    <dgm:pt modelId="{C98C8052-B2CF-4A7C-AAF8-0F241468D5E4}" type="sibTrans" cxnId="{F46EDBE5-D132-463B-9232-751FE3D1D9F1}">
      <dgm:prSet/>
      <dgm:spPr/>
      <dgm:t>
        <a:bodyPr/>
        <a:lstStyle/>
        <a:p>
          <a:endParaRPr lang="en-US"/>
        </a:p>
      </dgm:t>
    </dgm:pt>
    <dgm:pt modelId="{3F5E679E-14F0-48D1-B459-84268663AFE9}">
      <dgm:prSet/>
      <dgm:spPr/>
      <dgm:t>
        <a:bodyPr/>
        <a:lstStyle/>
        <a:p>
          <a:r>
            <a:rPr lang="pt-BR" b="1" i="0"/>
            <a:t>Unidade 5 - Projeto e Implementação de Banco de Dados Multidimensional</a:t>
          </a:r>
          <a:endParaRPr lang="en-US"/>
        </a:p>
      </dgm:t>
    </dgm:pt>
    <dgm:pt modelId="{4ECA4B27-0A26-48BA-B6F5-AEE594CAC90F}" type="parTrans" cxnId="{1A0377BA-05A6-409D-9FF8-FB9C1D27408A}">
      <dgm:prSet/>
      <dgm:spPr/>
      <dgm:t>
        <a:bodyPr/>
        <a:lstStyle/>
        <a:p>
          <a:endParaRPr lang="en-US"/>
        </a:p>
      </dgm:t>
    </dgm:pt>
    <dgm:pt modelId="{AB97C097-6190-4257-BCA3-F34950DB85DF}" type="sibTrans" cxnId="{1A0377BA-05A6-409D-9FF8-FB9C1D27408A}">
      <dgm:prSet/>
      <dgm:spPr/>
      <dgm:t>
        <a:bodyPr/>
        <a:lstStyle/>
        <a:p>
          <a:endParaRPr lang="en-US"/>
        </a:p>
      </dgm:t>
    </dgm:pt>
    <dgm:pt modelId="{68708867-9591-4183-9698-4284B852236E}">
      <dgm:prSet/>
      <dgm:spPr/>
      <dgm:t>
        <a:bodyPr/>
        <a:lstStyle/>
        <a:p>
          <a:r>
            <a:rPr lang="pt-BR" b="0" i="0"/>
            <a:t>Metodologias de projeto para banco de dados multidimensionais.</a:t>
          </a:r>
          <a:endParaRPr lang="en-US"/>
        </a:p>
      </dgm:t>
    </dgm:pt>
    <dgm:pt modelId="{B369A3BC-0549-4AE2-83F5-9890D4D95D1E}" type="parTrans" cxnId="{511370D2-16F2-44D6-99E8-301C9D51F865}">
      <dgm:prSet/>
      <dgm:spPr/>
      <dgm:t>
        <a:bodyPr/>
        <a:lstStyle/>
        <a:p>
          <a:endParaRPr lang="en-US"/>
        </a:p>
      </dgm:t>
    </dgm:pt>
    <dgm:pt modelId="{F5278637-9A44-4A6B-8E6D-905F4A4FA5A1}" type="sibTrans" cxnId="{511370D2-16F2-44D6-99E8-301C9D51F865}">
      <dgm:prSet/>
      <dgm:spPr/>
      <dgm:t>
        <a:bodyPr/>
        <a:lstStyle/>
        <a:p>
          <a:endParaRPr lang="en-US"/>
        </a:p>
      </dgm:t>
    </dgm:pt>
    <dgm:pt modelId="{A386D0DB-DE3A-46AE-974A-7FD4B3F72724}">
      <dgm:prSet/>
      <dgm:spPr/>
      <dgm:t>
        <a:bodyPr/>
        <a:lstStyle/>
        <a:p>
          <a:r>
            <a:rPr lang="pt-BR" b="0" i="0"/>
            <a:t>Desenvolvimento de modelos multidimensionais.</a:t>
          </a:r>
          <a:endParaRPr lang="en-US"/>
        </a:p>
      </dgm:t>
    </dgm:pt>
    <dgm:pt modelId="{91DA1F77-29A0-4F37-9226-D81C7E9D4B56}" type="parTrans" cxnId="{29923539-7A29-4D93-A150-E39E847C8340}">
      <dgm:prSet/>
      <dgm:spPr/>
      <dgm:t>
        <a:bodyPr/>
        <a:lstStyle/>
        <a:p>
          <a:endParaRPr lang="en-US"/>
        </a:p>
      </dgm:t>
    </dgm:pt>
    <dgm:pt modelId="{47495B0A-AECA-4874-89C2-19B496A81CBD}" type="sibTrans" cxnId="{29923539-7A29-4D93-A150-E39E847C8340}">
      <dgm:prSet/>
      <dgm:spPr/>
      <dgm:t>
        <a:bodyPr/>
        <a:lstStyle/>
        <a:p>
          <a:endParaRPr lang="en-US"/>
        </a:p>
      </dgm:t>
    </dgm:pt>
    <dgm:pt modelId="{B7B7C441-B6F2-4997-A708-53AF48CC8207}">
      <dgm:prSet/>
      <dgm:spPr/>
      <dgm:t>
        <a:bodyPr/>
        <a:lstStyle/>
        <a:p>
          <a:r>
            <a:rPr lang="pt-BR" b="0" i="0"/>
            <a:t>Implementação prática de um projeto de banco de dados multidimensional.</a:t>
          </a:r>
          <a:endParaRPr lang="en-US"/>
        </a:p>
      </dgm:t>
    </dgm:pt>
    <dgm:pt modelId="{C82DF675-D5D0-4B34-934D-B9ED646FA42E}" type="parTrans" cxnId="{DF821296-FBBD-4140-A0BA-8FC5C1DA148E}">
      <dgm:prSet/>
      <dgm:spPr/>
      <dgm:t>
        <a:bodyPr/>
        <a:lstStyle/>
        <a:p>
          <a:endParaRPr lang="en-US"/>
        </a:p>
      </dgm:t>
    </dgm:pt>
    <dgm:pt modelId="{3E34C46E-1B96-421C-B7DD-D62C1A327596}" type="sibTrans" cxnId="{DF821296-FBBD-4140-A0BA-8FC5C1DA148E}">
      <dgm:prSet/>
      <dgm:spPr/>
      <dgm:t>
        <a:bodyPr/>
        <a:lstStyle/>
        <a:p>
          <a:endParaRPr lang="en-US"/>
        </a:p>
      </dgm:t>
    </dgm:pt>
    <dgm:pt modelId="{3C6BC21E-2CE2-49C0-9331-FF6F88041773}">
      <dgm:prSet/>
      <dgm:spPr/>
      <dgm:t>
        <a:bodyPr/>
        <a:lstStyle/>
        <a:p>
          <a:r>
            <a:rPr lang="pt-BR" b="0" i="0"/>
            <a:t>Considerações de desempenho e otimização em bancos de dados multidimensionais.</a:t>
          </a:r>
          <a:endParaRPr lang="en-US"/>
        </a:p>
      </dgm:t>
    </dgm:pt>
    <dgm:pt modelId="{75F63264-23AD-457E-B81B-326811E61EA7}" type="parTrans" cxnId="{FF44B7AE-0C61-4AE4-A849-DB38F502E2C4}">
      <dgm:prSet/>
      <dgm:spPr/>
      <dgm:t>
        <a:bodyPr/>
        <a:lstStyle/>
        <a:p>
          <a:endParaRPr lang="en-US"/>
        </a:p>
      </dgm:t>
    </dgm:pt>
    <dgm:pt modelId="{930D1966-4C80-4FD9-9ABB-0BA1999BA57F}" type="sibTrans" cxnId="{FF44B7AE-0C61-4AE4-A849-DB38F502E2C4}">
      <dgm:prSet/>
      <dgm:spPr/>
      <dgm:t>
        <a:bodyPr/>
        <a:lstStyle/>
        <a:p>
          <a:endParaRPr lang="en-US"/>
        </a:p>
      </dgm:t>
    </dgm:pt>
    <dgm:pt modelId="{38977D0F-EB79-4385-9C2A-08CC7A0430EA}" type="pres">
      <dgm:prSet presAssocID="{FBA57A97-D7C6-43AF-9EC4-04DDEC4FEFA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7E1272-A57F-4ABF-8723-5DA79ECEDDBE}" type="pres">
      <dgm:prSet presAssocID="{D781759B-550D-402E-B4A3-69FEDD3E06C7}" presName="root" presStyleCnt="0"/>
      <dgm:spPr/>
    </dgm:pt>
    <dgm:pt modelId="{DC664B45-70F3-48D6-8529-C4FA6CCEC3FC}" type="pres">
      <dgm:prSet presAssocID="{D781759B-550D-402E-B4A3-69FEDD3E06C7}" presName="rootComposite" presStyleCnt="0"/>
      <dgm:spPr/>
    </dgm:pt>
    <dgm:pt modelId="{CE3400F5-CCDD-4D30-989A-4F3CFCAECE80}" type="pres">
      <dgm:prSet presAssocID="{D781759B-550D-402E-B4A3-69FEDD3E06C7}" presName="rootText" presStyleLbl="node1" presStyleIdx="0" presStyleCnt="5"/>
      <dgm:spPr/>
    </dgm:pt>
    <dgm:pt modelId="{8925925D-F76C-4CBF-8521-8B740D79E0CF}" type="pres">
      <dgm:prSet presAssocID="{D781759B-550D-402E-B4A3-69FEDD3E06C7}" presName="rootConnector" presStyleLbl="node1" presStyleIdx="0" presStyleCnt="5"/>
      <dgm:spPr/>
    </dgm:pt>
    <dgm:pt modelId="{8B43E9A6-D8D9-4303-B9DE-C8833283CF37}" type="pres">
      <dgm:prSet presAssocID="{D781759B-550D-402E-B4A3-69FEDD3E06C7}" presName="childShape" presStyleCnt="0"/>
      <dgm:spPr/>
    </dgm:pt>
    <dgm:pt modelId="{075F142E-0FED-4B61-92C4-AA595B07A464}" type="pres">
      <dgm:prSet presAssocID="{5CE02FDC-B170-4147-B1D7-83136FEF9F1B}" presName="Name13" presStyleLbl="parChTrans1D2" presStyleIdx="0" presStyleCnt="17"/>
      <dgm:spPr/>
    </dgm:pt>
    <dgm:pt modelId="{CCEB7B2F-DC80-4351-8E83-AE44616B0043}" type="pres">
      <dgm:prSet presAssocID="{9F39DC30-6534-40E0-9543-B3F6A475FA76}" presName="childText" presStyleLbl="bgAcc1" presStyleIdx="0" presStyleCnt="17">
        <dgm:presLayoutVars>
          <dgm:bulletEnabled val="1"/>
        </dgm:presLayoutVars>
      </dgm:prSet>
      <dgm:spPr/>
    </dgm:pt>
    <dgm:pt modelId="{4AD992C8-BBA5-4140-8459-DA271B906C18}" type="pres">
      <dgm:prSet presAssocID="{C6E4D2A2-D3C6-4976-8731-6322BFC2E2F6}" presName="Name13" presStyleLbl="parChTrans1D2" presStyleIdx="1" presStyleCnt="17"/>
      <dgm:spPr/>
    </dgm:pt>
    <dgm:pt modelId="{1A40D53A-65BC-4637-A855-3DE912DD6686}" type="pres">
      <dgm:prSet presAssocID="{8E532B8B-6BA1-4BF8-974D-34D5C2A36AF2}" presName="childText" presStyleLbl="bgAcc1" presStyleIdx="1" presStyleCnt="17">
        <dgm:presLayoutVars>
          <dgm:bulletEnabled val="1"/>
        </dgm:presLayoutVars>
      </dgm:prSet>
      <dgm:spPr/>
    </dgm:pt>
    <dgm:pt modelId="{9E5C5C6B-45DA-48A4-AFA6-5DCADE4F385A}" type="pres">
      <dgm:prSet presAssocID="{17D062C0-8227-4246-A59F-48B3F8082DFB}" presName="Name13" presStyleLbl="parChTrans1D2" presStyleIdx="2" presStyleCnt="17"/>
      <dgm:spPr/>
    </dgm:pt>
    <dgm:pt modelId="{A766523B-DA05-4082-9429-FF08F2141D3F}" type="pres">
      <dgm:prSet presAssocID="{017CDF76-EBEF-423A-82D3-B66D85F5A5C3}" presName="childText" presStyleLbl="bgAcc1" presStyleIdx="2" presStyleCnt="17">
        <dgm:presLayoutVars>
          <dgm:bulletEnabled val="1"/>
        </dgm:presLayoutVars>
      </dgm:prSet>
      <dgm:spPr/>
    </dgm:pt>
    <dgm:pt modelId="{8BB61440-EB75-40B9-BF57-218A63CD47A7}" type="pres">
      <dgm:prSet presAssocID="{8358EB46-3F38-4114-976B-C7B72640C86E}" presName="root" presStyleCnt="0"/>
      <dgm:spPr/>
    </dgm:pt>
    <dgm:pt modelId="{66DE5638-95ED-44BE-A5D1-E70077A5156C}" type="pres">
      <dgm:prSet presAssocID="{8358EB46-3F38-4114-976B-C7B72640C86E}" presName="rootComposite" presStyleCnt="0"/>
      <dgm:spPr/>
    </dgm:pt>
    <dgm:pt modelId="{71578B86-0D09-44BD-BF89-02644D99A01D}" type="pres">
      <dgm:prSet presAssocID="{8358EB46-3F38-4114-976B-C7B72640C86E}" presName="rootText" presStyleLbl="node1" presStyleIdx="1" presStyleCnt="5"/>
      <dgm:spPr/>
    </dgm:pt>
    <dgm:pt modelId="{BA951152-D102-4F5E-A85F-FFF12E8D0C68}" type="pres">
      <dgm:prSet presAssocID="{8358EB46-3F38-4114-976B-C7B72640C86E}" presName="rootConnector" presStyleLbl="node1" presStyleIdx="1" presStyleCnt="5"/>
      <dgm:spPr/>
    </dgm:pt>
    <dgm:pt modelId="{F2740A8E-05DD-4280-B86B-4AB86815B82E}" type="pres">
      <dgm:prSet presAssocID="{8358EB46-3F38-4114-976B-C7B72640C86E}" presName="childShape" presStyleCnt="0"/>
      <dgm:spPr/>
    </dgm:pt>
    <dgm:pt modelId="{6916F169-3151-438D-AC25-B72DAFDC2364}" type="pres">
      <dgm:prSet presAssocID="{BC878AD6-D854-4A21-A770-3EF351E7BE8F}" presName="Name13" presStyleLbl="parChTrans1D2" presStyleIdx="3" presStyleCnt="17"/>
      <dgm:spPr/>
    </dgm:pt>
    <dgm:pt modelId="{C58B6EE4-8ECC-4ED7-A5F0-2BB9085AB385}" type="pres">
      <dgm:prSet presAssocID="{21830EFB-8238-421E-B2E0-51F47A675460}" presName="childText" presStyleLbl="bgAcc1" presStyleIdx="3" presStyleCnt="17">
        <dgm:presLayoutVars>
          <dgm:bulletEnabled val="1"/>
        </dgm:presLayoutVars>
      </dgm:prSet>
      <dgm:spPr/>
    </dgm:pt>
    <dgm:pt modelId="{F1E09150-61EE-4BC8-91AE-0DFF454AA1C1}" type="pres">
      <dgm:prSet presAssocID="{0EE793FE-6753-45FA-B3B0-E108D3C1D7A3}" presName="Name13" presStyleLbl="parChTrans1D2" presStyleIdx="4" presStyleCnt="17"/>
      <dgm:spPr/>
    </dgm:pt>
    <dgm:pt modelId="{AB0C7F50-C603-4CB3-BDBF-6EF79C3C967A}" type="pres">
      <dgm:prSet presAssocID="{A3335743-CF31-454B-B38B-B55339B6A1FC}" presName="childText" presStyleLbl="bgAcc1" presStyleIdx="4" presStyleCnt="17">
        <dgm:presLayoutVars>
          <dgm:bulletEnabled val="1"/>
        </dgm:presLayoutVars>
      </dgm:prSet>
      <dgm:spPr/>
    </dgm:pt>
    <dgm:pt modelId="{A87FAC97-C65B-4950-9A41-8DC0CEA44DD9}" type="pres">
      <dgm:prSet presAssocID="{9CF5EFAE-5C58-4415-B93A-767A27411290}" presName="Name13" presStyleLbl="parChTrans1D2" presStyleIdx="5" presStyleCnt="17"/>
      <dgm:spPr/>
    </dgm:pt>
    <dgm:pt modelId="{4BD4ACEB-90BB-4C1E-8698-36829D4CF7AB}" type="pres">
      <dgm:prSet presAssocID="{C7603D0E-74AA-4A92-962B-B6DA424DDEDE}" presName="childText" presStyleLbl="bgAcc1" presStyleIdx="5" presStyleCnt="17">
        <dgm:presLayoutVars>
          <dgm:bulletEnabled val="1"/>
        </dgm:presLayoutVars>
      </dgm:prSet>
      <dgm:spPr/>
    </dgm:pt>
    <dgm:pt modelId="{46FD28B0-0A6A-4242-8CC9-F726610707E6}" type="pres">
      <dgm:prSet presAssocID="{83BD9170-6557-4727-B7AE-071C43661C98}" presName="root" presStyleCnt="0"/>
      <dgm:spPr/>
    </dgm:pt>
    <dgm:pt modelId="{B5961BF6-C5CA-42B2-B50B-75426100ECF0}" type="pres">
      <dgm:prSet presAssocID="{83BD9170-6557-4727-B7AE-071C43661C98}" presName="rootComposite" presStyleCnt="0"/>
      <dgm:spPr/>
    </dgm:pt>
    <dgm:pt modelId="{CED01A17-E73F-4AAE-9378-B05987075E6A}" type="pres">
      <dgm:prSet presAssocID="{83BD9170-6557-4727-B7AE-071C43661C98}" presName="rootText" presStyleLbl="node1" presStyleIdx="2" presStyleCnt="5"/>
      <dgm:spPr/>
    </dgm:pt>
    <dgm:pt modelId="{31A07B97-6569-496A-A968-141AE0841167}" type="pres">
      <dgm:prSet presAssocID="{83BD9170-6557-4727-B7AE-071C43661C98}" presName="rootConnector" presStyleLbl="node1" presStyleIdx="2" presStyleCnt="5"/>
      <dgm:spPr/>
    </dgm:pt>
    <dgm:pt modelId="{D921E435-D324-4A4B-9678-C404F49A2B24}" type="pres">
      <dgm:prSet presAssocID="{83BD9170-6557-4727-B7AE-071C43661C98}" presName="childShape" presStyleCnt="0"/>
      <dgm:spPr/>
    </dgm:pt>
    <dgm:pt modelId="{210F10CB-D88F-4064-B216-5ECE3DD0267A}" type="pres">
      <dgm:prSet presAssocID="{FB8D4C62-5FA9-4A51-9794-310AC00165DE}" presName="Name13" presStyleLbl="parChTrans1D2" presStyleIdx="6" presStyleCnt="17"/>
      <dgm:spPr/>
    </dgm:pt>
    <dgm:pt modelId="{178BBE4B-757D-4795-A8EE-49E81B4E9F64}" type="pres">
      <dgm:prSet presAssocID="{E0952788-0799-4723-A19C-2D61EC5760F1}" presName="childText" presStyleLbl="bgAcc1" presStyleIdx="6" presStyleCnt="17">
        <dgm:presLayoutVars>
          <dgm:bulletEnabled val="1"/>
        </dgm:presLayoutVars>
      </dgm:prSet>
      <dgm:spPr/>
    </dgm:pt>
    <dgm:pt modelId="{FC430564-36EC-4128-92D3-3F6B06DCD49F}" type="pres">
      <dgm:prSet presAssocID="{FA8697D5-9503-4C22-A73F-A635D7509B4A}" presName="Name13" presStyleLbl="parChTrans1D2" presStyleIdx="7" presStyleCnt="17"/>
      <dgm:spPr/>
    </dgm:pt>
    <dgm:pt modelId="{CBD9E1B1-B01F-4EF1-92C6-F5B8438CD756}" type="pres">
      <dgm:prSet presAssocID="{7A9F0CB9-300C-4F90-92E7-6D5E87842B00}" presName="childText" presStyleLbl="bgAcc1" presStyleIdx="7" presStyleCnt="17">
        <dgm:presLayoutVars>
          <dgm:bulletEnabled val="1"/>
        </dgm:presLayoutVars>
      </dgm:prSet>
      <dgm:spPr/>
    </dgm:pt>
    <dgm:pt modelId="{A601502C-1E16-4A38-83B9-915C252A891E}" type="pres">
      <dgm:prSet presAssocID="{8747E346-C422-4CCC-BAC0-1DE9EE496CD5}" presName="Name13" presStyleLbl="parChTrans1D2" presStyleIdx="8" presStyleCnt="17"/>
      <dgm:spPr/>
    </dgm:pt>
    <dgm:pt modelId="{D1A37E3E-9C21-4914-832B-A1378C13C06E}" type="pres">
      <dgm:prSet presAssocID="{F23BE3A3-CF75-415B-A98A-6F1482AAF270}" presName="childText" presStyleLbl="bgAcc1" presStyleIdx="8" presStyleCnt="17">
        <dgm:presLayoutVars>
          <dgm:bulletEnabled val="1"/>
        </dgm:presLayoutVars>
      </dgm:prSet>
      <dgm:spPr/>
    </dgm:pt>
    <dgm:pt modelId="{EE7B3030-F656-4357-B8B2-810642F219B3}" type="pres">
      <dgm:prSet presAssocID="{2E554045-B4D7-491A-845F-4334400FEB7E}" presName="root" presStyleCnt="0"/>
      <dgm:spPr/>
    </dgm:pt>
    <dgm:pt modelId="{CBCA69C0-094F-4473-A12B-C510B4837B59}" type="pres">
      <dgm:prSet presAssocID="{2E554045-B4D7-491A-845F-4334400FEB7E}" presName="rootComposite" presStyleCnt="0"/>
      <dgm:spPr/>
    </dgm:pt>
    <dgm:pt modelId="{282464BB-AD5A-46ED-8681-51A352A3B1EC}" type="pres">
      <dgm:prSet presAssocID="{2E554045-B4D7-491A-845F-4334400FEB7E}" presName="rootText" presStyleLbl="node1" presStyleIdx="3" presStyleCnt="5"/>
      <dgm:spPr/>
    </dgm:pt>
    <dgm:pt modelId="{A0299E70-2AF9-49CE-9BA7-E44DBDB0CABD}" type="pres">
      <dgm:prSet presAssocID="{2E554045-B4D7-491A-845F-4334400FEB7E}" presName="rootConnector" presStyleLbl="node1" presStyleIdx="3" presStyleCnt="5"/>
      <dgm:spPr/>
    </dgm:pt>
    <dgm:pt modelId="{4C6BCFF4-ACC8-4EFF-84FA-15EC97DC20B8}" type="pres">
      <dgm:prSet presAssocID="{2E554045-B4D7-491A-845F-4334400FEB7E}" presName="childShape" presStyleCnt="0"/>
      <dgm:spPr/>
    </dgm:pt>
    <dgm:pt modelId="{4F36CF3C-9463-4774-B2CA-CEBB704F8519}" type="pres">
      <dgm:prSet presAssocID="{7E4558D8-38D5-457A-B325-92991F55B0DC}" presName="Name13" presStyleLbl="parChTrans1D2" presStyleIdx="9" presStyleCnt="17"/>
      <dgm:spPr/>
    </dgm:pt>
    <dgm:pt modelId="{C3700CA7-1399-4D03-920E-4B176B9ED42F}" type="pres">
      <dgm:prSet presAssocID="{AB44B90B-655A-4E70-812B-A9AAC7ACAE8C}" presName="childText" presStyleLbl="bgAcc1" presStyleIdx="9" presStyleCnt="17">
        <dgm:presLayoutVars>
          <dgm:bulletEnabled val="1"/>
        </dgm:presLayoutVars>
      </dgm:prSet>
      <dgm:spPr/>
    </dgm:pt>
    <dgm:pt modelId="{72D31EDF-40A6-4632-BE39-8BE412E458D1}" type="pres">
      <dgm:prSet presAssocID="{CE539893-2F9A-49BA-B2C7-A9514DE72965}" presName="Name13" presStyleLbl="parChTrans1D2" presStyleIdx="10" presStyleCnt="17"/>
      <dgm:spPr/>
    </dgm:pt>
    <dgm:pt modelId="{26FBBFD6-C480-4CEE-8517-89E37ABC92D8}" type="pres">
      <dgm:prSet presAssocID="{35A34B45-8C65-463F-83BB-C4EEC613F514}" presName="childText" presStyleLbl="bgAcc1" presStyleIdx="10" presStyleCnt="17">
        <dgm:presLayoutVars>
          <dgm:bulletEnabled val="1"/>
        </dgm:presLayoutVars>
      </dgm:prSet>
      <dgm:spPr/>
    </dgm:pt>
    <dgm:pt modelId="{97229046-CB30-4928-B40C-2DB542FB6F87}" type="pres">
      <dgm:prSet presAssocID="{EC9B4388-0A01-446F-8E44-ED81FB50756F}" presName="Name13" presStyleLbl="parChTrans1D2" presStyleIdx="11" presStyleCnt="17"/>
      <dgm:spPr/>
    </dgm:pt>
    <dgm:pt modelId="{F0C4594C-2F8A-4BAE-8BEF-D802DD2843F8}" type="pres">
      <dgm:prSet presAssocID="{D230EBA6-C232-4443-85D8-4BB95C7105A5}" presName="childText" presStyleLbl="bgAcc1" presStyleIdx="11" presStyleCnt="17">
        <dgm:presLayoutVars>
          <dgm:bulletEnabled val="1"/>
        </dgm:presLayoutVars>
      </dgm:prSet>
      <dgm:spPr/>
    </dgm:pt>
    <dgm:pt modelId="{6C203615-F760-4BAD-A913-E5CA273A9EED}" type="pres">
      <dgm:prSet presAssocID="{19624420-7836-443F-8C46-70626CB8481A}" presName="Name13" presStyleLbl="parChTrans1D2" presStyleIdx="12" presStyleCnt="17"/>
      <dgm:spPr/>
    </dgm:pt>
    <dgm:pt modelId="{6CA6B62C-7EE0-4CC6-9562-80DFA3CA31D0}" type="pres">
      <dgm:prSet presAssocID="{539B36EE-F69E-4254-B9E3-6503ECCDD411}" presName="childText" presStyleLbl="bgAcc1" presStyleIdx="12" presStyleCnt="17">
        <dgm:presLayoutVars>
          <dgm:bulletEnabled val="1"/>
        </dgm:presLayoutVars>
      </dgm:prSet>
      <dgm:spPr/>
    </dgm:pt>
    <dgm:pt modelId="{F20E87B5-48CE-4AF8-86C6-99597804B5D5}" type="pres">
      <dgm:prSet presAssocID="{3F5E679E-14F0-48D1-B459-84268663AFE9}" presName="root" presStyleCnt="0"/>
      <dgm:spPr/>
    </dgm:pt>
    <dgm:pt modelId="{9DB2CB31-D003-4A6A-B74F-AEE3D1DD6B5C}" type="pres">
      <dgm:prSet presAssocID="{3F5E679E-14F0-48D1-B459-84268663AFE9}" presName="rootComposite" presStyleCnt="0"/>
      <dgm:spPr/>
    </dgm:pt>
    <dgm:pt modelId="{03EB6BF9-4602-4320-A933-CDC565E6C7F7}" type="pres">
      <dgm:prSet presAssocID="{3F5E679E-14F0-48D1-B459-84268663AFE9}" presName="rootText" presStyleLbl="node1" presStyleIdx="4" presStyleCnt="5"/>
      <dgm:spPr/>
    </dgm:pt>
    <dgm:pt modelId="{D7C65CA7-724D-4C25-9C98-3BFB748CA7F9}" type="pres">
      <dgm:prSet presAssocID="{3F5E679E-14F0-48D1-B459-84268663AFE9}" presName="rootConnector" presStyleLbl="node1" presStyleIdx="4" presStyleCnt="5"/>
      <dgm:spPr/>
    </dgm:pt>
    <dgm:pt modelId="{75AFEC1E-A0BB-4363-8714-892B3714605A}" type="pres">
      <dgm:prSet presAssocID="{3F5E679E-14F0-48D1-B459-84268663AFE9}" presName="childShape" presStyleCnt="0"/>
      <dgm:spPr/>
    </dgm:pt>
    <dgm:pt modelId="{D0C71F77-1A33-430A-93FF-FE3E988D551F}" type="pres">
      <dgm:prSet presAssocID="{B369A3BC-0549-4AE2-83F5-9890D4D95D1E}" presName="Name13" presStyleLbl="parChTrans1D2" presStyleIdx="13" presStyleCnt="17"/>
      <dgm:spPr/>
    </dgm:pt>
    <dgm:pt modelId="{086AB0A5-7FD8-4628-8161-F959A09A5C67}" type="pres">
      <dgm:prSet presAssocID="{68708867-9591-4183-9698-4284B852236E}" presName="childText" presStyleLbl="bgAcc1" presStyleIdx="13" presStyleCnt="17">
        <dgm:presLayoutVars>
          <dgm:bulletEnabled val="1"/>
        </dgm:presLayoutVars>
      </dgm:prSet>
      <dgm:spPr/>
    </dgm:pt>
    <dgm:pt modelId="{C42B1138-5A2D-4D59-B7F4-DB6387B525C8}" type="pres">
      <dgm:prSet presAssocID="{91DA1F77-29A0-4F37-9226-D81C7E9D4B56}" presName="Name13" presStyleLbl="parChTrans1D2" presStyleIdx="14" presStyleCnt="17"/>
      <dgm:spPr/>
    </dgm:pt>
    <dgm:pt modelId="{BBD098EA-8CA2-4C2F-BC10-5FFCCA009CB9}" type="pres">
      <dgm:prSet presAssocID="{A386D0DB-DE3A-46AE-974A-7FD4B3F72724}" presName="childText" presStyleLbl="bgAcc1" presStyleIdx="14" presStyleCnt="17">
        <dgm:presLayoutVars>
          <dgm:bulletEnabled val="1"/>
        </dgm:presLayoutVars>
      </dgm:prSet>
      <dgm:spPr/>
    </dgm:pt>
    <dgm:pt modelId="{630A13C9-7C5F-4E0F-93A0-1C4A1942E7F8}" type="pres">
      <dgm:prSet presAssocID="{C82DF675-D5D0-4B34-934D-B9ED646FA42E}" presName="Name13" presStyleLbl="parChTrans1D2" presStyleIdx="15" presStyleCnt="17"/>
      <dgm:spPr/>
    </dgm:pt>
    <dgm:pt modelId="{81678C47-0400-4259-B0BE-CD6DFEE2E44E}" type="pres">
      <dgm:prSet presAssocID="{B7B7C441-B6F2-4997-A708-53AF48CC8207}" presName="childText" presStyleLbl="bgAcc1" presStyleIdx="15" presStyleCnt="17">
        <dgm:presLayoutVars>
          <dgm:bulletEnabled val="1"/>
        </dgm:presLayoutVars>
      </dgm:prSet>
      <dgm:spPr/>
    </dgm:pt>
    <dgm:pt modelId="{7DFA26A2-A0F8-4C96-8C07-8D30A9B7AEB2}" type="pres">
      <dgm:prSet presAssocID="{75F63264-23AD-457E-B81B-326811E61EA7}" presName="Name13" presStyleLbl="parChTrans1D2" presStyleIdx="16" presStyleCnt="17"/>
      <dgm:spPr/>
    </dgm:pt>
    <dgm:pt modelId="{C037D3FD-8364-4519-A796-B4883184ADB5}" type="pres">
      <dgm:prSet presAssocID="{3C6BC21E-2CE2-49C0-9331-FF6F88041773}" presName="childText" presStyleLbl="bgAcc1" presStyleIdx="16" presStyleCnt="17">
        <dgm:presLayoutVars>
          <dgm:bulletEnabled val="1"/>
        </dgm:presLayoutVars>
      </dgm:prSet>
      <dgm:spPr/>
    </dgm:pt>
  </dgm:ptLst>
  <dgm:cxnLst>
    <dgm:cxn modelId="{D8E88802-9C2F-4D55-AF47-99D6B4429656}" type="presOf" srcId="{D781759B-550D-402E-B4A3-69FEDD3E06C7}" destId="{8925925D-F76C-4CBF-8521-8B740D79E0CF}" srcOrd="1" destOrd="0" presId="urn:microsoft.com/office/officeart/2005/8/layout/hierarchy3"/>
    <dgm:cxn modelId="{FBA24706-3E7D-4ECE-9DFC-E477510C8AAA}" type="presOf" srcId="{8358EB46-3F38-4114-976B-C7B72640C86E}" destId="{BA951152-D102-4F5E-A85F-FFF12E8D0C68}" srcOrd="1" destOrd="0" presId="urn:microsoft.com/office/officeart/2005/8/layout/hierarchy3"/>
    <dgm:cxn modelId="{778BBF08-A35F-4A96-9FC5-018CD2C4C935}" srcId="{8358EB46-3F38-4114-976B-C7B72640C86E}" destId="{C7603D0E-74AA-4A92-962B-B6DA424DDEDE}" srcOrd="2" destOrd="0" parTransId="{9CF5EFAE-5C58-4415-B93A-767A27411290}" sibTransId="{426647A7-FDEC-4445-87FE-E80C2FFBE17D}"/>
    <dgm:cxn modelId="{57009109-54D1-4BDD-86F1-897420C3235F}" srcId="{8358EB46-3F38-4114-976B-C7B72640C86E}" destId="{21830EFB-8238-421E-B2E0-51F47A675460}" srcOrd="0" destOrd="0" parTransId="{BC878AD6-D854-4A21-A770-3EF351E7BE8F}" sibTransId="{7F07D60E-0C87-4B73-808E-D12C7B3930A5}"/>
    <dgm:cxn modelId="{EC28310B-2C64-435D-8B69-C37F77A05314}" type="presOf" srcId="{2E554045-B4D7-491A-845F-4334400FEB7E}" destId="{282464BB-AD5A-46ED-8681-51A352A3B1EC}" srcOrd="0" destOrd="0" presId="urn:microsoft.com/office/officeart/2005/8/layout/hierarchy3"/>
    <dgm:cxn modelId="{ED363D0B-FEFD-427C-90CD-ABADE4084EAD}" type="presOf" srcId="{21830EFB-8238-421E-B2E0-51F47A675460}" destId="{C58B6EE4-8ECC-4ED7-A5F0-2BB9085AB385}" srcOrd="0" destOrd="0" presId="urn:microsoft.com/office/officeart/2005/8/layout/hierarchy3"/>
    <dgm:cxn modelId="{04D7C80D-9F11-4552-BEBF-56939B11AE45}" type="presOf" srcId="{8E532B8B-6BA1-4BF8-974D-34D5C2A36AF2}" destId="{1A40D53A-65BC-4637-A855-3DE912DD6686}" srcOrd="0" destOrd="0" presId="urn:microsoft.com/office/officeart/2005/8/layout/hierarchy3"/>
    <dgm:cxn modelId="{5D9E9B18-4230-4199-8153-03FD3FB6D96A}" type="presOf" srcId="{539B36EE-F69E-4254-B9E3-6503ECCDD411}" destId="{6CA6B62C-7EE0-4CC6-9562-80DFA3CA31D0}" srcOrd="0" destOrd="0" presId="urn:microsoft.com/office/officeart/2005/8/layout/hierarchy3"/>
    <dgm:cxn modelId="{F2998A19-17A8-4E2E-8207-C1DDF86045F0}" type="presOf" srcId="{D781759B-550D-402E-B4A3-69FEDD3E06C7}" destId="{CE3400F5-CCDD-4D30-989A-4F3CFCAECE80}" srcOrd="0" destOrd="0" presId="urn:microsoft.com/office/officeart/2005/8/layout/hierarchy3"/>
    <dgm:cxn modelId="{8B82731B-09FF-48CC-A9FF-8367797B749B}" type="presOf" srcId="{91DA1F77-29A0-4F37-9226-D81C7E9D4B56}" destId="{C42B1138-5A2D-4D59-B7F4-DB6387B525C8}" srcOrd="0" destOrd="0" presId="urn:microsoft.com/office/officeart/2005/8/layout/hierarchy3"/>
    <dgm:cxn modelId="{43868723-35F1-43AF-B1C4-03060220D044}" type="presOf" srcId="{75F63264-23AD-457E-B81B-326811E61EA7}" destId="{7DFA26A2-A0F8-4C96-8C07-8D30A9B7AEB2}" srcOrd="0" destOrd="0" presId="urn:microsoft.com/office/officeart/2005/8/layout/hierarchy3"/>
    <dgm:cxn modelId="{D65F1E2D-9CB6-431C-88F1-1D5D71C44E46}" type="presOf" srcId="{19624420-7836-443F-8C46-70626CB8481A}" destId="{6C203615-F760-4BAD-A913-E5CA273A9EED}" srcOrd="0" destOrd="0" presId="urn:microsoft.com/office/officeart/2005/8/layout/hierarchy3"/>
    <dgm:cxn modelId="{E90CC734-AD3C-4FFF-8585-B77ECA7F91B5}" type="presOf" srcId="{B369A3BC-0549-4AE2-83F5-9890D4D95D1E}" destId="{D0C71F77-1A33-430A-93FF-FE3E988D551F}" srcOrd="0" destOrd="0" presId="urn:microsoft.com/office/officeart/2005/8/layout/hierarchy3"/>
    <dgm:cxn modelId="{29923539-7A29-4D93-A150-E39E847C8340}" srcId="{3F5E679E-14F0-48D1-B459-84268663AFE9}" destId="{A386D0DB-DE3A-46AE-974A-7FD4B3F72724}" srcOrd="1" destOrd="0" parTransId="{91DA1F77-29A0-4F37-9226-D81C7E9D4B56}" sibTransId="{47495B0A-AECA-4874-89C2-19B496A81CBD}"/>
    <dgm:cxn modelId="{3D58DC3A-8D73-4244-940F-4A8EBB989E38}" type="presOf" srcId="{83BD9170-6557-4727-B7AE-071C43661C98}" destId="{CED01A17-E73F-4AAE-9378-B05987075E6A}" srcOrd="0" destOrd="0" presId="urn:microsoft.com/office/officeart/2005/8/layout/hierarchy3"/>
    <dgm:cxn modelId="{EB87143B-1F98-42A2-A9B7-BDD6C47E8DCF}" type="presOf" srcId="{3F5E679E-14F0-48D1-B459-84268663AFE9}" destId="{D7C65CA7-724D-4C25-9C98-3BFB748CA7F9}" srcOrd="1" destOrd="0" presId="urn:microsoft.com/office/officeart/2005/8/layout/hierarchy3"/>
    <dgm:cxn modelId="{FD64FD3C-47F6-4E28-A84D-6D3AABB70433}" type="presOf" srcId="{BC878AD6-D854-4A21-A770-3EF351E7BE8F}" destId="{6916F169-3151-438D-AC25-B72DAFDC2364}" srcOrd="0" destOrd="0" presId="urn:microsoft.com/office/officeart/2005/8/layout/hierarchy3"/>
    <dgm:cxn modelId="{58B2873D-ABB8-45EC-BC12-3251C4D1BCD9}" type="presOf" srcId="{0EE793FE-6753-45FA-B3B0-E108D3C1D7A3}" destId="{F1E09150-61EE-4BC8-91AE-0DFF454AA1C1}" srcOrd="0" destOrd="0" presId="urn:microsoft.com/office/officeart/2005/8/layout/hierarchy3"/>
    <dgm:cxn modelId="{A4CB6D3F-8928-4F53-8797-A5D6D1D0CFDF}" type="presOf" srcId="{FB8D4C62-5FA9-4A51-9794-310AC00165DE}" destId="{210F10CB-D88F-4064-B216-5ECE3DD0267A}" srcOrd="0" destOrd="0" presId="urn:microsoft.com/office/officeart/2005/8/layout/hierarchy3"/>
    <dgm:cxn modelId="{9452A15B-A815-4EF6-A554-EDDF54460E26}" type="presOf" srcId="{9F39DC30-6534-40E0-9543-B3F6A475FA76}" destId="{CCEB7B2F-DC80-4351-8E83-AE44616B0043}" srcOrd="0" destOrd="0" presId="urn:microsoft.com/office/officeart/2005/8/layout/hierarchy3"/>
    <dgm:cxn modelId="{76D6B75E-A4CD-4BF0-8831-A636CB89BB5E}" type="presOf" srcId="{F23BE3A3-CF75-415B-A98A-6F1482AAF270}" destId="{D1A37E3E-9C21-4914-832B-A1378C13C06E}" srcOrd="0" destOrd="0" presId="urn:microsoft.com/office/officeart/2005/8/layout/hierarchy3"/>
    <dgm:cxn modelId="{E2713161-A538-4A95-A003-A31B4C88956E}" type="presOf" srcId="{A3335743-CF31-454B-B38B-B55339B6A1FC}" destId="{AB0C7F50-C603-4CB3-BDBF-6EF79C3C967A}" srcOrd="0" destOrd="0" presId="urn:microsoft.com/office/officeart/2005/8/layout/hierarchy3"/>
    <dgm:cxn modelId="{E54AFF41-8586-4F1F-B42B-995EBA823F9C}" type="presOf" srcId="{5CE02FDC-B170-4147-B1D7-83136FEF9F1B}" destId="{075F142E-0FED-4B61-92C4-AA595B07A464}" srcOrd="0" destOrd="0" presId="urn:microsoft.com/office/officeart/2005/8/layout/hierarchy3"/>
    <dgm:cxn modelId="{F459D464-C0B6-49E3-8080-DC512B25C362}" srcId="{D781759B-550D-402E-B4A3-69FEDD3E06C7}" destId="{017CDF76-EBEF-423A-82D3-B66D85F5A5C3}" srcOrd="2" destOrd="0" parTransId="{17D062C0-8227-4246-A59F-48B3F8082DFB}" sibTransId="{B4F02CA2-D03B-49EB-AE7A-155CFDE76ED0}"/>
    <dgm:cxn modelId="{241B5F65-2869-42D0-8D8A-27FD62B58B04}" srcId="{2E554045-B4D7-491A-845F-4334400FEB7E}" destId="{AB44B90B-655A-4E70-812B-A9AAC7ACAE8C}" srcOrd="0" destOrd="0" parTransId="{7E4558D8-38D5-457A-B325-92991F55B0DC}" sibTransId="{13C4260A-7815-4423-A5A0-B40C4AA4D51D}"/>
    <dgm:cxn modelId="{1E6EAA69-F01D-4EA8-AED6-F566C3899DEB}" type="presOf" srcId="{E0952788-0799-4723-A19C-2D61EC5760F1}" destId="{178BBE4B-757D-4795-A8EE-49E81B4E9F64}" srcOrd="0" destOrd="0" presId="urn:microsoft.com/office/officeart/2005/8/layout/hierarchy3"/>
    <dgm:cxn modelId="{E6CC504C-E148-4F31-9F2F-A2540593FE99}" type="presOf" srcId="{7A9F0CB9-300C-4F90-92E7-6D5E87842B00}" destId="{CBD9E1B1-B01F-4EF1-92C6-F5B8438CD756}" srcOrd="0" destOrd="0" presId="urn:microsoft.com/office/officeart/2005/8/layout/hierarchy3"/>
    <dgm:cxn modelId="{3CB60B6D-0FFB-498C-AA39-2C3B165585AB}" type="presOf" srcId="{2E554045-B4D7-491A-845F-4334400FEB7E}" destId="{A0299E70-2AF9-49CE-9BA7-E44DBDB0CABD}" srcOrd="1" destOrd="0" presId="urn:microsoft.com/office/officeart/2005/8/layout/hierarchy3"/>
    <dgm:cxn modelId="{A8308A50-BD9D-45C7-87AB-FDC632FA7693}" type="presOf" srcId="{8747E346-C422-4CCC-BAC0-1DE9EE496CD5}" destId="{A601502C-1E16-4A38-83B9-915C252A891E}" srcOrd="0" destOrd="0" presId="urn:microsoft.com/office/officeart/2005/8/layout/hierarchy3"/>
    <dgm:cxn modelId="{D12DDD50-8CEB-4DAA-8149-8275AB5CF356}" type="presOf" srcId="{68708867-9591-4183-9698-4284B852236E}" destId="{086AB0A5-7FD8-4628-8161-F959A09A5C67}" srcOrd="0" destOrd="0" presId="urn:microsoft.com/office/officeart/2005/8/layout/hierarchy3"/>
    <dgm:cxn modelId="{8010D852-7676-4930-996B-8DD3E87D5AEF}" type="presOf" srcId="{3F5E679E-14F0-48D1-B459-84268663AFE9}" destId="{03EB6BF9-4602-4320-A933-CDC565E6C7F7}" srcOrd="0" destOrd="0" presId="urn:microsoft.com/office/officeart/2005/8/layout/hierarchy3"/>
    <dgm:cxn modelId="{49247873-0EB9-4A0D-82E1-08A58D8085BB}" srcId="{2E554045-B4D7-491A-845F-4334400FEB7E}" destId="{35A34B45-8C65-463F-83BB-C4EEC613F514}" srcOrd="1" destOrd="0" parTransId="{CE539893-2F9A-49BA-B2C7-A9514DE72965}" sibTransId="{771CDA73-D064-4F4C-B318-F719384D345C}"/>
    <dgm:cxn modelId="{557C6475-7934-421B-B59F-DF888D4D747B}" srcId="{D781759B-550D-402E-B4A3-69FEDD3E06C7}" destId="{9F39DC30-6534-40E0-9543-B3F6A475FA76}" srcOrd="0" destOrd="0" parTransId="{5CE02FDC-B170-4147-B1D7-83136FEF9F1B}" sibTransId="{E21621CE-DDEE-425D-83B9-162C8BD744D2}"/>
    <dgm:cxn modelId="{D6962078-9133-44DF-A489-0E4C7B92DE04}" type="presOf" srcId="{CE539893-2F9A-49BA-B2C7-A9514DE72965}" destId="{72D31EDF-40A6-4632-BE39-8BE412E458D1}" srcOrd="0" destOrd="0" presId="urn:microsoft.com/office/officeart/2005/8/layout/hierarchy3"/>
    <dgm:cxn modelId="{03991A59-180B-4655-8124-AC83F355BCA2}" srcId="{8358EB46-3F38-4114-976B-C7B72640C86E}" destId="{A3335743-CF31-454B-B38B-B55339B6A1FC}" srcOrd="1" destOrd="0" parTransId="{0EE793FE-6753-45FA-B3B0-E108D3C1D7A3}" sibTransId="{BCBD8D83-BE1C-48FF-922B-82BCDEB3953F}"/>
    <dgm:cxn modelId="{9542F25A-0B82-4BB3-BC9B-0915437EB329}" type="presOf" srcId="{A386D0DB-DE3A-46AE-974A-7FD4B3F72724}" destId="{BBD098EA-8CA2-4C2F-BC10-5FFCCA009CB9}" srcOrd="0" destOrd="0" presId="urn:microsoft.com/office/officeart/2005/8/layout/hierarchy3"/>
    <dgm:cxn modelId="{2C9C817C-6B0F-4D51-9D18-F76685343318}" type="presOf" srcId="{C6E4D2A2-D3C6-4976-8731-6322BFC2E2F6}" destId="{4AD992C8-BBA5-4140-8459-DA271B906C18}" srcOrd="0" destOrd="0" presId="urn:microsoft.com/office/officeart/2005/8/layout/hierarchy3"/>
    <dgm:cxn modelId="{57C6C17E-FDB3-4CB0-BCAD-0BBC964F1101}" type="presOf" srcId="{3C6BC21E-2CE2-49C0-9331-FF6F88041773}" destId="{C037D3FD-8364-4519-A796-B4883184ADB5}" srcOrd="0" destOrd="0" presId="urn:microsoft.com/office/officeart/2005/8/layout/hierarchy3"/>
    <dgm:cxn modelId="{DED03D8D-F5E7-40EC-B7A6-9F61C622971D}" type="presOf" srcId="{C7603D0E-74AA-4A92-962B-B6DA424DDEDE}" destId="{4BD4ACEB-90BB-4C1E-8698-36829D4CF7AB}" srcOrd="0" destOrd="0" presId="urn:microsoft.com/office/officeart/2005/8/layout/hierarchy3"/>
    <dgm:cxn modelId="{837CC98D-BA21-4A1F-832D-407B52896F8E}" srcId="{D781759B-550D-402E-B4A3-69FEDD3E06C7}" destId="{8E532B8B-6BA1-4BF8-974D-34D5C2A36AF2}" srcOrd="1" destOrd="0" parTransId="{C6E4D2A2-D3C6-4976-8731-6322BFC2E2F6}" sibTransId="{FCB72E09-FA86-4551-B940-722D72126013}"/>
    <dgm:cxn modelId="{F112E391-545E-483D-9917-C751A9EF4AD6}" type="presOf" srcId="{FBA57A97-D7C6-43AF-9EC4-04DDEC4FEFAB}" destId="{38977D0F-EB79-4385-9C2A-08CC7A0430EA}" srcOrd="0" destOrd="0" presId="urn:microsoft.com/office/officeart/2005/8/layout/hierarchy3"/>
    <dgm:cxn modelId="{DF821296-FBBD-4140-A0BA-8FC5C1DA148E}" srcId="{3F5E679E-14F0-48D1-B459-84268663AFE9}" destId="{B7B7C441-B6F2-4997-A708-53AF48CC8207}" srcOrd="2" destOrd="0" parTransId="{C82DF675-D5D0-4B34-934D-B9ED646FA42E}" sibTransId="{3E34C46E-1B96-421C-B7DD-D62C1A327596}"/>
    <dgm:cxn modelId="{5356B0A0-8B7F-4BE6-8721-78A087B2F8AF}" srcId="{FBA57A97-D7C6-43AF-9EC4-04DDEC4FEFAB}" destId="{8358EB46-3F38-4114-976B-C7B72640C86E}" srcOrd="1" destOrd="0" parTransId="{8E2A7205-BACC-44FF-B881-B77F44D26D04}" sibTransId="{3539DD6F-0F1B-4C09-9695-7361985F93E6}"/>
    <dgm:cxn modelId="{357914A2-A0F3-49AA-BDFF-331B2D5EACCB}" srcId="{83BD9170-6557-4727-B7AE-071C43661C98}" destId="{E0952788-0799-4723-A19C-2D61EC5760F1}" srcOrd="0" destOrd="0" parTransId="{FB8D4C62-5FA9-4A51-9794-310AC00165DE}" sibTransId="{EAD3E5AE-2E10-4693-A3AC-A178388F8C09}"/>
    <dgm:cxn modelId="{0F3229AC-E1BB-42E9-9CB7-CFB32CD1A8E6}" type="presOf" srcId="{AB44B90B-655A-4E70-812B-A9AAC7ACAE8C}" destId="{C3700CA7-1399-4D03-920E-4B176B9ED42F}" srcOrd="0" destOrd="0" presId="urn:microsoft.com/office/officeart/2005/8/layout/hierarchy3"/>
    <dgm:cxn modelId="{6B59B3AD-4671-4714-A415-2A9153B97A24}" type="presOf" srcId="{35A34B45-8C65-463F-83BB-C4EEC613F514}" destId="{26FBBFD6-C480-4CEE-8517-89E37ABC92D8}" srcOrd="0" destOrd="0" presId="urn:microsoft.com/office/officeart/2005/8/layout/hierarchy3"/>
    <dgm:cxn modelId="{FF44B7AE-0C61-4AE4-A849-DB38F502E2C4}" srcId="{3F5E679E-14F0-48D1-B459-84268663AFE9}" destId="{3C6BC21E-2CE2-49C0-9331-FF6F88041773}" srcOrd="3" destOrd="0" parTransId="{75F63264-23AD-457E-B81B-326811E61EA7}" sibTransId="{930D1966-4C80-4FD9-9ABB-0BA1999BA57F}"/>
    <dgm:cxn modelId="{BEE99BAF-DD77-45A2-AE2A-8B23BA00DEE2}" srcId="{FBA57A97-D7C6-43AF-9EC4-04DDEC4FEFAB}" destId="{D781759B-550D-402E-B4A3-69FEDD3E06C7}" srcOrd="0" destOrd="0" parTransId="{A0A83230-8D14-4027-AC3C-C636B409CD0B}" sibTransId="{35C77413-514B-41CF-8B05-081C581107CA}"/>
    <dgm:cxn modelId="{0D14F0B4-50F5-476D-9C84-E82293E8F839}" srcId="{FBA57A97-D7C6-43AF-9EC4-04DDEC4FEFAB}" destId="{2E554045-B4D7-491A-845F-4334400FEB7E}" srcOrd="3" destOrd="0" parTransId="{C602A1F2-FEE2-412C-9A85-1905BFE56CC9}" sibTransId="{3C7D53E8-1354-4783-8F86-59FED2E1B255}"/>
    <dgm:cxn modelId="{1A0377BA-05A6-409D-9FF8-FB9C1D27408A}" srcId="{FBA57A97-D7C6-43AF-9EC4-04DDEC4FEFAB}" destId="{3F5E679E-14F0-48D1-B459-84268663AFE9}" srcOrd="4" destOrd="0" parTransId="{4ECA4B27-0A26-48BA-B6F5-AEE594CAC90F}" sibTransId="{AB97C097-6190-4257-BCA3-F34950DB85DF}"/>
    <dgm:cxn modelId="{573896BE-3B8C-4A09-AAC1-602F5A9D2DDD}" type="presOf" srcId="{FA8697D5-9503-4C22-A73F-A635D7509B4A}" destId="{FC430564-36EC-4128-92D3-3F6B06DCD49F}" srcOrd="0" destOrd="0" presId="urn:microsoft.com/office/officeart/2005/8/layout/hierarchy3"/>
    <dgm:cxn modelId="{C8AD21BF-FC7B-41E9-974B-E0AD5711A72B}" srcId="{FBA57A97-D7C6-43AF-9EC4-04DDEC4FEFAB}" destId="{83BD9170-6557-4727-B7AE-071C43661C98}" srcOrd="2" destOrd="0" parTransId="{C7C97B3B-77A6-45E6-8C3E-9FFF93359F04}" sibTransId="{5909DEE8-FA86-40F3-BFCE-88B6DEA39E37}"/>
    <dgm:cxn modelId="{D779C2C0-6C24-4C52-93A2-74096BC8E7D0}" type="presOf" srcId="{017CDF76-EBEF-423A-82D3-B66D85F5A5C3}" destId="{A766523B-DA05-4082-9429-FF08F2141D3F}" srcOrd="0" destOrd="0" presId="urn:microsoft.com/office/officeart/2005/8/layout/hierarchy3"/>
    <dgm:cxn modelId="{B7F47ECC-BEAE-47E1-A4BE-3F8FE6E461F1}" type="presOf" srcId="{B7B7C441-B6F2-4997-A708-53AF48CC8207}" destId="{81678C47-0400-4259-B0BE-CD6DFEE2E44E}" srcOrd="0" destOrd="0" presId="urn:microsoft.com/office/officeart/2005/8/layout/hierarchy3"/>
    <dgm:cxn modelId="{C5900CCF-F116-4EE3-B9F6-D523A91DA19F}" type="presOf" srcId="{C82DF675-D5D0-4B34-934D-B9ED646FA42E}" destId="{630A13C9-7C5F-4E0F-93A0-1C4A1942E7F8}" srcOrd="0" destOrd="0" presId="urn:microsoft.com/office/officeart/2005/8/layout/hierarchy3"/>
    <dgm:cxn modelId="{511370D2-16F2-44D6-99E8-301C9D51F865}" srcId="{3F5E679E-14F0-48D1-B459-84268663AFE9}" destId="{68708867-9591-4183-9698-4284B852236E}" srcOrd="0" destOrd="0" parTransId="{B369A3BC-0549-4AE2-83F5-9890D4D95D1E}" sibTransId="{F5278637-9A44-4A6B-8E6D-905F4A4FA5A1}"/>
    <dgm:cxn modelId="{82CC45DB-0C5B-4821-A3E5-941F5BFCA321}" srcId="{83BD9170-6557-4727-B7AE-071C43661C98}" destId="{7A9F0CB9-300C-4F90-92E7-6D5E87842B00}" srcOrd="1" destOrd="0" parTransId="{FA8697D5-9503-4C22-A73F-A635D7509B4A}" sibTransId="{73E82AD6-E6C5-479A-82F8-37DC91344099}"/>
    <dgm:cxn modelId="{98BF17DE-8D17-49EF-93B0-FC372B7D9ED8}" type="presOf" srcId="{7E4558D8-38D5-457A-B325-92991F55B0DC}" destId="{4F36CF3C-9463-4774-B2CA-CEBB704F8519}" srcOrd="0" destOrd="0" presId="urn:microsoft.com/office/officeart/2005/8/layout/hierarchy3"/>
    <dgm:cxn modelId="{633C9DE2-3EBD-47D7-B802-EF59A61440A3}" srcId="{2E554045-B4D7-491A-845F-4334400FEB7E}" destId="{D230EBA6-C232-4443-85D8-4BB95C7105A5}" srcOrd="2" destOrd="0" parTransId="{EC9B4388-0A01-446F-8E44-ED81FB50756F}" sibTransId="{9BA29CDC-3A81-4A2C-AA77-AADD1D5E0434}"/>
    <dgm:cxn modelId="{7C09AEE4-20E1-4BB0-AA9E-06A4D8D8A254}" type="presOf" srcId="{EC9B4388-0A01-446F-8E44-ED81FB50756F}" destId="{97229046-CB30-4928-B40C-2DB542FB6F87}" srcOrd="0" destOrd="0" presId="urn:microsoft.com/office/officeart/2005/8/layout/hierarchy3"/>
    <dgm:cxn modelId="{F46EDBE5-D132-463B-9232-751FE3D1D9F1}" srcId="{2E554045-B4D7-491A-845F-4334400FEB7E}" destId="{539B36EE-F69E-4254-B9E3-6503ECCDD411}" srcOrd="3" destOrd="0" parTransId="{19624420-7836-443F-8C46-70626CB8481A}" sibTransId="{C98C8052-B2CF-4A7C-AAF8-0F241468D5E4}"/>
    <dgm:cxn modelId="{F2BDCFE6-5273-4F9C-A6B7-DFEB09993AAC}" type="presOf" srcId="{9CF5EFAE-5C58-4415-B93A-767A27411290}" destId="{A87FAC97-C65B-4950-9A41-8DC0CEA44DD9}" srcOrd="0" destOrd="0" presId="urn:microsoft.com/office/officeart/2005/8/layout/hierarchy3"/>
    <dgm:cxn modelId="{15216FF1-EEEA-4BE3-85D4-02CF1BC9528D}" srcId="{83BD9170-6557-4727-B7AE-071C43661C98}" destId="{F23BE3A3-CF75-415B-A98A-6F1482AAF270}" srcOrd="2" destOrd="0" parTransId="{8747E346-C422-4CCC-BAC0-1DE9EE496CD5}" sibTransId="{E0498ACB-DFAB-486D-8E7D-34106DABD516}"/>
    <dgm:cxn modelId="{DB97F6F1-067D-4E47-8EE5-5F5396D7DFC2}" type="presOf" srcId="{83BD9170-6557-4727-B7AE-071C43661C98}" destId="{31A07B97-6569-496A-A968-141AE0841167}" srcOrd="1" destOrd="0" presId="urn:microsoft.com/office/officeart/2005/8/layout/hierarchy3"/>
    <dgm:cxn modelId="{67B098F5-1531-47BC-AB32-1312709DC3D6}" type="presOf" srcId="{17D062C0-8227-4246-A59F-48B3F8082DFB}" destId="{9E5C5C6B-45DA-48A4-AFA6-5DCADE4F385A}" srcOrd="0" destOrd="0" presId="urn:microsoft.com/office/officeart/2005/8/layout/hierarchy3"/>
    <dgm:cxn modelId="{5719A7F8-7173-4D91-99B0-4D19810027A7}" type="presOf" srcId="{8358EB46-3F38-4114-976B-C7B72640C86E}" destId="{71578B86-0D09-44BD-BF89-02644D99A01D}" srcOrd="0" destOrd="0" presId="urn:microsoft.com/office/officeart/2005/8/layout/hierarchy3"/>
    <dgm:cxn modelId="{8428B7FA-2C16-4761-8729-9C6949E37CE3}" type="presOf" srcId="{D230EBA6-C232-4443-85D8-4BB95C7105A5}" destId="{F0C4594C-2F8A-4BAE-8BEF-D802DD2843F8}" srcOrd="0" destOrd="0" presId="urn:microsoft.com/office/officeart/2005/8/layout/hierarchy3"/>
    <dgm:cxn modelId="{AF816B6B-AAAB-417B-BC4C-E8CFFF586290}" type="presParOf" srcId="{38977D0F-EB79-4385-9C2A-08CC7A0430EA}" destId="{6D7E1272-A57F-4ABF-8723-5DA79ECEDDBE}" srcOrd="0" destOrd="0" presId="urn:microsoft.com/office/officeart/2005/8/layout/hierarchy3"/>
    <dgm:cxn modelId="{458AFF8D-75DC-4F2B-A11E-7A6896704DEE}" type="presParOf" srcId="{6D7E1272-A57F-4ABF-8723-5DA79ECEDDBE}" destId="{DC664B45-70F3-48D6-8529-C4FA6CCEC3FC}" srcOrd="0" destOrd="0" presId="urn:microsoft.com/office/officeart/2005/8/layout/hierarchy3"/>
    <dgm:cxn modelId="{78689FC7-69CE-41A6-A9D6-8D6A308E62CE}" type="presParOf" srcId="{DC664B45-70F3-48D6-8529-C4FA6CCEC3FC}" destId="{CE3400F5-CCDD-4D30-989A-4F3CFCAECE80}" srcOrd="0" destOrd="0" presId="urn:microsoft.com/office/officeart/2005/8/layout/hierarchy3"/>
    <dgm:cxn modelId="{5152DE02-0C60-4584-B0D4-7C94AB9637A4}" type="presParOf" srcId="{DC664B45-70F3-48D6-8529-C4FA6CCEC3FC}" destId="{8925925D-F76C-4CBF-8521-8B740D79E0CF}" srcOrd="1" destOrd="0" presId="urn:microsoft.com/office/officeart/2005/8/layout/hierarchy3"/>
    <dgm:cxn modelId="{FB71BA07-9C70-4839-BEEB-5614AB4DEC69}" type="presParOf" srcId="{6D7E1272-A57F-4ABF-8723-5DA79ECEDDBE}" destId="{8B43E9A6-D8D9-4303-B9DE-C8833283CF37}" srcOrd="1" destOrd="0" presId="urn:microsoft.com/office/officeart/2005/8/layout/hierarchy3"/>
    <dgm:cxn modelId="{DDC69BA3-BEC5-4D98-A5C2-0F2E99FCA843}" type="presParOf" srcId="{8B43E9A6-D8D9-4303-B9DE-C8833283CF37}" destId="{075F142E-0FED-4B61-92C4-AA595B07A464}" srcOrd="0" destOrd="0" presId="urn:microsoft.com/office/officeart/2005/8/layout/hierarchy3"/>
    <dgm:cxn modelId="{0C5E32C5-10AE-4AA3-A481-E6B25E6D8810}" type="presParOf" srcId="{8B43E9A6-D8D9-4303-B9DE-C8833283CF37}" destId="{CCEB7B2F-DC80-4351-8E83-AE44616B0043}" srcOrd="1" destOrd="0" presId="urn:microsoft.com/office/officeart/2005/8/layout/hierarchy3"/>
    <dgm:cxn modelId="{6869017E-4584-4200-9D9B-909D49E78D99}" type="presParOf" srcId="{8B43E9A6-D8D9-4303-B9DE-C8833283CF37}" destId="{4AD992C8-BBA5-4140-8459-DA271B906C18}" srcOrd="2" destOrd="0" presId="urn:microsoft.com/office/officeart/2005/8/layout/hierarchy3"/>
    <dgm:cxn modelId="{917725FF-62F8-4511-9F2D-11821A562AD6}" type="presParOf" srcId="{8B43E9A6-D8D9-4303-B9DE-C8833283CF37}" destId="{1A40D53A-65BC-4637-A855-3DE912DD6686}" srcOrd="3" destOrd="0" presId="urn:microsoft.com/office/officeart/2005/8/layout/hierarchy3"/>
    <dgm:cxn modelId="{EE2036F1-BA62-4D38-B841-987C78E1D5C7}" type="presParOf" srcId="{8B43E9A6-D8D9-4303-B9DE-C8833283CF37}" destId="{9E5C5C6B-45DA-48A4-AFA6-5DCADE4F385A}" srcOrd="4" destOrd="0" presId="urn:microsoft.com/office/officeart/2005/8/layout/hierarchy3"/>
    <dgm:cxn modelId="{86FA2909-9B25-4870-8D9D-CD327131964A}" type="presParOf" srcId="{8B43E9A6-D8D9-4303-B9DE-C8833283CF37}" destId="{A766523B-DA05-4082-9429-FF08F2141D3F}" srcOrd="5" destOrd="0" presId="urn:microsoft.com/office/officeart/2005/8/layout/hierarchy3"/>
    <dgm:cxn modelId="{D40A505B-5F06-43B6-B952-1BC8EBB7DD70}" type="presParOf" srcId="{38977D0F-EB79-4385-9C2A-08CC7A0430EA}" destId="{8BB61440-EB75-40B9-BF57-218A63CD47A7}" srcOrd="1" destOrd="0" presId="urn:microsoft.com/office/officeart/2005/8/layout/hierarchy3"/>
    <dgm:cxn modelId="{95C7954D-93DE-4305-823A-312E1758B85A}" type="presParOf" srcId="{8BB61440-EB75-40B9-BF57-218A63CD47A7}" destId="{66DE5638-95ED-44BE-A5D1-E70077A5156C}" srcOrd="0" destOrd="0" presId="urn:microsoft.com/office/officeart/2005/8/layout/hierarchy3"/>
    <dgm:cxn modelId="{424AE8D1-3FB7-4A28-879A-06AD7266A006}" type="presParOf" srcId="{66DE5638-95ED-44BE-A5D1-E70077A5156C}" destId="{71578B86-0D09-44BD-BF89-02644D99A01D}" srcOrd="0" destOrd="0" presId="urn:microsoft.com/office/officeart/2005/8/layout/hierarchy3"/>
    <dgm:cxn modelId="{B9C608FF-8D96-46E4-843D-C03BEE826535}" type="presParOf" srcId="{66DE5638-95ED-44BE-A5D1-E70077A5156C}" destId="{BA951152-D102-4F5E-A85F-FFF12E8D0C68}" srcOrd="1" destOrd="0" presId="urn:microsoft.com/office/officeart/2005/8/layout/hierarchy3"/>
    <dgm:cxn modelId="{C2773FAA-BEAA-41AB-8512-6046857F1BFC}" type="presParOf" srcId="{8BB61440-EB75-40B9-BF57-218A63CD47A7}" destId="{F2740A8E-05DD-4280-B86B-4AB86815B82E}" srcOrd="1" destOrd="0" presId="urn:microsoft.com/office/officeart/2005/8/layout/hierarchy3"/>
    <dgm:cxn modelId="{4CE5328D-2ECC-4222-9E2B-AD79B268611C}" type="presParOf" srcId="{F2740A8E-05DD-4280-B86B-4AB86815B82E}" destId="{6916F169-3151-438D-AC25-B72DAFDC2364}" srcOrd="0" destOrd="0" presId="urn:microsoft.com/office/officeart/2005/8/layout/hierarchy3"/>
    <dgm:cxn modelId="{793AB9D5-AE2A-4068-AFE0-467838826545}" type="presParOf" srcId="{F2740A8E-05DD-4280-B86B-4AB86815B82E}" destId="{C58B6EE4-8ECC-4ED7-A5F0-2BB9085AB385}" srcOrd="1" destOrd="0" presId="urn:microsoft.com/office/officeart/2005/8/layout/hierarchy3"/>
    <dgm:cxn modelId="{4A570BD8-B34F-45E4-9277-5CA5C89626C1}" type="presParOf" srcId="{F2740A8E-05DD-4280-B86B-4AB86815B82E}" destId="{F1E09150-61EE-4BC8-91AE-0DFF454AA1C1}" srcOrd="2" destOrd="0" presId="urn:microsoft.com/office/officeart/2005/8/layout/hierarchy3"/>
    <dgm:cxn modelId="{80065AFE-5B5A-45FB-ACFE-7FFE168D83D6}" type="presParOf" srcId="{F2740A8E-05DD-4280-B86B-4AB86815B82E}" destId="{AB0C7F50-C603-4CB3-BDBF-6EF79C3C967A}" srcOrd="3" destOrd="0" presId="urn:microsoft.com/office/officeart/2005/8/layout/hierarchy3"/>
    <dgm:cxn modelId="{DE9FB6DC-F75D-4006-9664-2CDE0FA97573}" type="presParOf" srcId="{F2740A8E-05DD-4280-B86B-4AB86815B82E}" destId="{A87FAC97-C65B-4950-9A41-8DC0CEA44DD9}" srcOrd="4" destOrd="0" presId="urn:microsoft.com/office/officeart/2005/8/layout/hierarchy3"/>
    <dgm:cxn modelId="{C5011493-5804-43D1-9B20-E3359EF6669E}" type="presParOf" srcId="{F2740A8E-05DD-4280-B86B-4AB86815B82E}" destId="{4BD4ACEB-90BB-4C1E-8698-36829D4CF7AB}" srcOrd="5" destOrd="0" presId="urn:microsoft.com/office/officeart/2005/8/layout/hierarchy3"/>
    <dgm:cxn modelId="{06394F15-C8EB-4BA8-AE62-08A37504FA50}" type="presParOf" srcId="{38977D0F-EB79-4385-9C2A-08CC7A0430EA}" destId="{46FD28B0-0A6A-4242-8CC9-F726610707E6}" srcOrd="2" destOrd="0" presId="urn:microsoft.com/office/officeart/2005/8/layout/hierarchy3"/>
    <dgm:cxn modelId="{5785114F-3900-40B6-8044-CBD37C100158}" type="presParOf" srcId="{46FD28B0-0A6A-4242-8CC9-F726610707E6}" destId="{B5961BF6-C5CA-42B2-B50B-75426100ECF0}" srcOrd="0" destOrd="0" presId="urn:microsoft.com/office/officeart/2005/8/layout/hierarchy3"/>
    <dgm:cxn modelId="{C11A8F2D-2AC7-4F65-8A94-4CC5429E7446}" type="presParOf" srcId="{B5961BF6-C5CA-42B2-B50B-75426100ECF0}" destId="{CED01A17-E73F-4AAE-9378-B05987075E6A}" srcOrd="0" destOrd="0" presId="urn:microsoft.com/office/officeart/2005/8/layout/hierarchy3"/>
    <dgm:cxn modelId="{81707BCF-326A-4D31-ABA8-3788EFB2D0CF}" type="presParOf" srcId="{B5961BF6-C5CA-42B2-B50B-75426100ECF0}" destId="{31A07B97-6569-496A-A968-141AE0841167}" srcOrd="1" destOrd="0" presId="urn:microsoft.com/office/officeart/2005/8/layout/hierarchy3"/>
    <dgm:cxn modelId="{CF4FFE5F-0FC6-4B0C-9F49-7BDF61794816}" type="presParOf" srcId="{46FD28B0-0A6A-4242-8CC9-F726610707E6}" destId="{D921E435-D324-4A4B-9678-C404F49A2B24}" srcOrd="1" destOrd="0" presId="urn:microsoft.com/office/officeart/2005/8/layout/hierarchy3"/>
    <dgm:cxn modelId="{DB301B72-37E6-4821-9F0F-EC5205F620E6}" type="presParOf" srcId="{D921E435-D324-4A4B-9678-C404F49A2B24}" destId="{210F10CB-D88F-4064-B216-5ECE3DD0267A}" srcOrd="0" destOrd="0" presId="urn:microsoft.com/office/officeart/2005/8/layout/hierarchy3"/>
    <dgm:cxn modelId="{1F24B5B3-3240-45AB-9D49-69C925DE211E}" type="presParOf" srcId="{D921E435-D324-4A4B-9678-C404F49A2B24}" destId="{178BBE4B-757D-4795-A8EE-49E81B4E9F64}" srcOrd="1" destOrd="0" presId="urn:microsoft.com/office/officeart/2005/8/layout/hierarchy3"/>
    <dgm:cxn modelId="{5FCE9405-6A1C-49C8-9551-F21EC9BDDE7C}" type="presParOf" srcId="{D921E435-D324-4A4B-9678-C404F49A2B24}" destId="{FC430564-36EC-4128-92D3-3F6B06DCD49F}" srcOrd="2" destOrd="0" presId="urn:microsoft.com/office/officeart/2005/8/layout/hierarchy3"/>
    <dgm:cxn modelId="{381D075C-46DD-41AF-958A-53B19BF70BE8}" type="presParOf" srcId="{D921E435-D324-4A4B-9678-C404F49A2B24}" destId="{CBD9E1B1-B01F-4EF1-92C6-F5B8438CD756}" srcOrd="3" destOrd="0" presId="urn:microsoft.com/office/officeart/2005/8/layout/hierarchy3"/>
    <dgm:cxn modelId="{D8307629-1339-4181-AF32-AB1E079C75F0}" type="presParOf" srcId="{D921E435-D324-4A4B-9678-C404F49A2B24}" destId="{A601502C-1E16-4A38-83B9-915C252A891E}" srcOrd="4" destOrd="0" presId="urn:microsoft.com/office/officeart/2005/8/layout/hierarchy3"/>
    <dgm:cxn modelId="{76016D89-D2CC-4788-90E0-6666AE7299B7}" type="presParOf" srcId="{D921E435-D324-4A4B-9678-C404F49A2B24}" destId="{D1A37E3E-9C21-4914-832B-A1378C13C06E}" srcOrd="5" destOrd="0" presId="urn:microsoft.com/office/officeart/2005/8/layout/hierarchy3"/>
    <dgm:cxn modelId="{B09D5E79-49DA-4F88-9C65-05633F303107}" type="presParOf" srcId="{38977D0F-EB79-4385-9C2A-08CC7A0430EA}" destId="{EE7B3030-F656-4357-B8B2-810642F219B3}" srcOrd="3" destOrd="0" presId="urn:microsoft.com/office/officeart/2005/8/layout/hierarchy3"/>
    <dgm:cxn modelId="{49A6C0FF-2103-42A6-87B9-AA232DEB03C0}" type="presParOf" srcId="{EE7B3030-F656-4357-B8B2-810642F219B3}" destId="{CBCA69C0-094F-4473-A12B-C510B4837B59}" srcOrd="0" destOrd="0" presId="urn:microsoft.com/office/officeart/2005/8/layout/hierarchy3"/>
    <dgm:cxn modelId="{38091362-E3E7-4C40-94AF-C1FD5089ADC1}" type="presParOf" srcId="{CBCA69C0-094F-4473-A12B-C510B4837B59}" destId="{282464BB-AD5A-46ED-8681-51A352A3B1EC}" srcOrd="0" destOrd="0" presId="urn:microsoft.com/office/officeart/2005/8/layout/hierarchy3"/>
    <dgm:cxn modelId="{542563DA-FB20-4270-ABBF-B0C2CA127FBE}" type="presParOf" srcId="{CBCA69C0-094F-4473-A12B-C510B4837B59}" destId="{A0299E70-2AF9-49CE-9BA7-E44DBDB0CABD}" srcOrd="1" destOrd="0" presId="urn:microsoft.com/office/officeart/2005/8/layout/hierarchy3"/>
    <dgm:cxn modelId="{BD8420E4-2C3A-418C-B7F8-6D589408F800}" type="presParOf" srcId="{EE7B3030-F656-4357-B8B2-810642F219B3}" destId="{4C6BCFF4-ACC8-4EFF-84FA-15EC97DC20B8}" srcOrd="1" destOrd="0" presId="urn:microsoft.com/office/officeart/2005/8/layout/hierarchy3"/>
    <dgm:cxn modelId="{D73355B0-57D3-4FB9-AD2E-1BFFADE76958}" type="presParOf" srcId="{4C6BCFF4-ACC8-4EFF-84FA-15EC97DC20B8}" destId="{4F36CF3C-9463-4774-B2CA-CEBB704F8519}" srcOrd="0" destOrd="0" presId="urn:microsoft.com/office/officeart/2005/8/layout/hierarchy3"/>
    <dgm:cxn modelId="{27963033-F2AF-4F17-8ED5-3BF5B74927BD}" type="presParOf" srcId="{4C6BCFF4-ACC8-4EFF-84FA-15EC97DC20B8}" destId="{C3700CA7-1399-4D03-920E-4B176B9ED42F}" srcOrd="1" destOrd="0" presId="urn:microsoft.com/office/officeart/2005/8/layout/hierarchy3"/>
    <dgm:cxn modelId="{2CCD9233-1E62-4292-8ABF-10728E581BE6}" type="presParOf" srcId="{4C6BCFF4-ACC8-4EFF-84FA-15EC97DC20B8}" destId="{72D31EDF-40A6-4632-BE39-8BE412E458D1}" srcOrd="2" destOrd="0" presId="urn:microsoft.com/office/officeart/2005/8/layout/hierarchy3"/>
    <dgm:cxn modelId="{2121A96B-83E4-4E87-9DA9-0BA5DE07F109}" type="presParOf" srcId="{4C6BCFF4-ACC8-4EFF-84FA-15EC97DC20B8}" destId="{26FBBFD6-C480-4CEE-8517-89E37ABC92D8}" srcOrd="3" destOrd="0" presId="urn:microsoft.com/office/officeart/2005/8/layout/hierarchy3"/>
    <dgm:cxn modelId="{F3917469-E27E-4698-A457-539A68E23920}" type="presParOf" srcId="{4C6BCFF4-ACC8-4EFF-84FA-15EC97DC20B8}" destId="{97229046-CB30-4928-B40C-2DB542FB6F87}" srcOrd="4" destOrd="0" presId="urn:microsoft.com/office/officeart/2005/8/layout/hierarchy3"/>
    <dgm:cxn modelId="{9395DAB9-B268-46D6-86AA-260EAF389276}" type="presParOf" srcId="{4C6BCFF4-ACC8-4EFF-84FA-15EC97DC20B8}" destId="{F0C4594C-2F8A-4BAE-8BEF-D802DD2843F8}" srcOrd="5" destOrd="0" presId="urn:microsoft.com/office/officeart/2005/8/layout/hierarchy3"/>
    <dgm:cxn modelId="{DFAAE1D9-FF01-43EC-B538-4DBB848F928C}" type="presParOf" srcId="{4C6BCFF4-ACC8-4EFF-84FA-15EC97DC20B8}" destId="{6C203615-F760-4BAD-A913-E5CA273A9EED}" srcOrd="6" destOrd="0" presId="urn:microsoft.com/office/officeart/2005/8/layout/hierarchy3"/>
    <dgm:cxn modelId="{544D0D47-DADD-45C8-AC2B-770E9F413D98}" type="presParOf" srcId="{4C6BCFF4-ACC8-4EFF-84FA-15EC97DC20B8}" destId="{6CA6B62C-7EE0-4CC6-9562-80DFA3CA31D0}" srcOrd="7" destOrd="0" presId="urn:microsoft.com/office/officeart/2005/8/layout/hierarchy3"/>
    <dgm:cxn modelId="{996DCCB6-A29C-45F1-9D3F-7CB70E0C7106}" type="presParOf" srcId="{38977D0F-EB79-4385-9C2A-08CC7A0430EA}" destId="{F20E87B5-48CE-4AF8-86C6-99597804B5D5}" srcOrd="4" destOrd="0" presId="urn:microsoft.com/office/officeart/2005/8/layout/hierarchy3"/>
    <dgm:cxn modelId="{1D6B7AE1-49A5-4BC3-B1B3-7D9178493685}" type="presParOf" srcId="{F20E87B5-48CE-4AF8-86C6-99597804B5D5}" destId="{9DB2CB31-D003-4A6A-B74F-AEE3D1DD6B5C}" srcOrd="0" destOrd="0" presId="urn:microsoft.com/office/officeart/2005/8/layout/hierarchy3"/>
    <dgm:cxn modelId="{2D423A85-C5A7-4367-92BD-A3AD5E014FD1}" type="presParOf" srcId="{9DB2CB31-D003-4A6A-B74F-AEE3D1DD6B5C}" destId="{03EB6BF9-4602-4320-A933-CDC565E6C7F7}" srcOrd="0" destOrd="0" presId="urn:microsoft.com/office/officeart/2005/8/layout/hierarchy3"/>
    <dgm:cxn modelId="{A753C153-DA06-4373-BB4F-B625E3949C75}" type="presParOf" srcId="{9DB2CB31-D003-4A6A-B74F-AEE3D1DD6B5C}" destId="{D7C65CA7-724D-4C25-9C98-3BFB748CA7F9}" srcOrd="1" destOrd="0" presId="urn:microsoft.com/office/officeart/2005/8/layout/hierarchy3"/>
    <dgm:cxn modelId="{2A2125F2-0CD9-4BFC-BFBE-0A09257C838C}" type="presParOf" srcId="{F20E87B5-48CE-4AF8-86C6-99597804B5D5}" destId="{75AFEC1E-A0BB-4363-8714-892B3714605A}" srcOrd="1" destOrd="0" presId="urn:microsoft.com/office/officeart/2005/8/layout/hierarchy3"/>
    <dgm:cxn modelId="{C62EEC0D-E43E-459C-8AE1-B8A01F42D2C8}" type="presParOf" srcId="{75AFEC1E-A0BB-4363-8714-892B3714605A}" destId="{D0C71F77-1A33-430A-93FF-FE3E988D551F}" srcOrd="0" destOrd="0" presId="urn:microsoft.com/office/officeart/2005/8/layout/hierarchy3"/>
    <dgm:cxn modelId="{4466BE3A-24FE-451B-9360-AA28B6B638F5}" type="presParOf" srcId="{75AFEC1E-A0BB-4363-8714-892B3714605A}" destId="{086AB0A5-7FD8-4628-8161-F959A09A5C67}" srcOrd="1" destOrd="0" presId="urn:microsoft.com/office/officeart/2005/8/layout/hierarchy3"/>
    <dgm:cxn modelId="{57E3BD61-95F5-4A07-89A3-B5A7BF6EB5AD}" type="presParOf" srcId="{75AFEC1E-A0BB-4363-8714-892B3714605A}" destId="{C42B1138-5A2D-4D59-B7F4-DB6387B525C8}" srcOrd="2" destOrd="0" presId="urn:microsoft.com/office/officeart/2005/8/layout/hierarchy3"/>
    <dgm:cxn modelId="{0D5FC00C-76FC-45A5-B1EC-2B7B36562093}" type="presParOf" srcId="{75AFEC1E-A0BB-4363-8714-892B3714605A}" destId="{BBD098EA-8CA2-4C2F-BC10-5FFCCA009CB9}" srcOrd="3" destOrd="0" presId="urn:microsoft.com/office/officeart/2005/8/layout/hierarchy3"/>
    <dgm:cxn modelId="{F447BE2F-1C79-4C8E-A160-C813F3FC09A1}" type="presParOf" srcId="{75AFEC1E-A0BB-4363-8714-892B3714605A}" destId="{630A13C9-7C5F-4E0F-93A0-1C4A1942E7F8}" srcOrd="4" destOrd="0" presId="urn:microsoft.com/office/officeart/2005/8/layout/hierarchy3"/>
    <dgm:cxn modelId="{B2C3447B-D111-4750-8F7F-BBB240DB61D9}" type="presParOf" srcId="{75AFEC1E-A0BB-4363-8714-892B3714605A}" destId="{81678C47-0400-4259-B0BE-CD6DFEE2E44E}" srcOrd="5" destOrd="0" presId="urn:microsoft.com/office/officeart/2005/8/layout/hierarchy3"/>
    <dgm:cxn modelId="{264BCC23-C5A1-4FC7-B0AD-6E18436695E7}" type="presParOf" srcId="{75AFEC1E-A0BB-4363-8714-892B3714605A}" destId="{7DFA26A2-A0F8-4C96-8C07-8D30A9B7AEB2}" srcOrd="6" destOrd="0" presId="urn:microsoft.com/office/officeart/2005/8/layout/hierarchy3"/>
    <dgm:cxn modelId="{41DBB2AA-ECBE-409A-AE2E-CE95792DC35F}" type="presParOf" srcId="{75AFEC1E-A0BB-4363-8714-892B3714605A}" destId="{C037D3FD-8364-4519-A796-B4883184ADB5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2BECF-2FAB-4250-AC17-9A347BF355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C06486-0B5E-4F1D-90DF-09F806C6552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dirty="0"/>
            <a:t>Explorar os conceitos de modelagem multidimensional.</a:t>
          </a:r>
          <a:endParaRPr lang="en-US" dirty="0"/>
        </a:p>
      </dgm:t>
    </dgm:pt>
    <dgm:pt modelId="{671626DB-ED23-46F9-9FC2-1C3A26D1D85F}" type="parTrans" cxnId="{CF8DC4BE-DA97-436C-BA2B-B492DF6DDED6}">
      <dgm:prSet/>
      <dgm:spPr/>
      <dgm:t>
        <a:bodyPr/>
        <a:lstStyle/>
        <a:p>
          <a:endParaRPr lang="en-US"/>
        </a:p>
      </dgm:t>
    </dgm:pt>
    <dgm:pt modelId="{48214B5E-B2F6-44BC-9189-29EA50545EF7}" type="sibTrans" cxnId="{CF8DC4BE-DA97-436C-BA2B-B492DF6DDED6}">
      <dgm:prSet/>
      <dgm:spPr/>
      <dgm:t>
        <a:bodyPr/>
        <a:lstStyle/>
        <a:p>
          <a:endParaRPr lang="en-US"/>
        </a:p>
      </dgm:t>
    </dgm:pt>
    <dgm:pt modelId="{002476AE-9C46-4F17-83A7-0EA57078B2A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Identificar as necessidades de negócios para a modelagem multidimensional.</a:t>
          </a:r>
          <a:endParaRPr lang="en-US"/>
        </a:p>
      </dgm:t>
    </dgm:pt>
    <dgm:pt modelId="{5954B961-6EEB-4566-BC48-DA8A013970C8}" type="parTrans" cxnId="{AC2D3C9D-F79A-4C37-91AC-671632C18E22}">
      <dgm:prSet/>
      <dgm:spPr/>
      <dgm:t>
        <a:bodyPr/>
        <a:lstStyle/>
        <a:p>
          <a:endParaRPr lang="en-US"/>
        </a:p>
      </dgm:t>
    </dgm:pt>
    <dgm:pt modelId="{AFEB00CD-D000-44C1-A504-74098E1D78F8}" type="sibTrans" cxnId="{AC2D3C9D-F79A-4C37-91AC-671632C18E22}">
      <dgm:prSet/>
      <dgm:spPr/>
      <dgm:t>
        <a:bodyPr/>
        <a:lstStyle/>
        <a:p>
          <a:endParaRPr lang="en-US"/>
        </a:p>
      </dgm:t>
    </dgm:pt>
    <dgm:pt modelId="{FAE66F83-95AE-4330-A922-DC95C15BD32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Apresentar e familiarizar os alunos com a ferramenta Power BI.</a:t>
          </a:r>
          <a:endParaRPr lang="en-US"/>
        </a:p>
      </dgm:t>
    </dgm:pt>
    <dgm:pt modelId="{78028FF3-60AD-468E-9CC6-317B57FB716E}" type="parTrans" cxnId="{C62ED8E6-1106-4E14-8973-CF5A6A846F92}">
      <dgm:prSet/>
      <dgm:spPr/>
      <dgm:t>
        <a:bodyPr/>
        <a:lstStyle/>
        <a:p>
          <a:endParaRPr lang="en-US"/>
        </a:p>
      </dgm:t>
    </dgm:pt>
    <dgm:pt modelId="{BB773598-A243-4721-BD93-1BAF500AF2C9}" type="sibTrans" cxnId="{C62ED8E6-1106-4E14-8973-CF5A6A846F92}">
      <dgm:prSet/>
      <dgm:spPr/>
      <dgm:t>
        <a:bodyPr/>
        <a:lstStyle/>
        <a:p>
          <a:endParaRPr lang="en-US"/>
        </a:p>
      </dgm:t>
    </dgm:pt>
    <dgm:pt modelId="{0ABC8224-542B-4115-883A-37841819848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Realizar uma dinâmica prática utilizando dados do IBGE para criar uma modelagem dos dados no Power BI.</a:t>
          </a:r>
          <a:endParaRPr lang="en-US"/>
        </a:p>
      </dgm:t>
    </dgm:pt>
    <dgm:pt modelId="{06E50404-6A73-4ED6-991C-46936A1BFB2F}" type="parTrans" cxnId="{C41F84D1-257D-4DD1-82E1-D8A02FA41FA2}">
      <dgm:prSet/>
      <dgm:spPr/>
      <dgm:t>
        <a:bodyPr/>
        <a:lstStyle/>
        <a:p>
          <a:endParaRPr lang="en-US"/>
        </a:p>
      </dgm:t>
    </dgm:pt>
    <dgm:pt modelId="{7F671B2B-154D-445D-BD5D-624D6C9B0875}" type="sibTrans" cxnId="{C41F84D1-257D-4DD1-82E1-D8A02FA41FA2}">
      <dgm:prSet/>
      <dgm:spPr/>
      <dgm:t>
        <a:bodyPr/>
        <a:lstStyle/>
        <a:p>
          <a:endParaRPr lang="en-US"/>
        </a:p>
      </dgm:t>
    </dgm:pt>
    <dgm:pt modelId="{30DF71AA-3204-4D41-AAD4-82A9E264E3B0}" type="pres">
      <dgm:prSet presAssocID="{9822BECF-2FAB-4250-AC17-9A347BF3550D}" presName="root" presStyleCnt="0">
        <dgm:presLayoutVars>
          <dgm:dir/>
          <dgm:resizeHandles val="exact"/>
        </dgm:presLayoutVars>
      </dgm:prSet>
      <dgm:spPr/>
    </dgm:pt>
    <dgm:pt modelId="{2AD0EBB5-CD34-449E-B067-1FD89CFC0222}" type="pres">
      <dgm:prSet presAssocID="{59C06486-0B5E-4F1D-90DF-09F806C65521}" presName="compNode" presStyleCnt="0"/>
      <dgm:spPr/>
    </dgm:pt>
    <dgm:pt modelId="{2DFE4A34-8DE2-42EC-8073-5C13B9929A4A}" type="pres">
      <dgm:prSet presAssocID="{59C06486-0B5E-4F1D-90DF-09F806C65521}" presName="bgRect" presStyleLbl="bgShp" presStyleIdx="0" presStyleCnt="4" custLinFactX="-75284" custLinFactY="-44790" custLinFactNeighborX="-100000" custLinFactNeighborY="-100000"/>
      <dgm:spPr/>
    </dgm:pt>
    <dgm:pt modelId="{B61198C2-5D3A-4698-BD7F-CE3180CF7D1F}" type="pres">
      <dgm:prSet presAssocID="{59C06486-0B5E-4F1D-90DF-09F806C655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AD046DB-DF1E-47A2-85D5-2989DE36008F}" type="pres">
      <dgm:prSet presAssocID="{59C06486-0B5E-4F1D-90DF-09F806C65521}" presName="spaceRect" presStyleCnt="0"/>
      <dgm:spPr/>
    </dgm:pt>
    <dgm:pt modelId="{576FA3E0-9F8A-415D-B8FD-2A3480A6856A}" type="pres">
      <dgm:prSet presAssocID="{59C06486-0B5E-4F1D-90DF-09F806C65521}" presName="parTx" presStyleLbl="revTx" presStyleIdx="0" presStyleCnt="4">
        <dgm:presLayoutVars>
          <dgm:chMax val="0"/>
          <dgm:chPref val="0"/>
        </dgm:presLayoutVars>
      </dgm:prSet>
      <dgm:spPr/>
    </dgm:pt>
    <dgm:pt modelId="{04802D35-53CB-42A8-9C98-A0D004CD2399}" type="pres">
      <dgm:prSet presAssocID="{48214B5E-B2F6-44BC-9189-29EA50545EF7}" presName="sibTrans" presStyleCnt="0"/>
      <dgm:spPr/>
    </dgm:pt>
    <dgm:pt modelId="{C187A801-9A3F-4CC5-877D-291E72B57818}" type="pres">
      <dgm:prSet presAssocID="{002476AE-9C46-4F17-83A7-0EA57078B2AC}" presName="compNode" presStyleCnt="0"/>
      <dgm:spPr/>
    </dgm:pt>
    <dgm:pt modelId="{FB5B267A-F526-41DA-83A0-8BBA47AD7999}" type="pres">
      <dgm:prSet presAssocID="{002476AE-9C46-4F17-83A7-0EA57078B2AC}" presName="bgRect" presStyleLbl="bgShp" presStyleIdx="1" presStyleCnt="4"/>
      <dgm:spPr/>
    </dgm:pt>
    <dgm:pt modelId="{CA916D87-BA0C-4961-8C37-3E4E8F0D5A94}" type="pres">
      <dgm:prSet presAssocID="{002476AE-9C46-4F17-83A7-0EA57078B2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2B8E7CE-0283-45F5-AFAE-5F927F4A2165}" type="pres">
      <dgm:prSet presAssocID="{002476AE-9C46-4F17-83A7-0EA57078B2AC}" presName="spaceRect" presStyleCnt="0"/>
      <dgm:spPr/>
    </dgm:pt>
    <dgm:pt modelId="{A0E2FD85-0CB1-4C82-AA8F-DEAB164CB1AD}" type="pres">
      <dgm:prSet presAssocID="{002476AE-9C46-4F17-83A7-0EA57078B2AC}" presName="parTx" presStyleLbl="revTx" presStyleIdx="1" presStyleCnt="4">
        <dgm:presLayoutVars>
          <dgm:chMax val="0"/>
          <dgm:chPref val="0"/>
        </dgm:presLayoutVars>
      </dgm:prSet>
      <dgm:spPr/>
    </dgm:pt>
    <dgm:pt modelId="{728EDED3-6F78-4E95-ACAA-35EC85848EEB}" type="pres">
      <dgm:prSet presAssocID="{AFEB00CD-D000-44C1-A504-74098E1D78F8}" presName="sibTrans" presStyleCnt="0"/>
      <dgm:spPr/>
    </dgm:pt>
    <dgm:pt modelId="{45760ABB-FDFA-44F2-875F-F20192803087}" type="pres">
      <dgm:prSet presAssocID="{FAE66F83-95AE-4330-A922-DC95C15BD322}" presName="compNode" presStyleCnt="0"/>
      <dgm:spPr/>
    </dgm:pt>
    <dgm:pt modelId="{CFF3DA18-E265-48E9-996B-22336CD62282}" type="pres">
      <dgm:prSet presAssocID="{FAE66F83-95AE-4330-A922-DC95C15BD322}" presName="bgRect" presStyleLbl="bgShp" presStyleIdx="2" presStyleCnt="4"/>
      <dgm:spPr/>
    </dgm:pt>
    <dgm:pt modelId="{D34998D9-F44D-4D2F-B43A-906AFB33AA36}" type="pres">
      <dgm:prSet presAssocID="{FAE66F83-95AE-4330-A922-DC95C15BD3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F1F0A37C-9296-4BF1-B4EA-6924CF9A53E9}" type="pres">
      <dgm:prSet presAssocID="{FAE66F83-95AE-4330-A922-DC95C15BD322}" presName="spaceRect" presStyleCnt="0"/>
      <dgm:spPr/>
    </dgm:pt>
    <dgm:pt modelId="{E6293A24-ADE5-498F-B8DB-14E7F2F9FF8D}" type="pres">
      <dgm:prSet presAssocID="{FAE66F83-95AE-4330-A922-DC95C15BD322}" presName="parTx" presStyleLbl="revTx" presStyleIdx="2" presStyleCnt="4">
        <dgm:presLayoutVars>
          <dgm:chMax val="0"/>
          <dgm:chPref val="0"/>
        </dgm:presLayoutVars>
      </dgm:prSet>
      <dgm:spPr/>
    </dgm:pt>
    <dgm:pt modelId="{617F2536-A0A9-4C0B-A9CF-7D270ED7BECF}" type="pres">
      <dgm:prSet presAssocID="{BB773598-A243-4721-BD93-1BAF500AF2C9}" presName="sibTrans" presStyleCnt="0"/>
      <dgm:spPr/>
    </dgm:pt>
    <dgm:pt modelId="{187C8355-BFFC-4654-A96E-F182F1183905}" type="pres">
      <dgm:prSet presAssocID="{0ABC8224-542B-4115-883A-378418198485}" presName="compNode" presStyleCnt="0"/>
      <dgm:spPr/>
    </dgm:pt>
    <dgm:pt modelId="{3E8FF9CC-8E34-42F0-BF40-5C056C434B4D}" type="pres">
      <dgm:prSet presAssocID="{0ABC8224-542B-4115-883A-378418198485}" presName="bgRect" presStyleLbl="bgShp" presStyleIdx="3" presStyleCnt="4"/>
      <dgm:spPr/>
    </dgm:pt>
    <dgm:pt modelId="{E0EFA7C8-AD53-4077-A516-89E56B3782E5}" type="pres">
      <dgm:prSet presAssocID="{0ABC8224-542B-4115-883A-3784181984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515DB5CD-3302-4B15-8357-76F0F344E1AE}" type="pres">
      <dgm:prSet presAssocID="{0ABC8224-542B-4115-883A-378418198485}" presName="spaceRect" presStyleCnt="0"/>
      <dgm:spPr/>
    </dgm:pt>
    <dgm:pt modelId="{D7E2ECBE-BCEF-4C2E-BE84-20DD2B858204}" type="pres">
      <dgm:prSet presAssocID="{0ABC8224-542B-4115-883A-37841819848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A86466-730A-4870-9BCD-664D1EED6A06}" type="presOf" srcId="{0ABC8224-542B-4115-883A-378418198485}" destId="{D7E2ECBE-BCEF-4C2E-BE84-20DD2B858204}" srcOrd="0" destOrd="0" presId="urn:microsoft.com/office/officeart/2018/2/layout/IconVerticalSolidList"/>
    <dgm:cxn modelId="{E76EBC75-075E-401E-A500-C9C6C3EC02C5}" type="presOf" srcId="{9822BECF-2FAB-4250-AC17-9A347BF3550D}" destId="{30DF71AA-3204-4D41-AAD4-82A9E264E3B0}" srcOrd="0" destOrd="0" presId="urn:microsoft.com/office/officeart/2018/2/layout/IconVerticalSolidList"/>
    <dgm:cxn modelId="{F522118B-6190-4D48-ADB4-5F1FEB7E8071}" type="presOf" srcId="{FAE66F83-95AE-4330-A922-DC95C15BD322}" destId="{E6293A24-ADE5-498F-B8DB-14E7F2F9FF8D}" srcOrd="0" destOrd="0" presId="urn:microsoft.com/office/officeart/2018/2/layout/IconVerticalSolidList"/>
    <dgm:cxn modelId="{AC2D3C9D-F79A-4C37-91AC-671632C18E22}" srcId="{9822BECF-2FAB-4250-AC17-9A347BF3550D}" destId="{002476AE-9C46-4F17-83A7-0EA57078B2AC}" srcOrd="1" destOrd="0" parTransId="{5954B961-6EEB-4566-BC48-DA8A013970C8}" sibTransId="{AFEB00CD-D000-44C1-A504-74098E1D78F8}"/>
    <dgm:cxn modelId="{CF8DC4BE-DA97-436C-BA2B-B492DF6DDED6}" srcId="{9822BECF-2FAB-4250-AC17-9A347BF3550D}" destId="{59C06486-0B5E-4F1D-90DF-09F806C65521}" srcOrd="0" destOrd="0" parTransId="{671626DB-ED23-46F9-9FC2-1C3A26D1D85F}" sibTransId="{48214B5E-B2F6-44BC-9189-29EA50545EF7}"/>
    <dgm:cxn modelId="{C41F84D1-257D-4DD1-82E1-D8A02FA41FA2}" srcId="{9822BECF-2FAB-4250-AC17-9A347BF3550D}" destId="{0ABC8224-542B-4115-883A-378418198485}" srcOrd="3" destOrd="0" parTransId="{06E50404-6A73-4ED6-991C-46936A1BFB2F}" sibTransId="{7F671B2B-154D-445D-BD5D-624D6C9B0875}"/>
    <dgm:cxn modelId="{A30369D5-B308-4B40-8CC2-01AC92887318}" type="presOf" srcId="{002476AE-9C46-4F17-83A7-0EA57078B2AC}" destId="{A0E2FD85-0CB1-4C82-AA8F-DEAB164CB1AD}" srcOrd="0" destOrd="0" presId="urn:microsoft.com/office/officeart/2018/2/layout/IconVerticalSolidList"/>
    <dgm:cxn modelId="{44412AD8-A24E-4819-AFD8-D1C7444502B9}" type="presOf" srcId="{59C06486-0B5E-4F1D-90DF-09F806C65521}" destId="{576FA3E0-9F8A-415D-B8FD-2A3480A6856A}" srcOrd="0" destOrd="0" presId="urn:microsoft.com/office/officeart/2018/2/layout/IconVerticalSolidList"/>
    <dgm:cxn modelId="{C62ED8E6-1106-4E14-8973-CF5A6A846F92}" srcId="{9822BECF-2FAB-4250-AC17-9A347BF3550D}" destId="{FAE66F83-95AE-4330-A922-DC95C15BD322}" srcOrd="2" destOrd="0" parTransId="{78028FF3-60AD-468E-9CC6-317B57FB716E}" sibTransId="{BB773598-A243-4721-BD93-1BAF500AF2C9}"/>
    <dgm:cxn modelId="{50B5522E-1344-4EC0-850D-5CB126CC87EE}" type="presParOf" srcId="{30DF71AA-3204-4D41-AAD4-82A9E264E3B0}" destId="{2AD0EBB5-CD34-449E-B067-1FD89CFC0222}" srcOrd="0" destOrd="0" presId="urn:microsoft.com/office/officeart/2018/2/layout/IconVerticalSolidList"/>
    <dgm:cxn modelId="{7B8D59BD-A5D5-47C9-B642-1754FBE0BC65}" type="presParOf" srcId="{2AD0EBB5-CD34-449E-B067-1FD89CFC0222}" destId="{2DFE4A34-8DE2-42EC-8073-5C13B9929A4A}" srcOrd="0" destOrd="0" presId="urn:microsoft.com/office/officeart/2018/2/layout/IconVerticalSolidList"/>
    <dgm:cxn modelId="{97799105-EB79-42C4-BE2D-E77D24F00841}" type="presParOf" srcId="{2AD0EBB5-CD34-449E-B067-1FD89CFC0222}" destId="{B61198C2-5D3A-4698-BD7F-CE3180CF7D1F}" srcOrd="1" destOrd="0" presId="urn:microsoft.com/office/officeart/2018/2/layout/IconVerticalSolidList"/>
    <dgm:cxn modelId="{77ABFADB-5C17-4870-921C-96CFEE796E4A}" type="presParOf" srcId="{2AD0EBB5-CD34-449E-B067-1FD89CFC0222}" destId="{FAD046DB-DF1E-47A2-85D5-2989DE36008F}" srcOrd="2" destOrd="0" presId="urn:microsoft.com/office/officeart/2018/2/layout/IconVerticalSolidList"/>
    <dgm:cxn modelId="{F4F12F89-B97B-4A53-9DA9-AB48B5A90087}" type="presParOf" srcId="{2AD0EBB5-CD34-449E-B067-1FD89CFC0222}" destId="{576FA3E0-9F8A-415D-B8FD-2A3480A6856A}" srcOrd="3" destOrd="0" presId="urn:microsoft.com/office/officeart/2018/2/layout/IconVerticalSolidList"/>
    <dgm:cxn modelId="{7D4595A0-CC74-44B4-9D7A-FE223324385D}" type="presParOf" srcId="{30DF71AA-3204-4D41-AAD4-82A9E264E3B0}" destId="{04802D35-53CB-42A8-9C98-A0D004CD2399}" srcOrd="1" destOrd="0" presId="urn:microsoft.com/office/officeart/2018/2/layout/IconVerticalSolidList"/>
    <dgm:cxn modelId="{AC30CC84-96D8-4DBB-8B59-DBC1019D7648}" type="presParOf" srcId="{30DF71AA-3204-4D41-AAD4-82A9E264E3B0}" destId="{C187A801-9A3F-4CC5-877D-291E72B57818}" srcOrd="2" destOrd="0" presId="urn:microsoft.com/office/officeart/2018/2/layout/IconVerticalSolidList"/>
    <dgm:cxn modelId="{D17390CC-DF7E-4ADD-8E76-8B4C333CCCF0}" type="presParOf" srcId="{C187A801-9A3F-4CC5-877D-291E72B57818}" destId="{FB5B267A-F526-41DA-83A0-8BBA47AD7999}" srcOrd="0" destOrd="0" presId="urn:microsoft.com/office/officeart/2018/2/layout/IconVerticalSolidList"/>
    <dgm:cxn modelId="{9AB6BDB9-3C05-4DC0-9CEF-35F89E878FDD}" type="presParOf" srcId="{C187A801-9A3F-4CC5-877D-291E72B57818}" destId="{CA916D87-BA0C-4961-8C37-3E4E8F0D5A94}" srcOrd="1" destOrd="0" presId="urn:microsoft.com/office/officeart/2018/2/layout/IconVerticalSolidList"/>
    <dgm:cxn modelId="{5D67314A-9ACD-4ABD-9057-6C2F442EA3F7}" type="presParOf" srcId="{C187A801-9A3F-4CC5-877D-291E72B57818}" destId="{C2B8E7CE-0283-45F5-AFAE-5F927F4A2165}" srcOrd="2" destOrd="0" presId="urn:microsoft.com/office/officeart/2018/2/layout/IconVerticalSolidList"/>
    <dgm:cxn modelId="{5D593ABA-0173-4904-ABD1-FEBC97277693}" type="presParOf" srcId="{C187A801-9A3F-4CC5-877D-291E72B57818}" destId="{A0E2FD85-0CB1-4C82-AA8F-DEAB164CB1AD}" srcOrd="3" destOrd="0" presId="urn:microsoft.com/office/officeart/2018/2/layout/IconVerticalSolidList"/>
    <dgm:cxn modelId="{E46997F5-B09C-49BF-9148-36FC957D98C5}" type="presParOf" srcId="{30DF71AA-3204-4D41-AAD4-82A9E264E3B0}" destId="{728EDED3-6F78-4E95-ACAA-35EC85848EEB}" srcOrd="3" destOrd="0" presId="urn:microsoft.com/office/officeart/2018/2/layout/IconVerticalSolidList"/>
    <dgm:cxn modelId="{3BE892E7-3026-4B5A-8E6D-610BE28A3AEA}" type="presParOf" srcId="{30DF71AA-3204-4D41-AAD4-82A9E264E3B0}" destId="{45760ABB-FDFA-44F2-875F-F20192803087}" srcOrd="4" destOrd="0" presId="urn:microsoft.com/office/officeart/2018/2/layout/IconVerticalSolidList"/>
    <dgm:cxn modelId="{A5DAC086-A2E3-487E-BC57-D005D02245B7}" type="presParOf" srcId="{45760ABB-FDFA-44F2-875F-F20192803087}" destId="{CFF3DA18-E265-48E9-996B-22336CD62282}" srcOrd="0" destOrd="0" presId="urn:microsoft.com/office/officeart/2018/2/layout/IconVerticalSolidList"/>
    <dgm:cxn modelId="{D5727524-0A62-482D-A9CF-A50F7241C806}" type="presParOf" srcId="{45760ABB-FDFA-44F2-875F-F20192803087}" destId="{D34998D9-F44D-4D2F-B43A-906AFB33AA36}" srcOrd="1" destOrd="0" presId="urn:microsoft.com/office/officeart/2018/2/layout/IconVerticalSolidList"/>
    <dgm:cxn modelId="{8DD14612-94F4-45DD-A757-F264E01E672C}" type="presParOf" srcId="{45760ABB-FDFA-44F2-875F-F20192803087}" destId="{F1F0A37C-9296-4BF1-B4EA-6924CF9A53E9}" srcOrd="2" destOrd="0" presId="urn:microsoft.com/office/officeart/2018/2/layout/IconVerticalSolidList"/>
    <dgm:cxn modelId="{7513CB3E-0D06-49E2-947B-C9C014600BF4}" type="presParOf" srcId="{45760ABB-FDFA-44F2-875F-F20192803087}" destId="{E6293A24-ADE5-498F-B8DB-14E7F2F9FF8D}" srcOrd="3" destOrd="0" presId="urn:microsoft.com/office/officeart/2018/2/layout/IconVerticalSolidList"/>
    <dgm:cxn modelId="{07980A9F-0407-4B10-ABD3-FAE514D12935}" type="presParOf" srcId="{30DF71AA-3204-4D41-AAD4-82A9E264E3B0}" destId="{617F2536-A0A9-4C0B-A9CF-7D270ED7BECF}" srcOrd="5" destOrd="0" presId="urn:microsoft.com/office/officeart/2018/2/layout/IconVerticalSolidList"/>
    <dgm:cxn modelId="{7729BFD3-8011-4FDC-AE03-D63901225B89}" type="presParOf" srcId="{30DF71AA-3204-4D41-AAD4-82A9E264E3B0}" destId="{187C8355-BFFC-4654-A96E-F182F1183905}" srcOrd="6" destOrd="0" presId="urn:microsoft.com/office/officeart/2018/2/layout/IconVerticalSolidList"/>
    <dgm:cxn modelId="{07FAB983-A645-4EE4-BB9D-CFCE3F07155B}" type="presParOf" srcId="{187C8355-BFFC-4654-A96E-F182F1183905}" destId="{3E8FF9CC-8E34-42F0-BF40-5C056C434B4D}" srcOrd="0" destOrd="0" presId="urn:microsoft.com/office/officeart/2018/2/layout/IconVerticalSolidList"/>
    <dgm:cxn modelId="{080431A8-796D-4275-82E6-2378EF7D05E9}" type="presParOf" srcId="{187C8355-BFFC-4654-A96E-F182F1183905}" destId="{E0EFA7C8-AD53-4077-A516-89E56B3782E5}" srcOrd="1" destOrd="0" presId="urn:microsoft.com/office/officeart/2018/2/layout/IconVerticalSolidList"/>
    <dgm:cxn modelId="{221F6F98-7C3E-4FEE-A766-12D3909AF8A4}" type="presParOf" srcId="{187C8355-BFFC-4654-A96E-F182F1183905}" destId="{515DB5CD-3302-4B15-8357-76F0F344E1AE}" srcOrd="2" destOrd="0" presId="urn:microsoft.com/office/officeart/2018/2/layout/IconVerticalSolidList"/>
    <dgm:cxn modelId="{8BF0A473-0813-4269-80FC-58845B8B41AA}" type="presParOf" srcId="{187C8355-BFFC-4654-A96E-F182F1183905}" destId="{D7E2ECBE-BCEF-4C2E-BE84-20DD2B8582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F6B650-B7FB-4A55-A092-EBAAF5B52A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8E9ED5-AE6D-44DD-8CC6-89C23B93CE07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Conceitos básicos de modelagem multidimensional.</a:t>
          </a:r>
          <a:endParaRPr lang="en-US" dirty="0"/>
        </a:p>
      </dgm:t>
    </dgm:pt>
    <dgm:pt modelId="{4B62C77D-10E4-41DE-912A-2424C4A5F83A}" type="parTrans" cxnId="{E5782F16-1C04-42D0-A754-ABC8729BCCAC}">
      <dgm:prSet/>
      <dgm:spPr/>
      <dgm:t>
        <a:bodyPr/>
        <a:lstStyle/>
        <a:p>
          <a:endParaRPr lang="en-US"/>
        </a:p>
      </dgm:t>
    </dgm:pt>
    <dgm:pt modelId="{DAC1C2AD-786E-42EE-B8F4-68FCDB714E4C}" type="sibTrans" cxnId="{E5782F16-1C04-42D0-A754-ABC8729BCCAC}">
      <dgm:prSet/>
      <dgm:spPr/>
      <dgm:t>
        <a:bodyPr/>
        <a:lstStyle/>
        <a:p>
          <a:endParaRPr lang="en-US"/>
        </a:p>
      </dgm:t>
    </dgm:pt>
    <dgm:pt modelId="{E56C0605-3C20-471F-AE96-29BF9B19B23E}">
      <dgm:prSet/>
      <dgm:spPr/>
      <dgm:t>
        <a:bodyPr/>
        <a:lstStyle/>
        <a:p>
          <a:r>
            <a:rPr lang="pt-BR" b="1" i="0" dirty="0"/>
            <a:t>Power BI: Visão Geral</a:t>
          </a:r>
          <a:endParaRPr lang="en-US" dirty="0"/>
        </a:p>
      </dgm:t>
    </dgm:pt>
    <dgm:pt modelId="{AA0B6236-2FFE-46CB-9DED-7D2510DD07F8}" type="parTrans" cxnId="{D2285846-587B-4CD4-945B-4787580967B2}">
      <dgm:prSet/>
      <dgm:spPr/>
      <dgm:t>
        <a:bodyPr/>
        <a:lstStyle/>
        <a:p>
          <a:endParaRPr lang="pt-BR"/>
        </a:p>
      </dgm:t>
    </dgm:pt>
    <dgm:pt modelId="{36DE05A7-86D0-49A8-BE99-276839C1BD74}" type="sibTrans" cxnId="{D2285846-587B-4CD4-945B-4787580967B2}">
      <dgm:prSet/>
      <dgm:spPr/>
      <dgm:t>
        <a:bodyPr/>
        <a:lstStyle/>
        <a:p>
          <a:endParaRPr lang="pt-BR"/>
        </a:p>
      </dgm:t>
    </dgm:pt>
    <dgm:pt modelId="{090CFAF9-71E0-4E95-97EE-A3C1196E6CDB}">
      <dgm:prSet/>
      <dgm:spPr/>
      <dgm:t>
        <a:bodyPr/>
        <a:lstStyle/>
        <a:p>
          <a:r>
            <a:rPr lang="pt-BR" b="1" i="0" dirty="0"/>
            <a:t>Dinâmica com Dados do IBGE</a:t>
          </a:r>
          <a:endParaRPr lang="pt-BR" b="0" i="0" dirty="0">
            <a:effectLst/>
            <a:latin typeface="Söhne"/>
          </a:endParaRPr>
        </a:p>
      </dgm:t>
    </dgm:pt>
    <dgm:pt modelId="{BC6A38A0-485C-4F3A-8251-95CBE8DA6420}" type="parTrans" cxnId="{F71692C6-CD9E-4952-BB9F-E73DBC1F4C6C}">
      <dgm:prSet/>
      <dgm:spPr/>
      <dgm:t>
        <a:bodyPr/>
        <a:lstStyle/>
        <a:p>
          <a:endParaRPr lang="pt-BR"/>
        </a:p>
      </dgm:t>
    </dgm:pt>
    <dgm:pt modelId="{89AFE4D7-72BC-4489-A9E4-C8F527C3F6C5}" type="sibTrans" cxnId="{F71692C6-CD9E-4952-BB9F-E73DBC1F4C6C}">
      <dgm:prSet/>
      <dgm:spPr/>
      <dgm:t>
        <a:bodyPr/>
        <a:lstStyle/>
        <a:p>
          <a:endParaRPr lang="pt-BR"/>
        </a:p>
      </dgm:t>
    </dgm:pt>
    <dgm:pt modelId="{2FA04065-E1E2-4A6D-A644-C903E6D15709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Sumário trabalho</a:t>
          </a:r>
        </a:p>
      </dgm:t>
    </dgm:pt>
    <dgm:pt modelId="{7EFE4548-6BA4-4B1D-9E06-8CCE94128430}" type="parTrans" cxnId="{006C6A4B-91AC-491C-B647-8FAAD62BB547}">
      <dgm:prSet/>
      <dgm:spPr/>
      <dgm:t>
        <a:bodyPr/>
        <a:lstStyle/>
        <a:p>
          <a:endParaRPr lang="pt-BR"/>
        </a:p>
      </dgm:t>
    </dgm:pt>
    <dgm:pt modelId="{08EEC654-BF22-4530-ADF6-7479609577C4}" type="sibTrans" cxnId="{006C6A4B-91AC-491C-B647-8FAAD62BB547}">
      <dgm:prSet/>
      <dgm:spPr/>
      <dgm:t>
        <a:bodyPr/>
        <a:lstStyle/>
        <a:p>
          <a:endParaRPr lang="pt-BR"/>
        </a:p>
      </dgm:t>
    </dgm:pt>
    <dgm:pt modelId="{33671DEB-8894-40E0-94A3-36142DF8E538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Considerações finais</a:t>
          </a:r>
        </a:p>
      </dgm:t>
    </dgm:pt>
    <dgm:pt modelId="{2E19B0E0-69DA-4F02-B03E-21FAA9D1C1FE}" type="parTrans" cxnId="{0E48679F-B7D3-40B6-A8FE-2B9746316649}">
      <dgm:prSet/>
      <dgm:spPr/>
      <dgm:t>
        <a:bodyPr/>
        <a:lstStyle/>
        <a:p>
          <a:endParaRPr lang="pt-BR"/>
        </a:p>
      </dgm:t>
    </dgm:pt>
    <dgm:pt modelId="{165B4041-8D09-4342-AF3A-2BF090C0ED18}" type="sibTrans" cxnId="{0E48679F-B7D3-40B6-A8FE-2B9746316649}">
      <dgm:prSet/>
      <dgm:spPr/>
      <dgm:t>
        <a:bodyPr/>
        <a:lstStyle/>
        <a:p>
          <a:endParaRPr lang="pt-BR"/>
        </a:p>
      </dgm:t>
    </dgm:pt>
    <dgm:pt modelId="{5248801D-5844-44D6-BFAB-2C2751733676}">
      <dgm:prSet/>
      <dgm:spPr/>
      <dgm:t>
        <a:bodyPr/>
        <a:lstStyle/>
        <a:p>
          <a:r>
            <a:rPr lang="pt-BR" b="1" i="0" dirty="0"/>
            <a:t>Base de Dados Abertos </a:t>
          </a:r>
          <a:endParaRPr lang="en-US" dirty="0"/>
        </a:p>
      </dgm:t>
    </dgm:pt>
    <dgm:pt modelId="{49D9E33E-4287-4AB3-A44C-212F17089D98}" type="parTrans" cxnId="{74A74F5E-7571-4717-906C-BB8B5F5CC557}">
      <dgm:prSet/>
      <dgm:spPr/>
      <dgm:t>
        <a:bodyPr/>
        <a:lstStyle/>
        <a:p>
          <a:endParaRPr lang="pt-BR"/>
        </a:p>
      </dgm:t>
    </dgm:pt>
    <dgm:pt modelId="{86AD10B5-DE14-4102-8204-5646006DB93F}" type="sibTrans" cxnId="{74A74F5E-7571-4717-906C-BB8B5F5CC557}">
      <dgm:prSet/>
      <dgm:spPr/>
      <dgm:t>
        <a:bodyPr/>
        <a:lstStyle/>
        <a:p>
          <a:endParaRPr lang="pt-BR"/>
        </a:p>
      </dgm:t>
    </dgm:pt>
    <dgm:pt modelId="{63DF549A-24F5-4AF1-A360-8EE74CD341ED}">
      <dgm:prSet/>
      <dgm:spPr/>
      <dgm:t>
        <a:bodyPr/>
        <a:lstStyle/>
        <a:p>
          <a:r>
            <a:rPr lang="en-US" dirty="0" err="1"/>
            <a:t>Relembrando</a:t>
          </a:r>
          <a:r>
            <a:rPr lang="en-US" dirty="0"/>
            <a:t> </a:t>
          </a:r>
          <a:r>
            <a:rPr lang="en-US" dirty="0" err="1"/>
            <a:t>conceitos</a:t>
          </a:r>
          <a:r>
            <a:rPr lang="en-US" dirty="0"/>
            <a:t> BI</a:t>
          </a:r>
        </a:p>
      </dgm:t>
    </dgm:pt>
    <dgm:pt modelId="{9ADC60BC-AB98-4BAE-81C0-C71BFE260010}" type="parTrans" cxnId="{902CCDCC-F0CB-4644-B68A-0AB6E216B21B}">
      <dgm:prSet/>
      <dgm:spPr/>
      <dgm:t>
        <a:bodyPr/>
        <a:lstStyle/>
        <a:p>
          <a:endParaRPr lang="pt-BR"/>
        </a:p>
      </dgm:t>
    </dgm:pt>
    <dgm:pt modelId="{4EA9FEB5-665F-48D8-93D8-D4AF7D290AE3}" type="sibTrans" cxnId="{902CCDCC-F0CB-4644-B68A-0AB6E216B21B}">
      <dgm:prSet/>
      <dgm:spPr/>
      <dgm:t>
        <a:bodyPr/>
        <a:lstStyle/>
        <a:p>
          <a:endParaRPr lang="pt-BR"/>
        </a:p>
      </dgm:t>
    </dgm:pt>
    <dgm:pt modelId="{4D89B5DF-80B2-4BD4-9185-27B8868FB451}" type="pres">
      <dgm:prSet presAssocID="{86F6B650-B7FB-4A55-A092-EBAAF5B52A61}" presName="linear" presStyleCnt="0">
        <dgm:presLayoutVars>
          <dgm:animLvl val="lvl"/>
          <dgm:resizeHandles val="exact"/>
        </dgm:presLayoutVars>
      </dgm:prSet>
      <dgm:spPr/>
    </dgm:pt>
    <dgm:pt modelId="{3D419C36-F6A5-4318-93BD-D9635FE9C417}" type="pres">
      <dgm:prSet presAssocID="{63DF549A-24F5-4AF1-A360-8EE74CD341E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A08DA84-0566-42F5-9364-4CE270BABAF1}" type="pres">
      <dgm:prSet presAssocID="{4EA9FEB5-665F-48D8-93D8-D4AF7D290AE3}" presName="spacer" presStyleCnt="0"/>
      <dgm:spPr/>
    </dgm:pt>
    <dgm:pt modelId="{14323712-1F34-4325-B878-1D337CBBB53B}" type="pres">
      <dgm:prSet presAssocID="{B68E9ED5-AE6D-44DD-8CC6-89C23B93CE0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8B56056-70C1-4547-A5D5-0C0AB970AEF5}" type="pres">
      <dgm:prSet presAssocID="{DAC1C2AD-786E-42EE-B8F4-68FCDB714E4C}" presName="spacer" presStyleCnt="0"/>
      <dgm:spPr/>
    </dgm:pt>
    <dgm:pt modelId="{D85F5BA0-C5D5-4CDD-A12F-4FAF175B9A32}" type="pres">
      <dgm:prSet presAssocID="{5248801D-5844-44D6-BFAB-2C275173367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8232E71-1482-4EC9-9CB1-34CB1D6DAA1D}" type="pres">
      <dgm:prSet presAssocID="{86AD10B5-DE14-4102-8204-5646006DB93F}" presName="spacer" presStyleCnt="0"/>
      <dgm:spPr/>
    </dgm:pt>
    <dgm:pt modelId="{17BB71F3-8794-4285-87EF-7B86C752F067}" type="pres">
      <dgm:prSet presAssocID="{E56C0605-3C20-471F-AE96-29BF9B19B23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2BEA655-8B17-4764-AA20-2AAA8D25A2C8}" type="pres">
      <dgm:prSet presAssocID="{36DE05A7-86D0-49A8-BE99-276839C1BD74}" presName="spacer" presStyleCnt="0"/>
      <dgm:spPr/>
    </dgm:pt>
    <dgm:pt modelId="{7A1A8421-099E-4850-BC1E-6B71F94C7639}" type="pres">
      <dgm:prSet presAssocID="{090CFAF9-71E0-4E95-97EE-A3C1196E6CD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63566EF-3D72-4E10-ADC6-9D0BAE3F393F}" type="pres">
      <dgm:prSet presAssocID="{89AFE4D7-72BC-4489-A9E4-C8F527C3F6C5}" presName="spacer" presStyleCnt="0"/>
      <dgm:spPr/>
    </dgm:pt>
    <dgm:pt modelId="{3734730E-FA75-4527-A2F4-8F12C973677D}" type="pres">
      <dgm:prSet presAssocID="{2FA04065-E1E2-4A6D-A644-C903E6D1570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3346201-D6BC-443D-9E11-BD4779B9319C}" type="pres">
      <dgm:prSet presAssocID="{08EEC654-BF22-4530-ADF6-7479609577C4}" presName="spacer" presStyleCnt="0"/>
      <dgm:spPr/>
    </dgm:pt>
    <dgm:pt modelId="{59BE45B8-7E73-4C11-BD92-880054B2A32F}" type="pres">
      <dgm:prSet presAssocID="{33671DEB-8894-40E0-94A3-36142DF8E53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232A40A-EA25-4395-9F8F-E51A4592AF29}" type="presOf" srcId="{E56C0605-3C20-471F-AE96-29BF9B19B23E}" destId="{17BB71F3-8794-4285-87EF-7B86C752F067}" srcOrd="0" destOrd="0" presId="urn:microsoft.com/office/officeart/2005/8/layout/vList2"/>
    <dgm:cxn modelId="{E5782F16-1C04-42D0-A754-ABC8729BCCAC}" srcId="{86F6B650-B7FB-4A55-A092-EBAAF5B52A61}" destId="{B68E9ED5-AE6D-44DD-8CC6-89C23B93CE07}" srcOrd="1" destOrd="0" parTransId="{4B62C77D-10E4-41DE-912A-2424C4A5F83A}" sibTransId="{DAC1C2AD-786E-42EE-B8F4-68FCDB714E4C}"/>
    <dgm:cxn modelId="{74A74F5E-7571-4717-906C-BB8B5F5CC557}" srcId="{86F6B650-B7FB-4A55-A092-EBAAF5B52A61}" destId="{5248801D-5844-44D6-BFAB-2C2751733676}" srcOrd="2" destOrd="0" parTransId="{49D9E33E-4287-4AB3-A44C-212F17089D98}" sibTransId="{86AD10B5-DE14-4102-8204-5646006DB93F}"/>
    <dgm:cxn modelId="{A8B2AF60-3636-47F3-8436-6EB523ABBD7E}" type="presOf" srcId="{33671DEB-8894-40E0-94A3-36142DF8E538}" destId="{59BE45B8-7E73-4C11-BD92-880054B2A32F}" srcOrd="0" destOrd="0" presId="urn:microsoft.com/office/officeart/2005/8/layout/vList2"/>
    <dgm:cxn modelId="{D2285846-587B-4CD4-945B-4787580967B2}" srcId="{86F6B650-B7FB-4A55-A092-EBAAF5B52A61}" destId="{E56C0605-3C20-471F-AE96-29BF9B19B23E}" srcOrd="3" destOrd="0" parTransId="{AA0B6236-2FFE-46CB-9DED-7D2510DD07F8}" sibTransId="{36DE05A7-86D0-49A8-BE99-276839C1BD74}"/>
    <dgm:cxn modelId="{006C6A4B-91AC-491C-B647-8FAAD62BB547}" srcId="{86F6B650-B7FB-4A55-A092-EBAAF5B52A61}" destId="{2FA04065-E1E2-4A6D-A644-C903E6D15709}" srcOrd="5" destOrd="0" parTransId="{7EFE4548-6BA4-4B1D-9E06-8CCE94128430}" sibTransId="{08EEC654-BF22-4530-ADF6-7479609577C4}"/>
    <dgm:cxn modelId="{2F36A874-2D30-4F11-BEAA-5ABE01276977}" type="presOf" srcId="{5248801D-5844-44D6-BFAB-2C2751733676}" destId="{D85F5BA0-C5D5-4CDD-A12F-4FAF175B9A32}" srcOrd="0" destOrd="0" presId="urn:microsoft.com/office/officeart/2005/8/layout/vList2"/>
    <dgm:cxn modelId="{4A708857-4FA4-4AEC-BD47-946D87FD9A83}" type="presOf" srcId="{63DF549A-24F5-4AF1-A360-8EE74CD341ED}" destId="{3D419C36-F6A5-4318-93BD-D9635FE9C417}" srcOrd="0" destOrd="0" presId="urn:microsoft.com/office/officeart/2005/8/layout/vList2"/>
    <dgm:cxn modelId="{0E48679F-B7D3-40B6-A8FE-2B9746316649}" srcId="{86F6B650-B7FB-4A55-A092-EBAAF5B52A61}" destId="{33671DEB-8894-40E0-94A3-36142DF8E538}" srcOrd="6" destOrd="0" parTransId="{2E19B0E0-69DA-4F02-B03E-21FAA9D1C1FE}" sibTransId="{165B4041-8D09-4342-AF3A-2BF090C0ED18}"/>
    <dgm:cxn modelId="{66168EA6-38B4-45F9-8E23-0D0131782C8B}" type="presOf" srcId="{090CFAF9-71E0-4E95-97EE-A3C1196E6CDB}" destId="{7A1A8421-099E-4850-BC1E-6B71F94C7639}" srcOrd="0" destOrd="0" presId="urn:microsoft.com/office/officeart/2005/8/layout/vList2"/>
    <dgm:cxn modelId="{A5794CC2-AB64-4316-B6BF-55CD61AB9758}" type="presOf" srcId="{86F6B650-B7FB-4A55-A092-EBAAF5B52A61}" destId="{4D89B5DF-80B2-4BD4-9185-27B8868FB451}" srcOrd="0" destOrd="0" presId="urn:microsoft.com/office/officeart/2005/8/layout/vList2"/>
    <dgm:cxn modelId="{F71692C6-CD9E-4952-BB9F-E73DBC1F4C6C}" srcId="{86F6B650-B7FB-4A55-A092-EBAAF5B52A61}" destId="{090CFAF9-71E0-4E95-97EE-A3C1196E6CDB}" srcOrd="4" destOrd="0" parTransId="{BC6A38A0-485C-4F3A-8251-95CBE8DA6420}" sibTransId="{89AFE4D7-72BC-4489-A9E4-C8F527C3F6C5}"/>
    <dgm:cxn modelId="{902CCDCC-F0CB-4644-B68A-0AB6E216B21B}" srcId="{86F6B650-B7FB-4A55-A092-EBAAF5B52A61}" destId="{63DF549A-24F5-4AF1-A360-8EE74CD341ED}" srcOrd="0" destOrd="0" parTransId="{9ADC60BC-AB98-4BAE-81C0-C71BFE260010}" sibTransId="{4EA9FEB5-665F-48D8-93D8-D4AF7D290AE3}"/>
    <dgm:cxn modelId="{1247ABE4-24B2-4C3F-A1A0-0AE88BA716D2}" type="presOf" srcId="{2FA04065-E1E2-4A6D-A644-C903E6D15709}" destId="{3734730E-FA75-4527-A2F4-8F12C973677D}" srcOrd="0" destOrd="0" presId="urn:microsoft.com/office/officeart/2005/8/layout/vList2"/>
    <dgm:cxn modelId="{BCE769FB-B012-4EF2-AF4B-925BDD8CF405}" type="presOf" srcId="{B68E9ED5-AE6D-44DD-8CC6-89C23B93CE07}" destId="{14323712-1F34-4325-B878-1D337CBBB53B}" srcOrd="0" destOrd="0" presId="urn:microsoft.com/office/officeart/2005/8/layout/vList2"/>
    <dgm:cxn modelId="{F39D9121-4FC2-4659-932F-2E1853A4A64F}" type="presParOf" srcId="{4D89B5DF-80B2-4BD4-9185-27B8868FB451}" destId="{3D419C36-F6A5-4318-93BD-D9635FE9C417}" srcOrd="0" destOrd="0" presId="urn:microsoft.com/office/officeart/2005/8/layout/vList2"/>
    <dgm:cxn modelId="{7427AD13-301A-4378-832D-13662F8026A3}" type="presParOf" srcId="{4D89B5DF-80B2-4BD4-9185-27B8868FB451}" destId="{5A08DA84-0566-42F5-9364-4CE270BABAF1}" srcOrd="1" destOrd="0" presId="urn:microsoft.com/office/officeart/2005/8/layout/vList2"/>
    <dgm:cxn modelId="{1C60B4B8-2D90-4AE0-B9C5-57FE2834AC78}" type="presParOf" srcId="{4D89B5DF-80B2-4BD4-9185-27B8868FB451}" destId="{14323712-1F34-4325-B878-1D337CBBB53B}" srcOrd="2" destOrd="0" presId="urn:microsoft.com/office/officeart/2005/8/layout/vList2"/>
    <dgm:cxn modelId="{6F0D89F5-56B9-415A-B45B-F7CDD4AE7E8E}" type="presParOf" srcId="{4D89B5DF-80B2-4BD4-9185-27B8868FB451}" destId="{48B56056-70C1-4547-A5D5-0C0AB970AEF5}" srcOrd="3" destOrd="0" presId="urn:microsoft.com/office/officeart/2005/8/layout/vList2"/>
    <dgm:cxn modelId="{CB1F2366-189B-4A60-8C2E-DC5323D9E7E3}" type="presParOf" srcId="{4D89B5DF-80B2-4BD4-9185-27B8868FB451}" destId="{D85F5BA0-C5D5-4CDD-A12F-4FAF175B9A32}" srcOrd="4" destOrd="0" presId="urn:microsoft.com/office/officeart/2005/8/layout/vList2"/>
    <dgm:cxn modelId="{AD12E28A-1E87-45FD-99CB-0F0D81B24451}" type="presParOf" srcId="{4D89B5DF-80B2-4BD4-9185-27B8868FB451}" destId="{88232E71-1482-4EC9-9CB1-34CB1D6DAA1D}" srcOrd="5" destOrd="0" presId="urn:microsoft.com/office/officeart/2005/8/layout/vList2"/>
    <dgm:cxn modelId="{FDAED8AB-D5CF-4C34-877E-0B9C5A055EF8}" type="presParOf" srcId="{4D89B5DF-80B2-4BD4-9185-27B8868FB451}" destId="{17BB71F3-8794-4285-87EF-7B86C752F067}" srcOrd="6" destOrd="0" presId="urn:microsoft.com/office/officeart/2005/8/layout/vList2"/>
    <dgm:cxn modelId="{C045C7E5-30A5-4A66-89D5-28A882E64EF4}" type="presParOf" srcId="{4D89B5DF-80B2-4BD4-9185-27B8868FB451}" destId="{72BEA655-8B17-4764-AA20-2AAA8D25A2C8}" srcOrd="7" destOrd="0" presId="urn:microsoft.com/office/officeart/2005/8/layout/vList2"/>
    <dgm:cxn modelId="{72423B34-B3BF-4B4A-BCC6-3272B274B038}" type="presParOf" srcId="{4D89B5DF-80B2-4BD4-9185-27B8868FB451}" destId="{7A1A8421-099E-4850-BC1E-6B71F94C7639}" srcOrd="8" destOrd="0" presId="urn:microsoft.com/office/officeart/2005/8/layout/vList2"/>
    <dgm:cxn modelId="{34FD43A7-26E8-433A-A787-5F42C90F0212}" type="presParOf" srcId="{4D89B5DF-80B2-4BD4-9185-27B8868FB451}" destId="{D63566EF-3D72-4E10-ADC6-9D0BAE3F393F}" srcOrd="9" destOrd="0" presId="urn:microsoft.com/office/officeart/2005/8/layout/vList2"/>
    <dgm:cxn modelId="{110D3011-B039-452E-9D44-B0EC7A80BA70}" type="presParOf" srcId="{4D89B5DF-80B2-4BD4-9185-27B8868FB451}" destId="{3734730E-FA75-4527-A2F4-8F12C973677D}" srcOrd="10" destOrd="0" presId="urn:microsoft.com/office/officeart/2005/8/layout/vList2"/>
    <dgm:cxn modelId="{33DB42DE-3287-47C3-AECF-59FE3D15C6A6}" type="presParOf" srcId="{4D89B5DF-80B2-4BD4-9185-27B8868FB451}" destId="{43346201-D6BC-443D-9E11-BD4779B9319C}" srcOrd="11" destOrd="0" presId="urn:microsoft.com/office/officeart/2005/8/layout/vList2"/>
    <dgm:cxn modelId="{D6CC76A7-92B6-4040-B8E1-98F6725C8C72}" type="presParOf" srcId="{4D89B5DF-80B2-4BD4-9185-27B8868FB451}" destId="{59BE45B8-7E73-4C11-BD92-880054B2A32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FA158C-43F6-46A3-A96D-6D46ED3F251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95709F-63A2-4CA1-B65B-0963E562A53A}">
      <dgm:prSet/>
      <dgm:spPr/>
      <dgm:t>
        <a:bodyPr/>
        <a:lstStyle/>
        <a:p>
          <a:r>
            <a:rPr lang="pt-BR"/>
            <a:t>Fato</a:t>
          </a:r>
          <a:endParaRPr lang="en-US"/>
        </a:p>
      </dgm:t>
    </dgm:pt>
    <dgm:pt modelId="{E69F0CA6-B506-4A5F-BF65-15C279F43FF0}" type="parTrans" cxnId="{11E2897E-DA36-434A-B6DF-D3B4FF015C35}">
      <dgm:prSet/>
      <dgm:spPr/>
      <dgm:t>
        <a:bodyPr/>
        <a:lstStyle/>
        <a:p>
          <a:endParaRPr lang="en-US"/>
        </a:p>
      </dgm:t>
    </dgm:pt>
    <dgm:pt modelId="{E6F54659-221E-4616-85B2-0BF4A1622B79}" type="sibTrans" cxnId="{11E2897E-DA36-434A-B6DF-D3B4FF015C35}">
      <dgm:prSet/>
      <dgm:spPr/>
      <dgm:t>
        <a:bodyPr/>
        <a:lstStyle/>
        <a:p>
          <a:endParaRPr lang="en-US"/>
        </a:p>
      </dgm:t>
    </dgm:pt>
    <dgm:pt modelId="{12CE149E-97B7-4A39-8BB5-AACEB4A7C62B}">
      <dgm:prSet/>
      <dgm:spPr/>
      <dgm:t>
        <a:bodyPr/>
        <a:lstStyle/>
        <a:p>
          <a:r>
            <a:rPr lang="pt-BR"/>
            <a:t>Dimensão</a:t>
          </a:r>
          <a:endParaRPr lang="en-US"/>
        </a:p>
      </dgm:t>
    </dgm:pt>
    <dgm:pt modelId="{DBC9BA89-F71F-4B74-88EF-EEB154BCA6D9}" type="parTrans" cxnId="{72F86F99-81CD-4F7F-8520-29902BAD29D6}">
      <dgm:prSet/>
      <dgm:spPr/>
      <dgm:t>
        <a:bodyPr/>
        <a:lstStyle/>
        <a:p>
          <a:endParaRPr lang="pt-BR"/>
        </a:p>
      </dgm:t>
    </dgm:pt>
    <dgm:pt modelId="{133072DA-32C2-4510-866B-12911EB8CA39}" type="sibTrans" cxnId="{72F86F99-81CD-4F7F-8520-29902BAD29D6}">
      <dgm:prSet/>
      <dgm:spPr/>
      <dgm:t>
        <a:bodyPr/>
        <a:lstStyle/>
        <a:p>
          <a:endParaRPr lang="pt-BR"/>
        </a:p>
      </dgm:t>
    </dgm:pt>
    <dgm:pt modelId="{89239182-8C4A-4E3F-8FA2-A2B8BA6C6044}" type="pres">
      <dgm:prSet presAssocID="{12FA158C-43F6-46A3-A96D-6D46ED3F25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089555-6926-4B4E-9B91-D8B32D45BFCE}" type="pres">
      <dgm:prSet presAssocID="{2395709F-63A2-4CA1-B65B-0963E562A53A}" presName="hierRoot1" presStyleCnt="0"/>
      <dgm:spPr/>
    </dgm:pt>
    <dgm:pt modelId="{A78D641D-7208-481A-AD0D-D65F076F8846}" type="pres">
      <dgm:prSet presAssocID="{2395709F-63A2-4CA1-B65B-0963E562A53A}" presName="composite" presStyleCnt="0"/>
      <dgm:spPr/>
    </dgm:pt>
    <dgm:pt modelId="{79374A7F-E43A-44D0-8DA3-4FF80BA923B3}" type="pres">
      <dgm:prSet presAssocID="{2395709F-63A2-4CA1-B65B-0963E562A53A}" presName="background" presStyleLbl="node0" presStyleIdx="0" presStyleCnt="2"/>
      <dgm:spPr/>
    </dgm:pt>
    <dgm:pt modelId="{B2433A05-0494-461C-9351-7F4AC36B0A2A}" type="pres">
      <dgm:prSet presAssocID="{2395709F-63A2-4CA1-B65B-0963E562A53A}" presName="text" presStyleLbl="fgAcc0" presStyleIdx="0" presStyleCnt="2">
        <dgm:presLayoutVars>
          <dgm:chPref val="3"/>
        </dgm:presLayoutVars>
      </dgm:prSet>
      <dgm:spPr/>
    </dgm:pt>
    <dgm:pt modelId="{851CEA94-D83B-41A3-B757-8AD7754E0E7B}" type="pres">
      <dgm:prSet presAssocID="{2395709F-63A2-4CA1-B65B-0963E562A53A}" presName="hierChild2" presStyleCnt="0"/>
      <dgm:spPr/>
    </dgm:pt>
    <dgm:pt modelId="{6FA0F426-BA3B-4B8E-A625-4F31C8340A70}" type="pres">
      <dgm:prSet presAssocID="{12CE149E-97B7-4A39-8BB5-AACEB4A7C62B}" presName="hierRoot1" presStyleCnt="0"/>
      <dgm:spPr/>
    </dgm:pt>
    <dgm:pt modelId="{51AA1513-CC83-4573-8B1F-31D44CDE20C8}" type="pres">
      <dgm:prSet presAssocID="{12CE149E-97B7-4A39-8BB5-AACEB4A7C62B}" presName="composite" presStyleCnt="0"/>
      <dgm:spPr/>
    </dgm:pt>
    <dgm:pt modelId="{8DE878F7-4C76-42A5-858F-587FE3DF1C7D}" type="pres">
      <dgm:prSet presAssocID="{12CE149E-97B7-4A39-8BB5-AACEB4A7C62B}" presName="background" presStyleLbl="node0" presStyleIdx="1" presStyleCnt="2"/>
      <dgm:spPr/>
    </dgm:pt>
    <dgm:pt modelId="{A90FC741-E31C-4F0F-80A2-722C918BDCEA}" type="pres">
      <dgm:prSet presAssocID="{12CE149E-97B7-4A39-8BB5-AACEB4A7C62B}" presName="text" presStyleLbl="fgAcc0" presStyleIdx="1" presStyleCnt="2">
        <dgm:presLayoutVars>
          <dgm:chPref val="3"/>
        </dgm:presLayoutVars>
      </dgm:prSet>
      <dgm:spPr/>
    </dgm:pt>
    <dgm:pt modelId="{899AA776-9565-4DA9-BFC5-AEE13EC97D9C}" type="pres">
      <dgm:prSet presAssocID="{12CE149E-97B7-4A39-8BB5-AACEB4A7C62B}" presName="hierChild2" presStyleCnt="0"/>
      <dgm:spPr/>
    </dgm:pt>
  </dgm:ptLst>
  <dgm:cxnLst>
    <dgm:cxn modelId="{D7AB3048-C682-4707-91C1-288BDC41F5EF}" type="presOf" srcId="{2395709F-63A2-4CA1-B65B-0963E562A53A}" destId="{B2433A05-0494-461C-9351-7F4AC36B0A2A}" srcOrd="0" destOrd="0" presId="urn:microsoft.com/office/officeart/2005/8/layout/hierarchy1"/>
    <dgm:cxn modelId="{11E2897E-DA36-434A-B6DF-D3B4FF015C35}" srcId="{12FA158C-43F6-46A3-A96D-6D46ED3F2511}" destId="{2395709F-63A2-4CA1-B65B-0963E562A53A}" srcOrd="0" destOrd="0" parTransId="{E69F0CA6-B506-4A5F-BF65-15C279F43FF0}" sibTransId="{E6F54659-221E-4616-85B2-0BF4A1622B79}"/>
    <dgm:cxn modelId="{72F86F99-81CD-4F7F-8520-29902BAD29D6}" srcId="{12FA158C-43F6-46A3-A96D-6D46ED3F2511}" destId="{12CE149E-97B7-4A39-8BB5-AACEB4A7C62B}" srcOrd="1" destOrd="0" parTransId="{DBC9BA89-F71F-4B74-88EF-EEB154BCA6D9}" sibTransId="{133072DA-32C2-4510-866B-12911EB8CA39}"/>
    <dgm:cxn modelId="{F37817AF-A4F0-48D8-A69C-8D427DA2EE18}" type="presOf" srcId="{12FA158C-43F6-46A3-A96D-6D46ED3F2511}" destId="{89239182-8C4A-4E3F-8FA2-A2B8BA6C6044}" srcOrd="0" destOrd="0" presId="urn:microsoft.com/office/officeart/2005/8/layout/hierarchy1"/>
    <dgm:cxn modelId="{F4ADABB7-5BE5-476E-BAFF-BC8A04F3A3DC}" type="presOf" srcId="{12CE149E-97B7-4A39-8BB5-AACEB4A7C62B}" destId="{A90FC741-E31C-4F0F-80A2-722C918BDCEA}" srcOrd="0" destOrd="0" presId="urn:microsoft.com/office/officeart/2005/8/layout/hierarchy1"/>
    <dgm:cxn modelId="{DBD69B1E-C67C-430F-9474-D26BA261642B}" type="presParOf" srcId="{89239182-8C4A-4E3F-8FA2-A2B8BA6C6044}" destId="{00089555-6926-4B4E-9B91-D8B32D45BFCE}" srcOrd="0" destOrd="0" presId="urn:microsoft.com/office/officeart/2005/8/layout/hierarchy1"/>
    <dgm:cxn modelId="{BCE12F61-46A1-4827-81B9-0B841B6031C3}" type="presParOf" srcId="{00089555-6926-4B4E-9B91-D8B32D45BFCE}" destId="{A78D641D-7208-481A-AD0D-D65F076F8846}" srcOrd="0" destOrd="0" presId="urn:microsoft.com/office/officeart/2005/8/layout/hierarchy1"/>
    <dgm:cxn modelId="{FA3FAFF8-59B7-4695-B465-68FB68D9F786}" type="presParOf" srcId="{A78D641D-7208-481A-AD0D-D65F076F8846}" destId="{79374A7F-E43A-44D0-8DA3-4FF80BA923B3}" srcOrd="0" destOrd="0" presId="urn:microsoft.com/office/officeart/2005/8/layout/hierarchy1"/>
    <dgm:cxn modelId="{E7C07E1E-4B98-427D-88F8-9177FFEEF5D1}" type="presParOf" srcId="{A78D641D-7208-481A-AD0D-D65F076F8846}" destId="{B2433A05-0494-461C-9351-7F4AC36B0A2A}" srcOrd="1" destOrd="0" presId="urn:microsoft.com/office/officeart/2005/8/layout/hierarchy1"/>
    <dgm:cxn modelId="{274E6EE2-5C7D-46B5-8A76-33C7F34F068C}" type="presParOf" srcId="{00089555-6926-4B4E-9B91-D8B32D45BFCE}" destId="{851CEA94-D83B-41A3-B757-8AD7754E0E7B}" srcOrd="1" destOrd="0" presId="urn:microsoft.com/office/officeart/2005/8/layout/hierarchy1"/>
    <dgm:cxn modelId="{0CD62505-D71A-45A0-B289-2C37D0129B64}" type="presParOf" srcId="{89239182-8C4A-4E3F-8FA2-A2B8BA6C6044}" destId="{6FA0F426-BA3B-4B8E-A625-4F31C8340A70}" srcOrd="1" destOrd="0" presId="urn:microsoft.com/office/officeart/2005/8/layout/hierarchy1"/>
    <dgm:cxn modelId="{6359798A-716F-4A1C-8F98-35F85225989E}" type="presParOf" srcId="{6FA0F426-BA3B-4B8E-A625-4F31C8340A70}" destId="{51AA1513-CC83-4573-8B1F-31D44CDE20C8}" srcOrd="0" destOrd="0" presId="urn:microsoft.com/office/officeart/2005/8/layout/hierarchy1"/>
    <dgm:cxn modelId="{528F14AD-F684-453E-81AD-7222D9016FEE}" type="presParOf" srcId="{51AA1513-CC83-4573-8B1F-31D44CDE20C8}" destId="{8DE878F7-4C76-42A5-858F-587FE3DF1C7D}" srcOrd="0" destOrd="0" presId="urn:microsoft.com/office/officeart/2005/8/layout/hierarchy1"/>
    <dgm:cxn modelId="{DA1E8F28-7C55-4F18-BBB8-D6E4BECB2FC6}" type="presParOf" srcId="{51AA1513-CC83-4573-8B1F-31D44CDE20C8}" destId="{A90FC741-E31C-4F0F-80A2-722C918BDCEA}" srcOrd="1" destOrd="0" presId="urn:microsoft.com/office/officeart/2005/8/layout/hierarchy1"/>
    <dgm:cxn modelId="{21AC4387-D63C-4C7F-83C3-BF90CE4EC966}" type="presParOf" srcId="{6FA0F426-BA3B-4B8E-A625-4F31C8340A70}" destId="{899AA776-9565-4DA9-BFC5-AEE13EC97D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F20E9F-D493-4F30-B820-460CD841A600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71F97D-66FD-4820-AD19-C2B25A5615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A tabela fato é a principal tabela do Data Warehouse, ela vai conectar nas dimensões.</a:t>
          </a:r>
          <a:endParaRPr lang="en-US"/>
        </a:p>
      </dgm:t>
    </dgm:pt>
    <dgm:pt modelId="{C41766A3-7DC1-4182-AD56-7368546A7A6D}" type="parTrans" cxnId="{395D5605-DB43-4087-9EE2-871F26E37D55}">
      <dgm:prSet/>
      <dgm:spPr/>
      <dgm:t>
        <a:bodyPr/>
        <a:lstStyle/>
        <a:p>
          <a:endParaRPr lang="en-US"/>
        </a:p>
      </dgm:t>
    </dgm:pt>
    <dgm:pt modelId="{F265A1DA-FBA5-4FF0-AC00-5BCEE1347B84}" type="sibTrans" cxnId="{395D5605-DB43-4087-9EE2-871F26E37D55}">
      <dgm:prSet/>
      <dgm:spPr/>
      <dgm:t>
        <a:bodyPr/>
        <a:lstStyle/>
        <a:p>
          <a:endParaRPr lang="en-US"/>
        </a:p>
      </dgm:t>
    </dgm:pt>
    <dgm:pt modelId="{DC4ECB98-C0ED-4550-9348-1288A9D8C1E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as </a:t>
          </a:r>
          <a:r>
            <a:rPr lang="pt-BR" b="1" dirty="0"/>
            <a:t>métricas</a:t>
          </a:r>
          <a:r>
            <a:rPr lang="pt-BR" dirty="0"/>
            <a:t>, que são os fatos propriamente ditos;</a:t>
          </a:r>
          <a:endParaRPr lang="en-US" dirty="0"/>
        </a:p>
      </dgm:t>
    </dgm:pt>
    <dgm:pt modelId="{9599F87D-6DBC-48B7-8B93-ED4CAF07B4BA}" type="parTrans" cxnId="{752CEF50-1065-43CC-BB36-2842E062D94E}">
      <dgm:prSet/>
      <dgm:spPr/>
      <dgm:t>
        <a:bodyPr/>
        <a:lstStyle/>
        <a:p>
          <a:endParaRPr lang="en-US"/>
        </a:p>
      </dgm:t>
    </dgm:pt>
    <dgm:pt modelId="{051E38FD-1E65-43B3-8B90-5B1661546984}" type="sibTrans" cxnId="{752CEF50-1065-43CC-BB36-2842E062D94E}">
      <dgm:prSet/>
      <dgm:spPr/>
      <dgm:t>
        <a:bodyPr/>
        <a:lstStyle/>
        <a:p>
          <a:endParaRPr lang="en-US"/>
        </a:p>
      </dgm:t>
    </dgm:pt>
    <dgm:pt modelId="{5950DFE0-F926-4F75-8E18-C2F81BED348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 as </a:t>
          </a:r>
          <a:r>
            <a:rPr lang="pt-BR" b="1"/>
            <a:t>foreign keys</a:t>
          </a:r>
          <a:r>
            <a:rPr lang="pt-BR"/>
            <a:t>, chaves que servem para ligar os dados das dimensões com a fato.</a:t>
          </a:r>
          <a:endParaRPr lang="en-US"/>
        </a:p>
      </dgm:t>
    </dgm:pt>
    <dgm:pt modelId="{5D7EC17F-14A0-49DD-AD98-B3EBF509B962}" type="parTrans" cxnId="{524968C4-BDA9-4151-8DC4-4E56E2F3EAA5}">
      <dgm:prSet/>
      <dgm:spPr/>
      <dgm:t>
        <a:bodyPr/>
        <a:lstStyle/>
        <a:p>
          <a:endParaRPr lang="en-US"/>
        </a:p>
      </dgm:t>
    </dgm:pt>
    <dgm:pt modelId="{A4F5F203-71B0-42A9-A165-03A8FF0E59B4}" type="sibTrans" cxnId="{524968C4-BDA9-4151-8DC4-4E56E2F3EAA5}">
      <dgm:prSet/>
      <dgm:spPr/>
      <dgm:t>
        <a:bodyPr/>
        <a:lstStyle/>
        <a:p>
          <a:endParaRPr lang="en-US"/>
        </a:p>
      </dgm:t>
    </dgm:pt>
    <dgm:pt modelId="{F26434B3-9B0A-4CD9-819A-3DFCF64CD7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A Fato armazena as medições necessárias para avaliar o assunto pretendido. </a:t>
          </a:r>
          <a:endParaRPr lang="en-US"/>
        </a:p>
      </dgm:t>
    </dgm:pt>
    <dgm:pt modelId="{0031BFB7-5FFE-407F-84FF-E6D316773FFE}" type="parTrans" cxnId="{4AA55CF4-52AE-43B9-B2BD-C2074AC0F524}">
      <dgm:prSet/>
      <dgm:spPr/>
      <dgm:t>
        <a:bodyPr/>
        <a:lstStyle/>
        <a:p>
          <a:endParaRPr lang="en-US"/>
        </a:p>
      </dgm:t>
    </dgm:pt>
    <dgm:pt modelId="{2D9C869D-BFDB-4AD9-BAC7-04C41DB0327F}" type="sibTrans" cxnId="{4AA55CF4-52AE-43B9-B2BD-C2074AC0F524}">
      <dgm:prSet/>
      <dgm:spPr/>
      <dgm:t>
        <a:bodyPr/>
        <a:lstStyle/>
        <a:p>
          <a:endParaRPr lang="en-US"/>
        </a:p>
      </dgm:t>
    </dgm:pt>
    <dgm:pt modelId="{BCBBAD8A-C023-41A9-9263-1543A4A68E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O conteúdo histórico no DW, contendo longo período de tempo, ficam depositadas na Fato.</a:t>
          </a:r>
          <a:endParaRPr lang="en-US"/>
        </a:p>
      </dgm:t>
    </dgm:pt>
    <dgm:pt modelId="{B838E72C-38AC-482D-87FD-75557DEE003F}" type="parTrans" cxnId="{807D8156-E636-458C-B296-121F1E298929}">
      <dgm:prSet/>
      <dgm:spPr/>
      <dgm:t>
        <a:bodyPr/>
        <a:lstStyle/>
        <a:p>
          <a:endParaRPr lang="en-US"/>
        </a:p>
      </dgm:t>
    </dgm:pt>
    <dgm:pt modelId="{8CCC4F22-6428-4293-8CA9-6647A61BEC3C}" type="sibTrans" cxnId="{807D8156-E636-458C-B296-121F1E298929}">
      <dgm:prSet/>
      <dgm:spPr/>
      <dgm:t>
        <a:bodyPr/>
        <a:lstStyle/>
        <a:p>
          <a:endParaRPr lang="en-US"/>
        </a:p>
      </dgm:t>
    </dgm:pt>
    <dgm:pt modelId="{A394ED3E-9FB2-47B3-A8A6-E395D4FC65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dirty="0"/>
            <a:t>Nessa tabela são armazenadas duas coisas:</a:t>
          </a:r>
          <a:endParaRPr lang="en-US" dirty="0"/>
        </a:p>
      </dgm:t>
    </dgm:pt>
    <dgm:pt modelId="{629A4FA6-E2E2-4B9E-B6C1-236B06E9F952}" type="sibTrans" cxnId="{A0FEFE9E-AABB-4959-A146-F71FA25A9D05}">
      <dgm:prSet/>
      <dgm:spPr/>
      <dgm:t>
        <a:bodyPr/>
        <a:lstStyle/>
        <a:p>
          <a:endParaRPr lang="en-US"/>
        </a:p>
      </dgm:t>
    </dgm:pt>
    <dgm:pt modelId="{4B2C26C2-D161-4F53-A190-60B67B9774DB}" type="parTrans" cxnId="{A0FEFE9E-AABB-4959-A146-F71FA25A9D05}">
      <dgm:prSet/>
      <dgm:spPr/>
      <dgm:t>
        <a:bodyPr/>
        <a:lstStyle/>
        <a:p>
          <a:endParaRPr lang="en-US"/>
        </a:p>
      </dgm:t>
    </dgm:pt>
    <dgm:pt modelId="{62D6EB7A-E6CB-4CFA-985E-CDAF37E5C7FF}" type="pres">
      <dgm:prSet presAssocID="{22F20E9F-D493-4F30-B820-460CD841A600}" presName="root" presStyleCnt="0">
        <dgm:presLayoutVars>
          <dgm:dir/>
          <dgm:resizeHandles val="exact"/>
        </dgm:presLayoutVars>
      </dgm:prSet>
      <dgm:spPr/>
    </dgm:pt>
    <dgm:pt modelId="{A73E27AA-EA6E-4654-A86D-2669817A1653}" type="pres">
      <dgm:prSet presAssocID="{E971F97D-66FD-4820-AD19-C2B25A561559}" presName="compNode" presStyleCnt="0"/>
      <dgm:spPr/>
    </dgm:pt>
    <dgm:pt modelId="{9FE26D17-A193-4508-94B4-F3D4D644A8D3}" type="pres">
      <dgm:prSet presAssocID="{E971F97D-66FD-4820-AD19-C2B25A5615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F1A973F0-82EB-4F88-B0A3-399356A3FE8B}" type="pres">
      <dgm:prSet presAssocID="{E971F97D-66FD-4820-AD19-C2B25A561559}" presName="iconSpace" presStyleCnt="0"/>
      <dgm:spPr/>
    </dgm:pt>
    <dgm:pt modelId="{2C6560D5-2788-45C9-9CC2-BA647790B057}" type="pres">
      <dgm:prSet presAssocID="{E971F97D-66FD-4820-AD19-C2B25A561559}" presName="parTx" presStyleLbl="revTx" presStyleIdx="0" presStyleCnt="8">
        <dgm:presLayoutVars>
          <dgm:chMax val="0"/>
          <dgm:chPref val="0"/>
        </dgm:presLayoutVars>
      </dgm:prSet>
      <dgm:spPr/>
    </dgm:pt>
    <dgm:pt modelId="{4D64EC6C-267B-4F22-9545-2FF58D5549AB}" type="pres">
      <dgm:prSet presAssocID="{E971F97D-66FD-4820-AD19-C2B25A561559}" presName="txSpace" presStyleCnt="0"/>
      <dgm:spPr/>
    </dgm:pt>
    <dgm:pt modelId="{2D61201B-1431-4C5B-A1D2-DAFB87C7BACE}" type="pres">
      <dgm:prSet presAssocID="{E971F97D-66FD-4820-AD19-C2B25A561559}" presName="desTx" presStyleLbl="revTx" presStyleIdx="1" presStyleCnt="8">
        <dgm:presLayoutVars/>
      </dgm:prSet>
      <dgm:spPr/>
    </dgm:pt>
    <dgm:pt modelId="{3EE5DB98-F3E2-4FBF-A5D8-B0708B6957B6}" type="pres">
      <dgm:prSet presAssocID="{F265A1DA-FBA5-4FF0-AC00-5BCEE1347B84}" presName="sibTrans" presStyleCnt="0"/>
      <dgm:spPr/>
    </dgm:pt>
    <dgm:pt modelId="{92866F89-A903-456F-A026-BE29CA80CC30}" type="pres">
      <dgm:prSet presAssocID="{A394ED3E-9FB2-47B3-A8A6-E395D4FC651F}" presName="compNode" presStyleCnt="0"/>
      <dgm:spPr/>
    </dgm:pt>
    <dgm:pt modelId="{EE462331-6752-49AB-953A-DAD8872837D3}" type="pres">
      <dgm:prSet presAssocID="{A394ED3E-9FB2-47B3-A8A6-E395D4FC65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ve"/>
        </a:ext>
      </dgm:extLst>
    </dgm:pt>
    <dgm:pt modelId="{9EE8E80C-3945-46D4-8661-77FD0518C576}" type="pres">
      <dgm:prSet presAssocID="{A394ED3E-9FB2-47B3-A8A6-E395D4FC651F}" presName="iconSpace" presStyleCnt="0"/>
      <dgm:spPr/>
    </dgm:pt>
    <dgm:pt modelId="{7387EE1D-813D-4DF5-AB68-373518C5ED74}" type="pres">
      <dgm:prSet presAssocID="{A394ED3E-9FB2-47B3-A8A6-E395D4FC651F}" presName="parTx" presStyleLbl="revTx" presStyleIdx="2" presStyleCnt="8">
        <dgm:presLayoutVars>
          <dgm:chMax val="0"/>
          <dgm:chPref val="0"/>
        </dgm:presLayoutVars>
      </dgm:prSet>
      <dgm:spPr/>
    </dgm:pt>
    <dgm:pt modelId="{013DE884-12D0-4DDC-A5AD-A70E9F524EEA}" type="pres">
      <dgm:prSet presAssocID="{A394ED3E-9FB2-47B3-A8A6-E395D4FC651F}" presName="txSpace" presStyleCnt="0"/>
      <dgm:spPr/>
    </dgm:pt>
    <dgm:pt modelId="{153B34C9-0826-4C93-ACA1-C25714CAAB83}" type="pres">
      <dgm:prSet presAssocID="{A394ED3E-9FB2-47B3-A8A6-E395D4FC651F}" presName="desTx" presStyleLbl="revTx" presStyleIdx="3" presStyleCnt="8" custLinFactNeighborX="-2048" custLinFactNeighborY="-77808">
        <dgm:presLayoutVars/>
      </dgm:prSet>
      <dgm:spPr/>
    </dgm:pt>
    <dgm:pt modelId="{277A9995-48AC-4D72-8943-B0FAF4D90811}" type="pres">
      <dgm:prSet presAssocID="{629A4FA6-E2E2-4B9E-B6C1-236B06E9F952}" presName="sibTrans" presStyleCnt="0"/>
      <dgm:spPr/>
    </dgm:pt>
    <dgm:pt modelId="{11B904FE-2F1E-450C-97E7-88563FFEF400}" type="pres">
      <dgm:prSet presAssocID="{F26434B3-9B0A-4CD9-819A-3DFCF64CD711}" presName="compNode" presStyleCnt="0"/>
      <dgm:spPr/>
    </dgm:pt>
    <dgm:pt modelId="{94AD588F-2889-4C5A-9104-293A5037FCB0}" type="pres">
      <dgm:prSet presAssocID="{F26434B3-9B0A-4CD9-819A-3DFCF64CD7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gua"/>
        </a:ext>
      </dgm:extLst>
    </dgm:pt>
    <dgm:pt modelId="{4C4E6725-C156-44BD-82D7-A176E21C1B08}" type="pres">
      <dgm:prSet presAssocID="{F26434B3-9B0A-4CD9-819A-3DFCF64CD711}" presName="iconSpace" presStyleCnt="0"/>
      <dgm:spPr/>
    </dgm:pt>
    <dgm:pt modelId="{161D37C2-9B72-4D01-BA4E-78CB18B0EF1A}" type="pres">
      <dgm:prSet presAssocID="{F26434B3-9B0A-4CD9-819A-3DFCF64CD711}" presName="parTx" presStyleLbl="revTx" presStyleIdx="4" presStyleCnt="8">
        <dgm:presLayoutVars>
          <dgm:chMax val="0"/>
          <dgm:chPref val="0"/>
        </dgm:presLayoutVars>
      </dgm:prSet>
      <dgm:spPr/>
    </dgm:pt>
    <dgm:pt modelId="{6C5488EA-9492-4349-A379-147FDD9696A1}" type="pres">
      <dgm:prSet presAssocID="{F26434B3-9B0A-4CD9-819A-3DFCF64CD711}" presName="txSpace" presStyleCnt="0"/>
      <dgm:spPr/>
    </dgm:pt>
    <dgm:pt modelId="{C8E91914-E203-4AD6-8AE0-5ACD4FDBEEAE}" type="pres">
      <dgm:prSet presAssocID="{F26434B3-9B0A-4CD9-819A-3DFCF64CD711}" presName="desTx" presStyleLbl="revTx" presStyleIdx="5" presStyleCnt="8">
        <dgm:presLayoutVars/>
      </dgm:prSet>
      <dgm:spPr/>
    </dgm:pt>
    <dgm:pt modelId="{A31E67B7-15A2-40FA-B733-2B11558DCF96}" type="pres">
      <dgm:prSet presAssocID="{2D9C869D-BFDB-4AD9-BAC7-04C41DB0327F}" presName="sibTrans" presStyleCnt="0"/>
      <dgm:spPr/>
    </dgm:pt>
    <dgm:pt modelId="{97E8F234-40B8-47E7-9B67-D89D452ADBCA}" type="pres">
      <dgm:prSet presAssocID="{BCBBAD8A-C023-41A9-9263-1543A4A68E47}" presName="compNode" presStyleCnt="0"/>
      <dgm:spPr/>
    </dgm:pt>
    <dgm:pt modelId="{B931DF8D-0E42-4512-A394-6EF7F2729875}" type="pres">
      <dgm:prSet presAssocID="{BCBBAD8A-C023-41A9-9263-1543A4A68E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D078753-B25D-47A8-8D69-138094E409CA}" type="pres">
      <dgm:prSet presAssocID="{BCBBAD8A-C023-41A9-9263-1543A4A68E47}" presName="iconSpace" presStyleCnt="0"/>
      <dgm:spPr/>
    </dgm:pt>
    <dgm:pt modelId="{8B582C3A-52E2-4783-A277-427638F96018}" type="pres">
      <dgm:prSet presAssocID="{BCBBAD8A-C023-41A9-9263-1543A4A68E47}" presName="parTx" presStyleLbl="revTx" presStyleIdx="6" presStyleCnt="8">
        <dgm:presLayoutVars>
          <dgm:chMax val="0"/>
          <dgm:chPref val="0"/>
        </dgm:presLayoutVars>
      </dgm:prSet>
      <dgm:spPr/>
    </dgm:pt>
    <dgm:pt modelId="{040A14DF-9EBF-4AA5-885F-BDB65E5FF004}" type="pres">
      <dgm:prSet presAssocID="{BCBBAD8A-C023-41A9-9263-1543A4A68E47}" presName="txSpace" presStyleCnt="0"/>
      <dgm:spPr/>
    </dgm:pt>
    <dgm:pt modelId="{D8747041-1A1C-4C64-8ECF-4EC788598813}" type="pres">
      <dgm:prSet presAssocID="{BCBBAD8A-C023-41A9-9263-1543A4A68E47}" presName="desTx" presStyleLbl="revTx" presStyleIdx="7" presStyleCnt="8">
        <dgm:presLayoutVars/>
      </dgm:prSet>
      <dgm:spPr/>
    </dgm:pt>
  </dgm:ptLst>
  <dgm:cxnLst>
    <dgm:cxn modelId="{395D5605-DB43-4087-9EE2-871F26E37D55}" srcId="{22F20E9F-D493-4F30-B820-460CD841A600}" destId="{E971F97D-66FD-4820-AD19-C2B25A561559}" srcOrd="0" destOrd="0" parTransId="{C41766A3-7DC1-4182-AD56-7368546A7A6D}" sibTransId="{F265A1DA-FBA5-4FF0-AC00-5BCEE1347B84}"/>
    <dgm:cxn modelId="{FA680A12-38A2-45E6-BAAF-1F7A268C9656}" type="presOf" srcId="{22F20E9F-D493-4F30-B820-460CD841A600}" destId="{62D6EB7A-E6CB-4CFA-985E-CDAF37E5C7FF}" srcOrd="0" destOrd="0" presId="urn:microsoft.com/office/officeart/2018/2/layout/IconLabelDescriptionList"/>
    <dgm:cxn modelId="{7B5DC05F-DCE2-496A-AAF3-4B2DEB321D5C}" type="presOf" srcId="{BCBBAD8A-C023-41A9-9263-1543A4A68E47}" destId="{8B582C3A-52E2-4783-A277-427638F96018}" srcOrd="0" destOrd="0" presId="urn:microsoft.com/office/officeart/2018/2/layout/IconLabelDescriptionList"/>
    <dgm:cxn modelId="{752CEF50-1065-43CC-BB36-2842E062D94E}" srcId="{A394ED3E-9FB2-47B3-A8A6-E395D4FC651F}" destId="{DC4ECB98-C0ED-4550-9348-1288A9D8C1E8}" srcOrd="0" destOrd="0" parTransId="{9599F87D-6DBC-48B7-8B93-ED4CAF07B4BA}" sibTransId="{051E38FD-1E65-43B3-8B90-5B1661546984}"/>
    <dgm:cxn modelId="{807D8156-E636-458C-B296-121F1E298929}" srcId="{22F20E9F-D493-4F30-B820-460CD841A600}" destId="{BCBBAD8A-C023-41A9-9263-1543A4A68E47}" srcOrd="3" destOrd="0" parTransId="{B838E72C-38AC-482D-87FD-75557DEE003F}" sibTransId="{8CCC4F22-6428-4293-8CA9-6647A61BEC3C}"/>
    <dgm:cxn modelId="{ECC93383-1EF8-42AD-8090-41D192278C5B}" type="presOf" srcId="{DC4ECB98-C0ED-4550-9348-1288A9D8C1E8}" destId="{153B34C9-0826-4C93-ACA1-C25714CAAB83}" srcOrd="0" destOrd="0" presId="urn:microsoft.com/office/officeart/2018/2/layout/IconLabelDescriptionList"/>
    <dgm:cxn modelId="{A0FEFE9E-AABB-4959-A146-F71FA25A9D05}" srcId="{22F20E9F-D493-4F30-B820-460CD841A600}" destId="{A394ED3E-9FB2-47B3-A8A6-E395D4FC651F}" srcOrd="1" destOrd="0" parTransId="{4B2C26C2-D161-4F53-A190-60B67B9774DB}" sibTransId="{629A4FA6-E2E2-4B9E-B6C1-236B06E9F952}"/>
    <dgm:cxn modelId="{8E683EC2-22B4-4031-9CD8-EC059361D1E9}" type="presOf" srcId="{A394ED3E-9FB2-47B3-A8A6-E395D4FC651F}" destId="{7387EE1D-813D-4DF5-AB68-373518C5ED74}" srcOrd="0" destOrd="0" presId="urn:microsoft.com/office/officeart/2018/2/layout/IconLabelDescriptionList"/>
    <dgm:cxn modelId="{524968C4-BDA9-4151-8DC4-4E56E2F3EAA5}" srcId="{A394ED3E-9FB2-47B3-A8A6-E395D4FC651F}" destId="{5950DFE0-F926-4F75-8E18-C2F81BED348F}" srcOrd="1" destOrd="0" parTransId="{5D7EC17F-14A0-49DD-AD98-B3EBF509B962}" sibTransId="{A4F5F203-71B0-42A9-A165-03A8FF0E59B4}"/>
    <dgm:cxn modelId="{7AC5E0D9-1A1D-4AFE-AF9B-6D0863EC5434}" type="presOf" srcId="{F26434B3-9B0A-4CD9-819A-3DFCF64CD711}" destId="{161D37C2-9B72-4D01-BA4E-78CB18B0EF1A}" srcOrd="0" destOrd="0" presId="urn:microsoft.com/office/officeart/2018/2/layout/IconLabelDescriptionList"/>
    <dgm:cxn modelId="{C39FD9EF-3938-416E-AB46-8F48CBB99008}" type="presOf" srcId="{E971F97D-66FD-4820-AD19-C2B25A561559}" destId="{2C6560D5-2788-45C9-9CC2-BA647790B057}" srcOrd="0" destOrd="0" presId="urn:microsoft.com/office/officeart/2018/2/layout/IconLabelDescriptionList"/>
    <dgm:cxn modelId="{4AA55CF4-52AE-43B9-B2BD-C2074AC0F524}" srcId="{22F20E9F-D493-4F30-B820-460CD841A600}" destId="{F26434B3-9B0A-4CD9-819A-3DFCF64CD711}" srcOrd="2" destOrd="0" parTransId="{0031BFB7-5FFE-407F-84FF-E6D316773FFE}" sibTransId="{2D9C869D-BFDB-4AD9-BAC7-04C41DB0327F}"/>
    <dgm:cxn modelId="{480F99FB-FE7D-4ED6-A1C4-3345A91C2CE9}" type="presOf" srcId="{5950DFE0-F926-4F75-8E18-C2F81BED348F}" destId="{153B34C9-0826-4C93-ACA1-C25714CAAB83}" srcOrd="0" destOrd="1" presId="urn:microsoft.com/office/officeart/2018/2/layout/IconLabelDescriptionList"/>
    <dgm:cxn modelId="{2A59DBBA-8630-4A12-9078-E2B30A6B14E7}" type="presParOf" srcId="{62D6EB7A-E6CB-4CFA-985E-CDAF37E5C7FF}" destId="{A73E27AA-EA6E-4654-A86D-2669817A1653}" srcOrd="0" destOrd="0" presId="urn:microsoft.com/office/officeart/2018/2/layout/IconLabelDescriptionList"/>
    <dgm:cxn modelId="{351EE28D-C119-4332-A506-88CE19EA121C}" type="presParOf" srcId="{A73E27AA-EA6E-4654-A86D-2669817A1653}" destId="{9FE26D17-A193-4508-94B4-F3D4D644A8D3}" srcOrd="0" destOrd="0" presId="urn:microsoft.com/office/officeart/2018/2/layout/IconLabelDescriptionList"/>
    <dgm:cxn modelId="{AE4F1C92-14F4-4ED3-84A7-2C5B7FC3ADFA}" type="presParOf" srcId="{A73E27AA-EA6E-4654-A86D-2669817A1653}" destId="{F1A973F0-82EB-4F88-B0A3-399356A3FE8B}" srcOrd="1" destOrd="0" presId="urn:microsoft.com/office/officeart/2018/2/layout/IconLabelDescriptionList"/>
    <dgm:cxn modelId="{E0130F7D-13A7-4582-844C-86D043CAE683}" type="presParOf" srcId="{A73E27AA-EA6E-4654-A86D-2669817A1653}" destId="{2C6560D5-2788-45C9-9CC2-BA647790B057}" srcOrd="2" destOrd="0" presId="urn:microsoft.com/office/officeart/2018/2/layout/IconLabelDescriptionList"/>
    <dgm:cxn modelId="{E88A8277-6734-46D0-8A2F-B2A96D750568}" type="presParOf" srcId="{A73E27AA-EA6E-4654-A86D-2669817A1653}" destId="{4D64EC6C-267B-4F22-9545-2FF58D5549AB}" srcOrd="3" destOrd="0" presId="urn:microsoft.com/office/officeart/2018/2/layout/IconLabelDescriptionList"/>
    <dgm:cxn modelId="{EAE61160-6CC0-442C-B2A4-807B834BF5AB}" type="presParOf" srcId="{A73E27AA-EA6E-4654-A86D-2669817A1653}" destId="{2D61201B-1431-4C5B-A1D2-DAFB87C7BACE}" srcOrd="4" destOrd="0" presId="urn:microsoft.com/office/officeart/2018/2/layout/IconLabelDescriptionList"/>
    <dgm:cxn modelId="{7C90873B-BD7B-431F-988E-1D0E1C029704}" type="presParOf" srcId="{62D6EB7A-E6CB-4CFA-985E-CDAF37E5C7FF}" destId="{3EE5DB98-F3E2-4FBF-A5D8-B0708B6957B6}" srcOrd="1" destOrd="0" presId="urn:microsoft.com/office/officeart/2018/2/layout/IconLabelDescriptionList"/>
    <dgm:cxn modelId="{1B5FD6EE-9E44-48C7-91F6-E48435AF8CFA}" type="presParOf" srcId="{62D6EB7A-E6CB-4CFA-985E-CDAF37E5C7FF}" destId="{92866F89-A903-456F-A026-BE29CA80CC30}" srcOrd="2" destOrd="0" presId="urn:microsoft.com/office/officeart/2018/2/layout/IconLabelDescriptionList"/>
    <dgm:cxn modelId="{3F17945C-AFAC-4F1D-92DF-52F75E8B3C37}" type="presParOf" srcId="{92866F89-A903-456F-A026-BE29CA80CC30}" destId="{EE462331-6752-49AB-953A-DAD8872837D3}" srcOrd="0" destOrd="0" presId="urn:microsoft.com/office/officeart/2018/2/layout/IconLabelDescriptionList"/>
    <dgm:cxn modelId="{BDF4CB78-8CAE-4A7B-9340-3FBE7D5AC405}" type="presParOf" srcId="{92866F89-A903-456F-A026-BE29CA80CC30}" destId="{9EE8E80C-3945-46D4-8661-77FD0518C576}" srcOrd="1" destOrd="0" presId="urn:microsoft.com/office/officeart/2018/2/layout/IconLabelDescriptionList"/>
    <dgm:cxn modelId="{4FF414B9-A4BD-42DB-9707-FD10D5716670}" type="presParOf" srcId="{92866F89-A903-456F-A026-BE29CA80CC30}" destId="{7387EE1D-813D-4DF5-AB68-373518C5ED74}" srcOrd="2" destOrd="0" presId="urn:microsoft.com/office/officeart/2018/2/layout/IconLabelDescriptionList"/>
    <dgm:cxn modelId="{76450150-E439-4EC8-B444-AC60D9EE85FA}" type="presParOf" srcId="{92866F89-A903-456F-A026-BE29CA80CC30}" destId="{013DE884-12D0-4DDC-A5AD-A70E9F524EEA}" srcOrd="3" destOrd="0" presId="urn:microsoft.com/office/officeart/2018/2/layout/IconLabelDescriptionList"/>
    <dgm:cxn modelId="{B377FC45-E274-40EC-B5DD-3446135872BD}" type="presParOf" srcId="{92866F89-A903-456F-A026-BE29CA80CC30}" destId="{153B34C9-0826-4C93-ACA1-C25714CAAB83}" srcOrd="4" destOrd="0" presId="urn:microsoft.com/office/officeart/2018/2/layout/IconLabelDescriptionList"/>
    <dgm:cxn modelId="{019938E7-5BB5-477F-8E0A-5B4CF99B49A4}" type="presParOf" srcId="{62D6EB7A-E6CB-4CFA-985E-CDAF37E5C7FF}" destId="{277A9995-48AC-4D72-8943-B0FAF4D90811}" srcOrd="3" destOrd="0" presId="urn:microsoft.com/office/officeart/2018/2/layout/IconLabelDescriptionList"/>
    <dgm:cxn modelId="{2C888681-CABB-4702-BE28-3C42311A096B}" type="presParOf" srcId="{62D6EB7A-E6CB-4CFA-985E-CDAF37E5C7FF}" destId="{11B904FE-2F1E-450C-97E7-88563FFEF400}" srcOrd="4" destOrd="0" presId="urn:microsoft.com/office/officeart/2018/2/layout/IconLabelDescriptionList"/>
    <dgm:cxn modelId="{8E70C266-6888-491D-8067-D29B40164547}" type="presParOf" srcId="{11B904FE-2F1E-450C-97E7-88563FFEF400}" destId="{94AD588F-2889-4C5A-9104-293A5037FCB0}" srcOrd="0" destOrd="0" presId="urn:microsoft.com/office/officeart/2018/2/layout/IconLabelDescriptionList"/>
    <dgm:cxn modelId="{AA13EBF8-4A19-47F9-A1C7-B1DB9293F06F}" type="presParOf" srcId="{11B904FE-2F1E-450C-97E7-88563FFEF400}" destId="{4C4E6725-C156-44BD-82D7-A176E21C1B08}" srcOrd="1" destOrd="0" presId="urn:microsoft.com/office/officeart/2018/2/layout/IconLabelDescriptionList"/>
    <dgm:cxn modelId="{4163F77B-9CFE-47D8-9522-17AF45813F32}" type="presParOf" srcId="{11B904FE-2F1E-450C-97E7-88563FFEF400}" destId="{161D37C2-9B72-4D01-BA4E-78CB18B0EF1A}" srcOrd="2" destOrd="0" presId="urn:microsoft.com/office/officeart/2018/2/layout/IconLabelDescriptionList"/>
    <dgm:cxn modelId="{6FA20340-6467-426A-BFC1-55DD8320D929}" type="presParOf" srcId="{11B904FE-2F1E-450C-97E7-88563FFEF400}" destId="{6C5488EA-9492-4349-A379-147FDD9696A1}" srcOrd="3" destOrd="0" presId="urn:microsoft.com/office/officeart/2018/2/layout/IconLabelDescriptionList"/>
    <dgm:cxn modelId="{D81F568B-29D5-4FCA-B7A4-9C07853BD2D4}" type="presParOf" srcId="{11B904FE-2F1E-450C-97E7-88563FFEF400}" destId="{C8E91914-E203-4AD6-8AE0-5ACD4FDBEEAE}" srcOrd="4" destOrd="0" presId="urn:microsoft.com/office/officeart/2018/2/layout/IconLabelDescriptionList"/>
    <dgm:cxn modelId="{1A7858B1-BCB9-4ECB-A057-DD44E6C42598}" type="presParOf" srcId="{62D6EB7A-E6CB-4CFA-985E-CDAF37E5C7FF}" destId="{A31E67B7-15A2-40FA-B733-2B11558DCF96}" srcOrd="5" destOrd="0" presId="urn:microsoft.com/office/officeart/2018/2/layout/IconLabelDescriptionList"/>
    <dgm:cxn modelId="{67548F23-E926-48FE-AF62-B2B88A5E6DEE}" type="presParOf" srcId="{62D6EB7A-E6CB-4CFA-985E-CDAF37E5C7FF}" destId="{97E8F234-40B8-47E7-9B67-D89D452ADBCA}" srcOrd="6" destOrd="0" presId="urn:microsoft.com/office/officeart/2018/2/layout/IconLabelDescriptionList"/>
    <dgm:cxn modelId="{5A97388D-DB6B-41DE-93B2-A94CA9F2C7A7}" type="presParOf" srcId="{97E8F234-40B8-47E7-9B67-D89D452ADBCA}" destId="{B931DF8D-0E42-4512-A394-6EF7F2729875}" srcOrd="0" destOrd="0" presId="urn:microsoft.com/office/officeart/2018/2/layout/IconLabelDescriptionList"/>
    <dgm:cxn modelId="{35BC756B-FEED-4102-B607-5987CA0BD1D3}" type="presParOf" srcId="{97E8F234-40B8-47E7-9B67-D89D452ADBCA}" destId="{5D078753-B25D-47A8-8D69-138094E409CA}" srcOrd="1" destOrd="0" presId="urn:microsoft.com/office/officeart/2018/2/layout/IconLabelDescriptionList"/>
    <dgm:cxn modelId="{27D3C57B-FFC5-4B9E-9AF0-C834D8F4C347}" type="presParOf" srcId="{97E8F234-40B8-47E7-9B67-D89D452ADBCA}" destId="{8B582C3A-52E2-4783-A277-427638F96018}" srcOrd="2" destOrd="0" presId="urn:microsoft.com/office/officeart/2018/2/layout/IconLabelDescriptionList"/>
    <dgm:cxn modelId="{253506ED-5180-47BF-9C41-8A250970F798}" type="presParOf" srcId="{97E8F234-40B8-47E7-9B67-D89D452ADBCA}" destId="{040A14DF-9EBF-4AA5-885F-BDB65E5FF004}" srcOrd="3" destOrd="0" presId="urn:microsoft.com/office/officeart/2018/2/layout/IconLabelDescriptionList"/>
    <dgm:cxn modelId="{43B698F8-8696-40EF-8331-C2F8071B9AC9}" type="presParOf" srcId="{97E8F234-40B8-47E7-9B67-D89D452ADBCA}" destId="{D8747041-1A1C-4C64-8ECF-4EC78859881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DB7F3F-6714-4A83-B451-B32902F897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DDA2AD5A-567F-45E7-A005-A9033D41796F}">
      <dgm:prSet/>
      <dgm:spPr/>
      <dgm:t>
        <a:bodyPr/>
        <a:lstStyle/>
        <a:p>
          <a:r>
            <a:rPr lang="pt-BR"/>
            <a:t>É um </a:t>
          </a:r>
          <a:r>
            <a:rPr lang="pt-BR">
              <a:hlinkClick xmlns:r="http://schemas.openxmlformats.org/officeDocument/2006/relationships" r:id="rId1"/>
            </a:rPr>
            <a:t>complemento</a:t>
          </a:r>
          <a:r>
            <a:rPr lang="pt-BR"/>
            <a:t> desenvolvido a partir da versão do Excel 2010 e agora por padrão na versão 2016 como </a:t>
          </a:r>
          <a:r>
            <a:rPr lang="pt-BR" b="1"/>
            <a:t>Get &amp; Transform</a:t>
          </a:r>
          <a:r>
            <a:rPr lang="pt-BR"/>
            <a:t>.</a:t>
          </a:r>
          <a:endParaRPr lang="en-US"/>
        </a:p>
      </dgm:t>
    </dgm:pt>
    <dgm:pt modelId="{970C38EF-13E5-4DBB-9C86-843B8EFDEB17}" type="parTrans" cxnId="{5C021C50-0429-4631-AD3C-4128C6D367A0}">
      <dgm:prSet/>
      <dgm:spPr/>
      <dgm:t>
        <a:bodyPr/>
        <a:lstStyle/>
        <a:p>
          <a:endParaRPr lang="en-US"/>
        </a:p>
      </dgm:t>
    </dgm:pt>
    <dgm:pt modelId="{204F738B-C80B-4346-8FEA-24B66E5B048B}" type="sibTrans" cxnId="{5C021C50-0429-4631-AD3C-4128C6D367A0}">
      <dgm:prSet/>
      <dgm:spPr/>
      <dgm:t>
        <a:bodyPr/>
        <a:lstStyle/>
        <a:p>
          <a:endParaRPr lang="en-US"/>
        </a:p>
      </dgm:t>
    </dgm:pt>
    <dgm:pt modelId="{7E4C2089-B260-486C-9797-32274930720D}">
      <dgm:prSet/>
      <dgm:spPr/>
      <dgm:t>
        <a:bodyPr/>
        <a:lstStyle/>
        <a:p>
          <a:r>
            <a:rPr lang="pt-BR" b="1"/>
            <a:t>Faz parte da proposta da Microsoft para o desenvolvimento do ETL por meio de sua sigla em inglês (Extract, Transform, Load) (Extract, Transform, Upload),</a:t>
          </a:r>
          <a:r>
            <a:rPr lang="pt-BR"/>
            <a:t> muito consistente com a situação da análise de grandes volumes de informações para qualquer setor econômico e social.</a:t>
          </a:r>
          <a:endParaRPr lang="en-US"/>
        </a:p>
      </dgm:t>
    </dgm:pt>
    <dgm:pt modelId="{DD2B93C5-9838-4C46-B571-AB71E55BF2A5}" type="parTrans" cxnId="{D8454718-AED3-4649-9904-00E961C92900}">
      <dgm:prSet/>
      <dgm:spPr/>
      <dgm:t>
        <a:bodyPr/>
        <a:lstStyle/>
        <a:p>
          <a:endParaRPr lang="en-US"/>
        </a:p>
      </dgm:t>
    </dgm:pt>
    <dgm:pt modelId="{772A7093-0D84-467F-842D-67D8A1CAF155}" type="sibTrans" cxnId="{D8454718-AED3-4649-9904-00E961C92900}">
      <dgm:prSet/>
      <dgm:spPr/>
      <dgm:t>
        <a:bodyPr/>
        <a:lstStyle/>
        <a:p>
          <a:endParaRPr lang="en-US"/>
        </a:p>
      </dgm:t>
    </dgm:pt>
    <dgm:pt modelId="{4B037016-8928-46CD-A3A5-618C7D6CC33D}">
      <dgm:prSet/>
      <dgm:spPr/>
      <dgm:t>
        <a:bodyPr/>
        <a:lstStyle/>
        <a:p>
          <a:r>
            <a:rPr lang="pt-BR" b="1"/>
            <a:t>O Power Query permite conectar o Excel com múltiplas fontes de informações e transformá-las intuitivamente no</a:t>
          </a:r>
          <a:r>
            <a:rPr lang="pt-BR"/>
            <a:t> </a:t>
          </a:r>
          <a:r>
            <a:rPr lang="pt-BR" b="1"/>
            <a:t>Query Editor</a:t>
          </a:r>
          <a:r>
            <a:rPr lang="pt-BR"/>
            <a:t>. Há uma quantidade considerável de ferramentas para transformar nossos dados, estes são armazenados passo a passo, dando-nos controle total sobre o processo de transformação.</a:t>
          </a:r>
          <a:endParaRPr lang="en-US"/>
        </a:p>
      </dgm:t>
    </dgm:pt>
    <dgm:pt modelId="{9AE4E12D-A766-423B-89DC-C153F39492B0}" type="parTrans" cxnId="{0D6E8D5B-16F3-41C4-B040-DC996B8EA525}">
      <dgm:prSet/>
      <dgm:spPr/>
      <dgm:t>
        <a:bodyPr/>
        <a:lstStyle/>
        <a:p>
          <a:endParaRPr lang="en-US"/>
        </a:p>
      </dgm:t>
    </dgm:pt>
    <dgm:pt modelId="{45708DD1-236B-4A8B-86CE-16A7B560224B}" type="sibTrans" cxnId="{0D6E8D5B-16F3-41C4-B040-DC996B8EA525}">
      <dgm:prSet/>
      <dgm:spPr/>
      <dgm:t>
        <a:bodyPr/>
        <a:lstStyle/>
        <a:p>
          <a:endParaRPr lang="en-US"/>
        </a:p>
      </dgm:t>
    </dgm:pt>
    <dgm:pt modelId="{8BCDA211-A824-49AF-B570-6AD4CFEA4E43}" type="pres">
      <dgm:prSet presAssocID="{90DB7F3F-6714-4A83-B451-B32902F89733}" presName="root" presStyleCnt="0">
        <dgm:presLayoutVars>
          <dgm:dir/>
          <dgm:resizeHandles val="exact"/>
        </dgm:presLayoutVars>
      </dgm:prSet>
      <dgm:spPr/>
    </dgm:pt>
    <dgm:pt modelId="{B708C71C-DBB7-4BD8-9213-07C5D4394E28}" type="pres">
      <dgm:prSet presAssocID="{DDA2AD5A-567F-45E7-A005-A9033D41796F}" presName="compNode" presStyleCnt="0"/>
      <dgm:spPr/>
    </dgm:pt>
    <dgm:pt modelId="{9589EFEB-4BBA-4FFD-8196-7725FFFBF90C}" type="pres">
      <dgm:prSet presAssocID="{DDA2AD5A-567F-45E7-A005-A9033D41796F}" presName="bgRect" presStyleLbl="bgShp" presStyleIdx="0" presStyleCnt="3"/>
      <dgm:spPr/>
    </dgm:pt>
    <dgm:pt modelId="{553F27EA-AF33-47D0-948A-D5A0F448262B}" type="pres">
      <dgm:prSet presAssocID="{DDA2AD5A-567F-45E7-A005-A9033D41796F}" presName="iconRect" presStyleLbl="node1" presStyleIdx="0" presStyleCnt="3" custLinFactNeighborX="221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CA4D3C96-9ADB-4E7E-8598-50FE6A06D30B}" type="pres">
      <dgm:prSet presAssocID="{DDA2AD5A-567F-45E7-A005-A9033D41796F}" presName="spaceRect" presStyleCnt="0"/>
      <dgm:spPr/>
    </dgm:pt>
    <dgm:pt modelId="{3929AD57-6E89-434D-8AA0-50B27DE92B25}" type="pres">
      <dgm:prSet presAssocID="{DDA2AD5A-567F-45E7-A005-A9033D41796F}" presName="parTx" presStyleLbl="revTx" presStyleIdx="0" presStyleCnt="3">
        <dgm:presLayoutVars>
          <dgm:chMax val="0"/>
          <dgm:chPref val="0"/>
        </dgm:presLayoutVars>
      </dgm:prSet>
      <dgm:spPr/>
    </dgm:pt>
    <dgm:pt modelId="{EFC759B5-E679-42AE-9128-AB551DF75B1B}" type="pres">
      <dgm:prSet presAssocID="{204F738B-C80B-4346-8FEA-24B66E5B048B}" presName="sibTrans" presStyleCnt="0"/>
      <dgm:spPr/>
    </dgm:pt>
    <dgm:pt modelId="{5E5F4073-14EE-4112-A7E5-4471B8405377}" type="pres">
      <dgm:prSet presAssocID="{7E4C2089-B260-486C-9797-32274930720D}" presName="compNode" presStyleCnt="0"/>
      <dgm:spPr/>
    </dgm:pt>
    <dgm:pt modelId="{D4AC5DD2-57F1-42EB-AD27-2547618672ED}" type="pres">
      <dgm:prSet presAssocID="{7E4C2089-B260-486C-9797-32274930720D}" presName="bgRect" presStyleLbl="bgShp" presStyleIdx="1" presStyleCnt="3"/>
      <dgm:spPr/>
    </dgm:pt>
    <dgm:pt modelId="{38F6CB83-D148-4251-9A20-ABF393A97913}" type="pres">
      <dgm:prSet presAssocID="{7E4C2089-B260-486C-9797-32274930720D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04C01A2A-B583-40FE-83BC-ACA87947CEEB}" type="pres">
      <dgm:prSet presAssocID="{7E4C2089-B260-486C-9797-32274930720D}" presName="spaceRect" presStyleCnt="0"/>
      <dgm:spPr/>
    </dgm:pt>
    <dgm:pt modelId="{66301B50-CA48-422A-9851-D85E6264D04A}" type="pres">
      <dgm:prSet presAssocID="{7E4C2089-B260-486C-9797-32274930720D}" presName="parTx" presStyleLbl="revTx" presStyleIdx="1" presStyleCnt="3">
        <dgm:presLayoutVars>
          <dgm:chMax val="0"/>
          <dgm:chPref val="0"/>
        </dgm:presLayoutVars>
      </dgm:prSet>
      <dgm:spPr/>
    </dgm:pt>
    <dgm:pt modelId="{6270A6A9-AC15-4B95-94DB-A33D48584E1D}" type="pres">
      <dgm:prSet presAssocID="{772A7093-0D84-467F-842D-67D8A1CAF155}" presName="sibTrans" presStyleCnt="0"/>
      <dgm:spPr/>
    </dgm:pt>
    <dgm:pt modelId="{1FA13B4C-D183-4CAE-84C0-EB7024EFBBDC}" type="pres">
      <dgm:prSet presAssocID="{4B037016-8928-46CD-A3A5-618C7D6CC33D}" presName="compNode" presStyleCnt="0"/>
      <dgm:spPr/>
    </dgm:pt>
    <dgm:pt modelId="{A0DA1C81-703A-4987-A44B-5E43698EBAF8}" type="pres">
      <dgm:prSet presAssocID="{4B037016-8928-46CD-A3A5-618C7D6CC33D}" presName="bgRect" presStyleLbl="bgShp" presStyleIdx="2" presStyleCnt="3"/>
      <dgm:spPr/>
    </dgm:pt>
    <dgm:pt modelId="{79580100-E3D1-49FB-AD0F-8C8B31E1030C}" type="pres">
      <dgm:prSet presAssocID="{4B037016-8928-46CD-A3A5-618C7D6CC33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E72926-D784-43B5-9430-3BB36B14C258}" type="pres">
      <dgm:prSet presAssocID="{4B037016-8928-46CD-A3A5-618C7D6CC33D}" presName="spaceRect" presStyleCnt="0"/>
      <dgm:spPr/>
    </dgm:pt>
    <dgm:pt modelId="{39A3548E-4356-4247-8E9B-4F24D24FAE7A}" type="pres">
      <dgm:prSet presAssocID="{4B037016-8928-46CD-A3A5-618C7D6CC33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10C7706-BFD7-4D3B-BB04-E75BE74F99A1}" type="presOf" srcId="{DDA2AD5A-567F-45E7-A005-A9033D41796F}" destId="{3929AD57-6E89-434D-8AA0-50B27DE92B25}" srcOrd="0" destOrd="0" presId="urn:microsoft.com/office/officeart/2018/2/layout/IconVerticalSolidList"/>
    <dgm:cxn modelId="{D8454718-AED3-4649-9904-00E961C92900}" srcId="{90DB7F3F-6714-4A83-B451-B32902F89733}" destId="{7E4C2089-B260-486C-9797-32274930720D}" srcOrd="1" destOrd="0" parTransId="{DD2B93C5-9838-4C46-B571-AB71E55BF2A5}" sibTransId="{772A7093-0D84-467F-842D-67D8A1CAF155}"/>
    <dgm:cxn modelId="{0D6E8D5B-16F3-41C4-B040-DC996B8EA525}" srcId="{90DB7F3F-6714-4A83-B451-B32902F89733}" destId="{4B037016-8928-46CD-A3A5-618C7D6CC33D}" srcOrd="2" destOrd="0" parTransId="{9AE4E12D-A766-423B-89DC-C153F39492B0}" sibTransId="{45708DD1-236B-4A8B-86CE-16A7B560224B}"/>
    <dgm:cxn modelId="{5C021C50-0429-4631-AD3C-4128C6D367A0}" srcId="{90DB7F3F-6714-4A83-B451-B32902F89733}" destId="{DDA2AD5A-567F-45E7-A005-A9033D41796F}" srcOrd="0" destOrd="0" parTransId="{970C38EF-13E5-4DBB-9C86-843B8EFDEB17}" sibTransId="{204F738B-C80B-4346-8FEA-24B66E5B048B}"/>
    <dgm:cxn modelId="{B9A9C1BC-35E2-4EA6-A10F-EEA56BBD1259}" type="presOf" srcId="{7E4C2089-B260-486C-9797-32274930720D}" destId="{66301B50-CA48-422A-9851-D85E6264D04A}" srcOrd="0" destOrd="0" presId="urn:microsoft.com/office/officeart/2018/2/layout/IconVerticalSolidList"/>
    <dgm:cxn modelId="{4265EEE0-EC77-4270-B269-F26A2C59F3FE}" type="presOf" srcId="{4B037016-8928-46CD-A3A5-618C7D6CC33D}" destId="{39A3548E-4356-4247-8E9B-4F24D24FAE7A}" srcOrd="0" destOrd="0" presId="urn:microsoft.com/office/officeart/2018/2/layout/IconVerticalSolidList"/>
    <dgm:cxn modelId="{90ADADEA-8F63-4866-9358-B083DC2A98DA}" type="presOf" srcId="{90DB7F3F-6714-4A83-B451-B32902F89733}" destId="{8BCDA211-A824-49AF-B570-6AD4CFEA4E43}" srcOrd="0" destOrd="0" presId="urn:microsoft.com/office/officeart/2018/2/layout/IconVerticalSolidList"/>
    <dgm:cxn modelId="{53CFFE94-B01A-4C94-B769-D8FFBAD32AF9}" type="presParOf" srcId="{8BCDA211-A824-49AF-B570-6AD4CFEA4E43}" destId="{B708C71C-DBB7-4BD8-9213-07C5D4394E28}" srcOrd="0" destOrd="0" presId="urn:microsoft.com/office/officeart/2018/2/layout/IconVerticalSolidList"/>
    <dgm:cxn modelId="{7781F258-1285-419A-B6B7-96C3855DA071}" type="presParOf" srcId="{B708C71C-DBB7-4BD8-9213-07C5D4394E28}" destId="{9589EFEB-4BBA-4FFD-8196-7725FFFBF90C}" srcOrd="0" destOrd="0" presId="urn:microsoft.com/office/officeart/2018/2/layout/IconVerticalSolidList"/>
    <dgm:cxn modelId="{199DA40D-E2AF-405D-871A-ECB042011080}" type="presParOf" srcId="{B708C71C-DBB7-4BD8-9213-07C5D4394E28}" destId="{553F27EA-AF33-47D0-948A-D5A0F448262B}" srcOrd="1" destOrd="0" presId="urn:microsoft.com/office/officeart/2018/2/layout/IconVerticalSolidList"/>
    <dgm:cxn modelId="{669375F0-9670-4AA7-BB5C-AB499088A0C7}" type="presParOf" srcId="{B708C71C-DBB7-4BD8-9213-07C5D4394E28}" destId="{CA4D3C96-9ADB-4E7E-8598-50FE6A06D30B}" srcOrd="2" destOrd="0" presId="urn:microsoft.com/office/officeart/2018/2/layout/IconVerticalSolidList"/>
    <dgm:cxn modelId="{F74BC179-AA21-44C9-908D-778C5FA52648}" type="presParOf" srcId="{B708C71C-DBB7-4BD8-9213-07C5D4394E28}" destId="{3929AD57-6E89-434D-8AA0-50B27DE92B25}" srcOrd="3" destOrd="0" presId="urn:microsoft.com/office/officeart/2018/2/layout/IconVerticalSolidList"/>
    <dgm:cxn modelId="{29CDB4CC-A2E2-4C22-BA1B-F660095315DF}" type="presParOf" srcId="{8BCDA211-A824-49AF-B570-6AD4CFEA4E43}" destId="{EFC759B5-E679-42AE-9128-AB551DF75B1B}" srcOrd="1" destOrd="0" presId="urn:microsoft.com/office/officeart/2018/2/layout/IconVerticalSolidList"/>
    <dgm:cxn modelId="{ED112614-D080-43AA-998A-47B13B52F4FC}" type="presParOf" srcId="{8BCDA211-A824-49AF-B570-6AD4CFEA4E43}" destId="{5E5F4073-14EE-4112-A7E5-4471B8405377}" srcOrd="2" destOrd="0" presId="urn:microsoft.com/office/officeart/2018/2/layout/IconVerticalSolidList"/>
    <dgm:cxn modelId="{EB8AA9A4-2A19-4302-BE9B-FC62F8661A38}" type="presParOf" srcId="{5E5F4073-14EE-4112-A7E5-4471B8405377}" destId="{D4AC5DD2-57F1-42EB-AD27-2547618672ED}" srcOrd="0" destOrd="0" presId="urn:microsoft.com/office/officeart/2018/2/layout/IconVerticalSolidList"/>
    <dgm:cxn modelId="{5243AA2F-EB01-45C5-A412-A81C4079B4FC}" type="presParOf" srcId="{5E5F4073-14EE-4112-A7E5-4471B8405377}" destId="{38F6CB83-D148-4251-9A20-ABF393A97913}" srcOrd="1" destOrd="0" presId="urn:microsoft.com/office/officeart/2018/2/layout/IconVerticalSolidList"/>
    <dgm:cxn modelId="{B9AE22AE-A944-47AF-8E52-A39A031A49EA}" type="presParOf" srcId="{5E5F4073-14EE-4112-A7E5-4471B8405377}" destId="{04C01A2A-B583-40FE-83BC-ACA87947CEEB}" srcOrd="2" destOrd="0" presId="urn:microsoft.com/office/officeart/2018/2/layout/IconVerticalSolidList"/>
    <dgm:cxn modelId="{AD174E7C-B431-4C0B-B8FA-C13A05CBAC85}" type="presParOf" srcId="{5E5F4073-14EE-4112-A7E5-4471B8405377}" destId="{66301B50-CA48-422A-9851-D85E6264D04A}" srcOrd="3" destOrd="0" presId="urn:microsoft.com/office/officeart/2018/2/layout/IconVerticalSolidList"/>
    <dgm:cxn modelId="{45335BB5-2D1D-4B1F-928D-D3722B46928E}" type="presParOf" srcId="{8BCDA211-A824-49AF-B570-6AD4CFEA4E43}" destId="{6270A6A9-AC15-4B95-94DB-A33D48584E1D}" srcOrd="3" destOrd="0" presId="urn:microsoft.com/office/officeart/2018/2/layout/IconVerticalSolidList"/>
    <dgm:cxn modelId="{6E066CD4-62BF-4F4E-B8BF-5C5C0F17612A}" type="presParOf" srcId="{8BCDA211-A824-49AF-B570-6AD4CFEA4E43}" destId="{1FA13B4C-D183-4CAE-84C0-EB7024EFBBDC}" srcOrd="4" destOrd="0" presId="urn:microsoft.com/office/officeart/2018/2/layout/IconVerticalSolidList"/>
    <dgm:cxn modelId="{1014BBB4-EE42-4574-A142-E4958C05B1B8}" type="presParOf" srcId="{1FA13B4C-D183-4CAE-84C0-EB7024EFBBDC}" destId="{A0DA1C81-703A-4987-A44B-5E43698EBAF8}" srcOrd="0" destOrd="0" presId="urn:microsoft.com/office/officeart/2018/2/layout/IconVerticalSolidList"/>
    <dgm:cxn modelId="{674240A4-99ED-4762-86DE-38F233BE75E9}" type="presParOf" srcId="{1FA13B4C-D183-4CAE-84C0-EB7024EFBBDC}" destId="{79580100-E3D1-49FB-AD0F-8C8B31E1030C}" srcOrd="1" destOrd="0" presId="urn:microsoft.com/office/officeart/2018/2/layout/IconVerticalSolidList"/>
    <dgm:cxn modelId="{8846998E-0E56-461F-AF3B-8CB28F7C7DDC}" type="presParOf" srcId="{1FA13B4C-D183-4CAE-84C0-EB7024EFBBDC}" destId="{DDE72926-D784-43B5-9430-3BB36B14C258}" srcOrd="2" destOrd="0" presId="urn:microsoft.com/office/officeart/2018/2/layout/IconVerticalSolidList"/>
    <dgm:cxn modelId="{1A44DCFA-D114-4CEA-91B1-AEA38577CCCA}" type="presParOf" srcId="{1FA13B4C-D183-4CAE-84C0-EB7024EFBBDC}" destId="{39A3548E-4356-4247-8E9B-4F24D24FAE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C37F5B-41C7-41C1-A9BE-EDB974AB9BF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691C2F-945E-4D89-A77C-427F28D2C53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É outro </a:t>
          </a:r>
          <a:r>
            <a:rPr lang="pt-BR" dirty="0">
              <a:hlinkClick xmlns:r="http://schemas.openxmlformats.org/officeDocument/2006/relationships" r:id="rId1"/>
            </a:rPr>
            <a:t>complemento</a:t>
          </a:r>
          <a:r>
            <a:rPr lang="pt-BR" dirty="0"/>
            <a:t> </a:t>
          </a:r>
          <a:r>
            <a:rPr lang="pt-BR" dirty="0">
              <a:hlinkClick xmlns:r="http://schemas.openxmlformats.org/officeDocument/2006/relationships" r:id="rId2"/>
            </a:rPr>
            <a:t>como</a:t>
          </a:r>
          <a:r>
            <a:rPr lang="pt-BR" dirty="0"/>
            <a:t> o Power Query desenvolvido desde a versão de 2010 nativamente incorporada a partir da versão de 2013. </a:t>
          </a:r>
          <a:r>
            <a:rPr lang="pt-BR" b="1" dirty="0"/>
            <a:t>Aqui podemos conectar várias fontes de informação ou com dados já transformados no Power Query.</a:t>
          </a:r>
          <a:endParaRPr lang="en-US" dirty="0"/>
        </a:p>
      </dgm:t>
    </dgm:pt>
    <dgm:pt modelId="{A18B0DC6-C515-46DE-9A3D-6478DC5CB268}" type="parTrans" cxnId="{E19B37D0-2A96-49BD-B552-B88730C07C8D}">
      <dgm:prSet/>
      <dgm:spPr/>
      <dgm:t>
        <a:bodyPr/>
        <a:lstStyle/>
        <a:p>
          <a:endParaRPr lang="en-US"/>
        </a:p>
      </dgm:t>
    </dgm:pt>
    <dgm:pt modelId="{C6A82249-94D3-4A34-A88B-3CC7E56E7756}" type="sibTrans" cxnId="{E19B37D0-2A96-49BD-B552-B88730C07C8D}">
      <dgm:prSet/>
      <dgm:spPr/>
      <dgm:t>
        <a:bodyPr/>
        <a:lstStyle/>
        <a:p>
          <a:endParaRPr lang="en-US"/>
        </a:p>
      </dgm:t>
    </dgm:pt>
    <dgm:pt modelId="{C9FE4BC5-3FF5-4A06-BC6E-A5F813289E4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Graças à sua tecnologia de memória integrada, você pode armazenar milhões de registros sem grandes problemas contrários à nossa folha de Excel limitada.</a:t>
          </a:r>
          <a:endParaRPr lang="en-US"/>
        </a:p>
      </dgm:t>
    </dgm:pt>
    <dgm:pt modelId="{65E2ACC4-7FEA-4663-8829-65B16FBA948A}" type="parTrans" cxnId="{2A6E2763-C008-47D8-B042-180A80000780}">
      <dgm:prSet/>
      <dgm:spPr/>
      <dgm:t>
        <a:bodyPr/>
        <a:lstStyle/>
        <a:p>
          <a:endParaRPr lang="en-US"/>
        </a:p>
      </dgm:t>
    </dgm:pt>
    <dgm:pt modelId="{012F86BF-8458-4FFD-8C0D-11A25F06E624}" type="sibTrans" cxnId="{2A6E2763-C008-47D8-B042-180A80000780}">
      <dgm:prSet/>
      <dgm:spPr/>
      <dgm:t>
        <a:bodyPr/>
        <a:lstStyle/>
        <a:p>
          <a:endParaRPr lang="en-US"/>
        </a:p>
      </dgm:t>
    </dgm:pt>
    <dgm:pt modelId="{D6E66BAC-353C-4DD3-B191-3DDD721C641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Ele apresenta as </a:t>
          </a:r>
          <a:r>
            <a:rPr lang="pt-BR">
              <a:hlinkClick xmlns:r="http://schemas.openxmlformats.org/officeDocument/2006/relationships" r:id="rId3"/>
            </a:rPr>
            <a:t>funções</a:t>
          </a:r>
          <a:r>
            <a:rPr lang="pt-BR"/>
            <a:t> </a:t>
          </a:r>
          <a:r>
            <a:rPr lang="pt-BR" b="1"/>
            <a:t>DAX</a:t>
          </a:r>
          <a:r>
            <a:rPr lang="pt-BR"/>
            <a:t> que são desenvolvidas para formular e extrair informações de cubos de dados e nos permite criar métricas complexas e indicadores KPI (Key Performance Indicators).</a:t>
          </a:r>
          <a:endParaRPr lang="en-US"/>
        </a:p>
      </dgm:t>
    </dgm:pt>
    <dgm:pt modelId="{46304509-2C0A-4B36-94D6-991C8803FE83}" type="parTrans" cxnId="{16E05BB1-858E-43B6-A801-C20B72155A70}">
      <dgm:prSet/>
      <dgm:spPr/>
      <dgm:t>
        <a:bodyPr/>
        <a:lstStyle/>
        <a:p>
          <a:endParaRPr lang="en-US"/>
        </a:p>
      </dgm:t>
    </dgm:pt>
    <dgm:pt modelId="{AFFA8214-2BD0-472D-A13D-224D321E1DA6}" type="sibTrans" cxnId="{16E05BB1-858E-43B6-A801-C20B72155A70}">
      <dgm:prSet/>
      <dgm:spPr/>
      <dgm:t>
        <a:bodyPr/>
        <a:lstStyle/>
        <a:p>
          <a:endParaRPr lang="en-US"/>
        </a:p>
      </dgm:t>
    </dgm:pt>
    <dgm:pt modelId="{635308A3-C928-478F-A41F-194A8DE7B6F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Ele nos permite criar nossos modelos de dados de uma maneira relacionativa como já conhecemos no Access e, em seguida, visualizá-los usando nossas tabelas e gráficos dinâmicos tradicionais ou dinamicamente com </a:t>
          </a:r>
          <a:r>
            <a:rPr lang="pt-BR" b="1"/>
            <a:t>Power View</a:t>
          </a:r>
          <a:r>
            <a:rPr lang="pt-BR"/>
            <a:t> e </a:t>
          </a:r>
          <a:r>
            <a:rPr lang="pt-BR" b="1"/>
            <a:t>Power Maps</a:t>
          </a:r>
          <a:r>
            <a:rPr lang="pt-BR"/>
            <a:t>.</a:t>
          </a:r>
          <a:endParaRPr lang="en-US"/>
        </a:p>
      </dgm:t>
    </dgm:pt>
    <dgm:pt modelId="{FE526CAD-1422-4F5C-BBED-B557406E82F8}" type="parTrans" cxnId="{8CAB15DC-D5A5-4815-872C-2358A159A885}">
      <dgm:prSet/>
      <dgm:spPr/>
      <dgm:t>
        <a:bodyPr/>
        <a:lstStyle/>
        <a:p>
          <a:endParaRPr lang="en-US"/>
        </a:p>
      </dgm:t>
    </dgm:pt>
    <dgm:pt modelId="{2E61987F-10E7-4065-86BE-B13E99F2FA07}" type="sibTrans" cxnId="{8CAB15DC-D5A5-4815-872C-2358A159A885}">
      <dgm:prSet/>
      <dgm:spPr/>
      <dgm:t>
        <a:bodyPr/>
        <a:lstStyle/>
        <a:p>
          <a:endParaRPr lang="en-US"/>
        </a:p>
      </dgm:t>
    </dgm:pt>
    <dgm:pt modelId="{ED546B0B-7905-4B84-BAA3-EBCFDBC7ECBE}" type="pres">
      <dgm:prSet presAssocID="{EEC37F5B-41C7-41C1-A9BE-EDB974AB9BF6}" presName="root" presStyleCnt="0">
        <dgm:presLayoutVars>
          <dgm:dir/>
          <dgm:resizeHandles val="exact"/>
        </dgm:presLayoutVars>
      </dgm:prSet>
      <dgm:spPr/>
    </dgm:pt>
    <dgm:pt modelId="{F57E4CA8-7B30-463A-872D-ABF59F22EA52}" type="pres">
      <dgm:prSet presAssocID="{F9691C2F-945E-4D89-A77C-427F28D2C539}" presName="compNode" presStyleCnt="0"/>
      <dgm:spPr/>
    </dgm:pt>
    <dgm:pt modelId="{F68083FB-CDBE-42C4-891B-D6623666161D}" type="pres">
      <dgm:prSet presAssocID="{F9691C2F-945E-4D89-A77C-427F28D2C539}" presName="bgRect" presStyleLbl="bgShp" presStyleIdx="0" presStyleCnt="4"/>
      <dgm:spPr/>
    </dgm:pt>
    <dgm:pt modelId="{0D63EBE5-9B54-44E4-A530-0360B2770019}" type="pres">
      <dgm:prSet presAssocID="{F9691C2F-945E-4D89-A77C-427F28D2C539}" presName="iconRect" presStyleLbl="node1" presStyleIdx="0" presStyleCnt="4" custLinFactNeighborY="6638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95CF27-6315-45CA-8785-2936580C0F97}" type="pres">
      <dgm:prSet presAssocID="{F9691C2F-945E-4D89-A77C-427F28D2C539}" presName="spaceRect" presStyleCnt="0"/>
      <dgm:spPr/>
    </dgm:pt>
    <dgm:pt modelId="{EFE6BBDA-0FFE-46E2-B1BB-8C935E1C9F0F}" type="pres">
      <dgm:prSet presAssocID="{F9691C2F-945E-4D89-A77C-427F28D2C539}" presName="parTx" presStyleLbl="revTx" presStyleIdx="0" presStyleCnt="4">
        <dgm:presLayoutVars>
          <dgm:chMax val="0"/>
          <dgm:chPref val="0"/>
        </dgm:presLayoutVars>
      </dgm:prSet>
      <dgm:spPr/>
    </dgm:pt>
    <dgm:pt modelId="{B8B77C74-516F-4B1C-86EA-253031EB9F17}" type="pres">
      <dgm:prSet presAssocID="{C6A82249-94D3-4A34-A88B-3CC7E56E7756}" presName="sibTrans" presStyleCnt="0"/>
      <dgm:spPr/>
    </dgm:pt>
    <dgm:pt modelId="{8748C2A7-B1FE-4E68-8BF7-76EEC1ADEAEC}" type="pres">
      <dgm:prSet presAssocID="{C9FE4BC5-3FF5-4A06-BC6E-A5F813289E4A}" presName="compNode" presStyleCnt="0"/>
      <dgm:spPr/>
    </dgm:pt>
    <dgm:pt modelId="{CD5EF00B-A030-4FDA-85B6-E02AC5227BF0}" type="pres">
      <dgm:prSet presAssocID="{C9FE4BC5-3FF5-4A06-BC6E-A5F813289E4A}" presName="bgRect" presStyleLbl="bgShp" presStyleIdx="1" presStyleCnt="4"/>
      <dgm:spPr/>
    </dgm:pt>
    <dgm:pt modelId="{8A466127-FFBB-419B-B833-103F20E56786}" type="pres">
      <dgm:prSet presAssocID="{C9FE4BC5-3FF5-4A06-BC6E-A5F813289E4A}" presName="iconRect" presStyleLbl="node1" presStyleIdx="1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commerce"/>
        </a:ext>
      </dgm:extLst>
    </dgm:pt>
    <dgm:pt modelId="{7A835D04-D19F-4F50-8562-C076E7C521B2}" type="pres">
      <dgm:prSet presAssocID="{C9FE4BC5-3FF5-4A06-BC6E-A5F813289E4A}" presName="spaceRect" presStyleCnt="0"/>
      <dgm:spPr/>
    </dgm:pt>
    <dgm:pt modelId="{C2874730-63D0-478E-B039-36921E353A44}" type="pres">
      <dgm:prSet presAssocID="{C9FE4BC5-3FF5-4A06-BC6E-A5F813289E4A}" presName="parTx" presStyleLbl="revTx" presStyleIdx="1" presStyleCnt="4">
        <dgm:presLayoutVars>
          <dgm:chMax val="0"/>
          <dgm:chPref val="0"/>
        </dgm:presLayoutVars>
      </dgm:prSet>
      <dgm:spPr/>
    </dgm:pt>
    <dgm:pt modelId="{6AF3AA9F-D3F8-4FE5-82E7-0CE296607590}" type="pres">
      <dgm:prSet presAssocID="{012F86BF-8458-4FFD-8C0D-11A25F06E624}" presName="sibTrans" presStyleCnt="0"/>
      <dgm:spPr/>
    </dgm:pt>
    <dgm:pt modelId="{22DAD8E0-CB00-466A-B1E8-A3388240431D}" type="pres">
      <dgm:prSet presAssocID="{D6E66BAC-353C-4DD3-B191-3DDD721C6414}" presName="compNode" presStyleCnt="0"/>
      <dgm:spPr/>
    </dgm:pt>
    <dgm:pt modelId="{FF7BB81E-CDA3-4C03-9EF5-67CCAC433C0C}" type="pres">
      <dgm:prSet presAssocID="{D6E66BAC-353C-4DD3-B191-3DDD721C6414}" presName="bgRect" presStyleLbl="bgShp" presStyleIdx="2" presStyleCnt="4"/>
      <dgm:spPr/>
    </dgm:pt>
    <dgm:pt modelId="{B8AB837F-F13A-4E17-B52F-8E4E2095B1FE}" type="pres">
      <dgm:prSet presAssocID="{D6E66BAC-353C-4DD3-B191-3DDD721C6414}" presName="iconRect" presStyleLbl="node1" presStyleIdx="2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1C33E8A-2D88-4650-AA01-2313C37234FE}" type="pres">
      <dgm:prSet presAssocID="{D6E66BAC-353C-4DD3-B191-3DDD721C6414}" presName="spaceRect" presStyleCnt="0"/>
      <dgm:spPr/>
    </dgm:pt>
    <dgm:pt modelId="{98DB9B08-D262-4529-9B88-6ABCA1ADD62C}" type="pres">
      <dgm:prSet presAssocID="{D6E66BAC-353C-4DD3-B191-3DDD721C6414}" presName="parTx" presStyleLbl="revTx" presStyleIdx="2" presStyleCnt="4">
        <dgm:presLayoutVars>
          <dgm:chMax val="0"/>
          <dgm:chPref val="0"/>
        </dgm:presLayoutVars>
      </dgm:prSet>
      <dgm:spPr/>
    </dgm:pt>
    <dgm:pt modelId="{32545D70-C14A-4925-9FF7-57C57D1AFBAE}" type="pres">
      <dgm:prSet presAssocID="{AFFA8214-2BD0-472D-A13D-224D321E1DA6}" presName="sibTrans" presStyleCnt="0"/>
      <dgm:spPr/>
    </dgm:pt>
    <dgm:pt modelId="{B3230AC6-04F9-4CE8-A849-A389FAC71D6F}" type="pres">
      <dgm:prSet presAssocID="{635308A3-C928-478F-A41F-194A8DE7B6FD}" presName="compNode" presStyleCnt="0"/>
      <dgm:spPr/>
    </dgm:pt>
    <dgm:pt modelId="{DC39F513-9AD2-411C-8FCA-204B5BF6ABE0}" type="pres">
      <dgm:prSet presAssocID="{635308A3-C928-478F-A41F-194A8DE7B6FD}" presName="bgRect" presStyleLbl="bgShp" presStyleIdx="3" presStyleCnt="4"/>
      <dgm:spPr/>
    </dgm:pt>
    <dgm:pt modelId="{E5E6C7F2-0FF5-4D16-AA78-876F40EA6CB2}" type="pres">
      <dgm:prSet presAssocID="{635308A3-C928-478F-A41F-194A8DE7B6FD}" presName="iconRect" presStyleLbl="node1" presStyleIdx="3" presStyleCnt="4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104FFF58-D091-44C7-83BE-88E27ED721C1}" type="pres">
      <dgm:prSet presAssocID="{635308A3-C928-478F-A41F-194A8DE7B6FD}" presName="spaceRect" presStyleCnt="0"/>
      <dgm:spPr/>
    </dgm:pt>
    <dgm:pt modelId="{B4BEDE6D-7BDF-48B9-8CE3-B08B16C8A4B3}" type="pres">
      <dgm:prSet presAssocID="{635308A3-C928-478F-A41F-194A8DE7B6F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A6E2763-C008-47D8-B042-180A80000780}" srcId="{EEC37F5B-41C7-41C1-A9BE-EDB974AB9BF6}" destId="{C9FE4BC5-3FF5-4A06-BC6E-A5F813289E4A}" srcOrd="1" destOrd="0" parTransId="{65E2ACC4-7FEA-4663-8829-65B16FBA948A}" sibTransId="{012F86BF-8458-4FFD-8C0D-11A25F06E624}"/>
    <dgm:cxn modelId="{E2069174-2800-46BA-B6C7-8550334E7D0B}" type="presOf" srcId="{EEC37F5B-41C7-41C1-A9BE-EDB974AB9BF6}" destId="{ED546B0B-7905-4B84-BAA3-EBCFDBC7ECBE}" srcOrd="0" destOrd="0" presId="urn:microsoft.com/office/officeart/2018/2/layout/IconVerticalSolidList"/>
    <dgm:cxn modelId="{7B468282-DD26-4F04-A360-F0B859BA0C24}" type="presOf" srcId="{C9FE4BC5-3FF5-4A06-BC6E-A5F813289E4A}" destId="{C2874730-63D0-478E-B039-36921E353A44}" srcOrd="0" destOrd="0" presId="urn:microsoft.com/office/officeart/2018/2/layout/IconVerticalSolidList"/>
    <dgm:cxn modelId="{DCEDC78A-0519-4E62-A45A-13E741C56CF4}" type="presOf" srcId="{D6E66BAC-353C-4DD3-B191-3DDD721C6414}" destId="{98DB9B08-D262-4529-9B88-6ABCA1ADD62C}" srcOrd="0" destOrd="0" presId="urn:microsoft.com/office/officeart/2018/2/layout/IconVerticalSolidList"/>
    <dgm:cxn modelId="{6D66E896-5847-42D8-B880-9ACC7AD0811F}" type="presOf" srcId="{635308A3-C928-478F-A41F-194A8DE7B6FD}" destId="{B4BEDE6D-7BDF-48B9-8CE3-B08B16C8A4B3}" srcOrd="0" destOrd="0" presId="urn:microsoft.com/office/officeart/2018/2/layout/IconVerticalSolidList"/>
    <dgm:cxn modelId="{16E05BB1-858E-43B6-A801-C20B72155A70}" srcId="{EEC37F5B-41C7-41C1-A9BE-EDB974AB9BF6}" destId="{D6E66BAC-353C-4DD3-B191-3DDD721C6414}" srcOrd="2" destOrd="0" parTransId="{46304509-2C0A-4B36-94D6-991C8803FE83}" sibTransId="{AFFA8214-2BD0-472D-A13D-224D321E1DA6}"/>
    <dgm:cxn modelId="{E19B37D0-2A96-49BD-B552-B88730C07C8D}" srcId="{EEC37F5B-41C7-41C1-A9BE-EDB974AB9BF6}" destId="{F9691C2F-945E-4D89-A77C-427F28D2C539}" srcOrd="0" destOrd="0" parTransId="{A18B0DC6-C515-46DE-9A3D-6478DC5CB268}" sibTransId="{C6A82249-94D3-4A34-A88B-3CC7E56E7756}"/>
    <dgm:cxn modelId="{51EDDED6-1867-4732-88DB-A4FFB8DFB1EC}" type="presOf" srcId="{F9691C2F-945E-4D89-A77C-427F28D2C539}" destId="{EFE6BBDA-0FFE-46E2-B1BB-8C935E1C9F0F}" srcOrd="0" destOrd="0" presId="urn:microsoft.com/office/officeart/2018/2/layout/IconVerticalSolidList"/>
    <dgm:cxn modelId="{8CAB15DC-D5A5-4815-872C-2358A159A885}" srcId="{EEC37F5B-41C7-41C1-A9BE-EDB974AB9BF6}" destId="{635308A3-C928-478F-A41F-194A8DE7B6FD}" srcOrd="3" destOrd="0" parTransId="{FE526CAD-1422-4F5C-BBED-B557406E82F8}" sibTransId="{2E61987F-10E7-4065-86BE-B13E99F2FA07}"/>
    <dgm:cxn modelId="{6E370169-46D5-49F8-BF66-72DAA4ED23F3}" type="presParOf" srcId="{ED546B0B-7905-4B84-BAA3-EBCFDBC7ECBE}" destId="{F57E4CA8-7B30-463A-872D-ABF59F22EA52}" srcOrd="0" destOrd="0" presId="urn:microsoft.com/office/officeart/2018/2/layout/IconVerticalSolidList"/>
    <dgm:cxn modelId="{EF37AF1D-612A-437D-BA8A-C22F7370F054}" type="presParOf" srcId="{F57E4CA8-7B30-463A-872D-ABF59F22EA52}" destId="{F68083FB-CDBE-42C4-891B-D6623666161D}" srcOrd="0" destOrd="0" presId="urn:microsoft.com/office/officeart/2018/2/layout/IconVerticalSolidList"/>
    <dgm:cxn modelId="{699F625F-C2B5-4782-841E-C91E7CA7D690}" type="presParOf" srcId="{F57E4CA8-7B30-463A-872D-ABF59F22EA52}" destId="{0D63EBE5-9B54-44E4-A530-0360B2770019}" srcOrd="1" destOrd="0" presId="urn:microsoft.com/office/officeart/2018/2/layout/IconVerticalSolidList"/>
    <dgm:cxn modelId="{43CE6321-E26A-4C51-8022-82E0E8FAF103}" type="presParOf" srcId="{F57E4CA8-7B30-463A-872D-ABF59F22EA52}" destId="{D295CF27-6315-45CA-8785-2936580C0F97}" srcOrd="2" destOrd="0" presId="urn:microsoft.com/office/officeart/2018/2/layout/IconVerticalSolidList"/>
    <dgm:cxn modelId="{8DA94B6B-59CC-4785-BBB0-8FF321691F76}" type="presParOf" srcId="{F57E4CA8-7B30-463A-872D-ABF59F22EA52}" destId="{EFE6BBDA-0FFE-46E2-B1BB-8C935E1C9F0F}" srcOrd="3" destOrd="0" presId="urn:microsoft.com/office/officeart/2018/2/layout/IconVerticalSolidList"/>
    <dgm:cxn modelId="{293D05CA-9C13-4469-A95D-42BE56B9B125}" type="presParOf" srcId="{ED546B0B-7905-4B84-BAA3-EBCFDBC7ECBE}" destId="{B8B77C74-516F-4B1C-86EA-253031EB9F17}" srcOrd="1" destOrd="0" presId="urn:microsoft.com/office/officeart/2018/2/layout/IconVerticalSolidList"/>
    <dgm:cxn modelId="{807346FC-EF39-4F35-9C72-60560CB5E55E}" type="presParOf" srcId="{ED546B0B-7905-4B84-BAA3-EBCFDBC7ECBE}" destId="{8748C2A7-B1FE-4E68-8BF7-76EEC1ADEAEC}" srcOrd="2" destOrd="0" presId="urn:microsoft.com/office/officeart/2018/2/layout/IconVerticalSolidList"/>
    <dgm:cxn modelId="{50AA724D-FB68-40A5-96FE-96CD586F8C07}" type="presParOf" srcId="{8748C2A7-B1FE-4E68-8BF7-76EEC1ADEAEC}" destId="{CD5EF00B-A030-4FDA-85B6-E02AC5227BF0}" srcOrd="0" destOrd="0" presId="urn:microsoft.com/office/officeart/2018/2/layout/IconVerticalSolidList"/>
    <dgm:cxn modelId="{0299E2E9-5A26-4572-A6D2-B8642A504130}" type="presParOf" srcId="{8748C2A7-B1FE-4E68-8BF7-76EEC1ADEAEC}" destId="{8A466127-FFBB-419B-B833-103F20E56786}" srcOrd="1" destOrd="0" presId="urn:microsoft.com/office/officeart/2018/2/layout/IconVerticalSolidList"/>
    <dgm:cxn modelId="{926641A4-B30A-464B-878C-A4010F04CA3B}" type="presParOf" srcId="{8748C2A7-B1FE-4E68-8BF7-76EEC1ADEAEC}" destId="{7A835D04-D19F-4F50-8562-C076E7C521B2}" srcOrd="2" destOrd="0" presId="urn:microsoft.com/office/officeart/2018/2/layout/IconVerticalSolidList"/>
    <dgm:cxn modelId="{E19ABE90-9D11-424D-B075-91F681B662C6}" type="presParOf" srcId="{8748C2A7-B1FE-4E68-8BF7-76EEC1ADEAEC}" destId="{C2874730-63D0-478E-B039-36921E353A44}" srcOrd="3" destOrd="0" presId="urn:microsoft.com/office/officeart/2018/2/layout/IconVerticalSolidList"/>
    <dgm:cxn modelId="{F4DD5407-9B8B-407B-BB7B-DDAD156E4203}" type="presParOf" srcId="{ED546B0B-7905-4B84-BAA3-EBCFDBC7ECBE}" destId="{6AF3AA9F-D3F8-4FE5-82E7-0CE296607590}" srcOrd="3" destOrd="0" presId="urn:microsoft.com/office/officeart/2018/2/layout/IconVerticalSolidList"/>
    <dgm:cxn modelId="{A032F5D8-26B0-418C-A214-D803BEA1D4ED}" type="presParOf" srcId="{ED546B0B-7905-4B84-BAA3-EBCFDBC7ECBE}" destId="{22DAD8E0-CB00-466A-B1E8-A3388240431D}" srcOrd="4" destOrd="0" presId="urn:microsoft.com/office/officeart/2018/2/layout/IconVerticalSolidList"/>
    <dgm:cxn modelId="{F1450FE2-6A56-4E05-BB5E-B94F785B6179}" type="presParOf" srcId="{22DAD8E0-CB00-466A-B1E8-A3388240431D}" destId="{FF7BB81E-CDA3-4C03-9EF5-67CCAC433C0C}" srcOrd="0" destOrd="0" presId="urn:microsoft.com/office/officeart/2018/2/layout/IconVerticalSolidList"/>
    <dgm:cxn modelId="{15C56E55-D58B-4F17-8189-F5643BD1A846}" type="presParOf" srcId="{22DAD8E0-CB00-466A-B1E8-A3388240431D}" destId="{B8AB837F-F13A-4E17-B52F-8E4E2095B1FE}" srcOrd="1" destOrd="0" presId="urn:microsoft.com/office/officeart/2018/2/layout/IconVerticalSolidList"/>
    <dgm:cxn modelId="{4B32615C-44A6-4E42-9FBE-ADB7E50DD364}" type="presParOf" srcId="{22DAD8E0-CB00-466A-B1E8-A3388240431D}" destId="{D1C33E8A-2D88-4650-AA01-2313C37234FE}" srcOrd="2" destOrd="0" presId="urn:microsoft.com/office/officeart/2018/2/layout/IconVerticalSolidList"/>
    <dgm:cxn modelId="{3A980F32-15FF-442D-B7C1-4DD050E294E6}" type="presParOf" srcId="{22DAD8E0-CB00-466A-B1E8-A3388240431D}" destId="{98DB9B08-D262-4529-9B88-6ABCA1ADD62C}" srcOrd="3" destOrd="0" presId="urn:microsoft.com/office/officeart/2018/2/layout/IconVerticalSolidList"/>
    <dgm:cxn modelId="{A35C94FC-9F2E-4E3B-B7EB-729AB6FDBD57}" type="presParOf" srcId="{ED546B0B-7905-4B84-BAA3-EBCFDBC7ECBE}" destId="{32545D70-C14A-4925-9FF7-57C57D1AFBAE}" srcOrd="5" destOrd="0" presId="urn:microsoft.com/office/officeart/2018/2/layout/IconVerticalSolidList"/>
    <dgm:cxn modelId="{08EEA783-9A96-4F34-956E-4BE460C3C830}" type="presParOf" srcId="{ED546B0B-7905-4B84-BAA3-EBCFDBC7ECBE}" destId="{B3230AC6-04F9-4CE8-A849-A389FAC71D6F}" srcOrd="6" destOrd="0" presId="urn:microsoft.com/office/officeart/2018/2/layout/IconVerticalSolidList"/>
    <dgm:cxn modelId="{6EC324EC-7852-4807-92E1-FADEF1AAD842}" type="presParOf" srcId="{B3230AC6-04F9-4CE8-A849-A389FAC71D6F}" destId="{DC39F513-9AD2-411C-8FCA-204B5BF6ABE0}" srcOrd="0" destOrd="0" presId="urn:microsoft.com/office/officeart/2018/2/layout/IconVerticalSolidList"/>
    <dgm:cxn modelId="{2C7C26FF-0E94-41D1-81F0-EEB7885EBF4C}" type="presParOf" srcId="{B3230AC6-04F9-4CE8-A849-A389FAC71D6F}" destId="{E5E6C7F2-0FF5-4D16-AA78-876F40EA6CB2}" srcOrd="1" destOrd="0" presId="urn:microsoft.com/office/officeart/2018/2/layout/IconVerticalSolidList"/>
    <dgm:cxn modelId="{75D38AEF-7ACB-483B-B2A4-3B2AA1856920}" type="presParOf" srcId="{B3230AC6-04F9-4CE8-A849-A389FAC71D6F}" destId="{104FFF58-D091-44C7-83BE-88E27ED721C1}" srcOrd="2" destOrd="0" presId="urn:microsoft.com/office/officeart/2018/2/layout/IconVerticalSolidList"/>
    <dgm:cxn modelId="{8C74C8C1-F2B4-49A2-BAD3-43725B0D24A8}" type="presParOf" srcId="{B3230AC6-04F9-4CE8-A849-A389FAC71D6F}" destId="{B4BEDE6D-7BDF-48B9-8CE3-B08B16C8A4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F733BD-0E30-4C42-8A93-01A15A44CAC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E83461-B22B-4E7A-B1EF-7C5B2D61DCAA}">
      <dgm:prSet/>
      <dgm:spPr/>
      <dgm:t>
        <a:bodyPr/>
        <a:lstStyle/>
        <a:p>
          <a:r>
            <a:rPr lang="pt-BR"/>
            <a:t>M é a linguagem por trás do Editor de Consultas, presentes tanto no Power BI como no Excel. Na realidade, M é o nome informal dessa linguagem. O nome formal é </a:t>
          </a:r>
          <a:r>
            <a:rPr lang="pt-BR" i="1"/>
            <a:t>Power Query Formula Language, </a:t>
          </a:r>
          <a:r>
            <a:rPr lang="pt-BR"/>
            <a:t>mas própria Microsoft se refere apenas como M.</a:t>
          </a:r>
          <a:endParaRPr lang="en-US"/>
        </a:p>
      </dgm:t>
    </dgm:pt>
    <dgm:pt modelId="{A21B02FA-6B38-4882-9DFB-26AA84BE176E}" type="parTrans" cxnId="{906B2794-3035-4F85-A376-FD88B31E95C2}">
      <dgm:prSet/>
      <dgm:spPr/>
      <dgm:t>
        <a:bodyPr/>
        <a:lstStyle/>
        <a:p>
          <a:endParaRPr lang="en-US"/>
        </a:p>
      </dgm:t>
    </dgm:pt>
    <dgm:pt modelId="{17953BCA-8FA8-4AB2-A45C-6F35BE9AE9C7}" type="sibTrans" cxnId="{906B2794-3035-4F85-A376-FD88B31E95C2}">
      <dgm:prSet/>
      <dgm:spPr/>
      <dgm:t>
        <a:bodyPr/>
        <a:lstStyle/>
        <a:p>
          <a:endParaRPr lang="en-US"/>
        </a:p>
      </dgm:t>
    </dgm:pt>
    <dgm:pt modelId="{9FC1DA5C-3E66-448F-B04B-2A423DC838FF}">
      <dgm:prSet/>
      <dgm:spPr/>
      <dgm:t>
        <a:bodyPr/>
        <a:lstStyle/>
        <a:p>
          <a:r>
            <a:rPr lang="pt-BR"/>
            <a:t>M é uma linguagem que compõe basicamente uma aplicação </a:t>
          </a:r>
          <a:r>
            <a:rPr lang="pt-BR" i="1"/>
            <a:t>Mashup</a:t>
          </a:r>
          <a:r>
            <a:rPr lang="pt-BR"/>
            <a:t>, isto é, capaz de reunir e transformar o conteúdo de uma ou várias fontes de dados.</a:t>
          </a:r>
          <a:endParaRPr lang="en-US"/>
        </a:p>
      </dgm:t>
    </dgm:pt>
    <dgm:pt modelId="{424326B2-4495-4CA7-A2C0-4BC2BAA94F19}" type="parTrans" cxnId="{2E0231F9-3FD2-4E14-A9D8-78614CEBFA17}">
      <dgm:prSet/>
      <dgm:spPr/>
      <dgm:t>
        <a:bodyPr/>
        <a:lstStyle/>
        <a:p>
          <a:endParaRPr lang="en-US"/>
        </a:p>
      </dgm:t>
    </dgm:pt>
    <dgm:pt modelId="{E6C95E92-5E0C-4221-AA85-392C02434BAB}" type="sibTrans" cxnId="{2E0231F9-3FD2-4E14-A9D8-78614CEBFA17}">
      <dgm:prSet/>
      <dgm:spPr/>
      <dgm:t>
        <a:bodyPr/>
        <a:lstStyle/>
        <a:p>
          <a:endParaRPr lang="en-US"/>
        </a:p>
      </dgm:t>
    </dgm:pt>
    <dgm:pt modelId="{4613A429-13F2-419E-9F10-43A33E591F09}">
      <dgm:prSet/>
      <dgm:spPr/>
      <dgm:t>
        <a:bodyPr/>
        <a:lstStyle/>
        <a:p>
          <a:r>
            <a:rPr lang="pt-BR"/>
            <a:t>A linguagem M é composta por uma estrutura passo a passo. Uma linha de código normalmente é uma etapa de transformação, e o resultado desta linha é usado na próxima linha (próximo passo de transformação). </a:t>
          </a:r>
          <a:endParaRPr lang="en-US"/>
        </a:p>
      </dgm:t>
    </dgm:pt>
    <dgm:pt modelId="{3B4F2799-2236-4156-8BEF-7655361E768A}" type="parTrans" cxnId="{B0A3ABE3-1939-4E91-99C8-5A5E2E755F42}">
      <dgm:prSet/>
      <dgm:spPr/>
      <dgm:t>
        <a:bodyPr/>
        <a:lstStyle/>
        <a:p>
          <a:endParaRPr lang="en-US"/>
        </a:p>
      </dgm:t>
    </dgm:pt>
    <dgm:pt modelId="{A7100AD9-42C8-4E6D-8F1B-25E5FBA25C13}" type="sibTrans" cxnId="{B0A3ABE3-1939-4E91-99C8-5A5E2E755F42}">
      <dgm:prSet/>
      <dgm:spPr/>
      <dgm:t>
        <a:bodyPr/>
        <a:lstStyle/>
        <a:p>
          <a:endParaRPr lang="en-US"/>
        </a:p>
      </dgm:t>
    </dgm:pt>
    <dgm:pt modelId="{6083AE93-957D-46F8-B417-779A31C4302C}">
      <dgm:prSet/>
      <dgm:spPr/>
      <dgm:t>
        <a:bodyPr/>
        <a:lstStyle/>
        <a:p>
          <a:r>
            <a:rPr lang="pt-BR"/>
            <a:t>A estrutura é escrita em blocos (</a:t>
          </a:r>
          <a:r>
            <a:rPr lang="pt-BR" i="1"/>
            <a:t>let</a:t>
          </a:r>
          <a:r>
            <a:rPr lang="pt-BR"/>
            <a:t> e </a:t>
          </a:r>
          <a:r>
            <a:rPr lang="pt-BR" i="1"/>
            <a:t>in</a:t>
          </a:r>
          <a:r>
            <a:rPr lang="pt-BR"/>
            <a:t>) e mais alguns outros recursos da linguagem. Por causa dessa estrutura de blocos a linguagem M é muito mais familiar para os programadores, assemelhando-se a outras linguagens de programação.</a:t>
          </a:r>
          <a:endParaRPr lang="en-US"/>
        </a:p>
      </dgm:t>
    </dgm:pt>
    <dgm:pt modelId="{D89F7345-CF15-4B3D-A4A1-BD9593E16073}" type="parTrans" cxnId="{E0456C45-8AF2-48DE-BC6C-012AF724ACA5}">
      <dgm:prSet/>
      <dgm:spPr/>
      <dgm:t>
        <a:bodyPr/>
        <a:lstStyle/>
        <a:p>
          <a:endParaRPr lang="en-US"/>
        </a:p>
      </dgm:t>
    </dgm:pt>
    <dgm:pt modelId="{8386E82E-3135-4C9B-8FCC-078980C4BCED}" type="sibTrans" cxnId="{E0456C45-8AF2-48DE-BC6C-012AF724ACA5}">
      <dgm:prSet/>
      <dgm:spPr/>
      <dgm:t>
        <a:bodyPr/>
        <a:lstStyle/>
        <a:p>
          <a:endParaRPr lang="en-US"/>
        </a:p>
      </dgm:t>
    </dgm:pt>
    <dgm:pt modelId="{C2832DF8-3E83-4D0B-B4AD-5B53B7ECE5A4}" type="pres">
      <dgm:prSet presAssocID="{34F733BD-0E30-4C42-8A93-01A15A44CAC4}" presName="root" presStyleCnt="0">
        <dgm:presLayoutVars>
          <dgm:dir/>
          <dgm:resizeHandles val="exact"/>
        </dgm:presLayoutVars>
      </dgm:prSet>
      <dgm:spPr/>
    </dgm:pt>
    <dgm:pt modelId="{EEF77F42-343B-4E8A-9055-0B561C183B3A}" type="pres">
      <dgm:prSet presAssocID="{ECE83461-B22B-4E7A-B1EF-7C5B2D61DCAA}" presName="compNode" presStyleCnt="0"/>
      <dgm:spPr/>
    </dgm:pt>
    <dgm:pt modelId="{7C98E901-EC44-4A55-AA17-8B8C2DFFC3D5}" type="pres">
      <dgm:prSet presAssocID="{ECE83461-B22B-4E7A-B1EF-7C5B2D61DC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444A3347-1FAF-493A-A01A-731C53F747B4}" type="pres">
      <dgm:prSet presAssocID="{ECE83461-B22B-4E7A-B1EF-7C5B2D61DCAA}" presName="spaceRect" presStyleCnt="0"/>
      <dgm:spPr/>
    </dgm:pt>
    <dgm:pt modelId="{0C8048EA-A9B7-4A33-94CE-1F2E5FDF0DCB}" type="pres">
      <dgm:prSet presAssocID="{ECE83461-B22B-4E7A-B1EF-7C5B2D61DCAA}" presName="textRect" presStyleLbl="revTx" presStyleIdx="0" presStyleCnt="4">
        <dgm:presLayoutVars>
          <dgm:chMax val="1"/>
          <dgm:chPref val="1"/>
        </dgm:presLayoutVars>
      </dgm:prSet>
      <dgm:spPr/>
    </dgm:pt>
    <dgm:pt modelId="{43A566A5-20FD-47A0-A1FF-669A0EE5D60C}" type="pres">
      <dgm:prSet presAssocID="{17953BCA-8FA8-4AB2-A45C-6F35BE9AE9C7}" presName="sibTrans" presStyleCnt="0"/>
      <dgm:spPr/>
    </dgm:pt>
    <dgm:pt modelId="{ED535231-5D17-4D2D-906A-2CB5B41C4AE5}" type="pres">
      <dgm:prSet presAssocID="{9FC1DA5C-3E66-448F-B04B-2A423DC838FF}" presName="compNode" presStyleCnt="0"/>
      <dgm:spPr/>
    </dgm:pt>
    <dgm:pt modelId="{9BAF4CFE-5891-4F40-AD26-D0D70C3EE619}" type="pres">
      <dgm:prSet presAssocID="{9FC1DA5C-3E66-448F-B04B-2A423DC838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E258E68B-0E21-45BC-A335-5D0491F2C2F6}" type="pres">
      <dgm:prSet presAssocID="{9FC1DA5C-3E66-448F-B04B-2A423DC838FF}" presName="spaceRect" presStyleCnt="0"/>
      <dgm:spPr/>
    </dgm:pt>
    <dgm:pt modelId="{A45BC6C3-896F-4C38-BBA6-5B327592E7C7}" type="pres">
      <dgm:prSet presAssocID="{9FC1DA5C-3E66-448F-B04B-2A423DC838FF}" presName="textRect" presStyleLbl="revTx" presStyleIdx="1" presStyleCnt="4">
        <dgm:presLayoutVars>
          <dgm:chMax val="1"/>
          <dgm:chPref val="1"/>
        </dgm:presLayoutVars>
      </dgm:prSet>
      <dgm:spPr/>
    </dgm:pt>
    <dgm:pt modelId="{0C3DC042-511C-4A08-800E-10672B27C3F0}" type="pres">
      <dgm:prSet presAssocID="{E6C95E92-5E0C-4221-AA85-392C02434BAB}" presName="sibTrans" presStyleCnt="0"/>
      <dgm:spPr/>
    </dgm:pt>
    <dgm:pt modelId="{32AC5BED-6981-4FC4-A784-B298184EE9B6}" type="pres">
      <dgm:prSet presAssocID="{4613A429-13F2-419E-9F10-43A33E591F09}" presName="compNode" presStyleCnt="0"/>
      <dgm:spPr/>
    </dgm:pt>
    <dgm:pt modelId="{F3C6BA52-3FAC-497F-BE45-CB4B8E4BE10A}" type="pres">
      <dgm:prSet presAssocID="{4613A429-13F2-419E-9F10-43A33E591F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1532D22-68B9-450C-8CEB-8888273EA9FA}" type="pres">
      <dgm:prSet presAssocID="{4613A429-13F2-419E-9F10-43A33E591F09}" presName="spaceRect" presStyleCnt="0"/>
      <dgm:spPr/>
    </dgm:pt>
    <dgm:pt modelId="{052C1C23-7A96-4AB1-BBA1-D7AF5F0F3C5A}" type="pres">
      <dgm:prSet presAssocID="{4613A429-13F2-419E-9F10-43A33E591F09}" presName="textRect" presStyleLbl="revTx" presStyleIdx="2" presStyleCnt="4">
        <dgm:presLayoutVars>
          <dgm:chMax val="1"/>
          <dgm:chPref val="1"/>
        </dgm:presLayoutVars>
      </dgm:prSet>
      <dgm:spPr/>
    </dgm:pt>
    <dgm:pt modelId="{CCD734D3-7C2D-458D-932B-69F3EEBAD32C}" type="pres">
      <dgm:prSet presAssocID="{A7100AD9-42C8-4E6D-8F1B-25E5FBA25C13}" presName="sibTrans" presStyleCnt="0"/>
      <dgm:spPr/>
    </dgm:pt>
    <dgm:pt modelId="{B5657826-0869-4840-AFC5-4DA49D6684CB}" type="pres">
      <dgm:prSet presAssocID="{6083AE93-957D-46F8-B417-779A31C4302C}" presName="compNode" presStyleCnt="0"/>
      <dgm:spPr/>
    </dgm:pt>
    <dgm:pt modelId="{3638B751-E7A7-422B-89CC-AFD32705BC28}" type="pres">
      <dgm:prSet presAssocID="{6083AE93-957D-46F8-B417-779A31C430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5926F72-83D4-46BF-AD94-BFC85CD1E24D}" type="pres">
      <dgm:prSet presAssocID="{6083AE93-957D-46F8-B417-779A31C4302C}" presName="spaceRect" presStyleCnt="0"/>
      <dgm:spPr/>
    </dgm:pt>
    <dgm:pt modelId="{EB0CE759-43C0-4BC2-9DA9-194358858A63}" type="pres">
      <dgm:prSet presAssocID="{6083AE93-957D-46F8-B417-779A31C430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462C610-5AFF-4B3D-8D4F-851605BE9A39}" type="presOf" srcId="{4613A429-13F2-419E-9F10-43A33E591F09}" destId="{052C1C23-7A96-4AB1-BBA1-D7AF5F0F3C5A}" srcOrd="0" destOrd="0" presId="urn:microsoft.com/office/officeart/2018/2/layout/IconLabelList"/>
    <dgm:cxn modelId="{E0456C45-8AF2-48DE-BC6C-012AF724ACA5}" srcId="{34F733BD-0E30-4C42-8A93-01A15A44CAC4}" destId="{6083AE93-957D-46F8-B417-779A31C4302C}" srcOrd="3" destOrd="0" parTransId="{D89F7345-CF15-4B3D-A4A1-BD9593E16073}" sibTransId="{8386E82E-3135-4C9B-8FCC-078980C4BCED}"/>
    <dgm:cxn modelId="{909BEC72-E0E8-46DA-A325-A417E39E9179}" type="presOf" srcId="{ECE83461-B22B-4E7A-B1EF-7C5B2D61DCAA}" destId="{0C8048EA-A9B7-4A33-94CE-1F2E5FDF0DCB}" srcOrd="0" destOrd="0" presId="urn:microsoft.com/office/officeart/2018/2/layout/IconLabelList"/>
    <dgm:cxn modelId="{1084567E-2FAF-4F53-837A-C441090B26B6}" type="presOf" srcId="{6083AE93-957D-46F8-B417-779A31C4302C}" destId="{EB0CE759-43C0-4BC2-9DA9-194358858A63}" srcOrd="0" destOrd="0" presId="urn:microsoft.com/office/officeart/2018/2/layout/IconLabelList"/>
    <dgm:cxn modelId="{10E06286-B9B5-43C5-ADBD-3BB3752F8202}" type="presOf" srcId="{9FC1DA5C-3E66-448F-B04B-2A423DC838FF}" destId="{A45BC6C3-896F-4C38-BBA6-5B327592E7C7}" srcOrd="0" destOrd="0" presId="urn:microsoft.com/office/officeart/2018/2/layout/IconLabelList"/>
    <dgm:cxn modelId="{906B2794-3035-4F85-A376-FD88B31E95C2}" srcId="{34F733BD-0E30-4C42-8A93-01A15A44CAC4}" destId="{ECE83461-B22B-4E7A-B1EF-7C5B2D61DCAA}" srcOrd="0" destOrd="0" parTransId="{A21B02FA-6B38-4882-9DFB-26AA84BE176E}" sibTransId="{17953BCA-8FA8-4AB2-A45C-6F35BE9AE9C7}"/>
    <dgm:cxn modelId="{CF5D78A4-1166-4335-9166-626F4C23508E}" type="presOf" srcId="{34F733BD-0E30-4C42-8A93-01A15A44CAC4}" destId="{C2832DF8-3E83-4D0B-B4AD-5B53B7ECE5A4}" srcOrd="0" destOrd="0" presId="urn:microsoft.com/office/officeart/2018/2/layout/IconLabelList"/>
    <dgm:cxn modelId="{B0A3ABE3-1939-4E91-99C8-5A5E2E755F42}" srcId="{34F733BD-0E30-4C42-8A93-01A15A44CAC4}" destId="{4613A429-13F2-419E-9F10-43A33E591F09}" srcOrd="2" destOrd="0" parTransId="{3B4F2799-2236-4156-8BEF-7655361E768A}" sibTransId="{A7100AD9-42C8-4E6D-8F1B-25E5FBA25C13}"/>
    <dgm:cxn modelId="{2E0231F9-3FD2-4E14-A9D8-78614CEBFA17}" srcId="{34F733BD-0E30-4C42-8A93-01A15A44CAC4}" destId="{9FC1DA5C-3E66-448F-B04B-2A423DC838FF}" srcOrd="1" destOrd="0" parTransId="{424326B2-4495-4CA7-A2C0-4BC2BAA94F19}" sibTransId="{E6C95E92-5E0C-4221-AA85-392C02434BAB}"/>
    <dgm:cxn modelId="{7E257486-19C9-4E2D-91BE-633D9539882C}" type="presParOf" srcId="{C2832DF8-3E83-4D0B-B4AD-5B53B7ECE5A4}" destId="{EEF77F42-343B-4E8A-9055-0B561C183B3A}" srcOrd="0" destOrd="0" presId="urn:microsoft.com/office/officeart/2018/2/layout/IconLabelList"/>
    <dgm:cxn modelId="{AB985B51-0A49-44C1-B050-31CBB0ACEE70}" type="presParOf" srcId="{EEF77F42-343B-4E8A-9055-0B561C183B3A}" destId="{7C98E901-EC44-4A55-AA17-8B8C2DFFC3D5}" srcOrd="0" destOrd="0" presId="urn:microsoft.com/office/officeart/2018/2/layout/IconLabelList"/>
    <dgm:cxn modelId="{2EF18765-AADF-4668-BB40-D19DFE384D8F}" type="presParOf" srcId="{EEF77F42-343B-4E8A-9055-0B561C183B3A}" destId="{444A3347-1FAF-493A-A01A-731C53F747B4}" srcOrd="1" destOrd="0" presId="urn:microsoft.com/office/officeart/2018/2/layout/IconLabelList"/>
    <dgm:cxn modelId="{AA339F66-E6AC-4700-B307-972AE056BC10}" type="presParOf" srcId="{EEF77F42-343B-4E8A-9055-0B561C183B3A}" destId="{0C8048EA-A9B7-4A33-94CE-1F2E5FDF0DCB}" srcOrd="2" destOrd="0" presId="urn:microsoft.com/office/officeart/2018/2/layout/IconLabelList"/>
    <dgm:cxn modelId="{9BCCEC41-A044-4283-B8A7-15EAB0DDC434}" type="presParOf" srcId="{C2832DF8-3E83-4D0B-B4AD-5B53B7ECE5A4}" destId="{43A566A5-20FD-47A0-A1FF-669A0EE5D60C}" srcOrd="1" destOrd="0" presId="urn:microsoft.com/office/officeart/2018/2/layout/IconLabelList"/>
    <dgm:cxn modelId="{FD722FA1-2E7E-4541-BCDB-25FA3EF3C43B}" type="presParOf" srcId="{C2832DF8-3E83-4D0B-B4AD-5B53B7ECE5A4}" destId="{ED535231-5D17-4D2D-906A-2CB5B41C4AE5}" srcOrd="2" destOrd="0" presId="urn:microsoft.com/office/officeart/2018/2/layout/IconLabelList"/>
    <dgm:cxn modelId="{BBBF7D86-E39A-4E36-8BA5-5FB9282582FB}" type="presParOf" srcId="{ED535231-5D17-4D2D-906A-2CB5B41C4AE5}" destId="{9BAF4CFE-5891-4F40-AD26-D0D70C3EE619}" srcOrd="0" destOrd="0" presId="urn:microsoft.com/office/officeart/2018/2/layout/IconLabelList"/>
    <dgm:cxn modelId="{BD8476D2-089B-4B89-ADAA-C08E98485AF4}" type="presParOf" srcId="{ED535231-5D17-4D2D-906A-2CB5B41C4AE5}" destId="{E258E68B-0E21-45BC-A335-5D0491F2C2F6}" srcOrd="1" destOrd="0" presId="urn:microsoft.com/office/officeart/2018/2/layout/IconLabelList"/>
    <dgm:cxn modelId="{9DCFE462-7A6A-4AC1-BDC6-0FF5D8783243}" type="presParOf" srcId="{ED535231-5D17-4D2D-906A-2CB5B41C4AE5}" destId="{A45BC6C3-896F-4C38-BBA6-5B327592E7C7}" srcOrd="2" destOrd="0" presId="urn:microsoft.com/office/officeart/2018/2/layout/IconLabelList"/>
    <dgm:cxn modelId="{CFF2E652-0B2B-463A-A1FB-BAECCED922C7}" type="presParOf" srcId="{C2832DF8-3E83-4D0B-B4AD-5B53B7ECE5A4}" destId="{0C3DC042-511C-4A08-800E-10672B27C3F0}" srcOrd="3" destOrd="0" presId="urn:microsoft.com/office/officeart/2018/2/layout/IconLabelList"/>
    <dgm:cxn modelId="{CC7D3919-F81F-47D5-8111-0EF17609AFA9}" type="presParOf" srcId="{C2832DF8-3E83-4D0B-B4AD-5B53B7ECE5A4}" destId="{32AC5BED-6981-4FC4-A784-B298184EE9B6}" srcOrd="4" destOrd="0" presId="urn:microsoft.com/office/officeart/2018/2/layout/IconLabelList"/>
    <dgm:cxn modelId="{E6BF6887-DA18-44EC-AF64-0846A1BBAA92}" type="presParOf" srcId="{32AC5BED-6981-4FC4-A784-B298184EE9B6}" destId="{F3C6BA52-3FAC-497F-BE45-CB4B8E4BE10A}" srcOrd="0" destOrd="0" presId="urn:microsoft.com/office/officeart/2018/2/layout/IconLabelList"/>
    <dgm:cxn modelId="{6D3CD976-EC52-4865-8311-7C9E98DFA4D9}" type="presParOf" srcId="{32AC5BED-6981-4FC4-A784-B298184EE9B6}" destId="{01532D22-68B9-450C-8CEB-8888273EA9FA}" srcOrd="1" destOrd="0" presId="urn:microsoft.com/office/officeart/2018/2/layout/IconLabelList"/>
    <dgm:cxn modelId="{C8D0DF4B-C11B-4092-840A-A60313492908}" type="presParOf" srcId="{32AC5BED-6981-4FC4-A784-B298184EE9B6}" destId="{052C1C23-7A96-4AB1-BBA1-D7AF5F0F3C5A}" srcOrd="2" destOrd="0" presId="urn:microsoft.com/office/officeart/2018/2/layout/IconLabelList"/>
    <dgm:cxn modelId="{EC68AEE1-80D0-4763-B3FC-4DF45B739A5B}" type="presParOf" srcId="{C2832DF8-3E83-4D0B-B4AD-5B53B7ECE5A4}" destId="{CCD734D3-7C2D-458D-932B-69F3EEBAD32C}" srcOrd="5" destOrd="0" presId="urn:microsoft.com/office/officeart/2018/2/layout/IconLabelList"/>
    <dgm:cxn modelId="{6045EEA7-3C3A-4D2F-9C1E-E325E28BF508}" type="presParOf" srcId="{C2832DF8-3E83-4D0B-B4AD-5B53B7ECE5A4}" destId="{B5657826-0869-4840-AFC5-4DA49D6684CB}" srcOrd="6" destOrd="0" presId="urn:microsoft.com/office/officeart/2018/2/layout/IconLabelList"/>
    <dgm:cxn modelId="{89C85E6F-1D69-4E12-8C00-099DB1F9700D}" type="presParOf" srcId="{B5657826-0869-4840-AFC5-4DA49D6684CB}" destId="{3638B751-E7A7-422B-89CC-AFD32705BC28}" srcOrd="0" destOrd="0" presId="urn:microsoft.com/office/officeart/2018/2/layout/IconLabelList"/>
    <dgm:cxn modelId="{501B4F86-3E4E-42B6-921E-DE593C5608F7}" type="presParOf" srcId="{B5657826-0869-4840-AFC5-4DA49D6684CB}" destId="{F5926F72-83D4-46BF-AD94-BFC85CD1E24D}" srcOrd="1" destOrd="0" presId="urn:microsoft.com/office/officeart/2018/2/layout/IconLabelList"/>
    <dgm:cxn modelId="{C84F21D9-BBC4-4BEE-AA47-8DCADB1DC1F6}" type="presParOf" srcId="{B5657826-0869-4840-AFC5-4DA49D6684CB}" destId="{EB0CE759-43C0-4BC2-9DA9-194358858A6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F733BD-0E30-4C42-8A93-01A15A44CA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7E8BF31C-A151-436E-8888-2A98977DAF79}">
      <dgm:prSet/>
      <dgm:spPr/>
      <dgm:t>
        <a:bodyPr/>
        <a:lstStyle/>
        <a:p>
          <a:r>
            <a:rPr lang="pt-BR" b="0" i="0" dirty="0"/>
            <a:t>DAX é uma abreviação de Data </a:t>
          </a:r>
          <a:r>
            <a:rPr lang="pt-BR" b="0" i="0" dirty="0" err="1"/>
            <a:t>Analysis</a:t>
          </a:r>
          <a:r>
            <a:rPr lang="pt-BR" b="0" i="0" dirty="0"/>
            <a:t> </a:t>
          </a:r>
          <a:r>
            <a:rPr lang="pt-BR" b="0" i="0" dirty="0" err="1"/>
            <a:t>eXpression</a:t>
          </a:r>
          <a:r>
            <a:rPr lang="pt-BR" b="0" i="0" dirty="0"/>
            <a:t> </a:t>
          </a:r>
          <a:r>
            <a:rPr lang="pt-BR" b="0" i="0" dirty="0" err="1"/>
            <a:t>Language</a:t>
          </a:r>
          <a:r>
            <a:rPr lang="pt-BR" b="0" i="0" dirty="0"/>
            <a:t>. Esta linguagem está presente tanto no Power BI, Power </a:t>
          </a:r>
          <a:r>
            <a:rPr lang="pt-BR" b="0" i="0" dirty="0" err="1"/>
            <a:t>Pivot</a:t>
          </a:r>
          <a:r>
            <a:rPr lang="pt-BR" b="0" i="0" dirty="0"/>
            <a:t> do Excel e no SQL Server </a:t>
          </a:r>
          <a:r>
            <a:rPr lang="pt-BR" b="0" i="0" dirty="0" err="1"/>
            <a:t>Analysis</a:t>
          </a:r>
          <a:r>
            <a:rPr lang="pt-BR" b="0" i="0" dirty="0"/>
            <a:t> Services Tabular.</a:t>
          </a:r>
          <a:endParaRPr lang="pt-BR" dirty="0"/>
        </a:p>
      </dgm:t>
    </dgm:pt>
    <dgm:pt modelId="{1F93C663-DCBC-455D-B038-8F2BDAFE5A8F}" type="parTrans" cxnId="{2AC37CC7-B703-4CEC-A878-222C10D8F4DC}">
      <dgm:prSet/>
      <dgm:spPr/>
      <dgm:t>
        <a:bodyPr/>
        <a:lstStyle/>
        <a:p>
          <a:endParaRPr lang="pt-BR"/>
        </a:p>
      </dgm:t>
    </dgm:pt>
    <dgm:pt modelId="{3F1C1C2E-68FD-41A7-B3CC-73959B2B44F0}" type="sibTrans" cxnId="{2AC37CC7-B703-4CEC-A878-222C10D8F4DC}">
      <dgm:prSet/>
      <dgm:spPr/>
      <dgm:t>
        <a:bodyPr/>
        <a:lstStyle/>
        <a:p>
          <a:endParaRPr lang="pt-BR"/>
        </a:p>
      </dgm:t>
    </dgm:pt>
    <dgm:pt modelId="{BE5947EB-D2E4-45FA-90EA-D085CEFE6178}">
      <dgm:prSet phldrT="[Texto]"/>
      <dgm:spPr/>
      <dgm:t>
        <a:bodyPr/>
        <a:lstStyle/>
        <a:p>
          <a:r>
            <a:rPr lang="pt-BR" b="0" i="0"/>
            <a:t>DAX é uma linguagem de expressões onde a sua estrutura é construída através de funções que podem ser aninhadas umas as outras, muito similar as fórmulas do Excel. A semelhança é tanta que existem muitas funções em comum entre o Excel e o DAX. Mas não se engane, DAX é muito mais poderoso do que as fórmulas do Excel.</a:t>
          </a:r>
          <a:endParaRPr lang="pt-BR"/>
        </a:p>
      </dgm:t>
    </dgm:pt>
    <dgm:pt modelId="{20E2CDD2-EFF7-458D-B816-6909B8158EC4}" type="parTrans" cxnId="{49F1F3B8-F0AA-4748-A2FC-175163B516F6}">
      <dgm:prSet/>
      <dgm:spPr/>
      <dgm:t>
        <a:bodyPr/>
        <a:lstStyle/>
        <a:p>
          <a:endParaRPr lang="pt-BR"/>
        </a:p>
      </dgm:t>
    </dgm:pt>
    <dgm:pt modelId="{5CC41B87-0816-4115-B9DA-6A57C7BE4AF7}" type="sibTrans" cxnId="{49F1F3B8-F0AA-4748-A2FC-175163B516F6}">
      <dgm:prSet/>
      <dgm:spPr/>
      <dgm:t>
        <a:bodyPr/>
        <a:lstStyle/>
        <a:p>
          <a:endParaRPr lang="pt-BR"/>
        </a:p>
      </dgm:t>
    </dgm:pt>
    <dgm:pt modelId="{C534CF66-83DE-400B-83D6-8B7BE8E79D59}">
      <dgm:prSet phldrT="[Texto]"/>
      <dgm:spPr/>
      <dgm:t>
        <a:bodyPr/>
        <a:lstStyle/>
        <a:p>
          <a:r>
            <a:rPr lang="pt-BR" b="0" i="0"/>
            <a:t>Por causa dessa semelhança, os usuários de Excel sentem-se muito confortáveis com a linguagem. O DAX não possui blocos de programação, mas sim a combinação de usos de funções, filtros e expressões.</a:t>
          </a:r>
          <a:endParaRPr lang="pt-BR"/>
        </a:p>
      </dgm:t>
    </dgm:pt>
    <dgm:pt modelId="{F19E98FE-6CF1-465F-9186-76F2A15DD3C3}" type="parTrans" cxnId="{4B27D40D-D927-4450-8BA4-B68827683A10}">
      <dgm:prSet/>
      <dgm:spPr/>
      <dgm:t>
        <a:bodyPr/>
        <a:lstStyle/>
        <a:p>
          <a:endParaRPr lang="pt-BR"/>
        </a:p>
      </dgm:t>
    </dgm:pt>
    <dgm:pt modelId="{A74905D1-D46E-4BB9-B051-7FE059F0BEDD}" type="sibTrans" cxnId="{4B27D40D-D927-4450-8BA4-B68827683A10}">
      <dgm:prSet/>
      <dgm:spPr/>
      <dgm:t>
        <a:bodyPr/>
        <a:lstStyle/>
        <a:p>
          <a:endParaRPr lang="pt-BR"/>
        </a:p>
      </dgm:t>
    </dgm:pt>
    <dgm:pt modelId="{162080F0-9691-469D-9DE4-83AE2835DC90}" type="pres">
      <dgm:prSet presAssocID="{34F733BD-0E30-4C42-8A93-01A15A44CAC4}" presName="root" presStyleCnt="0">
        <dgm:presLayoutVars>
          <dgm:dir/>
          <dgm:resizeHandles val="exact"/>
        </dgm:presLayoutVars>
      </dgm:prSet>
      <dgm:spPr/>
    </dgm:pt>
    <dgm:pt modelId="{17EEA474-EA2E-44D8-8B84-E9AA0B8C0FF2}" type="pres">
      <dgm:prSet presAssocID="{7E8BF31C-A151-436E-8888-2A98977DAF79}" presName="compNode" presStyleCnt="0"/>
      <dgm:spPr/>
    </dgm:pt>
    <dgm:pt modelId="{102AD369-7BD6-4E02-937D-E5F06F48F5FA}" type="pres">
      <dgm:prSet presAssocID="{7E8BF31C-A151-436E-8888-2A98977DAF79}" presName="bgRect" presStyleLbl="bgShp" presStyleIdx="0" presStyleCnt="3"/>
      <dgm:spPr/>
    </dgm:pt>
    <dgm:pt modelId="{957B9B3E-4012-4B83-A426-EB515AD588E8}" type="pres">
      <dgm:prSet presAssocID="{7E8BF31C-A151-436E-8888-2A98977DAF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57B4475-1F36-44E4-A32E-046860FF947C}" type="pres">
      <dgm:prSet presAssocID="{7E8BF31C-A151-436E-8888-2A98977DAF79}" presName="spaceRect" presStyleCnt="0"/>
      <dgm:spPr/>
    </dgm:pt>
    <dgm:pt modelId="{E0B36517-6E34-4F1F-9DA1-10B3B241DDD4}" type="pres">
      <dgm:prSet presAssocID="{7E8BF31C-A151-436E-8888-2A98977DAF79}" presName="parTx" presStyleLbl="revTx" presStyleIdx="0" presStyleCnt="3">
        <dgm:presLayoutVars>
          <dgm:chMax val="0"/>
          <dgm:chPref val="0"/>
        </dgm:presLayoutVars>
      </dgm:prSet>
      <dgm:spPr/>
    </dgm:pt>
    <dgm:pt modelId="{B2E73F3E-2050-4E7B-BDE4-05492FEE763D}" type="pres">
      <dgm:prSet presAssocID="{3F1C1C2E-68FD-41A7-B3CC-73959B2B44F0}" presName="sibTrans" presStyleCnt="0"/>
      <dgm:spPr/>
    </dgm:pt>
    <dgm:pt modelId="{10267F42-7AAC-48E1-A3C3-626893A1394C}" type="pres">
      <dgm:prSet presAssocID="{BE5947EB-D2E4-45FA-90EA-D085CEFE6178}" presName="compNode" presStyleCnt="0"/>
      <dgm:spPr/>
    </dgm:pt>
    <dgm:pt modelId="{8D10468C-1E7B-42F7-8D5F-329289E39FA7}" type="pres">
      <dgm:prSet presAssocID="{BE5947EB-D2E4-45FA-90EA-D085CEFE6178}" presName="bgRect" presStyleLbl="bgShp" presStyleIdx="1" presStyleCnt="3"/>
      <dgm:spPr/>
    </dgm:pt>
    <dgm:pt modelId="{B05A6D21-C161-4C25-8AB1-6B4ABDDA442D}" type="pres">
      <dgm:prSet presAssocID="{BE5947EB-D2E4-45FA-90EA-D085CEFE61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BFCDA230-3824-4CEF-A221-EF87AF06A1EE}" type="pres">
      <dgm:prSet presAssocID="{BE5947EB-D2E4-45FA-90EA-D085CEFE6178}" presName="spaceRect" presStyleCnt="0"/>
      <dgm:spPr/>
    </dgm:pt>
    <dgm:pt modelId="{7BBD43D8-F5A1-45E6-9E98-E1371EF1A5EA}" type="pres">
      <dgm:prSet presAssocID="{BE5947EB-D2E4-45FA-90EA-D085CEFE6178}" presName="parTx" presStyleLbl="revTx" presStyleIdx="1" presStyleCnt="3">
        <dgm:presLayoutVars>
          <dgm:chMax val="0"/>
          <dgm:chPref val="0"/>
        </dgm:presLayoutVars>
      </dgm:prSet>
      <dgm:spPr/>
    </dgm:pt>
    <dgm:pt modelId="{843206B3-279B-4D78-86DA-C709030C9854}" type="pres">
      <dgm:prSet presAssocID="{5CC41B87-0816-4115-B9DA-6A57C7BE4AF7}" presName="sibTrans" presStyleCnt="0"/>
      <dgm:spPr/>
    </dgm:pt>
    <dgm:pt modelId="{3AE6EDAA-DEA7-4F69-894F-669AD5702FC2}" type="pres">
      <dgm:prSet presAssocID="{C534CF66-83DE-400B-83D6-8B7BE8E79D59}" presName="compNode" presStyleCnt="0"/>
      <dgm:spPr/>
    </dgm:pt>
    <dgm:pt modelId="{09E9BD33-824C-4C5D-84A7-BAAFA6123213}" type="pres">
      <dgm:prSet presAssocID="{C534CF66-83DE-400B-83D6-8B7BE8E79D59}" presName="bgRect" presStyleLbl="bgShp" presStyleIdx="2" presStyleCnt="3"/>
      <dgm:spPr/>
    </dgm:pt>
    <dgm:pt modelId="{6A7A6780-37B6-40D3-917D-5E6CFBB30651}" type="pres">
      <dgm:prSet presAssocID="{C534CF66-83DE-400B-83D6-8B7BE8E79D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701DD46E-BCA7-46F3-A297-69742ED16D52}" type="pres">
      <dgm:prSet presAssocID="{C534CF66-83DE-400B-83D6-8B7BE8E79D59}" presName="spaceRect" presStyleCnt="0"/>
      <dgm:spPr/>
    </dgm:pt>
    <dgm:pt modelId="{D7061196-0E88-471E-B61E-0DCE88FA0B85}" type="pres">
      <dgm:prSet presAssocID="{C534CF66-83DE-400B-83D6-8B7BE8E79D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27D40D-D927-4450-8BA4-B68827683A10}" srcId="{34F733BD-0E30-4C42-8A93-01A15A44CAC4}" destId="{C534CF66-83DE-400B-83D6-8B7BE8E79D59}" srcOrd="2" destOrd="0" parTransId="{F19E98FE-6CF1-465F-9186-76F2A15DD3C3}" sibTransId="{A74905D1-D46E-4BB9-B051-7FE059F0BEDD}"/>
    <dgm:cxn modelId="{6B802726-AA23-4A79-A324-35186A7BE5D4}" type="presOf" srcId="{C534CF66-83DE-400B-83D6-8B7BE8E79D59}" destId="{D7061196-0E88-471E-B61E-0DCE88FA0B85}" srcOrd="0" destOrd="0" presId="urn:microsoft.com/office/officeart/2018/2/layout/IconVerticalSolidList"/>
    <dgm:cxn modelId="{840ABE76-EAE7-4C3F-9980-352901C9161C}" type="presOf" srcId="{7E8BF31C-A151-436E-8888-2A98977DAF79}" destId="{E0B36517-6E34-4F1F-9DA1-10B3B241DDD4}" srcOrd="0" destOrd="0" presId="urn:microsoft.com/office/officeart/2018/2/layout/IconVerticalSolidList"/>
    <dgm:cxn modelId="{BFCB2D89-CEEA-4313-9531-F225FB37A54F}" type="presOf" srcId="{34F733BD-0E30-4C42-8A93-01A15A44CAC4}" destId="{162080F0-9691-469D-9DE4-83AE2835DC90}" srcOrd="0" destOrd="0" presId="urn:microsoft.com/office/officeart/2018/2/layout/IconVerticalSolidList"/>
    <dgm:cxn modelId="{49F1F3B8-F0AA-4748-A2FC-175163B516F6}" srcId="{34F733BD-0E30-4C42-8A93-01A15A44CAC4}" destId="{BE5947EB-D2E4-45FA-90EA-D085CEFE6178}" srcOrd="1" destOrd="0" parTransId="{20E2CDD2-EFF7-458D-B816-6909B8158EC4}" sibTransId="{5CC41B87-0816-4115-B9DA-6A57C7BE4AF7}"/>
    <dgm:cxn modelId="{2AC37CC7-B703-4CEC-A878-222C10D8F4DC}" srcId="{34F733BD-0E30-4C42-8A93-01A15A44CAC4}" destId="{7E8BF31C-A151-436E-8888-2A98977DAF79}" srcOrd="0" destOrd="0" parTransId="{1F93C663-DCBC-455D-B038-8F2BDAFE5A8F}" sibTransId="{3F1C1C2E-68FD-41A7-B3CC-73959B2B44F0}"/>
    <dgm:cxn modelId="{EAA9F2FB-6EFC-4878-9BC5-9331D619E74E}" type="presOf" srcId="{BE5947EB-D2E4-45FA-90EA-D085CEFE6178}" destId="{7BBD43D8-F5A1-45E6-9E98-E1371EF1A5EA}" srcOrd="0" destOrd="0" presId="urn:microsoft.com/office/officeart/2018/2/layout/IconVerticalSolidList"/>
    <dgm:cxn modelId="{823C8283-E40A-4FC5-B16B-2DB3A5BFE787}" type="presParOf" srcId="{162080F0-9691-469D-9DE4-83AE2835DC90}" destId="{17EEA474-EA2E-44D8-8B84-E9AA0B8C0FF2}" srcOrd="0" destOrd="0" presId="urn:microsoft.com/office/officeart/2018/2/layout/IconVerticalSolidList"/>
    <dgm:cxn modelId="{FC94A2DD-62C2-45B4-9A1F-7B140C5074EA}" type="presParOf" srcId="{17EEA474-EA2E-44D8-8B84-E9AA0B8C0FF2}" destId="{102AD369-7BD6-4E02-937D-E5F06F48F5FA}" srcOrd="0" destOrd="0" presId="urn:microsoft.com/office/officeart/2018/2/layout/IconVerticalSolidList"/>
    <dgm:cxn modelId="{893C5449-221D-48C4-B0EE-F5C6CCFECF8F}" type="presParOf" srcId="{17EEA474-EA2E-44D8-8B84-E9AA0B8C0FF2}" destId="{957B9B3E-4012-4B83-A426-EB515AD588E8}" srcOrd="1" destOrd="0" presId="urn:microsoft.com/office/officeart/2018/2/layout/IconVerticalSolidList"/>
    <dgm:cxn modelId="{0F5F68AE-7697-4F64-9F33-AD4191DDD78A}" type="presParOf" srcId="{17EEA474-EA2E-44D8-8B84-E9AA0B8C0FF2}" destId="{E57B4475-1F36-44E4-A32E-046860FF947C}" srcOrd="2" destOrd="0" presId="urn:microsoft.com/office/officeart/2018/2/layout/IconVerticalSolidList"/>
    <dgm:cxn modelId="{7E2FC201-F23A-4211-88EC-CF33121C6B6E}" type="presParOf" srcId="{17EEA474-EA2E-44D8-8B84-E9AA0B8C0FF2}" destId="{E0B36517-6E34-4F1F-9DA1-10B3B241DDD4}" srcOrd="3" destOrd="0" presId="urn:microsoft.com/office/officeart/2018/2/layout/IconVerticalSolidList"/>
    <dgm:cxn modelId="{D7B43AA7-406B-4D51-A942-DECFDDDA46F8}" type="presParOf" srcId="{162080F0-9691-469D-9DE4-83AE2835DC90}" destId="{B2E73F3E-2050-4E7B-BDE4-05492FEE763D}" srcOrd="1" destOrd="0" presId="urn:microsoft.com/office/officeart/2018/2/layout/IconVerticalSolidList"/>
    <dgm:cxn modelId="{1195AB14-2DDF-42E0-A0CB-546BE98993CE}" type="presParOf" srcId="{162080F0-9691-469D-9DE4-83AE2835DC90}" destId="{10267F42-7AAC-48E1-A3C3-626893A1394C}" srcOrd="2" destOrd="0" presId="urn:microsoft.com/office/officeart/2018/2/layout/IconVerticalSolidList"/>
    <dgm:cxn modelId="{6E931868-3B73-46C9-92E7-4ECF50164A30}" type="presParOf" srcId="{10267F42-7AAC-48E1-A3C3-626893A1394C}" destId="{8D10468C-1E7B-42F7-8D5F-329289E39FA7}" srcOrd="0" destOrd="0" presId="urn:microsoft.com/office/officeart/2018/2/layout/IconVerticalSolidList"/>
    <dgm:cxn modelId="{D6B73702-0080-44B9-B138-56B66006C1DA}" type="presParOf" srcId="{10267F42-7AAC-48E1-A3C3-626893A1394C}" destId="{B05A6D21-C161-4C25-8AB1-6B4ABDDA442D}" srcOrd="1" destOrd="0" presId="urn:microsoft.com/office/officeart/2018/2/layout/IconVerticalSolidList"/>
    <dgm:cxn modelId="{2089DFA8-C0E3-48FC-8294-01BB142D796F}" type="presParOf" srcId="{10267F42-7AAC-48E1-A3C3-626893A1394C}" destId="{BFCDA230-3824-4CEF-A221-EF87AF06A1EE}" srcOrd="2" destOrd="0" presId="urn:microsoft.com/office/officeart/2018/2/layout/IconVerticalSolidList"/>
    <dgm:cxn modelId="{169887C0-0A1A-4C8F-AA9B-F767C4BE3639}" type="presParOf" srcId="{10267F42-7AAC-48E1-A3C3-626893A1394C}" destId="{7BBD43D8-F5A1-45E6-9E98-E1371EF1A5EA}" srcOrd="3" destOrd="0" presId="urn:microsoft.com/office/officeart/2018/2/layout/IconVerticalSolidList"/>
    <dgm:cxn modelId="{BC92B5C6-DBC3-40F0-AE2E-F47AB064D5B6}" type="presParOf" srcId="{162080F0-9691-469D-9DE4-83AE2835DC90}" destId="{843206B3-279B-4D78-86DA-C709030C9854}" srcOrd="3" destOrd="0" presId="urn:microsoft.com/office/officeart/2018/2/layout/IconVerticalSolidList"/>
    <dgm:cxn modelId="{3C7B4831-AC66-4A34-8897-DD0AAE61C1D3}" type="presParOf" srcId="{162080F0-9691-469D-9DE4-83AE2835DC90}" destId="{3AE6EDAA-DEA7-4F69-894F-669AD5702FC2}" srcOrd="4" destOrd="0" presId="urn:microsoft.com/office/officeart/2018/2/layout/IconVerticalSolidList"/>
    <dgm:cxn modelId="{59F8503D-CB66-42F0-BCDC-E76BD104CD21}" type="presParOf" srcId="{3AE6EDAA-DEA7-4F69-894F-669AD5702FC2}" destId="{09E9BD33-824C-4C5D-84A7-BAAFA6123213}" srcOrd="0" destOrd="0" presId="urn:microsoft.com/office/officeart/2018/2/layout/IconVerticalSolidList"/>
    <dgm:cxn modelId="{573D18EA-1F1B-4821-B45F-200E2E9B0AF4}" type="presParOf" srcId="{3AE6EDAA-DEA7-4F69-894F-669AD5702FC2}" destId="{6A7A6780-37B6-40D3-917D-5E6CFBB30651}" srcOrd="1" destOrd="0" presId="urn:microsoft.com/office/officeart/2018/2/layout/IconVerticalSolidList"/>
    <dgm:cxn modelId="{8053B483-7B66-418F-BAC2-79035247A4BD}" type="presParOf" srcId="{3AE6EDAA-DEA7-4F69-894F-669AD5702FC2}" destId="{701DD46E-BCA7-46F3-A297-69742ED16D52}" srcOrd="2" destOrd="0" presId="urn:microsoft.com/office/officeart/2018/2/layout/IconVerticalSolidList"/>
    <dgm:cxn modelId="{521A28DD-BF20-4E8C-877A-3B2B62D706A8}" type="presParOf" srcId="{3AE6EDAA-DEA7-4F69-894F-669AD5702FC2}" destId="{D7061196-0E88-471E-B61E-0DCE88FA0B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EC37F5B-41C7-41C1-A9BE-EDB974AB9BF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0426BB-506D-42CE-B7FC-F6CCD61134D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i="0"/>
            <a:t>O Power BI é um pacote de ferramentas de análise de negócios que oferece insights em toda a sua organização. </a:t>
          </a:r>
          <a:endParaRPr lang="pt-BR"/>
        </a:p>
      </dgm:t>
    </dgm:pt>
    <dgm:pt modelId="{F47B4BB4-F2E8-412C-8601-518250A491A5}" type="parTrans" cxnId="{F46777AF-9042-4C8E-B6F6-2CF0738C96C3}">
      <dgm:prSet/>
      <dgm:spPr/>
      <dgm:t>
        <a:bodyPr/>
        <a:lstStyle/>
        <a:p>
          <a:endParaRPr lang="pt-BR"/>
        </a:p>
      </dgm:t>
    </dgm:pt>
    <dgm:pt modelId="{154A307A-0EEF-404E-A6FF-189F5BEDBF0F}" type="sibTrans" cxnId="{F46777AF-9042-4C8E-B6F6-2CF0738C96C3}">
      <dgm:prSet/>
      <dgm:spPr/>
      <dgm:t>
        <a:bodyPr/>
        <a:lstStyle/>
        <a:p>
          <a:endParaRPr lang="pt-BR"/>
        </a:p>
      </dgm:t>
    </dgm:pt>
    <dgm:pt modelId="{5F8CFAEC-19F8-41D6-9670-3DB99B935E32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i="0"/>
            <a:t>Conecte-se a centenas de fontes de dados, simplifique a preparação dos dados e conduza a análise ad-hoc Produza belos relatórios e publique-os para que a sua empresa possa utilizá-los na Web e em diversos dispositivos móveis. </a:t>
          </a:r>
          <a:endParaRPr lang="pt-BR"/>
        </a:p>
      </dgm:t>
    </dgm:pt>
    <dgm:pt modelId="{D393E23E-0EC0-4B52-A70B-82548E31E2EC}" type="parTrans" cxnId="{FE68DAD1-F1D5-4F59-AF56-FEB497FF5040}">
      <dgm:prSet/>
      <dgm:spPr/>
      <dgm:t>
        <a:bodyPr/>
        <a:lstStyle/>
        <a:p>
          <a:endParaRPr lang="pt-BR"/>
        </a:p>
      </dgm:t>
    </dgm:pt>
    <dgm:pt modelId="{2DDFAD1E-B22E-40BE-AB14-23CA54A3C8B6}" type="sibTrans" cxnId="{FE68DAD1-F1D5-4F59-AF56-FEB497FF5040}">
      <dgm:prSet/>
      <dgm:spPr/>
      <dgm:t>
        <a:bodyPr/>
        <a:lstStyle/>
        <a:p>
          <a:endParaRPr lang="pt-BR"/>
        </a:p>
      </dgm:t>
    </dgm:pt>
    <dgm:pt modelId="{BBB1EBED-A6D2-42D1-A736-01D052BB0DFA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i="0"/>
            <a:t> Produza belos relatórios e publique-os para que a sua empresa possa utilizá-los na Web e em diversos dispositivos móveis. </a:t>
          </a:r>
          <a:endParaRPr lang="pt-BR"/>
        </a:p>
      </dgm:t>
    </dgm:pt>
    <dgm:pt modelId="{986C6560-74D7-4130-88AD-D67896E7F06E}" type="parTrans" cxnId="{9CFDEC66-9FAF-42A6-9E07-0EF52589AA86}">
      <dgm:prSet/>
      <dgm:spPr/>
      <dgm:t>
        <a:bodyPr/>
        <a:lstStyle/>
        <a:p>
          <a:endParaRPr lang="pt-BR"/>
        </a:p>
      </dgm:t>
    </dgm:pt>
    <dgm:pt modelId="{19D5A1D3-0594-4E47-90F0-C7A95BF11EA9}" type="sibTrans" cxnId="{9CFDEC66-9FAF-42A6-9E07-0EF52589AA86}">
      <dgm:prSet/>
      <dgm:spPr/>
      <dgm:t>
        <a:bodyPr/>
        <a:lstStyle/>
        <a:p>
          <a:endParaRPr lang="pt-BR"/>
        </a:p>
      </dgm:t>
    </dgm:pt>
    <dgm:pt modelId="{8139FFD7-6979-42E9-92AC-0680FDC3A7CF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i="0"/>
            <a:t>Todos podem criar painéis personalizados com uma exibição exclusiva e completa dos negócios e escalar o seu uso em toda a organização, com governança e segurança internas.</a:t>
          </a:r>
          <a:endParaRPr lang="pt-BR"/>
        </a:p>
      </dgm:t>
    </dgm:pt>
    <dgm:pt modelId="{CC717092-57B9-4418-9BE8-2366F38316F7}" type="parTrans" cxnId="{9CF33D9F-628B-4691-B159-D01DDA13B6C4}">
      <dgm:prSet/>
      <dgm:spPr/>
      <dgm:t>
        <a:bodyPr/>
        <a:lstStyle/>
        <a:p>
          <a:endParaRPr lang="pt-BR"/>
        </a:p>
      </dgm:t>
    </dgm:pt>
    <dgm:pt modelId="{6C860506-EB15-4EB8-8281-DDCA26DCB821}" type="sibTrans" cxnId="{9CF33D9F-628B-4691-B159-D01DDA13B6C4}">
      <dgm:prSet/>
      <dgm:spPr/>
      <dgm:t>
        <a:bodyPr/>
        <a:lstStyle/>
        <a:p>
          <a:endParaRPr lang="pt-BR"/>
        </a:p>
      </dgm:t>
    </dgm:pt>
    <dgm:pt modelId="{BC694BB3-350A-46DA-A6D2-45AB49704B6C}" type="pres">
      <dgm:prSet presAssocID="{EEC37F5B-41C7-41C1-A9BE-EDB974AB9BF6}" presName="root" presStyleCnt="0">
        <dgm:presLayoutVars>
          <dgm:dir/>
          <dgm:resizeHandles val="exact"/>
        </dgm:presLayoutVars>
      </dgm:prSet>
      <dgm:spPr/>
    </dgm:pt>
    <dgm:pt modelId="{76F365FE-17CF-461F-9F06-34E4F9F8E170}" type="pres">
      <dgm:prSet presAssocID="{000426BB-506D-42CE-B7FC-F6CCD61134D8}" presName="compNode" presStyleCnt="0"/>
      <dgm:spPr/>
    </dgm:pt>
    <dgm:pt modelId="{6479BEC9-4604-4F36-A5E8-05B69ADA41C1}" type="pres">
      <dgm:prSet presAssocID="{000426BB-506D-42CE-B7FC-F6CCD61134D8}" presName="iconBgRect" presStyleLbl="bgShp" presStyleIdx="0" presStyleCnt="4"/>
      <dgm:spPr/>
    </dgm:pt>
    <dgm:pt modelId="{BF7190F9-947A-4777-BC6B-01DF32980DF7}" type="pres">
      <dgm:prSet presAssocID="{000426BB-506D-42CE-B7FC-F6CCD61134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77822392-0A12-4E27-A7AA-55B6B94E2333}" type="pres">
      <dgm:prSet presAssocID="{000426BB-506D-42CE-B7FC-F6CCD61134D8}" presName="spaceRect" presStyleCnt="0"/>
      <dgm:spPr/>
    </dgm:pt>
    <dgm:pt modelId="{7C2B3C4E-9DF3-4436-A173-D119C90B358D}" type="pres">
      <dgm:prSet presAssocID="{000426BB-506D-42CE-B7FC-F6CCD61134D8}" presName="textRect" presStyleLbl="revTx" presStyleIdx="0" presStyleCnt="4">
        <dgm:presLayoutVars>
          <dgm:chMax val="1"/>
          <dgm:chPref val="1"/>
        </dgm:presLayoutVars>
      </dgm:prSet>
      <dgm:spPr/>
    </dgm:pt>
    <dgm:pt modelId="{32AB17DA-88A5-4001-ABFD-4D0CAB14A7CD}" type="pres">
      <dgm:prSet presAssocID="{154A307A-0EEF-404E-A6FF-189F5BEDBF0F}" presName="sibTrans" presStyleCnt="0"/>
      <dgm:spPr/>
    </dgm:pt>
    <dgm:pt modelId="{E37F4540-7BC1-4814-A872-EEE379DA727F}" type="pres">
      <dgm:prSet presAssocID="{5F8CFAEC-19F8-41D6-9670-3DB99B935E32}" presName="compNode" presStyleCnt="0"/>
      <dgm:spPr/>
    </dgm:pt>
    <dgm:pt modelId="{2FCED75B-8F08-4712-A17E-F596A4D4A64A}" type="pres">
      <dgm:prSet presAssocID="{5F8CFAEC-19F8-41D6-9670-3DB99B935E32}" presName="iconBgRect" presStyleLbl="bgShp" presStyleIdx="1" presStyleCnt="4"/>
      <dgm:spPr/>
    </dgm:pt>
    <dgm:pt modelId="{EC1CAA1A-7560-4BD8-9D80-3480CCD95863}" type="pres">
      <dgm:prSet presAssocID="{5F8CFAEC-19F8-41D6-9670-3DB99B935E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76D2940A-4835-4D4D-97D4-2F2606BAB31C}" type="pres">
      <dgm:prSet presAssocID="{5F8CFAEC-19F8-41D6-9670-3DB99B935E32}" presName="spaceRect" presStyleCnt="0"/>
      <dgm:spPr/>
    </dgm:pt>
    <dgm:pt modelId="{EB9D559D-71E4-495A-A422-59E4DDE07722}" type="pres">
      <dgm:prSet presAssocID="{5F8CFAEC-19F8-41D6-9670-3DB99B935E32}" presName="textRect" presStyleLbl="revTx" presStyleIdx="1" presStyleCnt="4">
        <dgm:presLayoutVars>
          <dgm:chMax val="1"/>
          <dgm:chPref val="1"/>
        </dgm:presLayoutVars>
      </dgm:prSet>
      <dgm:spPr/>
    </dgm:pt>
    <dgm:pt modelId="{78CFB96F-9399-4E20-91C0-0B6EFF923E12}" type="pres">
      <dgm:prSet presAssocID="{2DDFAD1E-B22E-40BE-AB14-23CA54A3C8B6}" presName="sibTrans" presStyleCnt="0"/>
      <dgm:spPr/>
    </dgm:pt>
    <dgm:pt modelId="{10871692-C236-4323-83F1-C85F5541D7EF}" type="pres">
      <dgm:prSet presAssocID="{BBB1EBED-A6D2-42D1-A736-01D052BB0DFA}" presName="compNode" presStyleCnt="0"/>
      <dgm:spPr/>
    </dgm:pt>
    <dgm:pt modelId="{8752D1F5-A4DD-4CE0-A642-C0CF9F92A382}" type="pres">
      <dgm:prSet presAssocID="{BBB1EBED-A6D2-42D1-A736-01D052BB0DFA}" presName="iconBgRect" presStyleLbl="bgShp" presStyleIdx="2" presStyleCnt="4"/>
      <dgm:spPr/>
    </dgm:pt>
    <dgm:pt modelId="{8D689A5E-85BF-4033-955C-26D9492CA3E4}" type="pres">
      <dgm:prSet presAssocID="{BBB1EBED-A6D2-42D1-A736-01D052BB0D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rnal"/>
        </a:ext>
      </dgm:extLst>
    </dgm:pt>
    <dgm:pt modelId="{E3BCB75B-9934-4452-981F-3C5A923F4A5F}" type="pres">
      <dgm:prSet presAssocID="{BBB1EBED-A6D2-42D1-A736-01D052BB0DFA}" presName="spaceRect" presStyleCnt="0"/>
      <dgm:spPr/>
    </dgm:pt>
    <dgm:pt modelId="{85155B6E-BB9A-4163-B0D6-09DD39595938}" type="pres">
      <dgm:prSet presAssocID="{BBB1EBED-A6D2-42D1-A736-01D052BB0DFA}" presName="textRect" presStyleLbl="revTx" presStyleIdx="2" presStyleCnt="4">
        <dgm:presLayoutVars>
          <dgm:chMax val="1"/>
          <dgm:chPref val="1"/>
        </dgm:presLayoutVars>
      </dgm:prSet>
      <dgm:spPr/>
    </dgm:pt>
    <dgm:pt modelId="{F5CC1B3E-7A78-4552-B5FF-18FE16D613BB}" type="pres">
      <dgm:prSet presAssocID="{19D5A1D3-0594-4E47-90F0-C7A95BF11EA9}" presName="sibTrans" presStyleCnt="0"/>
      <dgm:spPr/>
    </dgm:pt>
    <dgm:pt modelId="{1559FF39-ED9A-4230-96A9-8427663FB6AC}" type="pres">
      <dgm:prSet presAssocID="{8139FFD7-6979-42E9-92AC-0680FDC3A7CF}" presName="compNode" presStyleCnt="0"/>
      <dgm:spPr/>
    </dgm:pt>
    <dgm:pt modelId="{CBF0DC68-E6A2-4E62-88B1-ED1C5B3DE870}" type="pres">
      <dgm:prSet presAssocID="{8139FFD7-6979-42E9-92AC-0680FDC3A7CF}" presName="iconBgRect" presStyleLbl="bgShp" presStyleIdx="3" presStyleCnt="4"/>
      <dgm:spPr/>
    </dgm:pt>
    <dgm:pt modelId="{C23A03BF-9F68-4162-838D-2401728F9975}" type="pres">
      <dgm:prSet presAssocID="{8139FFD7-6979-42E9-92AC-0680FDC3A7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valete"/>
        </a:ext>
      </dgm:extLst>
    </dgm:pt>
    <dgm:pt modelId="{F8C9654E-97C5-4434-9CA0-6D1C17AC7839}" type="pres">
      <dgm:prSet presAssocID="{8139FFD7-6979-42E9-92AC-0680FDC3A7CF}" presName="spaceRect" presStyleCnt="0"/>
      <dgm:spPr/>
    </dgm:pt>
    <dgm:pt modelId="{5812A6CC-87DE-4517-BA51-3EC0504E0749}" type="pres">
      <dgm:prSet presAssocID="{8139FFD7-6979-42E9-92AC-0680FDC3A7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5E6F15-A4B2-400C-A34F-C0BF4E0A5E4C}" type="presOf" srcId="{000426BB-506D-42CE-B7FC-F6CCD61134D8}" destId="{7C2B3C4E-9DF3-4436-A173-D119C90B358D}" srcOrd="0" destOrd="0" presId="urn:microsoft.com/office/officeart/2018/5/layout/IconCircleLabelList"/>
    <dgm:cxn modelId="{AAB01134-61AC-41B9-8031-B90DDF1A4D6F}" type="presOf" srcId="{5F8CFAEC-19F8-41D6-9670-3DB99B935E32}" destId="{EB9D559D-71E4-495A-A422-59E4DDE07722}" srcOrd="0" destOrd="0" presId="urn:microsoft.com/office/officeart/2018/5/layout/IconCircleLabelList"/>
    <dgm:cxn modelId="{4E76B634-9937-46CA-9896-4D11C5414E5E}" type="presOf" srcId="{EEC37F5B-41C7-41C1-A9BE-EDB974AB9BF6}" destId="{BC694BB3-350A-46DA-A6D2-45AB49704B6C}" srcOrd="0" destOrd="0" presId="urn:microsoft.com/office/officeart/2018/5/layout/IconCircleLabelList"/>
    <dgm:cxn modelId="{9CFDEC66-9FAF-42A6-9E07-0EF52589AA86}" srcId="{EEC37F5B-41C7-41C1-A9BE-EDB974AB9BF6}" destId="{BBB1EBED-A6D2-42D1-A736-01D052BB0DFA}" srcOrd="2" destOrd="0" parTransId="{986C6560-74D7-4130-88AD-D67896E7F06E}" sibTransId="{19D5A1D3-0594-4E47-90F0-C7A95BF11EA9}"/>
    <dgm:cxn modelId="{B41D789A-3D46-4E19-B19D-1E26C8106DDE}" type="presOf" srcId="{BBB1EBED-A6D2-42D1-A736-01D052BB0DFA}" destId="{85155B6E-BB9A-4163-B0D6-09DD39595938}" srcOrd="0" destOrd="0" presId="urn:microsoft.com/office/officeart/2018/5/layout/IconCircleLabelList"/>
    <dgm:cxn modelId="{9CF33D9F-628B-4691-B159-D01DDA13B6C4}" srcId="{EEC37F5B-41C7-41C1-A9BE-EDB974AB9BF6}" destId="{8139FFD7-6979-42E9-92AC-0680FDC3A7CF}" srcOrd="3" destOrd="0" parTransId="{CC717092-57B9-4418-9BE8-2366F38316F7}" sibTransId="{6C860506-EB15-4EB8-8281-DDCA26DCB821}"/>
    <dgm:cxn modelId="{F46777AF-9042-4C8E-B6F6-2CF0738C96C3}" srcId="{EEC37F5B-41C7-41C1-A9BE-EDB974AB9BF6}" destId="{000426BB-506D-42CE-B7FC-F6CCD61134D8}" srcOrd="0" destOrd="0" parTransId="{F47B4BB4-F2E8-412C-8601-518250A491A5}" sibTransId="{154A307A-0EEF-404E-A6FF-189F5BEDBF0F}"/>
    <dgm:cxn modelId="{EC37DFB7-CBC1-49AE-8179-CA8F829083D1}" type="presOf" srcId="{8139FFD7-6979-42E9-92AC-0680FDC3A7CF}" destId="{5812A6CC-87DE-4517-BA51-3EC0504E0749}" srcOrd="0" destOrd="0" presId="urn:microsoft.com/office/officeart/2018/5/layout/IconCircleLabelList"/>
    <dgm:cxn modelId="{FE68DAD1-F1D5-4F59-AF56-FEB497FF5040}" srcId="{EEC37F5B-41C7-41C1-A9BE-EDB974AB9BF6}" destId="{5F8CFAEC-19F8-41D6-9670-3DB99B935E32}" srcOrd="1" destOrd="0" parTransId="{D393E23E-0EC0-4B52-A70B-82548E31E2EC}" sibTransId="{2DDFAD1E-B22E-40BE-AB14-23CA54A3C8B6}"/>
    <dgm:cxn modelId="{85BA37EB-5E90-43A9-A61D-1C6FA49B6F89}" type="presParOf" srcId="{BC694BB3-350A-46DA-A6D2-45AB49704B6C}" destId="{76F365FE-17CF-461F-9F06-34E4F9F8E170}" srcOrd="0" destOrd="0" presId="urn:microsoft.com/office/officeart/2018/5/layout/IconCircleLabelList"/>
    <dgm:cxn modelId="{F4B64CF1-ED7C-494C-BCB4-27A61DD2C549}" type="presParOf" srcId="{76F365FE-17CF-461F-9F06-34E4F9F8E170}" destId="{6479BEC9-4604-4F36-A5E8-05B69ADA41C1}" srcOrd="0" destOrd="0" presId="urn:microsoft.com/office/officeart/2018/5/layout/IconCircleLabelList"/>
    <dgm:cxn modelId="{11E98DEE-F0BE-422F-BA6C-341DF0F41944}" type="presParOf" srcId="{76F365FE-17CF-461F-9F06-34E4F9F8E170}" destId="{BF7190F9-947A-4777-BC6B-01DF32980DF7}" srcOrd="1" destOrd="0" presId="urn:microsoft.com/office/officeart/2018/5/layout/IconCircleLabelList"/>
    <dgm:cxn modelId="{49C1F13B-CFB4-476F-A2CF-45BFC940320C}" type="presParOf" srcId="{76F365FE-17CF-461F-9F06-34E4F9F8E170}" destId="{77822392-0A12-4E27-A7AA-55B6B94E2333}" srcOrd="2" destOrd="0" presId="urn:microsoft.com/office/officeart/2018/5/layout/IconCircleLabelList"/>
    <dgm:cxn modelId="{3C70C141-9776-413A-9E44-B715901998FD}" type="presParOf" srcId="{76F365FE-17CF-461F-9F06-34E4F9F8E170}" destId="{7C2B3C4E-9DF3-4436-A173-D119C90B358D}" srcOrd="3" destOrd="0" presId="urn:microsoft.com/office/officeart/2018/5/layout/IconCircleLabelList"/>
    <dgm:cxn modelId="{1D1A6BE3-1616-44ED-821F-2CDFEBEE74F5}" type="presParOf" srcId="{BC694BB3-350A-46DA-A6D2-45AB49704B6C}" destId="{32AB17DA-88A5-4001-ABFD-4D0CAB14A7CD}" srcOrd="1" destOrd="0" presId="urn:microsoft.com/office/officeart/2018/5/layout/IconCircleLabelList"/>
    <dgm:cxn modelId="{FC137063-F0EC-418B-9CBA-29C303860E8F}" type="presParOf" srcId="{BC694BB3-350A-46DA-A6D2-45AB49704B6C}" destId="{E37F4540-7BC1-4814-A872-EEE379DA727F}" srcOrd="2" destOrd="0" presId="urn:microsoft.com/office/officeart/2018/5/layout/IconCircleLabelList"/>
    <dgm:cxn modelId="{FD6BB085-FF1C-4678-8E5A-BBD8A5907DDE}" type="presParOf" srcId="{E37F4540-7BC1-4814-A872-EEE379DA727F}" destId="{2FCED75B-8F08-4712-A17E-F596A4D4A64A}" srcOrd="0" destOrd="0" presId="urn:microsoft.com/office/officeart/2018/5/layout/IconCircleLabelList"/>
    <dgm:cxn modelId="{43775DB0-328F-4C31-9ED3-88835F2FDD72}" type="presParOf" srcId="{E37F4540-7BC1-4814-A872-EEE379DA727F}" destId="{EC1CAA1A-7560-4BD8-9D80-3480CCD95863}" srcOrd="1" destOrd="0" presId="urn:microsoft.com/office/officeart/2018/5/layout/IconCircleLabelList"/>
    <dgm:cxn modelId="{18735603-A5E6-41AF-953B-B082A7463B6B}" type="presParOf" srcId="{E37F4540-7BC1-4814-A872-EEE379DA727F}" destId="{76D2940A-4835-4D4D-97D4-2F2606BAB31C}" srcOrd="2" destOrd="0" presId="urn:microsoft.com/office/officeart/2018/5/layout/IconCircleLabelList"/>
    <dgm:cxn modelId="{E58306F3-E35E-439D-848B-7DD7D99CDA2E}" type="presParOf" srcId="{E37F4540-7BC1-4814-A872-EEE379DA727F}" destId="{EB9D559D-71E4-495A-A422-59E4DDE07722}" srcOrd="3" destOrd="0" presId="urn:microsoft.com/office/officeart/2018/5/layout/IconCircleLabelList"/>
    <dgm:cxn modelId="{AC75AC21-36A3-4C69-91E9-9CBEF4CBDD05}" type="presParOf" srcId="{BC694BB3-350A-46DA-A6D2-45AB49704B6C}" destId="{78CFB96F-9399-4E20-91C0-0B6EFF923E12}" srcOrd="3" destOrd="0" presId="urn:microsoft.com/office/officeart/2018/5/layout/IconCircleLabelList"/>
    <dgm:cxn modelId="{C29CF5F7-2DBE-4223-A807-DEBD3E837A0F}" type="presParOf" srcId="{BC694BB3-350A-46DA-A6D2-45AB49704B6C}" destId="{10871692-C236-4323-83F1-C85F5541D7EF}" srcOrd="4" destOrd="0" presId="urn:microsoft.com/office/officeart/2018/5/layout/IconCircleLabelList"/>
    <dgm:cxn modelId="{206797BB-EEDB-486F-AD3B-E4C7D1903816}" type="presParOf" srcId="{10871692-C236-4323-83F1-C85F5541D7EF}" destId="{8752D1F5-A4DD-4CE0-A642-C0CF9F92A382}" srcOrd="0" destOrd="0" presId="urn:microsoft.com/office/officeart/2018/5/layout/IconCircleLabelList"/>
    <dgm:cxn modelId="{995987D9-FCBE-4827-B5FE-972615989443}" type="presParOf" srcId="{10871692-C236-4323-83F1-C85F5541D7EF}" destId="{8D689A5E-85BF-4033-955C-26D9492CA3E4}" srcOrd="1" destOrd="0" presId="urn:microsoft.com/office/officeart/2018/5/layout/IconCircleLabelList"/>
    <dgm:cxn modelId="{76F51E1F-0B20-4421-AB3C-184A898086BA}" type="presParOf" srcId="{10871692-C236-4323-83F1-C85F5541D7EF}" destId="{E3BCB75B-9934-4452-981F-3C5A923F4A5F}" srcOrd="2" destOrd="0" presId="urn:microsoft.com/office/officeart/2018/5/layout/IconCircleLabelList"/>
    <dgm:cxn modelId="{9C20E2C4-F565-4A9D-BB72-7E32E5F8358C}" type="presParOf" srcId="{10871692-C236-4323-83F1-C85F5541D7EF}" destId="{85155B6E-BB9A-4163-B0D6-09DD39595938}" srcOrd="3" destOrd="0" presId="urn:microsoft.com/office/officeart/2018/5/layout/IconCircleLabelList"/>
    <dgm:cxn modelId="{1C875F32-58C1-4AA3-9620-055151C5B333}" type="presParOf" srcId="{BC694BB3-350A-46DA-A6D2-45AB49704B6C}" destId="{F5CC1B3E-7A78-4552-B5FF-18FE16D613BB}" srcOrd="5" destOrd="0" presId="urn:microsoft.com/office/officeart/2018/5/layout/IconCircleLabelList"/>
    <dgm:cxn modelId="{7A71163E-612D-49E8-BBBE-F7E23D00224B}" type="presParOf" srcId="{BC694BB3-350A-46DA-A6D2-45AB49704B6C}" destId="{1559FF39-ED9A-4230-96A9-8427663FB6AC}" srcOrd="6" destOrd="0" presId="urn:microsoft.com/office/officeart/2018/5/layout/IconCircleLabelList"/>
    <dgm:cxn modelId="{A5FC13F5-2BE0-41C2-8C65-70F2FF20EE1D}" type="presParOf" srcId="{1559FF39-ED9A-4230-96A9-8427663FB6AC}" destId="{CBF0DC68-E6A2-4E62-88B1-ED1C5B3DE870}" srcOrd="0" destOrd="0" presId="urn:microsoft.com/office/officeart/2018/5/layout/IconCircleLabelList"/>
    <dgm:cxn modelId="{5CA76FDD-D340-4746-8AB6-13B295FE9747}" type="presParOf" srcId="{1559FF39-ED9A-4230-96A9-8427663FB6AC}" destId="{C23A03BF-9F68-4162-838D-2401728F9975}" srcOrd="1" destOrd="0" presId="urn:microsoft.com/office/officeart/2018/5/layout/IconCircleLabelList"/>
    <dgm:cxn modelId="{861901B7-8F9C-4D95-9FC6-F51DA9A96D69}" type="presParOf" srcId="{1559FF39-ED9A-4230-96A9-8427663FB6AC}" destId="{F8C9654E-97C5-4434-9CA0-6D1C17AC7839}" srcOrd="2" destOrd="0" presId="urn:microsoft.com/office/officeart/2018/5/layout/IconCircleLabelList"/>
    <dgm:cxn modelId="{B1C2A784-E5B4-4AD7-A5FD-10C95C2ABD16}" type="presParOf" srcId="{1559FF39-ED9A-4230-96A9-8427663FB6AC}" destId="{5812A6CC-87DE-4517-BA51-3EC0504E074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CBE933C-6461-4840-8C6B-A5AF33C98566}" type="doc">
      <dgm:prSet loTypeId="urn:microsoft.com/office/officeart/2005/8/layout/matrix1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A8F2DD-2A22-4FED-9ED2-2109D7FF5943}">
      <dgm:prSet/>
      <dgm:spPr/>
      <dgm:t>
        <a:bodyPr/>
        <a:lstStyle/>
        <a:p>
          <a:r>
            <a:rPr lang="pt-BR"/>
            <a:t>Pratica</a:t>
          </a:r>
          <a:endParaRPr lang="en-US" dirty="0"/>
        </a:p>
      </dgm:t>
    </dgm:pt>
    <dgm:pt modelId="{9D41892F-4018-4438-B8E7-A51222D7FF9B}" type="parTrans" cxnId="{4FAAC489-1A28-4652-87B0-294648DC0DBE}">
      <dgm:prSet/>
      <dgm:spPr/>
      <dgm:t>
        <a:bodyPr/>
        <a:lstStyle/>
        <a:p>
          <a:endParaRPr lang="en-US"/>
        </a:p>
      </dgm:t>
    </dgm:pt>
    <dgm:pt modelId="{F8A945A6-748A-489B-AE15-2AD73328A23A}" type="sibTrans" cxnId="{4FAAC489-1A28-4652-87B0-294648DC0DBE}">
      <dgm:prSet/>
      <dgm:spPr/>
      <dgm:t>
        <a:bodyPr/>
        <a:lstStyle/>
        <a:p>
          <a:endParaRPr lang="en-US"/>
        </a:p>
      </dgm:t>
    </dgm:pt>
    <dgm:pt modelId="{02FDB449-6162-41E0-8B82-15AF48832393}" type="pres">
      <dgm:prSet presAssocID="{6CBE933C-6461-4840-8C6B-A5AF33C98566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EFD80EC-57BC-40F2-B8D8-D764F2DD2B83}" type="pres">
      <dgm:prSet presAssocID="{6CBE933C-6461-4840-8C6B-A5AF33C98566}" presName="matrix" presStyleCnt="0"/>
      <dgm:spPr/>
    </dgm:pt>
    <dgm:pt modelId="{75A4D336-07E0-468D-8E79-0DCDBAC3BE31}" type="pres">
      <dgm:prSet presAssocID="{6CBE933C-6461-4840-8C6B-A5AF33C98566}" presName="tile1" presStyleLbl="node1" presStyleIdx="0" presStyleCnt="4"/>
      <dgm:spPr/>
    </dgm:pt>
    <dgm:pt modelId="{45E77514-9983-4F4E-8E66-1CD482189C15}" type="pres">
      <dgm:prSet presAssocID="{6CBE933C-6461-4840-8C6B-A5AF33C98566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65C8F90-8B2E-4B0E-ADCD-A2C861783892}" type="pres">
      <dgm:prSet presAssocID="{6CBE933C-6461-4840-8C6B-A5AF33C98566}" presName="tile2" presStyleLbl="node1" presStyleIdx="1" presStyleCnt="4" custLinFactNeighborX="14910" custLinFactNeighborY="-9604"/>
      <dgm:spPr/>
    </dgm:pt>
    <dgm:pt modelId="{9E466704-1435-49F5-81AA-CF6E550C60AD}" type="pres">
      <dgm:prSet presAssocID="{6CBE933C-6461-4840-8C6B-A5AF33C98566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05E267-87B3-4EE0-A0C7-52893163289B}" type="pres">
      <dgm:prSet presAssocID="{6CBE933C-6461-4840-8C6B-A5AF33C98566}" presName="tile3" presStyleLbl="node1" presStyleIdx="2" presStyleCnt="4"/>
      <dgm:spPr/>
    </dgm:pt>
    <dgm:pt modelId="{995D12E5-6366-48BA-B3D4-7D932E495D75}" type="pres">
      <dgm:prSet presAssocID="{6CBE933C-6461-4840-8C6B-A5AF33C98566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01A556-B8BC-4795-9504-90AF1085B7DD}" type="pres">
      <dgm:prSet presAssocID="{6CBE933C-6461-4840-8C6B-A5AF33C98566}" presName="tile4" presStyleLbl="node1" presStyleIdx="3" presStyleCnt="4" custLinFactNeighborY="2802"/>
      <dgm:spPr/>
    </dgm:pt>
    <dgm:pt modelId="{199C0EB1-4728-4C8A-A18D-C86FBCB29F68}" type="pres">
      <dgm:prSet presAssocID="{6CBE933C-6461-4840-8C6B-A5AF33C98566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C7C741B-16D0-487F-A3D8-136DDB954B95}" type="pres">
      <dgm:prSet presAssocID="{6CBE933C-6461-4840-8C6B-A5AF33C98566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F9975F00-67B5-4810-A6EF-9E11693D6D1B}" type="presOf" srcId="{D6A8F2DD-2A22-4FED-9ED2-2109D7FF5943}" destId="{9C7C741B-16D0-487F-A3D8-136DDB954B95}" srcOrd="0" destOrd="0" presId="urn:microsoft.com/office/officeart/2005/8/layout/matrix1"/>
    <dgm:cxn modelId="{9C958B7F-EF8D-4A41-839C-97DF99BFDBBE}" type="presOf" srcId="{6CBE933C-6461-4840-8C6B-A5AF33C98566}" destId="{02FDB449-6162-41E0-8B82-15AF48832393}" srcOrd="0" destOrd="0" presId="urn:microsoft.com/office/officeart/2005/8/layout/matrix1"/>
    <dgm:cxn modelId="{4FAAC489-1A28-4652-87B0-294648DC0DBE}" srcId="{6CBE933C-6461-4840-8C6B-A5AF33C98566}" destId="{D6A8F2DD-2A22-4FED-9ED2-2109D7FF5943}" srcOrd="0" destOrd="0" parTransId="{9D41892F-4018-4438-B8E7-A51222D7FF9B}" sibTransId="{F8A945A6-748A-489B-AE15-2AD73328A23A}"/>
    <dgm:cxn modelId="{1CE38723-2E18-4B93-8CDA-7EB9A64BA4C5}" type="presParOf" srcId="{02FDB449-6162-41E0-8B82-15AF48832393}" destId="{EEFD80EC-57BC-40F2-B8D8-D764F2DD2B83}" srcOrd="0" destOrd="0" presId="urn:microsoft.com/office/officeart/2005/8/layout/matrix1"/>
    <dgm:cxn modelId="{D344D357-B31E-40A6-BF25-C3C0DB7E8BCA}" type="presParOf" srcId="{EEFD80EC-57BC-40F2-B8D8-D764F2DD2B83}" destId="{75A4D336-07E0-468D-8E79-0DCDBAC3BE31}" srcOrd="0" destOrd="0" presId="urn:microsoft.com/office/officeart/2005/8/layout/matrix1"/>
    <dgm:cxn modelId="{046990F1-BCA5-4373-9398-3FC546D1710B}" type="presParOf" srcId="{EEFD80EC-57BC-40F2-B8D8-D764F2DD2B83}" destId="{45E77514-9983-4F4E-8E66-1CD482189C15}" srcOrd="1" destOrd="0" presId="urn:microsoft.com/office/officeart/2005/8/layout/matrix1"/>
    <dgm:cxn modelId="{D467E928-1D36-472D-8692-1FDD6D65F232}" type="presParOf" srcId="{EEFD80EC-57BC-40F2-B8D8-D764F2DD2B83}" destId="{A65C8F90-8B2E-4B0E-ADCD-A2C861783892}" srcOrd="2" destOrd="0" presId="urn:microsoft.com/office/officeart/2005/8/layout/matrix1"/>
    <dgm:cxn modelId="{1BE3D7E3-00D2-4115-9089-AD5E9C9A39AA}" type="presParOf" srcId="{EEFD80EC-57BC-40F2-B8D8-D764F2DD2B83}" destId="{9E466704-1435-49F5-81AA-CF6E550C60AD}" srcOrd="3" destOrd="0" presId="urn:microsoft.com/office/officeart/2005/8/layout/matrix1"/>
    <dgm:cxn modelId="{E4E5B441-925B-400C-88DE-734ECC482942}" type="presParOf" srcId="{EEFD80EC-57BC-40F2-B8D8-D764F2DD2B83}" destId="{D305E267-87B3-4EE0-A0C7-52893163289B}" srcOrd="4" destOrd="0" presId="urn:microsoft.com/office/officeart/2005/8/layout/matrix1"/>
    <dgm:cxn modelId="{19A4917B-15B2-4B22-8F06-89DEA5FACD38}" type="presParOf" srcId="{EEFD80EC-57BC-40F2-B8D8-D764F2DD2B83}" destId="{995D12E5-6366-48BA-B3D4-7D932E495D75}" srcOrd="5" destOrd="0" presId="urn:microsoft.com/office/officeart/2005/8/layout/matrix1"/>
    <dgm:cxn modelId="{A0E18B45-3682-4A2A-AC9F-51AC52B4C3AF}" type="presParOf" srcId="{EEFD80EC-57BC-40F2-B8D8-D764F2DD2B83}" destId="{B301A556-B8BC-4795-9504-90AF1085B7DD}" srcOrd="6" destOrd="0" presId="urn:microsoft.com/office/officeart/2005/8/layout/matrix1"/>
    <dgm:cxn modelId="{0B6FA2C5-7F41-41CD-897F-BE9BDFA0A100}" type="presParOf" srcId="{EEFD80EC-57BC-40F2-B8D8-D764F2DD2B83}" destId="{199C0EB1-4728-4C8A-A18D-C86FBCB29F68}" srcOrd="7" destOrd="0" presId="urn:microsoft.com/office/officeart/2005/8/layout/matrix1"/>
    <dgm:cxn modelId="{DC6512AD-9A64-4AC8-9E2A-595F06BDE258}" type="presParOf" srcId="{02FDB449-6162-41E0-8B82-15AF48832393}" destId="{9C7C741B-16D0-487F-A3D8-136DDB954B95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106C02-82A7-46B1-B47F-06B61E6E798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5B7A39-D99B-4C5B-9AA4-D16ECA3AD078}">
      <dgm:prSet/>
      <dgm:spPr/>
      <dgm:t>
        <a:bodyPr/>
        <a:lstStyle/>
        <a:p>
          <a:r>
            <a:rPr lang="pt-BR" b="0" i="0"/>
            <a:t>1. DIAGNÓSTICO E TEORIZAÇÃO </a:t>
          </a:r>
          <a:endParaRPr lang="en-US"/>
        </a:p>
      </dgm:t>
    </dgm:pt>
    <dgm:pt modelId="{21B0EE1A-C1F4-4794-81A1-8F272ABB052B}" type="parTrans" cxnId="{5F22E713-DC1C-45B1-8539-459D741CC752}">
      <dgm:prSet/>
      <dgm:spPr/>
      <dgm:t>
        <a:bodyPr/>
        <a:lstStyle/>
        <a:p>
          <a:endParaRPr lang="en-US"/>
        </a:p>
      </dgm:t>
    </dgm:pt>
    <dgm:pt modelId="{83FB3260-8DCD-4ABA-85CD-6235FBB8C3D0}" type="sibTrans" cxnId="{5F22E713-DC1C-45B1-8539-459D741CC75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ACD4F02-639F-4FB1-94CA-9E1D666AF1F6}">
      <dgm:prSet/>
      <dgm:spPr/>
      <dgm:t>
        <a:bodyPr/>
        <a:lstStyle/>
        <a:p>
          <a:r>
            <a:rPr lang="pt-BR" b="0" i="0"/>
            <a:t>2. PLANEJAMENTO E DESENVOLVIMENTO DO PROJETO </a:t>
          </a:r>
          <a:endParaRPr lang="en-US"/>
        </a:p>
      </dgm:t>
    </dgm:pt>
    <dgm:pt modelId="{1FF8C0D8-DF10-4A1D-8E3B-04AE1DF96607}" type="parTrans" cxnId="{DC13F284-029A-482D-8817-B933836074A1}">
      <dgm:prSet/>
      <dgm:spPr/>
      <dgm:t>
        <a:bodyPr/>
        <a:lstStyle/>
        <a:p>
          <a:endParaRPr lang="en-US"/>
        </a:p>
      </dgm:t>
    </dgm:pt>
    <dgm:pt modelId="{4B8AC93D-ED83-4524-ACCB-0341F5E91114}" type="sibTrans" cxnId="{DC13F284-029A-482D-8817-B933836074A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114E93-4C5A-4069-86EC-91D7FE828E22}">
      <dgm:prSet/>
      <dgm:spPr/>
      <dgm:t>
        <a:bodyPr/>
        <a:lstStyle/>
        <a:p>
          <a:r>
            <a:rPr lang="pt-BR" b="0" i="0"/>
            <a:t>3. ENCERRAMENTO DO PROJETO</a:t>
          </a:r>
          <a:endParaRPr lang="en-US"/>
        </a:p>
      </dgm:t>
    </dgm:pt>
    <dgm:pt modelId="{8EAF0698-758F-48B5-832B-7F793E173C58}" type="parTrans" cxnId="{E7C1C3A3-B198-4D77-8E8A-F5E5CDC5F25A}">
      <dgm:prSet/>
      <dgm:spPr/>
      <dgm:t>
        <a:bodyPr/>
        <a:lstStyle/>
        <a:p>
          <a:endParaRPr lang="en-US"/>
        </a:p>
      </dgm:t>
    </dgm:pt>
    <dgm:pt modelId="{68EF11AE-3FC7-448A-9E84-FFAE2FB4C87B}" type="sibTrans" cxnId="{E7C1C3A3-B198-4D77-8E8A-F5E5CDC5F25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B88936D-46BE-40B9-9B00-C26ED0022F90}" type="pres">
      <dgm:prSet presAssocID="{15106C02-82A7-46B1-B47F-06B61E6E7982}" presName="Name0" presStyleCnt="0">
        <dgm:presLayoutVars>
          <dgm:animLvl val="lvl"/>
          <dgm:resizeHandles val="exact"/>
        </dgm:presLayoutVars>
      </dgm:prSet>
      <dgm:spPr/>
    </dgm:pt>
    <dgm:pt modelId="{74BB4678-CEF8-4949-B28B-E97C8C84FD82}" type="pres">
      <dgm:prSet presAssocID="{BE5B7A39-D99B-4C5B-9AA4-D16ECA3AD078}" presName="compositeNode" presStyleCnt="0">
        <dgm:presLayoutVars>
          <dgm:bulletEnabled val="1"/>
        </dgm:presLayoutVars>
      </dgm:prSet>
      <dgm:spPr/>
    </dgm:pt>
    <dgm:pt modelId="{44619A38-1E24-4A88-8567-A91EE221F9FB}" type="pres">
      <dgm:prSet presAssocID="{BE5B7A39-D99B-4C5B-9AA4-D16ECA3AD078}" presName="bgRect" presStyleLbl="bgAccFollowNode1" presStyleIdx="0" presStyleCnt="3"/>
      <dgm:spPr/>
    </dgm:pt>
    <dgm:pt modelId="{E1FBBAED-147E-48CB-908B-EFD686A5161F}" type="pres">
      <dgm:prSet presAssocID="{83FB3260-8DCD-4ABA-85CD-6235FBB8C3D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D1E9FC2-6CDE-44F1-95C9-325454700687}" type="pres">
      <dgm:prSet presAssocID="{BE5B7A39-D99B-4C5B-9AA4-D16ECA3AD078}" presName="bottomLine" presStyleLbl="alignNode1" presStyleIdx="1" presStyleCnt="6">
        <dgm:presLayoutVars/>
      </dgm:prSet>
      <dgm:spPr/>
    </dgm:pt>
    <dgm:pt modelId="{50705C1F-DC36-4D2A-A9C4-26C05196240E}" type="pres">
      <dgm:prSet presAssocID="{BE5B7A39-D99B-4C5B-9AA4-D16ECA3AD078}" presName="nodeText" presStyleLbl="bgAccFollowNode1" presStyleIdx="0" presStyleCnt="3">
        <dgm:presLayoutVars>
          <dgm:bulletEnabled val="1"/>
        </dgm:presLayoutVars>
      </dgm:prSet>
      <dgm:spPr/>
    </dgm:pt>
    <dgm:pt modelId="{040F32BD-9533-42D3-AD09-8DACD4CC1410}" type="pres">
      <dgm:prSet presAssocID="{83FB3260-8DCD-4ABA-85CD-6235FBB8C3D0}" presName="sibTrans" presStyleCnt="0"/>
      <dgm:spPr/>
    </dgm:pt>
    <dgm:pt modelId="{123E3A68-9497-43C7-B09F-21CAC4E99A9C}" type="pres">
      <dgm:prSet presAssocID="{AACD4F02-639F-4FB1-94CA-9E1D666AF1F6}" presName="compositeNode" presStyleCnt="0">
        <dgm:presLayoutVars>
          <dgm:bulletEnabled val="1"/>
        </dgm:presLayoutVars>
      </dgm:prSet>
      <dgm:spPr/>
    </dgm:pt>
    <dgm:pt modelId="{EAC07109-038A-4DC3-8954-8749EC869387}" type="pres">
      <dgm:prSet presAssocID="{AACD4F02-639F-4FB1-94CA-9E1D666AF1F6}" presName="bgRect" presStyleLbl="bgAccFollowNode1" presStyleIdx="1" presStyleCnt="3"/>
      <dgm:spPr/>
    </dgm:pt>
    <dgm:pt modelId="{C6E66F40-6F87-4235-9F4F-6E4BEE84106B}" type="pres">
      <dgm:prSet presAssocID="{4B8AC93D-ED83-4524-ACCB-0341F5E9111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C6EB8F0-29C7-49A1-8957-8CEFBFF7EB0A}" type="pres">
      <dgm:prSet presAssocID="{AACD4F02-639F-4FB1-94CA-9E1D666AF1F6}" presName="bottomLine" presStyleLbl="alignNode1" presStyleIdx="3" presStyleCnt="6">
        <dgm:presLayoutVars/>
      </dgm:prSet>
      <dgm:spPr/>
    </dgm:pt>
    <dgm:pt modelId="{FB15B2FF-EB91-4D67-82A6-4FB3F22F20B0}" type="pres">
      <dgm:prSet presAssocID="{AACD4F02-639F-4FB1-94CA-9E1D666AF1F6}" presName="nodeText" presStyleLbl="bgAccFollowNode1" presStyleIdx="1" presStyleCnt="3">
        <dgm:presLayoutVars>
          <dgm:bulletEnabled val="1"/>
        </dgm:presLayoutVars>
      </dgm:prSet>
      <dgm:spPr/>
    </dgm:pt>
    <dgm:pt modelId="{A8774E96-6880-4ED9-A4F7-A3E7D52C5E2C}" type="pres">
      <dgm:prSet presAssocID="{4B8AC93D-ED83-4524-ACCB-0341F5E91114}" presName="sibTrans" presStyleCnt="0"/>
      <dgm:spPr/>
    </dgm:pt>
    <dgm:pt modelId="{50E0E2AF-9CE0-445F-A631-F422C8FEF274}" type="pres">
      <dgm:prSet presAssocID="{47114E93-4C5A-4069-86EC-91D7FE828E22}" presName="compositeNode" presStyleCnt="0">
        <dgm:presLayoutVars>
          <dgm:bulletEnabled val="1"/>
        </dgm:presLayoutVars>
      </dgm:prSet>
      <dgm:spPr/>
    </dgm:pt>
    <dgm:pt modelId="{9FB927BC-94EA-4F6F-9C3F-05D258DD8A3E}" type="pres">
      <dgm:prSet presAssocID="{47114E93-4C5A-4069-86EC-91D7FE828E22}" presName="bgRect" presStyleLbl="bgAccFollowNode1" presStyleIdx="2" presStyleCnt="3"/>
      <dgm:spPr/>
    </dgm:pt>
    <dgm:pt modelId="{847AA22B-0031-4640-A2ED-04DBF106E399}" type="pres">
      <dgm:prSet presAssocID="{68EF11AE-3FC7-448A-9E84-FFAE2FB4C87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7FB18CB-7FCE-4450-939C-1C8367813801}" type="pres">
      <dgm:prSet presAssocID="{47114E93-4C5A-4069-86EC-91D7FE828E22}" presName="bottomLine" presStyleLbl="alignNode1" presStyleIdx="5" presStyleCnt="6">
        <dgm:presLayoutVars/>
      </dgm:prSet>
      <dgm:spPr/>
    </dgm:pt>
    <dgm:pt modelId="{A412F0D8-1C84-4165-A186-0F66B480B7D1}" type="pres">
      <dgm:prSet presAssocID="{47114E93-4C5A-4069-86EC-91D7FE828E2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F037A02-E67C-4C6A-A980-6AC4CFB33B21}" type="presOf" srcId="{BE5B7A39-D99B-4C5B-9AA4-D16ECA3AD078}" destId="{50705C1F-DC36-4D2A-A9C4-26C05196240E}" srcOrd="1" destOrd="0" presId="urn:microsoft.com/office/officeart/2016/7/layout/BasicLinearProcessNumbered"/>
    <dgm:cxn modelId="{74347113-6B9E-4F63-AE53-DE9382E722BB}" type="presOf" srcId="{BE5B7A39-D99B-4C5B-9AA4-D16ECA3AD078}" destId="{44619A38-1E24-4A88-8567-A91EE221F9FB}" srcOrd="0" destOrd="0" presId="urn:microsoft.com/office/officeart/2016/7/layout/BasicLinearProcessNumbered"/>
    <dgm:cxn modelId="{5F22E713-DC1C-45B1-8539-459D741CC752}" srcId="{15106C02-82A7-46B1-B47F-06B61E6E7982}" destId="{BE5B7A39-D99B-4C5B-9AA4-D16ECA3AD078}" srcOrd="0" destOrd="0" parTransId="{21B0EE1A-C1F4-4794-81A1-8F272ABB052B}" sibTransId="{83FB3260-8DCD-4ABA-85CD-6235FBB8C3D0}"/>
    <dgm:cxn modelId="{A1425E16-0722-47C0-AD7A-A09294941E64}" type="presOf" srcId="{15106C02-82A7-46B1-B47F-06B61E6E7982}" destId="{7B88936D-46BE-40B9-9B00-C26ED0022F90}" srcOrd="0" destOrd="0" presId="urn:microsoft.com/office/officeart/2016/7/layout/BasicLinearProcessNumbered"/>
    <dgm:cxn modelId="{43227E34-7E52-4B66-B789-4957826A98B4}" type="presOf" srcId="{47114E93-4C5A-4069-86EC-91D7FE828E22}" destId="{9FB927BC-94EA-4F6F-9C3F-05D258DD8A3E}" srcOrd="0" destOrd="0" presId="urn:microsoft.com/office/officeart/2016/7/layout/BasicLinearProcessNumbered"/>
    <dgm:cxn modelId="{2D071142-24F5-4200-B6C2-A06B5F41BF66}" type="presOf" srcId="{83FB3260-8DCD-4ABA-85CD-6235FBB8C3D0}" destId="{E1FBBAED-147E-48CB-908B-EFD686A5161F}" srcOrd="0" destOrd="0" presId="urn:microsoft.com/office/officeart/2016/7/layout/BasicLinearProcessNumbered"/>
    <dgm:cxn modelId="{DC13F284-029A-482D-8817-B933836074A1}" srcId="{15106C02-82A7-46B1-B47F-06B61E6E7982}" destId="{AACD4F02-639F-4FB1-94CA-9E1D666AF1F6}" srcOrd="1" destOrd="0" parTransId="{1FF8C0D8-DF10-4A1D-8E3B-04AE1DF96607}" sibTransId="{4B8AC93D-ED83-4524-ACCB-0341F5E91114}"/>
    <dgm:cxn modelId="{1A0D938C-2690-4AFD-8E02-2F1E0F373A4A}" type="presOf" srcId="{68EF11AE-3FC7-448A-9E84-FFAE2FB4C87B}" destId="{847AA22B-0031-4640-A2ED-04DBF106E399}" srcOrd="0" destOrd="0" presId="urn:microsoft.com/office/officeart/2016/7/layout/BasicLinearProcessNumbered"/>
    <dgm:cxn modelId="{E7C1C3A3-B198-4D77-8E8A-F5E5CDC5F25A}" srcId="{15106C02-82A7-46B1-B47F-06B61E6E7982}" destId="{47114E93-4C5A-4069-86EC-91D7FE828E22}" srcOrd="2" destOrd="0" parTransId="{8EAF0698-758F-48B5-832B-7F793E173C58}" sibTransId="{68EF11AE-3FC7-448A-9E84-FFAE2FB4C87B}"/>
    <dgm:cxn modelId="{4160B5A9-C344-497B-AC31-DDF74A068186}" type="presOf" srcId="{47114E93-4C5A-4069-86EC-91D7FE828E22}" destId="{A412F0D8-1C84-4165-A186-0F66B480B7D1}" srcOrd="1" destOrd="0" presId="urn:microsoft.com/office/officeart/2016/7/layout/BasicLinearProcessNumbered"/>
    <dgm:cxn modelId="{1125EEB6-E2E0-4862-83D0-2810C403B52D}" type="presOf" srcId="{AACD4F02-639F-4FB1-94CA-9E1D666AF1F6}" destId="{EAC07109-038A-4DC3-8954-8749EC869387}" srcOrd="0" destOrd="0" presId="urn:microsoft.com/office/officeart/2016/7/layout/BasicLinearProcessNumbered"/>
    <dgm:cxn modelId="{0BC252C3-EC6B-4CD9-97BC-6523C5E98E57}" type="presOf" srcId="{4B8AC93D-ED83-4524-ACCB-0341F5E91114}" destId="{C6E66F40-6F87-4235-9F4F-6E4BEE84106B}" srcOrd="0" destOrd="0" presId="urn:microsoft.com/office/officeart/2016/7/layout/BasicLinearProcessNumbered"/>
    <dgm:cxn modelId="{0F4E04C8-59AA-4041-9B4F-AD7AD57A6015}" type="presOf" srcId="{AACD4F02-639F-4FB1-94CA-9E1D666AF1F6}" destId="{FB15B2FF-EB91-4D67-82A6-4FB3F22F20B0}" srcOrd="1" destOrd="0" presId="urn:microsoft.com/office/officeart/2016/7/layout/BasicLinearProcessNumbered"/>
    <dgm:cxn modelId="{81AE9BDB-DC9C-475E-AF21-76B2E73A0AF5}" type="presParOf" srcId="{7B88936D-46BE-40B9-9B00-C26ED0022F90}" destId="{74BB4678-CEF8-4949-B28B-E97C8C84FD82}" srcOrd="0" destOrd="0" presId="urn:microsoft.com/office/officeart/2016/7/layout/BasicLinearProcessNumbered"/>
    <dgm:cxn modelId="{8CBC9657-7350-4B03-B607-C98C2FB72F43}" type="presParOf" srcId="{74BB4678-CEF8-4949-B28B-E97C8C84FD82}" destId="{44619A38-1E24-4A88-8567-A91EE221F9FB}" srcOrd="0" destOrd="0" presId="urn:microsoft.com/office/officeart/2016/7/layout/BasicLinearProcessNumbered"/>
    <dgm:cxn modelId="{956A1A4A-D2FA-48C6-94C3-8DF17168C5EB}" type="presParOf" srcId="{74BB4678-CEF8-4949-B28B-E97C8C84FD82}" destId="{E1FBBAED-147E-48CB-908B-EFD686A5161F}" srcOrd="1" destOrd="0" presId="urn:microsoft.com/office/officeart/2016/7/layout/BasicLinearProcessNumbered"/>
    <dgm:cxn modelId="{E206DA48-0724-4811-8DB0-8596B5842776}" type="presParOf" srcId="{74BB4678-CEF8-4949-B28B-E97C8C84FD82}" destId="{0D1E9FC2-6CDE-44F1-95C9-325454700687}" srcOrd="2" destOrd="0" presId="urn:microsoft.com/office/officeart/2016/7/layout/BasicLinearProcessNumbered"/>
    <dgm:cxn modelId="{1A44631D-F610-445A-8036-240D95E1A182}" type="presParOf" srcId="{74BB4678-CEF8-4949-B28B-E97C8C84FD82}" destId="{50705C1F-DC36-4D2A-A9C4-26C05196240E}" srcOrd="3" destOrd="0" presId="urn:microsoft.com/office/officeart/2016/7/layout/BasicLinearProcessNumbered"/>
    <dgm:cxn modelId="{323F1405-0EC6-4006-8EE4-F408AF1D437B}" type="presParOf" srcId="{7B88936D-46BE-40B9-9B00-C26ED0022F90}" destId="{040F32BD-9533-42D3-AD09-8DACD4CC1410}" srcOrd="1" destOrd="0" presId="urn:microsoft.com/office/officeart/2016/7/layout/BasicLinearProcessNumbered"/>
    <dgm:cxn modelId="{181ED1B5-0B93-422D-BEB6-94BE0EDA51BA}" type="presParOf" srcId="{7B88936D-46BE-40B9-9B00-C26ED0022F90}" destId="{123E3A68-9497-43C7-B09F-21CAC4E99A9C}" srcOrd="2" destOrd="0" presId="urn:microsoft.com/office/officeart/2016/7/layout/BasicLinearProcessNumbered"/>
    <dgm:cxn modelId="{835B7415-0FF7-42A4-A3AA-5903576450F0}" type="presParOf" srcId="{123E3A68-9497-43C7-B09F-21CAC4E99A9C}" destId="{EAC07109-038A-4DC3-8954-8749EC869387}" srcOrd="0" destOrd="0" presId="urn:microsoft.com/office/officeart/2016/7/layout/BasicLinearProcessNumbered"/>
    <dgm:cxn modelId="{2466D61D-78FC-45AF-B054-ECA340406290}" type="presParOf" srcId="{123E3A68-9497-43C7-B09F-21CAC4E99A9C}" destId="{C6E66F40-6F87-4235-9F4F-6E4BEE84106B}" srcOrd="1" destOrd="0" presId="urn:microsoft.com/office/officeart/2016/7/layout/BasicLinearProcessNumbered"/>
    <dgm:cxn modelId="{57F8E674-F150-4253-A96A-8589C1FE01A0}" type="presParOf" srcId="{123E3A68-9497-43C7-B09F-21CAC4E99A9C}" destId="{6C6EB8F0-29C7-49A1-8957-8CEFBFF7EB0A}" srcOrd="2" destOrd="0" presId="urn:microsoft.com/office/officeart/2016/7/layout/BasicLinearProcessNumbered"/>
    <dgm:cxn modelId="{158E5841-5419-4A05-B0AF-008B6A96D779}" type="presParOf" srcId="{123E3A68-9497-43C7-B09F-21CAC4E99A9C}" destId="{FB15B2FF-EB91-4D67-82A6-4FB3F22F20B0}" srcOrd="3" destOrd="0" presId="urn:microsoft.com/office/officeart/2016/7/layout/BasicLinearProcessNumbered"/>
    <dgm:cxn modelId="{B5F7B11A-9CF8-45D8-9DC0-D01712ABDB1D}" type="presParOf" srcId="{7B88936D-46BE-40B9-9B00-C26ED0022F90}" destId="{A8774E96-6880-4ED9-A4F7-A3E7D52C5E2C}" srcOrd="3" destOrd="0" presId="urn:microsoft.com/office/officeart/2016/7/layout/BasicLinearProcessNumbered"/>
    <dgm:cxn modelId="{71A53333-C71C-4AB4-89CC-E1D257EACE93}" type="presParOf" srcId="{7B88936D-46BE-40B9-9B00-C26ED0022F90}" destId="{50E0E2AF-9CE0-445F-A631-F422C8FEF274}" srcOrd="4" destOrd="0" presId="urn:microsoft.com/office/officeart/2016/7/layout/BasicLinearProcessNumbered"/>
    <dgm:cxn modelId="{631E7538-BA2B-4371-8EF5-28FF964295DE}" type="presParOf" srcId="{50E0E2AF-9CE0-445F-A631-F422C8FEF274}" destId="{9FB927BC-94EA-4F6F-9C3F-05D258DD8A3E}" srcOrd="0" destOrd="0" presId="urn:microsoft.com/office/officeart/2016/7/layout/BasicLinearProcessNumbered"/>
    <dgm:cxn modelId="{1D9608B0-AC13-4F8F-85A6-F72B614AB9CA}" type="presParOf" srcId="{50E0E2AF-9CE0-445F-A631-F422C8FEF274}" destId="{847AA22B-0031-4640-A2ED-04DBF106E399}" srcOrd="1" destOrd="0" presId="urn:microsoft.com/office/officeart/2016/7/layout/BasicLinearProcessNumbered"/>
    <dgm:cxn modelId="{5BE88330-C5BF-4D87-BF67-A7D00531C3E3}" type="presParOf" srcId="{50E0E2AF-9CE0-445F-A631-F422C8FEF274}" destId="{C7FB18CB-7FCE-4450-939C-1C8367813801}" srcOrd="2" destOrd="0" presId="urn:microsoft.com/office/officeart/2016/7/layout/BasicLinearProcessNumbered"/>
    <dgm:cxn modelId="{6433030D-D85A-48D1-9BB1-9866BA3F7765}" type="presParOf" srcId="{50E0E2AF-9CE0-445F-A631-F422C8FEF274}" destId="{A412F0D8-1C84-4165-A186-0F66B480B7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8622E4B-00F6-4E79-97FC-4B3A5AB7D2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700D7-C640-489A-8700-7F96237FEA2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Destaques e Reflexões Finais</a:t>
          </a:r>
          <a:endParaRPr lang="en-US"/>
        </a:p>
      </dgm:t>
    </dgm:pt>
    <dgm:pt modelId="{19E0E312-9C8D-495A-B088-395EB78CECE3}" type="parTrans" cxnId="{34E2F0B8-A3FE-48FD-91B4-47AE12423F6A}">
      <dgm:prSet/>
      <dgm:spPr/>
      <dgm:t>
        <a:bodyPr/>
        <a:lstStyle/>
        <a:p>
          <a:endParaRPr lang="en-US"/>
        </a:p>
      </dgm:t>
    </dgm:pt>
    <dgm:pt modelId="{0BE3E63E-D287-43A1-A2C9-2147FBDC6A0A}" type="sibTrans" cxnId="{34E2F0B8-A3FE-48FD-91B4-47AE12423F6A}">
      <dgm:prSet/>
      <dgm:spPr/>
      <dgm:t>
        <a:bodyPr/>
        <a:lstStyle/>
        <a:p>
          <a:endParaRPr lang="en-US"/>
        </a:p>
      </dgm:t>
    </dgm:pt>
    <dgm:pt modelId="{1929DA94-14A5-44E9-A162-40B9BAED329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Recapitulação dos principais conceitos abordados</a:t>
          </a:r>
          <a:endParaRPr lang="en-US"/>
        </a:p>
      </dgm:t>
    </dgm:pt>
    <dgm:pt modelId="{C7F6492F-1523-4D99-ACA2-E148F9341CF2}" type="parTrans" cxnId="{9C32952B-05CE-4E7F-A3C2-E37660D6B58D}">
      <dgm:prSet/>
      <dgm:spPr/>
      <dgm:t>
        <a:bodyPr/>
        <a:lstStyle/>
        <a:p>
          <a:endParaRPr lang="en-US"/>
        </a:p>
      </dgm:t>
    </dgm:pt>
    <dgm:pt modelId="{922C7CD4-05DF-4991-8166-FECF9B5A2D39}" type="sibTrans" cxnId="{9C32952B-05CE-4E7F-A3C2-E37660D6B58D}">
      <dgm:prSet/>
      <dgm:spPr/>
      <dgm:t>
        <a:bodyPr/>
        <a:lstStyle/>
        <a:p>
          <a:endParaRPr lang="en-US"/>
        </a:p>
      </dgm:t>
    </dgm:pt>
    <dgm:pt modelId="{95B9A135-9909-4951-AF37-935A0211759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- Importância da modelagem adequada dos dados</a:t>
          </a:r>
          <a:endParaRPr lang="en-US" dirty="0"/>
        </a:p>
      </dgm:t>
    </dgm:pt>
    <dgm:pt modelId="{3EAA622E-6ED9-4BC2-AB15-C5297355AE0A}" type="parTrans" cxnId="{1AEAC9E8-5378-4C16-BC4B-56362D0ACEE3}">
      <dgm:prSet/>
      <dgm:spPr/>
      <dgm:t>
        <a:bodyPr/>
        <a:lstStyle/>
        <a:p>
          <a:endParaRPr lang="en-US"/>
        </a:p>
      </dgm:t>
    </dgm:pt>
    <dgm:pt modelId="{3E6F8AD5-97A7-414A-B357-D1E056E0DE3A}" type="sibTrans" cxnId="{1AEAC9E8-5378-4C16-BC4B-56362D0ACEE3}">
      <dgm:prSet/>
      <dgm:spPr/>
      <dgm:t>
        <a:bodyPr/>
        <a:lstStyle/>
        <a:p>
          <a:endParaRPr lang="en-US"/>
        </a:p>
      </dgm:t>
    </dgm:pt>
    <dgm:pt modelId="{6D1B178C-5F81-4A8F-AB32-1BA70502F485}" type="pres">
      <dgm:prSet presAssocID="{08622E4B-00F6-4E79-97FC-4B3A5AB7D2DF}" presName="root" presStyleCnt="0">
        <dgm:presLayoutVars>
          <dgm:dir/>
          <dgm:resizeHandles val="exact"/>
        </dgm:presLayoutVars>
      </dgm:prSet>
      <dgm:spPr/>
    </dgm:pt>
    <dgm:pt modelId="{9CE78A9D-178D-4517-8C76-0CA7353F23E3}" type="pres">
      <dgm:prSet presAssocID="{724700D7-C640-489A-8700-7F96237FEA25}" presName="compNode" presStyleCnt="0"/>
      <dgm:spPr/>
    </dgm:pt>
    <dgm:pt modelId="{522E9354-93FE-48B9-BF93-65D85CE31714}" type="pres">
      <dgm:prSet presAssocID="{724700D7-C640-489A-8700-7F96237FEA25}" presName="bgRect" presStyleLbl="bgShp" presStyleIdx="0" presStyleCnt="3" custLinFactY="-78342" custLinFactNeighborX="3335" custLinFactNeighborY="-100000"/>
      <dgm:spPr/>
    </dgm:pt>
    <dgm:pt modelId="{E38B8459-D684-450E-B3FD-3345A1D42206}" type="pres">
      <dgm:prSet presAssocID="{724700D7-C640-489A-8700-7F96237FEA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93FF6DFC-3961-408B-997B-1D6E8BC7A6A5}" type="pres">
      <dgm:prSet presAssocID="{724700D7-C640-489A-8700-7F96237FEA25}" presName="spaceRect" presStyleCnt="0"/>
      <dgm:spPr/>
    </dgm:pt>
    <dgm:pt modelId="{428DE3E2-B4D0-4CE5-B4FA-CFE60C7ED70B}" type="pres">
      <dgm:prSet presAssocID="{724700D7-C640-489A-8700-7F96237FEA25}" presName="parTx" presStyleLbl="revTx" presStyleIdx="0" presStyleCnt="3">
        <dgm:presLayoutVars>
          <dgm:chMax val="0"/>
          <dgm:chPref val="0"/>
        </dgm:presLayoutVars>
      </dgm:prSet>
      <dgm:spPr/>
    </dgm:pt>
    <dgm:pt modelId="{B144112A-E74F-4817-B5F8-2B7B73D3E7FE}" type="pres">
      <dgm:prSet presAssocID="{0BE3E63E-D287-43A1-A2C9-2147FBDC6A0A}" presName="sibTrans" presStyleCnt="0"/>
      <dgm:spPr/>
    </dgm:pt>
    <dgm:pt modelId="{DE5D5798-AB30-4D49-B948-E7D1C1EBAB70}" type="pres">
      <dgm:prSet presAssocID="{1929DA94-14A5-44E9-A162-40B9BAED3295}" presName="compNode" presStyleCnt="0"/>
      <dgm:spPr/>
    </dgm:pt>
    <dgm:pt modelId="{89F8D708-EC3D-4E4E-9654-F70F5AFCAE8A}" type="pres">
      <dgm:prSet presAssocID="{1929DA94-14A5-44E9-A162-40B9BAED3295}" presName="bgRect" presStyleLbl="bgShp" presStyleIdx="1" presStyleCnt="3"/>
      <dgm:spPr/>
    </dgm:pt>
    <dgm:pt modelId="{1D9DE254-61D9-4087-875B-FB3E8DCD530C}" type="pres">
      <dgm:prSet presAssocID="{1929DA94-14A5-44E9-A162-40B9BAED32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D686E59-11AD-48AA-8C86-65144B19A83F}" type="pres">
      <dgm:prSet presAssocID="{1929DA94-14A5-44E9-A162-40B9BAED3295}" presName="spaceRect" presStyleCnt="0"/>
      <dgm:spPr/>
    </dgm:pt>
    <dgm:pt modelId="{B7E29ABA-E046-4FFD-9D91-464475F9FF74}" type="pres">
      <dgm:prSet presAssocID="{1929DA94-14A5-44E9-A162-40B9BAED3295}" presName="parTx" presStyleLbl="revTx" presStyleIdx="1" presStyleCnt="3">
        <dgm:presLayoutVars>
          <dgm:chMax val="0"/>
          <dgm:chPref val="0"/>
        </dgm:presLayoutVars>
      </dgm:prSet>
      <dgm:spPr/>
    </dgm:pt>
    <dgm:pt modelId="{4C00BF51-0CC8-4A89-A176-50EF8287CB71}" type="pres">
      <dgm:prSet presAssocID="{922C7CD4-05DF-4991-8166-FECF9B5A2D39}" presName="sibTrans" presStyleCnt="0"/>
      <dgm:spPr/>
    </dgm:pt>
    <dgm:pt modelId="{A1643A1F-3474-4E42-A023-D5AEEE5329E7}" type="pres">
      <dgm:prSet presAssocID="{95B9A135-9909-4951-AF37-935A02117594}" presName="compNode" presStyleCnt="0"/>
      <dgm:spPr/>
    </dgm:pt>
    <dgm:pt modelId="{AF79A62F-9270-48FF-9E76-A2CE9EC5A999}" type="pres">
      <dgm:prSet presAssocID="{95B9A135-9909-4951-AF37-935A02117594}" presName="bgRect" presStyleLbl="bgShp" presStyleIdx="2" presStyleCnt="3"/>
      <dgm:spPr/>
    </dgm:pt>
    <dgm:pt modelId="{2452106F-E032-49DB-8188-F466CD7781AD}" type="pres">
      <dgm:prSet presAssocID="{95B9A135-9909-4951-AF37-935A021175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F37E15C1-6A92-4874-ACD1-207A682ABC33}" type="pres">
      <dgm:prSet presAssocID="{95B9A135-9909-4951-AF37-935A02117594}" presName="spaceRect" presStyleCnt="0"/>
      <dgm:spPr/>
    </dgm:pt>
    <dgm:pt modelId="{B65ACC02-AF15-4705-9902-361BE44F7824}" type="pres">
      <dgm:prSet presAssocID="{95B9A135-9909-4951-AF37-935A0211759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C71A1F-3DEF-4393-ABE7-9EF8067D7D40}" type="presOf" srcId="{08622E4B-00F6-4E79-97FC-4B3A5AB7D2DF}" destId="{6D1B178C-5F81-4A8F-AB32-1BA70502F485}" srcOrd="0" destOrd="0" presId="urn:microsoft.com/office/officeart/2018/2/layout/IconVerticalSolidList"/>
    <dgm:cxn modelId="{71219B24-F2AC-4C8C-8BC3-742304ADAC77}" type="presOf" srcId="{95B9A135-9909-4951-AF37-935A02117594}" destId="{B65ACC02-AF15-4705-9902-361BE44F7824}" srcOrd="0" destOrd="0" presId="urn:microsoft.com/office/officeart/2018/2/layout/IconVerticalSolidList"/>
    <dgm:cxn modelId="{9C32952B-05CE-4E7F-A3C2-E37660D6B58D}" srcId="{08622E4B-00F6-4E79-97FC-4B3A5AB7D2DF}" destId="{1929DA94-14A5-44E9-A162-40B9BAED3295}" srcOrd="1" destOrd="0" parTransId="{C7F6492F-1523-4D99-ACA2-E148F9341CF2}" sibTransId="{922C7CD4-05DF-4991-8166-FECF9B5A2D39}"/>
    <dgm:cxn modelId="{5AC65E2E-0D82-4728-9A4D-46A697DE5255}" type="presOf" srcId="{724700D7-C640-489A-8700-7F96237FEA25}" destId="{428DE3E2-B4D0-4CE5-B4FA-CFE60C7ED70B}" srcOrd="0" destOrd="0" presId="urn:microsoft.com/office/officeart/2018/2/layout/IconVerticalSolidList"/>
    <dgm:cxn modelId="{34E2F0B8-A3FE-48FD-91B4-47AE12423F6A}" srcId="{08622E4B-00F6-4E79-97FC-4B3A5AB7D2DF}" destId="{724700D7-C640-489A-8700-7F96237FEA25}" srcOrd="0" destOrd="0" parTransId="{19E0E312-9C8D-495A-B088-395EB78CECE3}" sibTransId="{0BE3E63E-D287-43A1-A2C9-2147FBDC6A0A}"/>
    <dgm:cxn modelId="{0D7DE8D5-E0B5-4B87-9BBC-19B88381FF18}" type="presOf" srcId="{1929DA94-14A5-44E9-A162-40B9BAED3295}" destId="{B7E29ABA-E046-4FFD-9D91-464475F9FF74}" srcOrd="0" destOrd="0" presId="urn:microsoft.com/office/officeart/2018/2/layout/IconVerticalSolidList"/>
    <dgm:cxn modelId="{1AEAC9E8-5378-4C16-BC4B-56362D0ACEE3}" srcId="{08622E4B-00F6-4E79-97FC-4B3A5AB7D2DF}" destId="{95B9A135-9909-4951-AF37-935A02117594}" srcOrd="2" destOrd="0" parTransId="{3EAA622E-6ED9-4BC2-AB15-C5297355AE0A}" sibTransId="{3E6F8AD5-97A7-414A-B357-D1E056E0DE3A}"/>
    <dgm:cxn modelId="{FB04B1E3-1E95-40E7-B7A1-A73AD5B9B88E}" type="presParOf" srcId="{6D1B178C-5F81-4A8F-AB32-1BA70502F485}" destId="{9CE78A9D-178D-4517-8C76-0CA7353F23E3}" srcOrd="0" destOrd="0" presId="urn:microsoft.com/office/officeart/2018/2/layout/IconVerticalSolidList"/>
    <dgm:cxn modelId="{35A6E06E-0BC2-4947-B56C-44BFA25B0BF4}" type="presParOf" srcId="{9CE78A9D-178D-4517-8C76-0CA7353F23E3}" destId="{522E9354-93FE-48B9-BF93-65D85CE31714}" srcOrd="0" destOrd="0" presId="urn:microsoft.com/office/officeart/2018/2/layout/IconVerticalSolidList"/>
    <dgm:cxn modelId="{B40845BC-A504-4B5C-BB3C-7011AD346ED7}" type="presParOf" srcId="{9CE78A9D-178D-4517-8C76-0CA7353F23E3}" destId="{E38B8459-D684-450E-B3FD-3345A1D42206}" srcOrd="1" destOrd="0" presId="urn:microsoft.com/office/officeart/2018/2/layout/IconVerticalSolidList"/>
    <dgm:cxn modelId="{701312B3-07BD-44D5-B01D-A64B99766FBB}" type="presParOf" srcId="{9CE78A9D-178D-4517-8C76-0CA7353F23E3}" destId="{93FF6DFC-3961-408B-997B-1D6E8BC7A6A5}" srcOrd="2" destOrd="0" presId="urn:microsoft.com/office/officeart/2018/2/layout/IconVerticalSolidList"/>
    <dgm:cxn modelId="{66B21380-B65C-4EAD-8836-D0F4F535BECB}" type="presParOf" srcId="{9CE78A9D-178D-4517-8C76-0CA7353F23E3}" destId="{428DE3E2-B4D0-4CE5-B4FA-CFE60C7ED70B}" srcOrd="3" destOrd="0" presId="urn:microsoft.com/office/officeart/2018/2/layout/IconVerticalSolidList"/>
    <dgm:cxn modelId="{6D737C39-65C5-4B6C-AA50-6C5A2F9B77CB}" type="presParOf" srcId="{6D1B178C-5F81-4A8F-AB32-1BA70502F485}" destId="{B144112A-E74F-4817-B5F8-2B7B73D3E7FE}" srcOrd="1" destOrd="0" presId="urn:microsoft.com/office/officeart/2018/2/layout/IconVerticalSolidList"/>
    <dgm:cxn modelId="{C9BE02F3-9665-448E-93EA-E3E4052D8218}" type="presParOf" srcId="{6D1B178C-5F81-4A8F-AB32-1BA70502F485}" destId="{DE5D5798-AB30-4D49-B948-E7D1C1EBAB70}" srcOrd="2" destOrd="0" presId="urn:microsoft.com/office/officeart/2018/2/layout/IconVerticalSolidList"/>
    <dgm:cxn modelId="{E8D5254A-2747-4FF8-8C5F-352F68997D86}" type="presParOf" srcId="{DE5D5798-AB30-4D49-B948-E7D1C1EBAB70}" destId="{89F8D708-EC3D-4E4E-9654-F70F5AFCAE8A}" srcOrd="0" destOrd="0" presId="urn:microsoft.com/office/officeart/2018/2/layout/IconVerticalSolidList"/>
    <dgm:cxn modelId="{5D871EF4-7C3F-408F-8C73-7E48305EB842}" type="presParOf" srcId="{DE5D5798-AB30-4D49-B948-E7D1C1EBAB70}" destId="{1D9DE254-61D9-4087-875B-FB3E8DCD530C}" srcOrd="1" destOrd="0" presId="urn:microsoft.com/office/officeart/2018/2/layout/IconVerticalSolidList"/>
    <dgm:cxn modelId="{590A8F91-18AC-4BC3-8B7E-54EC80418A23}" type="presParOf" srcId="{DE5D5798-AB30-4D49-B948-E7D1C1EBAB70}" destId="{7D686E59-11AD-48AA-8C86-65144B19A83F}" srcOrd="2" destOrd="0" presId="urn:microsoft.com/office/officeart/2018/2/layout/IconVerticalSolidList"/>
    <dgm:cxn modelId="{588CEF4C-B2DF-4549-B752-BC630FF55A32}" type="presParOf" srcId="{DE5D5798-AB30-4D49-B948-E7D1C1EBAB70}" destId="{B7E29ABA-E046-4FFD-9D91-464475F9FF74}" srcOrd="3" destOrd="0" presId="urn:microsoft.com/office/officeart/2018/2/layout/IconVerticalSolidList"/>
    <dgm:cxn modelId="{E56957C4-3DC3-49A9-9D1C-ECAA5DAF55F4}" type="presParOf" srcId="{6D1B178C-5F81-4A8F-AB32-1BA70502F485}" destId="{4C00BF51-0CC8-4A89-A176-50EF8287CB71}" srcOrd="3" destOrd="0" presId="urn:microsoft.com/office/officeart/2018/2/layout/IconVerticalSolidList"/>
    <dgm:cxn modelId="{65E7DDD7-8E7E-44E0-BB51-B0C339F66DA6}" type="presParOf" srcId="{6D1B178C-5F81-4A8F-AB32-1BA70502F485}" destId="{A1643A1F-3474-4E42-A023-D5AEEE5329E7}" srcOrd="4" destOrd="0" presId="urn:microsoft.com/office/officeart/2018/2/layout/IconVerticalSolidList"/>
    <dgm:cxn modelId="{57CEBD0F-A7E4-4B1A-8755-238CD6E785E3}" type="presParOf" srcId="{A1643A1F-3474-4E42-A023-D5AEEE5329E7}" destId="{AF79A62F-9270-48FF-9E76-A2CE9EC5A999}" srcOrd="0" destOrd="0" presId="urn:microsoft.com/office/officeart/2018/2/layout/IconVerticalSolidList"/>
    <dgm:cxn modelId="{3CF8D07B-1C62-4566-B20C-C8166A1C2CB5}" type="presParOf" srcId="{A1643A1F-3474-4E42-A023-D5AEEE5329E7}" destId="{2452106F-E032-49DB-8188-F466CD7781AD}" srcOrd="1" destOrd="0" presId="urn:microsoft.com/office/officeart/2018/2/layout/IconVerticalSolidList"/>
    <dgm:cxn modelId="{1D9DBEDE-6406-4557-9A1A-2BC60FE5F46C}" type="presParOf" srcId="{A1643A1F-3474-4E42-A023-D5AEEE5329E7}" destId="{F37E15C1-6A92-4874-ACD1-207A682ABC33}" srcOrd="2" destOrd="0" presId="urn:microsoft.com/office/officeart/2018/2/layout/IconVerticalSolidList"/>
    <dgm:cxn modelId="{8D44C575-F61F-4884-941E-7729CA4373DE}" type="presParOf" srcId="{A1643A1F-3474-4E42-A023-D5AEEE5329E7}" destId="{B65ACC02-AF15-4705-9902-361BE44F78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400F5-CCDD-4D30-989A-4F3CFCAECE80}">
      <dsp:nvSpPr>
        <dsp:cNvPr id="0" name=""/>
        <dsp:cNvSpPr/>
      </dsp:nvSpPr>
      <dsp:spPr>
        <a:xfrm>
          <a:off x="344735" y="2289"/>
          <a:ext cx="1320086" cy="660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/>
            <a:t>Unidade 1 - Banco de Dados Multidimensionais</a:t>
          </a:r>
          <a:endParaRPr lang="en-US" sz="1000" kern="1200" dirty="0"/>
        </a:p>
      </dsp:txBody>
      <dsp:txXfrm>
        <a:off x="364067" y="21621"/>
        <a:ext cx="1281422" cy="621379"/>
      </dsp:txXfrm>
    </dsp:sp>
    <dsp:sp modelId="{075F142E-0FED-4B61-92C4-AA595B07A464}">
      <dsp:nvSpPr>
        <dsp:cNvPr id="0" name=""/>
        <dsp:cNvSpPr/>
      </dsp:nvSpPr>
      <dsp:spPr>
        <a:xfrm>
          <a:off x="476744" y="662332"/>
          <a:ext cx="132008" cy="495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032"/>
              </a:lnTo>
              <a:lnTo>
                <a:pt x="132008" y="4950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B7B2F-DC80-4351-8E83-AE44616B0043}">
      <dsp:nvSpPr>
        <dsp:cNvPr id="0" name=""/>
        <dsp:cNvSpPr/>
      </dsp:nvSpPr>
      <dsp:spPr>
        <a:xfrm>
          <a:off x="608753" y="827343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 dirty="0"/>
            <a:t>Conceitos básicos de modelagem multidimensional.</a:t>
          </a:r>
          <a:endParaRPr lang="en-US" sz="800" kern="1200" dirty="0"/>
        </a:p>
      </dsp:txBody>
      <dsp:txXfrm>
        <a:off x="628085" y="846675"/>
        <a:ext cx="1017405" cy="621379"/>
      </dsp:txXfrm>
    </dsp:sp>
    <dsp:sp modelId="{4AD992C8-BBA5-4140-8459-DA271B906C18}">
      <dsp:nvSpPr>
        <dsp:cNvPr id="0" name=""/>
        <dsp:cNvSpPr/>
      </dsp:nvSpPr>
      <dsp:spPr>
        <a:xfrm>
          <a:off x="476744" y="662332"/>
          <a:ext cx="132008" cy="132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086"/>
              </a:lnTo>
              <a:lnTo>
                <a:pt x="132008" y="13200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0D53A-65BC-4637-A855-3DE912DD6686}">
      <dsp:nvSpPr>
        <dsp:cNvPr id="0" name=""/>
        <dsp:cNvSpPr/>
      </dsp:nvSpPr>
      <dsp:spPr>
        <a:xfrm>
          <a:off x="608753" y="1652397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Entendimento de dimensões e fatos.</a:t>
          </a:r>
          <a:endParaRPr lang="en-US" sz="800" kern="1200"/>
        </a:p>
      </dsp:txBody>
      <dsp:txXfrm>
        <a:off x="628085" y="1671729"/>
        <a:ext cx="1017405" cy="621379"/>
      </dsp:txXfrm>
    </dsp:sp>
    <dsp:sp modelId="{9E5C5C6B-45DA-48A4-AFA6-5DCADE4F385A}">
      <dsp:nvSpPr>
        <dsp:cNvPr id="0" name=""/>
        <dsp:cNvSpPr/>
      </dsp:nvSpPr>
      <dsp:spPr>
        <a:xfrm>
          <a:off x="476744" y="662332"/>
          <a:ext cx="132008" cy="2145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5140"/>
              </a:lnTo>
              <a:lnTo>
                <a:pt x="132008" y="21451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6523B-DA05-4082-9429-FF08F2141D3F}">
      <dsp:nvSpPr>
        <dsp:cNvPr id="0" name=""/>
        <dsp:cNvSpPr/>
      </dsp:nvSpPr>
      <dsp:spPr>
        <a:xfrm>
          <a:off x="608753" y="2477451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 dirty="0"/>
            <a:t>Hierarquias em modelos multidimensionais.</a:t>
          </a:r>
          <a:endParaRPr lang="en-US" sz="800" kern="1200" dirty="0"/>
        </a:p>
      </dsp:txBody>
      <dsp:txXfrm>
        <a:off x="628085" y="2496783"/>
        <a:ext cx="1017405" cy="621379"/>
      </dsp:txXfrm>
    </dsp:sp>
    <dsp:sp modelId="{71578B86-0D09-44BD-BF89-02644D99A01D}">
      <dsp:nvSpPr>
        <dsp:cNvPr id="0" name=""/>
        <dsp:cNvSpPr/>
      </dsp:nvSpPr>
      <dsp:spPr>
        <a:xfrm>
          <a:off x="1994843" y="2289"/>
          <a:ext cx="1320086" cy="660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/>
            <a:t>Unidade 2 - Modelagem Multidimensional</a:t>
          </a:r>
          <a:endParaRPr lang="en-US" sz="1000" kern="1200" dirty="0"/>
        </a:p>
      </dsp:txBody>
      <dsp:txXfrm>
        <a:off x="2014175" y="21621"/>
        <a:ext cx="1281422" cy="621379"/>
      </dsp:txXfrm>
    </dsp:sp>
    <dsp:sp modelId="{6916F169-3151-438D-AC25-B72DAFDC2364}">
      <dsp:nvSpPr>
        <dsp:cNvPr id="0" name=""/>
        <dsp:cNvSpPr/>
      </dsp:nvSpPr>
      <dsp:spPr>
        <a:xfrm>
          <a:off x="2126852" y="662332"/>
          <a:ext cx="132008" cy="495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032"/>
              </a:lnTo>
              <a:lnTo>
                <a:pt x="132008" y="4950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8B6EE4-8ECC-4ED7-A5F0-2BB9085AB385}">
      <dsp:nvSpPr>
        <dsp:cNvPr id="0" name=""/>
        <dsp:cNvSpPr/>
      </dsp:nvSpPr>
      <dsp:spPr>
        <a:xfrm>
          <a:off x="2258861" y="827343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 dirty="0"/>
            <a:t>Análise detalhada da modelagem multidimensional.</a:t>
          </a:r>
          <a:endParaRPr lang="en-US" sz="800" kern="1200" dirty="0"/>
        </a:p>
      </dsp:txBody>
      <dsp:txXfrm>
        <a:off x="2278193" y="846675"/>
        <a:ext cx="1017405" cy="621379"/>
      </dsp:txXfrm>
    </dsp:sp>
    <dsp:sp modelId="{F1E09150-61EE-4BC8-91AE-0DFF454AA1C1}">
      <dsp:nvSpPr>
        <dsp:cNvPr id="0" name=""/>
        <dsp:cNvSpPr/>
      </dsp:nvSpPr>
      <dsp:spPr>
        <a:xfrm>
          <a:off x="2126852" y="662332"/>
          <a:ext cx="132008" cy="132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086"/>
              </a:lnTo>
              <a:lnTo>
                <a:pt x="132008" y="13200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C7F50-C603-4CB3-BDBF-6EF79C3C967A}">
      <dsp:nvSpPr>
        <dsp:cNvPr id="0" name=""/>
        <dsp:cNvSpPr/>
      </dsp:nvSpPr>
      <dsp:spPr>
        <a:xfrm>
          <a:off x="2258861" y="1652397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 dirty="0"/>
            <a:t>Identificação de necessidades de negócios para modelagem multidimensional.</a:t>
          </a:r>
          <a:endParaRPr lang="en-US" sz="800" kern="1200" dirty="0"/>
        </a:p>
      </dsp:txBody>
      <dsp:txXfrm>
        <a:off x="2278193" y="1671729"/>
        <a:ext cx="1017405" cy="621379"/>
      </dsp:txXfrm>
    </dsp:sp>
    <dsp:sp modelId="{A87FAC97-C65B-4950-9A41-8DC0CEA44DD9}">
      <dsp:nvSpPr>
        <dsp:cNvPr id="0" name=""/>
        <dsp:cNvSpPr/>
      </dsp:nvSpPr>
      <dsp:spPr>
        <a:xfrm>
          <a:off x="2126852" y="662332"/>
          <a:ext cx="132008" cy="2145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5140"/>
              </a:lnTo>
              <a:lnTo>
                <a:pt x="132008" y="21451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D4ACEB-90BB-4C1E-8698-36829D4CF7AB}">
      <dsp:nvSpPr>
        <dsp:cNvPr id="0" name=""/>
        <dsp:cNvSpPr/>
      </dsp:nvSpPr>
      <dsp:spPr>
        <a:xfrm>
          <a:off x="2258861" y="2477451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 dirty="0"/>
            <a:t>Técnicas avançadas de modelagem multidimensional.</a:t>
          </a:r>
          <a:endParaRPr lang="en-US" sz="800" kern="1200" dirty="0"/>
        </a:p>
      </dsp:txBody>
      <dsp:txXfrm>
        <a:off x="2278193" y="2496783"/>
        <a:ext cx="1017405" cy="621379"/>
      </dsp:txXfrm>
    </dsp:sp>
    <dsp:sp modelId="{CED01A17-E73F-4AAE-9378-B05987075E6A}">
      <dsp:nvSpPr>
        <dsp:cNvPr id="0" name=""/>
        <dsp:cNvSpPr/>
      </dsp:nvSpPr>
      <dsp:spPr>
        <a:xfrm>
          <a:off x="3644951" y="2289"/>
          <a:ext cx="1320086" cy="660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/>
            <a:t>Unidade 3 - Data Warehouse (DW) e Data Mart (DM)</a:t>
          </a:r>
          <a:endParaRPr lang="en-US" sz="1000" kern="1200"/>
        </a:p>
      </dsp:txBody>
      <dsp:txXfrm>
        <a:off x="3664283" y="21621"/>
        <a:ext cx="1281422" cy="621379"/>
      </dsp:txXfrm>
    </dsp:sp>
    <dsp:sp modelId="{210F10CB-D88F-4064-B216-5ECE3DD0267A}">
      <dsp:nvSpPr>
        <dsp:cNvPr id="0" name=""/>
        <dsp:cNvSpPr/>
      </dsp:nvSpPr>
      <dsp:spPr>
        <a:xfrm>
          <a:off x="3776960" y="662332"/>
          <a:ext cx="132008" cy="495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032"/>
              </a:lnTo>
              <a:lnTo>
                <a:pt x="132008" y="4950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8BBE4B-757D-4795-A8EE-49E81B4E9F64}">
      <dsp:nvSpPr>
        <dsp:cNvPr id="0" name=""/>
        <dsp:cNvSpPr/>
      </dsp:nvSpPr>
      <dsp:spPr>
        <a:xfrm>
          <a:off x="3908969" y="827343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Introdução ao conceito de Data Warehouse.</a:t>
          </a:r>
          <a:endParaRPr lang="en-US" sz="800" kern="1200"/>
        </a:p>
      </dsp:txBody>
      <dsp:txXfrm>
        <a:off x="3928301" y="846675"/>
        <a:ext cx="1017405" cy="621379"/>
      </dsp:txXfrm>
    </dsp:sp>
    <dsp:sp modelId="{FC430564-36EC-4128-92D3-3F6B06DCD49F}">
      <dsp:nvSpPr>
        <dsp:cNvPr id="0" name=""/>
        <dsp:cNvSpPr/>
      </dsp:nvSpPr>
      <dsp:spPr>
        <a:xfrm>
          <a:off x="3776960" y="662332"/>
          <a:ext cx="132008" cy="132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086"/>
              </a:lnTo>
              <a:lnTo>
                <a:pt x="132008" y="13200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D9E1B1-B01F-4EF1-92C6-F5B8438CD756}">
      <dsp:nvSpPr>
        <dsp:cNvPr id="0" name=""/>
        <dsp:cNvSpPr/>
      </dsp:nvSpPr>
      <dsp:spPr>
        <a:xfrm>
          <a:off x="3908969" y="1652397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Funções e importância do Data Mart.</a:t>
          </a:r>
          <a:endParaRPr lang="en-US" sz="800" kern="1200"/>
        </a:p>
      </dsp:txBody>
      <dsp:txXfrm>
        <a:off x="3928301" y="1671729"/>
        <a:ext cx="1017405" cy="621379"/>
      </dsp:txXfrm>
    </dsp:sp>
    <dsp:sp modelId="{A601502C-1E16-4A38-83B9-915C252A891E}">
      <dsp:nvSpPr>
        <dsp:cNvPr id="0" name=""/>
        <dsp:cNvSpPr/>
      </dsp:nvSpPr>
      <dsp:spPr>
        <a:xfrm>
          <a:off x="3776960" y="662332"/>
          <a:ext cx="132008" cy="2145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5140"/>
              </a:lnTo>
              <a:lnTo>
                <a:pt x="132008" y="21451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37E3E-9C21-4914-832B-A1378C13C06E}">
      <dsp:nvSpPr>
        <dsp:cNvPr id="0" name=""/>
        <dsp:cNvSpPr/>
      </dsp:nvSpPr>
      <dsp:spPr>
        <a:xfrm>
          <a:off x="3908969" y="2477451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Arquiteturas de Data Warehouse e Data Mart.</a:t>
          </a:r>
          <a:endParaRPr lang="en-US" sz="800" kern="1200"/>
        </a:p>
      </dsp:txBody>
      <dsp:txXfrm>
        <a:off x="3928301" y="2496783"/>
        <a:ext cx="1017405" cy="621379"/>
      </dsp:txXfrm>
    </dsp:sp>
    <dsp:sp modelId="{282464BB-AD5A-46ED-8681-51A352A3B1EC}">
      <dsp:nvSpPr>
        <dsp:cNvPr id="0" name=""/>
        <dsp:cNvSpPr/>
      </dsp:nvSpPr>
      <dsp:spPr>
        <a:xfrm>
          <a:off x="5295059" y="2289"/>
          <a:ext cx="1320086" cy="660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/>
            <a:t>Unidade 4 - Ferramentas OLAP e ETL</a:t>
          </a:r>
          <a:endParaRPr lang="en-US" sz="1000" kern="1200" dirty="0"/>
        </a:p>
      </dsp:txBody>
      <dsp:txXfrm>
        <a:off x="5314391" y="21621"/>
        <a:ext cx="1281422" cy="621379"/>
      </dsp:txXfrm>
    </dsp:sp>
    <dsp:sp modelId="{4F36CF3C-9463-4774-B2CA-CEBB704F8519}">
      <dsp:nvSpPr>
        <dsp:cNvPr id="0" name=""/>
        <dsp:cNvSpPr/>
      </dsp:nvSpPr>
      <dsp:spPr>
        <a:xfrm>
          <a:off x="5427068" y="662332"/>
          <a:ext cx="132008" cy="495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032"/>
              </a:lnTo>
              <a:lnTo>
                <a:pt x="132008" y="4950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700CA7-1399-4D03-920E-4B176B9ED42F}">
      <dsp:nvSpPr>
        <dsp:cNvPr id="0" name=""/>
        <dsp:cNvSpPr/>
      </dsp:nvSpPr>
      <dsp:spPr>
        <a:xfrm>
          <a:off x="5559077" y="827343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Compreensão das ferramentas OLAP (Online Analytical Processing).</a:t>
          </a:r>
          <a:endParaRPr lang="en-US" sz="800" kern="1200"/>
        </a:p>
      </dsp:txBody>
      <dsp:txXfrm>
        <a:off x="5578409" y="846675"/>
        <a:ext cx="1017405" cy="621379"/>
      </dsp:txXfrm>
    </dsp:sp>
    <dsp:sp modelId="{72D31EDF-40A6-4632-BE39-8BE412E458D1}">
      <dsp:nvSpPr>
        <dsp:cNvPr id="0" name=""/>
        <dsp:cNvSpPr/>
      </dsp:nvSpPr>
      <dsp:spPr>
        <a:xfrm>
          <a:off x="5427068" y="662332"/>
          <a:ext cx="132008" cy="132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086"/>
              </a:lnTo>
              <a:lnTo>
                <a:pt x="132008" y="13200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FBBFD6-C480-4CEE-8517-89E37ABC92D8}">
      <dsp:nvSpPr>
        <dsp:cNvPr id="0" name=""/>
        <dsp:cNvSpPr/>
      </dsp:nvSpPr>
      <dsp:spPr>
        <a:xfrm>
          <a:off x="5559077" y="1652397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Funcionalidades e tipos de ferramentas OLAP.</a:t>
          </a:r>
          <a:endParaRPr lang="en-US" sz="800" kern="1200"/>
        </a:p>
      </dsp:txBody>
      <dsp:txXfrm>
        <a:off x="5578409" y="1671729"/>
        <a:ext cx="1017405" cy="621379"/>
      </dsp:txXfrm>
    </dsp:sp>
    <dsp:sp modelId="{97229046-CB30-4928-B40C-2DB542FB6F87}">
      <dsp:nvSpPr>
        <dsp:cNvPr id="0" name=""/>
        <dsp:cNvSpPr/>
      </dsp:nvSpPr>
      <dsp:spPr>
        <a:xfrm>
          <a:off x="5427068" y="662332"/>
          <a:ext cx="132008" cy="2145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5140"/>
              </a:lnTo>
              <a:lnTo>
                <a:pt x="132008" y="21451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C4594C-2F8A-4BAE-8BEF-D802DD2843F8}">
      <dsp:nvSpPr>
        <dsp:cNvPr id="0" name=""/>
        <dsp:cNvSpPr/>
      </dsp:nvSpPr>
      <dsp:spPr>
        <a:xfrm>
          <a:off x="5559077" y="2477451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Introdução às ferramentas ETL (Extract, Transform, Load).</a:t>
          </a:r>
          <a:endParaRPr lang="en-US" sz="800" kern="1200"/>
        </a:p>
      </dsp:txBody>
      <dsp:txXfrm>
        <a:off x="5578409" y="2496783"/>
        <a:ext cx="1017405" cy="621379"/>
      </dsp:txXfrm>
    </dsp:sp>
    <dsp:sp modelId="{6C203615-F760-4BAD-A913-E5CA273A9EED}">
      <dsp:nvSpPr>
        <dsp:cNvPr id="0" name=""/>
        <dsp:cNvSpPr/>
      </dsp:nvSpPr>
      <dsp:spPr>
        <a:xfrm>
          <a:off x="5427068" y="662332"/>
          <a:ext cx="132008" cy="297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0194"/>
              </a:lnTo>
              <a:lnTo>
                <a:pt x="132008" y="29701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A6B62C-7EE0-4CC6-9562-80DFA3CA31D0}">
      <dsp:nvSpPr>
        <dsp:cNvPr id="0" name=""/>
        <dsp:cNvSpPr/>
      </dsp:nvSpPr>
      <dsp:spPr>
        <a:xfrm>
          <a:off x="5559077" y="3302505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Processos de extração, transformação e carga de dados.</a:t>
          </a:r>
          <a:endParaRPr lang="en-US" sz="800" kern="1200"/>
        </a:p>
      </dsp:txBody>
      <dsp:txXfrm>
        <a:off x="5578409" y="3321837"/>
        <a:ext cx="1017405" cy="621379"/>
      </dsp:txXfrm>
    </dsp:sp>
    <dsp:sp modelId="{03EB6BF9-4602-4320-A933-CDC565E6C7F7}">
      <dsp:nvSpPr>
        <dsp:cNvPr id="0" name=""/>
        <dsp:cNvSpPr/>
      </dsp:nvSpPr>
      <dsp:spPr>
        <a:xfrm>
          <a:off x="6945167" y="2289"/>
          <a:ext cx="1320086" cy="660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/>
            <a:t>Unidade 5 - Projeto e Implementação de Banco de Dados Multidimensional</a:t>
          </a:r>
          <a:endParaRPr lang="en-US" sz="1000" kern="1200"/>
        </a:p>
      </dsp:txBody>
      <dsp:txXfrm>
        <a:off x="6964499" y="21621"/>
        <a:ext cx="1281422" cy="621379"/>
      </dsp:txXfrm>
    </dsp:sp>
    <dsp:sp modelId="{D0C71F77-1A33-430A-93FF-FE3E988D551F}">
      <dsp:nvSpPr>
        <dsp:cNvPr id="0" name=""/>
        <dsp:cNvSpPr/>
      </dsp:nvSpPr>
      <dsp:spPr>
        <a:xfrm>
          <a:off x="7077176" y="662332"/>
          <a:ext cx="132008" cy="495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032"/>
              </a:lnTo>
              <a:lnTo>
                <a:pt x="132008" y="4950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6AB0A5-7FD8-4628-8161-F959A09A5C67}">
      <dsp:nvSpPr>
        <dsp:cNvPr id="0" name=""/>
        <dsp:cNvSpPr/>
      </dsp:nvSpPr>
      <dsp:spPr>
        <a:xfrm>
          <a:off x="7209184" y="827343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Metodologias de projeto para banco de dados multidimensionais.</a:t>
          </a:r>
          <a:endParaRPr lang="en-US" sz="800" kern="1200"/>
        </a:p>
      </dsp:txBody>
      <dsp:txXfrm>
        <a:off x="7228516" y="846675"/>
        <a:ext cx="1017405" cy="621379"/>
      </dsp:txXfrm>
    </dsp:sp>
    <dsp:sp modelId="{C42B1138-5A2D-4D59-B7F4-DB6387B525C8}">
      <dsp:nvSpPr>
        <dsp:cNvPr id="0" name=""/>
        <dsp:cNvSpPr/>
      </dsp:nvSpPr>
      <dsp:spPr>
        <a:xfrm>
          <a:off x="7077176" y="662332"/>
          <a:ext cx="132008" cy="132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086"/>
              </a:lnTo>
              <a:lnTo>
                <a:pt x="132008" y="13200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D098EA-8CA2-4C2F-BC10-5FFCCA009CB9}">
      <dsp:nvSpPr>
        <dsp:cNvPr id="0" name=""/>
        <dsp:cNvSpPr/>
      </dsp:nvSpPr>
      <dsp:spPr>
        <a:xfrm>
          <a:off x="7209184" y="1652397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Desenvolvimento de modelos multidimensionais.</a:t>
          </a:r>
          <a:endParaRPr lang="en-US" sz="800" kern="1200"/>
        </a:p>
      </dsp:txBody>
      <dsp:txXfrm>
        <a:off x="7228516" y="1671729"/>
        <a:ext cx="1017405" cy="621379"/>
      </dsp:txXfrm>
    </dsp:sp>
    <dsp:sp modelId="{630A13C9-7C5F-4E0F-93A0-1C4A1942E7F8}">
      <dsp:nvSpPr>
        <dsp:cNvPr id="0" name=""/>
        <dsp:cNvSpPr/>
      </dsp:nvSpPr>
      <dsp:spPr>
        <a:xfrm>
          <a:off x="7077176" y="662332"/>
          <a:ext cx="132008" cy="2145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5140"/>
              </a:lnTo>
              <a:lnTo>
                <a:pt x="132008" y="21451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78C47-0400-4259-B0BE-CD6DFEE2E44E}">
      <dsp:nvSpPr>
        <dsp:cNvPr id="0" name=""/>
        <dsp:cNvSpPr/>
      </dsp:nvSpPr>
      <dsp:spPr>
        <a:xfrm>
          <a:off x="7209184" y="2477451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Implementação prática de um projeto de banco de dados multidimensional.</a:t>
          </a:r>
          <a:endParaRPr lang="en-US" sz="800" kern="1200"/>
        </a:p>
      </dsp:txBody>
      <dsp:txXfrm>
        <a:off x="7228516" y="2496783"/>
        <a:ext cx="1017405" cy="621379"/>
      </dsp:txXfrm>
    </dsp:sp>
    <dsp:sp modelId="{7DFA26A2-A0F8-4C96-8C07-8D30A9B7AEB2}">
      <dsp:nvSpPr>
        <dsp:cNvPr id="0" name=""/>
        <dsp:cNvSpPr/>
      </dsp:nvSpPr>
      <dsp:spPr>
        <a:xfrm>
          <a:off x="7077176" y="662332"/>
          <a:ext cx="132008" cy="297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0194"/>
              </a:lnTo>
              <a:lnTo>
                <a:pt x="132008" y="29701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37D3FD-8364-4519-A796-B4883184ADB5}">
      <dsp:nvSpPr>
        <dsp:cNvPr id="0" name=""/>
        <dsp:cNvSpPr/>
      </dsp:nvSpPr>
      <dsp:spPr>
        <a:xfrm>
          <a:off x="7209184" y="3302505"/>
          <a:ext cx="1056069" cy="660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kern="1200"/>
            <a:t>Considerações de desempenho e otimização em bancos de dados multidimensionais.</a:t>
          </a:r>
          <a:endParaRPr lang="en-US" sz="800" kern="1200"/>
        </a:p>
      </dsp:txBody>
      <dsp:txXfrm>
        <a:off x="7228516" y="3321837"/>
        <a:ext cx="1017405" cy="621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E4A34-8DE2-42EC-8073-5C13B9929A4A}">
      <dsp:nvSpPr>
        <dsp:cNvPr id="0" name=""/>
        <dsp:cNvSpPr/>
      </dsp:nvSpPr>
      <dsp:spPr>
        <a:xfrm>
          <a:off x="0" y="0"/>
          <a:ext cx="5304719" cy="701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198C2-5D3A-4698-BD7F-CE3180CF7D1F}">
      <dsp:nvSpPr>
        <dsp:cNvPr id="0" name=""/>
        <dsp:cNvSpPr/>
      </dsp:nvSpPr>
      <dsp:spPr>
        <a:xfrm>
          <a:off x="212173" y="159199"/>
          <a:ext cx="385770" cy="385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FA3E0-9F8A-415D-B8FD-2A3480A6856A}">
      <dsp:nvSpPr>
        <dsp:cNvPr id="0" name=""/>
        <dsp:cNvSpPr/>
      </dsp:nvSpPr>
      <dsp:spPr>
        <a:xfrm>
          <a:off x="810118" y="1383"/>
          <a:ext cx="4494600" cy="701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32" tIns="74232" rIns="74232" bIns="7423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dirty="0"/>
            <a:t>Explorar os conceitos de modelagem multidimensional.</a:t>
          </a:r>
          <a:endParaRPr lang="en-US" sz="1400" kern="1200" dirty="0"/>
        </a:p>
      </dsp:txBody>
      <dsp:txXfrm>
        <a:off x="810118" y="1383"/>
        <a:ext cx="4494600" cy="701401"/>
      </dsp:txXfrm>
    </dsp:sp>
    <dsp:sp modelId="{FB5B267A-F526-41DA-83A0-8BBA47AD7999}">
      <dsp:nvSpPr>
        <dsp:cNvPr id="0" name=""/>
        <dsp:cNvSpPr/>
      </dsp:nvSpPr>
      <dsp:spPr>
        <a:xfrm>
          <a:off x="0" y="878135"/>
          <a:ext cx="5304719" cy="701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16D87-BA0C-4961-8C37-3E4E8F0D5A94}">
      <dsp:nvSpPr>
        <dsp:cNvPr id="0" name=""/>
        <dsp:cNvSpPr/>
      </dsp:nvSpPr>
      <dsp:spPr>
        <a:xfrm>
          <a:off x="212173" y="1035950"/>
          <a:ext cx="385770" cy="385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2FD85-0CB1-4C82-AA8F-DEAB164CB1AD}">
      <dsp:nvSpPr>
        <dsp:cNvPr id="0" name=""/>
        <dsp:cNvSpPr/>
      </dsp:nvSpPr>
      <dsp:spPr>
        <a:xfrm>
          <a:off x="810118" y="878135"/>
          <a:ext cx="4494600" cy="701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32" tIns="74232" rIns="74232" bIns="7423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/>
            <a:t>Identificar as necessidades de negócios para a modelagem multidimensional.</a:t>
          </a:r>
          <a:endParaRPr lang="en-US" sz="1400" kern="1200"/>
        </a:p>
      </dsp:txBody>
      <dsp:txXfrm>
        <a:off x="810118" y="878135"/>
        <a:ext cx="4494600" cy="701401"/>
      </dsp:txXfrm>
    </dsp:sp>
    <dsp:sp modelId="{CFF3DA18-E265-48E9-996B-22336CD62282}">
      <dsp:nvSpPr>
        <dsp:cNvPr id="0" name=""/>
        <dsp:cNvSpPr/>
      </dsp:nvSpPr>
      <dsp:spPr>
        <a:xfrm>
          <a:off x="0" y="1754887"/>
          <a:ext cx="5304719" cy="701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998D9-F44D-4D2F-B43A-906AFB33AA36}">
      <dsp:nvSpPr>
        <dsp:cNvPr id="0" name=""/>
        <dsp:cNvSpPr/>
      </dsp:nvSpPr>
      <dsp:spPr>
        <a:xfrm>
          <a:off x="212173" y="1912702"/>
          <a:ext cx="385770" cy="385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93A24-ADE5-498F-B8DB-14E7F2F9FF8D}">
      <dsp:nvSpPr>
        <dsp:cNvPr id="0" name=""/>
        <dsp:cNvSpPr/>
      </dsp:nvSpPr>
      <dsp:spPr>
        <a:xfrm>
          <a:off x="810118" y="1754887"/>
          <a:ext cx="4494600" cy="701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32" tIns="74232" rIns="74232" bIns="7423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/>
            <a:t>Apresentar e familiarizar os alunos com a ferramenta Power BI.</a:t>
          </a:r>
          <a:endParaRPr lang="en-US" sz="1400" kern="1200"/>
        </a:p>
      </dsp:txBody>
      <dsp:txXfrm>
        <a:off x="810118" y="1754887"/>
        <a:ext cx="4494600" cy="701401"/>
      </dsp:txXfrm>
    </dsp:sp>
    <dsp:sp modelId="{3E8FF9CC-8E34-42F0-BF40-5C056C434B4D}">
      <dsp:nvSpPr>
        <dsp:cNvPr id="0" name=""/>
        <dsp:cNvSpPr/>
      </dsp:nvSpPr>
      <dsp:spPr>
        <a:xfrm>
          <a:off x="0" y="2631638"/>
          <a:ext cx="5304719" cy="701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FA7C8-AD53-4077-A516-89E56B3782E5}">
      <dsp:nvSpPr>
        <dsp:cNvPr id="0" name=""/>
        <dsp:cNvSpPr/>
      </dsp:nvSpPr>
      <dsp:spPr>
        <a:xfrm>
          <a:off x="212173" y="2789454"/>
          <a:ext cx="385770" cy="385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ECBE-BCEF-4C2E-BE84-20DD2B858204}">
      <dsp:nvSpPr>
        <dsp:cNvPr id="0" name=""/>
        <dsp:cNvSpPr/>
      </dsp:nvSpPr>
      <dsp:spPr>
        <a:xfrm>
          <a:off x="810118" y="2631638"/>
          <a:ext cx="4494600" cy="701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32" tIns="74232" rIns="74232" bIns="7423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/>
            <a:t>Realizar uma dinâmica prática utilizando dados do IBGE para criar uma modelagem dos dados no Power BI.</a:t>
          </a:r>
          <a:endParaRPr lang="en-US" sz="1400" kern="1200"/>
        </a:p>
      </dsp:txBody>
      <dsp:txXfrm>
        <a:off x="810118" y="2631638"/>
        <a:ext cx="4494600" cy="701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19C36-F6A5-4318-93BD-D9635FE9C417}">
      <dsp:nvSpPr>
        <dsp:cNvPr id="0" name=""/>
        <dsp:cNvSpPr/>
      </dsp:nvSpPr>
      <dsp:spPr>
        <a:xfrm>
          <a:off x="0" y="141920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Relembrando</a:t>
          </a:r>
          <a:r>
            <a:rPr lang="en-US" sz="1400" kern="1200" dirty="0"/>
            <a:t> </a:t>
          </a:r>
          <a:r>
            <a:rPr lang="en-US" sz="1400" kern="1200" dirty="0" err="1"/>
            <a:t>conceitos</a:t>
          </a:r>
          <a:r>
            <a:rPr lang="en-US" sz="1400" kern="1200" dirty="0"/>
            <a:t> BI</a:t>
          </a:r>
        </a:p>
      </dsp:txBody>
      <dsp:txXfrm>
        <a:off x="27287" y="169207"/>
        <a:ext cx="3539904" cy="504393"/>
      </dsp:txXfrm>
    </dsp:sp>
    <dsp:sp modelId="{14323712-1F34-4325-B878-1D337CBBB53B}">
      <dsp:nvSpPr>
        <dsp:cNvPr id="0" name=""/>
        <dsp:cNvSpPr/>
      </dsp:nvSpPr>
      <dsp:spPr>
        <a:xfrm>
          <a:off x="0" y="741208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dirty="0">
              <a:effectLst/>
              <a:latin typeface="Söhne"/>
            </a:rPr>
            <a:t>Conceitos básicos de modelagem multidimensional.</a:t>
          </a:r>
          <a:endParaRPr lang="en-US" sz="1400" kern="1200" dirty="0"/>
        </a:p>
      </dsp:txBody>
      <dsp:txXfrm>
        <a:off x="27287" y="768495"/>
        <a:ext cx="3539904" cy="504393"/>
      </dsp:txXfrm>
    </dsp:sp>
    <dsp:sp modelId="{D85F5BA0-C5D5-4CDD-A12F-4FAF175B9A32}">
      <dsp:nvSpPr>
        <dsp:cNvPr id="0" name=""/>
        <dsp:cNvSpPr/>
      </dsp:nvSpPr>
      <dsp:spPr>
        <a:xfrm>
          <a:off x="0" y="1340495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dirty="0"/>
            <a:t>Base de Dados Abertos </a:t>
          </a:r>
          <a:endParaRPr lang="en-US" sz="1400" kern="1200" dirty="0"/>
        </a:p>
      </dsp:txBody>
      <dsp:txXfrm>
        <a:off x="27287" y="1367782"/>
        <a:ext cx="3539904" cy="504393"/>
      </dsp:txXfrm>
    </dsp:sp>
    <dsp:sp modelId="{17BB71F3-8794-4285-87EF-7B86C752F067}">
      <dsp:nvSpPr>
        <dsp:cNvPr id="0" name=""/>
        <dsp:cNvSpPr/>
      </dsp:nvSpPr>
      <dsp:spPr>
        <a:xfrm>
          <a:off x="0" y="1939783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dirty="0"/>
            <a:t>Power BI: Visão Geral</a:t>
          </a:r>
          <a:endParaRPr lang="en-US" sz="1400" kern="1200" dirty="0"/>
        </a:p>
      </dsp:txBody>
      <dsp:txXfrm>
        <a:off x="27287" y="1967070"/>
        <a:ext cx="3539904" cy="504393"/>
      </dsp:txXfrm>
    </dsp:sp>
    <dsp:sp modelId="{7A1A8421-099E-4850-BC1E-6B71F94C7639}">
      <dsp:nvSpPr>
        <dsp:cNvPr id="0" name=""/>
        <dsp:cNvSpPr/>
      </dsp:nvSpPr>
      <dsp:spPr>
        <a:xfrm>
          <a:off x="0" y="2539070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dirty="0"/>
            <a:t>Dinâmica com Dados do IBGE</a:t>
          </a:r>
          <a:endParaRPr lang="pt-BR" sz="1400" b="0" i="0" kern="1200" dirty="0">
            <a:effectLst/>
            <a:latin typeface="Söhne"/>
          </a:endParaRPr>
        </a:p>
      </dsp:txBody>
      <dsp:txXfrm>
        <a:off x="27287" y="2566357"/>
        <a:ext cx="3539904" cy="504393"/>
      </dsp:txXfrm>
    </dsp:sp>
    <dsp:sp modelId="{3734730E-FA75-4527-A2F4-8F12C973677D}">
      <dsp:nvSpPr>
        <dsp:cNvPr id="0" name=""/>
        <dsp:cNvSpPr/>
      </dsp:nvSpPr>
      <dsp:spPr>
        <a:xfrm>
          <a:off x="0" y="3138358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dirty="0">
              <a:effectLst/>
              <a:latin typeface="Söhne"/>
            </a:rPr>
            <a:t>Sumário trabalho</a:t>
          </a:r>
        </a:p>
      </dsp:txBody>
      <dsp:txXfrm>
        <a:off x="27287" y="3165645"/>
        <a:ext cx="3539904" cy="504393"/>
      </dsp:txXfrm>
    </dsp:sp>
    <dsp:sp modelId="{59BE45B8-7E73-4C11-BD92-880054B2A32F}">
      <dsp:nvSpPr>
        <dsp:cNvPr id="0" name=""/>
        <dsp:cNvSpPr/>
      </dsp:nvSpPr>
      <dsp:spPr>
        <a:xfrm>
          <a:off x="0" y="3737645"/>
          <a:ext cx="3594478" cy="558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dirty="0">
              <a:effectLst/>
              <a:latin typeface="Söhne"/>
            </a:rPr>
            <a:t>Considerações finais</a:t>
          </a:r>
        </a:p>
      </dsp:txBody>
      <dsp:txXfrm>
        <a:off x="27287" y="3764932"/>
        <a:ext cx="3539904" cy="5043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74A7F-E43A-44D0-8DA3-4FF80BA923B3}">
      <dsp:nvSpPr>
        <dsp:cNvPr id="0" name=""/>
        <dsp:cNvSpPr/>
      </dsp:nvSpPr>
      <dsp:spPr>
        <a:xfrm>
          <a:off x="1000" y="83237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33A05-0494-461C-9351-7F4AC36B0A2A}">
      <dsp:nvSpPr>
        <dsp:cNvPr id="0" name=""/>
        <dsp:cNvSpPr/>
      </dsp:nvSpPr>
      <dsp:spPr>
        <a:xfrm>
          <a:off x="391184" y="453912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200" kern="1200"/>
            <a:t>Fato</a:t>
          </a:r>
          <a:endParaRPr lang="en-US" sz="5200" kern="1200"/>
        </a:p>
      </dsp:txBody>
      <dsp:txXfrm>
        <a:off x="456496" y="519224"/>
        <a:ext cx="3381034" cy="2099279"/>
      </dsp:txXfrm>
    </dsp:sp>
    <dsp:sp modelId="{8DE878F7-4C76-42A5-858F-587FE3DF1C7D}">
      <dsp:nvSpPr>
        <dsp:cNvPr id="0" name=""/>
        <dsp:cNvSpPr/>
      </dsp:nvSpPr>
      <dsp:spPr>
        <a:xfrm>
          <a:off x="4293027" y="83237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FC741-E31C-4F0F-80A2-722C918BDCEA}">
      <dsp:nvSpPr>
        <dsp:cNvPr id="0" name=""/>
        <dsp:cNvSpPr/>
      </dsp:nvSpPr>
      <dsp:spPr>
        <a:xfrm>
          <a:off x="4683211" y="453912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200" kern="1200"/>
            <a:t>Dimensão</a:t>
          </a:r>
          <a:endParaRPr lang="en-US" sz="5200" kern="1200"/>
        </a:p>
      </dsp:txBody>
      <dsp:txXfrm>
        <a:off x="4748523" y="519224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26D17-A193-4508-94B4-F3D4D644A8D3}">
      <dsp:nvSpPr>
        <dsp:cNvPr id="0" name=""/>
        <dsp:cNvSpPr/>
      </dsp:nvSpPr>
      <dsp:spPr>
        <a:xfrm>
          <a:off x="5073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560D5-2788-45C9-9CC2-BA647790B057}">
      <dsp:nvSpPr>
        <dsp:cNvPr id="0" name=""/>
        <dsp:cNvSpPr/>
      </dsp:nvSpPr>
      <dsp:spPr>
        <a:xfrm>
          <a:off x="5073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A tabela fato é a principal tabela do Data Warehouse, ela vai conectar nas dimensões.</a:t>
          </a:r>
          <a:endParaRPr lang="en-US" sz="1400" kern="1200"/>
        </a:p>
      </dsp:txBody>
      <dsp:txXfrm>
        <a:off x="5073" y="741875"/>
        <a:ext cx="1048418" cy="1906149"/>
      </dsp:txXfrm>
    </dsp:sp>
    <dsp:sp modelId="{2D61201B-1431-4C5B-A1D2-DAFB87C7BACE}">
      <dsp:nvSpPr>
        <dsp:cNvPr id="0" name=""/>
        <dsp:cNvSpPr/>
      </dsp:nvSpPr>
      <dsp:spPr>
        <a:xfrm>
          <a:off x="5073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462331-6752-49AB-953A-DAD8872837D3}">
      <dsp:nvSpPr>
        <dsp:cNvPr id="0" name=""/>
        <dsp:cNvSpPr/>
      </dsp:nvSpPr>
      <dsp:spPr>
        <a:xfrm>
          <a:off x="1236964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7EE1D-813D-4DF5-AB68-373518C5ED74}">
      <dsp:nvSpPr>
        <dsp:cNvPr id="0" name=""/>
        <dsp:cNvSpPr/>
      </dsp:nvSpPr>
      <dsp:spPr>
        <a:xfrm>
          <a:off x="1236964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 dirty="0"/>
            <a:t>Nessa tabela são armazenadas duas coisas:</a:t>
          </a:r>
          <a:endParaRPr lang="en-US" sz="1400" kern="1200" dirty="0"/>
        </a:p>
      </dsp:txBody>
      <dsp:txXfrm>
        <a:off x="1236964" y="741875"/>
        <a:ext cx="1048418" cy="1906149"/>
      </dsp:txXfrm>
    </dsp:sp>
    <dsp:sp modelId="{153B34C9-0826-4C93-ACA1-C25714CAAB83}">
      <dsp:nvSpPr>
        <dsp:cNvPr id="0" name=""/>
        <dsp:cNvSpPr/>
      </dsp:nvSpPr>
      <dsp:spPr>
        <a:xfrm>
          <a:off x="1215492" y="1946149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as </a:t>
          </a:r>
          <a:r>
            <a:rPr lang="pt-BR" sz="1100" b="1" kern="1200" dirty="0"/>
            <a:t>métricas</a:t>
          </a:r>
          <a:r>
            <a:rPr lang="pt-BR" sz="1100" kern="1200" dirty="0"/>
            <a:t>, que são os fatos propriamente ditos;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e as </a:t>
          </a:r>
          <a:r>
            <a:rPr lang="pt-BR" sz="1100" b="1" kern="1200"/>
            <a:t>foreign keys</a:t>
          </a:r>
          <a:r>
            <a:rPr lang="pt-BR" sz="1100" kern="1200"/>
            <a:t>, chaves que servem para ligar os dados das dimensões com a fato.</a:t>
          </a:r>
          <a:endParaRPr lang="en-US" sz="1100" kern="1200"/>
        </a:p>
      </dsp:txBody>
      <dsp:txXfrm>
        <a:off x="1215492" y="1946149"/>
        <a:ext cx="1048418" cy="990181"/>
      </dsp:txXfrm>
    </dsp:sp>
    <dsp:sp modelId="{94AD588F-2889-4C5A-9104-293A5037FCB0}">
      <dsp:nvSpPr>
        <dsp:cNvPr id="0" name=""/>
        <dsp:cNvSpPr/>
      </dsp:nvSpPr>
      <dsp:spPr>
        <a:xfrm>
          <a:off x="2468855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D37C2-9B72-4D01-BA4E-78CB18B0EF1A}">
      <dsp:nvSpPr>
        <dsp:cNvPr id="0" name=""/>
        <dsp:cNvSpPr/>
      </dsp:nvSpPr>
      <dsp:spPr>
        <a:xfrm>
          <a:off x="2468855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A Fato armazena as medições necessárias para avaliar o assunto pretendido. </a:t>
          </a:r>
          <a:endParaRPr lang="en-US" sz="1400" kern="1200"/>
        </a:p>
      </dsp:txBody>
      <dsp:txXfrm>
        <a:off x="2468855" y="741875"/>
        <a:ext cx="1048418" cy="1906149"/>
      </dsp:txXfrm>
    </dsp:sp>
    <dsp:sp modelId="{C8E91914-E203-4AD6-8AE0-5ACD4FDBEEAE}">
      <dsp:nvSpPr>
        <dsp:cNvPr id="0" name=""/>
        <dsp:cNvSpPr/>
      </dsp:nvSpPr>
      <dsp:spPr>
        <a:xfrm>
          <a:off x="2468855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1DF8D-0E42-4512-A394-6EF7F2729875}">
      <dsp:nvSpPr>
        <dsp:cNvPr id="0" name=""/>
        <dsp:cNvSpPr/>
      </dsp:nvSpPr>
      <dsp:spPr>
        <a:xfrm>
          <a:off x="3700746" y="278488"/>
          <a:ext cx="366946" cy="3159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82C3A-52E2-4783-A277-427638F96018}">
      <dsp:nvSpPr>
        <dsp:cNvPr id="0" name=""/>
        <dsp:cNvSpPr/>
      </dsp:nvSpPr>
      <dsp:spPr>
        <a:xfrm>
          <a:off x="3700746" y="741875"/>
          <a:ext cx="1048418" cy="1906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kern="1200"/>
            <a:t>O conteúdo histórico no DW, contendo longo período de tempo, ficam depositadas na Fato.</a:t>
          </a:r>
          <a:endParaRPr lang="en-US" sz="1400" kern="1200"/>
        </a:p>
      </dsp:txBody>
      <dsp:txXfrm>
        <a:off x="3700746" y="741875"/>
        <a:ext cx="1048418" cy="1906149"/>
      </dsp:txXfrm>
    </dsp:sp>
    <dsp:sp modelId="{D8747041-1A1C-4C64-8ECF-4EC788598813}">
      <dsp:nvSpPr>
        <dsp:cNvPr id="0" name=""/>
        <dsp:cNvSpPr/>
      </dsp:nvSpPr>
      <dsp:spPr>
        <a:xfrm>
          <a:off x="3700746" y="2716590"/>
          <a:ext cx="1048418" cy="99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9EFEB-4BBA-4FFD-8196-7725FFFBF90C}">
      <dsp:nvSpPr>
        <dsp:cNvPr id="0" name=""/>
        <dsp:cNvSpPr/>
      </dsp:nvSpPr>
      <dsp:spPr>
        <a:xfrm>
          <a:off x="0" y="2962"/>
          <a:ext cx="7886700" cy="9341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F27EA-AF33-47D0-948A-D5A0F448262B}">
      <dsp:nvSpPr>
        <dsp:cNvPr id="0" name=""/>
        <dsp:cNvSpPr/>
      </dsp:nvSpPr>
      <dsp:spPr>
        <a:xfrm>
          <a:off x="293975" y="213141"/>
          <a:ext cx="514273" cy="513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9AD57-6E89-434D-8AA0-50B27DE92B25}">
      <dsp:nvSpPr>
        <dsp:cNvPr id="0" name=""/>
        <dsp:cNvSpPr/>
      </dsp:nvSpPr>
      <dsp:spPr>
        <a:xfrm>
          <a:off x="1079422" y="296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É um </a:t>
          </a:r>
          <a:r>
            <a:rPr lang="pt-BR" sz="1400" kern="1200">
              <a:hlinkClick xmlns:r="http://schemas.openxmlformats.org/officeDocument/2006/relationships" r:id="rId3"/>
            </a:rPr>
            <a:t>complemento</a:t>
          </a:r>
          <a:r>
            <a:rPr lang="pt-BR" sz="1400" kern="1200"/>
            <a:t> desenvolvido a partir da versão do Excel 2010 e agora por padrão na versão 2016 como </a:t>
          </a:r>
          <a:r>
            <a:rPr lang="pt-BR" sz="1400" b="1" kern="1200"/>
            <a:t>Get &amp; Transform</a:t>
          </a:r>
          <a:r>
            <a:rPr lang="pt-BR" sz="1400" kern="1200"/>
            <a:t>.</a:t>
          </a:r>
          <a:endParaRPr lang="en-US" sz="1400" kern="1200"/>
        </a:p>
      </dsp:txBody>
      <dsp:txXfrm>
        <a:off x="1079422" y="2962"/>
        <a:ext cx="6764986" cy="935042"/>
      </dsp:txXfrm>
    </dsp:sp>
    <dsp:sp modelId="{D4AC5DD2-57F1-42EB-AD27-2547618672ED}">
      <dsp:nvSpPr>
        <dsp:cNvPr id="0" name=""/>
        <dsp:cNvSpPr/>
      </dsp:nvSpPr>
      <dsp:spPr>
        <a:xfrm>
          <a:off x="0" y="1164682"/>
          <a:ext cx="7886700" cy="9341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6CB83-D148-4251-9A20-ABF393A97913}">
      <dsp:nvSpPr>
        <dsp:cNvPr id="0" name=""/>
        <dsp:cNvSpPr/>
      </dsp:nvSpPr>
      <dsp:spPr>
        <a:xfrm>
          <a:off x="282574" y="1374861"/>
          <a:ext cx="514273" cy="51377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01B50-CA48-422A-9851-D85E6264D04A}">
      <dsp:nvSpPr>
        <dsp:cNvPr id="0" name=""/>
        <dsp:cNvSpPr/>
      </dsp:nvSpPr>
      <dsp:spPr>
        <a:xfrm>
          <a:off x="1079422" y="116468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Faz parte da proposta da Microsoft para o desenvolvimento do ETL por meio de sua sigla em inglês (Extract, Transform, Load) (Extract, Transform, Upload),</a:t>
          </a:r>
          <a:r>
            <a:rPr lang="pt-BR" sz="1400" kern="1200"/>
            <a:t> muito consistente com a situação da análise de grandes volumes de informações para qualquer setor econômico e social.</a:t>
          </a:r>
          <a:endParaRPr lang="en-US" sz="1400" kern="1200"/>
        </a:p>
      </dsp:txBody>
      <dsp:txXfrm>
        <a:off x="1079422" y="1164682"/>
        <a:ext cx="6764986" cy="935042"/>
      </dsp:txXfrm>
    </dsp:sp>
    <dsp:sp modelId="{A0DA1C81-703A-4987-A44B-5E43698EBAF8}">
      <dsp:nvSpPr>
        <dsp:cNvPr id="0" name=""/>
        <dsp:cNvSpPr/>
      </dsp:nvSpPr>
      <dsp:spPr>
        <a:xfrm>
          <a:off x="0" y="2326402"/>
          <a:ext cx="7886700" cy="93412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80100-E3D1-49FB-AD0F-8C8B31E1030C}">
      <dsp:nvSpPr>
        <dsp:cNvPr id="0" name=""/>
        <dsp:cNvSpPr/>
      </dsp:nvSpPr>
      <dsp:spPr>
        <a:xfrm>
          <a:off x="282574" y="2536581"/>
          <a:ext cx="514273" cy="51377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3548E-4356-4247-8E9B-4F24D24FAE7A}">
      <dsp:nvSpPr>
        <dsp:cNvPr id="0" name=""/>
        <dsp:cNvSpPr/>
      </dsp:nvSpPr>
      <dsp:spPr>
        <a:xfrm>
          <a:off x="1079422" y="232640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O Power Query permite conectar o Excel com múltiplas fontes de informações e transformá-las intuitivamente no</a:t>
          </a:r>
          <a:r>
            <a:rPr lang="pt-BR" sz="1400" kern="1200"/>
            <a:t> </a:t>
          </a:r>
          <a:r>
            <a:rPr lang="pt-BR" sz="1400" b="1" kern="1200"/>
            <a:t>Query Editor</a:t>
          </a:r>
          <a:r>
            <a:rPr lang="pt-BR" sz="1400" kern="1200"/>
            <a:t>. Há uma quantidade considerável de ferramentas para transformar nossos dados, estes são armazenados passo a passo, dando-nos controle total sobre o processo de transformação.</a:t>
          </a:r>
          <a:endParaRPr lang="en-US" sz="1400" kern="1200"/>
        </a:p>
      </dsp:txBody>
      <dsp:txXfrm>
        <a:off x="1079422" y="2326402"/>
        <a:ext cx="6764986" cy="9350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083FB-CDBE-42C4-891B-D6623666161D}">
      <dsp:nvSpPr>
        <dsp:cNvPr id="0" name=""/>
        <dsp:cNvSpPr/>
      </dsp:nvSpPr>
      <dsp:spPr>
        <a:xfrm>
          <a:off x="0" y="3474"/>
          <a:ext cx="8366760" cy="784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3EBE5-9B54-44E4-A530-0360B2770019}">
      <dsp:nvSpPr>
        <dsp:cNvPr id="0" name=""/>
        <dsp:cNvSpPr/>
      </dsp:nvSpPr>
      <dsp:spPr>
        <a:xfrm>
          <a:off x="237207" y="208538"/>
          <a:ext cx="431708" cy="4312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6BBDA-0FFE-46E2-B1BB-8C935E1C9F0F}">
      <dsp:nvSpPr>
        <dsp:cNvPr id="0" name=""/>
        <dsp:cNvSpPr/>
      </dsp:nvSpPr>
      <dsp:spPr>
        <a:xfrm>
          <a:off x="906124" y="3474"/>
          <a:ext cx="7446680" cy="80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84" tIns="85584" rIns="85584" bIns="855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É outro </a:t>
          </a:r>
          <a:r>
            <a:rPr lang="pt-BR" sz="1400" kern="1200" dirty="0">
              <a:hlinkClick xmlns:r="http://schemas.openxmlformats.org/officeDocument/2006/relationships" r:id="rId3"/>
            </a:rPr>
            <a:t>complemento</a:t>
          </a:r>
          <a:r>
            <a:rPr lang="pt-BR" sz="1400" kern="1200" dirty="0"/>
            <a:t> </a:t>
          </a:r>
          <a:r>
            <a:rPr lang="pt-BR" sz="1400" kern="1200" dirty="0">
              <a:hlinkClick xmlns:r="http://schemas.openxmlformats.org/officeDocument/2006/relationships" r:id="rId4"/>
            </a:rPr>
            <a:t>como</a:t>
          </a:r>
          <a:r>
            <a:rPr lang="pt-BR" sz="1400" kern="1200" dirty="0"/>
            <a:t> o Power Query desenvolvido desde a versão de 2010 nativamente incorporada a partir da versão de 2013. </a:t>
          </a:r>
          <a:r>
            <a:rPr lang="pt-BR" sz="1400" b="1" kern="1200" dirty="0"/>
            <a:t>Aqui podemos conectar várias fontes de informação ou com dados já transformados no Power Query.</a:t>
          </a:r>
          <a:endParaRPr lang="en-US" sz="1400" kern="1200" dirty="0"/>
        </a:p>
      </dsp:txBody>
      <dsp:txXfrm>
        <a:off x="906124" y="3474"/>
        <a:ext cx="7446680" cy="808663"/>
      </dsp:txXfrm>
    </dsp:sp>
    <dsp:sp modelId="{CD5EF00B-A030-4FDA-85B6-E02AC5227BF0}">
      <dsp:nvSpPr>
        <dsp:cNvPr id="0" name=""/>
        <dsp:cNvSpPr/>
      </dsp:nvSpPr>
      <dsp:spPr>
        <a:xfrm>
          <a:off x="0" y="1014303"/>
          <a:ext cx="8366760" cy="784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66127-FFBB-419B-B833-103F20E56786}">
      <dsp:nvSpPr>
        <dsp:cNvPr id="0" name=""/>
        <dsp:cNvSpPr/>
      </dsp:nvSpPr>
      <dsp:spPr>
        <a:xfrm>
          <a:off x="237207" y="1190739"/>
          <a:ext cx="431708" cy="4312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74730-63D0-478E-B039-36921E353A44}">
      <dsp:nvSpPr>
        <dsp:cNvPr id="0" name=""/>
        <dsp:cNvSpPr/>
      </dsp:nvSpPr>
      <dsp:spPr>
        <a:xfrm>
          <a:off x="906124" y="1014303"/>
          <a:ext cx="7446680" cy="80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84" tIns="85584" rIns="85584" bIns="855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Graças à sua tecnologia de memória integrada, você pode armazenar milhões de registros sem grandes problemas contrários à nossa folha de Excel limitada.</a:t>
          </a:r>
          <a:endParaRPr lang="en-US" sz="1400" kern="1200"/>
        </a:p>
      </dsp:txBody>
      <dsp:txXfrm>
        <a:off x="906124" y="1014303"/>
        <a:ext cx="7446680" cy="808663"/>
      </dsp:txXfrm>
    </dsp:sp>
    <dsp:sp modelId="{FF7BB81E-CDA3-4C03-9EF5-67CCAC433C0C}">
      <dsp:nvSpPr>
        <dsp:cNvPr id="0" name=""/>
        <dsp:cNvSpPr/>
      </dsp:nvSpPr>
      <dsp:spPr>
        <a:xfrm>
          <a:off x="0" y="2025132"/>
          <a:ext cx="8366760" cy="784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B837F-F13A-4E17-B52F-8E4E2095B1FE}">
      <dsp:nvSpPr>
        <dsp:cNvPr id="0" name=""/>
        <dsp:cNvSpPr/>
      </dsp:nvSpPr>
      <dsp:spPr>
        <a:xfrm>
          <a:off x="237207" y="2201568"/>
          <a:ext cx="431708" cy="4312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B9B08-D262-4529-9B88-6ABCA1ADD62C}">
      <dsp:nvSpPr>
        <dsp:cNvPr id="0" name=""/>
        <dsp:cNvSpPr/>
      </dsp:nvSpPr>
      <dsp:spPr>
        <a:xfrm>
          <a:off x="906124" y="2025132"/>
          <a:ext cx="7446680" cy="80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84" tIns="85584" rIns="85584" bIns="855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Ele apresenta as </a:t>
          </a:r>
          <a:r>
            <a:rPr lang="pt-BR" sz="1400" kern="1200">
              <a:hlinkClick xmlns:r="http://schemas.openxmlformats.org/officeDocument/2006/relationships" r:id="rId9"/>
            </a:rPr>
            <a:t>funções</a:t>
          </a:r>
          <a:r>
            <a:rPr lang="pt-BR" sz="1400" kern="1200"/>
            <a:t> </a:t>
          </a:r>
          <a:r>
            <a:rPr lang="pt-BR" sz="1400" b="1" kern="1200"/>
            <a:t>DAX</a:t>
          </a:r>
          <a:r>
            <a:rPr lang="pt-BR" sz="1400" kern="1200"/>
            <a:t> que são desenvolvidas para formular e extrair informações de cubos de dados e nos permite criar métricas complexas e indicadores KPI (Key Performance Indicators).</a:t>
          </a:r>
          <a:endParaRPr lang="en-US" sz="1400" kern="1200"/>
        </a:p>
      </dsp:txBody>
      <dsp:txXfrm>
        <a:off x="906124" y="2025132"/>
        <a:ext cx="7446680" cy="808663"/>
      </dsp:txXfrm>
    </dsp:sp>
    <dsp:sp modelId="{DC39F513-9AD2-411C-8FCA-204B5BF6ABE0}">
      <dsp:nvSpPr>
        <dsp:cNvPr id="0" name=""/>
        <dsp:cNvSpPr/>
      </dsp:nvSpPr>
      <dsp:spPr>
        <a:xfrm>
          <a:off x="0" y="3035962"/>
          <a:ext cx="8366760" cy="7841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E6C7F2-0FF5-4D16-AA78-876F40EA6CB2}">
      <dsp:nvSpPr>
        <dsp:cNvPr id="0" name=""/>
        <dsp:cNvSpPr/>
      </dsp:nvSpPr>
      <dsp:spPr>
        <a:xfrm>
          <a:off x="237207" y="3212397"/>
          <a:ext cx="431708" cy="431287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EDE6D-7BDF-48B9-8CE3-B08B16C8A4B3}">
      <dsp:nvSpPr>
        <dsp:cNvPr id="0" name=""/>
        <dsp:cNvSpPr/>
      </dsp:nvSpPr>
      <dsp:spPr>
        <a:xfrm>
          <a:off x="906124" y="3035962"/>
          <a:ext cx="7446680" cy="80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84" tIns="85584" rIns="85584" bIns="855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Ele nos permite criar nossos modelos de dados de uma maneira relacionativa como já conhecemos no Access e, em seguida, visualizá-los usando nossas tabelas e gráficos dinâmicos tradicionais ou dinamicamente com </a:t>
          </a:r>
          <a:r>
            <a:rPr lang="pt-BR" sz="1400" b="1" kern="1200"/>
            <a:t>Power View</a:t>
          </a:r>
          <a:r>
            <a:rPr lang="pt-BR" sz="1400" kern="1200"/>
            <a:t> e </a:t>
          </a:r>
          <a:r>
            <a:rPr lang="pt-BR" sz="1400" b="1" kern="1200"/>
            <a:t>Power Maps</a:t>
          </a:r>
          <a:r>
            <a:rPr lang="pt-BR" sz="1400" kern="1200"/>
            <a:t>.</a:t>
          </a:r>
          <a:endParaRPr lang="en-US" sz="1400" kern="1200"/>
        </a:p>
      </dsp:txBody>
      <dsp:txXfrm>
        <a:off x="906124" y="3035962"/>
        <a:ext cx="7446680" cy="8086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8E901-EC44-4A55-AA17-8B8C2DFFC3D5}">
      <dsp:nvSpPr>
        <dsp:cNvPr id="0" name=""/>
        <dsp:cNvSpPr/>
      </dsp:nvSpPr>
      <dsp:spPr>
        <a:xfrm>
          <a:off x="481140" y="274427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048EA-A9B7-4A33-94CE-1F2E5FDF0DCB}">
      <dsp:nvSpPr>
        <dsp:cNvPr id="0" name=""/>
        <dsp:cNvSpPr/>
      </dsp:nvSpPr>
      <dsp:spPr>
        <a:xfrm>
          <a:off x="2092" y="1465737"/>
          <a:ext cx="1741992" cy="152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 é a linguagem por trás do Editor de Consultas, presentes tanto no Power BI como no Excel. Na realidade, M é o nome informal dessa linguagem. O nome formal é </a:t>
          </a:r>
          <a:r>
            <a:rPr lang="pt-BR" sz="1100" i="1" kern="1200"/>
            <a:t>Power Query Formula Language, </a:t>
          </a:r>
          <a:r>
            <a:rPr lang="pt-BR" sz="1100" kern="1200"/>
            <a:t>mas própria Microsoft se refere apenas como M.</a:t>
          </a:r>
          <a:endParaRPr lang="en-US" sz="1100" kern="1200"/>
        </a:p>
      </dsp:txBody>
      <dsp:txXfrm>
        <a:off x="2092" y="1465737"/>
        <a:ext cx="1741992" cy="1524243"/>
      </dsp:txXfrm>
    </dsp:sp>
    <dsp:sp modelId="{9BAF4CFE-5891-4F40-AD26-D0D70C3EE619}">
      <dsp:nvSpPr>
        <dsp:cNvPr id="0" name=""/>
        <dsp:cNvSpPr/>
      </dsp:nvSpPr>
      <dsp:spPr>
        <a:xfrm>
          <a:off x="2527981" y="274427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BC6C3-896F-4C38-BBA6-5B327592E7C7}">
      <dsp:nvSpPr>
        <dsp:cNvPr id="0" name=""/>
        <dsp:cNvSpPr/>
      </dsp:nvSpPr>
      <dsp:spPr>
        <a:xfrm>
          <a:off x="2048933" y="1465737"/>
          <a:ext cx="1741992" cy="152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 é uma linguagem que compõe basicamente uma aplicação </a:t>
          </a:r>
          <a:r>
            <a:rPr lang="pt-BR" sz="1100" i="1" kern="1200"/>
            <a:t>Mashup</a:t>
          </a:r>
          <a:r>
            <a:rPr lang="pt-BR" sz="1100" kern="1200"/>
            <a:t>, isto é, capaz de reunir e transformar o conteúdo de uma ou várias fontes de dados.</a:t>
          </a:r>
          <a:endParaRPr lang="en-US" sz="1100" kern="1200"/>
        </a:p>
      </dsp:txBody>
      <dsp:txXfrm>
        <a:off x="2048933" y="1465737"/>
        <a:ext cx="1741992" cy="1524243"/>
      </dsp:txXfrm>
    </dsp:sp>
    <dsp:sp modelId="{F3C6BA52-3FAC-497F-BE45-CB4B8E4BE10A}">
      <dsp:nvSpPr>
        <dsp:cNvPr id="0" name=""/>
        <dsp:cNvSpPr/>
      </dsp:nvSpPr>
      <dsp:spPr>
        <a:xfrm>
          <a:off x="4574822" y="274427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1C23-7A96-4AB1-BBA1-D7AF5F0F3C5A}">
      <dsp:nvSpPr>
        <dsp:cNvPr id="0" name=""/>
        <dsp:cNvSpPr/>
      </dsp:nvSpPr>
      <dsp:spPr>
        <a:xfrm>
          <a:off x="4095774" y="1465737"/>
          <a:ext cx="1741992" cy="152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linguagem M é composta por uma estrutura passo a passo. Uma linha de código normalmente é uma etapa de transformação, e o resultado desta linha é usado na próxima linha (próximo passo de transformação). </a:t>
          </a:r>
          <a:endParaRPr lang="en-US" sz="1100" kern="1200"/>
        </a:p>
      </dsp:txBody>
      <dsp:txXfrm>
        <a:off x="4095774" y="1465737"/>
        <a:ext cx="1741992" cy="1524243"/>
      </dsp:txXfrm>
    </dsp:sp>
    <dsp:sp modelId="{3638B751-E7A7-422B-89CC-AFD32705BC28}">
      <dsp:nvSpPr>
        <dsp:cNvPr id="0" name=""/>
        <dsp:cNvSpPr/>
      </dsp:nvSpPr>
      <dsp:spPr>
        <a:xfrm>
          <a:off x="6621662" y="274427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CE759-43C0-4BC2-9DA9-194358858A63}">
      <dsp:nvSpPr>
        <dsp:cNvPr id="0" name=""/>
        <dsp:cNvSpPr/>
      </dsp:nvSpPr>
      <dsp:spPr>
        <a:xfrm>
          <a:off x="6142615" y="1465737"/>
          <a:ext cx="1741992" cy="152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estrutura é escrita em blocos (</a:t>
          </a:r>
          <a:r>
            <a:rPr lang="pt-BR" sz="1100" i="1" kern="1200"/>
            <a:t>let</a:t>
          </a:r>
          <a:r>
            <a:rPr lang="pt-BR" sz="1100" kern="1200"/>
            <a:t> e </a:t>
          </a:r>
          <a:r>
            <a:rPr lang="pt-BR" sz="1100" i="1" kern="1200"/>
            <a:t>in</a:t>
          </a:r>
          <a:r>
            <a:rPr lang="pt-BR" sz="1100" kern="1200"/>
            <a:t>) e mais alguns outros recursos da linguagem. Por causa dessa estrutura de blocos a linguagem M é muito mais familiar para os programadores, assemelhando-se a outras linguagens de programação.</a:t>
          </a:r>
          <a:endParaRPr lang="en-US" sz="1100" kern="1200"/>
        </a:p>
      </dsp:txBody>
      <dsp:txXfrm>
        <a:off x="6142615" y="1465737"/>
        <a:ext cx="1741992" cy="15242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AD369-7BD6-4E02-937D-E5F06F48F5FA}">
      <dsp:nvSpPr>
        <dsp:cNvPr id="0" name=""/>
        <dsp:cNvSpPr/>
      </dsp:nvSpPr>
      <dsp:spPr>
        <a:xfrm>
          <a:off x="0" y="2962"/>
          <a:ext cx="7886700" cy="93412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B9B3E-4012-4B83-A426-EB515AD588E8}">
      <dsp:nvSpPr>
        <dsp:cNvPr id="0" name=""/>
        <dsp:cNvSpPr/>
      </dsp:nvSpPr>
      <dsp:spPr>
        <a:xfrm>
          <a:off x="282574" y="213141"/>
          <a:ext cx="514273" cy="513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6517-6E34-4F1F-9DA1-10B3B241DDD4}">
      <dsp:nvSpPr>
        <dsp:cNvPr id="0" name=""/>
        <dsp:cNvSpPr/>
      </dsp:nvSpPr>
      <dsp:spPr>
        <a:xfrm>
          <a:off x="1079422" y="296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dirty="0"/>
            <a:t>DAX é uma abreviação de Data </a:t>
          </a:r>
          <a:r>
            <a:rPr lang="pt-BR" sz="1400" b="0" i="0" kern="1200" dirty="0" err="1"/>
            <a:t>Analysis</a:t>
          </a:r>
          <a:r>
            <a:rPr lang="pt-BR" sz="1400" b="0" i="0" kern="1200" dirty="0"/>
            <a:t> </a:t>
          </a:r>
          <a:r>
            <a:rPr lang="pt-BR" sz="1400" b="0" i="0" kern="1200" dirty="0" err="1"/>
            <a:t>eXpression</a:t>
          </a:r>
          <a:r>
            <a:rPr lang="pt-BR" sz="1400" b="0" i="0" kern="1200" dirty="0"/>
            <a:t> </a:t>
          </a:r>
          <a:r>
            <a:rPr lang="pt-BR" sz="1400" b="0" i="0" kern="1200" dirty="0" err="1"/>
            <a:t>Language</a:t>
          </a:r>
          <a:r>
            <a:rPr lang="pt-BR" sz="1400" b="0" i="0" kern="1200" dirty="0"/>
            <a:t>. Esta linguagem está presente tanto no Power BI, Power </a:t>
          </a:r>
          <a:r>
            <a:rPr lang="pt-BR" sz="1400" b="0" i="0" kern="1200" dirty="0" err="1"/>
            <a:t>Pivot</a:t>
          </a:r>
          <a:r>
            <a:rPr lang="pt-BR" sz="1400" b="0" i="0" kern="1200" dirty="0"/>
            <a:t> do Excel e no SQL Server </a:t>
          </a:r>
          <a:r>
            <a:rPr lang="pt-BR" sz="1400" b="0" i="0" kern="1200" dirty="0" err="1"/>
            <a:t>Analysis</a:t>
          </a:r>
          <a:r>
            <a:rPr lang="pt-BR" sz="1400" b="0" i="0" kern="1200" dirty="0"/>
            <a:t> Services Tabular.</a:t>
          </a:r>
          <a:endParaRPr lang="pt-BR" sz="1400" kern="1200" dirty="0"/>
        </a:p>
      </dsp:txBody>
      <dsp:txXfrm>
        <a:off x="1079422" y="2962"/>
        <a:ext cx="6764986" cy="935042"/>
      </dsp:txXfrm>
    </dsp:sp>
    <dsp:sp modelId="{8D10468C-1E7B-42F7-8D5F-329289E39FA7}">
      <dsp:nvSpPr>
        <dsp:cNvPr id="0" name=""/>
        <dsp:cNvSpPr/>
      </dsp:nvSpPr>
      <dsp:spPr>
        <a:xfrm>
          <a:off x="0" y="1164682"/>
          <a:ext cx="7886700" cy="93412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A6D21-C161-4C25-8AB1-6B4ABDDA442D}">
      <dsp:nvSpPr>
        <dsp:cNvPr id="0" name=""/>
        <dsp:cNvSpPr/>
      </dsp:nvSpPr>
      <dsp:spPr>
        <a:xfrm>
          <a:off x="282574" y="1374861"/>
          <a:ext cx="514273" cy="5137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D43D8-F5A1-45E6-9E98-E1371EF1A5EA}">
      <dsp:nvSpPr>
        <dsp:cNvPr id="0" name=""/>
        <dsp:cNvSpPr/>
      </dsp:nvSpPr>
      <dsp:spPr>
        <a:xfrm>
          <a:off x="1079422" y="116468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/>
            <a:t>DAX é uma linguagem de expressões onde a sua estrutura é construída através de funções que podem ser aninhadas umas as outras, muito similar as fórmulas do Excel. A semelhança é tanta que existem muitas funções em comum entre o Excel e o DAX. Mas não se engane, DAX é muito mais poderoso do que as fórmulas do Excel.</a:t>
          </a:r>
          <a:endParaRPr lang="pt-BR" sz="1400" kern="1200"/>
        </a:p>
      </dsp:txBody>
      <dsp:txXfrm>
        <a:off x="1079422" y="1164682"/>
        <a:ext cx="6764986" cy="935042"/>
      </dsp:txXfrm>
    </dsp:sp>
    <dsp:sp modelId="{09E9BD33-824C-4C5D-84A7-BAAFA6123213}">
      <dsp:nvSpPr>
        <dsp:cNvPr id="0" name=""/>
        <dsp:cNvSpPr/>
      </dsp:nvSpPr>
      <dsp:spPr>
        <a:xfrm>
          <a:off x="0" y="2326402"/>
          <a:ext cx="7886700" cy="93412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A6780-37B6-40D3-917D-5E6CFBB30651}">
      <dsp:nvSpPr>
        <dsp:cNvPr id="0" name=""/>
        <dsp:cNvSpPr/>
      </dsp:nvSpPr>
      <dsp:spPr>
        <a:xfrm>
          <a:off x="282574" y="2536581"/>
          <a:ext cx="514273" cy="5137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61196-0E88-471E-B61E-0DCE88FA0B85}">
      <dsp:nvSpPr>
        <dsp:cNvPr id="0" name=""/>
        <dsp:cNvSpPr/>
      </dsp:nvSpPr>
      <dsp:spPr>
        <a:xfrm>
          <a:off x="1079422" y="2326402"/>
          <a:ext cx="6764986" cy="935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959" tIns="98959" rIns="98959" bIns="9895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/>
            <a:t>Por causa dessa semelhança, os usuários de Excel sentem-se muito confortáveis com a linguagem. O DAX não possui blocos de programação, mas sim a combinação de usos de funções, filtros e expressões.</a:t>
          </a:r>
          <a:endParaRPr lang="pt-BR" sz="1400" kern="1200"/>
        </a:p>
      </dsp:txBody>
      <dsp:txXfrm>
        <a:off x="1079422" y="2326402"/>
        <a:ext cx="6764986" cy="9350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9BEC9-4604-4F36-A5E8-05B69ADA41C1}">
      <dsp:nvSpPr>
        <dsp:cNvPr id="0" name=""/>
        <dsp:cNvSpPr/>
      </dsp:nvSpPr>
      <dsp:spPr>
        <a:xfrm>
          <a:off x="483517" y="150"/>
          <a:ext cx="1020796" cy="1020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190F9-947A-4777-BC6B-01DF32980DF7}">
      <dsp:nvSpPr>
        <dsp:cNvPr id="0" name=""/>
        <dsp:cNvSpPr/>
      </dsp:nvSpPr>
      <dsp:spPr>
        <a:xfrm>
          <a:off x="701064" y="217697"/>
          <a:ext cx="585703" cy="58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B3C4E-9DF3-4436-A173-D119C90B358D}">
      <dsp:nvSpPr>
        <dsp:cNvPr id="0" name=""/>
        <dsp:cNvSpPr/>
      </dsp:nvSpPr>
      <dsp:spPr>
        <a:xfrm>
          <a:off x="157197" y="1338900"/>
          <a:ext cx="1673437" cy="192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/>
            <a:t>O Power BI é um pacote de ferramentas de análise de negócios que oferece insights em toda a sua organização. </a:t>
          </a:r>
          <a:endParaRPr lang="pt-BR" sz="1100" kern="1200"/>
        </a:p>
      </dsp:txBody>
      <dsp:txXfrm>
        <a:off x="157197" y="1338900"/>
        <a:ext cx="1673437" cy="1924453"/>
      </dsp:txXfrm>
    </dsp:sp>
    <dsp:sp modelId="{2FCED75B-8F08-4712-A17E-F596A4D4A64A}">
      <dsp:nvSpPr>
        <dsp:cNvPr id="0" name=""/>
        <dsp:cNvSpPr/>
      </dsp:nvSpPr>
      <dsp:spPr>
        <a:xfrm>
          <a:off x="2449807" y="150"/>
          <a:ext cx="1020796" cy="1020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CAA1A-7560-4BD8-9D80-3480CCD95863}">
      <dsp:nvSpPr>
        <dsp:cNvPr id="0" name=""/>
        <dsp:cNvSpPr/>
      </dsp:nvSpPr>
      <dsp:spPr>
        <a:xfrm>
          <a:off x="2667353" y="217697"/>
          <a:ext cx="585703" cy="58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D559D-71E4-495A-A422-59E4DDE07722}">
      <dsp:nvSpPr>
        <dsp:cNvPr id="0" name=""/>
        <dsp:cNvSpPr/>
      </dsp:nvSpPr>
      <dsp:spPr>
        <a:xfrm>
          <a:off x="2123486" y="1338900"/>
          <a:ext cx="1673437" cy="192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/>
            <a:t>Conecte-se a centenas de fontes de dados, simplifique a preparação dos dados e conduza a análise ad-hoc Produza belos relatórios e publique-os para que a sua empresa possa utilizá-los na Web e em diversos dispositivos móveis. </a:t>
          </a:r>
          <a:endParaRPr lang="pt-BR" sz="1100" kern="1200"/>
        </a:p>
      </dsp:txBody>
      <dsp:txXfrm>
        <a:off x="2123486" y="1338900"/>
        <a:ext cx="1673437" cy="1924453"/>
      </dsp:txXfrm>
    </dsp:sp>
    <dsp:sp modelId="{8752D1F5-A4DD-4CE0-A642-C0CF9F92A382}">
      <dsp:nvSpPr>
        <dsp:cNvPr id="0" name=""/>
        <dsp:cNvSpPr/>
      </dsp:nvSpPr>
      <dsp:spPr>
        <a:xfrm>
          <a:off x="4416096" y="150"/>
          <a:ext cx="1020796" cy="1020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89A5E-85BF-4033-955C-26D9492CA3E4}">
      <dsp:nvSpPr>
        <dsp:cNvPr id="0" name=""/>
        <dsp:cNvSpPr/>
      </dsp:nvSpPr>
      <dsp:spPr>
        <a:xfrm>
          <a:off x="4633642" y="217697"/>
          <a:ext cx="585703" cy="5857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5B6E-BB9A-4163-B0D6-09DD39595938}">
      <dsp:nvSpPr>
        <dsp:cNvPr id="0" name=""/>
        <dsp:cNvSpPr/>
      </dsp:nvSpPr>
      <dsp:spPr>
        <a:xfrm>
          <a:off x="4089775" y="1338900"/>
          <a:ext cx="1673437" cy="192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/>
            <a:t> Produza belos relatórios e publique-os para que a sua empresa possa utilizá-los na Web e em diversos dispositivos móveis. </a:t>
          </a:r>
          <a:endParaRPr lang="pt-BR" sz="1100" kern="1200"/>
        </a:p>
      </dsp:txBody>
      <dsp:txXfrm>
        <a:off x="4089775" y="1338900"/>
        <a:ext cx="1673437" cy="1924453"/>
      </dsp:txXfrm>
    </dsp:sp>
    <dsp:sp modelId="{CBF0DC68-E6A2-4E62-88B1-ED1C5B3DE870}">
      <dsp:nvSpPr>
        <dsp:cNvPr id="0" name=""/>
        <dsp:cNvSpPr/>
      </dsp:nvSpPr>
      <dsp:spPr>
        <a:xfrm>
          <a:off x="6382385" y="150"/>
          <a:ext cx="1020796" cy="1020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3A03BF-9F68-4162-838D-2401728F9975}">
      <dsp:nvSpPr>
        <dsp:cNvPr id="0" name=""/>
        <dsp:cNvSpPr/>
      </dsp:nvSpPr>
      <dsp:spPr>
        <a:xfrm>
          <a:off x="6599932" y="217697"/>
          <a:ext cx="585703" cy="5857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2A6CC-87DE-4517-BA51-3EC0504E0749}">
      <dsp:nvSpPr>
        <dsp:cNvPr id="0" name=""/>
        <dsp:cNvSpPr/>
      </dsp:nvSpPr>
      <dsp:spPr>
        <a:xfrm>
          <a:off x="6056064" y="1338900"/>
          <a:ext cx="1673437" cy="192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/>
            <a:t>Todos podem criar painéis personalizados com uma exibição exclusiva e completa dos negócios e escalar o seu uso em toda a organização, com governança e segurança internas.</a:t>
          </a:r>
          <a:endParaRPr lang="pt-BR" sz="1100" kern="1200"/>
        </a:p>
      </dsp:txBody>
      <dsp:txXfrm>
        <a:off x="6056064" y="1338900"/>
        <a:ext cx="1673437" cy="192445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4D336-07E0-468D-8E79-0DCDBAC3BE31}">
      <dsp:nvSpPr>
        <dsp:cNvPr id="0" name=""/>
        <dsp:cNvSpPr/>
      </dsp:nvSpPr>
      <dsp:spPr>
        <a:xfrm rot="16200000">
          <a:off x="556319" y="-556319"/>
          <a:ext cx="1428086" cy="2540725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5C8F90-8B2E-4B0E-ADCD-A2C861783892}">
      <dsp:nvSpPr>
        <dsp:cNvPr id="0" name=""/>
        <dsp:cNvSpPr/>
      </dsp:nvSpPr>
      <dsp:spPr>
        <a:xfrm>
          <a:off x="2540725" y="0"/>
          <a:ext cx="2540725" cy="1428086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05E267-87B3-4EE0-A0C7-52893163289B}">
      <dsp:nvSpPr>
        <dsp:cNvPr id="0" name=""/>
        <dsp:cNvSpPr/>
      </dsp:nvSpPr>
      <dsp:spPr>
        <a:xfrm rot="10800000">
          <a:off x="0" y="1428086"/>
          <a:ext cx="2540725" cy="1428086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01A556-B8BC-4795-9504-90AF1085B7DD}">
      <dsp:nvSpPr>
        <dsp:cNvPr id="0" name=""/>
        <dsp:cNvSpPr/>
      </dsp:nvSpPr>
      <dsp:spPr>
        <a:xfrm rot="5400000">
          <a:off x="3097045" y="871767"/>
          <a:ext cx="1428086" cy="2540725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7C741B-16D0-487F-A3D8-136DDB954B95}">
      <dsp:nvSpPr>
        <dsp:cNvPr id="0" name=""/>
        <dsp:cNvSpPr/>
      </dsp:nvSpPr>
      <dsp:spPr>
        <a:xfrm>
          <a:off x="1778507" y="1071064"/>
          <a:ext cx="1524435" cy="714043"/>
        </a:xfrm>
        <a:prstGeom prst="round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Pratica</a:t>
          </a:r>
          <a:endParaRPr lang="en-US" sz="2900" kern="1200" dirty="0"/>
        </a:p>
      </dsp:txBody>
      <dsp:txXfrm>
        <a:off x="1813364" y="1105921"/>
        <a:ext cx="1454721" cy="6443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19A38-1E24-4A88-8567-A91EE221F9FB}">
      <dsp:nvSpPr>
        <dsp:cNvPr id="0" name=""/>
        <dsp:cNvSpPr/>
      </dsp:nvSpPr>
      <dsp:spPr>
        <a:xfrm>
          <a:off x="0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1. DIAGNÓSTICO E TEORIZAÇÃO </a:t>
          </a:r>
          <a:endParaRPr lang="en-US" sz="1800" kern="1200"/>
        </a:p>
      </dsp:txBody>
      <dsp:txXfrm>
        <a:off x="0" y="1157440"/>
        <a:ext cx="2464593" cy="1827537"/>
      </dsp:txXfrm>
    </dsp:sp>
    <dsp:sp modelId="{E1FBBAED-147E-48CB-908B-EFD686A5161F}">
      <dsp:nvSpPr>
        <dsp:cNvPr id="0" name=""/>
        <dsp:cNvSpPr/>
      </dsp:nvSpPr>
      <dsp:spPr>
        <a:xfrm>
          <a:off x="775412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909230" y="438407"/>
        <a:ext cx="646132" cy="646132"/>
      </dsp:txXfrm>
    </dsp:sp>
    <dsp:sp modelId="{0D1E9FC2-6CDE-44F1-95C9-325454700687}">
      <dsp:nvSpPr>
        <dsp:cNvPr id="0" name=""/>
        <dsp:cNvSpPr/>
      </dsp:nvSpPr>
      <dsp:spPr>
        <a:xfrm>
          <a:off x="0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07109-038A-4DC3-8954-8749EC869387}">
      <dsp:nvSpPr>
        <dsp:cNvPr id="0" name=""/>
        <dsp:cNvSpPr/>
      </dsp:nvSpPr>
      <dsp:spPr>
        <a:xfrm>
          <a:off x="2711053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2. PLANEJAMENTO E DESENVOLVIMENTO DO PROJETO </a:t>
          </a:r>
          <a:endParaRPr lang="en-US" sz="1800" kern="1200"/>
        </a:p>
      </dsp:txBody>
      <dsp:txXfrm>
        <a:off x="2711053" y="1157440"/>
        <a:ext cx="2464593" cy="1827537"/>
      </dsp:txXfrm>
    </dsp:sp>
    <dsp:sp modelId="{C6E66F40-6F87-4235-9F4F-6E4BEE84106B}">
      <dsp:nvSpPr>
        <dsp:cNvPr id="0" name=""/>
        <dsp:cNvSpPr/>
      </dsp:nvSpPr>
      <dsp:spPr>
        <a:xfrm>
          <a:off x="3486465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620283" y="438407"/>
        <a:ext cx="646132" cy="646132"/>
      </dsp:txXfrm>
    </dsp:sp>
    <dsp:sp modelId="{6C6EB8F0-29C7-49A1-8957-8CEFBFF7EB0A}">
      <dsp:nvSpPr>
        <dsp:cNvPr id="0" name=""/>
        <dsp:cNvSpPr/>
      </dsp:nvSpPr>
      <dsp:spPr>
        <a:xfrm>
          <a:off x="2711053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27BC-94EA-4F6F-9C3F-05D258DD8A3E}">
      <dsp:nvSpPr>
        <dsp:cNvPr id="0" name=""/>
        <dsp:cNvSpPr/>
      </dsp:nvSpPr>
      <dsp:spPr>
        <a:xfrm>
          <a:off x="5422106" y="0"/>
          <a:ext cx="2464593" cy="30458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3. ENCERRAMENTO DO PROJETO</a:t>
          </a:r>
          <a:endParaRPr lang="en-US" sz="1800" kern="1200"/>
        </a:p>
      </dsp:txBody>
      <dsp:txXfrm>
        <a:off x="5422106" y="1157440"/>
        <a:ext cx="2464593" cy="1827537"/>
      </dsp:txXfrm>
    </dsp:sp>
    <dsp:sp modelId="{847AA22B-0031-4640-A2ED-04DBF106E399}">
      <dsp:nvSpPr>
        <dsp:cNvPr id="0" name=""/>
        <dsp:cNvSpPr/>
      </dsp:nvSpPr>
      <dsp:spPr>
        <a:xfrm>
          <a:off x="6197518" y="304589"/>
          <a:ext cx="913768" cy="9137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41" tIns="12700" rIns="7124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6331336" y="438407"/>
        <a:ext cx="646132" cy="646132"/>
      </dsp:txXfrm>
    </dsp:sp>
    <dsp:sp modelId="{C7FB18CB-7FCE-4450-939C-1C8367813801}">
      <dsp:nvSpPr>
        <dsp:cNvPr id="0" name=""/>
        <dsp:cNvSpPr/>
      </dsp:nvSpPr>
      <dsp:spPr>
        <a:xfrm>
          <a:off x="5422106" y="3045823"/>
          <a:ext cx="246459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E9354-93FE-48B9-BF93-65D85CE31714}">
      <dsp:nvSpPr>
        <dsp:cNvPr id="0" name=""/>
        <dsp:cNvSpPr/>
      </dsp:nvSpPr>
      <dsp:spPr>
        <a:xfrm>
          <a:off x="0" y="0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B8459-D684-450E-B3FD-3345A1D42206}">
      <dsp:nvSpPr>
        <dsp:cNvPr id="0" name=""/>
        <dsp:cNvSpPr/>
      </dsp:nvSpPr>
      <dsp:spPr>
        <a:xfrm>
          <a:off x="313987" y="233987"/>
          <a:ext cx="570885" cy="5708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DE3E2-B4D0-4CE5-B4FA-CFE60C7ED70B}">
      <dsp:nvSpPr>
        <dsp:cNvPr id="0" name=""/>
        <dsp:cNvSpPr/>
      </dsp:nvSpPr>
      <dsp:spPr>
        <a:xfrm>
          <a:off x="1198860" y="443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Destaques e Reflexões Finais</a:t>
          </a:r>
          <a:endParaRPr lang="en-US" sz="1900" kern="1200"/>
        </a:p>
      </dsp:txBody>
      <dsp:txXfrm>
        <a:off x="1198860" y="443"/>
        <a:ext cx="3529575" cy="1037974"/>
      </dsp:txXfrm>
    </dsp:sp>
    <dsp:sp modelId="{89F8D708-EC3D-4E4E-9654-F70F5AFCAE8A}">
      <dsp:nvSpPr>
        <dsp:cNvPr id="0" name=""/>
        <dsp:cNvSpPr/>
      </dsp:nvSpPr>
      <dsp:spPr>
        <a:xfrm>
          <a:off x="0" y="1297911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DE254-61D9-4087-875B-FB3E8DCD530C}">
      <dsp:nvSpPr>
        <dsp:cNvPr id="0" name=""/>
        <dsp:cNvSpPr/>
      </dsp:nvSpPr>
      <dsp:spPr>
        <a:xfrm>
          <a:off x="313987" y="1531455"/>
          <a:ext cx="570885" cy="5708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29ABA-E046-4FFD-9D91-464475F9FF74}">
      <dsp:nvSpPr>
        <dsp:cNvPr id="0" name=""/>
        <dsp:cNvSpPr/>
      </dsp:nvSpPr>
      <dsp:spPr>
        <a:xfrm>
          <a:off x="1198860" y="1297911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- Recapitulação dos principais conceitos abordados</a:t>
          </a:r>
          <a:endParaRPr lang="en-US" sz="1900" kern="1200"/>
        </a:p>
      </dsp:txBody>
      <dsp:txXfrm>
        <a:off x="1198860" y="1297911"/>
        <a:ext cx="3529575" cy="1037974"/>
      </dsp:txXfrm>
    </dsp:sp>
    <dsp:sp modelId="{AF79A62F-9270-48FF-9E76-A2CE9EC5A999}">
      <dsp:nvSpPr>
        <dsp:cNvPr id="0" name=""/>
        <dsp:cNvSpPr/>
      </dsp:nvSpPr>
      <dsp:spPr>
        <a:xfrm>
          <a:off x="0" y="2595379"/>
          <a:ext cx="4728436" cy="10379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2106F-E032-49DB-8188-F466CD7781AD}">
      <dsp:nvSpPr>
        <dsp:cNvPr id="0" name=""/>
        <dsp:cNvSpPr/>
      </dsp:nvSpPr>
      <dsp:spPr>
        <a:xfrm>
          <a:off x="313987" y="2828923"/>
          <a:ext cx="570885" cy="5708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ACC02-AF15-4705-9902-361BE44F7824}">
      <dsp:nvSpPr>
        <dsp:cNvPr id="0" name=""/>
        <dsp:cNvSpPr/>
      </dsp:nvSpPr>
      <dsp:spPr>
        <a:xfrm>
          <a:off x="1198860" y="2595379"/>
          <a:ext cx="3529575" cy="1037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52" tIns="109852" rIns="109852" bIns="109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- Importância da modelagem adequada dos dados</a:t>
          </a:r>
          <a:endParaRPr lang="en-US" sz="1900" kern="1200" dirty="0"/>
        </a:p>
      </dsp:txBody>
      <dsp:txXfrm>
        <a:off x="1198860" y="2595379"/>
        <a:ext cx="3529575" cy="1037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56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07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00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sv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ados.gov.br/hom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portalsinan.saude.gov.br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portalsinan.saude.gov.br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portalsinan.saude.gov.br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41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Business </a:t>
            </a:r>
            <a:r>
              <a:rPr lang="pt-BR" sz="3600" dirty="0" err="1">
                <a:solidFill>
                  <a:schemeClr val="bg1"/>
                </a:solidFill>
              </a:rPr>
              <a:t>Intelligence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83DD814-424C-F6CA-C8DC-0A67442A2586}"/>
              </a:ext>
            </a:extLst>
          </p:cNvPr>
          <p:cNvSpPr txBox="1">
            <a:spLocks/>
          </p:cNvSpPr>
          <p:nvPr/>
        </p:nvSpPr>
        <p:spPr>
          <a:xfrm>
            <a:off x="2880359" y="1014926"/>
            <a:ext cx="5298693" cy="3268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600" dirty="0">
                <a:solidFill>
                  <a:srgbClr val="FFFFFF"/>
                </a:solidFill>
              </a:rPr>
              <a:t>Conceitos Fundamentais de Bancos de Dados Multidimensionais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00D3561-7A8F-3D51-F149-92D73789CE84}"/>
              </a:ext>
            </a:extLst>
          </p:cNvPr>
          <p:cNvSpPr txBox="1">
            <a:spLocks/>
          </p:cNvSpPr>
          <p:nvPr/>
        </p:nvSpPr>
        <p:spPr>
          <a:xfrm>
            <a:off x="2127816" y="3394745"/>
            <a:ext cx="6051236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600" dirty="0">
                <a:solidFill>
                  <a:srgbClr val="FFFFFF"/>
                </a:solidFill>
              </a:rPr>
              <a:t>Explorando Dimensões, Fatos e Hierarquias</a:t>
            </a:r>
          </a:p>
        </p:txBody>
      </p:sp>
    </p:spTree>
    <p:extLst>
      <p:ext uri="{BB962C8B-B14F-4D97-AF65-F5344CB8AC3E}">
        <p14:creationId xmlns:p14="http://schemas.microsoft.com/office/powerpoint/2010/main" val="12057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A6DC-BB9B-2814-A393-E46B49C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994172"/>
          </a:xfrm>
        </p:spPr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Conteúdo Programático</a:t>
            </a:r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23B6C899-4C48-FC59-CC44-DE8AF97CA6AA}"/>
              </a:ext>
            </a:extLst>
          </p:cNvPr>
          <p:cNvGraphicFramePr>
            <a:graphicFrameLocks/>
          </p:cNvGraphicFramePr>
          <p:nvPr/>
        </p:nvGraphicFramePr>
        <p:xfrm>
          <a:off x="256032" y="987552"/>
          <a:ext cx="8609990" cy="3964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4A9A1A1E-8067-272E-F453-270AB706D284}"/>
              </a:ext>
            </a:extLst>
          </p:cNvPr>
          <p:cNvSpPr/>
          <p:nvPr/>
        </p:nvSpPr>
        <p:spPr>
          <a:xfrm>
            <a:off x="2109651" y="777241"/>
            <a:ext cx="1665515" cy="37947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2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3400F5-CCDD-4D30-989A-4F3CFCAECE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CE3400F5-CCDD-4D30-989A-4F3CFCAECE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578B86-0D09-44BD-BF89-02644D99A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1578B86-0D09-44BD-BF89-02644D99A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D01A17-E73F-4AAE-9378-B05987075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ED01A17-E73F-4AAE-9378-B05987075E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2464BB-AD5A-46ED-8681-51A352A3B1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82464BB-AD5A-46ED-8681-51A352A3B1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3EB6BF9-4602-4320-A933-CDC565E6C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3EB6BF9-4602-4320-A933-CDC565E6C7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5F142E-0FED-4B61-92C4-AA595B07A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075F142E-0FED-4B61-92C4-AA595B07A4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EB7B2F-DC80-4351-8E83-AE44616B00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CCEB7B2F-DC80-4351-8E83-AE44616B00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D992C8-BBA5-4140-8459-DA271B906C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graphicEl>
                                              <a:dgm id="{4AD992C8-BBA5-4140-8459-DA271B906C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40D53A-65BC-4637-A855-3DE912DD66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1A40D53A-65BC-4637-A855-3DE912DD66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E5C5C6B-45DA-48A4-AFA6-5DCADE4F3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9E5C5C6B-45DA-48A4-AFA6-5DCADE4F38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66523B-DA05-4082-9429-FF08F2141D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graphicEl>
                                              <a:dgm id="{A766523B-DA05-4082-9429-FF08F2141D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16F169-3151-438D-AC25-B72DAFDC23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graphicEl>
                                              <a:dgm id="{6916F169-3151-438D-AC25-B72DAFDC23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8B6EE4-8ECC-4ED7-A5F0-2BB9085AB3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graphicEl>
                                              <a:dgm id="{C58B6EE4-8ECC-4ED7-A5F0-2BB9085AB3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09150-61EE-4BC8-91AE-0DFF454AA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graphicEl>
                                              <a:dgm id="{F1E09150-61EE-4BC8-91AE-0DFF454AA1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0C7F50-C603-4CB3-BDBF-6EF79C3C96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graphicEl>
                                              <a:dgm id="{AB0C7F50-C603-4CB3-BDBF-6EF79C3C96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7FAC97-C65B-4950-9A41-8DC0CEA44D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graphicEl>
                                              <a:dgm id="{A87FAC97-C65B-4950-9A41-8DC0CEA44D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BD4ACEB-90BB-4C1E-8698-36829D4CF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graphicEl>
                                              <a:dgm id="{4BD4ACEB-90BB-4C1E-8698-36829D4CF7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0F10CB-D88F-4064-B216-5ECE3DD026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graphicEl>
                                              <a:dgm id="{210F10CB-D88F-4064-B216-5ECE3DD026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8BBE4B-757D-4795-A8EE-49E81B4E9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graphicEl>
                                              <a:dgm id="{178BBE4B-757D-4795-A8EE-49E81B4E9F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430564-36EC-4128-92D3-3F6B06DCD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graphicEl>
                                              <a:dgm id="{FC430564-36EC-4128-92D3-3F6B06DCD4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D9E1B1-B01F-4EF1-92C6-F5B8438CD7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graphicEl>
                                              <a:dgm id="{CBD9E1B1-B01F-4EF1-92C6-F5B8438CD7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01502C-1E16-4A38-83B9-915C252A89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graphicEl>
                                              <a:dgm id="{A601502C-1E16-4A38-83B9-915C252A89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A37E3E-9C21-4914-832B-A1378C13C0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graphicEl>
                                              <a:dgm id="{D1A37E3E-9C21-4914-832B-A1378C13C0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36CF3C-9463-4774-B2CA-CEBB704F85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graphicEl>
                                              <a:dgm id="{4F36CF3C-9463-4774-B2CA-CEBB704F85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3700CA7-1399-4D03-920E-4B176B9ED4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graphicEl>
                                              <a:dgm id="{C3700CA7-1399-4D03-920E-4B176B9ED4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D31EDF-40A6-4632-BE39-8BE412E458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graphicEl>
                                              <a:dgm id="{72D31EDF-40A6-4632-BE39-8BE412E458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FBBFD6-C480-4CEE-8517-89E37ABC9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">
                                            <p:graphicEl>
                                              <a:dgm id="{26FBBFD6-C480-4CEE-8517-89E37ABC92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7229046-CB30-4928-B40C-2DB542FB6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">
                                            <p:graphicEl>
                                              <a:dgm id="{97229046-CB30-4928-B40C-2DB542FB6F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C4594C-2F8A-4BAE-8BEF-D802DD284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>
                                            <p:graphicEl>
                                              <a:dgm id="{F0C4594C-2F8A-4BAE-8BEF-D802DD2843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203615-F760-4BAD-A913-E5CA273A9E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>
                                            <p:graphicEl>
                                              <a:dgm id="{6C203615-F760-4BAD-A913-E5CA273A9E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A6B62C-7EE0-4CC6-9562-80DFA3CA3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>
                                            <p:graphicEl>
                                              <a:dgm id="{6CA6B62C-7EE0-4CC6-9562-80DFA3CA31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C71F77-1A33-430A-93FF-FE3E988D5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">
                                            <p:graphicEl>
                                              <a:dgm id="{D0C71F77-1A33-430A-93FF-FE3E988D5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6AB0A5-7FD8-4628-8161-F959A09A5C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">
                                            <p:graphicEl>
                                              <a:dgm id="{086AB0A5-7FD8-4628-8161-F959A09A5C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2B1138-5A2D-4D59-B7F4-DB6387B525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>
                                            <p:graphicEl>
                                              <a:dgm id="{C42B1138-5A2D-4D59-B7F4-DB6387B525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D098EA-8CA2-4C2F-BC10-5FFCCA009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">
                                            <p:graphicEl>
                                              <a:dgm id="{BBD098EA-8CA2-4C2F-BC10-5FFCCA009C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0A13C9-7C5F-4E0F-93A0-1C4A1942E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">
                                            <p:graphicEl>
                                              <a:dgm id="{630A13C9-7C5F-4E0F-93A0-1C4A1942E7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678C47-0400-4259-B0BE-CD6DFEE2E4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">
                                            <p:graphicEl>
                                              <a:dgm id="{81678C47-0400-4259-B0BE-CD6DFEE2E4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FA26A2-A0F8-4C96-8C07-8D30A9B7A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">
                                            <p:graphicEl>
                                              <a:dgm id="{7DFA26A2-A0F8-4C96-8C07-8D30A9B7AE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037D3FD-8364-4519-A796-B4883184AD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">
                                            <p:graphicEl>
                                              <a:dgm id="{C037D3FD-8364-4519-A796-B4883184AD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00" y="6014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2697" y="1710799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Espaço Reservado para Conteúdo 2">
            <a:extLst>
              <a:ext uri="{FF2B5EF4-FFF2-40B4-BE49-F238E27FC236}">
                <a16:creationId xmlns:a16="http://schemas.microsoft.com/office/drawing/2014/main" id="{0BD22CE8-BEF1-7438-2FEC-2417B8A05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943918"/>
              </p:ext>
            </p:extLst>
          </p:nvPr>
        </p:nvGraphicFramePr>
        <p:xfrm>
          <a:off x="623072" y="1528743"/>
          <a:ext cx="5304719" cy="3334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DFE4A34-8DE2-42EC-8073-5C13B9929A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2DFE4A34-8DE2-42EC-8073-5C13B9929A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61198C2-5D3A-4698-BD7F-CE3180CF7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graphicEl>
                                              <a:dgm id="{B61198C2-5D3A-4698-BD7F-CE3180CF7D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76FA3E0-9F8A-415D-B8FD-2A3480A68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graphicEl>
                                              <a:dgm id="{576FA3E0-9F8A-415D-B8FD-2A3480A685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A916D87-BA0C-4961-8C37-3E4E8F0D5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graphicEl>
                                              <a:dgm id="{CA916D87-BA0C-4961-8C37-3E4E8F0D5A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B5B267A-F526-41DA-83A0-8BBA47AD7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graphicEl>
                                              <a:dgm id="{FB5B267A-F526-41DA-83A0-8BBA47AD79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0E2FD85-0CB1-4C82-AA8F-DEAB164CB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graphicEl>
                                              <a:dgm id="{A0E2FD85-0CB1-4C82-AA8F-DEAB164CB1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3DA18-E265-48E9-996B-22336CD622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graphicEl>
                                              <a:dgm id="{CFF3DA18-E265-48E9-996B-22336CD622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34998D9-F44D-4D2F-B43A-906AFB33A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dgm id="{D34998D9-F44D-4D2F-B43A-906AFB33AA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293A24-ADE5-498F-B8DB-14E7F2F9FF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graphicEl>
                                              <a:dgm id="{E6293A24-ADE5-498F-B8DB-14E7F2F9FF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E8FF9CC-8E34-42F0-BF40-5C056C434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graphicEl>
                                              <a:dgm id="{3E8FF9CC-8E34-42F0-BF40-5C056C434B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EFA7C8-AD53-4077-A516-89E56B378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graphicEl>
                                              <a:dgm id="{E0EFA7C8-AD53-4077-A516-89E56B3782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7E2ECBE-BCEF-4C2E-BE84-20DD2B8582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graphicEl>
                                              <a:dgm id="{D7E2ECBE-BCEF-4C2E-BE84-20DD2B8582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6039E458-DD3D-0703-D8FB-2E2DF37AB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593431"/>
              </p:ext>
            </p:extLst>
          </p:nvPr>
        </p:nvGraphicFramePr>
        <p:xfrm>
          <a:off x="3911221" y="711200"/>
          <a:ext cx="3594478" cy="4438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419C36-F6A5-4318-93BD-D9635FE9C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3D419C36-F6A5-4318-93BD-D9635FE9C4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4323712-1F34-4325-B878-1D337CBBB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14323712-1F34-4325-B878-1D337CBBB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85F5BA0-C5D5-4CDD-A12F-4FAF175B9A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D85F5BA0-C5D5-4CDD-A12F-4FAF175B9A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BB71F3-8794-4285-87EF-7B86C752F0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17BB71F3-8794-4285-87EF-7B86C752F0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1A8421-099E-4850-BC1E-6B71F94C76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7A1A8421-099E-4850-BC1E-6B71F94C76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734730E-FA75-4527-A2F4-8F12C97367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3734730E-FA75-4527-A2F4-8F12C97367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9BE45B8-7E73-4C11-BD92-880054B2A3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dgm id="{59BE45B8-7E73-4C11-BD92-880054B2A3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473DA-D982-F552-7D30-249EF6D5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900" y="71241"/>
            <a:ext cx="3467100" cy="994172"/>
          </a:xfrm>
        </p:spPr>
        <p:txBody>
          <a:bodyPr/>
          <a:lstStyle/>
          <a:p>
            <a:r>
              <a:rPr lang="pt-B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Relembrando BI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BF644E7-9BDA-44C4-9995-DDF27B68F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0585" y="803434"/>
            <a:ext cx="5006315" cy="326231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93165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Tabela Fato x Tabela Dimensão</a:t>
            </a:r>
          </a:p>
        </p:txBody>
      </p:sp>
      <p:graphicFrame>
        <p:nvGraphicFramePr>
          <p:cNvPr id="18" name="Espaço Reservado para Conteúdo 2">
            <a:extLst>
              <a:ext uri="{FF2B5EF4-FFF2-40B4-BE49-F238E27FC236}">
                <a16:creationId xmlns:a16="http://schemas.microsoft.com/office/drawing/2014/main" id="{B5186920-D36A-4985-9397-C98962CAD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115375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10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9374A7F-E43A-44D0-8DA3-4FF80BA923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>
                                            <p:graphicEl>
                                              <a:dgm id="{79374A7F-E43A-44D0-8DA3-4FF80BA923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B2433A05-0494-461C-9351-7F4AC36B0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8">
                                            <p:graphicEl>
                                              <a:dgm id="{B2433A05-0494-461C-9351-7F4AC36B0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DE878F7-4C76-42A5-858F-587FE3DF1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8">
                                            <p:graphicEl>
                                              <a:dgm id="{8DE878F7-4C76-42A5-858F-587FE3DF1C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90FC741-E31C-4F0F-80A2-722C918BD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8">
                                            <p:graphicEl>
                                              <a:dgm id="{A90FC741-E31C-4F0F-80A2-722C918BDC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33" y="31766"/>
            <a:ext cx="4421124" cy="891540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Tabela fato</a:t>
            </a:r>
          </a:p>
        </p:txBody>
      </p:sp>
      <p:graphicFrame>
        <p:nvGraphicFramePr>
          <p:cNvPr id="17" name="Espaço Reservado para Conteúdo 2">
            <a:extLst>
              <a:ext uri="{FF2B5EF4-FFF2-40B4-BE49-F238E27FC236}">
                <a16:creationId xmlns:a16="http://schemas.microsoft.com/office/drawing/2014/main" id="{7AF68A2F-D69D-3A7B-22EB-208502319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73345"/>
              </p:ext>
            </p:extLst>
          </p:nvPr>
        </p:nvGraphicFramePr>
        <p:xfrm>
          <a:off x="602433" y="1089659"/>
          <a:ext cx="4754238" cy="3985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phic 10">
            <a:extLst>
              <a:ext uri="{FF2B5EF4-FFF2-40B4-BE49-F238E27FC236}">
                <a16:creationId xmlns:a16="http://schemas.microsoft.com/office/drawing/2014/main" id="{AB7DA9A4-F184-4B71-96AA-46D35BD4DA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5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56671" y="664226"/>
            <a:ext cx="3435906" cy="3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3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FE26D17-A193-4508-94B4-F3D4D644A8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dgm id="{9FE26D17-A193-4508-94B4-F3D4D644A8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C6560D5-2788-45C9-9CC2-BA647790B0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graphicEl>
                                              <a:dgm id="{2C6560D5-2788-45C9-9CC2-BA647790B0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D61201B-1431-4C5B-A1D2-DAFB87C7BA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dgm id="{2D61201B-1431-4C5B-A1D2-DAFB87C7BA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E462331-6752-49AB-953A-DAD887283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graphicEl>
                                              <a:dgm id="{EE462331-6752-49AB-953A-DAD8872837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387EE1D-813D-4DF5-AB68-373518C5E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graphicEl>
                                              <a:dgm id="{7387EE1D-813D-4DF5-AB68-373518C5ED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53B34C9-0826-4C93-ACA1-C25714CAAB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graphicEl>
                                              <a:dgm id="{153B34C9-0826-4C93-ACA1-C25714CAAB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4AD588F-2889-4C5A-9104-293A5037FC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graphicEl>
                                              <a:dgm id="{94AD588F-2889-4C5A-9104-293A5037FC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61D37C2-9B72-4D01-BA4E-78CB18B0EF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graphicEl>
                                              <a:dgm id="{161D37C2-9B72-4D01-BA4E-78CB18B0EF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8E91914-E203-4AD6-8AE0-5ACD4FDBEE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>
                                            <p:graphicEl>
                                              <a:dgm id="{C8E91914-E203-4AD6-8AE0-5ACD4FDBEE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931DF8D-0E42-4512-A394-6EF7F27298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>
                                            <p:graphicEl>
                                              <a:dgm id="{B931DF8D-0E42-4512-A394-6EF7F27298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B582C3A-52E2-4783-A277-427638F960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graphicEl>
                                              <a:dgm id="{8B582C3A-52E2-4783-A277-427638F960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8747041-1A1C-4C64-8ECF-4EC7885988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graphicEl>
                                              <a:dgm id="{D8747041-1A1C-4C64-8ECF-4EC7885988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23519"/>
            <a:ext cx="4421124" cy="891540"/>
          </a:xfrm>
        </p:spPr>
        <p:txBody>
          <a:bodyPr>
            <a:normAutofit/>
          </a:bodyPr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Tabela dimensão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C06A9-FAF5-4513-B646-3AA241C8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33" y="1978533"/>
            <a:ext cx="4472488" cy="2447405"/>
          </a:xfrm>
        </p:spPr>
        <p:txBody>
          <a:bodyPr>
            <a:normAutofit/>
          </a:bodyPr>
          <a:lstStyle/>
          <a:p>
            <a:r>
              <a:rPr lang="pt-BR" dirty="0"/>
              <a:t>Ela qualifica as informações provenientes da tabela Fato.</a:t>
            </a:r>
          </a:p>
          <a:p>
            <a:r>
              <a:rPr lang="pt-BR" dirty="0"/>
              <a:t>Através dela é possível analisar os dados sob múltiplas perspectivas. </a:t>
            </a:r>
          </a:p>
          <a:p>
            <a:r>
              <a:rPr lang="pt-BR" dirty="0"/>
              <a:t>Por exemplo, podemos ter Dimensões como Produto, Região e Tempo em um DW.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F1E1201-C2D7-4A4F-BDFF-A3668CC6B2A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6918" y="1326572"/>
            <a:ext cx="2496312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29" y="3034405"/>
            <a:ext cx="6743700" cy="94857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205740" tIns="137160" rIns="205740" bIns="137160" rtlCol="0" anchor="ctr" anchorCtr="1">
            <a:normAutofit/>
          </a:bodyPr>
          <a:lstStyle/>
          <a:p>
            <a:r>
              <a:rPr lang="en-US" sz="2025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“star schema” e “snowflake”</a:t>
            </a:r>
          </a:p>
        </p:txBody>
      </p:sp>
      <p:pic>
        <p:nvPicPr>
          <p:cNvPr id="2050" name="Picture 2" descr="Resultado de imagem para star schema and snowflake">
            <a:extLst>
              <a:ext uri="{FF2B5EF4-FFF2-40B4-BE49-F238E27FC236}">
                <a16:creationId xmlns:a16="http://schemas.microsoft.com/office/drawing/2014/main" id="{E40BCEEE-088C-4DD0-BD02-8781E29B62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" r="-3" b="-3"/>
          <a:stretch/>
        </p:blipFill>
        <p:spPr bwMode="auto">
          <a:xfrm>
            <a:off x="2947098" y="912432"/>
            <a:ext cx="3777361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59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23519"/>
            <a:ext cx="4421124" cy="891540"/>
          </a:xfrm>
          <a:prstGeom prst="ellipse">
            <a:avLst/>
          </a:prstGeom>
        </p:spPr>
        <p:txBody>
          <a:bodyPr>
            <a:normAutofit/>
          </a:bodyPr>
          <a:lstStyle/>
          <a:p>
            <a:r>
              <a:rPr lang="pt-BR" dirty="0">
                <a:solidFill>
                  <a:srgbClr val="262626"/>
                </a:solidFill>
              </a:rPr>
              <a:t>Star </a:t>
            </a:r>
            <a:r>
              <a:rPr lang="pt-BR" dirty="0" err="1">
                <a:solidFill>
                  <a:srgbClr val="262626"/>
                </a:solidFill>
              </a:rPr>
              <a:t>schema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C06A9-FAF5-4513-B646-3AA241C8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33" y="1978533"/>
            <a:ext cx="4472488" cy="2447405"/>
          </a:xfrm>
        </p:spPr>
        <p:txBody>
          <a:bodyPr>
            <a:normAutofit/>
          </a:bodyPr>
          <a:lstStyle/>
          <a:p>
            <a:r>
              <a:rPr lang="pt-BR" dirty="0"/>
              <a:t>O </a:t>
            </a:r>
            <a:r>
              <a:rPr lang="pt-BR" b="1" dirty="0"/>
              <a:t>Star </a:t>
            </a:r>
            <a:r>
              <a:rPr lang="pt-BR" b="1" dirty="0" err="1"/>
              <a:t>schema</a:t>
            </a:r>
            <a:r>
              <a:rPr lang="pt-BR" dirty="0"/>
              <a:t> ou esquema em estrela é uma metodologia de modelagem de dados utilizada do desenho de um Data </a:t>
            </a:r>
            <a:r>
              <a:rPr lang="pt-BR" dirty="0" err="1"/>
              <a:t>warehouse</a:t>
            </a:r>
            <a:r>
              <a:rPr lang="pt-BR" dirty="0"/>
              <a:t>.</a:t>
            </a:r>
          </a:p>
          <a:p>
            <a:r>
              <a:rPr lang="pt-BR" dirty="0"/>
              <a:t>Os dados são modelados em tabelas dimensionais ligadas a uma tabela de fatos.</a:t>
            </a:r>
          </a:p>
        </p:txBody>
      </p:sp>
      <p:pic>
        <p:nvPicPr>
          <p:cNvPr id="27" name="Graphic 26" descr="Estrela">
            <a:extLst>
              <a:ext uri="{FF2B5EF4-FFF2-40B4-BE49-F238E27FC236}">
                <a16:creationId xmlns:a16="http://schemas.microsoft.com/office/drawing/2014/main" id="{2F9126DA-200A-426A-9731-BFD6EB6E1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6918" y="1326572"/>
            <a:ext cx="2496312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0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475872" cy="1220844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 vert="horz" lIns="205740" tIns="137160" rIns="205740" bIns="137160" rtlCol="0" anchor="ctr" anchorCtr="1"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Star schema</a:t>
            </a:r>
          </a:p>
        </p:txBody>
      </p:sp>
      <p:pic>
        <p:nvPicPr>
          <p:cNvPr id="12" name="Picture 2" descr="https://docs.microsoft.com/pt-br/power-bi/guidance/media/star-schema/star-schema-example1.png">
            <a:extLst>
              <a:ext uri="{FF2B5EF4-FFF2-40B4-BE49-F238E27FC236}">
                <a16:creationId xmlns:a16="http://schemas.microsoft.com/office/drawing/2014/main" id="{1BCC4832-8624-4F20-9408-5E8C92782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18047" y="1065555"/>
            <a:ext cx="4693158" cy="320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01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427079" cy="1220844"/>
          </a:xfrm>
          <a:prstGeom prst="ellipse">
            <a:avLst/>
          </a:prstGeom>
          <a:ln w="38100">
            <a:solidFill>
              <a:schemeClr val="bg1"/>
            </a:solidFill>
          </a:ln>
        </p:spPr>
        <p:txBody>
          <a:bodyPr vert="horz" lIns="205740" tIns="137160" rIns="205740" bIns="137160" rtlCol="0" anchor="ctr" anchorCtr="1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Star schema</a:t>
            </a:r>
          </a:p>
        </p:txBody>
      </p:sp>
      <p:pic>
        <p:nvPicPr>
          <p:cNvPr id="4098" name="Picture 2" descr="https://docs.microsoft.com/pt-br/power-bi/guidance/media/star-schema/relationships2.png">
            <a:extLst>
              <a:ext uri="{FF2B5EF4-FFF2-40B4-BE49-F238E27FC236}">
                <a16:creationId xmlns:a16="http://schemas.microsoft.com/office/drawing/2014/main" id="{9EE67724-0E70-4D99-A9FE-A9981F664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96823" y="707707"/>
            <a:ext cx="4693158" cy="372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61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803654"/>
            <a:ext cx="2283713" cy="122084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205740" tIns="137160" rIns="205740" bIns="137160" rtlCol="0" anchor="ctr" anchorCtr="1">
            <a:normAutofit/>
          </a:bodyPr>
          <a:lstStyle/>
          <a:p>
            <a:r>
              <a:rPr lang="en-US" sz="1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snowflake</a:t>
            </a:r>
            <a:endParaRPr lang="en-US" sz="1125" dirty="0">
              <a:solidFill>
                <a:srgbClr val="262626"/>
              </a:solidFill>
            </a:endParaRPr>
          </a:p>
        </p:txBody>
      </p:sp>
      <p:pic>
        <p:nvPicPr>
          <p:cNvPr id="3076" name="Picture 4" descr="Snowflake Schema Example">
            <a:extLst>
              <a:ext uri="{FF2B5EF4-FFF2-40B4-BE49-F238E27FC236}">
                <a16:creationId xmlns:a16="http://schemas.microsoft.com/office/drawing/2014/main" id="{89EE2603-158C-43E3-A039-7CA70998FA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6882" y="680984"/>
            <a:ext cx="4693158" cy="333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63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87D9F861-620C-029E-9EF5-FEDED0A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358" y="342900"/>
            <a:ext cx="6653284" cy="44577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3DA981B-6662-AE7D-82B9-22F333F06AF0}"/>
              </a:ext>
            </a:extLst>
          </p:cNvPr>
          <p:cNvSpPr/>
          <p:nvPr/>
        </p:nvSpPr>
        <p:spPr>
          <a:xfrm>
            <a:off x="1470660" y="4282440"/>
            <a:ext cx="1310640" cy="41910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77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87D9F861-620C-029E-9EF5-FEDED0A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79019" y="342740"/>
            <a:ext cx="4985387" cy="445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846207-1D56-FB0C-4B1A-003AD32B7CCC}"/>
              </a:ext>
            </a:extLst>
          </p:cNvPr>
          <p:cNvSpPr/>
          <p:nvPr/>
        </p:nvSpPr>
        <p:spPr>
          <a:xfrm>
            <a:off x="2164080" y="4434840"/>
            <a:ext cx="708660" cy="3274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48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87D9F861-620C-029E-9EF5-FEDED0A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79019" y="394872"/>
            <a:ext cx="4985387" cy="435343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846207-1D56-FB0C-4B1A-003AD32B7CCC}"/>
              </a:ext>
            </a:extLst>
          </p:cNvPr>
          <p:cNvSpPr/>
          <p:nvPr/>
        </p:nvSpPr>
        <p:spPr>
          <a:xfrm>
            <a:off x="2164080" y="4434840"/>
            <a:ext cx="708660" cy="3274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38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hlinkClick r:id="rId2"/>
            <a:extLst>
              <a:ext uri="{FF2B5EF4-FFF2-40B4-BE49-F238E27FC236}">
                <a16:creationId xmlns:a16="http://schemas.microsoft.com/office/drawing/2014/main" id="{87D9F861-620C-029E-9EF5-FEDED0A5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79019" y="801388"/>
            <a:ext cx="4985387" cy="354040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846207-1D56-FB0C-4B1A-003AD32B7CCC}"/>
              </a:ext>
            </a:extLst>
          </p:cNvPr>
          <p:cNvSpPr/>
          <p:nvPr/>
        </p:nvSpPr>
        <p:spPr>
          <a:xfrm>
            <a:off x="2164080" y="4434840"/>
            <a:ext cx="708660" cy="3274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26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332" y="3306800"/>
            <a:ext cx="5797296" cy="891540"/>
          </a:xfrm>
        </p:spPr>
        <p:txBody>
          <a:bodyPr vert="horz" lIns="137160" tIns="137160" rIns="137160" bIns="137160" rtlCol="0" anchor="ctr" anchorCtr="1">
            <a:normAutofit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DO EXCEL AO POWER BI</a:t>
            </a:r>
          </a:p>
        </p:txBody>
      </p:sp>
      <p:pic>
        <p:nvPicPr>
          <p:cNvPr id="5" name="Content Placeholder 4" descr="http://proxcel.com.br/blog/wp-content/uploads/2019/01/Imagem1-1.png">
            <a:extLst>
              <a:ext uri="{FF2B5EF4-FFF2-40B4-BE49-F238E27FC236}">
                <a16:creationId xmlns:a16="http://schemas.microsoft.com/office/drawing/2014/main" id="{FEB56250-2698-45DB-AF9D-2502C7A4A0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2561" y="408408"/>
            <a:ext cx="7162799" cy="277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824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3413480"/>
            <a:ext cx="5797296" cy="891540"/>
          </a:xfrm>
        </p:spPr>
        <p:txBody>
          <a:bodyPr vert="horz" lIns="137160" tIns="137160" rIns="137160" bIns="137160" rtlCol="0" anchor="ctr" anchorCtr="1">
            <a:normAutofit/>
          </a:bodyPr>
          <a:lstStyle/>
          <a:p>
            <a:r>
              <a:rPr lang="en-US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Suplementos</a:t>
            </a: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power</a:t>
            </a:r>
          </a:p>
        </p:txBody>
      </p:sp>
      <p:pic>
        <p:nvPicPr>
          <p:cNvPr id="22530" name="Picture 2" descr="https://www.ramosdainformatica.com.br/wp-content/uploads/2019/05/As-diferen%C3%A7as-entre-Power-Query-Power-Pivot-Power-BI.png">
            <a:extLst>
              <a:ext uri="{FF2B5EF4-FFF2-40B4-BE49-F238E27FC236}">
                <a16:creationId xmlns:a16="http://schemas.microsoft.com/office/drawing/2014/main" id="{811CAFB2-23EF-4A6C-925E-E899D89A8F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69" b="979"/>
          <a:stretch/>
        </p:blipFill>
        <p:spPr bwMode="auto">
          <a:xfrm>
            <a:off x="1734312" y="838480"/>
            <a:ext cx="5797296" cy="225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409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891"/>
            <a:ext cx="7886700" cy="850124"/>
          </a:xfrm>
        </p:spPr>
        <p:txBody>
          <a:bodyPr>
            <a:normAutofit/>
          </a:bodyPr>
          <a:lstStyle/>
          <a:p>
            <a:pPr algn="ctr"/>
            <a:r>
              <a:rPr lang="pt-BR" sz="3900" b="1"/>
              <a:t>O QUE É O POWER QUERY?</a:t>
            </a:r>
            <a:r>
              <a:rPr lang="pt-BR" sz="3900"/>
              <a:t> </a:t>
            </a:r>
          </a:p>
        </p:txBody>
      </p:sp>
      <p:pic>
        <p:nvPicPr>
          <p:cNvPr id="27" name="Picture 2" descr="Senac">
            <a:extLst>
              <a:ext uri="{FF2B5EF4-FFF2-40B4-BE49-F238E27FC236}">
                <a16:creationId xmlns:a16="http://schemas.microsoft.com/office/drawing/2014/main" id="{7D5F592C-42B6-4484-9E44-558132940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67" y="157892"/>
            <a:ext cx="517970" cy="30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9" name="Espaço Reservado para Conteúdo 2">
            <a:extLst>
              <a:ext uri="{FF2B5EF4-FFF2-40B4-BE49-F238E27FC236}">
                <a16:creationId xmlns:a16="http://schemas.microsoft.com/office/drawing/2014/main" id="{1088AB28-9005-4B9D-BCAC-F36F9C5B1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679985"/>
              </p:ext>
            </p:extLst>
          </p:nvPr>
        </p:nvGraphicFramePr>
        <p:xfrm>
          <a:off x="628650" y="137160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7192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9589EFEB-4BBA-4FFD-8196-7725FFFBF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">
                                            <p:graphicEl>
                                              <a:dgm id="{9589EFEB-4BBA-4FFD-8196-7725FFFBF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553F27EA-AF33-47D0-948A-D5A0F4482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9">
                                            <p:graphicEl>
                                              <a:dgm id="{553F27EA-AF33-47D0-948A-D5A0F4482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3929AD57-6E89-434D-8AA0-50B27DE92B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9">
                                            <p:graphicEl>
                                              <a:dgm id="{3929AD57-6E89-434D-8AA0-50B27DE92B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38F6CB83-D148-4251-9A20-ABF393A979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9">
                                            <p:graphicEl>
                                              <a:dgm id="{38F6CB83-D148-4251-9A20-ABF393A979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D4AC5DD2-57F1-42EB-AD27-2547618672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9">
                                            <p:graphicEl>
                                              <a:dgm id="{D4AC5DD2-57F1-42EB-AD27-2547618672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66301B50-CA48-422A-9851-D85E6264D0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9">
                                            <p:graphicEl>
                                              <a:dgm id="{66301B50-CA48-422A-9851-D85E6264D0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79580100-E3D1-49FB-AD0F-8C8B31E10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9">
                                            <p:graphicEl>
                                              <a:dgm id="{79580100-E3D1-49FB-AD0F-8C8B31E103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A0DA1C81-703A-4987-A44B-5E43698EB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9">
                                            <p:graphicEl>
                                              <a:dgm id="{A0DA1C81-703A-4987-A44B-5E43698EBA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dgm id="{39A3548E-4356-4247-8E9B-4F24D24FA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9">
                                            <p:graphicEl>
                                              <a:dgm id="{39A3548E-4356-4247-8E9B-4F24D24FAE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06" y="201436"/>
            <a:ext cx="7886700" cy="850124"/>
          </a:xfrm>
        </p:spPr>
        <p:txBody>
          <a:bodyPr>
            <a:normAutofit/>
          </a:bodyPr>
          <a:lstStyle/>
          <a:p>
            <a:pPr algn="ctr"/>
            <a:r>
              <a:rPr lang="pt-BR" sz="3900" b="1" dirty="0"/>
              <a:t>O QUE É O Power </a:t>
            </a:r>
            <a:r>
              <a:rPr lang="pt-BR" sz="3900" b="1" dirty="0" err="1"/>
              <a:t>Pivot</a:t>
            </a:r>
            <a:r>
              <a:rPr lang="pt-BR" sz="3900" b="1" dirty="0"/>
              <a:t> ?</a:t>
            </a:r>
            <a:r>
              <a:rPr lang="pt-BR" sz="3900" dirty="0"/>
              <a:t> </a:t>
            </a:r>
          </a:p>
        </p:txBody>
      </p:sp>
      <p:graphicFrame>
        <p:nvGraphicFramePr>
          <p:cNvPr id="24" name="Espaço Reservado para Conteúdo 2">
            <a:extLst>
              <a:ext uri="{FF2B5EF4-FFF2-40B4-BE49-F238E27FC236}">
                <a16:creationId xmlns:a16="http://schemas.microsoft.com/office/drawing/2014/main" id="{02C5660C-2A14-45C6-9627-E177ECD28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58198"/>
              </p:ext>
            </p:extLst>
          </p:nvPr>
        </p:nvGraphicFramePr>
        <p:xfrm>
          <a:off x="426720" y="1173480"/>
          <a:ext cx="836676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62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F68083FB-CDBE-42C4-891B-D662366616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graphicEl>
                                              <a:dgm id="{F68083FB-CDBE-42C4-891B-D662366616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0D63EBE5-9B54-44E4-A530-0360B27700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4">
                                            <p:graphicEl>
                                              <a:dgm id="{0D63EBE5-9B54-44E4-A530-0360B27700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EFE6BBDA-0FFE-46E2-B1BB-8C935E1C9F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4">
                                            <p:graphicEl>
                                              <a:dgm id="{EFE6BBDA-0FFE-46E2-B1BB-8C935E1C9F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8A466127-FFBB-419B-B833-103F20E567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4">
                                            <p:graphicEl>
                                              <a:dgm id="{8A466127-FFBB-419B-B833-103F20E567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CD5EF00B-A030-4FDA-85B6-E02AC5227B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4">
                                            <p:graphicEl>
                                              <a:dgm id="{CD5EF00B-A030-4FDA-85B6-E02AC5227B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C2874730-63D0-478E-B039-36921E353A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4">
                                            <p:graphicEl>
                                              <a:dgm id="{C2874730-63D0-478E-B039-36921E353A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B8AB837F-F13A-4E17-B52F-8E4E2095B1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">
                                            <p:graphicEl>
                                              <a:dgm id="{B8AB837F-F13A-4E17-B52F-8E4E2095B1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FF7BB81E-CDA3-4C03-9EF5-67CCAC433C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>
                                            <p:graphicEl>
                                              <a:dgm id="{FF7BB81E-CDA3-4C03-9EF5-67CCAC433C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98DB9B08-D262-4529-9B88-6ABCA1ADD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4">
                                            <p:graphicEl>
                                              <a:dgm id="{98DB9B08-D262-4529-9B88-6ABCA1ADD6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E5E6C7F2-0FF5-4D16-AA78-876F40EA6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4">
                                            <p:graphicEl>
                                              <a:dgm id="{E5E6C7F2-0FF5-4D16-AA78-876F40EA6C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DC39F513-9AD2-411C-8FCA-204B5BF6AB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>
                                            <p:graphicEl>
                                              <a:dgm id="{DC39F513-9AD2-411C-8FCA-204B5BF6AB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B4BEDE6D-7BDF-48B9-8CE3-B08B16C8A4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">
                                            <p:graphicEl>
                                              <a:dgm id="{B4BEDE6D-7BDF-48B9-8CE3-B08B16C8A4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599057"/>
            <a:ext cx="2887219" cy="1945386"/>
          </a:xfrm>
        </p:spPr>
        <p:txBody>
          <a:bodyPr vert="horz" lIns="205740" tIns="137160" rIns="205740" bIns="137160" rtlCol="0" anchor="ctr" anchorCtr="1">
            <a:normAutofit/>
          </a:bodyPr>
          <a:lstStyle/>
          <a:p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 </a:t>
            </a:r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linguagens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do Power BI </a:t>
            </a:r>
            <a:b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(e do Excel)</a:t>
            </a:r>
          </a:p>
        </p:txBody>
      </p:sp>
      <p:pic>
        <p:nvPicPr>
          <p:cNvPr id="29698" name="Picture 2" descr="https://webstockreview.net/images/clipart-definition-query-3.png">
            <a:extLst>
              <a:ext uri="{FF2B5EF4-FFF2-40B4-BE49-F238E27FC236}">
                <a16:creationId xmlns:a16="http://schemas.microsoft.com/office/drawing/2014/main" id="{1EEA2207-37FC-4931-ACFB-AA37DE0F27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0"/>
          <a:stretch/>
        </p:blipFill>
        <p:spPr bwMode="auto">
          <a:xfrm>
            <a:off x="3490723" y="7"/>
            <a:ext cx="5653277" cy="514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77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891"/>
            <a:ext cx="7886700" cy="850124"/>
          </a:xfrm>
        </p:spPr>
        <p:txBody>
          <a:bodyPr>
            <a:normAutofit/>
          </a:bodyPr>
          <a:lstStyle/>
          <a:p>
            <a:pPr algn="ctr"/>
            <a:r>
              <a:rPr lang="pt-BR" sz="3900" b="1"/>
              <a:t>A Linguagem M</a:t>
            </a:r>
            <a:endParaRPr lang="pt-BR" sz="3900"/>
          </a:p>
        </p:txBody>
      </p:sp>
      <p:graphicFrame>
        <p:nvGraphicFramePr>
          <p:cNvPr id="10" name="Espaço Reservado para Conteúdo 2">
            <a:extLst>
              <a:ext uri="{FF2B5EF4-FFF2-40B4-BE49-F238E27FC236}">
                <a16:creationId xmlns:a16="http://schemas.microsoft.com/office/drawing/2014/main" id="{4BD87633-B887-40AE-B6B8-1DF926C3B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02183"/>
              </p:ext>
            </p:extLst>
          </p:nvPr>
        </p:nvGraphicFramePr>
        <p:xfrm>
          <a:off x="628650" y="137160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053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C98E901-EC44-4A55-AA17-8B8C2DFFC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dgm id="{7C98E901-EC44-4A55-AA17-8B8C2DFFC3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graphicEl>
                                              <a:dgm id="{7C98E901-EC44-4A55-AA17-8B8C2DFFC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graphicEl>
                                              <a:dgm id="{7C98E901-EC44-4A55-AA17-8B8C2DFFC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8048EA-A9B7-4A33-94CE-1F2E5FDF0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graphicEl>
                                              <a:dgm id="{0C8048EA-A9B7-4A33-94CE-1F2E5FDF0D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graphicEl>
                                              <a:dgm id="{0C8048EA-A9B7-4A33-94CE-1F2E5FDF0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graphicEl>
                                              <a:dgm id="{0C8048EA-A9B7-4A33-94CE-1F2E5FDF0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BAF4CFE-5891-4F40-AD26-D0D70C3E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graphicEl>
                                              <a:dgm id="{9BAF4CFE-5891-4F40-AD26-D0D70C3EE6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graphicEl>
                                              <a:dgm id="{9BAF4CFE-5891-4F40-AD26-D0D70C3E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graphicEl>
                                              <a:dgm id="{9BAF4CFE-5891-4F40-AD26-D0D70C3E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45BC6C3-896F-4C38-BBA6-5B327592E7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graphicEl>
                                              <a:dgm id="{A45BC6C3-896F-4C38-BBA6-5B327592E7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graphicEl>
                                              <a:dgm id="{A45BC6C3-896F-4C38-BBA6-5B327592E7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graphicEl>
                                              <a:dgm id="{A45BC6C3-896F-4C38-BBA6-5B327592E7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3C6BA52-3FAC-497F-BE45-CB4B8E4BE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graphicEl>
                                              <a:dgm id="{F3C6BA52-3FAC-497F-BE45-CB4B8E4BE1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graphicEl>
                                              <a:dgm id="{F3C6BA52-3FAC-497F-BE45-CB4B8E4BE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graphicEl>
                                              <a:dgm id="{F3C6BA52-3FAC-497F-BE45-CB4B8E4BE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52C1C23-7A96-4AB1-BBA1-D7AF5F0F3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graphicEl>
                                              <a:dgm id="{052C1C23-7A96-4AB1-BBA1-D7AF5F0F3C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graphicEl>
                                              <a:dgm id="{052C1C23-7A96-4AB1-BBA1-D7AF5F0F3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graphicEl>
                                              <a:dgm id="{052C1C23-7A96-4AB1-BBA1-D7AF5F0F3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638B751-E7A7-422B-89CC-AFD32705B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>
                                            <p:graphicEl>
                                              <a:dgm id="{3638B751-E7A7-422B-89CC-AFD32705BC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graphicEl>
                                              <a:dgm id="{3638B751-E7A7-422B-89CC-AFD32705B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graphicEl>
                                              <a:dgm id="{3638B751-E7A7-422B-89CC-AFD32705BC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B0CE759-43C0-4BC2-9DA9-194358858A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graphicEl>
                                              <a:dgm id="{EB0CE759-43C0-4BC2-9DA9-194358858A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graphicEl>
                                              <a:dgm id="{EB0CE759-43C0-4BC2-9DA9-194358858A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graphicEl>
                                              <a:dgm id="{EB0CE759-43C0-4BC2-9DA9-194358858A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891"/>
            <a:ext cx="7886700" cy="850124"/>
          </a:xfrm>
        </p:spPr>
        <p:txBody>
          <a:bodyPr>
            <a:normAutofit/>
          </a:bodyPr>
          <a:lstStyle/>
          <a:p>
            <a:pPr algn="ctr"/>
            <a:r>
              <a:rPr lang="pt-BR" sz="3900" b="1"/>
              <a:t>A Linguagem DAX</a:t>
            </a:r>
            <a:endParaRPr lang="pt-BR" sz="3900"/>
          </a:p>
        </p:txBody>
      </p:sp>
      <p:graphicFrame>
        <p:nvGraphicFramePr>
          <p:cNvPr id="10" name="Espaço Reservado para Conteúdo 2">
            <a:extLst>
              <a:ext uri="{FF2B5EF4-FFF2-40B4-BE49-F238E27FC236}">
                <a16:creationId xmlns:a16="http://schemas.microsoft.com/office/drawing/2014/main" id="{4BD87633-B887-40AE-B6B8-1DF926C3B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292261"/>
              </p:ext>
            </p:extLst>
          </p:nvPr>
        </p:nvGraphicFramePr>
        <p:xfrm>
          <a:off x="628650" y="1371600"/>
          <a:ext cx="78867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000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02AD369-7BD6-4E02-937D-E5F06F48F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102AD369-7BD6-4E02-937D-E5F06F48F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102AD369-7BD6-4E02-937D-E5F06F48F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7B9B3E-4012-4B83-A426-EB515AD588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graphicEl>
                                              <a:dgm id="{957B9B3E-4012-4B83-A426-EB515AD588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957B9B3E-4012-4B83-A426-EB515AD588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0B36517-6E34-4F1F-9DA1-10B3B241D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graphicEl>
                                              <a:dgm id="{E0B36517-6E34-4F1F-9DA1-10B3B241D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graphicEl>
                                              <a:dgm id="{E0B36517-6E34-4F1F-9DA1-10B3B241D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D10468C-1E7B-42F7-8D5F-329289E39F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graphicEl>
                                              <a:dgm id="{8D10468C-1E7B-42F7-8D5F-329289E39F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graphicEl>
                                              <a:dgm id="{8D10468C-1E7B-42F7-8D5F-329289E39F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05A6D21-C161-4C25-8AB1-6B4ABDDA44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graphicEl>
                                              <a:dgm id="{B05A6D21-C161-4C25-8AB1-6B4ABDDA44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graphicEl>
                                              <a:dgm id="{B05A6D21-C161-4C25-8AB1-6B4ABDDA44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BBD43D8-F5A1-45E6-9E98-E1371EF1A5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graphicEl>
                                              <a:dgm id="{7BBD43D8-F5A1-45E6-9E98-E1371EF1A5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graphicEl>
                                              <a:dgm id="{7BBD43D8-F5A1-45E6-9E98-E1371EF1A5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A7A6780-37B6-40D3-917D-5E6CFBB30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graphicEl>
                                              <a:dgm id="{6A7A6780-37B6-40D3-917D-5E6CFBB30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graphicEl>
                                              <a:dgm id="{6A7A6780-37B6-40D3-917D-5E6CFBB30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9E9BD33-824C-4C5D-84A7-BAAFA612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graphicEl>
                                              <a:dgm id="{09E9BD33-824C-4C5D-84A7-BAAFA612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graphicEl>
                                              <a:dgm id="{09E9BD33-824C-4C5D-84A7-BAAFA612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7061196-0E88-471E-B61E-0DCE88FA0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graphicEl>
                                              <a:dgm id="{D7061196-0E88-471E-B61E-0DCE88FA0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graphicEl>
                                              <a:dgm id="{D7061196-0E88-471E-B61E-0DCE88FA0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55A90-6B65-4A87-AE5C-5F45DC8C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381677" cy="994173"/>
          </a:xfrm>
        </p:spPr>
        <p:txBody>
          <a:bodyPr>
            <a:normAutofit/>
          </a:bodyPr>
          <a:lstStyle/>
          <a:p>
            <a:r>
              <a:rPr lang="pt-BR" sz="4200" b="1"/>
              <a:t>O QUE É O Power BI?</a:t>
            </a:r>
            <a:r>
              <a:rPr lang="pt-BR" sz="4200"/>
              <a:t>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267609"/>
            <a:ext cx="0" cy="486965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443871"/>
            <a:ext cx="104279" cy="104280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615843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002201"/>
            <a:ext cx="95786" cy="9578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4" name="Espaço Reservado para Conteúdo 2">
            <a:extLst>
              <a:ext uri="{FF2B5EF4-FFF2-40B4-BE49-F238E27FC236}">
                <a16:creationId xmlns:a16="http://schemas.microsoft.com/office/drawing/2014/main" id="{02C5660C-2A14-45C6-9627-E177ECD28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25942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17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6479BEC9-4604-4F36-A5E8-05B69ADA4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graphicEl>
                                              <a:dgm id="{6479BEC9-4604-4F36-A5E8-05B69ADA4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graphicEl>
                                              <a:dgm id="{6479BEC9-4604-4F36-A5E8-05B69ADA4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BF7190F9-947A-4777-BC6B-01DF32980D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graphicEl>
                                              <a:dgm id="{BF7190F9-947A-4777-BC6B-01DF32980D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graphicEl>
                                              <a:dgm id="{BF7190F9-947A-4777-BC6B-01DF32980D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7C2B3C4E-9DF3-4436-A173-D119C90B3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graphicEl>
                                              <a:dgm id="{7C2B3C4E-9DF3-4436-A173-D119C90B3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graphicEl>
                                              <a:dgm id="{7C2B3C4E-9DF3-4436-A173-D119C90B3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2FCED75B-8F08-4712-A17E-F596A4D4A6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>
                                            <p:graphicEl>
                                              <a:dgm id="{2FCED75B-8F08-4712-A17E-F596A4D4A6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>
                                            <p:graphicEl>
                                              <a:dgm id="{2FCED75B-8F08-4712-A17E-F596A4D4A6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EC1CAA1A-7560-4BD8-9D80-3480CCD958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graphicEl>
                                              <a:dgm id="{EC1CAA1A-7560-4BD8-9D80-3480CCD958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graphicEl>
                                              <a:dgm id="{EC1CAA1A-7560-4BD8-9D80-3480CCD958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EB9D559D-71E4-495A-A422-59E4DDE07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>
                                            <p:graphicEl>
                                              <a:dgm id="{EB9D559D-71E4-495A-A422-59E4DDE07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>
                                            <p:graphicEl>
                                              <a:dgm id="{EB9D559D-71E4-495A-A422-59E4DDE07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8752D1F5-A4DD-4CE0-A642-C0CF9F92A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>
                                            <p:graphicEl>
                                              <a:dgm id="{8752D1F5-A4DD-4CE0-A642-C0CF9F92A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>
                                            <p:graphicEl>
                                              <a:dgm id="{8752D1F5-A4DD-4CE0-A642-C0CF9F92A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8D689A5E-85BF-4033-955C-26D9492CA3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>
                                            <p:graphicEl>
                                              <a:dgm id="{8D689A5E-85BF-4033-955C-26D9492CA3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>
                                            <p:graphicEl>
                                              <a:dgm id="{8D689A5E-85BF-4033-955C-26D9492CA3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85155B6E-BB9A-4163-B0D6-09DD395959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graphicEl>
                                              <a:dgm id="{85155B6E-BB9A-4163-B0D6-09DD395959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>
                                            <p:graphicEl>
                                              <a:dgm id="{85155B6E-BB9A-4163-B0D6-09DD395959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CBF0DC68-E6A2-4E62-88B1-ED1C5B3DE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>
                                            <p:graphicEl>
                                              <a:dgm id="{CBF0DC68-E6A2-4E62-88B1-ED1C5B3DE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>
                                            <p:graphicEl>
                                              <a:dgm id="{CBF0DC68-E6A2-4E62-88B1-ED1C5B3DE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C23A03BF-9F68-4162-838D-2401728F9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graphicEl>
                                              <a:dgm id="{C23A03BF-9F68-4162-838D-2401728F9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graphicEl>
                                              <a:dgm id="{C23A03BF-9F68-4162-838D-2401728F9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5812A6CC-87DE-4517-BA51-3EC0504E0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>
                                            <p:graphicEl>
                                              <a:dgm id="{5812A6CC-87DE-4517-BA51-3EC0504E0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>
                                            <p:graphicEl>
                                              <a:dgm id="{5812A6CC-87DE-4517-BA51-3EC0504E0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BEBE4F9-73D9-4478-AFD9-636CC3099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911" y="342900"/>
            <a:ext cx="7960178" cy="44577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DAF237D-533C-4761-9D00-66F0D5D14CAE}"/>
              </a:ext>
            </a:extLst>
          </p:cNvPr>
          <p:cNvSpPr txBox="1">
            <a:spLocks/>
          </p:cNvSpPr>
          <p:nvPr/>
        </p:nvSpPr>
        <p:spPr>
          <a:xfrm>
            <a:off x="1773365" y="138392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37160" tIns="137160" rIns="137160" bIns="13716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pt-BR" sz="2100" b="1" dirty="0">
                <a:solidFill>
                  <a:srgbClr val="262626"/>
                </a:solidFill>
              </a:rPr>
              <a:t>BI para todos</a:t>
            </a:r>
            <a:endParaRPr lang="pt-BR" sz="210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44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ço Reservado para Conteúdo 2">
            <a:extLst>
              <a:ext uri="{FF2B5EF4-FFF2-40B4-BE49-F238E27FC236}">
                <a16:creationId xmlns:a16="http://schemas.microsoft.com/office/drawing/2014/main" id="{B03C71DF-8111-4D40-02A9-7165C7615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3705602"/>
              </p:ext>
            </p:extLst>
          </p:nvPr>
        </p:nvGraphicFramePr>
        <p:xfrm>
          <a:off x="2240280" y="1143663"/>
          <a:ext cx="5081451" cy="2856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245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C7C741B-16D0-487F-A3D8-136DDB954B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9C7C741B-16D0-487F-A3D8-136DDB954B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A4D336-07E0-468D-8E79-0DCDBAC3BE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75A4D336-07E0-468D-8E79-0DCDBAC3BE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65C8F90-8B2E-4B0E-ADCD-A2C861783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A65C8F90-8B2E-4B0E-ADCD-A2C8617838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05E267-87B3-4EE0-A0C7-528931632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D305E267-87B3-4EE0-A0C7-5289316328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301A556-B8BC-4795-9504-90AF1085B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B301A556-B8BC-4795-9504-90AF1085B7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460" y="182880"/>
            <a:ext cx="5977890" cy="475488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 DIAGNÓSTICO E TEORIZAÇÃO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1.1. Identificação das partes interessadas e parceiros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1.2. Problemática e/ou problemas identificados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1.3. Justificativa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1.4. Objetivos/resultados/efeitos a serem alcançados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(em relação ao problema identificado e sob a perspectiva dos públicos envolvidos)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1.5. Referencial teórico (subsídio teórico para propositura de ações da extensão)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 PLANEJAMENTO E DESENVOLVIMENTO DO PROJETO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2.1. Plano de trabalho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2.2. Descrição da forma de envolvimento do público participante na formulação do projeto, seu desenvolvimento e avaliação, bem como as estratégias pelo grupo para mobilizá-los. 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2.3. Grupo de trabalho (descrição da responsabilidade de cada membro)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2.4. Metas, critérios ou indicadores de avaliação do projeto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2.5. Recursos previstos </a:t>
            </a:r>
          </a:p>
          <a:p>
            <a:pPr marL="0" indent="0" algn="l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2.6. Detalhamento técnico do projeto</a:t>
            </a:r>
          </a:p>
          <a:p>
            <a:pPr marL="0" indent="0" algn="l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 ENCERRAMENTO DO PROJETO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3.1. Relatório Coletivo (podendo ser oral e escrita ou apenas escrita)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3.2. Avaliação de reação da parte interessada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3.3. Relato de Experiência Individual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3.4. CONTEXTUALIZAÇÃO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3.5. METODOLOGIA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3.6. RESULTADOS E DISCUSSÃO: </a:t>
            </a:r>
          </a:p>
          <a:p>
            <a:pPr marL="342900" lvl="1" indent="0">
              <a:buNone/>
            </a:pPr>
            <a:r>
              <a:rPr lang="pt-BR" sz="900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3.7. REFLEXÃO APROFUNDADA </a:t>
            </a:r>
          </a:p>
          <a:p>
            <a:pPr marL="342900" lvl="1" indent="0">
              <a:buNone/>
            </a:pPr>
            <a:r>
              <a:rPr lang="pt-BR" sz="900" i="0" dirty="0">
                <a:solidFill>
                  <a:srgbClr val="0D0D0D"/>
                </a:solidFill>
                <a:effectLst/>
                <a:latin typeface="Söhne"/>
              </a:rPr>
              <a:t>	3.8. CONSIDERAÇÕES FINAIS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998818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AF18BDA-CCF3-84B7-B47B-B75C4122CD1F}"/>
              </a:ext>
            </a:extLst>
          </p:cNvPr>
          <p:cNvSpPr txBox="1">
            <a:spLocks/>
          </p:cNvSpPr>
          <p:nvPr/>
        </p:nvSpPr>
        <p:spPr>
          <a:xfrm>
            <a:off x="511678" y="190123"/>
            <a:ext cx="6960276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Sumário:</a:t>
            </a:r>
            <a:endParaRPr lang="pt-BR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2" name="Espaço Reservado para Conteúdo 2">
            <a:extLst>
              <a:ext uri="{FF2B5EF4-FFF2-40B4-BE49-F238E27FC236}">
                <a16:creationId xmlns:a16="http://schemas.microsoft.com/office/drawing/2014/main" id="{F9299FC9-0279-3486-55AB-772486F31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89996"/>
              </p:ext>
            </p:extLst>
          </p:nvPr>
        </p:nvGraphicFramePr>
        <p:xfrm>
          <a:off x="628650" y="1638118"/>
          <a:ext cx="7886700" cy="304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329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graphicEl>
                                              <a:dgm id="{0D1E9FC2-6CDE-44F1-95C9-3254547006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graphicEl>
                                              <a:dgm id="{44619A38-1E24-4A88-8567-A91EE221F9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graphicEl>
                                              <a:dgm id="{E1FBBAED-147E-48CB-908B-EFD686A516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">
                                            <p:graphicEl>
                                              <a:dgm id="{6C6EB8F0-29C7-49A1-8957-8CEFBFF7EB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">
                                            <p:graphicEl>
                                              <a:dgm id="{EAC07109-038A-4DC3-8954-8749EC8693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2">
                                            <p:graphicEl>
                                              <a:dgm id="{C6E66F40-6F87-4235-9F4F-6E4BEE841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">
                                            <p:graphicEl>
                                              <a:dgm id="{C7FB18CB-7FCE-4450-939C-1C83678138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graphicEl>
                                              <a:dgm id="{9FB927BC-94EA-4F6F-9C3F-05D258DD8A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graphicEl>
                                              <a:dgm id="{847AA22B-0031-4640-A2ED-04DBF106E3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latin typeface="Söhne"/>
              </a:rPr>
              <a:t>1. DIAGNÓSTICO E TEORIZAÇÃO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1.1. Identificação das partes interessadas e parceiros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1.2. Problemática e/ou problemas identificados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1.3. Justificativa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1.4. Objetivos/resultados/efeitos a serem alcançados (em relação ao problema identificado e sob a perspectiva dos públicos envolvidos)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1.5. Referencial teórico (subsídio teórico para propositura de ações da extensão)</a:t>
            </a:r>
          </a:p>
        </p:txBody>
      </p:sp>
    </p:spTree>
    <p:extLst>
      <p:ext uri="{BB962C8B-B14F-4D97-AF65-F5344CB8AC3E}">
        <p14:creationId xmlns:p14="http://schemas.microsoft.com/office/powerpoint/2010/main" val="1592357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2. PLANEJAMENTO E DESENVOLVIMENTO DO PROJETO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2.1. Plano de trabalho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2.2. Descrição da forma de envolvimento do público participante na formulação do projeto, seu desenvolvimento e avaliação, bem como as estratégias pelo grupo para mobilizá-los. 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2.3. Grupo de trabalho (descrição da responsabilidade de cada membro)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2.4. Metas, critérios ou indicadores de avaliação do projeto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2.5. Recursos previstos </a:t>
            </a:r>
          </a:p>
          <a:p>
            <a:pPr marL="0" indent="0" algn="l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2.6. Detalhamento técnico do projeto</a:t>
            </a:r>
          </a:p>
        </p:txBody>
      </p:sp>
    </p:spTree>
    <p:extLst>
      <p:ext uri="{BB962C8B-B14F-4D97-AF65-F5344CB8AC3E}">
        <p14:creationId xmlns:p14="http://schemas.microsoft.com/office/powerpoint/2010/main" val="4218528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017E-D7CF-CDDE-5051-6501A37B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3. ENCERRAMENTO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AB584-8ACE-BF77-ECDA-3B694B07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3.1. Relatório Coletivo (podendo ser oral e escrita ou apenas escrita)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3.2. Avaliação de reação da parte interessada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3.3. Relato de Experiência Individual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3.4. CONTEXTUALIZAÇÃO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3.5. METODOLOGIA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3.6. RESULTADOS E DISCUSSÃO: </a:t>
            </a:r>
          </a:p>
          <a:p>
            <a:pPr marL="342900" lvl="1" indent="0">
              <a:buNone/>
            </a:pPr>
            <a:r>
              <a:rPr lang="pt-BR" dirty="0">
                <a:solidFill>
                  <a:srgbClr val="0D0D0D"/>
                </a:solidFill>
                <a:latin typeface="Söhne"/>
              </a:rPr>
              <a:t>	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3.7. REFLEXÃO APROFUNDADA </a:t>
            </a:r>
          </a:p>
          <a:p>
            <a:pPr marL="342900" lvl="1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	3.8. CONSIDERAÇÕES FINAIS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1059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Considerações finais</a:t>
            </a:r>
            <a:endParaRPr lang="pt-BR" sz="4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spaço Reservado para Texto 2">
            <a:extLst>
              <a:ext uri="{FF2B5EF4-FFF2-40B4-BE49-F238E27FC236}">
                <a16:creationId xmlns:a16="http://schemas.microsoft.com/office/drawing/2014/main" id="{4E23AE76-CDBA-A5A6-6988-BACEE4868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741730"/>
              </p:ext>
            </p:extLst>
          </p:nvPr>
        </p:nvGraphicFramePr>
        <p:xfrm>
          <a:off x="4056020" y="1094956"/>
          <a:ext cx="4728436" cy="3633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157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AF79A62F-9270-48FF-9E76-A2CE9EC5A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2452106F-E032-49DB-8188-F466CD778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B65ACC02-AF15-4705-9902-361BE44F7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2133600" y="2981325"/>
            <a:ext cx="6010275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“Se temos dados, vamos olhar os dados. Se só temos opiniões, ficamos com a minha.”</a:t>
            </a:r>
            <a:b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(Jim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Barksdale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,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ex-CEO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do Netscape)</a:t>
            </a: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16">
            <a:extLst>
              <a:ext uri="{FF2B5EF4-FFF2-40B4-BE49-F238E27FC236}">
                <a16:creationId xmlns:a16="http://schemas.microsoft.com/office/drawing/2014/main" id="{B363BA3B-C6E0-EC79-5F3E-2B45D4B325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95" y="-21739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9061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491FC-84AB-4079-DC4C-7CF4C2F4A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884178-AB2C-9190-84A0-1E41461DD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AE128-0F0C-FF76-B54D-6CEF9D01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2" y="0"/>
            <a:ext cx="9144000" cy="5143500"/>
          </a:xfrm>
          <a:prstGeom prst="rect">
            <a:avLst/>
          </a:prstGeom>
        </p:spPr>
      </p:pic>
      <p:pic>
        <p:nvPicPr>
          <p:cNvPr id="6" name="Google Shape;102;p16">
            <a:extLst>
              <a:ext uri="{FF2B5EF4-FFF2-40B4-BE49-F238E27FC236}">
                <a16:creationId xmlns:a16="http://schemas.microsoft.com/office/drawing/2014/main" id="{FDC16A67-463F-6354-61A7-AF4093000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395" y="453430"/>
            <a:ext cx="9222378" cy="518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0;p14">
            <a:extLst>
              <a:ext uri="{FF2B5EF4-FFF2-40B4-BE49-F238E27FC236}">
                <a16:creationId xmlns:a16="http://schemas.microsoft.com/office/drawing/2014/main" id="{A96FEEA2-D86F-FC1A-7884-1F1B291443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1349" y="946105"/>
            <a:ext cx="9144000" cy="514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5;p13">
            <a:extLst>
              <a:ext uri="{FF2B5EF4-FFF2-40B4-BE49-F238E27FC236}">
                <a16:creationId xmlns:a16="http://schemas.microsoft.com/office/drawing/2014/main" id="{129827A2-4D9E-2AD0-9AD5-B184BFE28F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2214" y="134662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651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25ce4-e67b-409a-936c-2f0e4ed219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67C1A9F4A04EB6FB5186ED75CED2" ma:contentTypeVersion="14" ma:contentTypeDescription="Create a new document." ma:contentTypeScope="" ma:versionID="859d8143745134b1081bb6f7abbc5b01">
  <xsd:schema xmlns:xsd="http://www.w3.org/2001/XMLSchema" xmlns:xs="http://www.w3.org/2001/XMLSchema" xmlns:p="http://schemas.microsoft.com/office/2006/metadata/properties" xmlns:ns3="7f225ce4-e67b-409a-936c-2f0e4ed21938" xmlns:ns4="fcbe7e42-d3c9-496b-9c06-9509924e5e51" targetNamespace="http://schemas.microsoft.com/office/2006/metadata/properties" ma:root="true" ma:fieldsID="05811bf62edeb4ed7110bd71511b8b81" ns3:_="" ns4:_="">
    <xsd:import namespace="7f225ce4-e67b-409a-936c-2f0e4ed21938"/>
    <xsd:import namespace="fcbe7e42-d3c9-496b-9c06-9509924e5e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25ce4-e67b-409a-936c-2f0e4ed21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e7e42-d3c9-496b-9c06-9509924e5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33D6D7-BE43-42CF-8CB7-77FB75EC30BC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7f225ce4-e67b-409a-936c-2f0e4ed21938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cbe7e42-d3c9-496b-9c06-9509924e5e51"/>
  </ds:schemaRefs>
</ds:datastoreItem>
</file>

<file path=customXml/itemProps2.xml><?xml version="1.0" encoding="utf-8"?>
<ds:datastoreItem xmlns:ds="http://schemas.openxmlformats.org/officeDocument/2006/customXml" ds:itemID="{C8D32FBA-9A8B-4EA1-B87D-A32309C03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225ce4-e67b-409a-936c-2f0e4ed21938"/>
    <ds:schemaRef ds:uri="fcbe7e42-d3c9-496b-9c06-9509924e5e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D8C3C1-A67B-4AED-A9AB-9A3C139B47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1655</Words>
  <Application>Microsoft Office PowerPoint</Application>
  <PresentationFormat>Apresentação na tela (16:9)</PresentationFormat>
  <Paragraphs>151</Paragraphs>
  <Slides>41</Slides>
  <Notes>9</Notes>
  <HiddenSlides>6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Aptos Display</vt:lpstr>
      <vt:lpstr>Tahoma</vt:lpstr>
      <vt:lpstr>Söhne</vt:lpstr>
      <vt:lpstr>Aptos</vt:lpstr>
      <vt:lpstr>Arial</vt:lpstr>
      <vt:lpstr>Tema do Office</vt:lpstr>
      <vt:lpstr>Business Intelligence</vt:lpstr>
      <vt:lpstr>Apresentação do PowerPoint</vt:lpstr>
      <vt:lpstr>Conteúdo Programático</vt:lpstr>
      <vt:lpstr>Objetivo da aula</vt:lpstr>
      <vt:lpstr>Agenda</vt:lpstr>
      <vt:lpstr>Relembrando BI</vt:lpstr>
      <vt:lpstr>Tabela Fato x Tabela Dimensão</vt:lpstr>
      <vt:lpstr>Tabela fato</vt:lpstr>
      <vt:lpstr>Tabela dimensão</vt:lpstr>
      <vt:lpstr>“star schema” e “snowflake”</vt:lpstr>
      <vt:lpstr>Star schema</vt:lpstr>
      <vt:lpstr>Star schema</vt:lpstr>
      <vt:lpstr>Star schema</vt:lpstr>
      <vt:lpstr>snowflake</vt:lpstr>
      <vt:lpstr>Apresentação do PowerPoint</vt:lpstr>
      <vt:lpstr>Apresentação do PowerPoint</vt:lpstr>
      <vt:lpstr>Apresentação do PowerPoint</vt:lpstr>
      <vt:lpstr>Apresentação do PowerPoint</vt:lpstr>
      <vt:lpstr>DO EXCEL AO POWER BI</vt:lpstr>
      <vt:lpstr>Suplementos power</vt:lpstr>
      <vt:lpstr>O QUE É O POWER QUERY? </vt:lpstr>
      <vt:lpstr>O QUE É O Power Pivot ? </vt:lpstr>
      <vt:lpstr>As linguagens do Power BI  (e do Excel)</vt:lpstr>
      <vt:lpstr>A Linguagem M</vt:lpstr>
      <vt:lpstr>A Linguagem DAX</vt:lpstr>
      <vt:lpstr>O QUE É O Power BI? </vt:lpstr>
      <vt:lpstr>Apresentação do PowerPoint</vt:lpstr>
      <vt:lpstr>Apresentação do PowerPoint</vt:lpstr>
      <vt:lpstr>Sumário:</vt:lpstr>
      <vt:lpstr>Apresentação do PowerPoint</vt:lpstr>
      <vt:lpstr>1. DIAGNÓSTICO E TEORIZAÇÃO </vt:lpstr>
      <vt:lpstr>2. PLANEJAMENTO E DESENVOLVIMENTO DO PROJETO </vt:lpstr>
      <vt:lpstr>3. ENCERRAMENTO DO PROJETO</vt:lpstr>
      <vt:lpstr>Considerações finais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JOSE PEDRO CALISTRO TORRES DE MIRANDA</cp:lastModifiedBy>
  <cp:revision>17</cp:revision>
  <dcterms:modified xsi:type="dcterms:W3CDTF">2025-02-25T04:55:35Z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0x010100AAAE67C1A9F4A04EB6FB5186ED75CED2</vt:lpwstr>
  </property>
</Properties>
</file>