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42"/>
  </p:notesMasterIdLst>
  <p:sldIdLst>
    <p:sldId id="256" r:id="rId5"/>
    <p:sldId id="319" r:id="rId6"/>
    <p:sldId id="318" r:id="rId7"/>
    <p:sldId id="428" r:id="rId8"/>
    <p:sldId id="423" r:id="rId9"/>
    <p:sldId id="429" r:id="rId10"/>
    <p:sldId id="430" r:id="rId11"/>
    <p:sldId id="425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2" r:id="rId31"/>
    <p:sldId id="283" r:id="rId32"/>
    <p:sldId id="284" r:id="rId33"/>
    <p:sldId id="441" r:id="rId34"/>
    <p:sldId id="342" r:id="rId35"/>
    <p:sldId id="289" r:id="rId36"/>
    <p:sldId id="343" r:id="rId37"/>
    <p:sldId id="292" r:id="rId38"/>
    <p:sldId id="293" r:id="rId39"/>
    <p:sldId id="393" r:id="rId40"/>
    <p:sldId id="298" r:id="rId41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43"/>
      <p:bold r:id="rId44"/>
    </p:embeddedFont>
    <p:embeddedFont>
      <p:font typeface="Trebuchet MS" panose="020B0603020202020204" pitchFamily="34" charset="0"/>
      <p:regular r:id="rId45"/>
      <p:bold r:id="rId46"/>
      <p:italic r:id="rId47"/>
      <p:boldItalic r:id="rId4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0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48" autoAdjust="0"/>
    <p:restoredTop sz="0" autoAdjust="0"/>
  </p:normalViewPr>
  <p:slideViewPr>
    <p:cSldViewPr snapToGrid="0">
      <p:cViewPr varScale="1">
        <p:scale>
          <a:sx n="109" d="100"/>
          <a:sy n="109" d="100"/>
        </p:scale>
        <p:origin x="840" y="8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CFB838-DCE7-41EF-872D-82AC269F27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9E50C2-B241-498C-A728-2AF10C377F8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Reconhecer a  importância do pré-  processamento de  dados e os principais  tipos de fontes de  dados.</a:t>
          </a:r>
          <a:endParaRPr lang="en-US"/>
        </a:p>
      </dgm:t>
    </dgm:pt>
    <dgm:pt modelId="{3DF92F9B-377A-453C-B624-015C38903F3C}" type="parTrans" cxnId="{E2259CF8-DEFE-4B8E-862B-EC6A634ED9B3}">
      <dgm:prSet/>
      <dgm:spPr/>
      <dgm:t>
        <a:bodyPr/>
        <a:lstStyle/>
        <a:p>
          <a:endParaRPr lang="en-US"/>
        </a:p>
      </dgm:t>
    </dgm:pt>
    <dgm:pt modelId="{C6589D8D-35F7-4B29-A653-386DD6600C3F}" type="sibTrans" cxnId="{E2259CF8-DEFE-4B8E-862B-EC6A634ED9B3}">
      <dgm:prSet/>
      <dgm:spPr/>
      <dgm:t>
        <a:bodyPr/>
        <a:lstStyle/>
        <a:p>
          <a:endParaRPr lang="en-US"/>
        </a:p>
      </dgm:t>
    </dgm:pt>
    <dgm:pt modelId="{157D31F0-DED6-44AE-B51E-9DB00648294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Identificar as principais operações de consolidação e limpeza de dados.</a:t>
          </a:r>
          <a:endParaRPr lang="en-US"/>
        </a:p>
      </dgm:t>
    </dgm:pt>
    <dgm:pt modelId="{88F8302C-92C8-4554-A011-85A452F96DFB}" type="parTrans" cxnId="{5171F57A-7D6C-4238-A340-0DEDCD0E823A}">
      <dgm:prSet/>
      <dgm:spPr/>
      <dgm:t>
        <a:bodyPr/>
        <a:lstStyle/>
        <a:p>
          <a:endParaRPr lang="en-US"/>
        </a:p>
      </dgm:t>
    </dgm:pt>
    <dgm:pt modelId="{1BACD03F-7532-460D-977D-3A213E40C882}" type="sibTrans" cxnId="{5171F57A-7D6C-4238-A340-0DEDCD0E823A}">
      <dgm:prSet/>
      <dgm:spPr/>
      <dgm:t>
        <a:bodyPr/>
        <a:lstStyle/>
        <a:p>
          <a:endParaRPr lang="en-US"/>
        </a:p>
      </dgm:t>
    </dgm:pt>
    <dgm:pt modelId="{30C2441A-5940-4EA9-822A-A78B189C706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Identificar as principais operações da transformação e redução de dados.</a:t>
          </a:r>
          <a:endParaRPr lang="en-US"/>
        </a:p>
      </dgm:t>
    </dgm:pt>
    <dgm:pt modelId="{D5E209E5-AC9B-4ADA-91B9-B9AC107B4B87}" type="parTrans" cxnId="{3F0631BC-4305-4ADC-80DE-3E3D566FF6EB}">
      <dgm:prSet/>
      <dgm:spPr/>
      <dgm:t>
        <a:bodyPr/>
        <a:lstStyle/>
        <a:p>
          <a:endParaRPr lang="en-US"/>
        </a:p>
      </dgm:t>
    </dgm:pt>
    <dgm:pt modelId="{F094D247-1DF9-4A49-93FD-6F5289206661}" type="sibTrans" cxnId="{3F0631BC-4305-4ADC-80DE-3E3D566FF6EB}">
      <dgm:prSet/>
      <dgm:spPr/>
      <dgm:t>
        <a:bodyPr/>
        <a:lstStyle/>
        <a:p>
          <a:endParaRPr lang="en-US"/>
        </a:p>
      </dgm:t>
    </dgm:pt>
    <dgm:pt modelId="{979409A3-780E-45C2-99F8-7EDEE043945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Criar relacionamentos integrando os diferentes conjuntos de dados no Power BI.</a:t>
          </a:r>
          <a:endParaRPr lang="en-US"/>
        </a:p>
      </dgm:t>
    </dgm:pt>
    <dgm:pt modelId="{7A5CCD4F-4AE5-43C1-BB9D-38B64A5C129F}" type="parTrans" cxnId="{B4A05C09-7446-45D1-A76A-82F4BE33FBEC}">
      <dgm:prSet/>
      <dgm:spPr/>
      <dgm:t>
        <a:bodyPr/>
        <a:lstStyle/>
        <a:p>
          <a:endParaRPr lang="en-US"/>
        </a:p>
      </dgm:t>
    </dgm:pt>
    <dgm:pt modelId="{938154BC-1B52-471F-A483-2D2D6AD28BA0}" type="sibTrans" cxnId="{B4A05C09-7446-45D1-A76A-82F4BE33FBEC}">
      <dgm:prSet/>
      <dgm:spPr/>
      <dgm:t>
        <a:bodyPr/>
        <a:lstStyle/>
        <a:p>
          <a:endParaRPr lang="en-US"/>
        </a:p>
      </dgm:t>
    </dgm:pt>
    <dgm:pt modelId="{AFCE9968-FA17-4479-BEB2-9C359528049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Utilizar os recursos básicos e iniciais de Visualização e Análise dos Dados do Power BI.</a:t>
          </a:r>
          <a:endParaRPr lang="en-US"/>
        </a:p>
      </dgm:t>
    </dgm:pt>
    <dgm:pt modelId="{9AD313E1-058B-473D-A83E-E35213B40914}" type="parTrans" cxnId="{52046055-4DD1-4FF3-89A3-8AE7A1794F04}">
      <dgm:prSet/>
      <dgm:spPr/>
      <dgm:t>
        <a:bodyPr/>
        <a:lstStyle/>
        <a:p>
          <a:endParaRPr lang="en-US"/>
        </a:p>
      </dgm:t>
    </dgm:pt>
    <dgm:pt modelId="{7042F283-11AE-4F79-BA22-BDAB4D064F6E}" type="sibTrans" cxnId="{52046055-4DD1-4FF3-89A3-8AE7A1794F04}">
      <dgm:prSet/>
      <dgm:spPr/>
      <dgm:t>
        <a:bodyPr/>
        <a:lstStyle/>
        <a:p>
          <a:endParaRPr lang="en-US"/>
        </a:p>
      </dgm:t>
    </dgm:pt>
    <dgm:pt modelId="{4752C97D-B1E5-4FFE-9A7E-23BFE94E3CEE}" type="pres">
      <dgm:prSet presAssocID="{E5CFB838-DCE7-41EF-872D-82AC269F2749}" presName="root" presStyleCnt="0">
        <dgm:presLayoutVars>
          <dgm:dir/>
          <dgm:resizeHandles val="exact"/>
        </dgm:presLayoutVars>
      </dgm:prSet>
      <dgm:spPr/>
    </dgm:pt>
    <dgm:pt modelId="{FF111C75-62CB-41BD-821A-D1C6A74DF54E}" type="pres">
      <dgm:prSet presAssocID="{5F9E50C2-B241-498C-A728-2AF10C377F84}" presName="compNode" presStyleCnt="0"/>
      <dgm:spPr/>
    </dgm:pt>
    <dgm:pt modelId="{DD491140-983A-482D-A1C3-14E9EFBB92CB}" type="pres">
      <dgm:prSet presAssocID="{5F9E50C2-B241-498C-A728-2AF10C377F84}" presName="bgRect" presStyleLbl="bgShp" presStyleIdx="0" presStyleCnt="5"/>
      <dgm:spPr/>
    </dgm:pt>
    <dgm:pt modelId="{E95410B3-7F77-4366-AFAB-93C1727AA793}" type="pres">
      <dgm:prSet presAssocID="{5F9E50C2-B241-498C-A728-2AF10C377F8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9DB14ADF-B06C-48E0-9729-DA1D3771DCE6}" type="pres">
      <dgm:prSet presAssocID="{5F9E50C2-B241-498C-A728-2AF10C377F84}" presName="spaceRect" presStyleCnt="0"/>
      <dgm:spPr/>
    </dgm:pt>
    <dgm:pt modelId="{3E3817AA-CB21-4120-8AA1-D14F8B173498}" type="pres">
      <dgm:prSet presAssocID="{5F9E50C2-B241-498C-A728-2AF10C377F84}" presName="parTx" presStyleLbl="revTx" presStyleIdx="0" presStyleCnt="5">
        <dgm:presLayoutVars>
          <dgm:chMax val="0"/>
          <dgm:chPref val="0"/>
        </dgm:presLayoutVars>
      </dgm:prSet>
      <dgm:spPr/>
    </dgm:pt>
    <dgm:pt modelId="{23847A7C-5C69-4D20-8B81-5A46A4A631EF}" type="pres">
      <dgm:prSet presAssocID="{C6589D8D-35F7-4B29-A653-386DD6600C3F}" presName="sibTrans" presStyleCnt="0"/>
      <dgm:spPr/>
    </dgm:pt>
    <dgm:pt modelId="{11B1FA32-7F05-42A7-8924-6C630BE919CB}" type="pres">
      <dgm:prSet presAssocID="{157D31F0-DED6-44AE-B51E-9DB006482945}" presName="compNode" presStyleCnt="0"/>
      <dgm:spPr/>
    </dgm:pt>
    <dgm:pt modelId="{8BCFEEC5-BBC4-4D61-95B7-9395570EFF8E}" type="pres">
      <dgm:prSet presAssocID="{157D31F0-DED6-44AE-B51E-9DB006482945}" presName="bgRect" presStyleLbl="bgShp" presStyleIdx="1" presStyleCnt="5"/>
      <dgm:spPr/>
    </dgm:pt>
    <dgm:pt modelId="{16C9A0AB-7833-4B59-8259-63D9B46F644B}" type="pres">
      <dgm:prSet presAssocID="{157D31F0-DED6-44AE-B51E-9DB00648294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061C5A2-4AE4-4582-8D83-A36539610EE7}" type="pres">
      <dgm:prSet presAssocID="{157D31F0-DED6-44AE-B51E-9DB006482945}" presName="spaceRect" presStyleCnt="0"/>
      <dgm:spPr/>
    </dgm:pt>
    <dgm:pt modelId="{347AD4B6-9ECB-4ADD-8BCD-B12A8B9D8DFA}" type="pres">
      <dgm:prSet presAssocID="{157D31F0-DED6-44AE-B51E-9DB006482945}" presName="parTx" presStyleLbl="revTx" presStyleIdx="1" presStyleCnt="5">
        <dgm:presLayoutVars>
          <dgm:chMax val="0"/>
          <dgm:chPref val="0"/>
        </dgm:presLayoutVars>
      </dgm:prSet>
      <dgm:spPr/>
    </dgm:pt>
    <dgm:pt modelId="{F450F45F-0D4E-44CB-86BA-E2E18AF1B09D}" type="pres">
      <dgm:prSet presAssocID="{1BACD03F-7532-460D-977D-3A213E40C882}" presName="sibTrans" presStyleCnt="0"/>
      <dgm:spPr/>
    </dgm:pt>
    <dgm:pt modelId="{3F977F7B-C9CB-48C5-A9C9-0DEEF2E707E6}" type="pres">
      <dgm:prSet presAssocID="{30C2441A-5940-4EA9-822A-A78B189C7063}" presName="compNode" presStyleCnt="0"/>
      <dgm:spPr/>
    </dgm:pt>
    <dgm:pt modelId="{71552D11-AECC-49A6-927C-486A97910CB5}" type="pres">
      <dgm:prSet presAssocID="{30C2441A-5940-4EA9-822A-A78B189C7063}" presName="bgRect" presStyleLbl="bgShp" presStyleIdx="2" presStyleCnt="5"/>
      <dgm:spPr/>
    </dgm:pt>
    <dgm:pt modelId="{E46607E1-9E31-41C4-959F-440634CD2FA0}" type="pres">
      <dgm:prSet presAssocID="{30C2441A-5940-4EA9-822A-A78B189C706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49870EA1-053E-4132-AA7A-EC41C8C0F94A}" type="pres">
      <dgm:prSet presAssocID="{30C2441A-5940-4EA9-822A-A78B189C7063}" presName="spaceRect" presStyleCnt="0"/>
      <dgm:spPr/>
    </dgm:pt>
    <dgm:pt modelId="{CE191821-8A37-465F-A6E7-C146053B070D}" type="pres">
      <dgm:prSet presAssocID="{30C2441A-5940-4EA9-822A-A78B189C7063}" presName="parTx" presStyleLbl="revTx" presStyleIdx="2" presStyleCnt="5">
        <dgm:presLayoutVars>
          <dgm:chMax val="0"/>
          <dgm:chPref val="0"/>
        </dgm:presLayoutVars>
      </dgm:prSet>
      <dgm:spPr/>
    </dgm:pt>
    <dgm:pt modelId="{8D0D244B-6D9E-446C-AD83-EC9F7223F81E}" type="pres">
      <dgm:prSet presAssocID="{F094D247-1DF9-4A49-93FD-6F5289206661}" presName="sibTrans" presStyleCnt="0"/>
      <dgm:spPr/>
    </dgm:pt>
    <dgm:pt modelId="{9F25ED9B-1C51-49BA-B662-072435AAC2BA}" type="pres">
      <dgm:prSet presAssocID="{979409A3-780E-45C2-99F8-7EDEE0439452}" presName="compNode" presStyleCnt="0"/>
      <dgm:spPr/>
    </dgm:pt>
    <dgm:pt modelId="{12D81B3D-F482-403A-9AB4-22FEF83C7BD2}" type="pres">
      <dgm:prSet presAssocID="{979409A3-780E-45C2-99F8-7EDEE0439452}" presName="bgRect" presStyleLbl="bgShp" presStyleIdx="3" presStyleCnt="5"/>
      <dgm:spPr/>
    </dgm:pt>
    <dgm:pt modelId="{00E27D04-A2A0-4223-BB42-995CD8613747}" type="pres">
      <dgm:prSet presAssocID="{979409A3-780E-45C2-99F8-7EDEE043945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A17CA52E-7602-4CE2-802A-3150FA03A9D1}" type="pres">
      <dgm:prSet presAssocID="{979409A3-780E-45C2-99F8-7EDEE0439452}" presName="spaceRect" presStyleCnt="0"/>
      <dgm:spPr/>
    </dgm:pt>
    <dgm:pt modelId="{802C1AA3-BBCE-41C2-AB06-744DF3994752}" type="pres">
      <dgm:prSet presAssocID="{979409A3-780E-45C2-99F8-7EDEE0439452}" presName="parTx" presStyleLbl="revTx" presStyleIdx="3" presStyleCnt="5">
        <dgm:presLayoutVars>
          <dgm:chMax val="0"/>
          <dgm:chPref val="0"/>
        </dgm:presLayoutVars>
      </dgm:prSet>
      <dgm:spPr/>
    </dgm:pt>
    <dgm:pt modelId="{DB40F3F2-553C-4A4E-AA4F-E8BC0B388CE3}" type="pres">
      <dgm:prSet presAssocID="{938154BC-1B52-471F-A483-2D2D6AD28BA0}" presName="sibTrans" presStyleCnt="0"/>
      <dgm:spPr/>
    </dgm:pt>
    <dgm:pt modelId="{4016C2BA-0CD7-41DF-BF9F-C03D621EAFF6}" type="pres">
      <dgm:prSet presAssocID="{AFCE9968-FA17-4479-BEB2-9C3595280494}" presName="compNode" presStyleCnt="0"/>
      <dgm:spPr/>
    </dgm:pt>
    <dgm:pt modelId="{BC76AC0A-AE67-4135-9DD4-148B0F1C9E3E}" type="pres">
      <dgm:prSet presAssocID="{AFCE9968-FA17-4479-BEB2-9C3595280494}" presName="bgRect" presStyleLbl="bgShp" presStyleIdx="4" presStyleCnt="5"/>
      <dgm:spPr/>
    </dgm:pt>
    <dgm:pt modelId="{DEB892A8-5309-4D5F-9907-C70C7115B797}" type="pres">
      <dgm:prSet presAssocID="{AFCE9968-FA17-4479-BEB2-9C359528049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386C825-5F22-4B4E-8DA2-488E604A7441}" type="pres">
      <dgm:prSet presAssocID="{AFCE9968-FA17-4479-BEB2-9C3595280494}" presName="spaceRect" presStyleCnt="0"/>
      <dgm:spPr/>
    </dgm:pt>
    <dgm:pt modelId="{C37C9836-207D-4591-B0AF-F318AA26B496}" type="pres">
      <dgm:prSet presAssocID="{AFCE9968-FA17-4479-BEB2-9C359528049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04E3002-942F-46B5-B515-E52C4B44781E}" type="presOf" srcId="{AFCE9968-FA17-4479-BEB2-9C3595280494}" destId="{C37C9836-207D-4591-B0AF-F318AA26B496}" srcOrd="0" destOrd="0" presId="urn:microsoft.com/office/officeart/2018/2/layout/IconVerticalSolidList"/>
    <dgm:cxn modelId="{B4A05C09-7446-45D1-A76A-82F4BE33FBEC}" srcId="{E5CFB838-DCE7-41EF-872D-82AC269F2749}" destId="{979409A3-780E-45C2-99F8-7EDEE0439452}" srcOrd="3" destOrd="0" parTransId="{7A5CCD4F-4AE5-43C1-BB9D-38B64A5C129F}" sibTransId="{938154BC-1B52-471F-A483-2D2D6AD28BA0}"/>
    <dgm:cxn modelId="{5B40E20A-D7E6-4AC3-AAEA-CE3A395B167B}" type="presOf" srcId="{30C2441A-5940-4EA9-822A-A78B189C7063}" destId="{CE191821-8A37-465F-A6E7-C146053B070D}" srcOrd="0" destOrd="0" presId="urn:microsoft.com/office/officeart/2018/2/layout/IconVerticalSolidList"/>
    <dgm:cxn modelId="{52046055-4DD1-4FF3-89A3-8AE7A1794F04}" srcId="{E5CFB838-DCE7-41EF-872D-82AC269F2749}" destId="{AFCE9968-FA17-4479-BEB2-9C3595280494}" srcOrd="4" destOrd="0" parTransId="{9AD313E1-058B-473D-A83E-E35213B40914}" sibTransId="{7042F283-11AE-4F79-BA22-BDAB4D064F6E}"/>
    <dgm:cxn modelId="{5171F57A-7D6C-4238-A340-0DEDCD0E823A}" srcId="{E5CFB838-DCE7-41EF-872D-82AC269F2749}" destId="{157D31F0-DED6-44AE-B51E-9DB006482945}" srcOrd="1" destOrd="0" parTransId="{88F8302C-92C8-4554-A011-85A452F96DFB}" sibTransId="{1BACD03F-7532-460D-977D-3A213E40C882}"/>
    <dgm:cxn modelId="{8E91F55A-2A42-4CD8-849C-A2C37A853AFB}" type="presOf" srcId="{157D31F0-DED6-44AE-B51E-9DB006482945}" destId="{347AD4B6-9ECB-4ADD-8BCD-B12A8B9D8DFA}" srcOrd="0" destOrd="0" presId="urn:microsoft.com/office/officeart/2018/2/layout/IconVerticalSolidList"/>
    <dgm:cxn modelId="{6F62C17F-EC0A-4815-A31E-885D03BC3A46}" type="presOf" srcId="{5F9E50C2-B241-498C-A728-2AF10C377F84}" destId="{3E3817AA-CB21-4120-8AA1-D14F8B173498}" srcOrd="0" destOrd="0" presId="urn:microsoft.com/office/officeart/2018/2/layout/IconVerticalSolidList"/>
    <dgm:cxn modelId="{22CF7890-2214-423E-92EF-112F36FA65A1}" type="presOf" srcId="{979409A3-780E-45C2-99F8-7EDEE0439452}" destId="{802C1AA3-BBCE-41C2-AB06-744DF3994752}" srcOrd="0" destOrd="0" presId="urn:microsoft.com/office/officeart/2018/2/layout/IconVerticalSolidList"/>
    <dgm:cxn modelId="{3F0631BC-4305-4ADC-80DE-3E3D566FF6EB}" srcId="{E5CFB838-DCE7-41EF-872D-82AC269F2749}" destId="{30C2441A-5940-4EA9-822A-A78B189C7063}" srcOrd="2" destOrd="0" parTransId="{D5E209E5-AC9B-4ADA-91B9-B9AC107B4B87}" sibTransId="{F094D247-1DF9-4A49-93FD-6F5289206661}"/>
    <dgm:cxn modelId="{F0F222CE-94BE-42E2-8F11-E38C2BE4FFDA}" type="presOf" srcId="{E5CFB838-DCE7-41EF-872D-82AC269F2749}" destId="{4752C97D-B1E5-4FFE-9A7E-23BFE94E3CEE}" srcOrd="0" destOrd="0" presId="urn:microsoft.com/office/officeart/2018/2/layout/IconVerticalSolidList"/>
    <dgm:cxn modelId="{E2259CF8-DEFE-4B8E-862B-EC6A634ED9B3}" srcId="{E5CFB838-DCE7-41EF-872D-82AC269F2749}" destId="{5F9E50C2-B241-498C-A728-2AF10C377F84}" srcOrd="0" destOrd="0" parTransId="{3DF92F9B-377A-453C-B624-015C38903F3C}" sibTransId="{C6589D8D-35F7-4B29-A653-386DD6600C3F}"/>
    <dgm:cxn modelId="{3789CB73-9725-45C7-8732-4B8ED87D719E}" type="presParOf" srcId="{4752C97D-B1E5-4FFE-9A7E-23BFE94E3CEE}" destId="{FF111C75-62CB-41BD-821A-D1C6A74DF54E}" srcOrd="0" destOrd="0" presId="urn:microsoft.com/office/officeart/2018/2/layout/IconVerticalSolidList"/>
    <dgm:cxn modelId="{C6742DEB-F11B-43EC-8B36-156F26B341D4}" type="presParOf" srcId="{FF111C75-62CB-41BD-821A-D1C6A74DF54E}" destId="{DD491140-983A-482D-A1C3-14E9EFBB92CB}" srcOrd="0" destOrd="0" presId="urn:microsoft.com/office/officeart/2018/2/layout/IconVerticalSolidList"/>
    <dgm:cxn modelId="{A85CEA7E-8457-4DD2-AE61-EB641E37B343}" type="presParOf" srcId="{FF111C75-62CB-41BD-821A-D1C6A74DF54E}" destId="{E95410B3-7F77-4366-AFAB-93C1727AA793}" srcOrd="1" destOrd="0" presId="urn:microsoft.com/office/officeart/2018/2/layout/IconVerticalSolidList"/>
    <dgm:cxn modelId="{A8C11DB6-2917-4A93-9857-71774777E4DD}" type="presParOf" srcId="{FF111C75-62CB-41BD-821A-D1C6A74DF54E}" destId="{9DB14ADF-B06C-48E0-9729-DA1D3771DCE6}" srcOrd="2" destOrd="0" presId="urn:microsoft.com/office/officeart/2018/2/layout/IconVerticalSolidList"/>
    <dgm:cxn modelId="{15A6E62A-BC7E-46A5-A18E-BA3FBCB9D603}" type="presParOf" srcId="{FF111C75-62CB-41BD-821A-D1C6A74DF54E}" destId="{3E3817AA-CB21-4120-8AA1-D14F8B173498}" srcOrd="3" destOrd="0" presId="urn:microsoft.com/office/officeart/2018/2/layout/IconVerticalSolidList"/>
    <dgm:cxn modelId="{2B088660-E8D9-49C9-9284-A968A7556564}" type="presParOf" srcId="{4752C97D-B1E5-4FFE-9A7E-23BFE94E3CEE}" destId="{23847A7C-5C69-4D20-8B81-5A46A4A631EF}" srcOrd="1" destOrd="0" presId="urn:microsoft.com/office/officeart/2018/2/layout/IconVerticalSolidList"/>
    <dgm:cxn modelId="{E13BC288-F6E2-4A05-A4AF-854E6EAF4AF6}" type="presParOf" srcId="{4752C97D-B1E5-4FFE-9A7E-23BFE94E3CEE}" destId="{11B1FA32-7F05-42A7-8924-6C630BE919CB}" srcOrd="2" destOrd="0" presId="urn:microsoft.com/office/officeart/2018/2/layout/IconVerticalSolidList"/>
    <dgm:cxn modelId="{F129EEF4-CAF2-4B73-9ABC-E6D1528D17D2}" type="presParOf" srcId="{11B1FA32-7F05-42A7-8924-6C630BE919CB}" destId="{8BCFEEC5-BBC4-4D61-95B7-9395570EFF8E}" srcOrd="0" destOrd="0" presId="urn:microsoft.com/office/officeart/2018/2/layout/IconVerticalSolidList"/>
    <dgm:cxn modelId="{C72BD7DD-E429-46D0-83B3-053362E0E296}" type="presParOf" srcId="{11B1FA32-7F05-42A7-8924-6C630BE919CB}" destId="{16C9A0AB-7833-4B59-8259-63D9B46F644B}" srcOrd="1" destOrd="0" presId="urn:microsoft.com/office/officeart/2018/2/layout/IconVerticalSolidList"/>
    <dgm:cxn modelId="{192CF684-5A46-4619-9460-263EBD640D8E}" type="presParOf" srcId="{11B1FA32-7F05-42A7-8924-6C630BE919CB}" destId="{0061C5A2-4AE4-4582-8D83-A36539610EE7}" srcOrd="2" destOrd="0" presId="urn:microsoft.com/office/officeart/2018/2/layout/IconVerticalSolidList"/>
    <dgm:cxn modelId="{F52293ED-8D04-468A-90F7-A51EADC95AD4}" type="presParOf" srcId="{11B1FA32-7F05-42A7-8924-6C630BE919CB}" destId="{347AD4B6-9ECB-4ADD-8BCD-B12A8B9D8DFA}" srcOrd="3" destOrd="0" presId="urn:microsoft.com/office/officeart/2018/2/layout/IconVerticalSolidList"/>
    <dgm:cxn modelId="{84699A22-BB57-4B30-A913-AA33FBD04BF5}" type="presParOf" srcId="{4752C97D-B1E5-4FFE-9A7E-23BFE94E3CEE}" destId="{F450F45F-0D4E-44CB-86BA-E2E18AF1B09D}" srcOrd="3" destOrd="0" presId="urn:microsoft.com/office/officeart/2018/2/layout/IconVerticalSolidList"/>
    <dgm:cxn modelId="{4C8B7ECA-09CA-4EE3-BF7A-9FB58FF593A0}" type="presParOf" srcId="{4752C97D-B1E5-4FFE-9A7E-23BFE94E3CEE}" destId="{3F977F7B-C9CB-48C5-A9C9-0DEEF2E707E6}" srcOrd="4" destOrd="0" presId="urn:microsoft.com/office/officeart/2018/2/layout/IconVerticalSolidList"/>
    <dgm:cxn modelId="{CD5AF346-B809-4899-BAD9-592550594B4F}" type="presParOf" srcId="{3F977F7B-C9CB-48C5-A9C9-0DEEF2E707E6}" destId="{71552D11-AECC-49A6-927C-486A97910CB5}" srcOrd="0" destOrd="0" presId="urn:microsoft.com/office/officeart/2018/2/layout/IconVerticalSolidList"/>
    <dgm:cxn modelId="{84C73458-C1DB-466E-8F33-8371677B72C6}" type="presParOf" srcId="{3F977F7B-C9CB-48C5-A9C9-0DEEF2E707E6}" destId="{E46607E1-9E31-41C4-959F-440634CD2FA0}" srcOrd="1" destOrd="0" presId="urn:microsoft.com/office/officeart/2018/2/layout/IconVerticalSolidList"/>
    <dgm:cxn modelId="{54669D77-0590-4903-8651-EF3D3F5DD806}" type="presParOf" srcId="{3F977F7B-C9CB-48C5-A9C9-0DEEF2E707E6}" destId="{49870EA1-053E-4132-AA7A-EC41C8C0F94A}" srcOrd="2" destOrd="0" presId="urn:microsoft.com/office/officeart/2018/2/layout/IconVerticalSolidList"/>
    <dgm:cxn modelId="{63701247-229F-46FC-8ECF-6795889E9E8F}" type="presParOf" srcId="{3F977F7B-C9CB-48C5-A9C9-0DEEF2E707E6}" destId="{CE191821-8A37-465F-A6E7-C146053B070D}" srcOrd="3" destOrd="0" presId="urn:microsoft.com/office/officeart/2018/2/layout/IconVerticalSolidList"/>
    <dgm:cxn modelId="{D10EF471-4871-4D08-A505-C665914D0352}" type="presParOf" srcId="{4752C97D-B1E5-4FFE-9A7E-23BFE94E3CEE}" destId="{8D0D244B-6D9E-446C-AD83-EC9F7223F81E}" srcOrd="5" destOrd="0" presId="urn:microsoft.com/office/officeart/2018/2/layout/IconVerticalSolidList"/>
    <dgm:cxn modelId="{50D815D4-CA31-49CD-B988-767F37990138}" type="presParOf" srcId="{4752C97D-B1E5-4FFE-9A7E-23BFE94E3CEE}" destId="{9F25ED9B-1C51-49BA-B662-072435AAC2BA}" srcOrd="6" destOrd="0" presId="urn:microsoft.com/office/officeart/2018/2/layout/IconVerticalSolidList"/>
    <dgm:cxn modelId="{9B8FF37E-4ABD-4811-A4FB-EF86710BE951}" type="presParOf" srcId="{9F25ED9B-1C51-49BA-B662-072435AAC2BA}" destId="{12D81B3D-F482-403A-9AB4-22FEF83C7BD2}" srcOrd="0" destOrd="0" presId="urn:microsoft.com/office/officeart/2018/2/layout/IconVerticalSolidList"/>
    <dgm:cxn modelId="{4E981F45-BFD1-4DCE-A846-B569C2C7ECE1}" type="presParOf" srcId="{9F25ED9B-1C51-49BA-B662-072435AAC2BA}" destId="{00E27D04-A2A0-4223-BB42-995CD8613747}" srcOrd="1" destOrd="0" presId="urn:microsoft.com/office/officeart/2018/2/layout/IconVerticalSolidList"/>
    <dgm:cxn modelId="{0054239D-512C-49CA-ABC0-A15EC516099F}" type="presParOf" srcId="{9F25ED9B-1C51-49BA-B662-072435AAC2BA}" destId="{A17CA52E-7602-4CE2-802A-3150FA03A9D1}" srcOrd="2" destOrd="0" presId="urn:microsoft.com/office/officeart/2018/2/layout/IconVerticalSolidList"/>
    <dgm:cxn modelId="{7FCE06B6-806A-4B3F-A317-22F39A2AB98C}" type="presParOf" srcId="{9F25ED9B-1C51-49BA-B662-072435AAC2BA}" destId="{802C1AA3-BBCE-41C2-AB06-744DF3994752}" srcOrd="3" destOrd="0" presId="urn:microsoft.com/office/officeart/2018/2/layout/IconVerticalSolidList"/>
    <dgm:cxn modelId="{97CD81C1-3B1C-483D-B6F7-0FE0996AC312}" type="presParOf" srcId="{4752C97D-B1E5-4FFE-9A7E-23BFE94E3CEE}" destId="{DB40F3F2-553C-4A4E-AA4F-E8BC0B388CE3}" srcOrd="7" destOrd="0" presId="urn:microsoft.com/office/officeart/2018/2/layout/IconVerticalSolidList"/>
    <dgm:cxn modelId="{23E668CC-3884-49CE-87B3-C777E706EF22}" type="presParOf" srcId="{4752C97D-B1E5-4FFE-9A7E-23BFE94E3CEE}" destId="{4016C2BA-0CD7-41DF-BF9F-C03D621EAFF6}" srcOrd="8" destOrd="0" presId="urn:microsoft.com/office/officeart/2018/2/layout/IconVerticalSolidList"/>
    <dgm:cxn modelId="{E6289AF7-F57C-476A-979B-ECB84231042E}" type="presParOf" srcId="{4016C2BA-0CD7-41DF-BF9F-C03D621EAFF6}" destId="{BC76AC0A-AE67-4135-9DD4-148B0F1C9E3E}" srcOrd="0" destOrd="0" presId="urn:microsoft.com/office/officeart/2018/2/layout/IconVerticalSolidList"/>
    <dgm:cxn modelId="{E51BF212-1981-498B-9108-71BB657AD701}" type="presParOf" srcId="{4016C2BA-0CD7-41DF-BF9F-C03D621EAFF6}" destId="{DEB892A8-5309-4D5F-9907-C70C7115B797}" srcOrd="1" destOrd="0" presId="urn:microsoft.com/office/officeart/2018/2/layout/IconVerticalSolidList"/>
    <dgm:cxn modelId="{658EC026-03DE-49F2-8212-D3C81F331271}" type="presParOf" srcId="{4016C2BA-0CD7-41DF-BF9F-C03D621EAFF6}" destId="{B386C825-5F22-4B4E-8DA2-488E604A7441}" srcOrd="2" destOrd="0" presId="urn:microsoft.com/office/officeart/2018/2/layout/IconVerticalSolidList"/>
    <dgm:cxn modelId="{801A981B-A430-485F-9EF8-151B2F46FB2E}" type="presParOf" srcId="{4016C2BA-0CD7-41DF-BF9F-C03D621EAFF6}" destId="{C37C9836-207D-4591-B0AF-F318AA26B4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F6B650-B7FB-4A55-A092-EBAAF5B52A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DF549A-24F5-4AF1-A360-8EE74CD341ED}">
      <dgm:prSet/>
      <dgm:spPr/>
      <dgm:t>
        <a:bodyPr/>
        <a:lstStyle/>
        <a:p>
          <a:r>
            <a:rPr lang="pt-BR" u="none" strike="noStrike" cap="none" dirty="0">
              <a:latin typeface="Calibri"/>
              <a:ea typeface="Calibri"/>
              <a:cs typeface="Calibri"/>
              <a:sym typeface="Calibri"/>
            </a:rPr>
            <a:t>Processo de </a:t>
          </a:r>
          <a:r>
            <a:rPr lang="pt-BR" u="none" strike="noStrike" cap="none" dirty="0" err="1">
              <a:latin typeface="Calibri"/>
              <a:ea typeface="Calibri"/>
              <a:cs typeface="Calibri"/>
              <a:sym typeface="Calibri"/>
            </a:rPr>
            <a:t>Pré</a:t>
          </a:r>
          <a:r>
            <a:rPr lang="pt-BR" u="none" strike="noStrike" cap="none" dirty="0">
              <a:latin typeface="Calibri"/>
              <a:ea typeface="Calibri"/>
              <a:cs typeface="Calibri"/>
              <a:sym typeface="Calibri"/>
            </a:rPr>
            <a:t>-  processamento de  dados</a:t>
          </a:r>
          <a:endParaRPr lang="en-US" dirty="0"/>
        </a:p>
      </dgm:t>
    </dgm:pt>
    <dgm:pt modelId="{9ADC60BC-AB98-4BAE-81C0-C71BFE260010}" type="parTrans" cxnId="{902CCDCC-F0CB-4644-B68A-0AB6E216B21B}">
      <dgm:prSet/>
      <dgm:spPr/>
      <dgm:t>
        <a:bodyPr/>
        <a:lstStyle/>
        <a:p>
          <a:endParaRPr lang="pt-BR"/>
        </a:p>
      </dgm:t>
    </dgm:pt>
    <dgm:pt modelId="{4EA9FEB5-665F-48D8-93D8-D4AF7D290AE3}" type="sibTrans" cxnId="{902CCDCC-F0CB-4644-B68A-0AB6E216B21B}">
      <dgm:prSet/>
      <dgm:spPr/>
      <dgm:t>
        <a:bodyPr/>
        <a:lstStyle/>
        <a:p>
          <a:endParaRPr lang="pt-BR"/>
        </a:p>
      </dgm:t>
    </dgm:pt>
    <dgm:pt modelId="{9DE18166-4C0F-4C57-BC7D-210371A2DBAB}">
      <dgm:prSet/>
      <dgm:spPr/>
      <dgm:t>
        <a:bodyPr/>
        <a:lstStyle/>
        <a:p>
          <a:pPr>
            <a:buNone/>
          </a:pPr>
          <a:r>
            <a:rPr lang="pt-BR" u="none" strike="noStrike" cap="none" dirty="0">
              <a:latin typeface="Calibri"/>
              <a:ea typeface="Calibri"/>
              <a:cs typeface="Calibri"/>
              <a:sym typeface="Calibri"/>
            </a:rPr>
            <a:t>Consolidação e  Limpeza de Dados</a:t>
          </a:r>
          <a:endParaRPr lang="en-US" dirty="0"/>
        </a:p>
      </dgm:t>
    </dgm:pt>
    <dgm:pt modelId="{F8A93689-4BFB-4829-BFE2-C02BA944ED3A}" type="parTrans" cxnId="{A9427DC7-28CE-4731-9658-8B2AC197A0B4}">
      <dgm:prSet/>
      <dgm:spPr/>
    </dgm:pt>
    <dgm:pt modelId="{39FFE5FF-95A2-409A-AF5C-D1DD01A48D5F}" type="sibTrans" cxnId="{A9427DC7-28CE-4731-9658-8B2AC197A0B4}">
      <dgm:prSet/>
      <dgm:spPr/>
    </dgm:pt>
    <dgm:pt modelId="{8676414F-AD75-432A-99EA-8DE26A540B5F}">
      <dgm:prSet/>
      <dgm:spPr/>
      <dgm:t>
        <a:bodyPr/>
        <a:lstStyle/>
        <a:p>
          <a:pPr>
            <a:buNone/>
          </a:pPr>
          <a:r>
            <a:rPr lang="pt-BR" u="none" strike="noStrike" cap="none" dirty="0">
              <a:latin typeface="Calibri"/>
              <a:ea typeface="Calibri"/>
              <a:cs typeface="Calibri"/>
              <a:sym typeface="Calibri"/>
            </a:rPr>
            <a:t>Transformação e  Redução de Dados</a:t>
          </a:r>
          <a:endParaRPr lang="en-US" dirty="0"/>
        </a:p>
      </dgm:t>
    </dgm:pt>
    <dgm:pt modelId="{11496B85-3F82-4256-988A-B80684CED17A}" type="parTrans" cxnId="{352B6B58-EE77-4A1C-A385-F191FC1FCAB5}">
      <dgm:prSet/>
      <dgm:spPr/>
    </dgm:pt>
    <dgm:pt modelId="{15631F36-AD86-43E2-8E0C-DBFC2FA06C02}" type="sibTrans" cxnId="{352B6B58-EE77-4A1C-A385-F191FC1FCAB5}">
      <dgm:prSet/>
      <dgm:spPr/>
    </dgm:pt>
    <dgm:pt modelId="{914233B0-DE49-465E-8B77-823B4482824E}">
      <dgm:prSet/>
      <dgm:spPr/>
      <dgm:t>
        <a:bodyPr/>
        <a:lstStyle/>
        <a:p>
          <a:pPr>
            <a:buNone/>
          </a:pPr>
          <a:r>
            <a:rPr lang="pt-BR" u="none" strike="noStrike" cap="none">
              <a:latin typeface="Calibri"/>
              <a:ea typeface="Calibri"/>
              <a:cs typeface="Calibri"/>
              <a:sym typeface="Calibri"/>
            </a:rPr>
            <a:t>Desenvolvimento de  Relatório de BI com  dados públicos  obtidos diretamente  da web por meio de  serviços de dados</a:t>
          </a:r>
          <a:endParaRPr lang="en-US" dirty="0"/>
        </a:p>
      </dgm:t>
    </dgm:pt>
    <dgm:pt modelId="{550DADA3-00B2-4CA9-B92D-B9FE42359212}" type="parTrans" cxnId="{2267BAE9-9134-4D6E-B88E-985DB6D43755}">
      <dgm:prSet/>
      <dgm:spPr/>
    </dgm:pt>
    <dgm:pt modelId="{DC6BC04E-5FD4-4F19-9CCC-5FE7DFCBCE11}" type="sibTrans" cxnId="{2267BAE9-9134-4D6E-B88E-985DB6D43755}">
      <dgm:prSet/>
      <dgm:spPr/>
    </dgm:pt>
    <dgm:pt modelId="{4D89B5DF-80B2-4BD4-9185-27B8868FB451}" type="pres">
      <dgm:prSet presAssocID="{86F6B650-B7FB-4A55-A092-EBAAF5B52A61}" presName="linear" presStyleCnt="0">
        <dgm:presLayoutVars>
          <dgm:animLvl val="lvl"/>
          <dgm:resizeHandles val="exact"/>
        </dgm:presLayoutVars>
      </dgm:prSet>
      <dgm:spPr/>
    </dgm:pt>
    <dgm:pt modelId="{3D419C36-F6A5-4318-93BD-D9635FE9C417}" type="pres">
      <dgm:prSet presAssocID="{63DF549A-24F5-4AF1-A360-8EE74CD341E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9A0CA6-3BA4-4C1F-AD7B-121B3EA3422D}" type="pres">
      <dgm:prSet presAssocID="{4EA9FEB5-665F-48D8-93D8-D4AF7D290AE3}" presName="spacer" presStyleCnt="0"/>
      <dgm:spPr/>
    </dgm:pt>
    <dgm:pt modelId="{ED8EB3B5-8ADB-4E1A-B37C-23CD0CBF0E5B}" type="pres">
      <dgm:prSet presAssocID="{9DE18166-4C0F-4C57-BC7D-210371A2DBA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10DCA0-190F-49F1-87B6-6A00D5A73825}" type="pres">
      <dgm:prSet presAssocID="{39FFE5FF-95A2-409A-AF5C-D1DD01A48D5F}" presName="spacer" presStyleCnt="0"/>
      <dgm:spPr/>
    </dgm:pt>
    <dgm:pt modelId="{783416C4-5759-4860-B37D-2CA5A986A3C9}" type="pres">
      <dgm:prSet presAssocID="{8676414F-AD75-432A-99EA-8DE26A540B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958DEB-8D77-4A07-AFEB-7FA809F8DB0E}" type="pres">
      <dgm:prSet presAssocID="{15631F36-AD86-43E2-8E0C-DBFC2FA06C02}" presName="spacer" presStyleCnt="0"/>
      <dgm:spPr/>
    </dgm:pt>
    <dgm:pt modelId="{9806AD66-A6EA-40EE-B7AB-270365359958}" type="pres">
      <dgm:prSet presAssocID="{914233B0-DE49-465E-8B77-823B4482824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1A0D44F-E4D3-41E6-8C60-DCAAB0636337}" type="presOf" srcId="{9DE18166-4C0F-4C57-BC7D-210371A2DBAB}" destId="{ED8EB3B5-8ADB-4E1A-B37C-23CD0CBF0E5B}" srcOrd="0" destOrd="0" presId="urn:microsoft.com/office/officeart/2005/8/layout/vList2"/>
    <dgm:cxn modelId="{4A708857-4FA4-4AEC-BD47-946D87FD9A83}" type="presOf" srcId="{63DF549A-24F5-4AF1-A360-8EE74CD341ED}" destId="{3D419C36-F6A5-4318-93BD-D9635FE9C417}" srcOrd="0" destOrd="0" presId="urn:microsoft.com/office/officeart/2005/8/layout/vList2"/>
    <dgm:cxn modelId="{352B6B58-EE77-4A1C-A385-F191FC1FCAB5}" srcId="{86F6B650-B7FB-4A55-A092-EBAAF5B52A61}" destId="{8676414F-AD75-432A-99EA-8DE26A540B5F}" srcOrd="2" destOrd="0" parTransId="{11496B85-3F82-4256-988A-B80684CED17A}" sibTransId="{15631F36-AD86-43E2-8E0C-DBFC2FA06C02}"/>
    <dgm:cxn modelId="{2474458E-2844-4546-B898-B503F63A4F23}" type="presOf" srcId="{8676414F-AD75-432A-99EA-8DE26A540B5F}" destId="{783416C4-5759-4860-B37D-2CA5A986A3C9}" srcOrd="0" destOrd="0" presId="urn:microsoft.com/office/officeart/2005/8/layout/vList2"/>
    <dgm:cxn modelId="{058790C0-2ABC-4478-8008-BA12CCE731E8}" type="presOf" srcId="{914233B0-DE49-465E-8B77-823B4482824E}" destId="{9806AD66-A6EA-40EE-B7AB-270365359958}" srcOrd="0" destOrd="0" presId="urn:microsoft.com/office/officeart/2005/8/layout/vList2"/>
    <dgm:cxn modelId="{A5794CC2-AB64-4316-B6BF-55CD61AB9758}" type="presOf" srcId="{86F6B650-B7FB-4A55-A092-EBAAF5B52A61}" destId="{4D89B5DF-80B2-4BD4-9185-27B8868FB451}" srcOrd="0" destOrd="0" presId="urn:microsoft.com/office/officeart/2005/8/layout/vList2"/>
    <dgm:cxn modelId="{A9427DC7-28CE-4731-9658-8B2AC197A0B4}" srcId="{86F6B650-B7FB-4A55-A092-EBAAF5B52A61}" destId="{9DE18166-4C0F-4C57-BC7D-210371A2DBAB}" srcOrd="1" destOrd="0" parTransId="{F8A93689-4BFB-4829-BFE2-C02BA944ED3A}" sibTransId="{39FFE5FF-95A2-409A-AF5C-D1DD01A48D5F}"/>
    <dgm:cxn modelId="{902CCDCC-F0CB-4644-B68A-0AB6E216B21B}" srcId="{86F6B650-B7FB-4A55-A092-EBAAF5B52A61}" destId="{63DF549A-24F5-4AF1-A360-8EE74CD341ED}" srcOrd="0" destOrd="0" parTransId="{9ADC60BC-AB98-4BAE-81C0-C71BFE260010}" sibTransId="{4EA9FEB5-665F-48D8-93D8-D4AF7D290AE3}"/>
    <dgm:cxn modelId="{2267BAE9-9134-4D6E-B88E-985DB6D43755}" srcId="{86F6B650-B7FB-4A55-A092-EBAAF5B52A61}" destId="{914233B0-DE49-465E-8B77-823B4482824E}" srcOrd="3" destOrd="0" parTransId="{550DADA3-00B2-4CA9-B92D-B9FE42359212}" sibTransId="{DC6BC04E-5FD4-4F19-9CCC-5FE7DFCBCE11}"/>
    <dgm:cxn modelId="{F39D9121-4FC2-4659-932F-2E1853A4A64F}" type="presParOf" srcId="{4D89B5DF-80B2-4BD4-9185-27B8868FB451}" destId="{3D419C36-F6A5-4318-93BD-D9635FE9C417}" srcOrd="0" destOrd="0" presId="urn:microsoft.com/office/officeart/2005/8/layout/vList2"/>
    <dgm:cxn modelId="{8D52992D-B48F-4C6F-BD8A-D1FCCC87D9A2}" type="presParOf" srcId="{4D89B5DF-80B2-4BD4-9185-27B8868FB451}" destId="{AC9A0CA6-3BA4-4C1F-AD7B-121B3EA3422D}" srcOrd="1" destOrd="0" presId="urn:microsoft.com/office/officeart/2005/8/layout/vList2"/>
    <dgm:cxn modelId="{074ABA74-4C91-409E-AA15-73F96D5D6083}" type="presParOf" srcId="{4D89B5DF-80B2-4BD4-9185-27B8868FB451}" destId="{ED8EB3B5-8ADB-4E1A-B37C-23CD0CBF0E5B}" srcOrd="2" destOrd="0" presId="urn:microsoft.com/office/officeart/2005/8/layout/vList2"/>
    <dgm:cxn modelId="{8E4DC29E-082B-4488-BD6B-5BB6D4A0EFA7}" type="presParOf" srcId="{4D89B5DF-80B2-4BD4-9185-27B8868FB451}" destId="{9F10DCA0-190F-49F1-87B6-6A00D5A73825}" srcOrd="3" destOrd="0" presId="urn:microsoft.com/office/officeart/2005/8/layout/vList2"/>
    <dgm:cxn modelId="{3471DE14-74DA-4860-AC7D-CBB234580E7B}" type="presParOf" srcId="{4D89B5DF-80B2-4BD4-9185-27B8868FB451}" destId="{783416C4-5759-4860-B37D-2CA5A986A3C9}" srcOrd="4" destOrd="0" presId="urn:microsoft.com/office/officeart/2005/8/layout/vList2"/>
    <dgm:cxn modelId="{E9E3663F-1E83-427B-A45F-CA06C5840458}" type="presParOf" srcId="{4D89B5DF-80B2-4BD4-9185-27B8868FB451}" destId="{1B958DEB-8D77-4A07-AFEB-7FA809F8DB0E}" srcOrd="5" destOrd="0" presId="urn:microsoft.com/office/officeart/2005/8/layout/vList2"/>
    <dgm:cxn modelId="{B905DEAE-66A7-4A36-809B-F8DD5BF02B0F}" type="presParOf" srcId="{4D89B5DF-80B2-4BD4-9185-27B8868FB451}" destId="{9806AD66-A6EA-40EE-B7AB-27036535995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18BF6F-97F3-46B2-884E-5AFE01B6890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D39CF7-C67E-47DD-94FC-660485A282BF}">
      <dgm:prSet/>
      <dgm:spPr/>
      <dgm:t>
        <a:bodyPr/>
        <a:lstStyle/>
        <a:p>
          <a:r>
            <a:rPr lang="en-US"/>
            <a:t>Padronizar valores e formatos  dos dados</a:t>
          </a:r>
        </a:p>
      </dgm:t>
    </dgm:pt>
    <dgm:pt modelId="{88ED5D17-6DB7-4408-99CE-DC0385E177F8}" type="parTrans" cxnId="{77BE4AEC-35BF-4344-8BF2-F026A3F6A6FE}">
      <dgm:prSet/>
      <dgm:spPr/>
      <dgm:t>
        <a:bodyPr/>
        <a:lstStyle/>
        <a:p>
          <a:endParaRPr lang="en-US"/>
        </a:p>
      </dgm:t>
    </dgm:pt>
    <dgm:pt modelId="{FF64C923-DD7E-4A3B-9856-8E46F799287F}" type="sibTrans" cxnId="{77BE4AEC-35BF-4344-8BF2-F026A3F6A6FE}">
      <dgm:prSet/>
      <dgm:spPr/>
      <dgm:t>
        <a:bodyPr/>
        <a:lstStyle/>
        <a:p>
          <a:endParaRPr lang="en-US"/>
        </a:p>
      </dgm:t>
    </dgm:pt>
    <dgm:pt modelId="{030486B5-FC2F-4A72-A769-2D6F1A9D7CC2}">
      <dgm:prSet/>
      <dgm:spPr/>
      <dgm:t>
        <a:bodyPr/>
        <a:lstStyle/>
        <a:p>
          <a:r>
            <a:rPr lang="en-US" b="1"/>
            <a:t>( datas, escalas de medidas, etc)</a:t>
          </a:r>
          <a:endParaRPr lang="en-US"/>
        </a:p>
      </dgm:t>
    </dgm:pt>
    <dgm:pt modelId="{F290FCB3-25D5-4DE0-B8DE-A0CC872D831B}" type="parTrans" cxnId="{17D6B8DF-C9AF-432B-8D65-6D6A257E61A8}">
      <dgm:prSet/>
      <dgm:spPr/>
      <dgm:t>
        <a:bodyPr/>
        <a:lstStyle/>
        <a:p>
          <a:endParaRPr lang="en-US"/>
        </a:p>
      </dgm:t>
    </dgm:pt>
    <dgm:pt modelId="{6E778F97-D757-4D8E-9B95-EE17041F9CA5}" type="sibTrans" cxnId="{17D6B8DF-C9AF-432B-8D65-6D6A257E61A8}">
      <dgm:prSet/>
      <dgm:spPr/>
      <dgm:t>
        <a:bodyPr/>
        <a:lstStyle/>
        <a:p>
          <a:endParaRPr lang="en-US"/>
        </a:p>
      </dgm:t>
    </dgm:pt>
    <dgm:pt modelId="{80B50F21-BA02-4A2F-910A-8AE6342A8CA1}">
      <dgm:prSet/>
      <dgm:spPr/>
      <dgm:t>
        <a:bodyPr/>
        <a:lstStyle/>
        <a:p>
          <a:r>
            <a:rPr lang="en-US"/>
            <a:t>Padronizar Classes</a:t>
          </a:r>
        </a:p>
      </dgm:t>
    </dgm:pt>
    <dgm:pt modelId="{844A97E6-FFAD-4715-94B1-C940F192E53F}" type="parTrans" cxnId="{72E8EAD4-FDF1-445B-B0D8-F4173AD7626E}">
      <dgm:prSet/>
      <dgm:spPr/>
      <dgm:t>
        <a:bodyPr/>
        <a:lstStyle/>
        <a:p>
          <a:endParaRPr lang="en-US"/>
        </a:p>
      </dgm:t>
    </dgm:pt>
    <dgm:pt modelId="{19213CB6-BC3D-4713-8291-E84B579E86EB}" type="sibTrans" cxnId="{72E8EAD4-FDF1-445B-B0D8-F4173AD7626E}">
      <dgm:prSet/>
      <dgm:spPr/>
      <dgm:t>
        <a:bodyPr/>
        <a:lstStyle/>
        <a:p>
          <a:endParaRPr lang="en-US"/>
        </a:p>
      </dgm:t>
    </dgm:pt>
    <dgm:pt modelId="{AB19C655-F016-4299-894B-7DBC5B23FB54}">
      <dgm:prSet/>
      <dgm:spPr/>
      <dgm:t>
        <a:bodyPr/>
        <a:lstStyle/>
        <a:p>
          <a:r>
            <a:rPr lang="en-US" b="1"/>
            <a:t>(Categorias, sexo,  faixas de valores,</a:t>
          </a:r>
          <a:r>
            <a:rPr lang="en-US"/>
            <a:t> </a:t>
          </a:r>
          <a:r>
            <a:rPr lang="en-US" b="1"/>
            <a:t>etc);</a:t>
          </a:r>
          <a:endParaRPr lang="en-US"/>
        </a:p>
      </dgm:t>
    </dgm:pt>
    <dgm:pt modelId="{2C37C93D-9A02-4492-A5E3-829FB24C37DB}" type="parTrans" cxnId="{E792C08D-2661-40A4-99E4-DF813C3F8610}">
      <dgm:prSet/>
      <dgm:spPr/>
      <dgm:t>
        <a:bodyPr/>
        <a:lstStyle/>
        <a:p>
          <a:endParaRPr lang="en-US"/>
        </a:p>
      </dgm:t>
    </dgm:pt>
    <dgm:pt modelId="{85DA120C-CA24-49CE-9A4A-1D09D53222C8}" type="sibTrans" cxnId="{E792C08D-2661-40A4-99E4-DF813C3F8610}">
      <dgm:prSet/>
      <dgm:spPr/>
      <dgm:t>
        <a:bodyPr/>
        <a:lstStyle/>
        <a:p>
          <a:endParaRPr lang="en-US"/>
        </a:p>
      </dgm:t>
    </dgm:pt>
    <dgm:pt modelId="{CA99A640-E2E1-4D52-A7F4-D8C8C67AAD67}">
      <dgm:prSet/>
      <dgm:spPr/>
      <dgm:t>
        <a:bodyPr/>
        <a:lstStyle/>
        <a:p>
          <a:r>
            <a:rPr lang="en-US"/>
            <a:t>Harmonizar cadastros de fontes diferentes</a:t>
          </a:r>
        </a:p>
      </dgm:t>
    </dgm:pt>
    <dgm:pt modelId="{DBA698AE-898F-49A5-8CE7-D62066C98CF0}" type="parTrans" cxnId="{FA557A6A-D797-4B49-919C-EBDC1BDD27F6}">
      <dgm:prSet/>
      <dgm:spPr/>
      <dgm:t>
        <a:bodyPr/>
        <a:lstStyle/>
        <a:p>
          <a:endParaRPr lang="en-US"/>
        </a:p>
      </dgm:t>
    </dgm:pt>
    <dgm:pt modelId="{A50AC667-9951-4CEF-AC33-B218C4A8455F}" type="sibTrans" cxnId="{FA557A6A-D797-4B49-919C-EBDC1BDD27F6}">
      <dgm:prSet/>
      <dgm:spPr/>
      <dgm:t>
        <a:bodyPr/>
        <a:lstStyle/>
        <a:p>
          <a:endParaRPr lang="en-US"/>
        </a:p>
      </dgm:t>
    </dgm:pt>
    <dgm:pt modelId="{1207F31C-E057-4E35-82E6-E7AFC26E9409}">
      <dgm:prSet/>
      <dgm:spPr/>
      <dgm:t>
        <a:bodyPr/>
        <a:lstStyle/>
        <a:p>
          <a:r>
            <a:rPr lang="en-US" b="1"/>
            <a:t>(Cadastros de pessoas, bens,  imóveis, órgão, entidades,  localidades, etc.)</a:t>
          </a:r>
          <a:endParaRPr lang="en-US"/>
        </a:p>
      </dgm:t>
    </dgm:pt>
    <dgm:pt modelId="{623C40DC-BFE2-4F42-B318-F460103C05C7}" type="parTrans" cxnId="{53F591D4-99B7-49F9-85F3-EF6E7D9289C1}">
      <dgm:prSet/>
      <dgm:spPr/>
      <dgm:t>
        <a:bodyPr/>
        <a:lstStyle/>
        <a:p>
          <a:endParaRPr lang="en-US"/>
        </a:p>
      </dgm:t>
    </dgm:pt>
    <dgm:pt modelId="{DF07795B-4FBA-4863-9D39-9E9B93C14A1B}" type="sibTrans" cxnId="{53F591D4-99B7-49F9-85F3-EF6E7D9289C1}">
      <dgm:prSet/>
      <dgm:spPr/>
      <dgm:t>
        <a:bodyPr/>
        <a:lstStyle/>
        <a:p>
          <a:endParaRPr lang="en-US"/>
        </a:p>
      </dgm:t>
    </dgm:pt>
    <dgm:pt modelId="{49E3E02D-28F4-463A-843E-1F371F1BBD79}" type="pres">
      <dgm:prSet presAssocID="{6118BF6F-97F3-46B2-884E-5AFE01B68901}" presName="linearFlow" presStyleCnt="0">
        <dgm:presLayoutVars>
          <dgm:dir/>
          <dgm:animLvl val="lvl"/>
          <dgm:resizeHandles val="exact"/>
        </dgm:presLayoutVars>
      </dgm:prSet>
      <dgm:spPr/>
    </dgm:pt>
    <dgm:pt modelId="{7ACDC1B3-8184-472F-B691-72C726C8D516}" type="pres">
      <dgm:prSet presAssocID="{79D39CF7-C67E-47DD-94FC-660485A282BF}" presName="composite" presStyleCnt="0"/>
      <dgm:spPr/>
    </dgm:pt>
    <dgm:pt modelId="{996FBB62-426F-4EB4-B606-8ADA1F310B20}" type="pres">
      <dgm:prSet presAssocID="{79D39CF7-C67E-47DD-94FC-660485A282B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D5793D1-08B6-434E-9214-E505C8BDAC57}" type="pres">
      <dgm:prSet presAssocID="{79D39CF7-C67E-47DD-94FC-660485A282BF}" presName="descendantText" presStyleLbl="alignAcc1" presStyleIdx="0" presStyleCnt="3">
        <dgm:presLayoutVars>
          <dgm:bulletEnabled val="1"/>
        </dgm:presLayoutVars>
      </dgm:prSet>
      <dgm:spPr/>
    </dgm:pt>
    <dgm:pt modelId="{8AFC7722-C665-450C-A133-5BF0BD4EFFDB}" type="pres">
      <dgm:prSet presAssocID="{FF64C923-DD7E-4A3B-9856-8E46F799287F}" presName="sp" presStyleCnt="0"/>
      <dgm:spPr/>
    </dgm:pt>
    <dgm:pt modelId="{E44349F1-30CA-4675-B2C0-4E9BF5BB3D64}" type="pres">
      <dgm:prSet presAssocID="{80B50F21-BA02-4A2F-910A-8AE6342A8CA1}" presName="composite" presStyleCnt="0"/>
      <dgm:spPr/>
    </dgm:pt>
    <dgm:pt modelId="{EB4E8E05-7C1C-45CF-AFA1-ED17F90003FD}" type="pres">
      <dgm:prSet presAssocID="{80B50F21-BA02-4A2F-910A-8AE6342A8CA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B6B7923E-D15C-429E-BE03-E6B16541988F}" type="pres">
      <dgm:prSet presAssocID="{80B50F21-BA02-4A2F-910A-8AE6342A8CA1}" presName="descendantText" presStyleLbl="alignAcc1" presStyleIdx="1" presStyleCnt="3">
        <dgm:presLayoutVars>
          <dgm:bulletEnabled val="1"/>
        </dgm:presLayoutVars>
      </dgm:prSet>
      <dgm:spPr/>
    </dgm:pt>
    <dgm:pt modelId="{1E957B40-2B02-4BAD-A480-CE3846C7C2A5}" type="pres">
      <dgm:prSet presAssocID="{19213CB6-BC3D-4713-8291-E84B579E86EB}" presName="sp" presStyleCnt="0"/>
      <dgm:spPr/>
    </dgm:pt>
    <dgm:pt modelId="{57755769-C356-4C80-A8AA-795AEEAAB1A6}" type="pres">
      <dgm:prSet presAssocID="{CA99A640-E2E1-4D52-A7F4-D8C8C67AAD67}" presName="composite" presStyleCnt="0"/>
      <dgm:spPr/>
    </dgm:pt>
    <dgm:pt modelId="{17517688-C9A3-431A-B1E9-DB3D8D006FF5}" type="pres">
      <dgm:prSet presAssocID="{CA99A640-E2E1-4D52-A7F4-D8C8C67AAD6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A56EB83-66BC-43E4-B014-4E32267AE05A}" type="pres">
      <dgm:prSet presAssocID="{CA99A640-E2E1-4D52-A7F4-D8C8C67AAD6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890CCA05-64DA-4EED-AA1C-C92C3F375DEB}" type="presOf" srcId="{80B50F21-BA02-4A2F-910A-8AE6342A8CA1}" destId="{EB4E8E05-7C1C-45CF-AFA1-ED17F90003FD}" srcOrd="0" destOrd="0" presId="urn:microsoft.com/office/officeart/2005/8/layout/chevron2"/>
    <dgm:cxn modelId="{49984724-433E-4E6B-8BC5-A2842D9E85ED}" type="presOf" srcId="{030486B5-FC2F-4A72-A769-2D6F1A9D7CC2}" destId="{1D5793D1-08B6-434E-9214-E505C8BDAC57}" srcOrd="0" destOrd="0" presId="urn:microsoft.com/office/officeart/2005/8/layout/chevron2"/>
    <dgm:cxn modelId="{07CA9F32-55DF-4287-9B69-B5DCBAE0F244}" type="presOf" srcId="{CA99A640-E2E1-4D52-A7F4-D8C8C67AAD67}" destId="{17517688-C9A3-431A-B1E9-DB3D8D006FF5}" srcOrd="0" destOrd="0" presId="urn:microsoft.com/office/officeart/2005/8/layout/chevron2"/>
    <dgm:cxn modelId="{CD2BB839-605A-4862-92B7-D120207A6B76}" type="presOf" srcId="{AB19C655-F016-4299-894B-7DBC5B23FB54}" destId="{B6B7923E-D15C-429E-BE03-E6B16541988F}" srcOrd="0" destOrd="0" presId="urn:microsoft.com/office/officeart/2005/8/layout/chevron2"/>
    <dgm:cxn modelId="{FA557A6A-D797-4B49-919C-EBDC1BDD27F6}" srcId="{6118BF6F-97F3-46B2-884E-5AFE01B68901}" destId="{CA99A640-E2E1-4D52-A7F4-D8C8C67AAD67}" srcOrd="2" destOrd="0" parTransId="{DBA698AE-898F-49A5-8CE7-D62066C98CF0}" sibTransId="{A50AC667-9951-4CEF-AC33-B218C4A8455F}"/>
    <dgm:cxn modelId="{E792C08D-2661-40A4-99E4-DF813C3F8610}" srcId="{80B50F21-BA02-4A2F-910A-8AE6342A8CA1}" destId="{AB19C655-F016-4299-894B-7DBC5B23FB54}" srcOrd="0" destOrd="0" parTransId="{2C37C93D-9A02-4492-A5E3-829FB24C37DB}" sibTransId="{85DA120C-CA24-49CE-9A4A-1D09D53222C8}"/>
    <dgm:cxn modelId="{110EBA91-B77D-404D-8594-802DD9440C39}" type="presOf" srcId="{79D39CF7-C67E-47DD-94FC-660485A282BF}" destId="{996FBB62-426F-4EB4-B606-8ADA1F310B20}" srcOrd="0" destOrd="0" presId="urn:microsoft.com/office/officeart/2005/8/layout/chevron2"/>
    <dgm:cxn modelId="{8BC2A997-B8C7-40A1-ACBA-7CBB69A2E25E}" type="presOf" srcId="{1207F31C-E057-4E35-82E6-E7AFC26E9409}" destId="{7A56EB83-66BC-43E4-B014-4E32267AE05A}" srcOrd="0" destOrd="0" presId="urn:microsoft.com/office/officeart/2005/8/layout/chevron2"/>
    <dgm:cxn modelId="{842BFDB0-69CC-46FF-BA52-4130681A9444}" type="presOf" srcId="{6118BF6F-97F3-46B2-884E-5AFE01B68901}" destId="{49E3E02D-28F4-463A-843E-1F371F1BBD79}" srcOrd="0" destOrd="0" presId="urn:microsoft.com/office/officeart/2005/8/layout/chevron2"/>
    <dgm:cxn modelId="{53F591D4-99B7-49F9-85F3-EF6E7D9289C1}" srcId="{CA99A640-E2E1-4D52-A7F4-D8C8C67AAD67}" destId="{1207F31C-E057-4E35-82E6-E7AFC26E9409}" srcOrd="0" destOrd="0" parTransId="{623C40DC-BFE2-4F42-B318-F460103C05C7}" sibTransId="{DF07795B-4FBA-4863-9D39-9E9B93C14A1B}"/>
    <dgm:cxn modelId="{72E8EAD4-FDF1-445B-B0D8-F4173AD7626E}" srcId="{6118BF6F-97F3-46B2-884E-5AFE01B68901}" destId="{80B50F21-BA02-4A2F-910A-8AE6342A8CA1}" srcOrd="1" destOrd="0" parTransId="{844A97E6-FFAD-4715-94B1-C940F192E53F}" sibTransId="{19213CB6-BC3D-4713-8291-E84B579E86EB}"/>
    <dgm:cxn modelId="{17D6B8DF-C9AF-432B-8D65-6D6A257E61A8}" srcId="{79D39CF7-C67E-47DD-94FC-660485A282BF}" destId="{030486B5-FC2F-4A72-A769-2D6F1A9D7CC2}" srcOrd="0" destOrd="0" parTransId="{F290FCB3-25D5-4DE0-B8DE-A0CC872D831B}" sibTransId="{6E778F97-D757-4D8E-9B95-EE17041F9CA5}"/>
    <dgm:cxn modelId="{77BE4AEC-35BF-4344-8BF2-F026A3F6A6FE}" srcId="{6118BF6F-97F3-46B2-884E-5AFE01B68901}" destId="{79D39CF7-C67E-47DD-94FC-660485A282BF}" srcOrd="0" destOrd="0" parTransId="{88ED5D17-6DB7-4408-99CE-DC0385E177F8}" sibTransId="{FF64C923-DD7E-4A3B-9856-8E46F799287F}"/>
    <dgm:cxn modelId="{E1BBDBB9-47A4-4960-A716-52118F749C0A}" type="presParOf" srcId="{49E3E02D-28F4-463A-843E-1F371F1BBD79}" destId="{7ACDC1B3-8184-472F-B691-72C726C8D516}" srcOrd="0" destOrd="0" presId="urn:microsoft.com/office/officeart/2005/8/layout/chevron2"/>
    <dgm:cxn modelId="{67495CC3-1343-4035-B9AC-82F23EEFC085}" type="presParOf" srcId="{7ACDC1B3-8184-472F-B691-72C726C8D516}" destId="{996FBB62-426F-4EB4-B606-8ADA1F310B20}" srcOrd="0" destOrd="0" presId="urn:microsoft.com/office/officeart/2005/8/layout/chevron2"/>
    <dgm:cxn modelId="{A75B1641-863E-4213-9A48-927926817827}" type="presParOf" srcId="{7ACDC1B3-8184-472F-B691-72C726C8D516}" destId="{1D5793D1-08B6-434E-9214-E505C8BDAC57}" srcOrd="1" destOrd="0" presId="urn:microsoft.com/office/officeart/2005/8/layout/chevron2"/>
    <dgm:cxn modelId="{1F46FD23-6B47-4655-B4E2-CE7DB153B58D}" type="presParOf" srcId="{49E3E02D-28F4-463A-843E-1F371F1BBD79}" destId="{8AFC7722-C665-450C-A133-5BF0BD4EFFDB}" srcOrd="1" destOrd="0" presId="urn:microsoft.com/office/officeart/2005/8/layout/chevron2"/>
    <dgm:cxn modelId="{4DE5E5CB-4EF8-4D34-88D5-53DD38EDF313}" type="presParOf" srcId="{49E3E02D-28F4-463A-843E-1F371F1BBD79}" destId="{E44349F1-30CA-4675-B2C0-4E9BF5BB3D64}" srcOrd="2" destOrd="0" presId="urn:microsoft.com/office/officeart/2005/8/layout/chevron2"/>
    <dgm:cxn modelId="{67437333-DF73-41C6-A863-57D2D0339100}" type="presParOf" srcId="{E44349F1-30CA-4675-B2C0-4E9BF5BB3D64}" destId="{EB4E8E05-7C1C-45CF-AFA1-ED17F90003FD}" srcOrd="0" destOrd="0" presId="urn:microsoft.com/office/officeart/2005/8/layout/chevron2"/>
    <dgm:cxn modelId="{A5284017-D861-4805-9D0F-557DC9853774}" type="presParOf" srcId="{E44349F1-30CA-4675-B2C0-4E9BF5BB3D64}" destId="{B6B7923E-D15C-429E-BE03-E6B16541988F}" srcOrd="1" destOrd="0" presId="urn:microsoft.com/office/officeart/2005/8/layout/chevron2"/>
    <dgm:cxn modelId="{39785416-F662-4015-BEB0-EED0A88CD0D8}" type="presParOf" srcId="{49E3E02D-28F4-463A-843E-1F371F1BBD79}" destId="{1E957B40-2B02-4BAD-A480-CE3846C7C2A5}" srcOrd="3" destOrd="0" presId="urn:microsoft.com/office/officeart/2005/8/layout/chevron2"/>
    <dgm:cxn modelId="{D29469D2-228E-4A9F-892D-359D33CFC39B}" type="presParOf" srcId="{49E3E02D-28F4-463A-843E-1F371F1BBD79}" destId="{57755769-C356-4C80-A8AA-795AEEAAB1A6}" srcOrd="4" destOrd="0" presId="urn:microsoft.com/office/officeart/2005/8/layout/chevron2"/>
    <dgm:cxn modelId="{3AA09564-67CF-4309-B947-D81712F523F9}" type="presParOf" srcId="{57755769-C356-4C80-A8AA-795AEEAAB1A6}" destId="{17517688-C9A3-431A-B1E9-DB3D8D006FF5}" srcOrd="0" destOrd="0" presId="urn:microsoft.com/office/officeart/2005/8/layout/chevron2"/>
    <dgm:cxn modelId="{8F8AB75A-AA79-4757-9363-A06351BD3E22}" type="presParOf" srcId="{57755769-C356-4C80-A8AA-795AEEAAB1A6}" destId="{7A56EB83-66BC-43E4-B014-4E32267AE05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055828-5F9C-4746-B31F-E496B5A75F7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FB9C350-5031-4B23-B4DD-AF3381651F01}">
      <dgm:prSet/>
      <dgm:spPr/>
      <dgm:t>
        <a:bodyPr/>
        <a:lstStyle/>
        <a:p>
          <a:pPr>
            <a:defRPr b="1"/>
          </a:pPr>
          <a:r>
            <a:rPr lang="en-US"/>
            <a:t>Apresentação da fonte de dados a ser utilizada, sua origem e formato;</a:t>
          </a:r>
        </a:p>
      </dgm:t>
    </dgm:pt>
    <dgm:pt modelId="{BB75F89F-9BEE-4698-ACBA-58C09477D09F}" type="parTrans" cxnId="{C7B88C91-6409-4AC3-A8FD-D93941213DAB}">
      <dgm:prSet/>
      <dgm:spPr/>
      <dgm:t>
        <a:bodyPr/>
        <a:lstStyle/>
        <a:p>
          <a:endParaRPr lang="en-US"/>
        </a:p>
      </dgm:t>
    </dgm:pt>
    <dgm:pt modelId="{C5DB6BAF-5830-49D0-AFE2-D0F76B89A71A}" type="sibTrans" cxnId="{C7B88C91-6409-4AC3-A8FD-D93941213DAB}">
      <dgm:prSet/>
      <dgm:spPr/>
      <dgm:t>
        <a:bodyPr/>
        <a:lstStyle/>
        <a:p>
          <a:endParaRPr lang="en-US"/>
        </a:p>
      </dgm:t>
    </dgm:pt>
    <dgm:pt modelId="{7C12F528-AACD-4A96-878C-4FA90EB65AC5}">
      <dgm:prSet/>
      <dgm:spPr/>
      <dgm:t>
        <a:bodyPr/>
        <a:lstStyle/>
        <a:p>
          <a:r>
            <a:rPr lang="en-US"/>
            <a:t>Nome da Fonte: Informações de UFs do Brasil (IBGE);</a:t>
          </a:r>
        </a:p>
      </dgm:t>
    </dgm:pt>
    <dgm:pt modelId="{9C58F7E7-9FFA-4F92-AA03-D895D5284498}" type="parTrans" cxnId="{DC71D80F-CCFE-420D-AB85-4D092BBBD285}">
      <dgm:prSet/>
      <dgm:spPr/>
      <dgm:t>
        <a:bodyPr/>
        <a:lstStyle/>
        <a:p>
          <a:endParaRPr lang="en-US"/>
        </a:p>
      </dgm:t>
    </dgm:pt>
    <dgm:pt modelId="{030EE1DF-2B60-476B-8821-1F0596EBC488}" type="sibTrans" cxnId="{DC71D80F-CCFE-420D-AB85-4D092BBBD285}">
      <dgm:prSet/>
      <dgm:spPr/>
      <dgm:t>
        <a:bodyPr/>
        <a:lstStyle/>
        <a:p>
          <a:endParaRPr lang="en-US"/>
        </a:p>
      </dgm:t>
    </dgm:pt>
    <dgm:pt modelId="{B9887291-1CE1-42FE-9B43-9152D9AD2324}">
      <dgm:prSet/>
      <dgm:spPr/>
      <dgm:t>
        <a:bodyPr/>
        <a:lstStyle/>
        <a:p>
          <a:r>
            <a:rPr lang="en-US"/>
            <a:t>Disponível em:  https://servicodados.ibge.gov.br/api/docs/localidades  https://servicodados.ibge.gov.br/api/v1/localidades/esta  dos</a:t>
          </a:r>
        </a:p>
      </dgm:t>
    </dgm:pt>
    <dgm:pt modelId="{4EABDCF5-9FC5-4E2F-8847-6B6F4E29A973}" type="parTrans" cxnId="{7D4E912A-9AAC-418B-A332-0FFC158A2B6A}">
      <dgm:prSet/>
      <dgm:spPr/>
      <dgm:t>
        <a:bodyPr/>
        <a:lstStyle/>
        <a:p>
          <a:endParaRPr lang="en-US"/>
        </a:p>
      </dgm:t>
    </dgm:pt>
    <dgm:pt modelId="{0E56C0AE-5384-4409-9A5E-515EB88C713B}" type="sibTrans" cxnId="{7D4E912A-9AAC-418B-A332-0FFC158A2B6A}">
      <dgm:prSet/>
      <dgm:spPr/>
      <dgm:t>
        <a:bodyPr/>
        <a:lstStyle/>
        <a:p>
          <a:endParaRPr lang="en-US"/>
        </a:p>
      </dgm:t>
    </dgm:pt>
    <dgm:pt modelId="{94CFA87F-2E9B-4799-921E-46C3032AB523}">
      <dgm:prSet/>
      <dgm:spPr/>
      <dgm:t>
        <a:bodyPr/>
        <a:lstStyle/>
        <a:p>
          <a:r>
            <a:rPr lang="en-US"/>
            <a:t>Forma de acesso: Serviço web</a:t>
          </a:r>
        </a:p>
      </dgm:t>
    </dgm:pt>
    <dgm:pt modelId="{09BE37C8-843F-4B03-B8B8-408E2793032C}" type="parTrans" cxnId="{E8B8085B-9EA5-4CAD-BA16-3B6D925A22AA}">
      <dgm:prSet/>
      <dgm:spPr/>
      <dgm:t>
        <a:bodyPr/>
        <a:lstStyle/>
        <a:p>
          <a:endParaRPr lang="en-US"/>
        </a:p>
      </dgm:t>
    </dgm:pt>
    <dgm:pt modelId="{3E92F925-84EB-4818-B868-04F4FA29F6A3}" type="sibTrans" cxnId="{E8B8085B-9EA5-4CAD-BA16-3B6D925A22AA}">
      <dgm:prSet/>
      <dgm:spPr/>
      <dgm:t>
        <a:bodyPr/>
        <a:lstStyle/>
        <a:p>
          <a:endParaRPr lang="en-US"/>
        </a:p>
      </dgm:t>
    </dgm:pt>
    <dgm:pt modelId="{AF37C234-3CF2-4349-A406-BDCAB6039E86}">
      <dgm:prSet/>
      <dgm:spPr/>
      <dgm:t>
        <a:bodyPr/>
        <a:lstStyle/>
        <a:p>
          <a:pPr>
            <a:defRPr b="1"/>
          </a:pPr>
          <a:r>
            <a:rPr lang="en-US"/>
            <a:t>Realização do acesso e coleta dos dados;</a:t>
          </a:r>
        </a:p>
      </dgm:t>
    </dgm:pt>
    <dgm:pt modelId="{993976DB-5C23-4D7E-9D38-8B25264BAF7F}" type="parTrans" cxnId="{8E3E3BB1-5F18-4554-B003-C3E4FFCAF45B}">
      <dgm:prSet/>
      <dgm:spPr/>
      <dgm:t>
        <a:bodyPr/>
        <a:lstStyle/>
        <a:p>
          <a:endParaRPr lang="en-US"/>
        </a:p>
      </dgm:t>
    </dgm:pt>
    <dgm:pt modelId="{C4BA8069-7DAE-4BC5-8A00-E210C68FF31F}" type="sibTrans" cxnId="{8E3E3BB1-5F18-4554-B003-C3E4FFCAF45B}">
      <dgm:prSet/>
      <dgm:spPr/>
      <dgm:t>
        <a:bodyPr/>
        <a:lstStyle/>
        <a:p>
          <a:endParaRPr lang="en-US"/>
        </a:p>
      </dgm:t>
    </dgm:pt>
    <dgm:pt modelId="{0B502116-5C88-47B3-844E-6FD9EA4EA05C}" type="pres">
      <dgm:prSet presAssocID="{1E055828-5F9C-4746-B31F-E496B5A75F75}" presName="root" presStyleCnt="0">
        <dgm:presLayoutVars>
          <dgm:dir/>
          <dgm:resizeHandles val="exact"/>
        </dgm:presLayoutVars>
      </dgm:prSet>
      <dgm:spPr/>
    </dgm:pt>
    <dgm:pt modelId="{ADBAE317-3942-4FC6-AEB1-2FC92D648AF6}" type="pres">
      <dgm:prSet presAssocID="{FFB9C350-5031-4B23-B4DD-AF3381651F01}" presName="compNode" presStyleCnt="0"/>
      <dgm:spPr/>
    </dgm:pt>
    <dgm:pt modelId="{E7E4BFEB-773E-4D7A-B953-A37BFA90B852}" type="pres">
      <dgm:prSet presAssocID="{FFB9C350-5031-4B23-B4DD-AF3381651F0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0DA403ED-0C7E-4EA7-8980-6E5D95C88D42}" type="pres">
      <dgm:prSet presAssocID="{FFB9C350-5031-4B23-B4DD-AF3381651F01}" presName="iconSpace" presStyleCnt="0"/>
      <dgm:spPr/>
    </dgm:pt>
    <dgm:pt modelId="{C6C6564E-202C-40AA-A344-84DECFCB0378}" type="pres">
      <dgm:prSet presAssocID="{FFB9C350-5031-4B23-B4DD-AF3381651F01}" presName="parTx" presStyleLbl="revTx" presStyleIdx="0" presStyleCnt="4">
        <dgm:presLayoutVars>
          <dgm:chMax val="0"/>
          <dgm:chPref val="0"/>
        </dgm:presLayoutVars>
      </dgm:prSet>
      <dgm:spPr/>
    </dgm:pt>
    <dgm:pt modelId="{7BC2EE96-9066-4BBC-8127-29E2521E1A07}" type="pres">
      <dgm:prSet presAssocID="{FFB9C350-5031-4B23-B4DD-AF3381651F01}" presName="txSpace" presStyleCnt="0"/>
      <dgm:spPr/>
    </dgm:pt>
    <dgm:pt modelId="{D9A0B4CF-AB99-4B91-9713-F8B2CB773C2E}" type="pres">
      <dgm:prSet presAssocID="{FFB9C350-5031-4B23-B4DD-AF3381651F01}" presName="desTx" presStyleLbl="revTx" presStyleIdx="1" presStyleCnt="4">
        <dgm:presLayoutVars/>
      </dgm:prSet>
      <dgm:spPr/>
    </dgm:pt>
    <dgm:pt modelId="{18F88AC6-372E-40CC-8951-9E7214C0073B}" type="pres">
      <dgm:prSet presAssocID="{C5DB6BAF-5830-49D0-AFE2-D0F76B89A71A}" presName="sibTrans" presStyleCnt="0"/>
      <dgm:spPr/>
    </dgm:pt>
    <dgm:pt modelId="{77010D3E-A08D-4A47-8262-183B630E980B}" type="pres">
      <dgm:prSet presAssocID="{AF37C234-3CF2-4349-A406-BDCAB6039E86}" presName="compNode" presStyleCnt="0"/>
      <dgm:spPr/>
    </dgm:pt>
    <dgm:pt modelId="{F06D60E9-BDB7-4F58-AD6F-DD5761CB51AE}" type="pres">
      <dgm:prSet presAssocID="{AF37C234-3CF2-4349-A406-BDCAB6039E8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9E9E23A4-E722-4648-8572-D65EA3F12EB0}" type="pres">
      <dgm:prSet presAssocID="{AF37C234-3CF2-4349-A406-BDCAB6039E86}" presName="iconSpace" presStyleCnt="0"/>
      <dgm:spPr/>
    </dgm:pt>
    <dgm:pt modelId="{592AB296-09FC-4A1E-92F8-9982C3AE91FC}" type="pres">
      <dgm:prSet presAssocID="{AF37C234-3CF2-4349-A406-BDCAB6039E86}" presName="parTx" presStyleLbl="revTx" presStyleIdx="2" presStyleCnt="4">
        <dgm:presLayoutVars>
          <dgm:chMax val="0"/>
          <dgm:chPref val="0"/>
        </dgm:presLayoutVars>
      </dgm:prSet>
      <dgm:spPr/>
    </dgm:pt>
    <dgm:pt modelId="{B816D40B-1DC6-46D5-8E44-D0188DE1A42C}" type="pres">
      <dgm:prSet presAssocID="{AF37C234-3CF2-4349-A406-BDCAB6039E86}" presName="txSpace" presStyleCnt="0"/>
      <dgm:spPr/>
    </dgm:pt>
    <dgm:pt modelId="{4C4F1DB9-85B1-4EF4-875F-2E29FBA7DA42}" type="pres">
      <dgm:prSet presAssocID="{AF37C234-3CF2-4349-A406-BDCAB6039E86}" presName="desTx" presStyleLbl="revTx" presStyleIdx="3" presStyleCnt="4">
        <dgm:presLayoutVars/>
      </dgm:prSet>
      <dgm:spPr/>
    </dgm:pt>
  </dgm:ptLst>
  <dgm:cxnLst>
    <dgm:cxn modelId="{DC71D80F-CCFE-420D-AB85-4D092BBBD285}" srcId="{FFB9C350-5031-4B23-B4DD-AF3381651F01}" destId="{7C12F528-AACD-4A96-878C-4FA90EB65AC5}" srcOrd="0" destOrd="0" parTransId="{9C58F7E7-9FFA-4F92-AA03-D895D5284498}" sibTransId="{030EE1DF-2B60-476B-8821-1F0596EBC488}"/>
    <dgm:cxn modelId="{B735351A-9E33-46B6-891D-C64A6454C034}" type="presOf" srcId="{94CFA87F-2E9B-4799-921E-46C3032AB523}" destId="{D9A0B4CF-AB99-4B91-9713-F8B2CB773C2E}" srcOrd="0" destOrd="2" presId="urn:microsoft.com/office/officeart/2018/5/layout/CenteredIconLabelDescriptionList"/>
    <dgm:cxn modelId="{6B847E1C-F136-4104-B53E-97187DB8270D}" type="presOf" srcId="{AF37C234-3CF2-4349-A406-BDCAB6039E86}" destId="{592AB296-09FC-4A1E-92F8-9982C3AE91FC}" srcOrd="0" destOrd="0" presId="urn:microsoft.com/office/officeart/2018/5/layout/CenteredIconLabelDescriptionList"/>
    <dgm:cxn modelId="{7D4E912A-9AAC-418B-A332-0FFC158A2B6A}" srcId="{FFB9C350-5031-4B23-B4DD-AF3381651F01}" destId="{B9887291-1CE1-42FE-9B43-9152D9AD2324}" srcOrd="1" destOrd="0" parTransId="{4EABDCF5-9FC5-4E2F-8847-6B6F4E29A973}" sibTransId="{0E56C0AE-5384-4409-9A5E-515EB88C713B}"/>
    <dgm:cxn modelId="{E8B8085B-9EA5-4CAD-BA16-3B6D925A22AA}" srcId="{FFB9C350-5031-4B23-B4DD-AF3381651F01}" destId="{94CFA87F-2E9B-4799-921E-46C3032AB523}" srcOrd="2" destOrd="0" parTransId="{09BE37C8-843F-4B03-B8B8-408E2793032C}" sibTransId="{3E92F925-84EB-4818-B868-04F4FA29F6A3}"/>
    <dgm:cxn modelId="{AD60BF48-ED75-4064-AA81-61E7CF707034}" type="presOf" srcId="{1E055828-5F9C-4746-B31F-E496B5A75F75}" destId="{0B502116-5C88-47B3-844E-6FD9EA4EA05C}" srcOrd="0" destOrd="0" presId="urn:microsoft.com/office/officeart/2018/5/layout/CenteredIconLabelDescriptionList"/>
    <dgm:cxn modelId="{9FA6397D-7D65-401C-B598-CEFE222DED17}" type="presOf" srcId="{7C12F528-AACD-4A96-878C-4FA90EB65AC5}" destId="{D9A0B4CF-AB99-4B91-9713-F8B2CB773C2E}" srcOrd="0" destOrd="0" presId="urn:microsoft.com/office/officeart/2018/5/layout/CenteredIconLabelDescriptionList"/>
    <dgm:cxn modelId="{C7B88C91-6409-4AC3-A8FD-D93941213DAB}" srcId="{1E055828-5F9C-4746-B31F-E496B5A75F75}" destId="{FFB9C350-5031-4B23-B4DD-AF3381651F01}" srcOrd="0" destOrd="0" parTransId="{BB75F89F-9BEE-4698-ACBA-58C09477D09F}" sibTransId="{C5DB6BAF-5830-49D0-AFE2-D0F76B89A71A}"/>
    <dgm:cxn modelId="{73BE8897-134A-467D-8D75-C0520FE6433D}" type="presOf" srcId="{B9887291-1CE1-42FE-9B43-9152D9AD2324}" destId="{D9A0B4CF-AB99-4B91-9713-F8B2CB773C2E}" srcOrd="0" destOrd="1" presId="urn:microsoft.com/office/officeart/2018/5/layout/CenteredIconLabelDescriptionList"/>
    <dgm:cxn modelId="{8E3E3BB1-5F18-4554-B003-C3E4FFCAF45B}" srcId="{1E055828-5F9C-4746-B31F-E496B5A75F75}" destId="{AF37C234-3CF2-4349-A406-BDCAB6039E86}" srcOrd="1" destOrd="0" parTransId="{993976DB-5C23-4D7E-9D38-8B25264BAF7F}" sibTransId="{C4BA8069-7DAE-4BC5-8A00-E210C68FF31F}"/>
    <dgm:cxn modelId="{A8FAA6E0-A125-473B-89E8-78830E60A672}" type="presOf" srcId="{FFB9C350-5031-4B23-B4DD-AF3381651F01}" destId="{C6C6564E-202C-40AA-A344-84DECFCB0378}" srcOrd="0" destOrd="0" presId="urn:microsoft.com/office/officeart/2018/5/layout/CenteredIconLabelDescriptionList"/>
    <dgm:cxn modelId="{180FD396-EBD0-4446-AF1E-8E0C906B1B03}" type="presParOf" srcId="{0B502116-5C88-47B3-844E-6FD9EA4EA05C}" destId="{ADBAE317-3942-4FC6-AEB1-2FC92D648AF6}" srcOrd="0" destOrd="0" presId="urn:microsoft.com/office/officeart/2018/5/layout/CenteredIconLabelDescriptionList"/>
    <dgm:cxn modelId="{D31DDA44-0C41-456E-BB99-396B1FF56814}" type="presParOf" srcId="{ADBAE317-3942-4FC6-AEB1-2FC92D648AF6}" destId="{E7E4BFEB-773E-4D7A-B953-A37BFA90B852}" srcOrd="0" destOrd="0" presId="urn:microsoft.com/office/officeart/2018/5/layout/CenteredIconLabelDescriptionList"/>
    <dgm:cxn modelId="{FB448A92-43EE-4F0E-B59E-E9730D25EBA6}" type="presParOf" srcId="{ADBAE317-3942-4FC6-AEB1-2FC92D648AF6}" destId="{0DA403ED-0C7E-4EA7-8980-6E5D95C88D42}" srcOrd="1" destOrd="0" presId="urn:microsoft.com/office/officeart/2018/5/layout/CenteredIconLabelDescriptionList"/>
    <dgm:cxn modelId="{9D43F57A-A975-48B6-934B-DB465D29687B}" type="presParOf" srcId="{ADBAE317-3942-4FC6-AEB1-2FC92D648AF6}" destId="{C6C6564E-202C-40AA-A344-84DECFCB0378}" srcOrd="2" destOrd="0" presId="urn:microsoft.com/office/officeart/2018/5/layout/CenteredIconLabelDescriptionList"/>
    <dgm:cxn modelId="{2B5E16E4-8671-44C2-8BAD-B48E2305F020}" type="presParOf" srcId="{ADBAE317-3942-4FC6-AEB1-2FC92D648AF6}" destId="{7BC2EE96-9066-4BBC-8127-29E2521E1A07}" srcOrd="3" destOrd="0" presId="urn:microsoft.com/office/officeart/2018/5/layout/CenteredIconLabelDescriptionList"/>
    <dgm:cxn modelId="{41D8BF2A-3A1A-478D-ADA3-8D6ED70C30DE}" type="presParOf" srcId="{ADBAE317-3942-4FC6-AEB1-2FC92D648AF6}" destId="{D9A0B4CF-AB99-4B91-9713-F8B2CB773C2E}" srcOrd="4" destOrd="0" presId="urn:microsoft.com/office/officeart/2018/5/layout/CenteredIconLabelDescriptionList"/>
    <dgm:cxn modelId="{1243406D-70E5-4243-ABBD-DBE5C355E303}" type="presParOf" srcId="{0B502116-5C88-47B3-844E-6FD9EA4EA05C}" destId="{18F88AC6-372E-40CC-8951-9E7214C0073B}" srcOrd="1" destOrd="0" presId="urn:microsoft.com/office/officeart/2018/5/layout/CenteredIconLabelDescriptionList"/>
    <dgm:cxn modelId="{18520572-2281-4795-B5BD-F870FCB0BC90}" type="presParOf" srcId="{0B502116-5C88-47B3-844E-6FD9EA4EA05C}" destId="{77010D3E-A08D-4A47-8262-183B630E980B}" srcOrd="2" destOrd="0" presId="urn:microsoft.com/office/officeart/2018/5/layout/CenteredIconLabelDescriptionList"/>
    <dgm:cxn modelId="{71090F5C-4FE4-46DF-9070-2977DE5C3DA4}" type="presParOf" srcId="{77010D3E-A08D-4A47-8262-183B630E980B}" destId="{F06D60E9-BDB7-4F58-AD6F-DD5761CB51AE}" srcOrd="0" destOrd="0" presId="urn:microsoft.com/office/officeart/2018/5/layout/CenteredIconLabelDescriptionList"/>
    <dgm:cxn modelId="{C0D9860B-CAA9-4AD0-9DBF-0A27A1F509D8}" type="presParOf" srcId="{77010D3E-A08D-4A47-8262-183B630E980B}" destId="{9E9E23A4-E722-4648-8572-D65EA3F12EB0}" srcOrd="1" destOrd="0" presId="urn:microsoft.com/office/officeart/2018/5/layout/CenteredIconLabelDescriptionList"/>
    <dgm:cxn modelId="{446E9179-6351-45F9-AC58-344A250293E8}" type="presParOf" srcId="{77010D3E-A08D-4A47-8262-183B630E980B}" destId="{592AB296-09FC-4A1E-92F8-9982C3AE91FC}" srcOrd="2" destOrd="0" presId="urn:microsoft.com/office/officeart/2018/5/layout/CenteredIconLabelDescriptionList"/>
    <dgm:cxn modelId="{DAAE6BE0-9A72-445B-AE27-749E3D776EA3}" type="presParOf" srcId="{77010D3E-A08D-4A47-8262-183B630E980B}" destId="{B816D40B-1DC6-46D5-8E44-D0188DE1A42C}" srcOrd="3" destOrd="0" presId="urn:microsoft.com/office/officeart/2018/5/layout/CenteredIconLabelDescriptionList"/>
    <dgm:cxn modelId="{E3D8CFA6-D243-4516-AF24-816E4A7F080B}" type="presParOf" srcId="{77010D3E-A08D-4A47-8262-183B630E980B}" destId="{4C4F1DB9-85B1-4EF4-875F-2E29FBA7DA4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622E4B-00F6-4E79-97FC-4B3A5AB7D2D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700D7-C640-489A-8700-7F96237FEA2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Destaques e Reflexões Finais</a:t>
          </a:r>
          <a:endParaRPr lang="en-US" dirty="0"/>
        </a:p>
      </dgm:t>
    </dgm:pt>
    <dgm:pt modelId="{19E0E312-9C8D-495A-B088-395EB78CECE3}" type="parTrans" cxnId="{34E2F0B8-A3FE-48FD-91B4-47AE12423F6A}">
      <dgm:prSet/>
      <dgm:spPr/>
      <dgm:t>
        <a:bodyPr/>
        <a:lstStyle/>
        <a:p>
          <a:endParaRPr lang="en-US"/>
        </a:p>
      </dgm:t>
    </dgm:pt>
    <dgm:pt modelId="{0BE3E63E-D287-43A1-A2C9-2147FBDC6A0A}" type="sibTrans" cxnId="{34E2F0B8-A3FE-48FD-91B4-47AE12423F6A}">
      <dgm:prSet/>
      <dgm:spPr/>
      <dgm:t>
        <a:bodyPr/>
        <a:lstStyle/>
        <a:p>
          <a:endParaRPr lang="en-US"/>
        </a:p>
      </dgm:t>
    </dgm:pt>
    <dgm:pt modelId="{1929DA94-14A5-44E9-A162-40B9BAED329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Recapitulação dos principais conceitos abordados</a:t>
          </a:r>
          <a:endParaRPr lang="en-US" dirty="0"/>
        </a:p>
      </dgm:t>
    </dgm:pt>
    <dgm:pt modelId="{C7F6492F-1523-4D99-ACA2-E148F9341CF2}" type="parTrans" cxnId="{9C32952B-05CE-4E7F-A3C2-E37660D6B58D}">
      <dgm:prSet/>
      <dgm:spPr/>
      <dgm:t>
        <a:bodyPr/>
        <a:lstStyle/>
        <a:p>
          <a:endParaRPr lang="en-US"/>
        </a:p>
      </dgm:t>
    </dgm:pt>
    <dgm:pt modelId="{922C7CD4-05DF-4991-8166-FECF9B5A2D39}" type="sibTrans" cxnId="{9C32952B-05CE-4E7F-A3C2-E37660D6B58D}">
      <dgm:prSet/>
      <dgm:spPr/>
      <dgm:t>
        <a:bodyPr/>
        <a:lstStyle/>
        <a:p>
          <a:endParaRPr lang="en-US"/>
        </a:p>
      </dgm:t>
    </dgm:pt>
    <dgm:pt modelId="{6D1B178C-5F81-4A8F-AB32-1BA70502F485}" type="pres">
      <dgm:prSet presAssocID="{08622E4B-00F6-4E79-97FC-4B3A5AB7D2DF}" presName="root" presStyleCnt="0">
        <dgm:presLayoutVars>
          <dgm:dir/>
          <dgm:resizeHandles val="exact"/>
        </dgm:presLayoutVars>
      </dgm:prSet>
      <dgm:spPr/>
    </dgm:pt>
    <dgm:pt modelId="{9CE78A9D-178D-4517-8C76-0CA7353F23E3}" type="pres">
      <dgm:prSet presAssocID="{724700D7-C640-489A-8700-7F96237FEA25}" presName="compNode" presStyleCnt="0"/>
      <dgm:spPr/>
    </dgm:pt>
    <dgm:pt modelId="{522E9354-93FE-48B9-BF93-65D85CE31714}" type="pres">
      <dgm:prSet presAssocID="{724700D7-C640-489A-8700-7F96237FEA25}" presName="bgRect" presStyleLbl="bgShp" presStyleIdx="0" presStyleCnt="2" custLinFactY="-78342" custLinFactNeighborX="3335" custLinFactNeighborY="-100000"/>
      <dgm:spPr/>
    </dgm:pt>
    <dgm:pt modelId="{E38B8459-D684-450E-B3FD-3345A1D42206}" type="pres">
      <dgm:prSet presAssocID="{724700D7-C640-489A-8700-7F96237FEA25}" presName="iconRect" presStyleLbl="node1" presStyleIdx="0" presStyleCnt="2" custLinFactY="-4577" custLinFactNeighborX="-2179" custLinFactNeighborY="-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oféu"/>
        </a:ext>
      </dgm:extLst>
    </dgm:pt>
    <dgm:pt modelId="{93FF6DFC-3961-408B-997B-1D6E8BC7A6A5}" type="pres">
      <dgm:prSet presAssocID="{724700D7-C640-489A-8700-7F96237FEA25}" presName="spaceRect" presStyleCnt="0"/>
      <dgm:spPr/>
    </dgm:pt>
    <dgm:pt modelId="{428DE3E2-B4D0-4CE5-B4FA-CFE60C7ED70B}" type="pres">
      <dgm:prSet presAssocID="{724700D7-C640-489A-8700-7F96237FEA25}" presName="parTx" presStyleLbl="revTx" presStyleIdx="0" presStyleCnt="2" custLinFactNeighborX="1219" custLinFactNeighborY="-56319">
        <dgm:presLayoutVars>
          <dgm:chMax val="0"/>
          <dgm:chPref val="0"/>
        </dgm:presLayoutVars>
      </dgm:prSet>
      <dgm:spPr/>
    </dgm:pt>
    <dgm:pt modelId="{B144112A-E74F-4817-B5F8-2B7B73D3E7FE}" type="pres">
      <dgm:prSet presAssocID="{0BE3E63E-D287-43A1-A2C9-2147FBDC6A0A}" presName="sibTrans" presStyleCnt="0"/>
      <dgm:spPr/>
    </dgm:pt>
    <dgm:pt modelId="{DE5D5798-AB30-4D49-B948-E7D1C1EBAB70}" type="pres">
      <dgm:prSet presAssocID="{1929DA94-14A5-44E9-A162-40B9BAED3295}" presName="compNode" presStyleCnt="0"/>
      <dgm:spPr/>
    </dgm:pt>
    <dgm:pt modelId="{89F8D708-EC3D-4E4E-9654-F70F5AFCAE8A}" type="pres">
      <dgm:prSet presAssocID="{1929DA94-14A5-44E9-A162-40B9BAED3295}" presName="bgRect" presStyleLbl="bgShp" presStyleIdx="1" presStyleCnt="2"/>
      <dgm:spPr/>
    </dgm:pt>
    <dgm:pt modelId="{1D9DE254-61D9-4087-875B-FB3E8DCD530C}" type="pres">
      <dgm:prSet presAssocID="{1929DA94-14A5-44E9-A162-40B9BAED329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7D686E59-11AD-48AA-8C86-65144B19A83F}" type="pres">
      <dgm:prSet presAssocID="{1929DA94-14A5-44E9-A162-40B9BAED3295}" presName="spaceRect" presStyleCnt="0"/>
      <dgm:spPr/>
    </dgm:pt>
    <dgm:pt modelId="{B7E29ABA-E046-4FFD-9D91-464475F9FF74}" type="pres">
      <dgm:prSet presAssocID="{1929DA94-14A5-44E9-A162-40B9BAED32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EC71A1F-3DEF-4393-ABE7-9EF8067D7D40}" type="presOf" srcId="{08622E4B-00F6-4E79-97FC-4B3A5AB7D2DF}" destId="{6D1B178C-5F81-4A8F-AB32-1BA70502F485}" srcOrd="0" destOrd="0" presId="urn:microsoft.com/office/officeart/2018/2/layout/IconVerticalSolidList"/>
    <dgm:cxn modelId="{9C32952B-05CE-4E7F-A3C2-E37660D6B58D}" srcId="{08622E4B-00F6-4E79-97FC-4B3A5AB7D2DF}" destId="{1929DA94-14A5-44E9-A162-40B9BAED3295}" srcOrd="1" destOrd="0" parTransId="{C7F6492F-1523-4D99-ACA2-E148F9341CF2}" sibTransId="{922C7CD4-05DF-4991-8166-FECF9B5A2D39}"/>
    <dgm:cxn modelId="{5AC65E2E-0D82-4728-9A4D-46A697DE5255}" type="presOf" srcId="{724700D7-C640-489A-8700-7F96237FEA25}" destId="{428DE3E2-B4D0-4CE5-B4FA-CFE60C7ED70B}" srcOrd="0" destOrd="0" presId="urn:microsoft.com/office/officeart/2018/2/layout/IconVerticalSolidList"/>
    <dgm:cxn modelId="{34E2F0B8-A3FE-48FD-91B4-47AE12423F6A}" srcId="{08622E4B-00F6-4E79-97FC-4B3A5AB7D2DF}" destId="{724700D7-C640-489A-8700-7F96237FEA25}" srcOrd="0" destOrd="0" parTransId="{19E0E312-9C8D-495A-B088-395EB78CECE3}" sibTransId="{0BE3E63E-D287-43A1-A2C9-2147FBDC6A0A}"/>
    <dgm:cxn modelId="{0D7DE8D5-E0B5-4B87-9BBC-19B88381FF18}" type="presOf" srcId="{1929DA94-14A5-44E9-A162-40B9BAED3295}" destId="{B7E29ABA-E046-4FFD-9D91-464475F9FF74}" srcOrd="0" destOrd="0" presId="urn:microsoft.com/office/officeart/2018/2/layout/IconVerticalSolidList"/>
    <dgm:cxn modelId="{FB04B1E3-1E95-40E7-B7A1-A73AD5B9B88E}" type="presParOf" srcId="{6D1B178C-5F81-4A8F-AB32-1BA70502F485}" destId="{9CE78A9D-178D-4517-8C76-0CA7353F23E3}" srcOrd="0" destOrd="0" presId="urn:microsoft.com/office/officeart/2018/2/layout/IconVerticalSolidList"/>
    <dgm:cxn modelId="{35A6E06E-0BC2-4947-B56C-44BFA25B0BF4}" type="presParOf" srcId="{9CE78A9D-178D-4517-8C76-0CA7353F23E3}" destId="{522E9354-93FE-48B9-BF93-65D85CE31714}" srcOrd="0" destOrd="0" presId="urn:microsoft.com/office/officeart/2018/2/layout/IconVerticalSolidList"/>
    <dgm:cxn modelId="{B40845BC-A504-4B5C-BB3C-7011AD346ED7}" type="presParOf" srcId="{9CE78A9D-178D-4517-8C76-0CA7353F23E3}" destId="{E38B8459-D684-450E-B3FD-3345A1D42206}" srcOrd="1" destOrd="0" presId="urn:microsoft.com/office/officeart/2018/2/layout/IconVerticalSolidList"/>
    <dgm:cxn modelId="{701312B3-07BD-44D5-B01D-A64B99766FBB}" type="presParOf" srcId="{9CE78A9D-178D-4517-8C76-0CA7353F23E3}" destId="{93FF6DFC-3961-408B-997B-1D6E8BC7A6A5}" srcOrd="2" destOrd="0" presId="urn:microsoft.com/office/officeart/2018/2/layout/IconVerticalSolidList"/>
    <dgm:cxn modelId="{66B21380-B65C-4EAD-8836-D0F4F535BECB}" type="presParOf" srcId="{9CE78A9D-178D-4517-8C76-0CA7353F23E3}" destId="{428DE3E2-B4D0-4CE5-B4FA-CFE60C7ED70B}" srcOrd="3" destOrd="0" presId="urn:microsoft.com/office/officeart/2018/2/layout/IconVerticalSolidList"/>
    <dgm:cxn modelId="{6D737C39-65C5-4B6C-AA50-6C5A2F9B77CB}" type="presParOf" srcId="{6D1B178C-5F81-4A8F-AB32-1BA70502F485}" destId="{B144112A-E74F-4817-B5F8-2B7B73D3E7FE}" srcOrd="1" destOrd="0" presId="urn:microsoft.com/office/officeart/2018/2/layout/IconVerticalSolidList"/>
    <dgm:cxn modelId="{C9BE02F3-9665-448E-93EA-E3E4052D8218}" type="presParOf" srcId="{6D1B178C-5F81-4A8F-AB32-1BA70502F485}" destId="{DE5D5798-AB30-4D49-B948-E7D1C1EBAB70}" srcOrd="2" destOrd="0" presId="urn:microsoft.com/office/officeart/2018/2/layout/IconVerticalSolidList"/>
    <dgm:cxn modelId="{E8D5254A-2747-4FF8-8C5F-352F68997D86}" type="presParOf" srcId="{DE5D5798-AB30-4D49-B948-E7D1C1EBAB70}" destId="{89F8D708-EC3D-4E4E-9654-F70F5AFCAE8A}" srcOrd="0" destOrd="0" presId="urn:microsoft.com/office/officeart/2018/2/layout/IconVerticalSolidList"/>
    <dgm:cxn modelId="{5D871EF4-7C3F-408F-8C73-7E48305EB842}" type="presParOf" srcId="{DE5D5798-AB30-4D49-B948-E7D1C1EBAB70}" destId="{1D9DE254-61D9-4087-875B-FB3E8DCD530C}" srcOrd="1" destOrd="0" presId="urn:microsoft.com/office/officeart/2018/2/layout/IconVerticalSolidList"/>
    <dgm:cxn modelId="{590A8F91-18AC-4BC3-8B7E-54EC80418A23}" type="presParOf" srcId="{DE5D5798-AB30-4D49-B948-E7D1C1EBAB70}" destId="{7D686E59-11AD-48AA-8C86-65144B19A83F}" srcOrd="2" destOrd="0" presId="urn:microsoft.com/office/officeart/2018/2/layout/IconVerticalSolidList"/>
    <dgm:cxn modelId="{588CEF4C-B2DF-4549-B752-BC630FF55A32}" type="presParOf" srcId="{DE5D5798-AB30-4D49-B948-E7D1C1EBAB70}" destId="{B7E29ABA-E046-4FFD-9D91-464475F9FF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91140-983A-482D-A1C3-14E9EFBB92CB}">
      <dsp:nvSpPr>
        <dsp:cNvPr id="0" name=""/>
        <dsp:cNvSpPr/>
      </dsp:nvSpPr>
      <dsp:spPr>
        <a:xfrm>
          <a:off x="0" y="3987"/>
          <a:ext cx="7871262" cy="4917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410B3-7F77-4366-AFAB-93C1727AA793}">
      <dsp:nvSpPr>
        <dsp:cNvPr id="0" name=""/>
        <dsp:cNvSpPr/>
      </dsp:nvSpPr>
      <dsp:spPr>
        <a:xfrm>
          <a:off x="148744" y="114623"/>
          <a:ext cx="270709" cy="2704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817AA-CB21-4120-8AA1-D14F8B173498}">
      <dsp:nvSpPr>
        <dsp:cNvPr id="0" name=""/>
        <dsp:cNvSpPr/>
      </dsp:nvSpPr>
      <dsp:spPr>
        <a:xfrm>
          <a:off x="568198" y="3987"/>
          <a:ext cx="7285853" cy="522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93" tIns="55293" rIns="55293" bIns="5529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Reconhecer a  importância do pré-  processamento de  dados e os principais  tipos de fontes de  dados.</a:t>
          </a:r>
          <a:endParaRPr lang="en-US" sz="1400" kern="1200"/>
        </a:p>
      </dsp:txBody>
      <dsp:txXfrm>
        <a:off x="568198" y="3987"/>
        <a:ext cx="7285853" cy="522450"/>
      </dsp:txXfrm>
    </dsp:sp>
    <dsp:sp modelId="{8BCFEEC5-BBC4-4D61-95B7-9395570EFF8E}">
      <dsp:nvSpPr>
        <dsp:cNvPr id="0" name=""/>
        <dsp:cNvSpPr/>
      </dsp:nvSpPr>
      <dsp:spPr>
        <a:xfrm>
          <a:off x="0" y="657050"/>
          <a:ext cx="7871262" cy="4917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9A0AB-7833-4B59-8259-63D9B46F644B}">
      <dsp:nvSpPr>
        <dsp:cNvPr id="0" name=""/>
        <dsp:cNvSpPr/>
      </dsp:nvSpPr>
      <dsp:spPr>
        <a:xfrm>
          <a:off x="148744" y="767686"/>
          <a:ext cx="270709" cy="2704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AD4B6-9ECB-4ADD-8BCD-B12A8B9D8DFA}">
      <dsp:nvSpPr>
        <dsp:cNvPr id="0" name=""/>
        <dsp:cNvSpPr/>
      </dsp:nvSpPr>
      <dsp:spPr>
        <a:xfrm>
          <a:off x="568198" y="657050"/>
          <a:ext cx="7285853" cy="522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93" tIns="55293" rIns="55293" bIns="5529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Identificar as principais operações de consolidação e limpeza de dados.</a:t>
          </a:r>
          <a:endParaRPr lang="en-US" sz="1400" kern="1200"/>
        </a:p>
      </dsp:txBody>
      <dsp:txXfrm>
        <a:off x="568198" y="657050"/>
        <a:ext cx="7285853" cy="522450"/>
      </dsp:txXfrm>
    </dsp:sp>
    <dsp:sp modelId="{71552D11-AECC-49A6-927C-486A97910CB5}">
      <dsp:nvSpPr>
        <dsp:cNvPr id="0" name=""/>
        <dsp:cNvSpPr/>
      </dsp:nvSpPr>
      <dsp:spPr>
        <a:xfrm>
          <a:off x="0" y="1310112"/>
          <a:ext cx="7871262" cy="4917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607E1-9E31-41C4-959F-440634CD2FA0}">
      <dsp:nvSpPr>
        <dsp:cNvPr id="0" name=""/>
        <dsp:cNvSpPr/>
      </dsp:nvSpPr>
      <dsp:spPr>
        <a:xfrm>
          <a:off x="148744" y="1420749"/>
          <a:ext cx="270709" cy="2704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91821-8A37-465F-A6E7-C146053B070D}">
      <dsp:nvSpPr>
        <dsp:cNvPr id="0" name=""/>
        <dsp:cNvSpPr/>
      </dsp:nvSpPr>
      <dsp:spPr>
        <a:xfrm>
          <a:off x="568198" y="1310112"/>
          <a:ext cx="7285853" cy="522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93" tIns="55293" rIns="55293" bIns="5529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Identificar as principais operações da transformação e redução de dados.</a:t>
          </a:r>
          <a:endParaRPr lang="en-US" sz="1400" kern="1200"/>
        </a:p>
      </dsp:txBody>
      <dsp:txXfrm>
        <a:off x="568198" y="1310112"/>
        <a:ext cx="7285853" cy="522450"/>
      </dsp:txXfrm>
    </dsp:sp>
    <dsp:sp modelId="{12D81B3D-F482-403A-9AB4-22FEF83C7BD2}">
      <dsp:nvSpPr>
        <dsp:cNvPr id="0" name=""/>
        <dsp:cNvSpPr/>
      </dsp:nvSpPr>
      <dsp:spPr>
        <a:xfrm>
          <a:off x="0" y="1963175"/>
          <a:ext cx="7871262" cy="4917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E27D04-A2A0-4223-BB42-995CD8613747}">
      <dsp:nvSpPr>
        <dsp:cNvPr id="0" name=""/>
        <dsp:cNvSpPr/>
      </dsp:nvSpPr>
      <dsp:spPr>
        <a:xfrm>
          <a:off x="148744" y="2073812"/>
          <a:ext cx="270709" cy="2704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C1AA3-BBCE-41C2-AB06-744DF3994752}">
      <dsp:nvSpPr>
        <dsp:cNvPr id="0" name=""/>
        <dsp:cNvSpPr/>
      </dsp:nvSpPr>
      <dsp:spPr>
        <a:xfrm>
          <a:off x="568198" y="1963175"/>
          <a:ext cx="7285853" cy="522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93" tIns="55293" rIns="55293" bIns="5529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Criar relacionamentos integrando os diferentes conjuntos de dados no Power BI.</a:t>
          </a:r>
          <a:endParaRPr lang="en-US" sz="1400" kern="1200"/>
        </a:p>
      </dsp:txBody>
      <dsp:txXfrm>
        <a:off x="568198" y="1963175"/>
        <a:ext cx="7285853" cy="522450"/>
      </dsp:txXfrm>
    </dsp:sp>
    <dsp:sp modelId="{BC76AC0A-AE67-4135-9DD4-148B0F1C9E3E}">
      <dsp:nvSpPr>
        <dsp:cNvPr id="0" name=""/>
        <dsp:cNvSpPr/>
      </dsp:nvSpPr>
      <dsp:spPr>
        <a:xfrm>
          <a:off x="0" y="2616238"/>
          <a:ext cx="7871262" cy="4917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892A8-5309-4D5F-9907-C70C7115B797}">
      <dsp:nvSpPr>
        <dsp:cNvPr id="0" name=""/>
        <dsp:cNvSpPr/>
      </dsp:nvSpPr>
      <dsp:spPr>
        <a:xfrm>
          <a:off x="148744" y="2726874"/>
          <a:ext cx="270709" cy="2704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C9836-207D-4591-B0AF-F318AA26B496}">
      <dsp:nvSpPr>
        <dsp:cNvPr id="0" name=""/>
        <dsp:cNvSpPr/>
      </dsp:nvSpPr>
      <dsp:spPr>
        <a:xfrm>
          <a:off x="568198" y="2616238"/>
          <a:ext cx="7285853" cy="522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93" tIns="55293" rIns="55293" bIns="5529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Utilizar os recursos básicos e iniciais de Visualização e Análise dos Dados do Power BI.</a:t>
          </a:r>
          <a:endParaRPr lang="en-US" sz="1400" kern="1200"/>
        </a:p>
      </dsp:txBody>
      <dsp:txXfrm>
        <a:off x="568198" y="2616238"/>
        <a:ext cx="7285853" cy="522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19C36-F6A5-4318-93BD-D9635FE9C417}">
      <dsp:nvSpPr>
        <dsp:cNvPr id="0" name=""/>
        <dsp:cNvSpPr/>
      </dsp:nvSpPr>
      <dsp:spPr>
        <a:xfrm>
          <a:off x="0" y="495992"/>
          <a:ext cx="3594478" cy="829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u="none" strike="noStrike" kern="1200" cap="none" dirty="0">
              <a:latin typeface="Calibri"/>
              <a:ea typeface="Calibri"/>
              <a:cs typeface="Calibri"/>
              <a:sym typeface="Calibri"/>
            </a:rPr>
            <a:t>Processo de </a:t>
          </a:r>
          <a:r>
            <a:rPr lang="pt-BR" sz="1500" u="none" strike="noStrike" kern="1200" cap="none" dirty="0" err="1">
              <a:latin typeface="Calibri"/>
              <a:ea typeface="Calibri"/>
              <a:cs typeface="Calibri"/>
              <a:sym typeface="Calibri"/>
            </a:rPr>
            <a:t>Pré</a:t>
          </a:r>
          <a:r>
            <a:rPr lang="pt-BR" sz="1500" u="none" strike="noStrike" kern="1200" cap="none" dirty="0">
              <a:latin typeface="Calibri"/>
              <a:ea typeface="Calibri"/>
              <a:cs typeface="Calibri"/>
              <a:sym typeface="Calibri"/>
            </a:rPr>
            <a:t>-  processamento de  dados</a:t>
          </a:r>
          <a:endParaRPr lang="en-US" sz="1500" kern="1200" dirty="0"/>
        </a:p>
      </dsp:txBody>
      <dsp:txXfrm>
        <a:off x="40480" y="536472"/>
        <a:ext cx="3513518" cy="748277"/>
      </dsp:txXfrm>
    </dsp:sp>
    <dsp:sp modelId="{ED8EB3B5-8ADB-4E1A-B37C-23CD0CBF0E5B}">
      <dsp:nvSpPr>
        <dsp:cNvPr id="0" name=""/>
        <dsp:cNvSpPr/>
      </dsp:nvSpPr>
      <dsp:spPr>
        <a:xfrm>
          <a:off x="0" y="1368429"/>
          <a:ext cx="3594478" cy="829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u="none" strike="noStrike" kern="1200" cap="none" dirty="0">
              <a:latin typeface="Calibri"/>
              <a:ea typeface="Calibri"/>
              <a:cs typeface="Calibri"/>
              <a:sym typeface="Calibri"/>
            </a:rPr>
            <a:t>Consolidação e  Limpeza de Dados</a:t>
          </a:r>
          <a:endParaRPr lang="en-US" sz="1500" kern="1200" dirty="0"/>
        </a:p>
      </dsp:txBody>
      <dsp:txXfrm>
        <a:off x="40480" y="1408909"/>
        <a:ext cx="3513518" cy="748277"/>
      </dsp:txXfrm>
    </dsp:sp>
    <dsp:sp modelId="{783416C4-5759-4860-B37D-2CA5A986A3C9}">
      <dsp:nvSpPr>
        <dsp:cNvPr id="0" name=""/>
        <dsp:cNvSpPr/>
      </dsp:nvSpPr>
      <dsp:spPr>
        <a:xfrm>
          <a:off x="0" y="2240867"/>
          <a:ext cx="3594478" cy="829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u="none" strike="noStrike" kern="1200" cap="none" dirty="0">
              <a:latin typeface="Calibri"/>
              <a:ea typeface="Calibri"/>
              <a:cs typeface="Calibri"/>
              <a:sym typeface="Calibri"/>
            </a:rPr>
            <a:t>Transformação e  Redução de Dados</a:t>
          </a:r>
          <a:endParaRPr lang="en-US" sz="1500" kern="1200" dirty="0"/>
        </a:p>
      </dsp:txBody>
      <dsp:txXfrm>
        <a:off x="40480" y="2281347"/>
        <a:ext cx="3513518" cy="748277"/>
      </dsp:txXfrm>
    </dsp:sp>
    <dsp:sp modelId="{9806AD66-A6EA-40EE-B7AB-270365359958}">
      <dsp:nvSpPr>
        <dsp:cNvPr id="0" name=""/>
        <dsp:cNvSpPr/>
      </dsp:nvSpPr>
      <dsp:spPr>
        <a:xfrm>
          <a:off x="0" y="3113304"/>
          <a:ext cx="3594478" cy="8292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u="none" strike="noStrike" kern="1200" cap="none">
              <a:latin typeface="Calibri"/>
              <a:ea typeface="Calibri"/>
              <a:cs typeface="Calibri"/>
              <a:sym typeface="Calibri"/>
            </a:rPr>
            <a:t>Desenvolvimento de  Relatório de BI com  dados públicos  obtidos diretamente  da web por meio de  serviços de dados</a:t>
          </a:r>
          <a:endParaRPr lang="en-US" sz="1500" kern="1200" dirty="0"/>
        </a:p>
      </dsp:txBody>
      <dsp:txXfrm>
        <a:off x="40480" y="3153784"/>
        <a:ext cx="3513518" cy="7482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FBB62-426F-4EB4-B606-8ADA1F310B20}">
      <dsp:nvSpPr>
        <dsp:cNvPr id="0" name=""/>
        <dsp:cNvSpPr/>
      </dsp:nvSpPr>
      <dsp:spPr>
        <a:xfrm rot="5400000">
          <a:off x="-207264" y="208396"/>
          <a:ext cx="1381760" cy="9672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Padronizar valores e formatos  dos dados</a:t>
          </a:r>
        </a:p>
      </dsp:txBody>
      <dsp:txXfrm rot="-5400000">
        <a:off x="0" y="484748"/>
        <a:ext cx="967232" cy="414528"/>
      </dsp:txXfrm>
    </dsp:sp>
    <dsp:sp modelId="{1D5793D1-08B6-434E-9214-E505C8BDAC57}">
      <dsp:nvSpPr>
        <dsp:cNvPr id="0" name=""/>
        <dsp:cNvSpPr/>
      </dsp:nvSpPr>
      <dsp:spPr>
        <a:xfrm rot="5400000">
          <a:off x="2011923" y="-1043557"/>
          <a:ext cx="898144" cy="29875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( datas, escalas de medidas, etc)</a:t>
          </a:r>
          <a:endParaRPr lang="en-US" sz="1500" kern="1200"/>
        </a:p>
      </dsp:txBody>
      <dsp:txXfrm rot="-5400000">
        <a:off x="967233" y="44977"/>
        <a:ext cx="2943681" cy="810456"/>
      </dsp:txXfrm>
    </dsp:sp>
    <dsp:sp modelId="{EB4E8E05-7C1C-45CF-AFA1-ED17F90003FD}">
      <dsp:nvSpPr>
        <dsp:cNvPr id="0" name=""/>
        <dsp:cNvSpPr/>
      </dsp:nvSpPr>
      <dsp:spPr>
        <a:xfrm rot="5400000">
          <a:off x="-207264" y="1392939"/>
          <a:ext cx="1381760" cy="9672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Padronizar Classes</a:t>
          </a:r>
        </a:p>
      </dsp:txBody>
      <dsp:txXfrm rot="-5400000">
        <a:off x="0" y="1669291"/>
        <a:ext cx="967232" cy="414528"/>
      </dsp:txXfrm>
    </dsp:sp>
    <dsp:sp modelId="{B6B7923E-D15C-429E-BE03-E6B16541988F}">
      <dsp:nvSpPr>
        <dsp:cNvPr id="0" name=""/>
        <dsp:cNvSpPr/>
      </dsp:nvSpPr>
      <dsp:spPr>
        <a:xfrm rot="5400000">
          <a:off x="2011923" y="140985"/>
          <a:ext cx="898144" cy="29875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(Categorias, sexo,  faixas de valores,</a:t>
          </a:r>
          <a:r>
            <a:rPr lang="en-US" sz="1500" kern="1200"/>
            <a:t> </a:t>
          </a:r>
          <a:r>
            <a:rPr lang="en-US" sz="1500" b="1" kern="1200"/>
            <a:t>etc);</a:t>
          </a:r>
          <a:endParaRPr lang="en-US" sz="1500" kern="1200"/>
        </a:p>
      </dsp:txBody>
      <dsp:txXfrm rot="-5400000">
        <a:off x="967233" y="1229519"/>
        <a:ext cx="2943681" cy="810456"/>
      </dsp:txXfrm>
    </dsp:sp>
    <dsp:sp modelId="{17517688-C9A3-431A-B1E9-DB3D8D006FF5}">
      <dsp:nvSpPr>
        <dsp:cNvPr id="0" name=""/>
        <dsp:cNvSpPr/>
      </dsp:nvSpPr>
      <dsp:spPr>
        <a:xfrm rot="5400000">
          <a:off x="-207264" y="2577482"/>
          <a:ext cx="1381760" cy="9672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Harmonizar cadastros de fontes diferentes</a:t>
          </a:r>
        </a:p>
      </dsp:txBody>
      <dsp:txXfrm rot="-5400000">
        <a:off x="0" y="2853834"/>
        <a:ext cx="967232" cy="414528"/>
      </dsp:txXfrm>
    </dsp:sp>
    <dsp:sp modelId="{7A56EB83-66BC-43E4-B014-4E32267AE05A}">
      <dsp:nvSpPr>
        <dsp:cNvPr id="0" name=""/>
        <dsp:cNvSpPr/>
      </dsp:nvSpPr>
      <dsp:spPr>
        <a:xfrm rot="5400000">
          <a:off x="2011923" y="1325528"/>
          <a:ext cx="898144" cy="298752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(Cadastros de pessoas, bens,  imóveis, órgão, entidades,  localidades, etc.)</a:t>
          </a:r>
          <a:endParaRPr lang="en-US" sz="1500" kern="1200"/>
        </a:p>
      </dsp:txBody>
      <dsp:txXfrm rot="-5400000">
        <a:off x="967233" y="2414062"/>
        <a:ext cx="2943681" cy="8104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4BFEB-773E-4D7A-B953-A37BFA90B852}">
      <dsp:nvSpPr>
        <dsp:cNvPr id="0" name=""/>
        <dsp:cNvSpPr/>
      </dsp:nvSpPr>
      <dsp:spPr>
        <a:xfrm>
          <a:off x="1228141" y="178694"/>
          <a:ext cx="1317282" cy="962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6564E-202C-40AA-A344-84DECFCB0378}">
      <dsp:nvSpPr>
        <dsp:cNvPr id="0" name=""/>
        <dsp:cNvSpPr/>
      </dsp:nvSpPr>
      <dsp:spPr>
        <a:xfrm>
          <a:off x="4950" y="1227587"/>
          <a:ext cx="3763664" cy="412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Apresentação da fonte de dados a ser utilizada, sua origem e formato;</a:t>
          </a:r>
        </a:p>
      </dsp:txBody>
      <dsp:txXfrm>
        <a:off x="4950" y="1227587"/>
        <a:ext cx="3763664" cy="412286"/>
      </dsp:txXfrm>
    </dsp:sp>
    <dsp:sp modelId="{D9A0B4CF-AB99-4B91-9713-F8B2CB773C2E}">
      <dsp:nvSpPr>
        <dsp:cNvPr id="0" name=""/>
        <dsp:cNvSpPr/>
      </dsp:nvSpPr>
      <dsp:spPr>
        <a:xfrm>
          <a:off x="4950" y="1680289"/>
          <a:ext cx="3763664" cy="90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Nome da Fonte: Informações de UFs do Brasil (IBGE);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Disponível em:  https://servicodados.ibge.gov.br/api/docs/localidades  https://servicodados.ibge.gov.br/api/v1/localidades/esta  dos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Forma de acesso: Serviço web</a:t>
          </a:r>
        </a:p>
      </dsp:txBody>
      <dsp:txXfrm>
        <a:off x="4950" y="1680289"/>
        <a:ext cx="3763664" cy="908070"/>
      </dsp:txXfrm>
    </dsp:sp>
    <dsp:sp modelId="{F06D60E9-BDB7-4F58-AD6F-DD5761CB51AE}">
      <dsp:nvSpPr>
        <dsp:cNvPr id="0" name=""/>
        <dsp:cNvSpPr/>
      </dsp:nvSpPr>
      <dsp:spPr>
        <a:xfrm>
          <a:off x="5650447" y="178694"/>
          <a:ext cx="1317282" cy="962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AB296-09FC-4A1E-92F8-9982C3AE91FC}">
      <dsp:nvSpPr>
        <dsp:cNvPr id="0" name=""/>
        <dsp:cNvSpPr/>
      </dsp:nvSpPr>
      <dsp:spPr>
        <a:xfrm>
          <a:off x="4427256" y="1227587"/>
          <a:ext cx="3763664" cy="412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Realização do acesso e coleta dos dados;</a:t>
          </a:r>
        </a:p>
      </dsp:txBody>
      <dsp:txXfrm>
        <a:off x="4427256" y="1227587"/>
        <a:ext cx="3763664" cy="412286"/>
      </dsp:txXfrm>
    </dsp:sp>
    <dsp:sp modelId="{4C4F1DB9-85B1-4EF4-875F-2E29FBA7DA42}">
      <dsp:nvSpPr>
        <dsp:cNvPr id="0" name=""/>
        <dsp:cNvSpPr/>
      </dsp:nvSpPr>
      <dsp:spPr>
        <a:xfrm>
          <a:off x="4427256" y="1680289"/>
          <a:ext cx="3763664" cy="90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E9354-93FE-48B9-BF93-65D85CE31714}">
      <dsp:nvSpPr>
        <dsp:cNvPr id="0" name=""/>
        <dsp:cNvSpPr/>
      </dsp:nvSpPr>
      <dsp:spPr>
        <a:xfrm>
          <a:off x="0" y="0"/>
          <a:ext cx="4728436" cy="10901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B8459-D684-450E-B3FD-3345A1D42206}">
      <dsp:nvSpPr>
        <dsp:cNvPr id="0" name=""/>
        <dsp:cNvSpPr/>
      </dsp:nvSpPr>
      <dsp:spPr>
        <a:xfrm>
          <a:off x="316702" y="208754"/>
          <a:ext cx="599576" cy="599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DE3E2-B4D0-4CE5-B4FA-CFE60C7ED70B}">
      <dsp:nvSpPr>
        <dsp:cNvPr id="0" name=""/>
        <dsp:cNvSpPr/>
      </dsp:nvSpPr>
      <dsp:spPr>
        <a:xfrm>
          <a:off x="1259110" y="0"/>
          <a:ext cx="3469325" cy="1090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73" tIns="115373" rIns="115373" bIns="1153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Destaques e Reflexões Finais</a:t>
          </a:r>
          <a:endParaRPr lang="en-US" sz="2000" kern="1200" dirty="0"/>
        </a:p>
      </dsp:txBody>
      <dsp:txXfrm>
        <a:off x="1259110" y="0"/>
        <a:ext cx="3469325" cy="1090139"/>
      </dsp:txXfrm>
    </dsp:sp>
    <dsp:sp modelId="{89F8D708-EC3D-4E4E-9654-F70F5AFCAE8A}">
      <dsp:nvSpPr>
        <dsp:cNvPr id="0" name=""/>
        <dsp:cNvSpPr/>
      </dsp:nvSpPr>
      <dsp:spPr>
        <a:xfrm>
          <a:off x="0" y="1953165"/>
          <a:ext cx="4728436" cy="10901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DE254-61D9-4087-875B-FB3E8DCD530C}">
      <dsp:nvSpPr>
        <dsp:cNvPr id="0" name=""/>
        <dsp:cNvSpPr/>
      </dsp:nvSpPr>
      <dsp:spPr>
        <a:xfrm>
          <a:off x="329767" y="2198447"/>
          <a:ext cx="599576" cy="599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29ABA-E046-4FFD-9D91-464475F9FF74}">
      <dsp:nvSpPr>
        <dsp:cNvPr id="0" name=""/>
        <dsp:cNvSpPr/>
      </dsp:nvSpPr>
      <dsp:spPr>
        <a:xfrm>
          <a:off x="1259110" y="1953165"/>
          <a:ext cx="3469325" cy="1090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373" tIns="115373" rIns="115373" bIns="11537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Recapitulação dos principais conceitos abordados</a:t>
          </a:r>
          <a:endParaRPr lang="en-US" sz="2000" kern="1200" dirty="0"/>
        </a:p>
      </dsp:txBody>
      <dsp:txXfrm>
        <a:off x="1259110" y="1953165"/>
        <a:ext cx="3469325" cy="1090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056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8:notes"/>
          <p:cNvSpPr txBox="1">
            <a:spLocks noGrp="1"/>
          </p:cNvSpPr>
          <p:nvPr>
            <p:ph type="body" idx="1"/>
          </p:nvPr>
        </p:nvSpPr>
        <p:spPr>
          <a:xfrm>
            <a:off x="461000" y="1646850"/>
            <a:ext cx="3688075" cy="15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260350"/>
            <a:ext cx="2311400" cy="1300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0735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6"/>
          <p:cNvSpPr txBox="1">
            <a:spLocks noGrp="1"/>
          </p:cNvSpPr>
          <p:nvPr>
            <p:ph type="ftr" idx="11"/>
          </p:nvPr>
        </p:nvSpPr>
        <p:spPr>
          <a:xfrm>
            <a:off x="3108960" y="4783456"/>
            <a:ext cx="2926080" cy="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dt" idx="10"/>
          </p:nvPr>
        </p:nvSpPr>
        <p:spPr>
          <a:xfrm>
            <a:off x="457201" y="4783456"/>
            <a:ext cx="2103120" cy="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6"/>
          <p:cNvSpPr txBox="1">
            <a:spLocks noGrp="1"/>
          </p:cNvSpPr>
          <p:nvPr>
            <p:ph type="sldNum" idx="12"/>
          </p:nvPr>
        </p:nvSpPr>
        <p:spPr>
          <a:xfrm>
            <a:off x="6583681" y="4783455"/>
            <a:ext cx="2103120" cy="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7"/>
          <p:cNvSpPr txBox="1">
            <a:spLocks noGrp="1"/>
          </p:cNvSpPr>
          <p:nvPr>
            <p:ph type="title"/>
          </p:nvPr>
        </p:nvSpPr>
        <p:spPr>
          <a:xfrm>
            <a:off x="836313" y="242479"/>
            <a:ext cx="7471376" cy="410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967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body" idx="1"/>
          </p:nvPr>
        </p:nvSpPr>
        <p:spPr>
          <a:xfrm>
            <a:off x="858678" y="1870876"/>
            <a:ext cx="7426640" cy="20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78257" lvl="0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84" b="0" i="0">
                <a:solidFill>
                  <a:srgbClr val="21373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1356512" lvl="1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034769" lvl="2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713025" lvl="3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391281" lvl="4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069538" lvl="5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4747793" lvl="6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426050" lvl="7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104306" lvl="8" indent="-33912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ftr" idx="11"/>
          </p:nvPr>
        </p:nvSpPr>
        <p:spPr>
          <a:xfrm>
            <a:off x="3108960" y="4783456"/>
            <a:ext cx="2926080" cy="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7"/>
          <p:cNvSpPr txBox="1">
            <a:spLocks noGrp="1"/>
          </p:cNvSpPr>
          <p:nvPr>
            <p:ph type="dt" idx="10"/>
          </p:nvPr>
        </p:nvSpPr>
        <p:spPr>
          <a:xfrm>
            <a:off x="457201" y="4783456"/>
            <a:ext cx="2103120" cy="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7"/>
          <p:cNvSpPr txBox="1">
            <a:spLocks noGrp="1"/>
          </p:cNvSpPr>
          <p:nvPr>
            <p:ph type="sldNum" idx="12"/>
          </p:nvPr>
        </p:nvSpPr>
        <p:spPr>
          <a:xfrm>
            <a:off x="6583681" y="4783455"/>
            <a:ext cx="2103120" cy="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0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3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elvins/Municipios-Brasileiros/tree/main/json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Business </a:t>
            </a:r>
            <a:r>
              <a:rPr lang="pt-BR" sz="3600" dirty="0" err="1">
                <a:solidFill>
                  <a:schemeClr val="bg1"/>
                </a:solidFill>
              </a:rPr>
              <a:t>Intelligence</a:t>
            </a:r>
            <a:endParaRPr lang="pt-BR" sz="3600" dirty="0">
              <a:solidFill>
                <a:schemeClr val="bg1"/>
              </a:solidFill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400" y="6014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-89553"/>
            <a:ext cx="1776895" cy="1776895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Espaço Reservado para Conteúdo 2">
            <a:extLst>
              <a:ext uri="{FF2B5EF4-FFF2-40B4-BE49-F238E27FC236}">
                <a16:creationId xmlns:a16="http://schemas.microsoft.com/office/drawing/2014/main" id="{14695B2A-813E-44F7-F1E8-9D93C33C3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2170133"/>
              </p:ext>
            </p:extLst>
          </p:nvPr>
        </p:nvGraphicFramePr>
        <p:xfrm>
          <a:off x="781050" y="1642447"/>
          <a:ext cx="7871262" cy="3142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6039E458-DD3D-0703-D8FB-2E2DF37AB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283783"/>
              </p:ext>
            </p:extLst>
          </p:nvPr>
        </p:nvGraphicFramePr>
        <p:xfrm>
          <a:off x="3911221" y="711200"/>
          <a:ext cx="3594478" cy="4438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983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419C36-F6A5-4318-93BD-D9635FE9C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3D419C36-F6A5-4318-93BD-D9635FE9C4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D8EB3B5-8ADB-4E1A-B37C-23CD0CBF0E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ED8EB3B5-8ADB-4E1A-B37C-23CD0CBF0E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83416C4-5759-4860-B37D-2CA5A986A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783416C4-5759-4860-B37D-2CA5A986A3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806AD66-A6EA-40EE-B7AB-2703653599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9806AD66-A6EA-40EE-B7AB-2703653599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F67027-AEA0-BD47-070D-34152EA23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551329"/>
            <a:ext cx="7540322" cy="2196353"/>
          </a:xfrm>
        </p:spPr>
        <p:txBody>
          <a:bodyPr anchor="b">
            <a:normAutofit/>
          </a:bodyPr>
          <a:lstStyle/>
          <a:p>
            <a:pPr algn="l"/>
            <a:r>
              <a:rPr lang="pt-BR" sz="3600">
                <a:solidFill>
                  <a:srgbClr val="FFFFFF"/>
                </a:solidFill>
              </a:rPr>
              <a:t>Processo de Pré-processamento de</a:t>
            </a:r>
            <a:br>
              <a:rPr lang="pt-BR" sz="3600">
                <a:solidFill>
                  <a:srgbClr val="FFFFFF"/>
                </a:solidFill>
              </a:rPr>
            </a:br>
            <a:r>
              <a:rPr lang="pt-BR" sz="3600">
                <a:solidFill>
                  <a:srgbClr val="FFFFFF"/>
                </a:solidFill>
              </a:rPr>
              <a:t>dados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B8A73D-399E-9D0E-C508-7BE7DBDCC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3653118"/>
            <a:ext cx="7504463" cy="1093693"/>
          </a:xfrm>
        </p:spPr>
        <p:txBody>
          <a:bodyPr anchor="ctr">
            <a:normAutofit/>
          </a:bodyPr>
          <a:lstStyle/>
          <a:p>
            <a:pPr marL="18841" algn="l"/>
            <a:r>
              <a:rPr lang="pt-BR">
                <a:latin typeface="Tahoma"/>
                <a:ea typeface="Tahoma"/>
                <a:cs typeface="Tahoma"/>
                <a:sym typeface="Tahoma"/>
              </a:rPr>
              <a:t>Reconhecer a importância do pré-processamento de</a:t>
            </a:r>
          </a:p>
          <a:p>
            <a:pPr marL="18841" algn="l">
              <a:spcBef>
                <a:spcPts val="8"/>
              </a:spcBef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dados e os principais tipos de fontes de dados.</a:t>
            </a:r>
          </a:p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0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8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8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2" name="Google Shape;82;p4"/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18841" marR="753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Processo de Pré-processamento de  dados – Porque Precisamos dele?</a:t>
            </a:r>
            <a:endParaRPr lang="en-US" sz="2100" kern="12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/>
          <a:stretch/>
        </p:blipFill>
        <p:spPr>
          <a:xfrm>
            <a:off x="3376821" y="708862"/>
            <a:ext cx="5419311" cy="37257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D81433-2273-A5E2-AB24-D151EB56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estão os dados?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2D3D66-FB23-AD9A-0F0D-74C8D11A2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699" y="1738647"/>
            <a:ext cx="7293023" cy="27625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46810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dados do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mundo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real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não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estão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prontos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para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análise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! Eles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são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:</a:t>
            </a:r>
          </a:p>
          <a:p>
            <a:pPr marL="590648" lvl="1" indent="-228600" defTabSz="914400">
              <a:spcBef>
                <a:spcPts val="1840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 dirty="0" err="1">
                <a:sym typeface="Trebuchet MS"/>
              </a:rPr>
              <a:t>Sujos</a:t>
            </a:r>
            <a:r>
              <a:rPr lang="en-US" sz="1500" b="1" dirty="0">
                <a:sym typeface="Trebuchet MS"/>
              </a:rPr>
              <a:t> (</a:t>
            </a:r>
            <a:r>
              <a:rPr lang="en-US" sz="1500" b="1" dirty="0" err="1">
                <a:sym typeface="Trebuchet MS"/>
              </a:rPr>
              <a:t>Erros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preenchimento</a:t>
            </a:r>
            <a:r>
              <a:rPr lang="en-US" sz="1500" b="1" dirty="0">
                <a:sym typeface="Trebuchet MS"/>
              </a:rPr>
              <a:t>, </a:t>
            </a:r>
            <a:r>
              <a:rPr lang="en-US" sz="1500" b="1" dirty="0" err="1">
                <a:sym typeface="Trebuchet MS"/>
              </a:rPr>
              <a:t>duplicidades</a:t>
            </a:r>
            <a:r>
              <a:rPr lang="en-US" sz="1500" b="1" dirty="0">
                <a:sym typeface="Trebuchet MS"/>
              </a:rPr>
              <a:t>, </a:t>
            </a:r>
            <a:r>
              <a:rPr lang="en-US" sz="1500" b="1" dirty="0" err="1">
                <a:sym typeface="Trebuchet MS"/>
              </a:rPr>
              <a:t>vazios</a:t>
            </a:r>
            <a:r>
              <a:rPr lang="en-US" sz="1500" b="1" dirty="0">
                <a:sym typeface="Trebuchet MS"/>
              </a:rPr>
              <a:t>);</a:t>
            </a:r>
            <a:endParaRPr lang="en-US" sz="1500" dirty="0">
              <a:sym typeface="Trebuchet MS"/>
            </a:endParaRPr>
          </a:p>
          <a:p>
            <a:pPr marL="590648" lvl="1" indent="-228600" defTabSz="914400">
              <a:spcBef>
                <a:spcPts val="1787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 dirty="0" err="1">
                <a:sym typeface="Trebuchet MS"/>
              </a:rPr>
              <a:t>Desorganizados</a:t>
            </a:r>
            <a:r>
              <a:rPr lang="en-US" sz="1500" b="1" dirty="0">
                <a:sym typeface="Trebuchet MS"/>
              </a:rPr>
              <a:t> (</a:t>
            </a:r>
            <a:r>
              <a:rPr lang="en-US" sz="1500" b="1" dirty="0" err="1">
                <a:sym typeface="Trebuchet MS"/>
              </a:rPr>
              <a:t>Variedade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fontes</a:t>
            </a:r>
            <a:r>
              <a:rPr lang="en-US" sz="1500" b="1" dirty="0">
                <a:sym typeface="Trebuchet MS"/>
              </a:rPr>
              <a:t> e </a:t>
            </a:r>
            <a:r>
              <a:rPr lang="en-US" sz="1500" b="1" dirty="0" err="1">
                <a:sym typeface="Trebuchet MS"/>
              </a:rPr>
              <a:t>formatos</a:t>
            </a:r>
            <a:r>
              <a:rPr lang="en-US" sz="1500" b="1" dirty="0">
                <a:sym typeface="Trebuchet MS"/>
              </a:rPr>
              <a:t>);</a:t>
            </a:r>
            <a:endParaRPr lang="en-US" sz="1500" dirty="0">
              <a:sym typeface="Trebuchet MS"/>
            </a:endParaRPr>
          </a:p>
          <a:p>
            <a:pPr marL="590648" marR="224201" lvl="1" indent="-228600" defTabSz="914400">
              <a:spcBef>
                <a:spcPts val="1781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 dirty="0" err="1">
                <a:sym typeface="Trebuchet MS"/>
              </a:rPr>
              <a:t>Excessivamente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complexos</a:t>
            </a:r>
            <a:r>
              <a:rPr lang="en-US" sz="1500" b="1" dirty="0">
                <a:sym typeface="Trebuchet MS"/>
              </a:rPr>
              <a:t> (</a:t>
            </a:r>
            <a:r>
              <a:rPr lang="en-US" sz="1500" b="1" dirty="0" err="1">
                <a:sym typeface="Trebuchet MS"/>
              </a:rPr>
              <a:t>Distribuídos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em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várias</a:t>
            </a:r>
            <a:r>
              <a:rPr lang="en-US" sz="1500" b="1" dirty="0">
                <a:sym typeface="Trebuchet MS"/>
              </a:rPr>
              <a:t>  </a:t>
            </a:r>
            <a:r>
              <a:rPr lang="en-US" sz="1500" b="1" dirty="0" err="1">
                <a:sym typeface="Trebuchet MS"/>
              </a:rPr>
              <a:t>tabelas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relacionadas</a:t>
            </a:r>
            <a:r>
              <a:rPr lang="en-US" sz="1500" b="1" dirty="0">
                <a:sym typeface="Trebuchet MS"/>
              </a:rPr>
              <a:t>, </a:t>
            </a:r>
            <a:r>
              <a:rPr lang="en-US" sz="1500" b="1" dirty="0" err="1">
                <a:sym typeface="Trebuchet MS"/>
              </a:rPr>
              <a:t>diferentes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padrões</a:t>
            </a:r>
            <a:r>
              <a:rPr lang="en-US" sz="1500" b="1" dirty="0">
                <a:sym typeface="Trebuchet MS"/>
              </a:rPr>
              <a:t> de  </a:t>
            </a:r>
            <a:r>
              <a:rPr lang="en-US" sz="1500" b="1" dirty="0" err="1">
                <a:sym typeface="Trebuchet MS"/>
              </a:rPr>
              <a:t>preenchimento</a:t>
            </a:r>
            <a:r>
              <a:rPr lang="en-US" sz="1500" b="1" dirty="0">
                <a:sym typeface="Trebuchet MS"/>
              </a:rPr>
              <a:t>); e</a:t>
            </a:r>
            <a:endParaRPr lang="en-US" sz="1500" dirty="0">
              <a:sym typeface="Trebuchet MS"/>
            </a:endParaRPr>
          </a:p>
          <a:p>
            <a:pPr marL="590648" lvl="1" indent="-228600" defTabSz="914400">
              <a:spcBef>
                <a:spcPts val="1781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 dirty="0" err="1">
                <a:sym typeface="Trebuchet MS"/>
              </a:rPr>
              <a:t>Imprecisos</a:t>
            </a:r>
            <a:r>
              <a:rPr lang="en-US" sz="1500" b="1" dirty="0">
                <a:sym typeface="Trebuchet MS"/>
              </a:rPr>
              <a:t> (</a:t>
            </a:r>
            <a:r>
              <a:rPr lang="en-US" sz="1500" b="1" dirty="0" err="1">
                <a:sym typeface="Trebuchet MS"/>
              </a:rPr>
              <a:t>Erros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digitação</a:t>
            </a:r>
            <a:r>
              <a:rPr lang="en-US" sz="1500" b="1" dirty="0">
                <a:sym typeface="Trebuchet MS"/>
              </a:rPr>
              <a:t>, </a:t>
            </a:r>
            <a:r>
              <a:rPr lang="en-US" sz="1500" b="1" dirty="0" err="1">
                <a:sym typeface="Trebuchet MS"/>
              </a:rPr>
              <a:t>ausência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regras</a:t>
            </a:r>
            <a:endParaRPr lang="en-US" sz="1500" dirty="0">
              <a:sym typeface="Trebuchet MS"/>
            </a:endParaRPr>
          </a:p>
          <a:p>
            <a:pPr marL="590648" indent="-228600" defTabSz="914400">
              <a:spcBef>
                <a:spcPts val="8"/>
              </a:spcBef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/>
              </a:rPr>
              <a:t>de </a:t>
            </a:r>
            <a:r>
              <a:rPr lang="en-US" sz="1500" b="1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/>
              </a:rPr>
              <a:t>validação</a:t>
            </a:r>
            <a:r>
              <a:rPr lang="en-US" sz="15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/>
              </a:rPr>
              <a:t> de entradas).</a:t>
            </a: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  <a:sym typeface="Trebuchet MS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850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12B1BB-F337-9791-D71F-B3F09AB9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Processo de Pré-processamento de  dados – Porque Precisamos dele?</a:t>
            </a:r>
          </a:p>
        </p:txBody>
      </p:sp>
      <p:graphicFrame>
        <p:nvGraphicFramePr>
          <p:cNvPr id="4" name="Google Shape;103;p6">
            <a:extLst>
              <a:ext uri="{FF2B5EF4-FFF2-40B4-BE49-F238E27FC236}">
                <a16:creationId xmlns:a16="http://schemas.microsoft.com/office/drawing/2014/main" id="{987BFF1F-A94E-B16D-C11D-D7E753E0AE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3461918"/>
              </p:ext>
            </p:extLst>
          </p:nvPr>
        </p:nvGraphicFramePr>
        <p:xfrm>
          <a:off x="324168" y="1555576"/>
          <a:ext cx="8495665" cy="31774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8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07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43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codigo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Nome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Sexo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Salário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Idade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CEP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Situação</a:t>
                      </a:r>
                      <a:endParaRPr sz="900" b="1" u="none" strike="noStrike" cap="none">
                        <a:solidFill>
                          <a:srgbClr val="FFFFFF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001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João Silva Sá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—–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002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João S. Sá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12345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003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Maria Silva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3000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99999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003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Joana Santos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-5000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55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—–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004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José Dantas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160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—–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005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Marcos Bento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2500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45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99999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006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Paulo Junior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4200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55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99999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007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Carlos Souza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9999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12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99999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Inativo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741"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008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Zélia Melo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4800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22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—–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Ativo</a:t>
                      </a:r>
                      <a:endParaRPr sz="90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L="130937" marR="78562" marT="78562" marB="78562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308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2" name="Google Shape;112;p7"/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1884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Problemas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 de </a:t>
            </a:r>
            <a:r>
              <a:rPr lang="en-US" sz="30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Qualidade</a:t>
            </a:r>
            <a:r>
              <a:rPr lang="en-US" sz="3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 de Dados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/>
          <a:stretch/>
        </p:blipFill>
        <p:spPr>
          <a:xfrm>
            <a:off x="3376821" y="1047569"/>
            <a:ext cx="5419311" cy="30483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2EFC0A-5EFC-4CA0-A994-31ADAC81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spcBef>
                <a:spcPct val="0"/>
              </a:spcBef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Que é Pré-processamento de Dados?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CF438F-B19E-EBBC-4F13-E6DD3B871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6295" y="487110"/>
            <a:ext cx="2268977" cy="41595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46810" marR="265650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consiste na realização da  preparação dos dados para  análise utilizando técnicas e  ferramentas adequadas.</a:t>
            </a:r>
          </a:p>
          <a:p>
            <a:pPr marL="590648" lvl="1" indent="-228600" defTabSz="914400">
              <a:spcBef>
                <a:spcPts val="1855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Envolve as seguintes tarefas:</a:t>
            </a:r>
            <a:endParaRPr lang="en-US" sz="1300">
              <a:sym typeface="Trebuchet MS"/>
            </a:endParaRPr>
          </a:p>
          <a:p>
            <a:pPr marL="590648" lvl="1" indent="-228600" defTabSz="914400">
              <a:spcBef>
                <a:spcPts val="1781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Consolidação de dados;</a:t>
            </a:r>
            <a:endParaRPr lang="en-US" sz="1300">
              <a:sym typeface="Trebuchet MS"/>
            </a:endParaRPr>
          </a:p>
          <a:p>
            <a:pPr marL="590648" lvl="1" indent="-228600" defTabSz="914400">
              <a:spcBef>
                <a:spcPts val="1781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Limpeza de dados;</a:t>
            </a:r>
            <a:endParaRPr lang="en-US" sz="1300">
              <a:sym typeface="Trebuchet MS"/>
            </a:endParaRPr>
          </a:p>
          <a:p>
            <a:pPr marL="590648" lvl="1" indent="-228600" defTabSz="914400">
              <a:spcBef>
                <a:spcPts val="1781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Transformação de dados; e</a:t>
            </a:r>
            <a:endParaRPr lang="en-US" sz="1300">
              <a:sym typeface="Trebuchet MS"/>
            </a:endParaRPr>
          </a:p>
          <a:p>
            <a:pPr marL="590648" lvl="1" indent="-228600" defTabSz="914400">
              <a:spcBef>
                <a:spcPts val="1787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Redução de dados.</a:t>
            </a:r>
            <a:endParaRPr lang="en-US" sz="1300">
              <a:sym typeface="Trebuchet MS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oogle Shape;121;p8">
            <a:extLst>
              <a:ext uri="{FF2B5EF4-FFF2-40B4-BE49-F238E27FC236}">
                <a16:creationId xmlns:a16="http://schemas.microsoft.com/office/drawing/2014/main" id="{AE21DC3D-78B1-01FE-33FD-A19F33C1FE57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6383084" y="355240"/>
            <a:ext cx="2109916" cy="4441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581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9E5D05-27BE-356E-D712-61FEDB733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148" y="614238"/>
            <a:ext cx="4947184" cy="2451390"/>
          </a:xfrm>
        </p:spPr>
        <p:txBody>
          <a:bodyPr>
            <a:normAutofit/>
          </a:bodyPr>
          <a:lstStyle/>
          <a:p>
            <a:pPr algn="r"/>
            <a:r>
              <a:rPr lang="pt-BR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Consolidação e Limpeza de Dados</a:t>
            </a:r>
            <a:endParaRPr lang="pt-BR" sz="36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C240CF-5722-ABB9-3EB9-33BE6BB92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905" y="3597891"/>
            <a:ext cx="4538427" cy="931371"/>
          </a:xfrm>
        </p:spPr>
        <p:txBody>
          <a:bodyPr>
            <a:normAutofit/>
          </a:bodyPr>
          <a:lstStyle/>
          <a:p>
            <a:pPr marL="18841" algn="r"/>
            <a:r>
              <a:rPr lang="pt-BR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Caracterizar as principais operações de consolidação e limpeza de dados.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6EA763-368B-4F01-2A89-EA308BDA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376515"/>
            <a:ext cx="3719703" cy="12322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Consolidação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221BA1-5609-4AD6-B26C-E2FE9B426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297" y="1813806"/>
            <a:ext cx="3719703" cy="26419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46810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  <a:sym typeface="Calibri"/>
            </a:endParaRPr>
          </a:p>
          <a:p>
            <a:pPr marL="246810" indent="-228600" defTabSz="914400">
              <a:spcBef>
                <a:spcPts val="8"/>
              </a:spcBef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Consiste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na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coleta,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seleção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e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integração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dos dados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necessários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para a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análise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de dados.</a:t>
            </a: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oogle Shape;139;p10" descr="Diagrama&#10;&#10;Descrição gerada automaticamente">
            <a:extLst>
              <a:ext uri="{FF2B5EF4-FFF2-40B4-BE49-F238E27FC236}">
                <a16:creationId xmlns:a16="http://schemas.microsoft.com/office/drawing/2014/main" id="{BCDF70B9-045B-D619-8889-60648EE0C178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4989937" y="366838"/>
            <a:ext cx="3689554" cy="4099505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800599"/>
            <a:ext cx="9144000" cy="34258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800599"/>
            <a:ext cx="6115048" cy="342579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51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44;p11">
            <a:extLst>
              <a:ext uri="{FF2B5EF4-FFF2-40B4-BE49-F238E27FC236}">
                <a16:creationId xmlns:a16="http://schemas.microsoft.com/office/drawing/2014/main" id="{D1620B46-E486-B7D7-3BAD-EABBA7A90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2287" y="374547"/>
            <a:ext cx="4447066" cy="123013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18841" defTabSz="914400">
              <a:spcBef>
                <a:spcPct val="0"/>
              </a:spcBef>
            </a:pPr>
            <a:r>
              <a:rPr lang="en-US" sz="3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Consolidação</a:t>
            </a:r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45C57-EE88-97AD-B050-340EEDB1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287" y="1817865"/>
            <a:ext cx="4447067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246810" marR="336302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Principais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tarefas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realizada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 </a:t>
            </a: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durante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a </a:t>
            </a: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consolidação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de  dados:</a:t>
            </a:r>
          </a:p>
          <a:p>
            <a:pPr marL="590648" marR="7536" lvl="1" indent="-228600" defTabSz="914400">
              <a:spcBef>
                <a:spcPts val="1840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Acessar</a:t>
            </a:r>
            <a:r>
              <a:rPr lang="en-US" sz="1500" b="1" dirty="0">
                <a:sym typeface="Trebuchet MS"/>
              </a:rPr>
              <a:t> e </a:t>
            </a:r>
            <a:r>
              <a:rPr lang="en-US" sz="1500" b="1">
                <a:sym typeface="Trebuchet MS"/>
              </a:rPr>
              <a:t>coletar</a:t>
            </a:r>
            <a:r>
              <a:rPr lang="en-US" sz="1500" b="1" dirty="0">
                <a:sym typeface="Trebuchet MS"/>
              </a:rPr>
              <a:t> dados  (</a:t>
            </a:r>
            <a:r>
              <a:rPr lang="en-US" sz="1500" b="1">
                <a:sym typeface="Trebuchet MS"/>
              </a:rPr>
              <a:t>Arquivos</a:t>
            </a:r>
            <a:r>
              <a:rPr lang="en-US" sz="1500" b="1" dirty="0">
                <a:sym typeface="Trebuchet MS"/>
              </a:rPr>
              <a:t>, </a:t>
            </a:r>
            <a:r>
              <a:rPr lang="en-US" sz="1500" b="1">
                <a:sym typeface="Trebuchet MS"/>
              </a:rPr>
              <a:t>Bancos</a:t>
            </a:r>
            <a:r>
              <a:rPr lang="en-US" sz="1500" b="1" dirty="0">
                <a:sym typeface="Trebuchet MS"/>
              </a:rPr>
              <a:t> de  dados, Web);</a:t>
            </a:r>
            <a:endParaRPr lang="en-US" sz="1500" dirty="0">
              <a:sym typeface="Trebuchet MS"/>
            </a:endParaRPr>
          </a:p>
          <a:p>
            <a:pPr marL="590648" marR="408838" lvl="1" indent="-228600" defTabSz="914400">
              <a:spcBef>
                <a:spcPts val="1787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Selecionar</a:t>
            </a:r>
            <a:r>
              <a:rPr lang="en-US" sz="1500" b="1" dirty="0">
                <a:sym typeface="Trebuchet MS"/>
              </a:rPr>
              <a:t> e </a:t>
            </a:r>
            <a:r>
              <a:rPr lang="en-US" sz="1500" b="1">
                <a:sym typeface="Trebuchet MS"/>
              </a:rPr>
              <a:t>ﬁltrar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>
                <a:sym typeface="Trebuchet MS"/>
              </a:rPr>
              <a:t>os</a:t>
            </a:r>
            <a:r>
              <a:rPr lang="en-US" sz="1500" b="1" dirty="0">
                <a:sym typeface="Trebuchet MS"/>
              </a:rPr>
              <a:t>  dados; e</a:t>
            </a:r>
            <a:endParaRPr lang="en-US" sz="1500" dirty="0">
              <a:sym typeface="Trebuchet MS"/>
            </a:endParaRPr>
          </a:p>
          <a:p>
            <a:pPr marL="590648" marR="483257" lvl="1" indent="-228600" defTabSz="914400">
              <a:spcBef>
                <a:spcPts val="1781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Integrar</a:t>
            </a:r>
            <a:r>
              <a:rPr lang="en-US" sz="1500" b="1" dirty="0">
                <a:sym typeface="Trebuchet MS"/>
              </a:rPr>
              <a:t> e </a:t>
            </a:r>
            <a:r>
              <a:rPr lang="en-US" sz="1500" b="1">
                <a:sym typeface="Trebuchet MS"/>
              </a:rPr>
              <a:t>uniﬁcar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>
                <a:sym typeface="Trebuchet MS"/>
              </a:rPr>
              <a:t>os</a:t>
            </a:r>
            <a:r>
              <a:rPr lang="en-US" sz="1500" b="1" dirty="0">
                <a:sym typeface="Trebuchet MS"/>
              </a:rPr>
              <a:t>  dados.</a:t>
            </a:r>
            <a:endParaRPr lang="en-US" sz="1500" dirty="0">
              <a:sym typeface="Trebuchet MS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oogle Shape;147;p11">
            <a:extLst>
              <a:ext uri="{FF2B5EF4-FFF2-40B4-BE49-F238E27FC236}">
                <a16:creationId xmlns:a16="http://schemas.microsoft.com/office/drawing/2014/main" id="{808BE705-A414-AC15-A4E0-BAA1962757DF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6306082" y="605118"/>
            <a:ext cx="1829976" cy="3852582"/>
          </a:xfrm>
          <a:prstGeom prst="rect">
            <a:avLst/>
          </a:prstGeom>
          <a:noFill/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4587"/>
            <a:ext cx="9143998" cy="34633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4804586"/>
            <a:ext cx="3057523" cy="3482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85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F60452-2FE7-6400-D22E-DD860D064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287" y="374547"/>
            <a:ext cx="4447066" cy="12301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Limpeza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3E053E-23D6-1D52-F165-C3B4ED21C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287" y="1817865"/>
            <a:ext cx="4447067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246810" indent="-228600" defTabSz="91440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Consiste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na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etapa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destinada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a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tratar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dos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problemas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de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qualidade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dos dados.</a:t>
            </a:r>
          </a:p>
          <a:p>
            <a:pPr marL="246810" indent="-228600" defTabSz="91440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Envolve as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tarefas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para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tratar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dados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nulos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e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vazios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;</a:t>
            </a:r>
          </a:p>
          <a:p>
            <a:pPr marL="246810" indent="-228600" defTabSz="914400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Identificar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e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reduzir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ruídos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; e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encontrar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e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eliminar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 dados </a:t>
            </a:r>
            <a:r>
              <a:rPr lang="en-US" sz="1500" dirty="0" err="1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errados</a:t>
            </a:r>
            <a:r>
              <a: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Calibri"/>
              </a:rPr>
              <a:t>.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oogle Shape;155;p12">
            <a:extLst>
              <a:ext uri="{FF2B5EF4-FFF2-40B4-BE49-F238E27FC236}">
                <a16:creationId xmlns:a16="http://schemas.microsoft.com/office/drawing/2014/main" id="{23C9091F-2D84-6B05-6A85-6C876E122A61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5809129" y="1737192"/>
            <a:ext cx="2823882" cy="1588433"/>
          </a:xfrm>
          <a:prstGeom prst="rect">
            <a:avLst/>
          </a:prstGeom>
          <a:noFill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4587"/>
            <a:ext cx="9143998" cy="34633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4804586"/>
            <a:ext cx="3057523" cy="3482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4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8D8198-7C00-4BA9-75D1-610B1FAD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46810" indent="-228911" algn="r" defTabSz="914400">
              <a:spcBef>
                <a:spcPct val="0"/>
              </a:spcBef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Como tratar dados nulos e</a:t>
            </a:r>
            <a:b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</a:b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vazios?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AFE86F-8A1E-46EC-20FB-D9C23E703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6295" y="487110"/>
            <a:ext cx="2669479" cy="41595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90648" marR="7536" lvl="1" indent="-228600" defTabSz="914400">
              <a:spcBef>
                <a:spcPts val="1847"/>
              </a:spcBef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Preencher </a:t>
            </a:r>
            <a:r>
              <a:rPr lang="en-US" sz="1300" b="1" dirty="0">
                <a:sym typeface="Trebuchet MS"/>
              </a:rPr>
              <a:t>campos </a:t>
            </a:r>
            <a:r>
              <a:rPr lang="en-US" sz="1300" b="1">
                <a:sym typeface="Trebuchet MS"/>
              </a:rPr>
              <a:t>com valores  mais  apropriados (médias,  medianas,  mínimo, máximo,  moda, etc);</a:t>
            </a:r>
            <a:endParaRPr lang="en-US" sz="1300" dirty="0">
              <a:sym typeface="Trebuchet MS"/>
            </a:endParaRPr>
          </a:p>
          <a:p>
            <a:pPr marL="0" lvl="1" indent="-228600" defTabSz="914400">
              <a:spcBef>
                <a:spcPts val="67"/>
              </a:spcBef>
              <a:buClr>
                <a:schemeClr val="tx1"/>
              </a:buClr>
              <a:buSzPts val="1000"/>
              <a:buFont typeface="Arial" panose="020B0604020202020204" pitchFamily="34" charset="0"/>
              <a:buChar char="•"/>
            </a:pPr>
            <a:endParaRPr lang="en-US" sz="1300" dirty="0">
              <a:sym typeface="Trebuchet MS"/>
            </a:endParaRPr>
          </a:p>
          <a:p>
            <a:pPr marL="590648" lvl="1" indent="-228600" defTabSz="914400"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Recodiﬁcar valores com uma constante, como </a:t>
            </a:r>
            <a:r>
              <a:rPr lang="en-US" sz="1300" b="1" dirty="0">
                <a:sym typeface="Trebuchet MS"/>
              </a:rPr>
              <a:t>“NI”;</a:t>
            </a:r>
            <a:endParaRPr lang="en-US" sz="1300" dirty="0">
              <a:sym typeface="Trebuchet MS"/>
            </a:endParaRPr>
          </a:p>
          <a:p>
            <a:pPr indent="-228600" defTabSz="914400">
              <a:spcBef>
                <a:spcPts val="52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  <a:latin typeface="+mn-lt"/>
              <a:ea typeface="+mn-ea"/>
              <a:cs typeface="+mn-cs"/>
              <a:sym typeface="Trebuchet MS"/>
            </a:endParaRPr>
          </a:p>
          <a:p>
            <a:pPr marL="590648" marR="165796" lvl="1" indent="-228600" defTabSz="914400">
              <a:spcBef>
                <a:spcPts val="8"/>
              </a:spcBef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Remover registros </a:t>
            </a:r>
            <a:r>
              <a:rPr lang="en-US" sz="1300" b="1" dirty="0">
                <a:sym typeface="Trebuchet MS"/>
              </a:rPr>
              <a:t>com </a:t>
            </a:r>
            <a:r>
              <a:rPr lang="en-US" sz="1300" b="1">
                <a:sym typeface="Trebuchet MS"/>
              </a:rPr>
              <a:t>dados  nulos  e vazios; </a:t>
            </a:r>
            <a:r>
              <a:rPr lang="en-US" sz="1300" b="1" dirty="0">
                <a:sym typeface="Trebuchet MS"/>
              </a:rPr>
              <a:t>e</a:t>
            </a:r>
            <a:endParaRPr lang="en-US" sz="1300" dirty="0">
              <a:sym typeface="Trebuchet MS"/>
            </a:endParaRPr>
          </a:p>
          <a:p>
            <a:pPr marL="0" lvl="1" indent="-228600" defTabSz="914400">
              <a:spcBef>
                <a:spcPts val="59"/>
              </a:spcBef>
              <a:buClr>
                <a:schemeClr val="tx1"/>
              </a:buClr>
              <a:buSzPts val="1000"/>
              <a:buFont typeface="Arial" panose="020B0604020202020204" pitchFamily="34" charset="0"/>
              <a:buChar char="•"/>
            </a:pPr>
            <a:endParaRPr lang="en-US" sz="1300" dirty="0">
              <a:sym typeface="Trebuchet MS"/>
            </a:endParaRPr>
          </a:p>
          <a:p>
            <a:pPr marL="590648" lvl="1" indent="-228600" defTabSz="914400"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300" b="1">
                <a:sym typeface="Trebuchet MS"/>
              </a:rPr>
              <a:t>Não fazer </a:t>
            </a:r>
            <a:r>
              <a:rPr lang="en-US" sz="1300" b="1" dirty="0">
                <a:sym typeface="Trebuchet MS"/>
              </a:rPr>
              <a:t>nada.</a:t>
            </a:r>
            <a:endParaRPr lang="en-US" sz="1300" dirty="0">
              <a:sym typeface="Trebuchet MS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oogle Shape;163;p13">
            <a:extLst>
              <a:ext uri="{FF2B5EF4-FFF2-40B4-BE49-F238E27FC236}">
                <a16:creationId xmlns:a16="http://schemas.microsoft.com/office/drawing/2014/main" id="{DFB1A8EB-68ED-5050-19EC-77E583E07A8A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6383084" y="355240"/>
            <a:ext cx="2109915" cy="4441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59681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9ECF3A-193A-28EF-69B9-7A0DD7D7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287" y="374547"/>
            <a:ext cx="4447066" cy="12301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Como identificar e reduzir ruídos nos</a:t>
            </a:r>
            <a:br>
              <a: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</a:br>
            <a:r>
              <a: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dados?</a:t>
            </a:r>
            <a:br>
              <a:rPr lang="en-US" sz="21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</a:br>
            <a:endParaRPr lang="en-US" sz="2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DFAA3D-6F00-60D6-0C95-39DB6EAC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287" y="1817865"/>
            <a:ext cx="4447067" cy="2639835"/>
          </a:xfrm>
        </p:spPr>
        <p:txBody>
          <a:bodyPr vert="horz" lIns="91440" tIns="45720" rIns="91440" bIns="45720" rtlCol="0">
            <a:normAutofit/>
          </a:bodyPr>
          <a:lstStyle/>
          <a:p>
            <a:pPr marL="590648" marR="16957" lvl="1" indent="-228600" defTabSz="914400">
              <a:spcBef>
                <a:spcPts val="37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Identiﬁcar os pontos extremos  (outlier):</a:t>
            </a:r>
            <a:endParaRPr lang="en-US" sz="1500">
              <a:sym typeface="Trebuchet MS"/>
            </a:endParaRPr>
          </a:p>
          <a:p>
            <a:pPr marL="590648" marR="7536" lvl="1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Utilizando técnicas estatísticas  (médias e desvios-padrões);</a:t>
            </a:r>
            <a:endParaRPr lang="en-US" sz="1500">
              <a:sym typeface="Trebuchet MS"/>
            </a:endParaRPr>
          </a:p>
          <a:p>
            <a:pPr marL="590648" lvl="1" indent="-228600" defTabSz="914400">
              <a:spcBef>
                <a:spcPts val="8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Por meio da análise de cluste</a:t>
            </a:r>
            <a:endParaRPr lang="en-US" sz="1500">
              <a:sym typeface="Trebuchet MS"/>
            </a:endParaRPr>
          </a:p>
          <a:p>
            <a:pPr marL="590648" lvl="1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Remover ou suavizar os</a:t>
            </a:r>
            <a:endParaRPr lang="en-US" sz="1500">
              <a:sym typeface="Trebuchet MS"/>
            </a:endParaRPr>
          </a:p>
          <a:p>
            <a:pPr marL="590648" indent="-228600" defTabSz="914400"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/>
              </a:rPr>
              <a:t>ruídos:</a:t>
            </a:r>
            <a:endParaRPr lang="en-US" sz="1500">
              <a:solidFill>
                <a:schemeClr val="tx1"/>
              </a:solidFill>
              <a:latin typeface="+mn-lt"/>
              <a:ea typeface="+mn-ea"/>
              <a:cs typeface="+mn-cs"/>
              <a:sym typeface="Trebuchet MS"/>
            </a:endParaRPr>
          </a:p>
          <a:p>
            <a:pPr marL="590648" marR="413548" lvl="1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Por valores obtidos por  técnicas de  regressão; ou</a:t>
            </a:r>
            <a:endParaRPr lang="en-US" sz="1500">
              <a:sym typeface="Trebuchet MS"/>
            </a:endParaRPr>
          </a:p>
          <a:p>
            <a:pPr marL="590648" marR="78188" lvl="1" indent="-228600" defTabSz="914400"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>
                <a:sym typeface="Trebuchet MS"/>
              </a:rPr>
              <a:t>Por médias simples, mediana  ou moda.</a:t>
            </a:r>
            <a:endParaRPr lang="en-US" sz="1500">
              <a:sym typeface="Trebuchet MS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oogle Shape;172;p14">
            <a:extLst>
              <a:ext uri="{FF2B5EF4-FFF2-40B4-BE49-F238E27FC236}">
                <a16:creationId xmlns:a16="http://schemas.microsoft.com/office/drawing/2014/main" id="{3BE5F3A3-AD05-B2CD-517A-B8E0F51058CB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6306082" y="605118"/>
            <a:ext cx="1829976" cy="3852582"/>
          </a:xfrm>
          <a:prstGeom prst="rect">
            <a:avLst/>
          </a:prstGeom>
          <a:noFill/>
        </p:spPr>
      </p:pic>
      <p:sp>
        <p:nvSpPr>
          <p:cNvPr id="22" name="Rectangle 1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804587"/>
            <a:ext cx="9143998" cy="34633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4804586"/>
            <a:ext cx="3057523" cy="3482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27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90B895-CC2C-61F2-AE0E-6E8D4419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376515"/>
            <a:ext cx="3719703" cy="12322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19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Como encontrar e eliminar  dados errados? (diferente de  outlier)</a:t>
            </a:r>
            <a:br>
              <a:rPr lang="en-US" sz="19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</a:br>
            <a:endParaRPr lang="en-US" sz="1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F737A7-F24C-3CD3-189E-1CEC276F6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297" y="1813806"/>
            <a:ext cx="3719703" cy="26419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62048" marR="7536" lvl="1" indent="0" defTabSz="914400">
              <a:buClr>
                <a:srgbClr val="C3EC2B"/>
              </a:buClr>
              <a:buSzPts val="1200"/>
            </a:pPr>
            <a:r>
              <a:rPr lang="en-US" sz="1500" b="1" dirty="0" err="1">
                <a:sym typeface="Trebuchet MS"/>
              </a:rPr>
              <a:t>Identiﬁcar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valores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errados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nos</a:t>
            </a:r>
            <a:r>
              <a:rPr lang="en-US" sz="1500" b="1" dirty="0">
                <a:sym typeface="Trebuchet MS"/>
              </a:rPr>
              <a:t>  dados </a:t>
            </a:r>
            <a:r>
              <a:rPr lang="en-US" sz="1500" b="1" dirty="0" err="1">
                <a:sym typeface="Trebuchet MS"/>
              </a:rPr>
              <a:t>por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meio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análise</a:t>
            </a:r>
            <a:r>
              <a:rPr lang="en-US" sz="1500" b="1" dirty="0">
                <a:sym typeface="Trebuchet MS"/>
              </a:rPr>
              <a:t> de  </a:t>
            </a:r>
            <a:r>
              <a:rPr lang="en-US" sz="1500" b="1" dirty="0" err="1">
                <a:sym typeface="Trebuchet MS"/>
              </a:rPr>
              <a:t>frequência</a:t>
            </a:r>
            <a:r>
              <a:rPr lang="en-US" sz="1500" b="1" dirty="0">
                <a:sym typeface="Trebuchet MS"/>
              </a:rPr>
              <a:t> e da </a:t>
            </a:r>
            <a:r>
              <a:rPr lang="en-US" sz="1500" b="1" dirty="0" err="1">
                <a:sym typeface="Trebuchet MS"/>
              </a:rPr>
              <a:t>experiência</a:t>
            </a:r>
            <a:r>
              <a:rPr lang="en-US" sz="1500" b="1" dirty="0">
                <a:sym typeface="Trebuchet MS"/>
              </a:rPr>
              <a:t>  no </a:t>
            </a:r>
            <a:r>
              <a:rPr lang="en-US" sz="1500" b="1" dirty="0" err="1">
                <a:sym typeface="Trebuchet MS"/>
              </a:rPr>
              <a:t>domínio</a:t>
            </a:r>
            <a:r>
              <a:rPr lang="en-US" sz="1500" b="1" dirty="0">
                <a:sym typeface="Trebuchet MS"/>
              </a:rPr>
              <a:t>;</a:t>
            </a:r>
            <a:endParaRPr lang="en-US" sz="1500" dirty="0">
              <a:sym typeface="Trebuchet MS"/>
            </a:endParaRPr>
          </a:p>
          <a:p>
            <a:pPr marL="0" lvl="1" indent="-228600" defTabSz="914400">
              <a:spcBef>
                <a:spcPts val="74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endParaRPr lang="en-US" sz="1500" dirty="0">
              <a:sym typeface="Trebuchet MS"/>
            </a:endParaRPr>
          </a:p>
          <a:p>
            <a:pPr marL="362048" marR="66884" lvl="1" indent="0" defTabSz="914400">
              <a:buClr>
                <a:srgbClr val="C3EC2B"/>
              </a:buClr>
              <a:buSzPts val="1200"/>
            </a:pPr>
            <a:r>
              <a:rPr lang="en-US" sz="1500" b="1" dirty="0">
                <a:sym typeface="Trebuchet MS"/>
              </a:rPr>
              <a:t>Usar </a:t>
            </a:r>
            <a:r>
              <a:rPr lang="en-US" sz="1500" b="1" dirty="0" err="1">
                <a:sym typeface="Trebuchet MS"/>
              </a:rPr>
              <a:t>experiência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domínio</a:t>
            </a:r>
            <a:r>
              <a:rPr lang="en-US" sz="1500" b="1" dirty="0">
                <a:sym typeface="Trebuchet MS"/>
              </a:rPr>
              <a:t>  para  </a:t>
            </a:r>
            <a:r>
              <a:rPr lang="en-US" sz="1500" b="1" dirty="0" err="1">
                <a:sym typeface="Trebuchet MS"/>
              </a:rPr>
              <a:t>corrigir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ou</a:t>
            </a:r>
            <a:r>
              <a:rPr lang="en-US" sz="1500" b="1" dirty="0">
                <a:sym typeface="Trebuchet MS"/>
              </a:rPr>
              <a:t> remover </a:t>
            </a:r>
            <a:r>
              <a:rPr lang="en-US" sz="1500" b="1" dirty="0" err="1">
                <a:sym typeface="Trebuchet MS"/>
              </a:rPr>
              <a:t>os</a:t>
            </a:r>
            <a:r>
              <a:rPr lang="en-US" sz="1500" b="1" dirty="0">
                <a:sym typeface="Trebuchet MS"/>
              </a:rPr>
              <a:t>  </a:t>
            </a:r>
            <a:r>
              <a:rPr lang="en-US" sz="1500" b="1" dirty="0" err="1">
                <a:sym typeface="Trebuchet MS"/>
              </a:rPr>
              <a:t>registros</a:t>
            </a:r>
            <a:r>
              <a:rPr lang="en-US" sz="1500" b="1" dirty="0">
                <a:sym typeface="Trebuchet MS"/>
              </a:rPr>
              <a:t> com  </a:t>
            </a:r>
            <a:r>
              <a:rPr lang="en-US" sz="1500" b="1" dirty="0" err="1">
                <a:sym typeface="Trebuchet MS"/>
              </a:rPr>
              <a:t>valores</a:t>
            </a:r>
            <a:r>
              <a:rPr lang="en-US" sz="1500" b="1" dirty="0">
                <a:sym typeface="Trebuchet MS"/>
              </a:rPr>
              <a:t> </a:t>
            </a:r>
            <a:r>
              <a:rPr lang="en-US" sz="1500" b="1" dirty="0" err="1">
                <a:sym typeface="Trebuchet MS"/>
              </a:rPr>
              <a:t>errado</a:t>
            </a:r>
            <a:endParaRPr lang="en-US" sz="1500" dirty="0">
              <a:sym typeface="Trebuchet MS"/>
            </a:endParaRP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Google Shape;181;p15">
            <a:extLst>
              <a:ext uri="{FF2B5EF4-FFF2-40B4-BE49-F238E27FC236}">
                <a16:creationId xmlns:a16="http://schemas.microsoft.com/office/drawing/2014/main" id="{7DDF2DD6-B656-9CEE-EDD4-9A8E36850C39}"/>
              </a:ext>
            </a:extLst>
          </p:cNvPr>
          <p:cNvPicPr preferRelativeResize="0"/>
          <p:nvPr/>
        </p:nvPicPr>
        <p:blipFill rotWithShape="1">
          <a:blip r:embed="rId2"/>
          <a:stretch/>
        </p:blipFill>
        <p:spPr>
          <a:xfrm>
            <a:off x="5861082" y="366838"/>
            <a:ext cx="1947264" cy="4099505"/>
          </a:xfrm>
          <a:prstGeom prst="rect">
            <a:avLst/>
          </a:prstGeom>
          <a:noFill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800599"/>
            <a:ext cx="9144000" cy="342580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800599"/>
            <a:ext cx="6115048" cy="342579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8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7019"/>
            <a:ext cx="9143998" cy="328059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31539" y="-2948881"/>
            <a:ext cx="3280918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02522" y="-2777901"/>
            <a:ext cx="3280596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17017"/>
            <a:ext cx="6406863" cy="3280594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774039"/>
            <a:ext cx="3742610" cy="3329347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CAE0E4-26A5-A76B-E9C3-954AA69A8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551329"/>
            <a:ext cx="7540322" cy="2196353"/>
          </a:xfrm>
        </p:spPr>
        <p:txBody>
          <a:bodyPr anchor="b">
            <a:normAutofit/>
          </a:bodyPr>
          <a:lstStyle/>
          <a:p>
            <a:pPr algn="l"/>
            <a:r>
              <a:rPr lang="pt-BR" sz="3600">
                <a:solidFill>
                  <a:srgbClr val="FFFFFF"/>
                </a:solidFill>
              </a:rPr>
              <a:t>Transformação e Redução de</a:t>
            </a:r>
            <a:br>
              <a:rPr lang="pt-BR" sz="3600">
                <a:solidFill>
                  <a:srgbClr val="FFFFFF"/>
                </a:solidFill>
              </a:rPr>
            </a:br>
            <a:r>
              <a:rPr lang="pt-BR" sz="3600">
                <a:solidFill>
                  <a:srgbClr val="FFFFFF"/>
                </a:solidFill>
              </a:rPr>
              <a:t>Dados</a:t>
            </a:r>
            <a:br>
              <a:rPr lang="pt-BR" sz="3600">
                <a:solidFill>
                  <a:srgbClr val="FFFFFF"/>
                </a:solidFill>
              </a:rPr>
            </a:br>
            <a:endParaRPr lang="pt-BR" sz="36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8EF8B4-D82F-91F0-E711-F754BA9A0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3653118"/>
            <a:ext cx="7504463" cy="1093693"/>
          </a:xfrm>
        </p:spPr>
        <p:txBody>
          <a:bodyPr anchor="ctr">
            <a:normAutofit/>
          </a:bodyPr>
          <a:lstStyle/>
          <a:p>
            <a:pPr marL="18841" algn="l"/>
            <a:r>
              <a:rPr lang="pt-BR">
                <a:latin typeface="Tahoma"/>
                <a:ea typeface="Tahoma"/>
                <a:cs typeface="Tahoma"/>
                <a:sym typeface="Tahoma"/>
              </a:rPr>
              <a:t>Caracterizar as principais operações da transformação e</a:t>
            </a:r>
          </a:p>
          <a:p>
            <a:pPr marL="18841" algn="l">
              <a:spcBef>
                <a:spcPts val="8"/>
              </a:spcBef>
            </a:pPr>
            <a:r>
              <a:rPr lang="pt-BR">
                <a:latin typeface="Tahoma"/>
                <a:ea typeface="Tahoma"/>
                <a:cs typeface="Tahoma"/>
                <a:sym typeface="Tahoma"/>
              </a:rPr>
              <a:t>redução de dados.</a:t>
            </a:r>
          </a:p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4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E0B4-9114-A0A5-6612-D7F44AEE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Transformação</a:t>
            </a:r>
            <a:r>
              <a:rPr lang="en-US" dirty="0"/>
              <a:t> de Dados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887D95-4820-910D-4AC8-7F14353E70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46810" marR="329708" indent="-228911">
              <a:buClr>
                <a:srgbClr val="C3EC2B"/>
              </a:buClr>
              <a:buSzPts val="1200"/>
              <a:buFont typeface="Times New Roman"/>
              <a:buChar char="●"/>
            </a:pPr>
            <a:r>
              <a:rPr lang="pt-BR" sz="2374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Consiste em usar os dados existentes para  desenvolver novas variáveis ou atributos  necessários para melhorar ou facilitar a  análise de dados.</a:t>
            </a:r>
            <a:endParaRPr lang="pt-BR" sz="2374" dirty="0"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44"/>
              </a:spcBef>
              <a:buClr>
                <a:srgbClr val="C3EC2B"/>
              </a:buClr>
              <a:buSzPts val="1550"/>
            </a:pPr>
            <a:endParaRPr lang="pt-BR" sz="2300" dirty="0">
              <a:latin typeface="Calibri"/>
              <a:ea typeface="Calibri"/>
              <a:cs typeface="Calibri"/>
              <a:sym typeface="Calibri"/>
            </a:endParaRPr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DE3BB1-1351-6CB7-37DF-407C05FF58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46810" indent="-228911">
              <a:buClr>
                <a:srgbClr val="C3EC2B"/>
              </a:buClr>
              <a:buSzPts val="1200"/>
              <a:buFont typeface="Times New Roman"/>
              <a:buChar char="●"/>
            </a:pPr>
            <a:r>
              <a:rPr lang="pt-BR" sz="2374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As principais operações de transformação de dados são:</a:t>
            </a:r>
            <a:endParaRPr lang="pt-BR" sz="2374" dirty="0">
              <a:latin typeface="Calibri"/>
              <a:ea typeface="Calibri"/>
              <a:cs typeface="Calibri"/>
              <a:sym typeface="Calibri"/>
            </a:endParaRPr>
          </a:p>
          <a:p>
            <a:pPr marL="590648" lvl="1" indent="-229853">
              <a:spcBef>
                <a:spcPts val="59"/>
              </a:spcBef>
              <a:buClr>
                <a:srgbClr val="C3EC2B"/>
              </a:buClr>
              <a:buSzPts val="1200"/>
              <a:buFont typeface="Times New Roman"/>
              <a:buChar char="○"/>
            </a:pPr>
            <a:r>
              <a:rPr lang="pt-BR" sz="2374" b="1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Normalizar dados,</a:t>
            </a:r>
            <a:endParaRPr lang="pt-BR" sz="2374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90648" lvl="1" indent="-229853">
              <a:buClr>
                <a:srgbClr val="C3EC2B"/>
              </a:buClr>
              <a:buSzPts val="1200"/>
              <a:buFont typeface="Times New Roman"/>
              <a:buChar char="○"/>
            </a:pPr>
            <a:r>
              <a:rPr lang="pt-BR" sz="2374" b="1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Derivar novas e mais informativas</a:t>
            </a:r>
            <a:endParaRPr lang="pt-BR" sz="2374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90648">
              <a:spcBef>
                <a:spcPts val="8"/>
              </a:spcBef>
            </a:pPr>
            <a:r>
              <a:rPr lang="pt-BR" sz="2374" b="1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variáveis, e</a:t>
            </a:r>
            <a:endParaRPr lang="pt-BR" sz="2374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590648" lvl="1" indent="-229853">
              <a:buClr>
                <a:srgbClr val="C3EC2B"/>
              </a:buClr>
              <a:buSzPts val="1200"/>
              <a:buFont typeface="Times New Roman"/>
              <a:buChar char="○"/>
            </a:pPr>
            <a:r>
              <a:rPr lang="pt-BR" sz="2374" b="1" dirty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rPr>
              <a:t>Discretizar os dados.</a:t>
            </a:r>
            <a:endParaRPr lang="pt-BR" sz="2374" dirty="0">
              <a:latin typeface="Trebuchet MS"/>
              <a:ea typeface="Trebuchet MS"/>
              <a:cs typeface="Trebuchet MS"/>
              <a:sym typeface="Trebuchet MS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028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4" name="Rectangle 2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7" name="Google Shape;207;p18"/>
          <p:cNvSpPr txBox="1"/>
          <p:nvPr/>
        </p:nvSpPr>
        <p:spPr>
          <a:xfrm>
            <a:off x="495030" y="2075329"/>
            <a:ext cx="2160621" cy="230393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1884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Transformação de Dados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209" name="Google Shape;209;p18"/>
          <p:cNvPicPr preferRelativeResize="0"/>
          <p:nvPr/>
        </p:nvPicPr>
        <p:blipFill rotWithShape="1">
          <a:blip r:embed="rId3"/>
          <a:stretch/>
        </p:blipFill>
        <p:spPr>
          <a:xfrm>
            <a:off x="3376821" y="464993"/>
            <a:ext cx="5419311" cy="421351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title"/>
          </p:nvPr>
        </p:nvSpPr>
        <p:spPr>
          <a:xfrm>
            <a:off x="353175" y="118352"/>
            <a:ext cx="3536392" cy="134862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8841" rIns="0" bIns="0" rtlCol="0" anchor="t" anchorCtr="0">
            <a:spAutoFit/>
          </a:bodyPr>
          <a:lstStyle/>
          <a:p>
            <a:pPr marL="18841"/>
            <a:r>
              <a:rPr lang="pt-BR" sz="3200" b="1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Como derivar normalizar os</a:t>
            </a:r>
            <a:br>
              <a:rPr lang="pt-BR" sz="3200" dirty="0">
                <a:latin typeface="Calibri"/>
                <a:ea typeface="Calibri"/>
                <a:cs typeface="Calibri"/>
                <a:sym typeface="Calibri"/>
              </a:rPr>
            </a:br>
            <a:r>
              <a:rPr lang="pt-BR" sz="3200" b="1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dados?</a:t>
            </a:r>
            <a:endParaRPr lang="pt-BR" sz="3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7569925" y="4762468"/>
            <a:ext cx="255291" cy="17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876" rIns="0" bIns="0" anchor="t" anchorCtr="0">
            <a:spAutoFit/>
          </a:bodyPr>
          <a:lstStyle/>
          <a:p>
            <a:pPr marL="18841"/>
            <a:r>
              <a:rPr lang="en-US" sz="1039">
                <a:solidFill>
                  <a:srgbClr val="383946"/>
                </a:solidFill>
                <a:latin typeface="Tahoma"/>
                <a:ea typeface="Tahoma"/>
                <a:cs typeface="Tahoma"/>
                <a:sym typeface="Tahoma"/>
              </a:rPr>
              <a:t>118</a:t>
            </a:r>
            <a:endParaRPr sz="1039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3916" y="305218"/>
            <a:ext cx="2127488" cy="452175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6;p19">
            <a:extLst>
              <a:ext uri="{FF2B5EF4-FFF2-40B4-BE49-F238E27FC236}">
                <a16:creationId xmlns:a16="http://schemas.microsoft.com/office/drawing/2014/main" id="{C797F10D-1E29-8019-3286-48F741E0C21E}"/>
              </a:ext>
            </a:extLst>
          </p:cNvPr>
          <p:cNvGraphicFramePr/>
          <p:nvPr/>
        </p:nvGraphicFramePr>
        <p:xfrm>
          <a:off x="1636852" y="970030"/>
          <a:ext cx="3954758" cy="3753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0" name="Rectangle 22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Google Shape;222;p20"/>
          <p:cNvSpPr txBox="1"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18841" algn="r" defTabSz="914400">
              <a:spcBef>
                <a:spcPct val="0"/>
              </a:spcBef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Como derivar novas e mais</a:t>
            </a:r>
            <a:b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</a:b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informativas variáveis?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246810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900">
                <a:sym typeface="Calibri"/>
              </a:rPr>
              <a:t>Usando funções matemáticas</a:t>
            </a:r>
          </a:p>
          <a:p>
            <a:pPr marL="704010" lvl="1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900" b="1">
                <a:sym typeface="Trebuchet MS"/>
              </a:rPr>
              <a:t>(adições, multiplicações, divisões,</a:t>
            </a:r>
            <a:r>
              <a:rPr lang="en-US" sz="900">
                <a:sym typeface="Trebuchet MS"/>
              </a:rPr>
              <a:t> </a:t>
            </a:r>
            <a:r>
              <a:rPr lang="en-US" sz="900" b="1">
                <a:sym typeface="Trebuchet MS"/>
              </a:rPr>
              <a:t>etc.);</a:t>
            </a:r>
            <a:endParaRPr lang="en-US" sz="900">
              <a:sym typeface="Trebuchet MS"/>
            </a:endParaRPr>
          </a:p>
          <a:p>
            <a:pPr marL="246810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900">
                <a:sym typeface="Calibri"/>
              </a:rPr>
              <a:t>Fazendo agregações</a:t>
            </a:r>
          </a:p>
          <a:p>
            <a:pPr marL="704010" lvl="1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900" b="1">
                <a:sym typeface="Trebuchet MS"/>
              </a:rPr>
              <a:t>(totais, médias, proporções, posições, rankings, etc.);</a:t>
            </a:r>
            <a:endParaRPr lang="en-US" sz="900">
              <a:sym typeface="Trebuchet MS"/>
            </a:endParaRPr>
          </a:p>
          <a:p>
            <a:pPr marL="246810" marR="873255" indent="-228600">
              <a:lnSpc>
                <a:spcPct val="90000"/>
              </a:lnSpc>
              <a:spcBef>
                <a:spcPts val="52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900">
                <a:sym typeface="Calibri"/>
              </a:rPr>
              <a:t>Combinando ou juntando variáveis</a:t>
            </a:r>
          </a:p>
          <a:p>
            <a:pPr marL="704010" marR="873255" lvl="1" indent="-228600">
              <a:lnSpc>
                <a:spcPct val="90000"/>
              </a:lnSpc>
              <a:spcBef>
                <a:spcPts val="52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900" b="1">
                <a:sym typeface="Trebuchet MS"/>
              </a:rPr>
              <a:t>(concatenações, cálculo de índices</a:t>
            </a:r>
            <a:r>
              <a:rPr lang="en-US" sz="900">
                <a:sym typeface="Trebuchet MS"/>
              </a:rPr>
              <a:t> </a:t>
            </a:r>
            <a:r>
              <a:rPr lang="en-US" sz="900" b="1">
                <a:sym typeface="Trebuchet MS"/>
              </a:rPr>
              <a:t>e  percentuais, normalizações por  unidades de referência, etc.)</a:t>
            </a:r>
            <a:endParaRPr lang="en-US" sz="900">
              <a:sym typeface="Trebuchet MS"/>
            </a:endParaRPr>
          </a:p>
        </p:txBody>
      </p:sp>
      <p:pic>
        <p:nvPicPr>
          <p:cNvPr id="225" name="Google Shape;225;p20"/>
          <p:cNvPicPr preferRelativeResize="0"/>
          <p:nvPr/>
        </p:nvPicPr>
        <p:blipFill rotWithShape="1">
          <a:blip r:embed="rId3"/>
          <a:stretch/>
        </p:blipFill>
        <p:spPr>
          <a:xfrm>
            <a:off x="6383084" y="355240"/>
            <a:ext cx="2109915" cy="4441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3" name="Rectangle 25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1" name="Freeform: Shape 26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Google Shape;230;p21"/>
          <p:cNvSpPr txBox="1"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18841" algn="r" defTabSz="914400">
              <a:spcBef>
                <a:spcPct val="0"/>
              </a:spcBef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Como discretizar os dados?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Bef>
                <a:spcPts val="52"/>
              </a:spcBef>
              <a:buFont typeface="Arial" panose="020B0604020202020204" pitchFamily="34" charset="0"/>
              <a:buChar char="•"/>
            </a:pPr>
            <a:endParaRPr lang="en-US" sz="1500" dirty="0">
              <a:sym typeface="Calibri"/>
            </a:endParaRPr>
          </a:p>
          <a:p>
            <a:pPr marL="246810" marR="7536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>
                <a:sym typeface="Calibri"/>
              </a:rPr>
              <a:t>Converter variáveis numéricas em  representações discretas usando  amplitudes ou técnicas de  fragmentação por frequência; </a:t>
            </a:r>
            <a:r>
              <a:rPr lang="en-US" sz="1500" dirty="0">
                <a:sym typeface="Calibri"/>
              </a:rPr>
              <a:t>e</a:t>
            </a:r>
          </a:p>
          <a:p>
            <a:pPr marL="246810" marR="189347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>
                <a:sym typeface="Calibri"/>
              </a:rPr>
              <a:t>Reduzir o número de valores de  variáveis categóricas aplicando  conceitos de hierarquias.</a:t>
            </a:r>
            <a:endParaRPr lang="en-US" sz="1500" dirty="0">
              <a:sym typeface="Calibri"/>
            </a:endParaRPr>
          </a:p>
        </p:txBody>
      </p:sp>
      <p:pic>
        <p:nvPicPr>
          <p:cNvPr id="233" name="Google Shape;233;p21" descr="Diagrama&#10;&#10;Descrição gerada automaticamente"/>
          <p:cNvPicPr preferRelativeResize="0"/>
          <p:nvPr/>
        </p:nvPicPr>
        <p:blipFill rotWithShape="1">
          <a:blip r:embed="rId3"/>
          <a:srcRect t="20207" r="-1" b="-1"/>
          <a:stretch/>
        </p:blipFill>
        <p:spPr>
          <a:xfrm>
            <a:off x="6115927" y="355240"/>
            <a:ext cx="2644229" cy="44419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" name="Rectangle 24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7" cy="119305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193056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0"/>
            <a:ext cx="3057523" cy="1193055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0"/>
            <a:ext cx="8799485" cy="119807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Google Shape;238;p22"/>
          <p:cNvSpPr txBox="1">
            <a:spLocks noGrp="1"/>
          </p:cNvSpPr>
          <p:nvPr>
            <p:ph type="title"/>
          </p:nvPr>
        </p:nvSpPr>
        <p:spPr>
          <a:xfrm>
            <a:off x="1028699" y="220903"/>
            <a:ext cx="7421963" cy="77525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defTabSz="914400">
              <a:spcBef>
                <a:spcPct val="0"/>
              </a:spcBef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Redução de Dados</a:t>
            </a:r>
          </a:p>
        </p:txBody>
      </p:sp>
      <p:sp>
        <p:nvSpPr>
          <p:cNvPr id="240" name="Google Shape;240;p22"/>
          <p:cNvSpPr txBox="1"/>
          <p:nvPr/>
        </p:nvSpPr>
        <p:spPr>
          <a:xfrm>
            <a:off x="1028699" y="1738647"/>
            <a:ext cx="7293023" cy="276251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24681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Consiste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em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descartar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os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registros</a:t>
            </a:r>
            <a:r>
              <a:rPr lang="en-US" sz="1500" dirty="0">
                <a:sym typeface="Calibri"/>
              </a:rPr>
              <a:t> e </a:t>
            </a:r>
            <a:r>
              <a:rPr lang="en-US" sz="1500" dirty="0" err="1">
                <a:sym typeface="Calibri"/>
              </a:rPr>
              <a:t>variáveis</a:t>
            </a:r>
            <a:r>
              <a:rPr lang="en-US" sz="1500" dirty="0">
                <a:sym typeface="Calibri"/>
              </a:rPr>
              <a:t>  </a:t>
            </a:r>
            <a:r>
              <a:rPr lang="en-US" sz="1500" dirty="0" err="1">
                <a:sym typeface="Calibri"/>
              </a:rPr>
              <a:t>desnecessárias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ou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irrelevantes</a:t>
            </a:r>
            <a:r>
              <a:rPr lang="en-US" sz="1500" dirty="0">
                <a:sym typeface="Calibri"/>
              </a:rPr>
              <a:t> para a </a:t>
            </a:r>
            <a:r>
              <a:rPr lang="en-US" sz="1500" dirty="0" err="1">
                <a:sym typeface="Calibri"/>
              </a:rPr>
              <a:t>análise</a:t>
            </a:r>
            <a:r>
              <a:rPr lang="en-US" sz="1500" dirty="0">
                <a:sym typeface="Calibri"/>
              </a:rPr>
              <a:t>  de dados.</a:t>
            </a:r>
          </a:p>
          <a:p>
            <a:pPr marL="24681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 dirty="0">
              <a:sym typeface="Calibri"/>
            </a:endParaRPr>
          </a:p>
          <a:p>
            <a:pPr marL="24681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ym typeface="Calibri"/>
              </a:rPr>
              <a:t>As </a:t>
            </a:r>
            <a:r>
              <a:rPr lang="en-US" sz="1500" dirty="0" err="1">
                <a:sym typeface="Calibri"/>
              </a:rPr>
              <a:t>principais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operações</a:t>
            </a:r>
            <a:r>
              <a:rPr lang="en-US" sz="1500" dirty="0">
                <a:sym typeface="Calibri"/>
              </a:rPr>
              <a:t> de </a:t>
            </a:r>
            <a:r>
              <a:rPr lang="en-US" sz="1500" dirty="0" err="1">
                <a:sym typeface="Calibri"/>
              </a:rPr>
              <a:t>redução</a:t>
            </a:r>
            <a:r>
              <a:rPr lang="en-US" sz="1500" dirty="0">
                <a:sym typeface="Calibri"/>
              </a:rPr>
              <a:t> de dados </a:t>
            </a:r>
            <a:r>
              <a:rPr lang="en-US" sz="1500" dirty="0" err="1">
                <a:sym typeface="Calibri"/>
              </a:rPr>
              <a:t>são</a:t>
            </a:r>
            <a:r>
              <a:rPr lang="en-US" sz="1500" dirty="0">
                <a:sym typeface="Calibri"/>
              </a:rPr>
              <a:t>:</a:t>
            </a:r>
          </a:p>
          <a:p>
            <a:pPr marL="590648" lvl="1" indent="-228600">
              <a:lnSpc>
                <a:spcPct val="90000"/>
              </a:lnSpc>
              <a:spcBef>
                <a:spcPts val="59"/>
              </a:spcBef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 dirty="0" err="1">
                <a:sym typeface="Trebuchet MS"/>
              </a:rPr>
              <a:t>Reduzir</a:t>
            </a:r>
            <a:r>
              <a:rPr lang="en-US" sz="1500" b="1" dirty="0">
                <a:sym typeface="Trebuchet MS"/>
              </a:rPr>
              <a:t> o </a:t>
            </a:r>
            <a:r>
              <a:rPr lang="en-US" sz="1500" b="1" dirty="0" err="1">
                <a:sym typeface="Trebuchet MS"/>
              </a:rPr>
              <a:t>número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atributo</a:t>
            </a:r>
            <a:r>
              <a:rPr lang="en-US" sz="1500" b="1" dirty="0">
                <a:sym typeface="Trebuchet MS"/>
              </a:rPr>
              <a:t> e</a:t>
            </a:r>
            <a:endParaRPr lang="en-US" sz="1500" dirty="0">
              <a:sym typeface="Trebuchet MS"/>
            </a:endParaRPr>
          </a:p>
          <a:p>
            <a:pPr marL="590648" lvl="1" indent="-228600">
              <a:lnSpc>
                <a:spcPct val="90000"/>
              </a:lnSpc>
              <a:buClr>
                <a:srgbClr val="C3EC2B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b="1" dirty="0" err="1">
                <a:sym typeface="Trebuchet MS"/>
              </a:rPr>
              <a:t>Reduzir</a:t>
            </a:r>
            <a:r>
              <a:rPr lang="en-US" sz="1500" b="1" dirty="0">
                <a:sym typeface="Trebuchet MS"/>
              </a:rPr>
              <a:t> o </a:t>
            </a:r>
            <a:r>
              <a:rPr lang="en-US" sz="1500" b="1" dirty="0" err="1">
                <a:sym typeface="Trebuchet MS"/>
              </a:rPr>
              <a:t>número</a:t>
            </a:r>
            <a:r>
              <a:rPr lang="en-US" sz="1500" b="1" dirty="0">
                <a:sym typeface="Trebuchet MS"/>
              </a:rPr>
              <a:t> de </a:t>
            </a:r>
            <a:r>
              <a:rPr lang="en-US" sz="1500" b="1" dirty="0" err="1">
                <a:sym typeface="Trebuchet MS"/>
              </a:rPr>
              <a:t>registros</a:t>
            </a:r>
            <a:r>
              <a:rPr lang="en-US" sz="1500" b="1" dirty="0">
                <a:sym typeface="Trebuchet MS"/>
              </a:rPr>
              <a:t>.</a:t>
            </a:r>
            <a:endParaRPr lang="en-US" sz="1500" dirty="0"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6" name="Rectangle 255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Google Shape;249;p23"/>
          <p:cNvSpPr txBox="1"/>
          <p:nvPr/>
        </p:nvSpPr>
        <p:spPr>
          <a:xfrm>
            <a:off x="524785" y="4118228"/>
            <a:ext cx="5221554" cy="8694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Redução de Dados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251" name="Google Shape;251;p23"/>
          <p:cNvPicPr preferRelativeResize="0"/>
          <p:nvPr/>
        </p:nvPicPr>
        <p:blipFill rotWithShape="1">
          <a:blip r:embed="rId3"/>
          <a:stretch/>
        </p:blipFill>
        <p:spPr>
          <a:xfrm>
            <a:off x="1593990" y="293124"/>
            <a:ext cx="6025484" cy="3389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4" name="Rectangle 26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2" name="Freeform: Shape 27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Google Shape;256;p24"/>
          <p:cNvSpPr txBox="1"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18841" algn="r" defTabSz="914400">
              <a:spcBef>
                <a:spcPct val="0"/>
              </a:spcBef>
            </a:pPr>
            <a:r>
              <a:rPr lang="pt-BR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reduzir o Número de Atributo (variáveis ou colunas)?</a:t>
            </a:r>
          </a:p>
        </p:txBody>
      </p:sp>
      <p:sp>
        <p:nvSpPr>
          <p:cNvPr id="258" name="Google Shape;258;p24"/>
          <p:cNvSpPr txBox="1"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indent="-228600">
              <a:lnSpc>
                <a:spcPct val="90000"/>
              </a:lnSpc>
              <a:spcBef>
                <a:spcPts val="44"/>
              </a:spcBef>
              <a:buFont typeface="Arial" panose="020B0604020202020204" pitchFamily="34" charset="0"/>
              <a:buChar char="•"/>
            </a:pPr>
            <a:endParaRPr lang="en-US" sz="1500" dirty="0">
              <a:sym typeface="Calibri"/>
            </a:endParaRPr>
          </a:p>
          <a:p>
            <a:pPr marL="24681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Descartar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variáveis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ou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atributos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desnecessários</a:t>
            </a:r>
            <a:r>
              <a:rPr lang="en-US" sz="1500" dirty="0">
                <a:sym typeface="Calibri"/>
              </a:rPr>
              <a:t>;</a:t>
            </a:r>
          </a:p>
          <a:p>
            <a:pPr marL="24681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ym typeface="Calibri"/>
              </a:rPr>
              <a:t>Testes </a:t>
            </a:r>
            <a:r>
              <a:rPr lang="en-US" sz="1500" dirty="0" err="1">
                <a:sym typeface="Calibri"/>
              </a:rPr>
              <a:t>estatísticos</a:t>
            </a:r>
            <a:r>
              <a:rPr lang="en-US" sz="1500" dirty="0">
                <a:sym typeface="Calibri"/>
              </a:rPr>
              <a:t>; e</a:t>
            </a:r>
          </a:p>
          <a:p>
            <a:pPr marL="24681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Descartar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atributos</a:t>
            </a:r>
            <a:r>
              <a:rPr lang="en-US" sz="1500" dirty="0">
                <a:sym typeface="Calibri"/>
              </a:rPr>
              <a:t> com graves  </a:t>
            </a:r>
            <a:r>
              <a:rPr lang="en-US" sz="1500" dirty="0" err="1">
                <a:sym typeface="Calibri"/>
              </a:rPr>
              <a:t>problemas</a:t>
            </a:r>
            <a:r>
              <a:rPr lang="en-US" sz="1500" dirty="0">
                <a:sym typeface="Calibri"/>
              </a:rPr>
              <a:t> de </a:t>
            </a:r>
            <a:r>
              <a:rPr lang="en-US" sz="1500" dirty="0" err="1">
                <a:sym typeface="Calibri"/>
              </a:rPr>
              <a:t>qualidade</a:t>
            </a:r>
            <a:r>
              <a:rPr lang="en-US" sz="1500" dirty="0">
                <a:sym typeface="Calibri"/>
              </a:rPr>
              <a:t> dos  dados.</a:t>
            </a:r>
          </a:p>
        </p:txBody>
      </p:sp>
      <p:pic>
        <p:nvPicPr>
          <p:cNvPr id="259" name="Google Shape;259;p24"/>
          <p:cNvPicPr preferRelativeResize="0"/>
          <p:nvPr/>
        </p:nvPicPr>
        <p:blipFill rotWithShape="1">
          <a:blip r:embed="rId3"/>
          <a:stretch/>
        </p:blipFill>
        <p:spPr>
          <a:xfrm>
            <a:off x="6383084" y="355240"/>
            <a:ext cx="2109915" cy="4441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2" name="Rectangle 27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0" name="Freeform: Shape 27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Google Shape;264;p25"/>
          <p:cNvSpPr txBox="1"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18841" algn="r" defTabSz="914400">
              <a:spcBef>
                <a:spcPct val="0"/>
              </a:spcBef>
            </a:pP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reduzir o número de registros</a:t>
            </a:r>
            <a:b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(linhas, observações)?</a:t>
            </a:r>
          </a:p>
        </p:txBody>
      </p:sp>
      <p:sp>
        <p:nvSpPr>
          <p:cNvPr id="266" name="Google Shape;266;p25"/>
          <p:cNvSpPr txBox="1"/>
          <p:nvPr/>
        </p:nvSpPr>
        <p:spPr>
          <a:xfrm>
            <a:off x="3436295" y="487110"/>
            <a:ext cx="2268977" cy="41595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246810" indent="-228600">
              <a:lnSpc>
                <a:spcPct val="90000"/>
              </a:lnSpc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Descartar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registros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desnecessários</a:t>
            </a:r>
            <a:r>
              <a:rPr lang="en-US" sz="1500" dirty="0">
                <a:sym typeface="Calibri"/>
              </a:rPr>
              <a:t>;</a:t>
            </a:r>
          </a:p>
          <a:p>
            <a:pPr indent="-228600">
              <a:lnSpc>
                <a:spcPct val="90000"/>
              </a:lnSpc>
              <a:spcBef>
                <a:spcPts val="44"/>
              </a:spcBef>
              <a:buClr>
                <a:schemeClr val="tx1"/>
              </a:buClr>
              <a:buSzPts val="1350"/>
              <a:buFont typeface="Arial" panose="020B0604020202020204" pitchFamily="34" charset="0"/>
              <a:buChar char="•"/>
            </a:pPr>
            <a:endParaRPr lang="en-US" sz="1500" dirty="0">
              <a:sym typeface="Calibri"/>
            </a:endParaRPr>
          </a:p>
          <a:p>
            <a:pPr marL="246810" indent="-228600">
              <a:lnSpc>
                <a:spcPct val="90000"/>
              </a:lnSpc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Selecionar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amostra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aleatória</a:t>
            </a:r>
            <a:r>
              <a:rPr lang="en-US" sz="1500" dirty="0">
                <a:sym typeface="Calibri"/>
              </a:rPr>
              <a:t>;</a:t>
            </a:r>
          </a:p>
          <a:p>
            <a:pPr indent="-228600">
              <a:lnSpc>
                <a:spcPct val="90000"/>
              </a:lnSpc>
              <a:spcBef>
                <a:spcPts val="52"/>
              </a:spcBef>
              <a:buClr>
                <a:schemeClr val="tx1"/>
              </a:buClr>
              <a:buSzPts val="1350"/>
              <a:buFont typeface="Arial" panose="020B0604020202020204" pitchFamily="34" charset="0"/>
              <a:buChar char="•"/>
            </a:pPr>
            <a:endParaRPr lang="en-US" sz="1500" dirty="0">
              <a:sym typeface="Calibri"/>
            </a:endParaRPr>
          </a:p>
          <a:p>
            <a:pPr marL="246810" indent="-228600">
              <a:lnSpc>
                <a:spcPct val="90000"/>
              </a:lnSpc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Selecionar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amostra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estratificada</a:t>
            </a:r>
            <a:r>
              <a:rPr lang="en-US" sz="1500" dirty="0">
                <a:sym typeface="Calibri"/>
              </a:rPr>
              <a:t>; e</a:t>
            </a:r>
          </a:p>
          <a:p>
            <a:pPr indent="-228600">
              <a:lnSpc>
                <a:spcPct val="90000"/>
              </a:lnSpc>
              <a:spcBef>
                <a:spcPts val="52"/>
              </a:spcBef>
              <a:buClr>
                <a:schemeClr val="tx1"/>
              </a:buClr>
              <a:buSzPts val="1350"/>
              <a:buFont typeface="Arial" panose="020B0604020202020204" pitchFamily="34" charset="0"/>
              <a:buChar char="•"/>
            </a:pPr>
            <a:endParaRPr lang="en-US" sz="1500" dirty="0">
              <a:sym typeface="Calibri"/>
            </a:endParaRPr>
          </a:p>
          <a:p>
            <a:pPr marL="246810" indent="-228600">
              <a:lnSpc>
                <a:spcPct val="90000"/>
              </a:lnSpc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500" dirty="0" err="1">
                <a:sym typeface="Calibri"/>
              </a:rPr>
              <a:t>Selecionar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amostra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orientada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por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conhecimento</a:t>
            </a:r>
            <a:r>
              <a:rPr lang="en-US" sz="1500" dirty="0">
                <a:sym typeface="Calibri"/>
              </a:rPr>
              <a:t> </a:t>
            </a:r>
            <a:r>
              <a:rPr lang="en-US" sz="1500" dirty="0" err="1">
                <a:sym typeface="Calibri"/>
              </a:rPr>
              <a:t>especializado</a:t>
            </a:r>
            <a:r>
              <a:rPr lang="en-US" sz="1500" dirty="0">
                <a:sym typeface="Calibri"/>
              </a:rPr>
              <a:t>.</a:t>
            </a:r>
          </a:p>
        </p:txBody>
      </p:sp>
      <p:pic>
        <p:nvPicPr>
          <p:cNvPr id="267" name="Google Shape;267;p25"/>
          <p:cNvPicPr preferRelativeResize="0"/>
          <p:nvPr/>
        </p:nvPicPr>
        <p:blipFill rotWithShape="1">
          <a:blip r:embed="rId3"/>
          <a:stretch/>
        </p:blipFill>
        <p:spPr>
          <a:xfrm>
            <a:off x="6383084" y="355240"/>
            <a:ext cx="2109915" cy="4441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6" name="Rectangle 29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9" name="Google Shape;289;p27"/>
          <p:cNvSpPr txBox="1"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marR="7536" defTabSz="914400">
              <a:spcBef>
                <a:spcPct val="0"/>
              </a:spcBef>
            </a:pPr>
            <a:r>
              <a:rPr lang="en-US" sz="2600" b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 de Relatório de BI com  dados públicos obtidos diretamente da web  por meio de serviços de dados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93" name="Google Shape;290;p27">
            <a:extLst>
              <a:ext uri="{FF2B5EF4-FFF2-40B4-BE49-F238E27FC236}">
                <a16:creationId xmlns:a16="http://schemas.microsoft.com/office/drawing/2014/main" id="{19A4EA96-ECB0-A8E7-29DF-7303987A04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1003550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" name="Rectangle 30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Google Shape;300;p28"/>
          <p:cNvSpPr txBox="1">
            <a:spLocks noGrp="1"/>
          </p:cNvSpPr>
          <p:nvPr>
            <p:ph type="title"/>
          </p:nvPr>
        </p:nvSpPr>
        <p:spPr>
          <a:xfrm>
            <a:off x="884682" y="946067"/>
            <a:ext cx="7372350" cy="99441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18841" marR="7536" algn="ctr" defTabSz="914400">
              <a:spcBef>
                <a:spcPct val="0"/>
              </a:spcBef>
            </a:pPr>
            <a:r>
              <a:rPr lang="en-US" sz="2300" b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Desenvolvimento de Relatório de BI com  dados públicos obtidos diretamente da web  por meio de serviços de dados</a:t>
            </a:r>
            <a:endParaRPr lang="en-US" sz="23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0"/>
            <a:ext cx="2521551" cy="1892135"/>
            <a:chOff x="-305" y="-1"/>
            <a:chExt cx="3832880" cy="2876136"/>
          </a:xfrm>
        </p:grpSpPr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1" name="Google Shape;301;p28"/>
          <p:cNvSpPr txBox="1"/>
          <p:nvPr/>
        </p:nvSpPr>
        <p:spPr>
          <a:xfrm>
            <a:off x="603504" y="2120564"/>
            <a:ext cx="3845172" cy="242071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274129" indent="-228600">
              <a:lnSpc>
                <a:spcPct val="90000"/>
              </a:lnSpc>
              <a:buSzPts val="1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  <a:sym typeface="Tahoma"/>
              </a:rPr>
              <a:t>Arquivo JSON: Dados das localidades brasileiras da Api do IBGE</a:t>
            </a:r>
          </a:p>
          <a:p>
            <a:pPr indent="-228600">
              <a:lnSpc>
                <a:spcPct val="90000"/>
              </a:lnSpc>
              <a:spcBef>
                <a:spcPts val="82"/>
              </a:spcBef>
              <a:buSzPts val="950"/>
              <a:buFont typeface="Arial" panose="020B0604020202020204" pitchFamily="34" charset="0"/>
              <a:buChar char="•"/>
            </a:pPr>
            <a:endParaRPr lang="en-US" sz="1400">
              <a:solidFill>
                <a:schemeClr val="tx2"/>
              </a:solidFill>
              <a:sym typeface="Tahoma"/>
            </a:endParaRPr>
          </a:p>
          <a:p>
            <a:pPr marL="274129" indent="-228600">
              <a:lnSpc>
                <a:spcPct val="90000"/>
              </a:lnSpc>
              <a:buSzPts val="10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2"/>
                </a:solidFill>
                <a:sym typeface="Tahoma"/>
              </a:rPr>
              <a:t>https://servicodados.ibge.gov.br/api/docs/localidades</a:t>
            </a:r>
          </a:p>
        </p:txBody>
      </p: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639299" y="3639028"/>
            <a:ext cx="1613753" cy="1395192"/>
            <a:chOff x="-305" y="-4155"/>
            <a:chExt cx="2514948" cy="2174333"/>
          </a:xfrm>
        </p:grpSpPr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02" name="Google Shape;302;p28"/>
          <p:cNvPicPr preferRelativeResize="0"/>
          <p:nvPr/>
        </p:nvPicPr>
        <p:blipFill rotWithShape="1">
          <a:blip r:embed="rId3"/>
          <a:stretch/>
        </p:blipFill>
        <p:spPr>
          <a:xfrm>
            <a:off x="4822033" y="2582289"/>
            <a:ext cx="3716020" cy="1504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9" name="Rectangle 3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Google Shape;312;p29"/>
          <p:cNvSpPr txBox="1">
            <a:spLocks noGrp="1"/>
          </p:cNvSpPr>
          <p:nvPr>
            <p:ph type="title"/>
          </p:nvPr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marR="7536" defTabSz="914400">
              <a:spcBef>
                <a:spcPct val="0"/>
              </a:spcBef>
            </a:pPr>
            <a:r>
              <a:rPr lang="en-US" sz="1700" b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 de Relatório de BI com  dados públicos obtidos diretamente da web  por meio de serviços de dados</a:t>
            </a:r>
            <a:endParaRPr lang="en-US" sz="1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6429374" y="293124"/>
            <a:ext cx="2425189" cy="65520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ts val="1000"/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  <a:sym typeface="Tahoma"/>
              </a:rPr>
              <a:t>Arquivo JSON: Dados das localidades brasileiras da Api do IBGE</a:t>
            </a:r>
          </a:p>
        </p:txBody>
      </p:sp>
      <p:pic>
        <p:nvPicPr>
          <p:cNvPr id="314" name="Google Shape;314;p29"/>
          <p:cNvPicPr preferRelativeResize="0"/>
          <p:nvPr/>
        </p:nvPicPr>
        <p:blipFill rotWithShape="1">
          <a:blip r:embed="rId3"/>
          <a:stretch/>
        </p:blipFill>
        <p:spPr>
          <a:xfrm>
            <a:off x="1376669" y="1474719"/>
            <a:ext cx="6390660" cy="33391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98B65F-08CB-6A06-9010-381DF721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spcBef>
                <a:spcPct val="0"/>
              </a:spcBef>
            </a:pPr>
            <a:r>
              <a:rPr lang="en-US" sz="2800" b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Apresentação da fonte de dados a ser utilizada, sua origem e formato</a:t>
            </a: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5D45F9-4CC6-E1FB-65C7-B6A4A96BE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7694" y="487110"/>
            <a:ext cx="4916510" cy="41595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Apresentação da fonte de dados a ser utilizada, sua origem e formato;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Nome da Fonte: Repositório Github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Disponível em: </a:t>
            </a: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https://github.com/kelvins/Municipios-Brasileiros/tree/main/json</a:t>
            </a:r>
            <a:endParaRPr lang="en-US"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Forma de acesso: Serviço web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Realização do acesso e coleta dos dados;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705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4" name="Rectangle 363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51434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0"/>
            <a:ext cx="4572001" cy="5143499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4663" y="457201"/>
            <a:ext cx="5143502" cy="42291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1663462"/>
            <a:ext cx="4577638" cy="348003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423929" y="908567"/>
            <a:ext cx="3480366" cy="3480366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0"/>
            <a:ext cx="4577639" cy="5153025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8" name="Google Shape;358;p33"/>
          <p:cNvSpPr txBox="1"/>
          <p:nvPr/>
        </p:nvSpPr>
        <p:spPr>
          <a:xfrm>
            <a:off x="802341" y="1990867"/>
            <a:ext cx="3425764" cy="24152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18841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Apresentação da fonte de dados a ser</a:t>
            </a:r>
          </a:p>
          <a:p>
            <a:pPr marL="18841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utilizada, sua origem e formato</a:t>
            </a:r>
          </a:p>
        </p:txBody>
      </p:sp>
      <p:pic>
        <p:nvPicPr>
          <p:cNvPr id="359" name="Google Shape;359;p33"/>
          <p:cNvPicPr preferRelativeResize="0"/>
          <p:nvPr/>
        </p:nvPicPr>
        <p:blipFill rotWithShape="1">
          <a:blip r:embed="rId3"/>
          <a:srcRect t="10674" b="3010"/>
          <a:stretch/>
        </p:blipFill>
        <p:spPr>
          <a:xfrm>
            <a:off x="4914899" y="342900"/>
            <a:ext cx="3886201" cy="4457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4" name="Rectangle 37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49801"/>
            <a:ext cx="9143997" cy="1193057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52631"/>
            <a:ext cx="9138997" cy="1193056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3949159"/>
            <a:ext cx="3057523" cy="119305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3947612"/>
            <a:ext cx="9143999" cy="11980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9" name="Google Shape;369;p34"/>
          <p:cNvPicPr preferRelativeResize="0"/>
          <p:nvPr/>
        </p:nvPicPr>
        <p:blipFill rotWithShape="1">
          <a:blip r:embed="rId3"/>
          <a:stretch/>
        </p:blipFill>
        <p:spPr>
          <a:xfrm>
            <a:off x="2695381" y="301927"/>
            <a:ext cx="3753237" cy="2411455"/>
          </a:xfrm>
          <a:prstGeom prst="rect">
            <a:avLst/>
          </a:prstGeom>
          <a:noFill/>
        </p:spPr>
      </p:pic>
      <p:sp>
        <p:nvSpPr>
          <p:cNvPr id="368" name="Google Shape;368;p34"/>
          <p:cNvSpPr txBox="1"/>
          <p:nvPr/>
        </p:nvSpPr>
        <p:spPr>
          <a:xfrm>
            <a:off x="1455192" y="2874899"/>
            <a:ext cx="6249619" cy="83998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marR="7536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ym typeface="Calibri"/>
              </a:rPr>
              <a:t>Aplicar os recursos do Power Query para acessar  automaticamente, coletar e preparar os dados oriundos de  fontes em formato de JSON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4" name="Rectangle 38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49801"/>
            <a:ext cx="9143997" cy="1193057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52631"/>
            <a:ext cx="9138997" cy="1193056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3949159"/>
            <a:ext cx="3057523" cy="119305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3947612"/>
            <a:ext cx="9143999" cy="11980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/>
          <a:stretch/>
        </p:blipFill>
        <p:spPr>
          <a:xfrm>
            <a:off x="2695381" y="301927"/>
            <a:ext cx="3753237" cy="2411455"/>
          </a:xfrm>
          <a:prstGeom prst="rect">
            <a:avLst/>
          </a:prstGeom>
          <a:noFill/>
        </p:spPr>
      </p:pic>
      <p:sp>
        <p:nvSpPr>
          <p:cNvPr id="378" name="Google Shape;378;p35"/>
          <p:cNvSpPr txBox="1"/>
          <p:nvPr/>
        </p:nvSpPr>
        <p:spPr>
          <a:xfrm>
            <a:off x="1455192" y="2874899"/>
            <a:ext cx="6249619" cy="83998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marR="7536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ym typeface="Calibri"/>
              </a:rPr>
              <a:t>Aplicar os recursos do Power Query para acessar  automaticamente, coletar e preparar os dados oriundos de  fontes em formato de JSON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6" name="Rectangle 405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Google Shape;400;p37"/>
          <p:cNvSpPr txBox="1"/>
          <p:nvPr/>
        </p:nvSpPr>
        <p:spPr>
          <a:xfrm>
            <a:off x="524785" y="4118228"/>
            <a:ext cx="5221554" cy="8694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marR="753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Aplicar funções de formatação de apresentação de  dados do tipos geolocalizados do Power BI</a:t>
            </a:r>
          </a:p>
        </p:txBody>
      </p:sp>
      <p:pic>
        <p:nvPicPr>
          <p:cNvPr id="401" name="Google Shape;401;p37"/>
          <p:cNvPicPr preferRelativeResize="0"/>
          <p:nvPr/>
        </p:nvPicPr>
        <p:blipFill rotWithShape="1">
          <a:blip r:embed="rId3"/>
          <a:stretch/>
        </p:blipFill>
        <p:spPr>
          <a:xfrm>
            <a:off x="1969117" y="293124"/>
            <a:ext cx="5275229" cy="3389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6" name="Rectangle 415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961758"/>
            <a:ext cx="9143997" cy="1193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6086475" cy="1193056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3961758"/>
            <a:ext cx="9143998" cy="1193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Google Shape;410;p38"/>
          <p:cNvSpPr txBox="1"/>
          <p:nvPr/>
        </p:nvSpPr>
        <p:spPr>
          <a:xfrm>
            <a:off x="524785" y="4118228"/>
            <a:ext cx="5221554" cy="86940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18841" marR="7536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100" kern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rPr>
              <a:t>Utilizar os recursos básicos e iniciais de  Visualização e Análise dos Dados do Power BI</a:t>
            </a:r>
          </a:p>
        </p:txBody>
      </p:sp>
      <p:pic>
        <p:nvPicPr>
          <p:cNvPr id="411" name="Google Shape;411;p38"/>
          <p:cNvPicPr preferRelativeResize="0"/>
          <p:nvPr/>
        </p:nvPicPr>
        <p:blipFill rotWithShape="1">
          <a:blip r:embed="rId3"/>
          <a:stretch/>
        </p:blipFill>
        <p:spPr>
          <a:xfrm>
            <a:off x="1979341" y="293124"/>
            <a:ext cx="5254782" cy="3389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CC96B-7230-10CE-E9E0-91036F59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Considerações finais</a:t>
            </a:r>
            <a:endParaRPr lang="pt-BR" sz="4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spaço Reservado para Texto 2">
            <a:extLst>
              <a:ext uri="{FF2B5EF4-FFF2-40B4-BE49-F238E27FC236}">
                <a16:creationId xmlns:a16="http://schemas.microsoft.com/office/drawing/2014/main" id="{4E23AE76-CDBA-A5A6-6988-BACEE48687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1390267"/>
              </p:ext>
            </p:extLst>
          </p:nvPr>
        </p:nvGraphicFramePr>
        <p:xfrm>
          <a:off x="4056020" y="1094956"/>
          <a:ext cx="4728436" cy="3633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5157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38B8459-D684-450E-B3FD-3345A1D422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522E9354-93FE-48B9-BF93-65D85CE317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428DE3E2-B4D0-4CE5-B4FA-CFE60C7ED7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1D9DE254-61D9-4087-875B-FB3E8DCD53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9F8D708-EC3D-4E4E-9654-F70F5AFCAE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B7E29ABA-E046-4FFD-9D91-464475F9FF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2133600" y="2981325"/>
            <a:ext cx="6010275" cy="16927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“Se temos dados, vamos olhar os dados. Se só temos opiniões, ficamos com a minha.”</a:t>
            </a:r>
            <a:b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(Jim </a:t>
            </a:r>
            <a:r>
              <a:rPr lang="pt-BR" sz="2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Barksdale</a:t>
            </a: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, </a:t>
            </a:r>
            <a:r>
              <a:rPr lang="pt-BR" sz="26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ex-CEO</a:t>
            </a:r>
            <a:r>
              <a:rPr lang="pt-BR" sz="2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do Netscape)</a:t>
            </a: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25ce4-e67b-409a-936c-2f0e4ed2193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67C1A9F4A04EB6FB5186ED75CED2" ma:contentTypeVersion="14" ma:contentTypeDescription="Create a new document." ma:contentTypeScope="" ma:versionID="859d8143745134b1081bb6f7abbc5b01">
  <xsd:schema xmlns:xsd="http://www.w3.org/2001/XMLSchema" xmlns:xs="http://www.w3.org/2001/XMLSchema" xmlns:p="http://schemas.microsoft.com/office/2006/metadata/properties" xmlns:ns3="7f225ce4-e67b-409a-936c-2f0e4ed21938" xmlns:ns4="fcbe7e42-d3c9-496b-9c06-9509924e5e51" targetNamespace="http://schemas.microsoft.com/office/2006/metadata/properties" ma:root="true" ma:fieldsID="05811bf62edeb4ed7110bd71511b8b81" ns3:_="" ns4:_="">
    <xsd:import namespace="7f225ce4-e67b-409a-936c-2f0e4ed21938"/>
    <xsd:import namespace="fcbe7e42-d3c9-496b-9c06-9509924e5e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25ce4-e67b-409a-936c-2f0e4ed219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e7e42-d3c9-496b-9c06-9509924e5e5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33D6D7-BE43-42CF-8CB7-77FB75EC30BC}">
  <ds:schemaRefs>
    <ds:schemaRef ds:uri="fcbe7e42-d3c9-496b-9c06-9509924e5e51"/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7f225ce4-e67b-409a-936c-2f0e4ed2193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8D32FBA-9A8B-4EA1-B87D-A32309C034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225ce4-e67b-409a-936c-2f0e4ed21938"/>
    <ds:schemaRef ds:uri="fcbe7e42-d3c9-496b-9c06-9509924e5e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D8C3C1-A67B-4AED-A9AB-9A3C139B47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Words>1298</Words>
  <Application>Microsoft Office PowerPoint</Application>
  <PresentationFormat>Apresentação na tela (16:9)</PresentationFormat>
  <Paragraphs>216</Paragraphs>
  <Slides>37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5" baseType="lpstr">
      <vt:lpstr>Aptos Display</vt:lpstr>
      <vt:lpstr>Calibri</vt:lpstr>
      <vt:lpstr>Trebuchet MS</vt:lpstr>
      <vt:lpstr>Tahoma</vt:lpstr>
      <vt:lpstr>Aptos</vt:lpstr>
      <vt:lpstr>Arial</vt:lpstr>
      <vt:lpstr>Times New Roman</vt:lpstr>
      <vt:lpstr>Tema do Office</vt:lpstr>
      <vt:lpstr>Business Intelligence</vt:lpstr>
      <vt:lpstr>Objetivo da aula</vt:lpstr>
      <vt:lpstr>Agenda</vt:lpstr>
      <vt:lpstr>Processo de Pré-processamento de dados</vt:lpstr>
      <vt:lpstr>Apresentação do PowerPoint</vt:lpstr>
      <vt:lpstr>Como estão os dados?</vt:lpstr>
      <vt:lpstr>Processo de Pré-processamento de  dados – Porque Precisamos dele?</vt:lpstr>
      <vt:lpstr>Apresentação do PowerPoint</vt:lpstr>
      <vt:lpstr>O Que é Pré-processamento de Dados?</vt:lpstr>
      <vt:lpstr>Consolidação e Limpeza de Dados</vt:lpstr>
      <vt:lpstr>Consolidação de Dados</vt:lpstr>
      <vt:lpstr>Consolidação de Dados</vt:lpstr>
      <vt:lpstr>Limpeza de Dados</vt:lpstr>
      <vt:lpstr>Como tratar dados nulos e vazios?</vt:lpstr>
      <vt:lpstr>Como identificar e reduzir ruídos nos dados? </vt:lpstr>
      <vt:lpstr>Como encontrar e eliminar  dados errados? (diferente de  outlier) </vt:lpstr>
      <vt:lpstr>Transformação e Redução de Dados </vt:lpstr>
      <vt:lpstr>Transformação de Dados</vt:lpstr>
      <vt:lpstr>Apresentação do PowerPoint</vt:lpstr>
      <vt:lpstr>Como derivar normalizar os dados?</vt:lpstr>
      <vt:lpstr>Como derivar novas e mais informativas variáveis?</vt:lpstr>
      <vt:lpstr>Como discretizar os dados?</vt:lpstr>
      <vt:lpstr>Redução de Dados</vt:lpstr>
      <vt:lpstr>Apresentação do PowerPoint</vt:lpstr>
      <vt:lpstr>Como reduzir o Número de Atributo (variáveis ou colunas)?</vt:lpstr>
      <vt:lpstr>Como reduzir o número de registros (linhas, observações)?</vt:lpstr>
      <vt:lpstr>Desenvolvimento de Relatório de BI com  dados públicos obtidos diretamente da web  por meio de serviços de dados</vt:lpstr>
      <vt:lpstr>Desenvolvimento de Relatório de BI com  dados públicos obtidos diretamente da web  por meio de serviços de dados</vt:lpstr>
      <vt:lpstr>Desenvolvimento de Relatório de BI com  dados públicos obtidos diretamente da web  por meio de serviços de dados</vt:lpstr>
      <vt:lpstr>Apresentação da fonte de dados a ser utilizada, sua origem e formato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Considerações finais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28</cp:revision>
  <dcterms:modified xsi:type="dcterms:W3CDTF">2025-03-11T11:21:57Z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0x010100AAAE67C1A9F4A04EB6FB5186ED75CED2</vt:lpwstr>
  </property>
</Properties>
</file>