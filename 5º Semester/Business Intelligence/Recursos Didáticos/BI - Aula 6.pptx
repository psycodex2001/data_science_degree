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41"/>
  </p:notesMasterIdLst>
  <p:sldIdLst>
    <p:sldId id="256" r:id="rId5"/>
    <p:sldId id="331" r:id="rId6"/>
    <p:sldId id="318" r:id="rId7"/>
    <p:sldId id="319" r:id="rId8"/>
    <p:sldId id="258" r:id="rId9"/>
    <p:sldId id="409" r:id="rId10"/>
    <p:sldId id="408" r:id="rId11"/>
    <p:sldId id="261" r:id="rId12"/>
    <p:sldId id="262" r:id="rId13"/>
    <p:sldId id="394" r:id="rId14"/>
    <p:sldId id="303" r:id="rId15"/>
    <p:sldId id="405" r:id="rId16"/>
    <p:sldId id="406" r:id="rId17"/>
    <p:sldId id="260" r:id="rId18"/>
    <p:sldId id="295" r:id="rId19"/>
    <p:sldId id="296" r:id="rId20"/>
    <p:sldId id="307" r:id="rId21"/>
    <p:sldId id="398" r:id="rId22"/>
    <p:sldId id="263" r:id="rId23"/>
    <p:sldId id="264" r:id="rId24"/>
    <p:sldId id="265" r:id="rId25"/>
    <p:sldId id="266" r:id="rId26"/>
    <p:sldId id="267" r:id="rId27"/>
    <p:sldId id="387" r:id="rId28"/>
    <p:sldId id="392" r:id="rId29"/>
    <p:sldId id="388" r:id="rId30"/>
    <p:sldId id="389" r:id="rId31"/>
    <p:sldId id="390" r:id="rId32"/>
    <p:sldId id="393" r:id="rId33"/>
    <p:sldId id="298" r:id="rId34"/>
    <p:sldId id="302" r:id="rId35"/>
    <p:sldId id="399" r:id="rId36"/>
    <p:sldId id="300" r:id="rId37"/>
    <p:sldId id="299" r:id="rId38"/>
    <p:sldId id="322" r:id="rId39"/>
    <p:sldId id="259" r:id="rId40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42"/>
      <p:bold r:id="rId4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0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6FE884-F6D1-4891-9025-3B419832A896}" v="101" dt="2025-03-18T11:55:49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0" autoAdjust="0"/>
  </p:normalViewPr>
  <p:slideViewPr>
    <p:cSldViewPr snapToGrid="0">
      <p:cViewPr varScale="1">
        <p:scale>
          <a:sx n="109" d="100"/>
          <a:sy n="109" d="100"/>
        </p:scale>
        <p:origin x="840" y="8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1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2.fntdata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656FE884-F6D1-4891-9025-3B419832A896}"/>
    <pc:docChg chg="undo custSel addSld delSld modSld sldOrd">
      <pc:chgData name="José Pedro Calistro Torres de Miranda" userId="82558bf5-0a7c-4071-b398-5925c96dbeb2" providerId="ADAL" clId="{656FE884-F6D1-4891-9025-3B419832A896}" dt="2025-03-18T11:55:49.873" v="289"/>
      <pc:docMkLst>
        <pc:docMk/>
      </pc:docMkLst>
      <pc:sldChg chg="add del">
        <pc:chgData name="José Pedro Calistro Torres de Miranda" userId="82558bf5-0a7c-4071-b398-5925c96dbeb2" providerId="ADAL" clId="{656FE884-F6D1-4891-9025-3B419832A896}" dt="2025-03-18T01:05:29.675" v="20" actId="47"/>
        <pc:sldMkLst>
          <pc:docMk/>
          <pc:sldMk cId="0" sldId="257"/>
        </pc:sldMkLst>
      </pc:sldChg>
      <pc:sldChg chg="addSp delSp modSp add mod setBg">
        <pc:chgData name="José Pedro Calistro Torres de Miranda" userId="82558bf5-0a7c-4071-b398-5925c96dbeb2" providerId="ADAL" clId="{656FE884-F6D1-4891-9025-3B419832A896}" dt="2025-03-18T01:11:24.947" v="76" actId="20577"/>
        <pc:sldMkLst>
          <pc:docMk/>
          <pc:sldMk cId="0" sldId="258"/>
        </pc:sldMkLst>
        <pc:spChg chg="mod">
          <ac:chgData name="José Pedro Calistro Torres de Miranda" userId="82558bf5-0a7c-4071-b398-5925c96dbeb2" providerId="ADAL" clId="{656FE884-F6D1-4891-9025-3B419832A896}" dt="2025-03-18T01:11:04.259" v="74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656FE884-F6D1-4891-9025-3B419832A896}" dt="2025-03-18T01:11:04.259" v="74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656FE884-F6D1-4891-9025-3B419832A896}" dt="2025-03-18T01:11:04.259" v="74" actId="26606"/>
          <ac:spMkLst>
            <pc:docMk/>
            <pc:sldMk cId="0" sldId="258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656FE884-F6D1-4891-9025-3B419832A896}" dt="2025-03-18T01:11:04.259" v="74" actId="26606"/>
          <ac:spMkLst>
            <pc:docMk/>
            <pc:sldMk cId="0" sldId="258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656FE884-F6D1-4891-9025-3B419832A896}" dt="2025-03-18T01:11:04.259" v="74" actId="26606"/>
          <ac:spMkLst>
            <pc:docMk/>
            <pc:sldMk cId="0" sldId="258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656FE884-F6D1-4891-9025-3B419832A896}" dt="2025-03-18T01:11:04.259" v="74" actId="26606"/>
          <ac:spMkLst>
            <pc:docMk/>
            <pc:sldMk cId="0" sldId="258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656FE884-F6D1-4891-9025-3B419832A896}" dt="2025-03-18T01:11:24.947" v="76" actId="20577"/>
          <ac:graphicFrameMkLst>
            <pc:docMk/>
            <pc:sldMk cId="0" sldId="258"/>
            <ac:graphicFrameMk id="5" creationId="{5DD85D95-7656-0B4D-098A-84AC882D8BAE}"/>
          </ac:graphicFrameMkLst>
        </pc:graphicFrameChg>
      </pc:sldChg>
      <pc:sldChg chg="ord">
        <pc:chgData name="José Pedro Calistro Torres de Miranda" userId="82558bf5-0a7c-4071-b398-5925c96dbeb2" providerId="ADAL" clId="{656FE884-F6D1-4891-9025-3B419832A896}" dt="2025-03-18T01:13:01.472" v="93"/>
        <pc:sldMkLst>
          <pc:docMk/>
          <pc:sldMk cId="2721596384" sldId="260"/>
        </pc:sldMkLst>
      </pc:sldChg>
      <pc:sldChg chg="addSp delSp modSp add mod setBg">
        <pc:chgData name="José Pedro Calistro Torres de Miranda" userId="82558bf5-0a7c-4071-b398-5925c96dbeb2" providerId="ADAL" clId="{656FE884-F6D1-4891-9025-3B419832A896}" dt="2025-03-18T01:12:32.256" v="90" actId="26606"/>
        <pc:sldMkLst>
          <pc:docMk/>
          <pc:sldMk cId="0" sldId="261"/>
        </pc:sldMkLst>
        <pc:spChg chg="mod">
          <ac:chgData name="José Pedro Calistro Torres de Miranda" userId="82558bf5-0a7c-4071-b398-5925c96dbeb2" providerId="ADAL" clId="{656FE884-F6D1-4891-9025-3B419832A896}" dt="2025-03-18T01:12:32.256" v="90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656FE884-F6D1-4891-9025-3B419832A896}" dt="2025-03-18T01:12:32.256" v="90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656FE884-F6D1-4891-9025-3B419832A896}" dt="2025-03-18T01:12:32.256" v="90" actId="26606"/>
          <ac:spMkLst>
            <pc:docMk/>
            <pc:sldMk cId="0" sldId="261"/>
            <ac:spMk id="9" creationId="{98DED6BC-9A3E-48D4-AD7C-A56D63F547E8}"/>
          </ac:spMkLst>
        </pc:spChg>
        <pc:spChg chg="add">
          <ac:chgData name="José Pedro Calistro Torres de Miranda" userId="82558bf5-0a7c-4071-b398-5925c96dbeb2" providerId="ADAL" clId="{656FE884-F6D1-4891-9025-3B419832A896}" dt="2025-03-18T01:12:32.256" v="90" actId="26606"/>
          <ac:spMkLst>
            <pc:docMk/>
            <pc:sldMk cId="0" sldId="261"/>
            <ac:spMk id="11" creationId="{6B6E033A-DB2E-49B8-B600-B38E0C280263}"/>
          </ac:spMkLst>
        </pc:spChg>
        <pc:graphicFrameChg chg="add">
          <ac:chgData name="José Pedro Calistro Torres de Miranda" userId="82558bf5-0a7c-4071-b398-5925c96dbeb2" providerId="ADAL" clId="{656FE884-F6D1-4891-9025-3B419832A896}" dt="2025-03-18T01:12:32.256" v="90" actId="26606"/>
          <ac:graphicFrameMkLst>
            <pc:docMk/>
            <pc:sldMk cId="0" sldId="261"/>
            <ac:graphicFrameMk id="5" creationId="{7190B08D-E4C6-70D9-9059-0690C973809A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656FE884-F6D1-4891-9025-3B419832A896}" dt="2025-03-18T01:12:42.346" v="91" actId="26606"/>
        <pc:sldMkLst>
          <pc:docMk/>
          <pc:sldMk cId="0" sldId="262"/>
        </pc:sldMkLst>
        <pc:spChg chg="mod">
          <ac:chgData name="José Pedro Calistro Torres de Miranda" userId="82558bf5-0a7c-4071-b398-5925c96dbeb2" providerId="ADAL" clId="{656FE884-F6D1-4891-9025-3B419832A896}" dt="2025-03-18T01:12:42.346" v="91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656FE884-F6D1-4891-9025-3B419832A896}" dt="2025-03-18T01:12:42.346" v="91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656FE884-F6D1-4891-9025-3B419832A896}" dt="2025-03-18T01:12:42.346" v="91" actId="26606"/>
          <ac:spMkLst>
            <pc:docMk/>
            <pc:sldMk cId="0" sldId="262"/>
            <ac:spMk id="9" creationId="{DCC231C8-C761-4B31-9B1C-C6D19248C6B3}"/>
          </ac:spMkLst>
        </pc:spChg>
        <pc:graphicFrameChg chg="add">
          <ac:chgData name="José Pedro Calistro Torres de Miranda" userId="82558bf5-0a7c-4071-b398-5925c96dbeb2" providerId="ADAL" clId="{656FE884-F6D1-4891-9025-3B419832A896}" dt="2025-03-18T01:12:42.346" v="91" actId="26606"/>
          <ac:graphicFrameMkLst>
            <pc:docMk/>
            <pc:sldMk cId="0" sldId="262"/>
            <ac:graphicFrameMk id="5" creationId="{2BE9D977-E2E0-4CEA-3E96-38086493169D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656FE884-F6D1-4891-9025-3B419832A896}" dt="2025-03-18T01:14:03.944" v="157" actId="26606"/>
        <pc:sldMkLst>
          <pc:docMk/>
          <pc:sldMk cId="0" sldId="263"/>
        </pc:sldMkLst>
        <pc:spChg chg="mod">
          <ac:chgData name="José Pedro Calistro Torres de Miranda" userId="82558bf5-0a7c-4071-b398-5925c96dbeb2" providerId="ADAL" clId="{656FE884-F6D1-4891-9025-3B419832A896}" dt="2025-03-18T01:14:03.926" v="156" actId="26606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José Pedro Calistro Torres de Miranda" userId="82558bf5-0a7c-4071-b398-5925c96dbeb2" providerId="ADAL" clId="{656FE884-F6D1-4891-9025-3B419832A896}" dt="2025-03-18T01:14:03.944" v="157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656FE884-F6D1-4891-9025-3B419832A896}" dt="2025-03-18T01:13:56.492" v="154" actId="26606"/>
          <ac:spMkLst>
            <pc:docMk/>
            <pc:sldMk cId="0" sldId="263"/>
            <ac:spMk id="9" creationId="{AE2B703B-46F9-481A-A605-82E2A828C4FA}"/>
          </ac:spMkLst>
        </pc:spChg>
        <pc:spChg chg="add del">
          <ac:chgData name="José Pedro Calistro Torres de Miranda" userId="82558bf5-0a7c-4071-b398-5925c96dbeb2" providerId="ADAL" clId="{656FE884-F6D1-4891-9025-3B419832A896}" dt="2025-03-18T01:13:56.492" v="154" actId="26606"/>
          <ac:spMkLst>
            <pc:docMk/>
            <pc:sldMk cId="0" sldId="263"/>
            <ac:spMk id="11" creationId="{F13BE4D7-0C3D-4906-B230-A1C5B4665CCF}"/>
          </ac:spMkLst>
        </pc:spChg>
        <pc:spChg chg="add del">
          <ac:chgData name="José Pedro Calistro Torres de Miranda" userId="82558bf5-0a7c-4071-b398-5925c96dbeb2" providerId="ADAL" clId="{656FE884-F6D1-4891-9025-3B419832A896}" dt="2025-03-18T01:14:03.926" v="156" actId="26606"/>
          <ac:spMkLst>
            <pc:docMk/>
            <pc:sldMk cId="0" sldId="263"/>
            <ac:spMk id="13" creationId="{D2C0AE1C-0118-41AE-8A10-7CDCBF10E96F}"/>
          </ac:spMkLst>
        </pc:spChg>
        <pc:spChg chg="add del">
          <ac:chgData name="José Pedro Calistro Torres de Miranda" userId="82558bf5-0a7c-4071-b398-5925c96dbeb2" providerId="ADAL" clId="{656FE884-F6D1-4891-9025-3B419832A896}" dt="2025-03-18T01:14:03.926" v="156" actId="26606"/>
          <ac:spMkLst>
            <pc:docMk/>
            <pc:sldMk cId="0" sldId="263"/>
            <ac:spMk id="14" creationId="{7517A47C-B2E5-4B79-8061-D74B1311AF6E}"/>
          </ac:spMkLst>
        </pc:spChg>
        <pc:spChg chg="add del">
          <ac:chgData name="José Pedro Calistro Torres de Miranda" userId="82558bf5-0a7c-4071-b398-5925c96dbeb2" providerId="ADAL" clId="{656FE884-F6D1-4891-9025-3B419832A896}" dt="2025-03-18T01:14:03.926" v="156" actId="26606"/>
          <ac:spMkLst>
            <pc:docMk/>
            <pc:sldMk cId="0" sldId="263"/>
            <ac:spMk id="15" creationId="{463EEC44-1BA3-44ED-81FC-A644B04B2A44}"/>
          </ac:spMkLst>
        </pc:spChg>
        <pc:spChg chg="add del">
          <ac:chgData name="José Pedro Calistro Torres de Miranda" userId="82558bf5-0a7c-4071-b398-5925c96dbeb2" providerId="ADAL" clId="{656FE884-F6D1-4891-9025-3B419832A896}" dt="2025-03-18T01:14:03.926" v="156" actId="26606"/>
          <ac:spMkLst>
            <pc:docMk/>
            <pc:sldMk cId="0" sldId="263"/>
            <ac:spMk id="16" creationId="{C505E780-2083-4CB5-A42A-5E0E2908ECC3}"/>
          </ac:spMkLst>
        </pc:spChg>
        <pc:graphicFrameChg chg="add del">
          <ac:chgData name="José Pedro Calistro Torres de Miranda" userId="82558bf5-0a7c-4071-b398-5925c96dbeb2" providerId="ADAL" clId="{656FE884-F6D1-4891-9025-3B419832A896}" dt="2025-03-18T01:13:56.492" v="154" actId="26606"/>
          <ac:graphicFrameMkLst>
            <pc:docMk/>
            <pc:sldMk cId="0" sldId="263"/>
            <ac:graphicFrameMk id="5" creationId="{5EDEF596-CC55-457C-4D42-56A66323CCEE}"/>
          </ac:graphicFrameMkLst>
        </pc:graphicFrameChg>
        <pc:graphicFrameChg chg="add del">
          <ac:chgData name="José Pedro Calistro Torres de Miranda" userId="82558bf5-0a7c-4071-b398-5925c96dbeb2" providerId="ADAL" clId="{656FE884-F6D1-4891-9025-3B419832A896}" dt="2025-03-18T01:14:03.926" v="156" actId="26606"/>
          <ac:graphicFrameMkLst>
            <pc:docMk/>
            <pc:sldMk cId="0" sldId="263"/>
            <ac:graphicFrameMk id="17" creationId="{09F496BF-E3AD-0336-3292-9B10CEE8B49F}"/>
          </ac:graphicFrameMkLst>
        </pc:graphicFrameChg>
        <pc:graphicFrameChg chg="add">
          <ac:chgData name="José Pedro Calistro Torres de Miranda" userId="82558bf5-0a7c-4071-b398-5925c96dbeb2" providerId="ADAL" clId="{656FE884-F6D1-4891-9025-3B419832A896}" dt="2025-03-18T01:14:03.944" v="157" actId="26606"/>
          <ac:graphicFrameMkLst>
            <pc:docMk/>
            <pc:sldMk cId="0" sldId="263"/>
            <ac:graphicFrameMk id="19" creationId="{DDABBD96-2815-9559-F4C8-25481E998829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656FE884-F6D1-4891-9025-3B419832A896}" dt="2025-03-18T01:14:17.143" v="158" actId="26606"/>
        <pc:sldMkLst>
          <pc:docMk/>
          <pc:sldMk cId="0" sldId="264"/>
        </pc:sldMkLst>
        <pc:spChg chg="mod">
          <ac:chgData name="José Pedro Calistro Torres de Miranda" userId="82558bf5-0a7c-4071-b398-5925c96dbeb2" providerId="ADAL" clId="{656FE884-F6D1-4891-9025-3B419832A896}" dt="2025-03-18T01:14:17.143" v="158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656FE884-F6D1-4891-9025-3B419832A896}" dt="2025-03-18T01:14:17.143" v="158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656FE884-F6D1-4891-9025-3B419832A896}" dt="2025-03-18T01:14:17.143" v="158" actId="26606"/>
          <ac:spMkLst>
            <pc:docMk/>
            <pc:sldMk cId="0" sldId="264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656FE884-F6D1-4891-9025-3B419832A896}" dt="2025-03-18T01:14:17.143" v="158" actId="26606"/>
          <ac:spMkLst>
            <pc:docMk/>
            <pc:sldMk cId="0" sldId="264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656FE884-F6D1-4891-9025-3B419832A896}" dt="2025-03-18T01:14:17.143" v="158" actId="26606"/>
          <ac:spMkLst>
            <pc:docMk/>
            <pc:sldMk cId="0" sldId="264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656FE884-F6D1-4891-9025-3B419832A896}" dt="2025-03-18T01:14:17.143" v="158" actId="26606"/>
          <ac:spMkLst>
            <pc:docMk/>
            <pc:sldMk cId="0" sldId="264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656FE884-F6D1-4891-9025-3B419832A896}" dt="2025-03-18T01:14:17.143" v="158" actId="26606"/>
          <ac:graphicFrameMkLst>
            <pc:docMk/>
            <pc:sldMk cId="0" sldId="264"/>
            <ac:graphicFrameMk id="5" creationId="{B16A0B2E-023E-9D1C-6121-D70446F22BDD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656FE884-F6D1-4891-9025-3B419832A896}" dt="2025-03-18T01:14:28.207" v="159" actId="26606"/>
        <pc:sldMkLst>
          <pc:docMk/>
          <pc:sldMk cId="0" sldId="265"/>
        </pc:sldMkLst>
        <pc:spChg chg="mod">
          <ac:chgData name="José Pedro Calistro Torres de Miranda" userId="82558bf5-0a7c-4071-b398-5925c96dbeb2" providerId="ADAL" clId="{656FE884-F6D1-4891-9025-3B419832A896}" dt="2025-03-18T01:14:28.207" v="15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656FE884-F6D1-4891-9025-3B419832A896}" dt="2025-03-18T01:14:28.207" v="15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656FE884-F6D1-4891-9025-3B419832A896}" dt="2025-03-18T01:14:28.207" v="159" actId="26606"/>
          <ac:spMkLst>
            <pc:docMk/>
            <pc:sldMk cId="0" sldId="265"/>
            <ac:spMk id="9" creationId="{0C541B88-1AE9-40C3-AFD5-967787C1979F}"/>
          </ac:spMkLst>
        </pc:spChg>
        <pc:spChg chg="add">
          <ac:chgData name="José Pedro Calistro Torres de Miranda" userId="82558bf5-0a7c-4071-b398-5925c96dbeb2" providerId="ADAL" clId="{656FE884-F6D1-4891-9025-3B419832A896}" dt="2025-03-18T01:14:28.207" v="159" actId="26606"/>
          <ac:spMkLst>
            <pc:docMk/>
            <pc:sldMk cId="0" sldId="265"/>
            <ac:spMk id="11" creationId="{E5F17139-31EE-46AC-B04F-DBBD852DD6CB}"/>
          </ac:spMkLst>
        </pc:spChg>
        <pc:spChg chg="add">
          <ac:chgData name="José Pedro Calistro Torres de Miranda" userId="82558bf5-0a7c-4071-b398-5925c96dbeb2" providerId="ADAL" clId="{656FE884-F6D1-4891-9025-3B419832A896}" dt="2025-03-18T01:14:28.207" v="159" actId="26606"/>
          <ac:spMkLst>
            <pc:docMk/>
            <pc:sldMk cId="0" sldId="265"/>
            <ac:spMk id="17" creationId="{89D16701-DA76-4F72-BB63-E2C3FFBDFE0F}"/>
          </ac:spMkLst>
        </pc:spChg>
        <pc:spChg chg="add">
          <ac:chgData name="José Pedro Calistro Torres de Miranda" userId="82558bf5-0a7c-4071-b398-5925c96dbeb2" providerId="ADAL" clId="{656FE884-F6D1-4891-9025-3B419832A896}" dt="2025-03-18T01:14:28.207" v="159" actId="26606"/>
          <ac:spMkLst>
            <pc:docMk/>
            <pc:sldMk cId="0" sldId="265"/>
            <ac:spMk id="19" creationId="{1CC28BE1-9DC6-43FE-9582-39F091098D77}"/>
          </ac:spMkLst>
        </pc:spChg>
        <pc:grpChg chg="add">
          <ac:chgData name="José Pedro Calistro Torres de Miranda" userId="82558bf5-0a7c-4071-b398-5925c96dbeb2" providerId="ADAL" clId="{656FE884-F6D1-4891-9025-3B419832A896}" dt="2025-03-18T01:14:28.207" v="159" actId="26606"/>
          <ac:grpSpMkLst>
            <pc:docMk/>
            <pc:sldMk cId="0" sldId="265"/>
            <ac:grpSpMk id="13" creationId="{7CF625D3-71A3-4F30-A096-8EF334E959D0}"/>
          </ac:grpSpMkLst>
        </pc:grpChg>
        <pc:grpChg chg="add">
          <ac:chgData name="José Pedro Calistro Torres de Miranda" userId="82558bf5-0a7c-4071-b398-5925c96dbeb2" providerId="ADAL" clId="{656FE884-F6D1-4891-9025-3B419832A896}" dt="2025-03-18T01:14:28.207" v="159" actId="26606"/>
          <ac:grpSpMkLst>
            <pc:docMk/>
            <pc:sldMk cId="0" sldId="265"/>
            <ac:grpSpMk id="21" creationId="{AF9AF3F3-CE0C-4125-BDD7-346487FA0B40}"/>
          </ac:grpSpMkLst>
        </pc:grpChg>
        <pc:graphicFrameChg chg="add">
          <ac:chgData name="José Pedro Calistro Torres de Miranda" userId="82558bf5-0a7c-4071-b398-5925c96dbeb2" providerId="ADAL" clId="{656FE884-F6D1-4891-9025-3B419832A896}" dt="2025-03-18T01:14:28.207" v="159" actId="26606"/>
          <ac:graphicFrameMkLst>
            <pc:docMk/>
            <pc:sldMk cId="0" sldId="265"/>
            <ac:graphicFrameMk id="5" creationId="{D06D4133-1137-2E2D-E29A-ACCDC76B57EC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656FE884-F6D1-4891-9025-3B419832A896}" dt="2025-03-18T01:14:42.740" v="161" actId="26606"/>
        <pc:sldMkLst>
          <pc:docMk/>
          <pc:sldMk cId="0" sldId="266"/>
        </pc:sldMkLst>
        <pc:spChg chg="mod">
          <ac:chgData name="José Pedro Calistro Torres de Miranda" userId="82558bf5-0a7c-4071-b398-5925c96dbeb2" providerId="ADAL" clId="{656FE884-F6D1-4891-9025-3B419832A896}" dt="2025-03-18T01:14:42.740" v="161" actId="26606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656FE884-F6D1-4891-9025-3B419832A896}" dt="2025-03-18T01:14:42.740" v="161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656FE884-F6D1-4891-9025-3B419832A896}" dt="2025-03-18T01:14:42.740" v="161" actId="26606"/>
          <ac:spMkLst>
            <pc:docMk/>
            <pc:sldMk cId="0" sldId="266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656FE884-F6D1-4891-9025-3B419832A896}" dt="2025-03-18T01:14:42.740" v="161" actId="26606"/>
          <ac:spMkLst>
            <pc:docMk/>
            <pc:sldMk cId="0" sldId="266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656FE884-F6D1-4891-9025-3B419832A896}" dt="2025-03-18T01:14:42.740" v="161" actId="26606"/>
          <ac:spMkLst>
            <pc:docMk/>
            <pc:sldMk cId="0" sldId="266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656FE884-F6D1-4891-9025-3B419832A896}" dt="2025-03-18T01:14:42.740" v="161" actId="26606"/>
          <ac:spMkLst>
            <pc:docMk/>
            <pc:sldMk cId="0" sldId="266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656FE884-F6D1-4891-9025-3B419832A896}" dt="2025-03-18T01:14:42.740" v="161" actId="26606"/>
          <ac:graphicFrameMkLst>
            <pc:docMk/>
            <pc:sldMk cId="0" sldId="266"/>
            <ac:graphicFrameMk id="5" creationId="{65FC9CD2-8306-C642-29A8-1CD81B2E829F}"/>
          </ac:graphicFrameMkLst>
        </pc:graphicFrameChg>
      </pc:sldChg>
      <pc:sldChg chg="addSp delSp modSp add mod setBg setClrOvrMap">
        <pc:chgData name="José Pedro Calistro Torres de Miranda" userId="82558bf5-0a7c-4071-b398-5925c96dbeb2" providerId="ADAL" clId="{656FE884-F6D1-4891-9025-3B419832A896}" dt="2025-03-18T01:19:27.100" v="239" actId="20577"/>
        <pc:sldMkLst>
          <pc:docMk/>
          <pc:sldMk cId="0" sldId="267"/>
        </pc:sldMkLst>
        <pc:spChg chg="mod">
          <ac:chgData name="José Pedro Calistro Torres de Miranda" userId="82558bf5-0a7c-4071-b398-5925c96dbeb2" providerId="ADAL" clId="{656FE884-F6D1-4891-9025-3B419832A896}" dt="2025-03-18T01:15:44.249" v="168" actId="26606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656FE884-F6D1-4891-9025-3B419832A896}" dt="2025-03-18T01:15:44.249" v="168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656FE884-F6D1-4891-9025-3B419832A896}" dt="2025-03-18T01:15:44.249" v="168" actId="26606"/>
          <ac:spMkLst>
            <pc:docMk/>
            <pc:sldMk cId="0" sldId="267"/>
            <ac:spMk id="9" creationId="{A3EFF7B1-6CB7-47D1-AD37-B870CA2B2151}"/>
          </ac:spMkLst>
        </pc:spChg>
        <pc:spChg chg="add">
          <ac:chgData name="José Pedro Calistro Torres de Miranda" userId="82558bf5-0a7c-4071-b398-5925c96dbeb2" providerId="ADAL" clId="{656FE884-F6D1-4891-9025-3B419832A896}" dt="2025-03-18T01:15:44.249" v="168" actId="26606"/>
          <ac:spMkLst>
            <pc:docMk/>
            <pc:sldMk cId="0" sldId="267"/>
            <ac:spMk id="11" creationId="{7FA2962B-21B6-4689-A95D-A8FF6ADE47F1}"/>
          </ac:spMkLst>
        </pc:spChg>
        <pc:spChg chg="add">
          <ac:chgData name="José Pedro Calistro Torres de Miranda" userId="82558bf5-0a7c-4071-b398-5925c96dbeb2" providerId="ADAL" clId="{656FE884-F6D1-4891-9025-3B419832A896}" dt="2025-03-18T01:15:44.249" v="168" actId="26606"/>
          <ac:spMkLst>
            <pc:docMk/>
            <pc:sldMk cId="0" sldId="267"/>
            <ac:spMk id="27" creationId="{A00D2CE1-35C1-46E6-BD59-CEE668BD90F4}"/>
          </ac:spMkLst>
        </pc:spChg>
        <pc:spChg chg="add">
          <ac:chgData name="José Pedro Calistro Torres de Miranda" userId="82558bf5-0a7c-4071-b398-5925c96dbeb2" providerId="ADAL" clId="{656FE884-F6D1-4891-9025-3B419832A896}" dt="2025-03-18T01:15:44.249" v="168" actId="26606"/>
          <ac:spMkLst>
            <pc:docMk/>
            <pc:sldMk cId="0" sldId="267"/>
            <ac:spMk id="35" creationId="{E18403B7-F2C7-4C07-8522-21C31910902C}"/>
          </ac:spMkLst>
        </pc:spChg>
        <pc:grpChg chg="add">
          <ac:chgData name="José Pedro Calistro Torres de Miranda" userId="82558bf5-0a7c-4071-b398-5925c96dbeb2" providerId="ADAL" clId="{656FE884-F6D1-4891-9025-3B419832A896}" dt="2025-03-18T01:15:44.249" v="168" actId="26606"/>
          <ac:grpSpMkLst>
            <pc:docMk/>
            <pc:sldMk cId="0" sldId="267"/>
            <ac:grpSpMk id="13" creationId="{A745280D-ED36-41FE-8EB1-CE597C99CFE8}"/>
          </ac:grpSpMkLst>
        </pc:grpChg>
        <pc:grpChg chg="add">
          <ac:chgData name="José Pedro Calistro Torres de Miranda" userId="82558bf5-0a7c-4071-b398-5925c96dbeb2" providerId="ADAL" clId="{656FE884-F6D1-4891-9025-3B419832A896}" dt="2025-03-18T01:15:44.249" v="168" actId="26606"/>
          <ac:grpSpMkLst>
            <pc:docMk/>
            <pc:sldMk cId="0" sldId="267"/>
            <ac:grpSpMk id="19" creationId="{80E95A5C-1E97-41C3-9DEC-245FF6DEBF1F}"/>
          </ac:grpSpMkLst>
        </pc:grpChg>
        <pc:grpChg chg="add">
          <ac:chgData name="José Pedro Calistro Torres de Miranda" userId="82558bf5-0a7c-4071-b398-5925c96dbeb2" providerId="ADAL" clId="{656FE884-F6D1-4891-9025-3B419832A896}" dt="2025-03-18T01:15:44.249" v="168" actId="26606"/>
          <ac:grpSpMkLst>
            <pc:docMk/>
            <pc:sldMk cId="0" sldId="267"/>
            <ac:grpSpMk id="37" creationId="{23B58CC6-A99E-43AF-A467-256F19287FB8}"/>
          </ac:grpSpMkLst>
        </pc:grpChg>
        <pc:graphicFrameChg chg="add mod">
          <ac:chgData name="José Pedro Calistro Torres de Miranda" userId="82558bf5-0a7c-4071-b398-5925c96dbeb2" providerId="ADAL" clId="{656FE884-F6D1-4891-9025-3B419832A896}" dt="2025-03-18T01:19:27.100" v="239" actId="20577"/>
          <ac:graphicFrameMkLst>
            <pc:docMk/>
            <pc:sldMk cId="0" sldId="267"/>
            <ac:graphicFrameMk id="5" creationId="{1122834E-DF05-7191-9B25-64B07C85281E}"/>
          </ac:graphicFrameMkLst>
        </pc:graphicFrameChg>
      </pc:sldChg>
      <pc:sldChg chg="addSp delSp modSp add del mod setBg">
        <pc:chgData name="José Pedro Calistro Torres de Miranda" userId="82558bf5-0a7c-4071-b398-5925c96dbeb2" providerId="ADAL" clId="{656FE884-F6D1-4891-9025-3B419832A896}" dt="2025-03-18T01:17:25.986" v="211" actId="47"/>
        <pc:sldMkLst>
          <pc:docMk/>
          <pc:sldMk cId="0" sldId="268"/>
        </pc:sldMkLst>
        <pc:spChg chg="mod">
          <ac:chgData name="José Pedro Calistro Torres de Miranda" userId="82558bf5-0a7c-4071-b398-5925c96dbeb2" providerId="ADAL" clId="{656FE884-F6D1-4891-9025-3B419832A896}" dt="2025-03-18T01:16:18.417" v="169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656FE884-F6D1-4891-9025-3B419832A896}" dt="2025-03-18T01:16:18.417" v="169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656FE884-F6D1-4891-9025-3B419832A896}" dt="2025-03-18T01:16:18.417" v="169" actId="26606"/>
          <ac:spMkLst>
            <pc:docMk/>
            <pc:sldMk cId="0" sldId="268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656FE884-F6D1-4891-9025-3B419832A896}" dt="2025-03-18T01:16:18.417" v="169" actId="26606"/>
          <ac:spMkLst>
            <pc:docMk/>
            <pc:sldMk cId="0" sldId="268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656FE884-F6D1-4891-9025-3B419832A896}" dt="2025-03-18T01:16:18.417" v="169" actId="26606"/>
          <ac:spMkLst>
            <pc:docMk/>
            <pc:sldMk cId="0" sldId="268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656FE884-F6D1-4891-9025-3B419832A896}" dt="2025-03-18T01:16:18.417" v="169" actId="26606"/>
          <ac:spMkLst>
            <pc:docMk/>
            <pc:sldMk cId="0" sldId="268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656FE884-F6D1-4891-9025-3B419832A896}" dt="2025-03-18T01:16:18.417" v="169" actId="26606"/>
          <ac:graphicFrameMkLst>
            <pc:docMk/>
            <pc:sldMk cId="0" sldId="268"/>
            <ac:graphicFrameMk id="5" creationId="{F0AA82F6-7EFB-AE88-9688-FB6CA5BD7994}"/>
          </ac:graphicFrameMkLst>
        </pc:graphicFrameChg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3711824284" sldId="280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2571928300" sldId="281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3054409883" sldId="282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2126772912" sldId="283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175621344" sldId="284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3200538735" sldId="286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4220009552" sldId="287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441720181" sldId="288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1648444158" sldId="290"/>
        </pc:sldMkLst>
      </pc:sldChg>
      <pc:sldChg chg="ord">
        <pc:chgData name="José Pedro Calistro Torres de Miranda" userId="82558bf5-0a7c-4071-b398-5925c96dbeb2" providerId="ADAL" clId="{656FE884-F6D1-4891-9025-3B419832A896}" dt="2025-03-18T01:13:01.472" v="93"/>
        <pc:sldMkLst>
          <pc:docMk/>
          <pc:sldMk cId="2623507298" sldId="295"/>
        </pc:sldMkLst>
      </pc:sldChg>
      <pc:sldChg chg="ord">
        <pc:chgData name="José Pedro Calistro Torres de Miranda" userId="82558bf5-0a7c-4071-b398-5925c96dbeb2" providerId="ADAL" clId="{656FE884-F6D1-4891-9025-3B419832A896}" dt="2025-03-18T01:13:01.472" v="93"/>
        <pc:sldMkLst>
          <pc:docMk/>
          <pc:sldMk cId="3960012993" sldId="296"/>
        </pc:sldMkLst>
      </pc:sldChg>
      <pc:sldChg chg="modSp mod">
        <pc:chgData name="José Pedro Calistro Torres de Miranda" userId="82558bf5-0a7c-4071-b398-5925c96dbeb2" providerId="ADAL" clId="{656FE884-F6D1-4891-9025-3B419832A896}" dt="2025-03-18T01:17:22.271" v="210" actId="20577"/>
        <pc:sldMkLst>
          <pc:docMk/>
          <pc:sldMk cId="895513024" sldId="298"/>
        </pc:sldMkLst>
        <pc:spChg chg="mod">
          <ac:chgData name="José Pedro Calistro Torres de Miranda" userId="82558bf5-0a7c-4071-b398-5925c96dbeb2" providerId="ADAL" clId="{656FE884-F6D1-4891-9025-3B419832A896}" dt="2025-03-18T01:17:22.271" v="210" actId="20577"/>
          <ac:spMkLst>
            <pc:docMk/>
            <pc:sldMk cId="895513024" sldId="298"/>
            <ac:spMk id="2" creationId="{1BEBFA4D-B714-CA78-D5DF-0B09AB3F840D}"/>
          </ac:spMkLst>
        </pc:spChg>
      </pc:sldChg>
      <pc:sldChg chg="ord">
        <pc:chgData name="José Pedro Calistro Torres de Miranda" userId="82558bf5-0a7c-4071-b398-5925c96dbeb2" providerId="ADAL" clId="{656FE884-F6D1-4891-9025-3B419832A896}" dt="2025-03-18T01:13:01.472" v="93"/>
        <pc:sldMkLst>
          <pc:docMk/>
          <pc:sldMk cId="1858104580" sldId="303"/>
        </pc:sldMkLst>
      </pc:sldChg>
      <pc:sldChg chg="del">
        <pc:chgData name="José Pedro Calistro Torres de Miranda" userId="82558bf5-0a7c-4071-b398-5925c96dbeb2" providerId="ADAL" clId="{656FE884-F6D1-4891-9025-3B419832A896}" dt="2025-03-18T01:03:59.869" v="4" actId="47"/>
        <pc:sldMkLst>
          <pc:docMk/>
          <pc:sldMk cId="3788279868" sldId="306"/>
        </pc:sldMkLst>
      </pc:sldChg>
      <pc:sldChg chg="ord">
        <pc:chgData name="José Pedro Calistro Torres de Miranda" userId="82558bf5-0a7c-4071-b398-5925c96dbeb2" providerId="ADAL" clId="{656FE884-F6D1-4891-9025-3B419832A896}" dt="2025-03-18T01:13:01.472" v="93"/>
        <pc:sldMkLst>
          <pc:docMk/>
          <pc:sldMk cId="1222619298" sldId="307"/>
        </pc:sldMkLst>
      </pc:sldChg>
      <pc:sldChg chg="addSp delSp modSp mod ord delAnim">
        <pc:chgData name="José Pedro Calistro Torres de Miranda" userId="82558bf5-0a7c-4071-b398-5925c96dbeb2" providerId="ADAL" clId="{656FE884-F6D1-4891-9025-3B419832A896}" dt="2025-03-18T01:10:49.627" v="72"/>
        <pc:sldMkLst>
          <pc:docMk/>
          <pc:sldMk cId="1498373291" sldId="318"/>
        </pc:sldMkLst>
        <pc:graphicFrameChg chg="add mod modGraphic">
          <ac:chgData name="José Pedro Calistro Torres de Miranda" userId="82558bf5-0a7c-4071-b398-5925c96dbeb2" providerId="ADAL" clId="{656FE884-F6D1-4891-9025-3B419832A896}" dt="2025-03-18T01:10:38.711" v="69"/>
          <ac:graphicFrameMkLst>
            <pc:docMk/>
            <pc:sldMk cId="1498373291" sldId="318"/>
            <ac:graphicFrameMk id="3" creationId="{0F1E6103-13F1-E0E7-C537-CD94125DA50E}"/>
          </ac:graphicFrameMkLst>
        </pc:graphicFrameChg>
        <pc:graphicFrameChg chg="del">
          <ac:chgData name="José Pedro Calistro Torres de Miranda" userId="82558bf5-0a7c-4071-b398-5925c96dbeb2" providerId="ADAL" clId="{656FE884-F6D1-4891-9025-3B419832A896}" dt="2025-03-18T01:07:57.082" v="42" actId="478"/>
          <ac:graphicFrameMkLst>
            <pc:docMk/>
            <pc:sldMk cId="1498373291" sldId="318"/>
            <ac:graphicFrameMk id="6" creationId="{6039E458-DD3D-0703-D8FB-2E2DF37AB798}"/>
          </ac:graphicFrameMkLst>
        </pc:graphicFrameChg>
      </pc:sldChg>
      <pc:sldChg chg="addSp delSp modSp mod delAnim">
        <pc:chgData name="José Pedro Calistro Torres de Miranda" userId="82558bf5-0a7c-4071-b398-5925c96dbeb2" providerId="ADAL" clId="{656FE884-F6D1-4891-9025-3B419832A896}" dt="2025-03-18T01:05:25.128" v="19" actId="14100"/>
        <pc:sldMkLst>
          <pc:docMk/>
          <pc:sldMk cId="3917579560" sldId="319"/>
        </pc:sldMkLst>
        <pc:spChg chg="add del mod">
          <ac:chgData name="José Pedro Calistro Torres de Miranda" userId="82558bf5-0a7c-4071-b398-5925c96dbeb2" providerId="ADAL" clId="{656FE884-F6D1-4891-9025-3B419832A896}" dt="2025-03-18T01:05:06.848" v="15"/>
          <ac:spMkLst>
            <pc:docMk/>
            <pc:sldMk cId="3917579560" sldId="319"/>
            <ac:spMk id="4" creationId="{FA7C5C1C-8B08-37E1-4966-F66BD5B14B90}"/>
          </ac:spMkLst>
        </pc:spChg>
        <pc:graphicFrameChg chg="add mod">
          <ac:chgData name="José Pedro Calistro Torres de Miranda" userId="82558bf5-0a7c-4071-b398-5925c96dbeb2" providerId="ADAL" clId="{656FE884-F6D1-4891-9025-3B419832A896}" dt="2025-03-18T01:05:03.503" v="14"/>
          <ac:graphicFrameMkLst>
            <pc:docMk/>
            <pc:sldMk cId="3917579560" sldId="319"/>
            <ac:graphicFrameMk id="5" creationId="{A2208D0F-CEC3-E7F9-1B66-E4C538B0E5EA}"/>
          </ac:graphicFrameMkLst>
        </pc:graphicFrameChg>
        <pc:graphicFrameChg chg="del mod">
          <ac:chgData name="José Pedro Calistro Torres de Miranda" userId="82558bf5-0a7c-4071-b398-5925c96dbeb2" providerId="ADAL" clId="{656FE884-F6D1-4891-9025-3B419832A896}" dt="2025-03-18T01:05:02.819" v="13" actId="478"/>
          <ac:graphicFrameMkLst>
            <pc:docMk/>
            <pc:sldMk cId="3917579560" sldId="319"/>
            <ac:graphicFrameMk id="8" creationId="{0BD22CE8-BEF1-7438-2FEC-2417B8A0514C}"/>
          </ac:graphicFrameMkLst>
        </pc:graphicFrameChg>
        <pc:graphicFrameChg chg="add mod">
          <ac:chgData name="José Pedro Calistro Torres de Miranda" userId="82558bf5-0a7c-4071-b398-5925c96dbeb2" providerId="ADAL" clId="{656FE884-F6D1-4891-9025-3B419832A896}" dt="2025-03-18T01:05:25.128" v="19" actId="14100"/>
          <ac:graphicFrameMkLst>
            <pc:docMk/>
            <pc:sldMk cId="3917579560" sldId="319"/>
            <ac:graphicFrameMk id="9" creationId="{42BC8CF7-806E-53D9-BD49-41E82AF3A069}"/>
          </ac:graphicFrameMkLst>
        </pc:graphicFrameChg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2632457102" sldId="323"/>
        </pc:sldMkLst>
      </pc:sldChg>
      <pc:sldChg chg="modSp mod">
        <pc:chgData name="José Pedro Calistro Torres de Miranda" userId="82558bf5-0a7c-4071-b398-5925c96dbeb2" providerId="ADAL" clId="{656FE884-F6D1-4891-9025-3B419832A896}" dt="2025-03-18T01:03:55.430" v="3"/>
        <pc:sldMkLst>
          <pc:docMk/>
          <pc:sldMk cId="1205793280" sldId="331"/>
        </pc:sldMkLst>
        <pc:spChg chg="mod">
          <ac:chgData name="José Pedro Calistro Torres de Miranda" userId="82558bf5-0a7c-4071-b398-5925c96dbeb2" providerId="ADAL" clId="{656FE884-F6D1-4891-9025-3B419832A896}" dt="2025-03-18T01:03:46.053" v="2"/>
          <ac:spMkLst>
            <pc:docMk/>
            <pc:sldMk cId="1205793280" sldId="331"/>
            <ac:spMk id="5" creationId="{483DD814-424C-F6CA-C8DC-0A67442A2586}"/>
          </ac:spMkLst>
        </pc:spChg>
        <pc:spChg chg="mod">
          <ac:chgData name="José Pedro Calistro Torres de Miranda" userId="82558bf5-0a7c-4071-b398-5925c96dbeb2" providerId="ADAL" clId="{656FE884-F6D1-4891-9025-3B419832A896}" dt="2025-03-18T01:03:55.430" v="3"/>
          <ac:spMkLst>
            <pc:docMk/>
            <pc:sldMk cId="1205793280" sldId="331"/>
            <ac:spMk id="7" creationId="{700D3561-7A8F-3D51-F149-92D73789CE84}"/>
          </ac:spMkLst>
        </pc:spChg>
      </pc:sldChg>
      <pc:sldChg chg="ord">
        <pc:chgData name="José Pedro Calistro Torres de Miranda" userId="82558bf5-0a7c-4071-b398-5925c96dbeb2" providerId="ADAL" clId="{656FE884-F6D1-4891-9025-3B419832A896}" dt="2025-03-18T01:15:15.509" v="163"/>
        <pc:sldMkLst>
          <pc:docMk/>
          <pc:sldMk cId="3998818991" sldId="387"/>
        </pc:sldMkLst>
      </pc:sldChg>
      <pc:sldChg chg="modSp mod ord">
        <pc:chgData name="José Pedro Calistro Torres de Miranda" userId="82558bf5-0a7c-4071-b398-5925c96dbeb2" providerId="ADAL" clId="{656FE884-F6D1-4891-9025-3B419832A896}" dt="2025-03-18T01:20:34.125" v="249" actId="20577"/>
        <pc:sldMkLst>
          <pc:docMk/>
          <pc:sldMk cId="1592357280" sldId="388"/>
        </pc:sldMkLst>
        <pc:spChg chg="mod">
          <ac:chgData name="José Pedro Calistro Torres de Miranda" userId="82558bf5-0a7c-4071-b398-5925c96dbeb2" providerId="ADAL" clId="{656FE884-F6D1-4891-9025-3B419832A896}" dt="2025-03-18T01:20:34.125" v="249" actId="20577"/>
          <ac:spMkLst>
            <pc:docMk/>
            <pc:sldMk cId="1592357280" sldId="388"/>
            <ac:spMk id="2" creationId="{3F10017E-D7CF-CDDE-5051-6501A37B9B95}"/>
          </ac:spMkLst>
        </pc:spChg>
      </pc:sldChg>
      <pc:sldChg chg="ord">
        <pc:chgData name="José Pedro Calistro Torres de Miranda" userId="82558bf5-0a7c-4071-b398-5925c96dbeb2" providerId="ADAL" clId="{656FE884-F6D1-4891-9025-3B419832A896}" dt="2025-03-18T01:15:15.509" v="163"/>
        <pc:sldMkLst>
          <pc:docMk/>
          <pc:sldMk cId="4218528349" sldId="389"/>
        </pc:sldMkLst>
      </pc:sldChg>
      <pc:sldChg chg="ord">
        <pc:chgData name="José Pedro Calistro Torres de Miranda" userId="82558bf5-0a7c-4071-b398-5925c96dbeb2" providerId="ADAL" clId="{656FE884-F6D1-4891-9025-3B419832A896}" dt="2025-03-18T01:15:15.509" v="163"/>
        <pc:sldMkLst>
          <pc:docMk/>
          <pc:sldMk cId="1331059950" sldId="390"/>
        </pc:sldMkLst>
      </pc:sldChg>
      <pc:sldChg chg="modSp ord modAnim">
        <pc:chgData name="José Pedro Calistro Torres de Miranda" userId="82558bf5-0a7c-4071-b398-5925c96dbeb2" providerId="ADAL" clId="{656FE884-F6D1-4891-9025-3B419832A896}" dt="2025-03-18T01:21:16.816" v="287" actId="20577"/>
        <pc:sldMkLst>
          <pc:docMk/>
          <pc:sldMk cId="2823296237" sldId="392"/>
        </pc:sldMkLst>
        <pc:graphicFrameChg chg="mod">
          <ac:chgData name="José Pedro Calistro Torres de Miranda" userId="82558bf5-0a7c-4071-b398-5925c96dbeb2" providerId="ADAL" clId="{656FE884-F6D1-4891-9025-3B419832A896}" dt="2025-03-18T01:21:16.816" v="287" actId="20577"/>
          <ac:graphicFrameMkLst>
            <pc:docMk/>
            <pc:sldMk cId="2823296237" sldId="392"/>
            <ac:graphicFrameMk id="2" creationId="{F9299FC9-0279-3486-55AB-772486F312D6}"/>
          </ac:graphicFrameMkLst>
        </pc:graphicFrameChg>
      </pc:sldChg>
      <pc:sldChg chg="ord">
        <pc:chgData name="José Pedro Calistro Torres de Miranda" userId="82558bf5-0a7c-4071-b398-5925c96dbeb2" providerId="ADAL" clId="{656FE884-F6D1-4891-9025-3B419832A896}" dt="2025-03-18T01:13:01.472" v="93"/>
        <pc:sldMkLst>
          <pc:docMk/>
          <pc:sldMk cId="3931650152" sldId="394"/>
        </pc:sldMkLst>
      </pc:sldChg>
      <pc:sldChg chg="ord">
        <pc:chgData name="José Pedro Calistro Torres de Miranda" userId="82558bf5-0a7c-4071-b398-5925c96dbeb2" providerId="ADAL" clId="{656FE884-F6D1-4891-9025-3B419832A896}" dt="2025-03-18T01:13:01.472" v="93"/>
        <pc:sldMkLst>
          <pc:docMk/>
          <pc:sldMk cId="3645639061" sldId="398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1321773296" sldId="400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2757489464" sldId="401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1220386767" sldId="402"/>
        </pc:sldMkLst>
      </pc:sldChg>
      <pc:sldChg chg="del">
        <pc:chgData name="José Pedro Calistro Torres de Miranda" userId="82558bf5-0a7c-4071-b398-5925c96dbeb2" providerId="ADAL" clId="{656FE884-F6D1-4891-9025-3B419832A896}" dt="2025-03-18T01:16:28.975" v="170" actId="47"/>
        <pc:sldMkLst>
          <pc:docMk/>
          <pc:sldMk cId="2252262070" sldId="404"/>
        </pc:sldMkLst>
      </pc:sldChg>
      <pc:sldChg chg="ord">
        <pc:chgData name="José Pedro Calistro Torres de Miranda" userId="82558bf5-0a7c-4071-b398-5925c96dbeb2" providerId="ADAL" clId="{656FE884-F6D1-4891-9025-3B419832A896}" dt="2025-03-18T01:13:01.472" v="93"/>
        <pc:sldMkLst>
          <pc:docMk/>
          <pc:sldMk cId="3996231348" sldId="405"/>
        </pc:sldMkLst>
      </pc:sldChg>
      <pc:sldChg chg="ord">
        <pc:chgData name="José Pedro Calistro Torres de Miranda" userId="82558bf5-0a7c-4071-b398-5925c96dbeb2" providerId="ADAL" clId="{656FE884-F6D1-4891-9025-3B419832A896}" dt="2025-03-18T01:13:01.472" v="93"/>
        <pc:sldMkLst>
          <pc:docMk/>
          <pc:sldMk cId="70970734" sldId="406"/>
        </pc:sldMkLst>
      </pc:sldChg>
      <pc:sldChg chg="modSp add del mod">
        <pc:chgData name="José Pedro Calistro Torres de Miranda" userId="82558bf5-0a7c-4071-b398-5925c96dbeb2" providerId="ADAL" clId="{656FE884-F6D1-4891-9025-3B419832A896}" dt="2025-03-18T01:12:08.476" v="88" actId="47"/>
        <pc:sldMkLst>
          <pc:docMk/>
          <pc:sldMk cId="0" sldId="407"/>
        </pc:sldMkLst>
        <pc:spChg chg="mod">
          <ac:chgData name="José Pedro Calistro Torres de Miranda" userId="82558bf5-0a7c-4071-b398-5925c96dbeb2" providerId="ADAL" clId="{656FE884-F6D1-4891-9025-3B419832A896}" dt="2025-03-18T01:04:14.542" v="6" actId="27636"/>
          <ac:spMkLst>
            <pc:docMk/>
            <pc:sldMk cId="0" sldId="407"/>
            <ac:spMk id="3" creationId="{00000000-0000-0000-0000-000000000000}"/>
          </ac:spMkLst>
        </pc:spChg>
      </pc:sldChg>
      <pc:sldChg chg="addSp delSp modSp add mod setBg">
        <pc:chgData name="José Pedro Calistro Torres de Miranda" userId="82558bf5-0a7c-4071-b398-5925c96dbeb2" providerId="ADAL" clId="{656FE884-F6D1-4891-9025-3B419832A896}" dt="2025-03-18T01:12:22.808" v="89" actId="26606"/>
        <pc:sldMkLst>
          <pc:docMk/>
          <pc:sldMk cId="0" sldId="408"/>
        </pc:sldMkLst>
        <pc:spChg chg="mod">
          <ac:chgData name="José Pedro Calistro Torres de Miranda" userId="82558bf5-0a7c-4071-b398-5925c96dbeb2" providerId="ADAL" clId="{656FE884-F6D1-4891-9025-3B419832A896}" dt="2025-03-18T01:12:22.808" v="89" actId="26606"/>
          <ac:spMkLst>
            <pc:docMk/>
            <pc:sldMk cId="0" sldId="408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656FE884-F6D1-4891-9025-3B419832A896}" dt="2025-03-18T01:12:22.808" v="89" actId="26606"/>
          <ac:spMkLst>
            <pc:docMk/>
            <pc:sldMk cId="0" sldId="408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656FE884-F6D1-4891-9025-3B419832A896}" dt="2025-03-18T01:12:22.808" v="89" actId="26606"/>
          <ac:spMkLst>
            <pc:docMk/>
            <pc:sldMk cId="0" sldId="408"/>
            <ac:spMk id="9" creationId="{44AD29B6-BF3B-4407-9E75-52DF8E3B29F1}"/>
          </ac:spMkLst>
        </pc:spChg>
        <pc:spChg chg="add">
          <ac:chgData name="José Pedro Calistro Torres de Miranda" userId="82558bf5-0a7c-4071-b398-5925c96dbeb2" providerId="ADAL" clId="{656FE884-F6D1-4891-9025-3B419832A896}" dt="2025-03-18T01:12:22.808" v="89" actId="26606"/>
          <ac:spMkLst>
            <pc:docMk/>
            <pc:sldMk cId="0" sldId="408"/>
            <ac:spMk id="11" creationId="{55F8BA08-3E38-4B70-B93A-74F08E092206}"/>
          </ac:spMkLst>
        </pc:spChg>
        <pc:spChg chg="add">
          <ac:chgData name="José Pedro Calistro Torres de Miranda" userId="82558bf5-0a7c-4071-b398-5925c96dbeb2" providerId="ADAL" clId="{656FE884-F6D1-4891-9025-3B419832A896}" dt="2025-03-18T01:12:22.808" v="89" actId="26606"/>
          <ac:spMkLst>
            <pc:docMk/>
            <pc:sldMk cId="0" sldId="408"/>
            <ac:spMk id="13" creationId="{357F1B33-79AB-4A71-8CEC-4546D709B8C8}"/>
          </ac:spMkLst>
        </pc:spChg>
        <pc:graphicFrameChg chg="add">
          <ac:chgData name="José Pedro Calistro Torres de Miranda" userId="82558bf5-0a7c-4071-b398-5925c96dbeb2" providerId="ADAL" clId="{656FE884-F6D1-4891-9025-3B419832A896}" dt="2025-03-18T01:12:22.808" v="89" actId="26606"/>
          <ac:graphicFrameMkLst>
            <pc:docMk/>
            <pc:sldMk cId="0" sldId="408"/>
            <ac:graphicFrameMk id="5" creationId="{DE41ED1D-F050-CF2E-44D4-2656208CBF86}"/>
          </ac:graphicFrameMkLst>
        </pc:graphicFrameChg>
      </pc:sldChg>
      <pc:sldChg chg="addSp delSp modSp add del mod setBg">
        <pc:chgData name="José Pedro Calistro Torres de Miranda" userId="82558bf5-0a7c-4071-b398-5925c96dbeb2" providerId="ADAL" clId="{656FE884-F6D1-4891-9025-3B419832A896}" dt="2025-03-18T01:05:32.109" v="21" actId="47"/>
        <pc:sldMkLst>
          <pc:docMk/>
          <pc:sldMk cId="909973667" sldId="409"/>
        </pc:sldMkLst>
        <pc:spChg chg="mod">
          <ac:chgData name="José Pedro Calistro Torres de Miranda" userId="82558bf5-0a7c-4071-b398-5925c96dbeb2" providerId="ADAL" clId="{656FE884-F6D1-4891-9025-3B419832A896}" dt="2025-03-18T01:04:50.243" v="11" actId="26606"/>
          <ac:spMkLst>
            <pc:docMk/>
            <pc:sldMk cId="909973667" sldId="409"/>
            <ac:spMk id="2" creationId="{486B659D-122B-ECFA-3104-BED8B0F3DB31}"/>
          </ac:spMkLst>
        </pc:spChg>
        <pc:spChg chg="add del">
          <ac:chgData name="José Pedro Calistro Torres de Miranda" userId="82558bf5-0a7c-4071-b398-5925c96dbeb2" providerId="ADAL" clId="{656FE884-F6D1-4891-9025-3B419832A896}" dt="2025-03-18T01:04:50.243" v="11" actId="26606"/>
          <ac:spMkLst>
            <pc:docMk/>
            <pc:sldMk cId="909973667" sldId="409"/>
            <ac:spMk id="3" creationId="{89E1E0F0-B2BA-CDE9-E7F1-E44E8BD04F1E}"/>
          </ac:spMkLst>
        </pc:spChg>
        <pc:spChg chg="add del">
          <ac:chgData name="José Pedro Calistro Torres de Miranda" userId="82558bf5-0a7c-4071-b398-5925c96dbeb2" providerId="ADAL" clId="{656FE884-F6D1-4891-9025-3B419832A896}" dt="2025-03-18T01:04:50.223" v="10" actId="26606"/>
          <ac:spMkLst>
            <pc:docMk/>
            <pc:sldMk cId="909973667" sldId="409"/>
            <ac:spMk id="9" creationId="{BACC6370-2D7E-4714-9D71-7542949D7D5D}"/>
          </ac:spMkLst>
        </pc:spChg>
        <pc:spChg chg="add del">
          <ac:chgData name="José Pedro Calistro Torres de Miranda" userId="82558bf5-0a7c-4071-b398-5925c96dbeb2" providerId="ADAL" clId="{656FE884-F6D1-4891-9025-3B419832A896}" dt="2025-03-18T01:04:50.223" v="10" actId="26606"/>
          <ac:spMkLst>
            <pc:docMk/>
            <pc:sldMk cId="909973667" sldId="409"/>
            <ac:spMk id="11" creationId="{F68B3F68-107C-434F-AA38-110D5EA91B85}"/>
          </ac:spMkLst>
        </pc:spChg>
        <pc:spChg chg="add del">
          <ac:chgData name="José Pedro Calistro Torres de Miranda" userId="82558bf5-0a7c-4071-b398-5925c96dbeb2" providerId="ADAL" clId="{656FE884-F6D1-4891-9025-3B419832A896}" dt="2025-03-18T01:04:50.223" v="10" actId="26606"/>
          <ac:spMkLst>
            <pc:docMk/>
            <pc:sldMk cId="909973667" sldId="409"/>
            <ac:spMk id="13" creationId="{AAD0DBB9-1A4B-4391-81D4-CB19F9AB918A}"/>
          </ac:spMkLst>
        </pc:spChg>
        <pc:spChg chg="add del">
          <ac:chgData name="José Pedro Calistro Torres de Miranda" userId="82558bf5-0a7c-4071-b398-5925c96dbeb2" providerId="ADAL" clId="{656FE884-F6D1-4891-9025-3B419832A896}" dt="2025-03-18T01:04:50.223" v="10" actId="26606"/>
          <ac:spMkLst>
            <pc:docMk/>
            <pc:sldMk cId="909973667" sldId="409"/>
            <ac:spMk id="15" creationId="{063BBA22-50EA-4C4D-BE05-F1CE4E63AA56}"/>
          </ac:spMkLst>
        </pc:spChg>
        <pc:spChg chg="add">
          <ac:chgData name="José Pedro Calistro Torres de Miranda" userId="82558bf5-0a7c-4071-b398-5925c96dbeb2" providerId="ADAL" clId="{656FE884-F6D1-4891-9025-3B419832A896}" dt="2025-03-18T01:04:50.243" v="11" actId="26606"/>
          <ac:spMkLst>
            <pc:docMk/>
            <pc:sldMk cId="909973667" sldId="409"/>
            <ac:spMk id="17" creationId="{2659FDB4-FCBE-4A89-B46D-43D4FA54464D}"/>
          </ac:spMkLst>
        </pc:spChg>
        <pc:graphicFrameChg chg="add del">
          <ac:chgData name="José Pedro Calistro Torres de Miranda" userId="82558bf5-0a7c-4071-b398-5925c96dbeb2" providerId="ADAL" clId="{656FE884-F6D1-4891-9025-3B419832A896}" dt="2025-03-18T01:04:50.223" v="10" actId="26606"/>
          <ac:graphicFrameMkLst>
            <pc:docMk/>
            <pc:sldMk cId="909973667" sldId="409"/>
            <ac:graphicFrameMk id="5" creationId="{18412E11-5587-242F-0C2B-E720581A67AC}"/>
          </ac:graphicFrameMkLst>
        </pc:graphicFrameChg>
        <pc:graphicFrameChg chg="add">
          <ac:chgData name="José Pedro Calistro Torres de Miranda" userId="82558bf5-0a7c-4071-b398-5925c96dbeb2" providerId="ADAL" clId="{656FE884-F6D1-4891-9025-3B419832A896}" dt="2025-03-18T01:04:50.243" v="11" actId="26606"/>
          <ac:graphicFrameMkLst>
            <pc:docMk/>
            <pc:sldMk cId="909973667" sldId="409"/>
            <ac:graphicFrameMk id="19" creationId="{2412BB45-0850-799C-E3CE-90C908B650C4}"/>
          </ac:graphicFrameMkLst>
        </pc:graphicFrameChg>
        <pc:cxnChg chg="add">
          <ac:chgData name="José Pedro Calistro Torres de Miranda" userId="82558bf5-0a7c-4071-b398-5925c96dbeb2" providerId="ADAL" clId="{656FE884-F6D1-4891-9025-3B419832A896}" dt="2025-03-18T01:04:50.243" v="11" actId="26606"/>
          <ac:cxnSpMkLst>
            <pc:docMk/>
            <pc:sldMk cId="909973667" sldId="409"/>
            <ac:cxnSpMk id="18" creationId="{C8F51B3F-8331-4E4A-AE96-D47B1006EEAD}"/>
          </ac:cxnSpMkLst>
        </pc:cxnChg>
      </pc:sldChg>
      <pc:sldChg chg="addSp delSp modSp new del mod setBg">
        <pc:chgData name="José Pedro Calistro Torres de Miranda" userId="82558bf5-0a7c-4071-b398-5925c96dbeb2" providerId="ADAL" clId="{656FE884-F6D1-4891-9025-3B419832A896}" dt="2025-03-18T01:10:47.718" v="70" actId="47"/>
        <pc:sldMkLst>
          <pc:docMk/>
          <pc:sldMk cId="2830082640" sldId="409"/>
        </pc:sldMkLst>
        <pc:spChg chg="mod">
          <ac:chgData name="José Pedro Calistro Torres de Miranda" userId="82558bf5-0a7c-4071-b398-5925c96dbeb2" providerId="ADAL" clId="{656FE884-F6D1-4891-9025-3B419832A896}" dt="2025-03-18T01:07:45.324" v="40" actId="26606"/>
          <ac:spMkLst>
            <pc:docMk/>
            <pc:sldMk cId="2830082640" sldId="409"/>
            <ac:spMk id="2" creationId="{74FDDAE1-C1B7-765B-0EE1-C9E3CBFA179A}"/>
          </ac:spMkLst>
        </pc:spChg>
        <pc:spChg chg="del">
          <ac:chgData name="José Pedro Calistro Torres de Miranda" userId="82558bf5-0a7c-4071-b398-5925c96dbeb2" providerId="ADAL" clId="{656FE884-F6D1-4891-9025-3B419832A896}" dt="2025-03-18T01:06:38.649" v="25"/>
          <ac:spMkLst>
            <pc:docMk/>
            <pc:sldMk cId="2830082640" sldId="409"/>
            <ac:spMk id="3" creationId="{58049C08-CB6F-FE99-3C36-3F03237C4160}"/>
          </ac:spMkLst>
        </pc:spChg>
        <pc:spChg chg="add del mod">
          <ac:chgData name="José Pedro Calistro Torres de Miranda" userId="82558bf5-0a7c-4071-b398-5925c96dbeb2" providerId="ADAL" clId="{656FE884-F6D1-4891-9025-3B419832A896}" dt="2025-03-18T01:07:45.324" v="40" actId="26606"/>
          <ac:spMkLst>
            <pc:docMk/>
            <pc:sldMk cId="2830082640" sldId="409"/>
            <ac:spMk id="4" creationId="{36BBD164-8CE3-EC4D-FD16-148169573FCE}"/>
          </ac:spMkLst>
        </pc:spChg>
        <pc:spChg chg="add">
          <ac:chgData name="José Pedro Calistro Torres de Miranda" userId="82558bf5-0a7c-4071-b398-5925c96dbeb2" providerId="ADAL" clId="{656FE884-F6D1-4891-9025-3B419832A896}" dt="2025-03-18T01:07:45.324" v="40" actId="26606"/>
          <ac:spMkLst>
            <pc:docMk/>
            <pc:sldMk cId="2830082640" sldId="409"/>
            <ac:spMk id="10" creationId="{2659FDB4-FCBE-4A89-B46D-43D4FA54464D}"/>
          </ac:spMkLst>
        </pc:spChg>
        <pc:graphicFrameChg chg="add mod">
          <ac:chgData name="José Pedro Calistro Torres de Miranda" userId="82558bf5-0a7c-4071-b398-5925c96dbeb2" providerId="ADAL" clId="{656FE884-F6D1-4891-9025-3B419832A896}" dt="2025-03-18T01:07:51.833" v="41" actId="14100"/>
          <ac:graphicFrameMkLst>
            <pc:docMk/>
            <pc:sldMk cId="2830082640" sldId="409"/>
            <ac:graphicFrameMk id="6" creationId="{97A87C25-7FF2-7116-6FF6-02FA219AE086}"/>
          </ac:graphicFrameMkLst>
        </pc:graphicFrameChg>
        <pc:cxnChg chg="add">
          <ac:chgData name="José Pedro Calistro Torres de Miranda" userId="82558bf5-0a7c-4071-b398-5925c96dbeb2" providerId="ADAL" clId="{656FE884-F6D1-4891-9025-3B419832A896}" dt="2025-03-18T01:07:45.324" v="40" actId="26606"/>
          <ac:cxnSpMkLst>
            <pc:docMk/>
            <pc:sldMk cId="2830082640" sldId="409"/>
            <ac:cxnSpMk id="12" creationId="{C8F51B3F-8331-4E4A-AE96-D47B1006EEAD}"/>
          </ac:cxnSpMkLst>
        </pc:cxnChg>
      </pc:sldChg>
      <pc:sldChg chg="addSp delSp modSp add mod setBg modAnim">
        <pc:chgData name="José Pedro Calistro Torres de Miranda" userId="82558bf5-0a7c-4071-b398-5925c96dbeb2" providerId="ADAL" clId="{656FE884-F6D1-4891-9025-3B419832A896}" dt="2025-03-18T11:55:49.873" v="289"/>
        <pc:sldMkLst>
          <pc:docMk/>
          <pc:sldMk cId="3151962155" sldId="409"/>
        </pc:sldMkLst>
        <pc:spChg chg="mod">
          <ac:chgData name="José Pedro Calistro Torres de Miranda" userId="82558bf5-0a7c-4071-b398-5925c96dbeb2" providerId="ADAL" clId="{656FE884-F6D1-4891-9025-3B419832A896}" dt="2025-03-18T01:12:03.831" v="87" actId="26606"/>
          <ac:spMkLst>
            <pc:docMk/>
            <pc:sldMk cId="3151962155" sldId="409"/>
            <ac:spMk id="2" creationId="{5A0ED7B2-AF1B-2447-4654-FDA3EA131C14}"/>
          </ac:spMkLst>
        </pc:spChg>
        <pc:spChg chg="add del mod">
          <ac:chgData name="José Pedro Calistro Torres de Miranda" userId="82558bf5-0a7c-4071-b398-5925c96dbeb2" providerId="ADAL" clId="{656FE884-F6D1-4891-9025-3B419832A896}" dt="2025-03-18T01:12:03.831" v="87" actId="26606"/>
          <ac:spMkLst>
            <pc:docMk/>
            <pc:sldMk cId="3151962155" sldId="409"/>
            <ac:spMk id="3" creationId="{B8931454-CD35-A597-295E-E8D8738DE84C}"/>
          </ac:spMkLst>
        </pc:spChg>
        <pc:spChg chg="add del">
          <ac:chgData name="José Pedro Calistro Torres de Miranda" userId="82558bf5-0a7c-4071-b398-5925c96dbeb2" providerId="ADAL" clId="{656FE884-F6D1-4891-9025-3B419832A896}" dt="2025-03-18T01:12:03.800" v="86" actId="26606"/>
          <ac:spMkLst>
            <pc:docMk/>
            <pc:sldMk cId="3151962155" sldId="409"/>
            <ac:spMk id="9" creationId="{AE2B703B-46F9-481A-A605-82E2A828C4FA}"/>
          </ac:spMkLst>
        </pc:spChg>
        <pc:spChg chg="add del">
          <ac:chgData name="José Pedro Calistro Torres de Miranda" userId="82558bf5-0a7c-4071-b398-5925c96dbeb2" providerId="ADAL" clId="{656FE884-F6D1-4891-9025-3B419832A896}" dt="2025-03-18T01:12:03.800" v="86" actId="26606"/>
          <ac:spMkLst>
            <pc:docMk/>
            <pc:sldMk cId="3151962155" sldId="409"/>
            <ac:spMk id="11" creationId="{F13BE4D7-0C3D-4906-B230-A1C5B4665CCF}"/>
          </ac:spMkLst>
        </pc:spChg>
        <pc:spChg chg="add">
          <ac:chgData name="José Pedro Calistro Torres de Miranda" userId="82558bf5-0a7c-4071-b398-5925c96dbeb2" providerId="ADAL" clId="{656FE884-F6D1-4891-9025-3B419832A896}" dt="2025-03-18T01:12:03.831" v="87" actId="26606"/>
          <ac:spMkLst>
            <pc:docMk/>
            <pc:sldMk cId="3151962155" sldId="409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656FE884-F6D1-4891-9025-3B419832A896}" dt="2025-03-18T01:12:03.831" v="87" actId="26606"/>
          <ac:spMkLst>
            <pc:docMk/>
            <pc:sldMk cId="3151962155" sldId="409"/>
            <ac:spMk id="14" creationId="{BACC6370-2D7E-4714-9D71-7542949D7D5D}"/>
          </ac:spMkLst>
        </pc:spChg>
        <pc:spChg chg="add">
          <ac:chgData name="José Pedro Calistro Torres de Miranda" userId="82558bf5-0a7c-4071-b398-5925c96dbeb2" providerId="ADAL" clId="{656FE884-F6D1-4891-9025-3B419832A896}" dt="2025-03-18T01:12:03.831" v="87" actId="26606"/>
          <ac:spMkLst>
            <pc:docMk/>
            <pc:sldMk cId="3151962155" sldId="409"/>
            <ac:spMk id="15" creationId="{063BBA22-50EA-4C4D-BE05-F1CE4E63AA56}"/>
          </ac:spMkLst>
        </pc:spChg>
        <pc:spChg chg="add">
          <ac:chgData name="José Pedro Calistro Torres de Miranda" userId="82558bf5-0a7c-4071-b398-5925c96dbeb2" providerId="ADAL" clId="{656FE884-F6D1-4891-9025-3B419832A896}" dt="2025-03-18T01:12:03.831" v="87" actId="26606"/>
          <ac:spMkLst>
            <pc:docMk/>
            <pc:sldMk cId="3151962155" sldId="409"/>
            <ac:spMk id="16" creationId="{F68B3F68-107C-434F-AA38-110D5EA91B85}"/>
          </ac:spMkLst>
        </pc:spChg>
        <pc:graphicFrameChg chg="add del">
          <ac:chgData name="José Pedro Calistro Torres de Miranda" userId="82558bf5-0a7c-4071-b398-5925c96dbeb2" providerId="ADAL" clId="{656FE884-F6D1-4891-9025-3B419832A896}" dt="2025-03-18T01:12:03.800" v="86" actId="26606"/>
          <ac:graphicFrameMkLst>
            <pc:docMk/>
            <pc:sldMk cId="3151962155" sldId="409"/>
            <ac:graphicFrameMk id="5" creationId="{57ECFD70-DE92-22D0-BCEB-9A6AFA9CB5AA}"/>
          </ac:graphicFrameMkLst>
        </pc:graphicFrameChg>
        <pc:graphicFrameChg chg="add">
          <ac:chgData name="José Pedro Calistro Torres de Miranda" userId="82558bf5-0a7c-4071-b398-5925c96dbeb2" providerId="ADAL" clId="{656FE884-F6D1-4891-9025-3B419832A896}" dt="2025-03-18T01:12:03.831" v="87" actId="26606"/>
          <ac:graphicFrameMkLst>
            <pc:docMk/>
            <pc:sldMk cId="3151962155" sldId="409"/>
            <ac:graphicFrameMk id="17" creationId="{A7C0611E-F725-14CD-76C1-65F1195B4B04}"/>
          </ac:graphicFrameMkLst>
        </pc:graphicFrameChg>
      </pc:sldChg>
      <pc:sldChg chg="add del">
        <pc:chgData name="José Pedro Calistro Torres de Miranda" userId="82558bf5-0a7c-4071-b398-5925c96dbeb2" providerId="ADAL" clId="{656FE884-F6D1-4891-9025-3B419832A896}" dt="2025-03-18T01:10:51.919" v="73" actId="47"/>
        <pc:sldMkLst>
          <pc:docMk/>
          <pc:sldMk cId="3659348003" sldId="41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25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59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Relationship Id="rId4" Type="http://schemas.openxmlformats.org/officeDocument/2006/relationships/image" Target="../media/image97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6" Type="http://schemas.openxmlformats.org/officeDocument/2006/relationships/image" Target="../media/image102.svg"/><Relationship Id="rId5" Type="http://schemas.openxmlformats.org/officeDocument/2006/relationships/image" Target="../media/image32.png"/><Relationship Id="rId4" Type="http://schemas.openxmlformats.org/officeDocument/2006/relationships/image" Target="../media/image10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25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59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Relationship Id="rId4" Type="http://schemas.openxmlformats.org/officeDocument/2006/relationships/image" Target="../media/image97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6" Type="http://schemas.openxmlformats.org/officeDocument/2006/relationships/image" Target="../media/image102.svg"/><Relationship Id="rId5" Type="http://schemas.openxmlformats.org/officeDocument/2006/relationships/image" Target="../media/image32.png"/><Relationship Id="rId4" Type="http://schemas.openxmlformats.org/officeDocument/2006/relationships/image" Target="../media/image10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87EB20-2F90-4EAA-A114-A64EF6D86FD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7E27EE9-5160-4100-8733-9A5ECDC2BC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1" i="0" baseline="0"/>
            <a:t>Objetivo da Aula</a:t>
          </a:r>
          <a:r>
            <a:rPr lang="pt-BR" sz="1200" b="0" i="0" baseline="0"/>
            <a:t> </a:t>
          </a:r>
          <a:endParaRPr lang="en-US" sz="1200"/>
        </a:p>
      </dgm:t>
    </dgm:pt>
    <dgm:pt modelId="{26FE9AE4-F9CB-4388-A0F1-26D029A775E4}" type="parTrans" cxnId="{2D2D3607-BC90-4411-B2AF-8EE51B1749F5}">
      <dgm:prSet/>
      <dgm:spPr/>
      <dgm:t>
        <a:bodyPr/>
        <a:lstStyle/>
        <a:p>
          <a:endParaRPr lang="en-US" sz="1600"/>
        </a:p>
      </dgm:t>
    </dgm:pt>
    <dgm:pt modelId="{834755FF-C96F-4056-8E26-D41CD802C2E8}" type="sibTrans" cxnId="{2D2D3607-BC90-4411-B2AF-8EE51B1749F5}">
      <dgm:prSet/>
      <dgm:spPr/>
      <dgm:t>
        <a:bodyPr/>
        <a:lstStyle/>
        <a:p>
          <a:endParaRPr lang="en-US" sz="1600"/>
        </a:p>
      </dgm:t>
    </dgm:pt>
    <dgm:pt modelId="{FD878159-CE7C-4267-A9FF-4F638454D6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1" i="0" baseline="0"/>
            <a:t>Apresentação da Atividade Anterior</a:t>
          </a:r>
          <a:r>
            <a:rPr lang="pt-BR" sz="1200" b="0" i="0" baseline="0"/>
            <a:t> </a:t>
          </a:r>
          <a:endParaRPr lang="en-US" sz="1200"/>
        </a:p>
      </dgm:t>
    </dgm:pt>
    <dgm:pt modelId="{25F6C5CC-71D5-420C-A9F7-ECF1ED78C7F2}" type="parTrans" cxnId="{AC8FD9A6-23C6-4121-A57A-36AD4BB1EDF2}">
      <dgm:prSet/>
      <dgm:spPr/>
      <dgm:t>
        <a:bodyPr/>
        <a:lstStyle/>
        <a:p>
          <a:endParaRPr lang="en-US" sz="1600"/>
        </a:p>
      </dgm:t>
    </dgm:pt>
    <dgm:pt modelId="{AE003F0D-5604-4E38-94E1-44955BA93164}" type="sibTrans" cxnId="{AC8FD9A6-23C6-4121-A57A-36AD4BB1EDF2}">
      <dgm:prSet/>
      <dgm:spPr/>
      <dgm:t>
        <a:bodyPr/>
        <a:lstStyle/>
        <a:p>
          <a:endParaRPr lang="en-US" sz="1600"/>
        </a:p>
      </dgm:t>
    </dgm:pt>
    <dgm:pt modelId="{0BDA666D-0547-4CA5-BC2F-C42FBB78E4F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1" i="0" baseline="0"/>
            <a:t>Revisão dos Conceitos das Aulas Anteriores</a:t>
          </a:r>
          <a:r>
            <a:rPr lang="pt-BR" sz="1200" b="0" i="0" baseline="0"/>
            <a:t> </a:t>
          </a:r>
          <a:endParaRPr lang="en-US" sz="1200"/>
        </a:p>
      </dgm:t>
    </dgm:pt>
    <dgm:pt modelId="{49184A24-5C90-40A7-BBFC-DE67C57DEE12}" type="parTrans" cxnId="{8594DD36-633B-4ED1-B121-DEE5D82EA058}">
      <dgm:prSet/>
      <dgm:spPr/>
      <dgm:t>
        <a:bodyPr/>
        <a:lstStyle/>
        <a:p>
          <a:endParaRPr lang="en-US" sz="1600"/>
        </a:p>
      </dgm:t>
    </dgm:pt>
    <dgm:pt modelId="{830EFDC7-C081-4FED-BC40-3BBBED43F833}" type="sibTrans" cxnId="{8594DD36-633B-4ED1-B121-DEE5D82EA058}">
      <dgm:prSet/>
      <dgm:spPr/>
      <dgm:t>
        <a:bodyPr/>
        <a:lstStyle/>
        <a:p>
          <a:endParaRPr lang="en-US" sz="1600"/>
        </a:p>
      </dgm:t>
    </dgm:pt>
    <dgm:pt modelId="{58017796-0E95-4863-8252-2BF538D271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1" i="0" baseline="0" dirty="0"/>
            <a:t>O que é Modelagem Multidimensional?</a:t>
          </a:r>
          <a:r>
            <a:rPr lang="pt-BR" sz="1200" b="0" i="0" baseline="0" dirty="0"/>
            <a:t> </a:t>
          </a:r>
          <a:endParaRPr lang="en-US" sz="1200" dirty="0"/>
        </a:p>
      </dgm:t>
    </dgm:pt>
    <dgm:pt modelId="{550ABE17-8502-432B-8659-4A72011373B2}" type="parTrans" cxnId="{F735A1FF-51DE-48CB-BE17-6BA7DDE5612F}">
      <dgm:prSet/>
      <dgm:spPr/>
      <dgm:t>
        <a:bodyPr/>
        <a:lstStyle/>
        <a:p>
          <a:endParaRPr lang="en-US" sz="1600"/>
        </a:p>
      </dgm:t>
    </dgm:pt>
    <dgm:pt modelId="{47B2CBF8-4D94-4F99-A33B-525C14E03FEA}" type="sibTrans" cxnId="{F735A1FF-51DE-48CB-BE17-6BA7DDE5612F}">
      <dgm:prSet/>
      <dgm:spPr/>
      <dgm:t>
        <a:bodyPr/>
        <a:lstStyle/>
        <a:p>
          <a:endParaRPr lang="en-US" sz="1600"/>
        </a:p>
      </dgm:t>
    </dgm:pt>
    <dgm:pt modelId="{30F62467-220B-4F7D-A9F0-09D9B4872D9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050" b="1" i="0" baseline="0" dirty="0"/>
            <a:t>Estrutura de Modelagem Multidimensional</a:t>
          </a:r>
          <a:r>
            <a:rPr lang="pt-BR" sz="1050" b="0" i="0" baseline="0" dirty="0"/>
            <a:t> </a:t>
          </a:r>
          <a:endParaRPr lang="en-US" sz="1050" dirty="0"/>
        </a:p>
      </dgm:t>
    </dgm:pt>
    <dgm:pt modelId="{14BA4013-13D7-4C58-B359-4853BCF024AE}" type="parTrans" cxnId="{9846F89F-7E47-4AA2-872B-BDFEFBA24CE3}">
      <dgm:prSet/>
      <dgm:spPr/>
      <dgm:t>
        <a:bodyPr/>
        <a:lstStyle/>
        <a:p>
          <a:endParaRPr lang="en-US" sz="1600"/>
        </a:p>
      </dgm:t>
    </dgm:pt>
    <dgm:pt modelId="{54EDA0D9-8610-4856-A3D5-5501B1367393}" type="sibTrans" cxnId="{9846F89F-7E47-4AA2-872B-BDFEFBA24CE3}">
      <dgm:prSet/>
      <dgm:spPr/>
      <dgm:t>
        <a:bodyPr/>
        <a:lstStyle/>
        <a:p>
          <a:endParaRPr lang="en-US" sz="1600"/>
        </a:p>
      </dgm:t>
    </dgm:pt>
    <dgm:pt modelId="{014430C2-CD29-4AEC-8131-04A49FF2BB0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050" b="1" i="0" baseline="0" dirty="0"/>
            <a:t>Star </a:t>
          </a:r>
          <a:r>
            <a:rPr lang="pt-BR" sz="1050" b="1" i="0" baseline="0" dirty="0" err="1"/>
            <a:t>Schema</a:t>
          </a:r>
          <a:r>
            <a:rPr lang="pt-BR" sz="1050" b="1" i="0" baseline="0" dirty="0"/>
            <a:t> (Esquema em Estrela)</a:t>
          </a:r>
          <a:r>
            <a:rPr lang="pt-BR" sz="1050" b="0" i="0" baseline="0" dirty="0"/>
            <a:t> </a:t>
          </a:r>
          <a:endParaRPr lang="en-US" sz="1050" dirty="0"/>
        </a:p>
      </dgm:t>
    </dgm:pt>
    <dgm:pt modelId="{E162E640-DD29-425F-8183-13F7F8BD1A5B}" type="parTrans" cxnId="{18938C1A-4444-4630-82A6-9352ED52E0ED}">
      <dgm:prSet/>
      <dgm:spPr/>
      <dgm:t>
        <a:bodyPr/>
        <a:lstStyle/>
        <a:p>
          <a:endParaRPr lang="en-US" sz="1600"/>
        </a:p>
      </dgm:t>
    </dgm:pt>
    <dgm:pt modelId="{9EB40396-9C20-478E-A356-F28D8065E0F3}" type="sibTrans" cxnId="{18938C1A-4444-4630-82A6-9352ED52E0ED}">
      <dgm:prSet/>
      <dgm:spPr/>
      <dgm:t>
        <a:bodyPr/>
        <a:lstStyle/>
        <a:p>
          <a:endParaRPr lang="en-US" sz="1600"/>
        </a:p>
      </dgm:t>
    </dgm:pt>
    <dgm:pt modelId="{6E06AF79-AFDC-44BE-961F-31E54835B2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1" i="0" baseline="0" dirty="0"/>
            <a:t>Atividade Prática - Modelagem Multidimensional</a:t>
          </a:r>
          <a:r>
            <a:rPr lang="pt-BR" sz="1200" b="0" i="0" baseline="0" dirty="0"/>
            <a:t> </a:t>
          </a:r>
          <a:endParaRPr lang="en-US" sz="1200" dirty="0"/>
        </a:p>
      </dgm:t>
    </dgm:pt>
    <dgm:pt modelId="{AFFD4096-2A43-49B9-A0F7-36197C3D9B97}" type="parTrans" cxnId="{8E7756C4-FECB-4837-BACF-83197A485011}">
      <dgm:prSet/>
      <dgm:spPr/>
      <dgm:t>
        <a:bodyPr/>
        <a:lstStyle/>
        <a:p>
          <a:endParaRPr lang="en-US" sz="1600"/>
        </a:p>
      </dgm:t>
    </dgm:pt>
    <dgm:pt modelId="{BD773D79-5E1E-43D1-9AE3-801CF813B64C}" type="sibTrans" cxnId="{8E7756C4-FECB-4837-BACF-83197A485011}">
      <dgm:prSet/>
      <dgm:spPr/>
      <dgm:t>
        <a:bodyPr/>
        <a:lstStyle/>
        <a:p>
          <a:endParaRPr lang="en-US" sz="1600"/>
        </a:p>
      </dgm:t>
    </dgm:pt>
    <dgm:pt modelId="{16B524A4-FB81-47C7-897B-FCCE3950A73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050" b="1" i="0" baseline="0" dirty="0"/>
            <a:t>Exemplo de Modelagem Multidimensional</a:t>
          </a:r>
          <a:r>
            <a:rPr lang="pt-BR" sz="1050" b="0" i="0" baseline="0" dirty="0"/>
            <a:t> </a:t>
          </a:r>
          <a:endParaRPr lang="en-US" sz="1050" dirty="0"/>
        </a:p>
      </dgm:t>
    </dgm:pt>
    <dgm:pt modelId="{27BE6770-D66D-43C6-AD59-C0FD2200E8C6}" type="parTrans" cxnId="{D069FD30-BD24-4B7A-895D-7491BAB44B38}">
      <dgm:prSet/>
      <dgm:spPr/>
      <dgm:t>
        <a:bodyPr/>
        <a:lstStyle/>
        <a:p>
          <a:endParaRPr lang="en-US" sz="1600"/>
        </a:p>
      </dgm:t>
    </dgm:pt>
    <dgm:pt modelId="{DE198477-5D7C-4111-8B1E-39A9A7A66C2D}" type="sibTrans" cxnId="{D069FD30-BD24-4B7A-895D-7491BAB44B38}">
      <dgm:prSet/>
      <dgm:spPr/>
      <dgm:t>
        <a:bodyPr/>
        <a:lstStyle/>
        <a:p>
          <a:endParaRPr lang="en-US" sz="1600"/>
        </a:p>
      </dgm:t>
    </dgm:pt>
    <dgm:pt modelId="{4F127576-9F2F-4988-9F16-6555DEC255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050" b="1" i="0" baseline="0" dirty="0"/>
            <a:t>Apresentação dos Trabalhos dos Alunos</a:t>
          </a:r>
          <a:r>
            <a:rPr lang="pt-BR" sz="1050" b="0" i="0" baseline="0" dirty="0"/>
            <a:t> </a:t>
          </a:r>
          <a:endParaRPr lang="en-US" sz="1050" dirty="0"/>
        </a:p>
      </dgm:t>
    </dgm:pt>
    <dgm:pt modelId="{F0B0D591-6344-40A4-BD62-33EE8A1CF017}" type="parTrans" cxnId="{B595EA74-3FF4-4BFF-AF51-972C15DBE177}">
      <dgm:prSet/>
      <dgm:spPr/>
      <dgm:t>
        <a:bodyPr/>
        <a:lstStyle/>
        <a:p>
          <a:endParaRPr lang="en-US" sz="1600"/>
        </a:p>
      </dgm:t>
    </dgm:pt>
    <dgm:pt modelId="{86F4C6AF-7DAC-4B42-BAE5-CDD988665E48}" type="sibTrans" cxnId="{B595EA74-3FF4-4BFF-AF51-972C15DBE177}">
      <dgm:prSet/>
      <dgm:spPr/>
      <dgm:t>
        <a:bodyPr/>
        <a:lstStyle/>
        <a:p>
          <a:endParaRPr lang="en-US" sz="1600"/>
        </a:p>
      </dgm:t>
    </dgm:pt>
    <dgm:pt modelId="{E62B162C-9695-4772-A4A1-14434204887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1" i="0" baseline="0"/>
            <a:t>Revisão do Conteúdo da Aula</a:t>
          </a:r>
          <a:r>
            <a:rPr lang="pt-BR" sz="1200" b="0" i="0" baseline="0"/>
            <a:t> </a:t>
          </a:r>
          <a:endParaRPr lang="en-US" sz="1200"/>
        </a:p>
      </dgm:t>
    </dgm:pt>
    <dgm:pt modelId="{83786AF4-9D7B-49F5-B901-947D4D95274C}" type="parTrans" cxnId="{512A143E-87B1-4D61-B311-8079FEBE2D96}">
      <dgm:prSet/>
      <dgm:spPr/>
      <dgm:t>
        <a:bodyPr/>
        <a:lstStyle/>
        <a:p>
          <a:endParaRPr lang="en-US" sz="1600"/>
        </a:p>
      </dgm:t>
    </dgm:pt>
    <dgm:pt modelId="{EA524019-09C0-40C6-8110-681A6775100C}" type="sibTrans" cxnId="{512A143E-87B1-4D61-B311-8079FEBE2D96}">
      <dgm:prSet/>
      <dgm:spPr/>
      <dgm:t>
        <a:bodyPr/>
        <a:lstStyle/>
        <a:p>
          <a:endParaRPr lang="en-US" sz="1600"/>
        </a:p>
      </dgm:t>
    </dgm:pt>
    <dgm:pt modelId="{4EC77F8E-9160-4A57-8568-2DD72C70FF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1" i="0" baseline="0"/>
            <a:t>Pactuação de Prazos e Próximos Passos</a:t>
          </a:r>
          <a:r>
            <a:rPr lang="pt-BR" sz="1200" b="0" i="0" baseline="0"/>
            <a:t> </a:t>
          </a:r>
          <a:endParaRPr lang="en-US" sz="1200"/>
        </a:p>
      </dgm:t>
    </dgm:pt>
    <dgm:pt modelId="{EDC909CE-2445-4E7D-B8BF-EDE6862E0855}" type="parTrans" cxnId="{32E1DD67-3C0C-4508-8863-2BCA7B2841FC}">
      <dgm:prSet/>
      <dgm:spPr/>
      <dgm:t>
        <a:bodyPr/>
        <a:lstStyle/>
        <a:p>
          <a:endParaRPr lang="en-US" sz="1600"/>
        </a:p>
      </dgm:t>
    </dgm:pt>
    <dgm:pt modelId="{EC53FEC9-0F97-4EF8-8556-FE6ECA84B076}" type="sibTrans" cxnId="{32E1DD67-3C0C-4508-8863-2BCA7B2841FC}">
      <dgm:prSet/>
      <dgm:spPr/>
      <dgm:t>
        <a:bodyPr/>
        <a:lstStyle/>
        <a:p>
          <a:endParaRPr lang="en-US" sz="1600"/>
        </a:p>
      </dgm:t>
    </dgm:pt>
    <dgm:pt modelId="{B7DD937D-6297-42B6-8B36-88AD2448927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1" i="0" baseline="0"/>
            <a:t>Conclusão e Perguntas</a:t>
          </a:r>
          <a:r>
            <a:rPr lang="pt-BR" sz="1200" b="0" i="0" baseline="0"/>
            <a:t> </a:t>
          </a:r>
          <a:endParaRPr lang="en-US" sz="1200"/>
        </a:p>
      </dgm:t>
    </dgm:pt>
    <dgm:pt modelId="{54D5FAA4-D5C4-4952-BCE3-DDB6B8DB60FB}" type="parTrans" cxnId="{E3020BD8-7547-403A-9073-F71890223379}">
      <dgm:prSet/>
      <dgm:spPr/>
      <dgm:t>
        <a:bodyPr/>
        <a:lstStyle/>
        <a:p>
          <a:endParaRPr lang="en-US" sz="1600"/>
        </a:p>
      </dgm:t>
    </dgm:pt>
    <dgm:pt modelId="{0B870202-5B0D-4AFE-845E-98ADA87B4E5F}" type="sibTrans" cxnId="{E3020BD8-7547-403A-9073-F71890223379}">
      <dgm:prSet/>
      <dgm:spPr/>
      <dgm:t>
        <a:bodyPr/>
        <a:lstStyle/>
        <a:p>
          <a:endParaRPr lang="en-US" sz="1600"/>
        </a:p>
      </dgm:t>
    </dgm:pt>
    <dgm:pt modelId="{1B69E724-4433-4BE5-90AE-17B2EAA54A9D}" type="pres">
      <dgm:prSet presAssocID="{3287EB20-2F90-4EAA-A114-A64EF6D86FDA}" presName="root" presStyleCnt="0">
        <dgm:presLayoutVars>
          <dgm:dir/>
          <dgm:resizeHandles val="exact"/>
        </dgm:presLayoutVars>
      </dgm:prSet>
      <dgm:spPr/>
    </dgm:pt>
    <dgm:pt modelId="{D2ED1507-8A1D-4DDB-844C-E950ED710FE2}" type="pres">
      <dgm:prSet presAssocID="{17E27EE9-5160-4100-8733-9A5ECDC2BC64}" presName="compNode" presStyleCnt="0"/>
      <dgm:spPr/>
    </dgm:pt>
    <dgm:pt modelId="{04C0B468-6302-4290-8032-3598F74A0077}" type="pres">
      <dgm:prSet presAssocID="{17E27EE9-5160-4100-8733-9A5ECDC2BC64}" presName="bgRect" presStyleLbl="bgShp" presStyleIdx="0" presStyleCnt="8"/>
      <dgm:spPr/>
    </dgm:pt>
    <dgm:pt modelId="{940FDDAC-7187-4CF9-BB68-4A9B70C42CED}" type="pres">
      <dgm:prSet presAssocID="{17E27EE9-5160-4100-8733-9A5ECDC2BC64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5B7D0493-B713-4FC3-B6CC-EC26D46808A0}" type="pres">
      <dgm:prSet presAssocID="{17E27EE9-5160-4100-8733-9A5ECDC2BC64}" presName="spaceRect" presStyleCnt="0"/>
      <dgm:spPr/>
    </dgm:pt>
    <dgm:pt modelId="{8FF07483-3135-49F2-9158-53D1F6D1C0A3}" type="pres">
      <dgm:prSet presAssocID="{17E27EE9-5160-4100-8733-9A5ECDC2BC64}" presName="parTx" presStyleLbl="revTx" presStyleIdx="0" presStyleCnt="10">
        <dgm:presLayoutVars>
          <dgm:chMax val="0"/>
          <dgm:chPref val="0"/>
        </dgm:presLayoutVars>
      </dgm:prSet>
      <dgm:spPr/>
    </dgm:pt>
    <dgm:pt modelId="{729CDCE6-AC12-4A39-944A-F1DB24F2AE27}" type="pres">
      <dgm:prSet presAssocID="{834755FF-C96F-4056-8E26-D41CD802C2E8}" presName="sibTrans" presStyleCnt="0"/>
      <dgm:spPr/>
    </dgm:pt>
    <dgm:pt modelId="{E801C8E3-205A-4520-AAB6-CCB6A59375E7}" type="pres">
      <dgm:prSet presAssocID="{FD878159-CE7C-4267-A9FF-4F638454D679}" presName="compNode" presStyleCnt="0"/>
      <dgm:spPr/>
    </dgm:pt>
    <dgm:pt modelId="{9D7CFCD0-36CE-4A1D-B915-52A584450E3A}" type="pres">
      <dgm:prSet presAssocID="{FD878159-CE7C-4267-A9FF-4F638454D679}" presName="bgRect" presStyleLbl="bgShp" presStyleIdx="1" presStyleCnt="8"/>
      <dgm:spPr/>
    </dgm:pt>
    <dgm:pt modelId="{AA4E44E7-182A-4725-A532-8FD79D08E96E}" type="pres">
      <dgm:prSet presAssocID="{FD878159-CE7C-4267-A9FF-4F638454D679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59332A69-023F-4C56-BBA4-D7BF72659A74}" type="pres">
      <dgm:prSet presAssocID="{FD878159-CE7C-4267-A9FF-4F638454D679}" presName="spaceRect" presStyleCnt="0"/>
      <dgm:spPr/>
    </dgm:pt>
    <dgm:pt modelId="{C905FF28-F948-4D89-8C31-475725D61BBC}" type="pres">
      <dgm:prSet presAssocID="{FD878159-CE7C-4267-A9FF-4F638454D679}" presName="parTx" presStyleLbl="revTx" presStyleIdx="1" presStyleCnt="10">
        <dgm:presLayoutVars>
          <dgm:chMax val="0"/>
          <dgm:chPref val="0"/>
        </dgm:presLayoutVars>
      </dgm:prSet>
      <dgm:spPr/>
    </dgm:pt>
    <dgm:pt modelId="{2EE843E4-FBFD-4C35-ADB8-2F2DA1063CE4}" type="pres">
      <dgm:prSet presAssocID="{AE003F0D-5604-4E38-94E1-44955BA93164}" presName="sibTrans" presStyleCnt="0"/>
      <dgm:spPr/>
    </dgm:pt>
    <dgm:pt modelId="{063746E8-2ACE-4BE3-A651-A1EB5A9231FD}" type="pres">
      <dgm:prSet presAssocID="{0BDA666D-0547-4CA5-BC2F-C42FBB78E4FD}" presName="compNode" presStyleCnt="0"/>
      <dgm:spPr/>
    </dgm:pt>
    <dgm:pt modelId="{5031AF4B-026B-4FDA-8E7B-0984FF1824F9}" type="pres">
      <dgm:prSet presAssocID="{0BDA666D-0547-4CA5-BC2F-C42FBB78E4FD}" presName="bgRect" presStyleLbl="bgShp" presStyleIdx="2" presStyleCnt="8"/>
      <dgm:spPr/>
    </dgm:pt>
    <dgm:pt modelId="{BDDE47DA-947B-4088-90FA-4E73F2678168}" type="pres">
      <dgm:prSet presAssocID="{0BDA666D-0547-4CA5-BC2F-C42FBB78E4FD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ápis"/>
        </a:ext>
      </dgm:extLst>
    </dgm:pt>
    <dgm:pt modelId="{9A1EFEC7-A5C4-4671-8A3B-A525DCECC0BA}" type="pres">
      <dgm:prSet presAssocID="{0BDA666D-0547-4CA5-BC2F-C42FBB78E4FD}" presName="spaceRect" presStyleCnt="0"/>
      <dgm:spPr/>
    </dgm:pt>
    <dgm:pt modelId="{4B977678-77B9-465E-8959-AC29D5278A5C}" type="pres">
      <dgm:prSet presAssocID="{0BDA666D-0547-4CA5-BC2F-C42FBB78E4FD}" presName="parTx" presStyleLbl="revTx" presStyleIdx="2" presStyleCnt="10">
        <dgm:presLayoutVars>
          <dgm:chMax val="0"/>
          <dgm:chPref val="0"/>
        </dgm:presLayoutVars>
      </dgm:prSet>
      <dgm:spPr/>
    </dgm:pt>
    <dgm:pt modelId="{835B76F8-7E55-4D7A-85BE-BA9E2DD92AC0}" type="pres">
      <dgm:prSet presAssocID="{830EFDC7-C081-4FED-BC40-3BBBED43F833}" presName="sibTrans" presStyleCnt="0"/>
      <dgm:spPr/>
    </dgm:pt>
    <dgm:pt modelId="{E3417193-B944-482A-906A-5E5C6E684587}" type="pres">
      <dgm:prSet presAssocID="{58017796-0E95-4863-8252-2BF538D27152}" presName="compNode" presStyleCnt="0"/>
      <dgm:spPr/>
    </dgm:pt>
    <dgm:pt modelId="{6F3725CE-566E-4DA0-9456-AF5E558062C4}" type="pres">
      <dgm:prSet presAssocID="{58017796-0E95-4863-8252-2BF538D27152}" presName="bgRect" presStyleLbl="bgShp" presStyleIdx="3" presStyleCnt="8"/>
      <dgm:spPr/>
    </dgm:pt>
    <dgm:pt modelId="{34AD2F91-FE2A-4AD5-8A2D-F6882D2DAA80}" type="pres">
      <dgm:prSet presAssocID="{58017796-0E95-4863-8252-2BF538D2715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C86E419F-6455-4EE9-91EB-58C66EBD7B50}" type="pres">
      <dgm:prSet presAssocID="{58017796-0E95-4863-8252-2BF538D27152}" presName="spaceRect" presStyleCnt="0"/>
      <dgm:spPr/>
    </dgm:pt>
    <dgm:pt modelId="{89C7CA0F-54DF-4644-8A4D-010EDBCC50F0}" type="pres">
      <dgm:prSet presAssocID="{58017796-0E95-4863-8252-2BF538D27152}" presName="parTx" presStyleLbl="revTx" presStyleIdx="3" presStyleCnt="10">
        <dgm:presLayoutVars>
          <dgm:chMax val="0"/>
          <dgm:chPref val="0"/>
        </dgm:presLayoutVars>
      </dgm:prSet>
      <dgm:spPr/>
    </dgm:pt>
    <dgm:pt modelId="{4F7C2D3B-E948-4593-A15D-A8A40E732F84}" type="pres">
      <dgm:prSet presAssocID="{58017796-0E95-4863-8252-2BF538D27152}" presName="desTx" presStyleLbl="revTx" presStyleIdx="4" presStyleCnt="10" custScaleX="120668" custScaleY="113274">
        <dgm:presLayoutVars/>
      </dgm:prSet>
      <dgm:spPr/>
    </dgm:pt>
    <dgm:pt modelId="{96A6F6B3-B67F-4A40-B4D2-01EEC4722576}" type="pres">
      <dgm:prSet presAssocID="{47B2CBF8-4D94-4F99-A33B-525C14E03FEA}" presName="sibTrans" presStyleCnt="0"/>
      <dgm:spPr/>
    </dgm:pt>
    <dgm:pt modelId="{AAD24EAD-4732-49FE-8EC9-15FC09C27422}" type="pres">
      <dgm:prSet presAssocID="{6E06AF79-AFDC-44BE-961F-31E54835B202}" presName="compNode" presStyleCnt="0"/>
      <dgm:spPr/>
    </dgm:pt>
    <dgm:pt modelId="{962061CB-9A2F-4C08-B8ED-506DEBE54C4B}" type="pres">
      <dgm:prSet presAssocID="{6E06AF79-AFDC-44BE-961F-31E54835B202}" presName="bgRect" presStyleLbl="bgShp" presStyleIdx="4" presStyleCnt="8" custScaleY="141999"/>
      <dgm:spPr/>
    </dgm:pt>
    <dgm:pt modelId="{ECBB974F-E73B-43FF-9824-E0BF12204D77}" type="pres">
      <dgm:prSet presAssocID="{6E06AF79-AFDC-44BE-961F-31E54835B202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F04DA7C-C258-42BB-B486-9021CCD25D10}" type="pres">
      <dgm:prSet presAssocID="{6E06AF79-AFDC-44BE-961F-31E54835B202}" presName="spaceRect" presStyleCnt="0"/>
      <dgm:spPr/>
    </dgm:pt>
    <dgm:pt modelId="{4A9C6F93-8D03-440C-A7C5-D2946E79C95E}" type="pres">
      <dgm:prSet presAssocID="{6E06AF79-AFDC-44BE-961F-31E54835B202}" presName="parTx" presStyleLbl="revTx" presStyleIdx="5" presStyleCnt="10">
        <dgm:presLayoutVars>
          <dgm:chMax val="0"/>
          <dgm:chPref val="0"/>
        </dgm:presLayoutVars>
      </dgm:prSet>
      <dgm:spPr/>
    </dgm:pt>
    <dgm:pt modelId="{63FF6A82-DE4B-43F4-ABBE-6D204BE4807F}" type="pres">
      <dgm:prSet presAssocID="{6E06AF79-AFDC-44BE-961F-31E54835B202}" presName="desTx" presStyleLbl="revTx" presStyleIdx="6" presStyleCnt="10" custScaleX="118603">
        <dgm:presLayoutVars/>
      </dgm:prSet>
      <dgm:spPr/>
    </dgm:pt>
    <dgm:pt modelId="{CAB7147F-EEC8-447C-A8A6-91E6EBFAAFFA}" type="pres">
      <dgm:prSet presAssocID="{BD773D79-5E1E-43D1-9AE3-801CF813B64C}" presName="sibTrans" presStyleCnt="0"/>
      <dgm:spPr/>
    </dgm:pt>
    <dgm:pt modelId="{E8B1924F-2A0F-4397-9D4D-44B0F35FD8D2}" type="pres">
      <dgm:prSet presAssocID="{E62B162C-9695-4772-A4A1-14434204887B}" presName="compNode" presStyleCnt="0"/>
      <dgm:spPr/>
    </dgm:pt>
    <dgm:pt modelId="{ED1FD2AA-A11D-4C82-A8B2-548A5F3EFC71}" type="pres">
      <dgm:prSet presAssocID="{E62B162C-9695-4772-A4A1-14434204887B}" presName="bgRect" presStyleLbl="bgShp" presStyleIdx="5" presStyleCnt="8"/>
      <dgm:spPr/>
    </dgm:pt>
    <dgm:pt modelId="{BA9AFD3D-09A4-4E1E-A952-28EF24B3AB36}" type="pres">
      <dgm:prSet presAssocID="{E62B162C-9695-4772-A4A1-14434204887B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4F09D729-A3A1-4F2B-BC59-C854A5EABAE4}" type="pres">
      <dgm:prSet presAssocID="{E62B162C-9695-4772-A4A1-14434204887B}" presName="spaceRect" presStyleCnt="0"/>
      <dgm:spPr/>
    </dgm:pt>
    <dgm:pt modelId="{E0FD404F-C90F-4A2B-9C76-5DC7CA01BF23}" type="pres">
      <dgm:prSet presAssocID="{E62B162C-9695-4772-A4A1-14434204887B}" presName="parTx" presStyleLbl="revTx" presStyleIdx="7" presStyleCnt="10">
        <dgm:presLayoutVars>
          <dgm:chMax val="0"/>
          <dgm:chPref val="0"/>
        </dgm:presLayoutVars>
      </dgm:prSet>
      <dgm:spPr/>
    </dgm:pt>
    <dgm:pt modelId="{3A905164-8452-4E81-907E-CC235A0A7F8B}" type="pres">
      <dgm:prSet presAssocID="{EA524019-09C0-40C6-8110-681A6775100C}" presName="sibTrans" presStyleCnt="0"/>
      <dgm:spPr/>
    </dgm:pt>
    <dgm:pt modelId="{BF8D4DDA-B7E7-4B5F-9F93-8BB7A8FDBF0D}" type="pres">
      <dgm:prSet presAssocID="{4EC77F8E-9160-4A57-8568-2DD72C70FF2C}" presName="compNode" presStyleCnt="0"/>
      <dgm:spPr/>
    </dgm:pt>
    <dgm:pt modelId="{9A490310-0B2E-4D7B-A055-2F7DD141A45F}" type="pres">
      <dgm:prSet presAssocID="{4EC77F8E-9160-4A57-8568-2DD72C70FF2C}" presName="bgRect" presStyleLbl="bgShp" presStyleIdx="6" presStyleCnt="8"/>
      <dgm:spPr/>
    </dgm:pt>
    <dgm:pt modelId="{CD069AA0-CB59-43EE-A0AB-4F8C0FE8A0E2}" type="pres">
      <dgm:prSet presAssocID="{4EC77F8E-9160-4A57-8568-2DD72C70FF2C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5EFCBFA8-8D06-4944-A3FD-617DE4A6EBBF}" type="pres">
      <dgm:prSet presAssocID="{4EC77F8E-9160-4A57-8568-2DD72C70FF2C}" presName="spaceRect" presStyleCnt="0"/>
      <dgm:spPr/>
    </dgm:pt>
    <dgm:pt modelId="{739EDEE9-7FCE-4B26-A0C5-037ED022979F}" type="pres">
      <dgm:prSet presAssocID="{4EC77F8E-9160-4A57-8568-2DD72C70FF2C}" presName="parTx" presStyleLbl="revTx" presStyleIdx="8" presStyleCnt="10">
        <dgm:presLayoutVars>
          <dgm:chMax val="0"/>
          <dgm:chPref val="0"/>
        </dgm:presLayoutVars>
      </dgm:prSet>
      <dgm:spPr/>
    </dgm:pt>
    <dgm:pt modelId="{325B2E2F-B1A9-497C-B1AF-1613C34DE39D}" type="pres">
      <dgm:prSet presAssocID="{EC53FEC9-0F97-4EF8-8556-FE6ECA84B076}" presName="sibTrans" presStyleCnt="0"/>
      <dgm:spPr/>
    </dgm:pt>
    <dgm:pt modelId="{ADD59A25-9825-4E79-94FD-D2BF3097445A}" type="pres">
      <dgm:prSet presAssocID="{B7DD937D-6297-42B6-8B36-88AD24489275}" presName="compNode" presStyleCnt="0"/>
      <dgm:spPr/>
    </dgm:pt>
    <dgm:pt modelId="{2F7C3F40-7BB5-47C4-ADDC-6EAC921E3DB9}" type="pres">
      <dgm:prSet presAssocID="{B7DD937D-6297-42B6-8B36-88AD24489275}" presName="bgRect" presStyleLbl="bgShp" presStyleIdx="7" presStyleCnt="8"/>
      <dgm:spPr/>
    </dgm:pt>
    <dgm:pt modelId="{BC133EDB-1547-40DD-9A59-41948E2A3B71}" type="pres">
      <dgm:prSet presAssocID="{B7DD937D-6297-42B6-8B36-88AD2448927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D7C77934-D079-4CE4-9101-ED226579E2A1}" type="pres">
      <dgm:prSet presAssocID="{B7DD937D-6297-42B6-8B36-88AD24489275}" presName="spaceRect" presStyleCnt="0"/>
      <dgm:spPr/>
    </dgm:pt>
    <dgm:pt modelId="{8515DBB1-CC64-4256-9BCE-78B06839306C}" type="pres">
      <dgm:prSet presAssocID="{B7DD937D-6297-42B6-8B36-88AD24489275}" presName="parTx" presStyleLbl="revTx" presStyleIdx="9" presStyleCnt="10">
        <dgm:presLayoutVars>
          <dgm:chMax val="0"/>
          <dgm:chPref val="0"/>
        </dgm:presLayoutVars>
      </dgm:prSet>
      <dgm:spPr/>
    </dgm:pt>
  </dgm:ptLst>
  <dgm:cxnLst>
    <dgm:cxn modelId="{2D2D3607-BC90-4411-B2AF-8EE51B1749F5}" srcId="{3287EB20-2F90-4EAA-A114-A64EF6D86FDA}" destId="{17E27EE9-5160-4100-8733-9A5ECDC2BC64}" srcOrd="0" destOrd="0" parTransId="{26FE9AE4-F9CB-4388-A0F1-26D029A775E4}" sibTransId="{834755FF-C96F-4056-8E26-D41CD802C2E8}"/>
    <dgm:cxn modelId="{18938C1A-4444-4630-82A6-9352ED52E0ED}" srcId="{58017796-0E95-4863-8252-2BF538D27152}" destId="{014430C2-CD29-4AEC-8131-04A49FF2BB0D}" srcOrd="1" destOrd="0" parTransId="{E162E640-DD29-425F-8183-13F7F8BD1A5B}" sibTransId="{9EB40396-9C20-478E-A356-F28D8065E0F3}"/>
    <dgm:cxn modelId="{3B84EB1E-20F6-4020-973D-D696B5A1C979}" type="presOf" srcId="{0BDA666D-0547-4CA5-BC2F-C42FBB78E4FD}" destId="{4B977678-77B9-465E-8959-AC29D5278A5C}" srcOrd="0" destOrd="0" presId="urn:microsoft.com/office/officeart/2018/2/layout/IconVerticalSolidList"/>
    <dgm:cxn modelId="{F5830928-D586-4AA1-8DA5-7B22AAC6F252}" type="presOf" srcId="{4F127576-9F2F-4988-9F16-6555DEC255DC}" destId="{63FF6A82-DE4B-43F4-ABBE-6D204BE4807F}" srcOrd="0" destOrd="1" presId="urn:microsoft.com/office/officeart/2018/2/layout/IconVerticalSolidList"/>
    <dgm:cxn modelId="{D069FD30-BD24-4B7A-895D-7491BAB44B38}" srcId="{6E06AF79-AFDC-44BE-961F-31E54835B202}" destId="{16B524A4-FB81-47C7-897B-FCCE3950A731}" srcOrd="0" destOrd="0" parTransId="{27BE6770-D66D-43C6-AD59-C0FD2200E8C6}" sibTransId="{DE198477-5D7C-4111-8B1E-39A9A7A66C2D}"/>
    <dgm:cxn modelId="{0ACDED35-8ED1-4594-A4D0-2B26CF5F9A21}" type="presOf" srcId="{4EC77F8E-9160-4A57-8568-2DD72C70FF2C}" destId="{739EDEE9-7FCE-4B26-A0C5-037ED022979F}" srcOrd="0" destOrd="0" presId="urn:microsoft.com/office/officeart/2018/2/layout/IconVerticalSolidList"/>
    <dgm:cxn modelId="{8594DD36-633B-4ED1-B121-DEE5D82EA058}" srcId="{3287EB20-2F90-4EAA-A114-A64EF6D86FDA}" destId="{0BDA666D-0547-4CA5-BC2F-C42FBB78E4FD}" srcOrd="2" destOrd="0" parTransId="{49184A24-5C90-40A7-BBFC-DE67C57DEE12}" sibTransId="{830EFDC7-C081-4FED-BC40-3BBBED43F833}"/>
    <dgm:cxn modelId="{512A143E-87B1-4D61-B311-8079FEBE2D96}" srcId="{3287EB20-2F90-4EAA-A114-A64EF6D86FDA}" destId="{E62B162C-9695-4772-A4A1-14434204887B}" srcOrd="5" destOrd="0" parTransId="{83786AF4-9D7B-49F5-B901-947D4D95274C}" sibTransId="{EA524019-09C0-40C6-8110-681A6775100C}"/>
    <dgm:cxn modelId="{32E1DD67-3C0C-4508-8863-2BCA7B2841FC}" srcId="{3287EB20-2F90-4EAA-A114-A64EF6D86FDA}" destId="{4EC77F8E-9160-4A57-8568-2DD72C70FF2C}" srcOrd="6" destOrd="0" parTransId="{EDC909CE-2445-4E7D-B8BF-EDE6862E0855}" sibTransId="{EC53FEC9-0F97-4EF8-8556-FE6ECA84B076}"/>
    <dgm:cxn modelId="{3EF5216C-7357-4623-8B04-18BF8EA98A04}" type="presOf" srcId="{3287EB20-2F90-4EAA-A114-A64EF6D86FDA}" destId="{1B69E724-4433-4BE5-90AE-17B2EAA54A9D}" srcOrd="0" destOrd="0" presId="urn:microsoft.com/office/officeart/2018/2/layout/IconVerticalSolidList"/>
    <dgm:cxn modelId="{B595EA74-3FF4-4BFF-AF51-972C15DBE177}" srcId="{6E06AF79-AFDC-44BE-961F-31E54835B202}" destId="{4F127576-9F2F-4988-9F16-6555DEC255DC}" srcOrd="1" destOrd="0" parTransId="{F0B0D591-6344-40A4-BD62-33EE8A1CF017}" sibTransId="{86F4C6AF-7DAC-4B42-BAE5-CDD988665E48}"/>
    <dgm:cxn modelId="{091DA576-567B-41BA-9118-F7F23466EA84}" type="presOf" srcId="{30F62467-220B-4F7D-A9F0-09D9B4872D98}" destId="{4F7C2D3B-E948-4593-A15D-A8A40E732F84}" srcOrd="0" destOrd="0" presId="urn:microsoft.com/office/officeart/2018/2/layout/IconVerticalSolidList"/>
    <dgm:cxn modelId="{A139A88E-A64C-4A7F-99CF-A105ABD01ED4}" type="presOf" srcId="{17E27EE9-5160-4100-8733-9A5ECDC2BC64}" destId="{8FF07483-3135-49F2-9158-53D1F6D1C0A3}" srcOrd="0" destOrd="0" presId="urn:microsoft.com/office/officeart/2018/2/layout/IconVerticalSolidList"/>
    <dgm:cxn modelId="{D7547790-EC5F-4EF8-B598-03EB70C1C863}" type="presOf" srcId="{E62B162C-9695-4772-A4A1-14434204887B}" destId="{E0FD404F-C90F-4A2B-9C76-5DC7CA01BF23}" srcOrd="0" destOrd="0" presId="urn:microsoft.com/office/officeart/2018/2/layout/IconVerticalSolidList"/>
    <dgm:cxn modelId="{9846F89F-7E47-4AA2-872B-BDFEFBA24CE3}" srcId="{58017796-0E95-4863-8252-2BF538D27152}" destId="{30F62467-220B-4F7D-A9F0-09D9B4872D98}" srcOrd="0" destOrd="0" parTransId="{14BA4013-13D7-4C58-B359-4853BCF024AE}" sibTransId="{54EDA0D9-8610-4856-A3D5-5501B1367393}"/>
    <dgm:cxn modelId="{AC8FD9A6-23C6-4121-A57A-36AD4BB1EDF2}" srcId="{3287EB20-2F90-4EAA-A114-A64EF6D86FDA}" destId="{FD878159-CE7C-4267-A9FF-4F638454D679}" srcOrd="1" destOrd="0" parTransId="{25F6C5CC-71D5-420C-A9F7-ECF1ED78C7F2}" sibTransId="{AE003F0D-5604-4E38-94E1-44955BA93164}"/>
    <dgm:cxn modelId="{7DD814BB-733C-4EE4-91FA-BD379C583994}" type="presOf" srcId="{58017796-0E95-4863-8252-2BF538D27152}" destId="{89C7CA0F-54DF-4644-8A4D-010EDBCC50F0}" srcOrd="0" destOrd="0" presId="urn:microsoft.com/office/officeart/2018/2/layout/IconVerticalSolidList"/>
    <dgm:cxn modelId="{0AB596C2-7A20-4EC5-9ABB-7F6C259E200D}" type="presOf" srcId="{FD878159-CE7C-4267-A9FF-4F638454D679}" destId="{C905FF28-F948-4D89-8C31-475725D61BBC}" srcOrd="0" destOrd="0" presId="urn:microsoft.com/office/officeart/2018/2/layout/IconVerticalSolidList"/>
    <dgm:cxn modelId="{8E7756C4-FECB-4837-BACF-83197A485011}" srcId="{3287EB20-2F90-4EAA-A114-A64EF6D86FDA}" destId="{6E06AF79-AFDC-44BE-961F-31E54835B202}" srcOrd="4" destOrd="0" parTransId="{AFFD4096-2A43-49B9-A0F7-36197C3D9B97}" sibTransId="{BD773D79-5E1E-43D1-9AE3-801CF813B64C}"/>
    <dgm:cxn modelId="{E3020BD8-7547-403A-9073-F71890223379}" srcId="{3287EB20-2F90-4EAA-A114-A64EF6D86FDA}" destId="{B7DD937D-6297-42B6-8B36-88AD24489275}" srcOrd="7" destOrd="0" parTransId="{54D5FAA4-D5C4-4952-BCE3-DDB6B8DB60FB}" sibTransId="{0B870202-5B0D-4AFE-845E-98ADA87B4E5F}"/>
    <dgm:cxn modelId="{1A9752ED-8AEB-4932-BF15-1C35126775E2}" type="presOf" srcId="{6E06AF79-AFDC-44BE-961F-31E54835B202}" destId="{4A9C6F93-8D03-440C-A7C5-D2946E79C95E}" srcOrd="0" destOrd="0" presId="urn:microsoft.com/office/officeart/2018/2/layout/IconVerticalSolidList"/>
    <dgm:cxn modelId="{CAF7E4ED-A330-4BAB-B3F9-98B68B253992}" type="presOf" srcId="{014430C2-CD29-4AEC-8131-04A49FF2BB0D}" destId="{4F7C2D3B-E948-4593-A15D-A8A40E732F84}" srcOrd="0" destOrd="1" presId="urn:microsoft.com/office/officeart/2018/2/layout/IconVerticalSolidList"/>
    <dgm:cxn modelId="{F8A0B6FD-6F4E-44AD-A136-64A816662A38}" type="presOf" srcId="{B7DD937D-6297-42B6-8B36-88AD24489275}" destId="{8515DBB1-CC64-4256-9BCE-78B06839306C}" srcOrd="0" destOrd="0" presId="urn:microsoft.com/office/officeart/2018/2/layout/IconVerticalSolidList"/>
    <dgm:cxn modelId="{ED1B4FFE-3C32-454A-B79A-F1FBC8FD3527}" type="presOf" srcId="{16B524A4-FB81-47C7-897B-FCCE3950A731}" destId="{63FF6A82-DE4B-43F4-ABBE-6D204BE4807F}" srcOrd="0" destOrd="0" presId="urn:microsoft.com/office/officeart/2018/2/layout/IconVerticalSolidList"/>
    <dgm:cxn modelId="{F735A1FF-51DE-48CB-BE17-6BA7DDE5612F}" srcId="{3287EB20-2F90-4EAA-A114-A64EF6D86FDA}" destId="{58017796-0E95-4863-8252-2BF538D27152}" srcOrd="3" destOrd="0" parTransId="{550ABE17-8502-432B-8659-4A72011373B2}" sibTransId="{47B2CBF8-4D94-4F99-A33B-525C14E03FEA}"/>
    <dgm:cxn modelId="{AF3C27D5-547F-4562-96D0-60568D95C683}" type="presParOf" srcId="{1B69E724-4433-4BE5-90AE-17B2EAA54A9D}" destId="{D2ED1507-8A1D-4DDB-844C-E950ED710FE2}" srcOrd="0" destOrd="0" presId="urn:microsoft.com/office/officeart/2018/2/layout/IconVerticalSolidList"/>
    <dgm:cxn modelId="{5D1FEC8C-65D6-48EB-B860-8B792D446EF2}" type="presParOf" srcId="{D2ED1507-8A1D-4DDB-844C-E950ED710FE2}" destId="{04C0B468-6302-4290-8032-3598F74A0077}" srcOrd="0" destOrd="0" presId="urn:microsoft.com/office/officeart/2018/2/layout/IconVerticalSolidList"/>
    <dgm:cxn modelId="{B90F94F7-0DB1-4F67-851C-702D31724BAC}" type="presParOf" srcId="{D2ED1507-8A1D-4DDB-844C-E950ED710FE2}" destId="{940FDDAC-7187-4CF9-BB68-4A9B70C42CED}" srcOrd="1" destOrd="0" presId="urn:microsoft.com/office/officeart/2018/2/layout/IconVerticalSolidList"/>
    <dgm:cxn modelId="{DF441A94-8535-49CE-B6E9-088DF08DCDF7}" type="presParOf" srcId="{D2ED1507-8A1D-4DDB-844C-E950ED710FE2}" destId="{5B7D0493-B713-4FC3-B6CC-EC26D46808A0}" srcOrd="2" destOrd="0" presId="urn:microsoft.com/office/officeart/2018/2/layout/IconVerticalSolidList"/>
    <dgm:cxn modelId="{F1AA0782-D357-4A14-BD8B-CBFF14F7A472}" type="presParOf" srcId="{D2ED1507-8A1D-4DDB-844C-E950ED710FE2}" destId="{8FF07483-3135-49F2-9158-53D1F6D1C0A3}" srcOrd="3" destOrd="0" presId="urn:microsoft.com/office/officeart/2018/2/layout/IconVerticalSolidList"/>
    <dgm:cxn modelId="{1B8596B3-D254-4225-8C50-E23773C50498}" type="presParOf" srcId="{1B69E724-4433-4BE5-90AE-17B2EAA54A9D}" destId="{729CDCE6-AC12-4A39-944A-F1DB24F2AE27}" srcOrd="1" destOrd="0" presId="urn:microsoft.com/office/officeart/2018/2/layout/IconVerticalSolidList"/>
    <dgm:cxn modelId="{E19CAB26-7AA9-4A6C-862A-9EA1A2D09B41}" type="presParOf" srcId="{1B69E724-4433-4BE5-90AE-17B2EAA54A9D}" destId="{E801C8E3-205A-4520-AAB6-CCB6A59375E7}" srcOrd="2" destOrd="0" presId="urn:microsoft.com/office/officeart/2018/2/layout/IconVerticalSolidList"/>
    <dgm:cxn modelId="{66578762-0FF1-4A5D-8C8D-3A5F6531FB67}" type="presParOf" srcId="{E801C8E3-205A-4520-AAB6-CCB6A59375E7}" destId="{9D7CFCD0-36CE-4A1D-B915-52A584450E3A}" srcOrd="0" destOrd="0" presId="urn:microsoft.com/office/officeart/2018/2/layout/IconVerticalSolidList"/>
    <dgm:cxn modelId="{20830B7F-D0B3-4D30-A455-1CEF403A6F10}" type="presParOf" srcId="{E801C8E3-205A-4520-AAB6-CCB6A59375E7}" destId="{AA4E44E7-182A-4725-A532-8FD79D08E96E}" srcOrd="1" destOrd="0" presId="urn:microsoft.com/office/officeart/2018/2/layout/IconVerticalSolidList"/>
    <dgm:cxn modelId="{53173AFF-5AD4-4BDA-8DE7-629EC699054F}" type="presParOf" srcId="{E801C8E3-205A-4520-AAB6-CCB6A59375E7}" destId="{59332A69-023F-4C56-BBA4-D7BF72659A74}" srcOrd="2" destOrd="0" presId="urn:microsoft.com/office/officeart/2018/2/layout/IconVerticalSolidList"/>
    <dgm:cxn modelId="{9A657BB9-7D5D-41FD-AE4E-7CF3EFFE2BEE}" type="presParOf" srcId="{E801C8E3-205A-4520-AAB6-CCB6A59375E7}" destId="{C905FF28-F948-4D89-8C31-475725D61BBC}" srcOrd="3" destOrd="0" presId="urn:microsoft.com/office/officeart/2018/2/layout/IconVerticalSolidList"/>
    <dgm:cxn modelId="{C10FBD74-1115-4F33-B23A-21C53DF27CA1}" type="presParOf" srcId="{1B69E724-4433-4BE5-90AE-17B2EAA54A9D}" destId="{2EE843E4-FBFD-4C35-ADB8-2F2DA1063CE4}" srcOrd="3" destOrd="0" presId="urn:microsoft.com/office/officeart/2018/2/layout/IconVerticalSolidList"/>
    <dgm:cxn modelId="{85033E7A-5BF4-4F69-84EA-DA547853858E}" type="presParOf" srcId="{1B69E724-4433-4BE5-90AE-17B2EAA54A9D}" destId="{063746E8-2ACE-4BE3-A651-A1EB5A9231FD}" srcOrd="4" destOrd="0" presId="urn:microsoft.com/office/officeart/2018/2/layout/IconVerticalSolidList"/>
    <dgm:cxn modelId="{E7C7C000-3792-4D46-B196-491B791E9FAF}" type="presParOf" srcId="{063746E8-2ACE-4BE3-A651-A1EB5A9231FD}" destId="{5031AF4B-026B-4FDA-8E7B-0984FF1824F9}" srcOrd="0" destOrd="0" presId="urn:microsoft.com/office/officeart/2018/2/layout/IconVerticalSolidList"/>
    <dgm:cxn modelId="{CB2CB9AD-FAC2-4AEC-9931-96620FC2EE23}" type="presParOf" srcId="{063746E8-2ACE-4BE3-A651-A1EB5A9231FD}" destId="{BDDE47DA-947B-4088-90FA-4E73F2678168}" srcOrd="1" destOrd="0" presId="urn:microsoft.com/office/officeart/2018/2/layout/IconVerticalSolidList"/>
    <dgm:cxn modelId="{694116D9-BB71-4F5E-9224-063A9C781989}" type="presParOf" srcId="{063746E8-2ACE-4BE3-A651-A1EB5A9231FD}" destId="{9A1EFEC7-A5C4-4671-8A3B-A525DCECC0BA}" srcOrd="2" destOrd="0" presId="urn:microsoft.com/office/officeart/2018/2/layout/IconVerticalSolidList"/>
    <dgm:cxn modelId="{DD203DEE-3EDF-4242-BC2D-943D6AEA3BBE}" type="presParOf" srcId="{063746E8-2ACE-4BE3-A651-A1EB5A9231FD}" destId="{4B977678-77B9-465E-8959-AC29D5278A5C}" srcOrd="3" destOrd="0" presId="urn:microsoft.com/office/officeart/2018/2/layout/IconVerticalSolidList"/>
    <dgm:cxn modelId="{E412B2F9-9C25-4C32-B1FF-B545EC885553}" type="presParOf" srcId="{1B69E724-4433-4BE5-90AE-17B2EAA54A9D}" destId="{835B76F8-7E55-4D7A-85BE-BA9E2DD92AC0}" srcOrd="5" destOrd="0" presId="urn:microsoft.com/office/officeart/2018/2/layout/IconVerticalSolidList"/>
    <dgm:cxn modelId="{122D61A7-975F-4A79-8F19-A7F29CD2E406}" type="presParOf" srcId="{1B69E724-4433-4BE5-90AE-17B2EAA54A9D}" destId="{E3417193-B944-482A-906A-5E5C6E684587}" srcOrd="6" destOrd="0" presId="urn:microsoft.com/office/officeart/2018/2/layout/IconVerticalSolidList"/>
    <dgm:cxn modelId="{53CF779D-3BCD-436C-B512-DF3630B62308}" type="presParOf" srcId="{E3417193-B944-482A-906A-5E5C6E684587}" destId="{6F3725CE-566E-4DA0-9456-AF5E558062C4}" srcOrd="0" destOrd="0" presId="urn:microsoft.com/office/officeart/2018/2/layout/IconVerticalSolidList"/>
    <dgm:cxn modelId="{9E6EBE63-092C-4376-ADAE-81D37CD955D7}" type="presParOf" srcId="{E3417193-B944-482A-906A-5E5C6E684587}" destId="{34AD2F91-FE2A-4AD5-8A2D-F6882D2DAA80}" srcOrd="1" destOrd="0" presId="urn:microsoft.com/office/officeart/2018/2/layout/IconVerticalSolidList"/>
    <dgm:cxn modelId="{5B47EB47-9512-4BA2-8836-9BE9DD367D47}" type="presParOf" srcId="{E3417193-B944-482A-906A-5E5C6E684587}" destId="{C86E419F-6455-4EE9-91EB-58C66EBD7B50}" srcOrd="2" destOrd="0" presId="urn:microsoft.com/office/officeart/2018/2/layout/IconVerticalSolidList"/>
    <dgm:cxn modelId="{B3FF98C2-BA61-4E30-91F6-81E230CDDAAF}" type="presParOf" srcId="{E3417193-B944-482A-906A-5E5C6E684587}" destId="{89C7CA0F-54DF-4644-8A4D-010EDBCC50F0}" srcOrd="3" destOrd="0" presId="urn:microsoft.com/office/officeart/2018/2/layout/IconVerticalSolidList"/>
    <dgm:cxn modelId="{6192D2AF-E45F-4C3E-BB47-013A8F707BBB}" type="presParOf" srcId="{E3417193-B944-482A-906A-5E5C6E684587}" destId="{4F7C2D3B-E948-4593-A15D-A8A40E732F84}" srcOrd="4" destOrd="0" presId="urn:microsoft.com/office/officeart/2018/2/layout/IconVerticalSolidList"/>
    <dgm:cxn modelId="{F47853CF-4830-4EFD-B42E-CB0BE8BA3C93}" type="presParOf" srcId="{1B69E724-4433-4BE5-90AE-17B2EAA54A9D}" destId="{96A6F6B3-B67F-4A40-B4D2-01EEC4722576}" srcOrd="7" destOrd="0" presId="urn:microsoft.com/office/officeart/2018/2/layout/IconVerticalSolidList"/>
    <dgm:cxn modelId="{8ECCD65A-D550-4464-BCFF-CEF17613E5D2}" type="presParOf" srcId="{1B69E724-4433-4BE5-90AE-17B2EAA54A9D}" destId="{AAD24EAD-4732-49FE-8EC9-15FC09C27422}" srcOrd="8" destOrd="0" presId="urn:microsoft.com/office/officeart/2018/2/layout/IconVerticalSolidList"/>
    <dgm:cxn modelId="{496CD738-FEDB-487B-8D7F-BD5122566BDC}" type="presParOf" srcId="{AAD24EAD-4732-49FE-8EC9-15FC09C27422}" destId="{962061CB-9A2F-4C08-B8ED-506DEBE54C4B}" srcOrd="0" destOrd="0" presId="urn:microsoft.com/office/officeart/2018/2/layout/IconVerticalSolidList"/>
    <dgm:cxn modelId="{AFBAABDA-ECFC-4A51-BB8B-55DB988A10BA}" type="presParOf" srcId="{AAD24EAD-4732-49FE-8EC9-15FC09C27422}" destId="{ECBB974F-E73B-43FF-9824-E0BF12204D77}" srcOrd="1" destOrd="0" presId="urn:microsoft.com/office/officeart/2018/2/layout/IconVerticalSolidList"/>
    <dgm:cxn modelId="{AED362A3-8F49-496E-B2C0-0A4992ED8E3A}" type="presParOf" srcId="{AAD24EAD-4732-49FE-8EC9-15FC09C27422}" destId="{0F04DA7C-C258-42BB-B486-9021CCD25D10}" srcOrd="2" destOrd="0" presId="urn:microsoft.com/office/officeart/2018/2/layout/IconVerticalSolidList"/>
    <dgm:cxn modelId="{72F7C775-9C49-47BA-8A7B-45062473CEF0}" type="presParOf" srcId="{AAD24EAD-4732-49FE-8EC9-15FC09C27422}" destId="{4A9C6F93-8D03-440C-A7C5-D2946E79C95E}" srcOrd="3" destOrd="0" presId="urn:microsoft.com/office/officeart/2018/2/layout/IconVerticalSolidList"/>
    <dgm:cxn modelId="{C4389B5B-2FEA-4A5F-8901-1BDF45F0059B}" type="presParOf" srcId="{AAD24EAD-4732-49FE-8EC9-15FC09C27422}" destId="{63FF6A82-DE4B-43F4-ABBE-6D204BE4807F}" srcOrd="4" destOrd="0" presId="urn:microsoft.com/office/officeart/2018/2/layout/IconVerticalSolidList"/>
    <dgm:cxn modelId="{84EE0CB2-8343-4777-99D5-F2C5B1898525}" type="presParOf" srcId="{1B69E724-4433-4BE5-90AE-17B2EAA54A9D}" destId="{CAB7147F-EEC8-447C-A8A6-91E6EBFAAFFA}" srcOrd="9" destOrd="0" presId="urn:microsoft.com/office/officeart/2018/2/layout/IconVerticalSolidList"/>
    <dgm:cxn modelId="{B12E11B8-D0B9-410A-82C6-AD0BE1BEADBD}" type="presParOf" srcId="{1B69E724-4433-4BE5-90AE-17B2EAA54A9D}" destId="{E8B1924F-2A0F-4397-9D4D-44B0F35FD8D2}" srcOrd="10" destOrd="0" presId="urn:microsoft.com/office/officeart/2018/2/layout/IconVerticalSolidList"/>
    <dgm:cxn modelId="{A509750A-7B0F-4DC0-B336-D4D2550E7779}" type="presParOf" srcId="{E8B1924F-2A0F-4397-9D4D-44B0F35FD8D2}" destId="{ED1FD2AA-A11D-4C82-A8B2-548A5F3EFC71}" srcOrd="0" destOrd="0" presId="urn:microsoft.com/office/officeart/2018/2/layout/IconVerticalSolidList"/>
    <dgm:cxn modelId="{5820DF12-1AF3-4E76-9EA6-9EB90BE354A3}" type="presParOf" srcId="{E8B1924F-2A0F-4397-9D4D-44B0F35FD8D2}" destId="{BA9AFD3D-09A4-4E1E-A952-28EF24B3AB36}" srcOrd="1" destOrd="0" presId="urn:microsoft.com/office/officeart/2018/2/layout/IconVerticalSolidList"/>
    <dgm:cxn modelId="{77580825-38AB-4789-8735-E24256A4B056}" type="presParOf" srcId="{E8B1924F-2A0F-4397-9D4D-44B0F35FD8D2}" destId="{4F09D729-A3A1-4F2B-BC59-C854A5EABAE4}" srcOrd="2" destOrd="0" presId="urn:microsoft.com/office/officeart/2018/2/layout/IconVerticalSolidList"/>
    <dgm:cxn modelId="{1CF2315C-7107-4F16-B7FA-3668F549DE1B}" type="presParOf" srcId="{E8B1924F-2A0F-4397-9D4D-44B0F35FD8D2}" destId="{E0FD404F-C90F-4A2B-9C76-5DC7CA01BF23}" srcOrd="3" destOrd="0" presId="urn:microsoft.com/office/officeart/2018/2/layout/IconVerticalSolidList"/>
    <dgm:cxn modelId="{4E45B108-77E2-4B6A-875C-F8DF8A8BC4F6}" type="presParOf" srcId="{1B69E724-4433-4BE5-90AE-17B2EAA54A9D}" destId="{3A905164-8452-4E81-907E-CC235A0A7F8B}" srcOrd="11" destOrd="0" presId="urn:microsoft.com/office/officeart/2018/2/layout/IconVerticalSolidList"/>
    <dgm:cxn modelId="{4040CDBE-024B-4EF0-8220-70974DE17A88}" type="presParOf" srcId="{1B69E724-4433-4BE5-90AE-17B2EAA54A9D}" destId="{BF8D4DDA-B7E7-4B5F-9F93-8BB7A8FDBF0D}" srcOrd="12" destOrd="0" presId="urn:microsoft.com/office/officeart/2018/2/layout/IconVerticalSolidList"/>
    <dgm:cxn modelId="{BD14C5C7-2AC5-4347-891E-27FE603E128B}" type="presParOf" srcId="{BF8D4DDA-B7E7-4B5F-9F93-8BB7A8FDBF0D}" destId="{9A490310-0B2E-4D7B-A055-2F7DD141A45F}" srcOrd="0" destOrd="0" presId="urn:microsoft.com/office/officeart/2018/2/layout/IconVerticalSolidList"/>
    <dgm:cxn modelId="{461FE778-0FC1-4F01-AEA8-CF785D229A17}" type="presParOf" srcId="{BF8D4DDA-B7E7-4B5F-9F93-8BB7A8FDBF0D}" destId="{CD069AA0-CB59-43EE-A0AB-4F8C0FE8A0E2}" srcOrd="1" destOrd="0" presId="urn:microsoft.com/office/officeart/2018/2/layout/IconVerticalSolidList"/>
    <dgm:cxn modelId="{C60FC2D9-2AC2-43F9-A20E-6C6698A42039}" type="presParOf" srcId="{BF8D4DDA-B7E7-4B5F-9F93-8BB7A8FDBF0D}" destId="{5EFCBFA8-8D06-4944-A3FD-617DE4A6EBBF}" srcOrd="2" destOrd="0" presId="urn:microsoft.com/office/officeart/2018/2/layout/IconVerticalSolidList"/>
    <dgm:cxn modelId="{80F6B89D-8DAC-43D2-A513-79D9F0BD0111}" type="presParOf" srcId="{BF8D4DDA-B7E7-4B5F-9F93-8BB7A8FDBF0D}" destId="{739EDEE9-7FCE-4B26-A0C5-037ED022979F}" srcOrd="3" destOrd="0" presId="urn:microsoft.com/office/officeart/2018/2/layout/IconVerticalSolidList"/>
    <dgm:cxn modelId="{9EE05F03-F574-49C6-8921-8EE43280C4DC}" type="presParOf" srcId="{1B69E724-4433-4BE5-90AE-17B2EAA54A9D}" destId="{325B2E2F-B1A9-497C-B1AF-1613C34DE39D}" srcOrd="13" destOrd="0" presId="urn:microsoft.com/office/officeart/2018/2/layout/IconVerticalSolidList"/>
    <dgm:cxn modelId="{3A5ED722-5CB6-41E5-9876-B635C8F68CF0}" type="presParOf" srcId="{1B69E724-4433-4BE5-90AE-17B2EAA54A9D}" destId="{ADD59A25-9825-4E79-94FD-D2BF3097445A}" srcOrd="14" destOrd="0" presId="urn:microsoft.com/office/officeart/2018/2/layout/IconVerticalSolidList"/>
    <dgm:cxn modelId="{E1659CD8-49D8-4F18-BF99-89E0012C697A}" type="presParOf" srcId="{ADD59A25-9825-4E79-94FD-D2BF3097445A}" destId="{2F7C3F40-7BB5-47C4-ADDC-6EAC921E3DB9}" srcOrd="0" destOrd="0" presId="urn:microsoft.com/office/officeart/2018/2/layout/IconVerticalSolidList"/>
    <dgm:cxn modelId="{630E52D0-882D-4CDD-9B49-4A67D0581810}" type="presParOf" srcId="{ADD59A25-9825-4E79-94FD-D2BF3097445A}" destId="{BC133EDB-1547-40DD-9A59-41948E2A3B71}" srcOrd="1" destOrd="0" presId="urn:microsoft.com/office/officeart/2018/2/layout/IconVerticalSolidList"/>
    <dgm:cxn modelId="{2F714D42-EFAE-4CEB-BF35-D2508282D714}" type="presParOf" srcId="{ADD59A25-9825-4E79-94FD-D2BF3097445A}" destId="{D7C77934-D079-4CE4-9101-ED226579E2A1}" srcOrd="2" destOrd="0" presId="urn:microsoft.com/office/officeart/2018/2/layout/IconVerticalSolidList"/>
    <dgm:cxn modelId="{450A77E3-398E-4C7D-B904-6E21ABE7C01D}" type="presParOf" srcId="{ADD59A25-9825-4E79-94FD-D2BF3097445A}" destId="{8515DBB1-CC64-4256-9BCE-78B0683930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AEC87D-8254-4355-9F56-79C9DDC4755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B24949-0208-4FEC-A0ED-CCF812E8F2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Compreender a modelagem multidimensional e sua importância.</a:t>
          </a:r>
        </a:p>
      </dgm:t>
    </dgm:pt>
    <dgm:pt modelId="{7CFF6264-42B2-4A87-86F7-75E0B736733C}" type="parTrans" cxnId="{2FB6EE20-A593-4BD4-A318-EEBB5C5AC9D1}">
      <dgm:prSet/>
      <dgm:spPr/>
      <dgm:t>
        <a:bodyPr/>
        <a:lstStyle/>
        <a:p>
          <a:endParaRPr lang="en-US"/>
        </a:p>
      </dgm:t>
    </dgm:pt>
    <dgm:pt modelId="{A3313150-F14B-48D6-B7CF-45D39F9FAA06}" type="sibTrans" cxnId="{2FB6EE20-A593-4BD4-A318-EEBB5C5AC9D1}">
      <dgm:prSet/>
      <dgm:spPr/>
      <dgm:t>
        <a:bodyPr/>
        <a:lstStyle/>
        <a:p>
          <a:endParaRPr lang="en-US"/>
        </a:p>
      </dgm:t>
    </dgm:pt>
    <dgm:pt modelId="{7305F4AE-C996-4C31-8DCB-D0ECC7CF3E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Relacionar conceitos de modelagem com problemas reais de negócio.</a:t>
          </a:r>
        </a:p>
      </dgm:t>
    </dgm:pt>
    <dgm:pt modelId="{8BEA9336-E331-4763-B5A1-A0294D73096D}" type="parTrans" cxnId="{ABF324C6-CBCE-4322-A188-9CCD77FEC7EE}">
      <dgm:prSet/>
      <dgm:spPr/>
      <dgm:t>
        <a:bodyPr/>
        <a:lstStyle/>
        <a:p>
          <a:endParaRPr lang="en-US"/>
        </a:p>
      </dgm:t>
    </dgm:pt>
    <dgm:pt modelId="{BC57952A-E5AE-437F-A3D1-F37767A968A7}" type="sibTrans" cxnId="{ABF324C6-CBCE-4322-A188-9CCD77FEC7EE}">
      <dgm:prSet/>
      <dgm:spPr/>
      <dgm:t>
        <a:bodyPr/>
        <a:lstStyle/>
        <a:p>
          <a:endParaRPr lang="en-US"/>
        </a:p>
      </dgm:t>
    </dgm:pt>
    <dgm:pt modelId="{19DA8430-56D5-4ECA-8F37-62F8AB2BB4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Aplicar os conceitos aprendidos em uma atividade prática.</a:t>
          </a:r>
        </a:p>
      </dgm:t>
    </dgm:pt>
    <dgm:pt modelId="{CBB850A5-8CE3-479B-878F-621A87C21E5E}" type="parTrans" cxnId="{318C8D62-BD87-4AF2-A358-C6B7A7C7EBEF}">
      <dgm:prSet/>
      <dgm:spPr/>
      <dgm:t>
        <a:bodyPr/>
        <a:lstStyle/>
        <a:p>
          <a:endParaRPr lang="en-US"/>
        </a:p>
      </dgm:t>
    </dgm:pt>
    <dgm:pt modelId="{191E629B-8DC0-4752-9007-9EBC7DF95D47}" type="sibTrans" cxnId="{318C8D62-BD87-4AF2-A358-C6B7A7C7EBEF}">
      <dgm:prSet/>
      <dgm:spPr/>
      <dgm:t>
        <a:bodyPr/>
        <a:lstStyle/>
        <a:p>
          <a:endParaRPr lang="en-US"/>
        </a:p>
      </dgm:t>
    </dgm:pt>
    <dgm:pt modelId="{1785C3F8-4537-4A5D-ACB6-31D1679D4404}" type="pres">
      <dgm:prSet presAssocID="{D1AEC87D-8254-4355-9F56-79C9DDC47553}" presName="root" presStyleCnt="0">
        <dgm:presLayoutVars>
          <dgm:dir/>
          <dgm:resizeHandles val="exact"/>
        </dgm:presLayoutVars>
      </dgm:prSet>
      <dgm:spPr/>
    </dgm:pt>
    <dgm:pt modelId="{ACA2EA6F-17A3-4E2B-BBEC-D2FA240A6F92}" type="pres">
      <dgm:prSet presAssocID="{6AB24949-0208-4FEC-A0ED-CCF812E8F244}" presName="compNode" presStyleCnt="0"/>
      <dgm:spPr/>
    </dgm:pt>
    <dgm:pt modelId="{78D458DC-E3C3-4236-A3C4-7D9F6E38295A}" type="pres">
      <dgm:prSet presAssocID="{6AB24949-0208-4FEC-A0ED-CCF812E8F244}" presName="bgRect" presStyleLbl="bgShp" presStyleIdx="0" presStyleCnt="3"/>
      <dgm:spPr/>
    </dgm:pt>
    <dgm:pt modelId="{E2E10866-C009-4FA4-9071-D69482256243}" type="pres">
      <dgm:prSet presAssocID="{6AB24949-0208-4FEC-A0ED-CCF812E8F2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irinto"/>
        </a:ext>
      </dgm:extLst>
    </dgm:pt>
    <dgm:pt modelId="{AB8890FB-084E-421F-B2CB-D354761283CC}" type="pres">
      <dgm:prSet presAssocID="{6AB24949-0208-4FEC-A0ED-CCF812E8F244}" presName="spaceRect" presStyleCnt="0"/>
      <dgm:spPr/>
    </dgm:pt>
    <dgm:pt modelId="{4DA714D9-D1CF-4672-99ED-3CDAD1E89E7F}" type="pres">
      <dgm:prSet presAssocID="{6AB24949-0208-4FEC-A0ED-CCF812E8F244}" presName="parTx" presStyleLbl="revTx" presStyleIdx="0" presStyleCnt="3">
        <dgm:presLayoutVars>
          <dgm:chMax val="0"/>
          <dgm:chPref val="0"/>
        </dgm:presLayoutVars>
      </dgm:prSet>
      <dgm:spPr/>
    </dgm:pt>
    <dgm:pt modelId="{230CF47E-ECD9-481E-B0EE-B3A8D30B64FA}" type="pres">
      <dgm:prSet presAssocID="{A3313150-F14B-48D6-B7CF-45D39F9FAA06}" presName="sibTrans" presStyleCnt="0"/>
      <dgm:spPr/>
    </dgm:pt>
    <dgm:pt modelId="{57812E67-39F1-46D9-9EF4-70FDE78D9281}" type="pres">
      <dgm:prSet presAssocID="{7305F4AE-C996-4C31-8DCB-D0ECC7CF3EC8}" presName="compNode" presStyleCnt="0"/>
      <dgm:spPr/>
    </dgm:pt>
    <dgm:pt modelId="{8DCF39BA-D528-45DB-97FF-E23F264E84B2}" type="pres">
      <dgm:prSet presAssocID="{7305F4AE-C996-4C31-8DCB-D0ECC7CF3EC8}" presName="bgRect" presStyleLbl="bgShp" presStyleIdx="1" presStyleCnt="3"/>
      <dgm:spPr/>
    </dgm:pt>
    <dgm:pt modelId="{93B0E02F-D89F-46E3-B220-EB8B8DACCEE9}" type="pres">
      <dgm:prSet presAssocID="{7305F4AE-C996-4C31-8DCB-D0ECC7CF3E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B00FE9D-C736-4284-910C-5B6B3B914435}" type="pres">
      <dgm:prSet presAssocID="{7305F4AE-C996-4C31-8DCB-D0ECC7CF3EC8}" presName="spaceRect" presStyleCnt="0"/>
      <dgm:spPr/>
    </dgm:pt>
    <dgm:pt modelId="{E7FDFFA0-D85F-4677-9887-254F12C3E305}" type="pres">
      <dgm:prSet presAssocID="{7305F4AE-C996-4C31-8DCB-D0ECC7CF3EC8}" presName="parTx" presStyleLbl="revTx" presStyleIdx="1" presStyleCnt="3">
        <dgm:presLayoutVars>
          <dgm:chMax val="0"/>
          <dgm:chPref val="0"/>
        </dgm:presLayoutVars>
      </dgm:prSet>
      <dgm:spPr/>
    </dgm:pt>
    <dgm:pt modelId="{F900DC8B-335D-4BF0-9AF3-0D8A56FCAA29}" type="pres">
      <dgm:prSet presAssocID="{BC57952A-E5AE-437F-A3D1-F37767A968A7}" presName="sibTrans" presStyleCnt="0"/>
      <dgm:spPr/>
    </dgm:pt>
    <dgm:pt modelId="{2FE1DE29-1832-4D52-A514-F20449758B9C}" type="pres">
      <dgm:prSet presAssocID="{19DA8430-56D5-4ECA-8F37-62F8AB2BB42C}" presName="compNode" presStyleCnt="0"/>
      <dgm:spPr/>
    </dgm:pt>
    <dgm:pt modelId="{B6BE7508-9005-4421-A4E3-486E7A3A156C}" type="pres">
      <dgm:prSet presAssocID="{19DA8430-56D5-4ECA-8F37-62F8AB2BB42C}" presName="bgRect" presStyleLbl="bgShp" presStyleIdx="2" presStyleCnt="3"/>
      <dgm:spPr/>
    </dgm:pt>
    <dgm:pt modelId="{223465C7-0356-44B1-A1FE-EA1AC16AFC11}" type="pres">
      <dgm:prSet presAssocID="{19DA8430-56D5-4ECA-8F37-62F8AB2BB4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F8E5D4C0-469B-4987-8DAB-528C2C0D379C}" type="pres">
      <dgm:prSet presAssocID="{19DA8430-56D5-4ECA-8F37-62F8AB2BB42C}" presName="spaceRect" presStyleCnt="0"/>
      <dgm:spPr/>
    </dgm:pt>
    <dgm:pt modelId="{9D691033-F520-4E42-987E-4AC71BC5FCB8}" type="pres">
      <dgm:prSet presAssocID="{19DA8430-56D5-4ECA-8F37-62F8AB2BB42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57B1E0A-60B8-4CD0-B329-709DC06EE774}" type="presOf" srcId="{D1AEC87D-8254-4355-9F56-79C9DDC47553}" destId="{1785C3F8-4537-4A5D-ACB6-31D1679D4404}" srcOrd="0" destOrd="0" presId="urn:microsoft.com/office/officeart/2018/2/layout/IconVerticalSolidList"/>
    <dgm:cxn modelId="{2FB6EE20-A593-4BD4-A318-EEBB5C5AC9D1}" srcId="{D1AEC87D-8254-4355-9F56-79C9DDC47553}" destId="{6AB24949-0208-4FEC-A0ED-CCF812E8F244}" srcOrd="0" destOrd="0" parTransId="{7CFF6264-42B2-4A87-86F7-75E0B736733C}" sibTransId="{A3313150-F14B-48D6-B7CF-45D39F9FAA06}"/>
    <dgm:cxn modelId="{7C50413D-4E88-41FF-8CCB-F9D6559EF601}" type="presOf" srcId="{19DA8430-56D5-4ECA-8F37-62F8AB2BB42C}" destId="{9D691033-F520-4E42-987E-4AC71BC5FCB8}" srcOrd="0" destOrd="0" presId="urn:microsoft.com/office/officeart/2018/2/layout/IconVerticalSolidList"/>
    <dgm:cxn modelId="{1E52FB5D-3587-46F4-8F54-FA532115A5ED}" type="presOf" srcId="{6AB24949-0208-4FEC-A0ED-CCF812E8F244}" destId="{4DA714D9-D1CF-4672-99ED-3CDAD1E89E7F}" srcOrd="0" destOrd="0" presId="urn:microsoft.com/office/officeart/2018/2/layout/IconVerticalSolidList"/>
    <dgm:cxn modelId="{318C8D62-BD87-4AF2-A358-C6B7A7C7EBEF}" srcId="{D1AEC87D-8254-4355-9F56-79C9DDC47553}" destId="{19DA8430-56D5-4ECA-8F37-62F8AB2BB42C}" srcOrd="2" destOrd="0" parTransId="{CBB850A5-8CE3-479B-878F-621A87C21E5E}" sibTransId="{191E629B-8DC0-4752-9007-9EBC7DF95D47}"/>
    <dgm:cxn modelId="{ABF324C6-CBCE-4322-A188-9CCD77FEC7EE}" srcId="{D1AEC87D-8254-4355-9F56-79C9DDC47553}" destId="{7305F4AE-C996-4C31-8DCB-D0ECC7CF3EC8}" srcOrd="1" destOrd="0" parTransId="{8BEA9336-E331-4763-B5A1-A0294D73096D}" sibTransId="{BC57952A-E5AE-437F-A3D1-F37767A968A7}"/>
    <dgm:cxn modelId="{000FFDCE-DB09-406C-86E0-697664F11F0E}" type="presOf" srcId="{7305F4AE-C996-4C31-8DCB-D0ECC7CF3EC8}" destId="{E7FDFFA0-D85F-4677-9887-254F12C3E305}" srcOrd="0" destOrd="0" presId="urn:microsoft.com/office/officeart/2018/2/layout/IconVerticalSolidList"/>
    <dgm:cxn modelId="{93E0B421-D9B0-40FA-9E14-43EEEC724CCD}" type="presParOf" srcId="{1785C3F8-4537-4A5D-ACB6-31D1679D4404}" destId="{ACA2EA6F-17A3-4E2B-BBEC-D2FA240A6F92}" srcOrd="0" destOrd="0" presId="urn:microsoft.com/office/officeart/2018/2/layout/IconVerticalSolidList"/>
    <dgm:cxn modelId="{5EE2305A-75B5-49AC-BA4C-D2C532C6B60E}" type="presParOf" srcId="{ACA2EA6F-17A3-4E2B-BBEC-D2FA240A6F92}" destId="{78D458DC-E3C3-4236-A3C4-7D9F6E38295A}" srcOrd="0" destOrd="0" presId="urn:microsoft.com/office/officeart/2018/2/layout/IconVerticalSolidList"/>
    <dgm:cxn modelId="{1D8CE848-E30D-4E4A-805B-64C122476A24}" type="presParOf" srcId="{ACA2EA6F-17A3-4E2B-BBEC-D2FA240A6F92}" destId="{E2E10866-C009-4FA4-9071-D69482256243}" srcOrd="1" destOrd="0" presId="urn:microsoft.com/office/officeart/2018/2/layout/IconVerticalSolidList"/>
    <dgm:cxn modelId="{D57C4E72-909F-4B3F-9E32-EF45F1AE0149}" type="presParOf" srcId="{ACA2EA6F-17A3-4E2B-BBEC-D2FA240A6F92}" destId="{AB8890FB-084E-421F-B2CB-D354761283CC}" srcOrd="2" destOrd="0" presId="urn:microsoft.com/office/officeart/2018/2/layout/IconVerticalSolidList"/>
    <dgm:cxn modelId="{4B2FEE8B-D1D2-4C84-8C66-72D6E4556A88}" type="presParOf" srcId="{ACA2EA6F-17A3-4E2B-BBEC-D2FA240A6F92}" destId="{4DA714D9-D1CF-4672-99ED-3CDAD1E89E7F}" srcOrd="3" destOrd="0" presId="urn:microsoft.com/office/officeart/2018/2/layout/IconVerticalSolidList"/>
    <dgm:cxn modelId="{7750513D-3AA3-4E64-919C-27929A938278}" type="presParOf" srcId="{1785C3F8-4537-4A5D-ACB6-31D1679D4404}" destId="{230CF47E-ECD9-481E-B0EE-B3A8D30B64FA}" srcOrd="1" destOrd="0" presId="urn:microsoft.com/office/officeart/2018/2/layout/IconVerticalSolidList"/>
    <dgm:cxn modelId="{43F2C171-A54C-45BF-B0EA-6373D1FC0A83}" type="presParOf" srcId="{1785C3F8-4537-4A5D-ACB6-31D1679D4404}" destId="{57812E67-39F1-46D9-9EF4-70FDE78D9281}" srcOrd="2" destOrd="0" presId="urn:microsoft.com/office/officeart/2018/2/layout/IconVerticalSolidList"/>
    <dgm:cxn modelId="{6C92A5C9-FA32-4B63-B64A-FF5C224C98A0}" type="presParOf" srcId="{57812E67-39F1-46D9-9EF4-70FDE78D9281}" destId="{8DCF39BA-D528-45DB-97FF-E23F264E84B2}" srcOrd="0" destOrd="0" presId="urn:microsoft.com/office/officeart/2018/2/layout/IconVerticalSolidList"/>
    <dgm:cxn modelId="{3D81982E-7C33-43FF-922F-FD6491F0789E}" type="presParOf" srcId="{57812E67-39F1-46D9-9EF4-70FDE78D9281}" destId="{93B0E02F-D89F-46E3-B220-EB8B8DACCEE9}" srcOrd="1" destOrd="0" presId="urn:microsoft.com/office/officeart/2018/2/layout/IconVerticalSolidList"/>
    <dgm:cxn modelId="{BE8A58D7-79D6-4623-B632-B7613D749E55}" type="presParOf" srcId="{57812E67-39F1-46D9-9EF4-70FDE78D9281}" destId="{FB00FE9D-C736-4284-910C-5B6B3B914435}" srcOrd="2" destOrd="0" presId="urn:microsoft.com/office/officeart/2018/2/layout/IconVerticalSolidList"/>
    <dgm:cxn modelId="{7B3C3DF1-BD76-43A6-BD2F-92729DFD2327}" type="presParOf" srcId="{57812E67-39F1-46D9-9EF4-70FDE78D9281}" destId="{E7FDFFA0-D85F-4677-9887-254F12C3E305}" srcOrd="3" destOrd="0" presId="urn:microsoft.com/office/officeart/2018/2/layout/IconVerticalSolidList"/>
    <dgm:cxn modelId="{8C8B220D-D875-471D-B50F-5E786B98D859}" type="presParOf" srcId="{1785C3F8-4537-4A5D-ACB6-31D1679D4404}" destId="{F900DC8B-335D-4BF0-9AF3-0D8A56FCAA29}" srcOrd="3" destOrd="0" presId="urn:microsoft.com/office/officeart/2018/2/layout/IconVerticalSolidList"/>
    <dgm:cxn modelId="{A3B82903-8C75-43F9-8678-65491C73DFD2}" type="presParOf" srcId="{1785C3F8-4537-4A5D-ACB6-31D1679D4404}" destId="{2FE1DE29-1832-4D52-A514-F20449758B9C}" srcOrd="4" destOrd="0" presId="urn:microsoft.com/office/officeart/2018/2/layout/IconVerticalSolidList"/>
    <dgm:cxn modelId="{E0EE9532-17D1-4D1C-B9BE-054C7533F21C}" type="presParOf" srcId="{2FE1DE29-1832-4D52-A514-F20449758B9C}" destId="{B6BE7508-9005-4421-A4E3-486E7A3A156C}" srcOrd="0" destOrd="0" presId="urn:microsoft.com/office/officeart/2018/2/layout/IconVerticalSolidList"/>
    <dgm:cxn modelId="{0FDEF83D-3910-4BD3-B886-FC85EB1C3FDF}" type="presParOf" srcId="{2FE1DE29-1832-4D52-A514-F20449758B9C}" destId="{223465C7-0356-44B1-A1FE-EA1AC16AFC11}" srcOrd="1" destOrd="0" presId="urn:microsoft.com/office/officeart/2018/2/layout/IconVerticalSolidList"/>
    <dgm:cxn modelId="{E25E04C8-4345-48CA-8C08-D52E88D18E11}" type="presParOf" srcId="{2FE1DE29-1832-4D52-A514-F20449758B9C}" destId="{F8E5D4C0-469B-4987-8DAB-528C2C0D379C}" srcOrd="2" destOrd="0" presId="urn:microsoft.com/office/officeart/2018/2/layout/IconVerticalSolidList"/>
    <dgm:cxn modelId="{7FCB4441-B235-4C82-8D6B-A4697C4DFE1B}" type="presParOf" srcId="{2FE1DE29-1832-4D52-A514-F20449758B9C}" destId="{9D691033-F520-4E42-987E-4AC71BC5FC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E3082D-E73F-4C64-92B9-3DDA2AC9AB3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A97FEEE-E276-4A4B-9CB4-B3BCD99F2E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Cada dupla apresenta brevemente seu problema de negócio identificado.</a:t>
          </a:r>
        </a:p>
      </dgm:t>
    </dgm:pt>
    <dgm:pt modelId="{1DC203A1-F97F-488E-A6EE-D8DF67CCCA4D}" type="parTrans" cxnId="{C8F11664-46D2-4100-B8A8-0C0A0607D5F9}">
      <dgm:prSet/>
      <dgm:spPr/>
      <dgm:t>
        <a:bodyPr/>
        <a:lstStyle/>
        <a:p>
          <a:endParaRPr lang="en-US"/>
        </a:p>
      </dgm:t>
    </dgm:pt>
    <dgm:pt modelId="{EE6E289B-12E4-4E44-AB8D-65F00E97B32B}" type="sibTrans" cxnId="{C8F11664-46D2-4100-B8A8-0C0A0607D5F9}">
      <dgm:prSet/>
      <dgm:spPr/>
      <dgm:t>
        <a:bodyPr/>
        <a:lstStyle/>
        <a:p>
          <a:endParaRPr lang="en-US"/>
        </a:p>
      </dgm:t>
    </dgm:pt>
    <dgm:pt modelId="{162116C1-F7DF-41D9-9223-641B1C2136F0}" type="pres">
      <dgm:prSet presAssocID="{67E3082D-E73F-4C64-92B9-3DDA2AC9AB3B}" presName="root" presStyleCnt="0">
        <dgm:presLayoutVars>
          <dgm:dir/>
          <dgm:resizeHandles val="exact"/>
        </dgm:presLayoutVars>
      </dgm:prSet>
      <dgm:spPr/>
    </dgm:pt>
    <dgm:pt modelId="{4077091E-B762-4E1A-8FEB-C8717E678863}" type="pres">
      <dgm:prSet presAssocID="{5A97FEEE-E276-4A4B-9CB4-B3BCD99F2E4C}" presName="compNode" presStyleCnt="0"/>
      <dgm:spPr/>
    </dgm:pt>
    <dgm:pt modelId="{DBC6A0C3-5A48-46F8-AE3A-03275D1E0E43}" type="pres">
      <dgm:prSet presAssocID="{5A97FEEE-E276-4A4B-9CB4-B3BCD99F2E4C}" presName="iconRect" presStyleLbl="node1" presStyleIdx="0" presStyleCnt="1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2E7B1ED3-E726-4290-B650-53ED928B87F1}" type="pres">
      <dgm:prSet presAssocID="{5A97FEEE-E276-4A4B-9CB4-B3BCD99F2E4C}" presName="spaceRect" presStyleCnt="0"/>
      <dgm:spPr/>
    </dgm:pt>
    <dgm:pt modelId="{8BB0D178-EFB4-41CA-9A9A-4816149D6E6D}" type="pres">
      <dgm:prSet presAssocID="{5A97FEEE-E276-4A4B-9CB4-B3BCD99F2E4C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C8F11664-46D2-4100-B8A8-0C0A0607D5F9}" srcId="{67E3082D-E73F-4C64-92B9-3DDA2AC9AB3B}" destId="{5A97FEEE-E276-4A4B-9CB4-B3BCD99F2E4C}" srcOrd="0" destOrd="0" parTransId="{1DC203A1-F97F-488E-A6EE-D8DF67CCCA4D}" sibTransId="{EE6E289B-12E4-4E44-AB8D-65F00E97B32B}"/>
    <dgm:cxn modelId="{48D77FD6-2E74-4B73-832F-E19DD8230710}" type="presOf" srcId="{5A97FEEE-E276-4A4B-9CB4-B3BCD99F2E4C}" destId="{8BB0D178-EFB4-41CA-9A9A-4816149D6E6D}" srcOrd="0" destOrd="0" presId="urn:microsoft.com/office/officeart/2018/2/layout/IconLabelList"/>
    <dgm:cxn modelId="{6BC1B6E0-AFE2-49B3-9EDD-77B3E46E128B}" type="presOf" srcId="{67E3082D-E73F-4C64-92B9-3DDA2AC9AB3B}" destId="{162116C1-F7DF-41D9-9223-641B1C2136F0}" srcOrd="0" destOrd="0" presId="urn:microsoft.com/office/officeart/2018/2/layout/IconLabelList"/>
    <dgm:cxn modelId="{B6F48146-39FD-43BA-A908-9BCBC41A778C}" type="presParOf" srcId="{162116C1-F7DF-41D9-9223-641B1C2136F0}" destId="{4077091E-B762-4E1A-8FEB-C8717E678863}" srcOrd="0" destOrd="0" presId="urn:microsoft.com/office/officeart/2018/2/layout/IconLabelList"/>
    <dgm:cxn modelId="{271667D3-F9DC-4853-A127-302B980BFDDC}" type="presParOf" srcId="{4077091E-B762-4E1A-8FEB-C8717E678863}" destId="{DBC6A0C3-5A48-46F8-AE3A-03275D1E0E43}" srcOrd="0" destOrd="0" presId="urn:microsoft.com/office/officeart/2018/2/layout/IconLabelList"/>
    <dgm:cxn modelId="{17C2607D-2A99-4E34-A2AC-62A290C6A2F4}" type="presParOf" srcId="{4077091E-B762-4E1A-8FEB-C8717E678863}" destId="{2E7B1ED3-E726-4290-B650-53ED928B87F1}" srcOrd="1" destOrd="0" presId="urn:microsoft.com/office/officeart/2018/2/layout/IconLabelList"/>
    <dgm:cxn modelId="{5A32DA49-8782-4605-B12A-93991810AAC6}" type="presParOf" srcId="{4077091E-B762-4E1A-8FEB-C8717E678863}" destId="{8BB0D178-EFB4-41CA-9A9A-4816149D6E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CB77BC-F48E-45BD-BDF4-9902BFA0B32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D9B5A59-50E4-4612-96AE-DC8BD1541670}">
      <dgm:prSet/>
      <dgm:spPr/>
      <dgm:t>
        <a:bodyPr/>
        <a:lstStyle/>
        <a:p>
          <a:pPr>
            <a:defRPr b="1"/>
          </a:pPr>
          <a:r>
            <a:rPr lang="en-US"/>
            <a:t>Aula 1 - Introdução ao BI e Modelagem Multidimensional</a:t>
          </a:r>
        </a:p>
      </dgm:t>
    </dgm:pt>
    <dgm:pt modelId="{A2053D4D-F2AB-4E20-B385-7345FCCC02F8}" type="parTrans" cxnId="{B19A836D-5B6C-4A39-870F-81E0A2B83DDA}">
      <dgm:prSet/>
      <dgm:spPr/>
      <dgm:t>
        <a:bodyPr/>
        <a:lstStyle/>
        <a:p>
          <a:endParaRPr lang="en-US"/>
        </a:p>
      </dgm:t>
    </dgm:pt>
    <dgm:pt modelId="{E92A2B62-23DA-4F62-B3BE-E2D270FFCB56}" type="sibTrans" cxnId="{B19A836D-5B6C-4A39-870F-81E0A2B83DDA}">
      <dgm:prSet/>
      <dgm:spPr/>
      <dgm:t>
        <a:bodyPr/>
        <a:lstStyle/>
        <a:p>
          <a:endParaRPr lang="en-US"/>
        </a:p>
      </dgm:t>
    </dgm:pt>
    <dgm:pt modelId="{B91BCF26-E4A8-490B-B2F7-F65E95F9B7EE}">
      <dgm:prSet/>
      <dgm:spPr/>
      <dgm:t>
        <a:bodyPr/>
        <a:lstStyle/>
        <a:p>
          <a:r>
            <a:rPr lang="en-US"/>
            <a:t>- Definição de Business Intelligence (BI).</a:t>
          </a:r>
        </a:p>
      </dgm:t>
    </dgm:pt>
    <dgm:pt modelId="{3FAB7FE9-7FA6-4983-BFF9-8A7F4EA62BCB}" type="parTrans" cxnId="{4EE52243-09AE-4BDE-A517-E80660B32849}">
      <dgm:prSet/>
      <dgm:spPr/>
      <dgm:t>
        <a:bodyPr/>
        <a:lstStyle/>
        <a:p>
          <a:endParaRPr lang="en-US"/>
        </a:p>
      </dgm:t>
    </dgm:pt>
    <dgm:pt modelId="{F8BA73D8-6104-44BF-80C4-F620112B22F4}" type="sibTrans" cxnId="{4EE52243-09AE-4BDE-A517-E80660B32849}">
      <dgm:prSet/>
      <dgm:spPr/>
      <dgm:t>
        <a:bodyPr/>
        <a:lstStyle/>
        <a:p>
          <a:endParaRPr lang="en-US"/>
        </a:p>
      </dgm:t>
    </dgm:pt>
    <dgm:pt modelId="{7F1FDB6A-9360-46C3-BC3A-BB0AD8C6EDE4}">
      <dgm:prSet/>
      <dgm:spPr/>
      <dgm:t>
        <a:bodyPr/>
        <a:lstStyle/>
        <a:p>
          <a:r>
            <a:rPr lang="en-US"/>
            <a:t>- Componentes principais de BI.</a:t>
          </a:r>
        </a:p>
      </dgm:t>
    </dgm:pt>
    <dgm:pt modelId="{1DC5F2A6-F598-4432-85F5-14FE11E97BC9}" type="parTrans" cxnId="{5D0CD260-E07E-415F-989A-B5EF7770BC8E}">
      <dgm:prSet/>
      <dgm:spPr/>
      <dgm:t>
        <a:bodyPr/>
        <a:lstStyle/>
        <a:p>
          <a:endParaRPr lang="en-US"/>
        </a:p>
      </dgm:t>
    </dgm:pt>
    <dgm:pt modelId="{29C70C33-BA4A-4B4C-9BB7-A6FD5868A34C}" type="sibTrans" cxnId="{5D0CD260-E07E-415F-989A-B5EF7770BC8E}">
      <dgm:prSet/>
      <dgm:spPr/>
      <dgm:t>
        <a:bodyPr/>
        <a:lstStyle/>
        <a:p>
          <a:endParaRPr lang="en-US"/>
        </a:p>
      </dgm:t>
    </dgm:pt>
    <dgm:pt modelId="{D4BC2FC5-A87C-4A54-B450-0A86DD3F7A38}">
      <dgm:prSet/>
      <dgm:spPr/>
      <dgm:t>
        <a:bodyPr/>
        <a:lstStyle/>
        <a:p>
          <a:r>
            <a:rPr lang="en-US"/>
            <a:t>- Importância da modelagem multidimensional.</a:t>
          </a:r>
        </a:p>
      </dgm:t>
    </dgm:pt>
    <dgm:pt modelId="{8470C0D7-F61B-41A6-8566-83BCD5B2EF2C}" type="parTrans" cxnId="{64B59FDB-9ADA-435C-A5E4-932AC1D464E4}">
      <dgm:prSet/>
      <dgm:spPr/>
      <dgm:t>
        <a:bodyPr/>
        <a:lstStyle/>
        <a:p>
          <a:endParaRPr lang="en-US"/>
        </a:p>
      </dgm:t>
    </dgm:pt>
    <dgm:pt modelId="{69FC60F2-57A5-432C-9D4D-B6016B7712BD}" type="sibTrans" cxnId="{64B59FDB-9ADA-435C-A5E4-932AC1D464E4}">
      <dgm:prSet/>
      <dgm:spPr/>
      <dgm:t>
        <a:bodyPr/>
        <a:lstStyle/>
        <a:p>
          <a:endParaRPr lang="en-US"/>
        </a:p>
      </dgm:t>
    </dgm:pt>
    <dgm:pt modelId="{CFD38EAE-85EB-419E-ACD3-158FFD13010E}">
      <dgm:prSet/>
      <dgm:spPr/>
      <dgm:t>
        <a:bodyPr/>
        <a:lstStyle/>
        <a:p>
          <a:pPr>
            <a:defRPr b="1"/>
          </a:pPr>
          <a:r>
            <a:rPr lang="en-US"/>
            <a:t>Aula 2 - Tipos de Dados e Modelos Analíticos</a:t>
          </a:r>
        </a:p>
      </dgm:t>
    </dgm:pt>
    <dgm:pt modelId="{FFB2C3A3-7642-4D15-8D0F-66F8346FE9C1}" type="parTrans" cxnId="{E47F47A3-3DC0-4E6D-92DA-AFB31BD220D4}">
      <dgm:prSet/>
      <dgm:spPr/>
      <dgm:t>
        <a:bodyPr/>
        <a:lstStyle/>
        <a:p>
          <a:endParaRPr lang="en-US"/>
        </a:p>
      </dgm:t>
    </dgm:pt>
    <dgm:pt modelId="{96F7BF8E-DC4B-4C9A-B1D5-580A2F12D247}" type="sibTrans" cxnId="{E47F47A3-3DC0-4E6D-92DA-AFB31BD220D4}">
      <dgm:prSet/>
      <dgm:spPr/>
      <dgm:t>
        <a:bodyPr/>
        <a:lstStyle/>
        <a:p>
          <a:endParaRPr lang="en-US"/>
        </a:p>
      </dgm:t>
    </dgm:pt>
    <dgm:pt modelId="{DB95D5D3-9BFC-4F12-88AF-9DBC9E514154}">
      <dgm:prSet/>
      <dgm:spPr/>
      <dgm:t>
        <a:bodyPr/>
        <a:lstStyle/>
        <a:p>
          <a:r>
            <a:rPr lang="en-US"/>
            <a:t>- Tipos de dados e análise.</a:t>
          </a:r>
        </a:p>
      </dgm:t>
    </dgm:pt>
    <dgm:pt modelId="{E5EF1199-8DF7-4A29-B2A3-4596EDC992E3}" type="parTrans" cxnId="{D7C7F392-0E6F-41B0-A8ED-2B11411F071D}">
      <dgm:prSet/>
      <dgm:spPr/>
      <dgm:t>
        <a:bodyPr/>
        <a:lstStyle/>
        <a:p>
          <a:endParaRPr lang="en-US"/>
        </a:p>
      </dgm:t>
    </dgm:pt>
    <dgm:pt modelId="{F8CF4A88-85D3-47B3-A328-004FDD92DD89}" type="sibTrans" cxnId="{D7C7F392-0E6F-41B0-A8ED-2B11411F071D}">
      <dgm:prSet/>
      <dgm:spPr/>
      <dgm:t>
        <a:bodyPr/>
        <a:lstStyle/>
        <a:p>
          <a:endParaRPr lang="en-US"/>
        </a:p>
      </dgm:t>
    </dgm:pt>
    <dgm:pt modelId="{A0E2EE7D-9CD7-4CF7-BEC2-42D167DF550F}">
      <dgm:prSet/>
      <dgm:spPr/>
      <dgm:t>
        <a:bodyPr/>
        <a:lstStyle/>
        <a:p>
          <a:r>
            <a:rPr lang="en-US"/>
            <a:t>- Introdução ao Data Warehouse e Data Lake.</a:t>
          </a:r>
        </a:p>
      </dgm:t>
    </dgm:pt>
    <dgm:pt modelId="{6FAE5376-BC72-4466-84F9-993F8784A62D}" type="parTrans" cxnId="{0D742623-2C37-4986-AD46-4B181B257400}">
      <dgm:prSet/>
      <dgm:spPr/>
      <dgm:t>
        <a:bodyPr/>
        <a:lstStyle/>
        <a:p>
          <a:endParaRPr lang="en-US"/>
        </a:p>
      </dgm:t>
    </dgm:pt>
    <dgm:pt modelId="{E9475DFC-C5FD-4BB1-B131-1B59411EFD7D}" type="sibTrans" cxnId="{0D742623-2C37-4986-AD46-4B181B257400}">
      <dgm:prSet/>
      <dgm:spPr/>
      <dgm:t>
        <a:bodyPr/>
        <a:lstStyle/>
        <a:p>
          <a:endParaRPr lang="en-US"/>
        </a:p>
      </dgm:t>
    </dgm:pt>
    <dgm:pt modelId="{4DD2A76C-B289-4491-BB09-0AF73EBC56F1}">
      <dgm:prSet/>
      <dgm:spPr/>
      <dgm:t>
        <a:bodyPr/>
        <a:lstStyle/>
        <a:p>
          <a:pPr>
            <a:defRPr b="1"/>
          </a:pPr>
          <a:r>
            <a:rPr lang="en-US"/>
            <a:t>Aula 3 - Bancos de Dados Multidimensionais</a:t>
          </a:r>
        </a:p>
      </dgm:t>
    </dgm:pt>
    <dgm:pt modelId="{A50AB024-0C8F-4C24-8C52-86D8185140E8}" type="parTrans" cxnId="{86FC2FFA-0771-49BF-9455-C609CCF1E555}">
      <dgm:prSet/>
      <dgm:spPr/>
      <dgm:t>
        <a:bodyPr/>
        <a:lstStyle/>
        <a:p>
          <a:endParaRPr lang="en-US"/>
        </a:p>
      </dgm:t>
    </dgm:pt>
    <dgm:pt modelId="{D6A4A1D0-1BFB-4123-9CC7-3D91EECD38C9}" type="sibTrans" cxnId="{86FC2FFA-0771-49BF-9455-C609CCF1E555}">
      <dgm:prSet/>
      <dgm:spPr/>
      <dgm:t>
        <a:bodyPr/>
        <a:lstStyle/>
        <a:p>
          <a:endParaRPr lang="en-US"/>
        </a:p>
      </dgm:t>
    </dgm:pt>
    <dgm:pt modelId="{B5322979-7F4A-4051-A073-A5BE9A62F2E4}">
      <dgm:prSet/>
      <dgm:spPr/>
      <dgm:t>
        <a:bodyPr/>
        <a:lstStyle/>
        <a:p>
          <a:r>
            <a:rPr lang="en-US"/>
            <a:t>- Conceito de tabelas fato e dimensão.</a:t>
          </a:r>
        </a:p>
      </dgm:t>
    </dgm:pt>
    <dgm:pt modelId="{23CA2E66-9D66-4FBF-A5B1-9AE95D852696}" type="parTrans" cxnId="{34608674-EB2A-4B67-82C5-EA9266586FA0}">
      <dgm:prSet/>
      <dgm:spPr/>
      <dgm:t>
        <a:bodyPr/>
        <a:lstStyle/>
        <a:p>
          <a:endParaRPr lang="en-US"/>
        </a:p>
      </dgm:t>
    </dgm:pt>
    <dgm:pt modelId="{3C8A2173-22FC-46A6-9379-2EF6E37A027D}" type="sibTrans" cxnId="{34608674-EB2A-4B67-82C5-EA9266586FA0}">
      <dgm:prSet/>
      <dgm:spPr/>
      <dgm:t>
        <a:bodyPr/>
        <a:lstStyle/>
        <a:p>
          <a:endParaRPr lang="en-US"/>
        </a:p>
      </dgm:t>
    </dgm:pt>
    <dgm:pt modelId="{8AA54361-E145-49AD-9BB2-83EC3EB5B8FF}">
      <dgm:prSet/>
      <dgm:spPr/>
      <dgm:t>
        <a:bodyPr/>
        <a:lstStyle/>
        <a:p>
          <a:r>
            <a:rPr lang="en-US"/>
            <a:t>- Hierarquias nos modelos multidimensionais.</a:t>
          </a:r>
        </a:p>
      </dgm:t>
    </dgm:pt>
    <dgm:pt modelId="{D8CE964C-9CC0-4E75-ABAD-D7E7DB5396C5}" type="parTrans" cxnId="{3E3DB123-FA62-4F77-AECE-62E1DA89FA21}">
      <dgm:prSet/>
      <dgm:spPr/>
      <dgm:t>
        <a:bodyPr/>
        <a:lstStyle/>
        <a:p>
          <a:endParaRPr lang="en-US"/>
        </a:p>
      </dgm:t>
    </dgm:pt>
    <dgm:pt modelId="{0EBDC537-38BE-475E-9DAA-ECFAA0CA0F09}" type="sibTrans" cxnId="{3E3DB123-FA62-4F77-AECE-62E1DA89FA21}">
      <dgm:prSet/>
      <dgm:spPr/>
      <dgm:t>
        <a:bodyPr/>
        <a:lstStyle/>
        <a:p>
          <a:endParaRPr lang="en-US"/>
        </a:p>
      </dgm:t>
    </dgm:pt>
    <dgm:pt modelId="{F1FFBA71-670D-41E0-B222-9A6984266CAD}">
      <dgm:prSet/>
      <dgm:spPr/>
      <dgm:t>
        <a:bodyPr/>
        <a:lstStyle/>
        <a:p>
          <a:pPr>
            <a:defRPr b="1"/>
          </a:pPr>
          <a:r>
            <a:rPr lang="en-US"/>
            <a:t>Aula 4 - Star Schema e Snowflake Schema</a:t>
          </a:r>
        </a:p>
      </dgm:t>
    </dgm:pt>
    <dgm:pt modelId="{68CA8B5A-C062-4D74-BE08-9D1904F71F9D}" type="parTrans" cxnId="{A8855F42-C64F-4E9C-AE6E-BDA4924A7407}">
      <dgm:prSet/>
      <dgm:spPr/>
      <dgm:t>
        <a:bodyPr/>
        <a:lstStyle/>
        <a:p>
          <a:endParaRPr lang="en-US"/>
        </a:p>
      </dgm:t>
    </dgm:pt>
    <dgm:pt modelId="{24605005-599C-4DCB-9232-F518A428E612}" type="sibTrans" cxnId="{A8855F42-C64F-4E9C-AE6E-BDA4924A7407}">
      <dgm:prSet/>
      <dgm:spPr/>
      <dgm:t>
        <a:bodyPr/>
        <a:lstStyle/>
        <a:p>
          <a:endParaRPr lang="en-US"/>
        </a:p>
      </dgm:t>
    </dgm:pt>
    <dgm:pt modelId="{FB61CF43-B2E7-4554-BB51-992A1013D448}">
      <dgm:prSet/>
      <dgm:spPr/>
      <dgm:t>
        <a:bodyPr/>
        <a:lstStyle/>
        <a:p>
          <a:r>
            <a:rPr lang="en-US"/>
            <a:t>- Diferenças e aplicações práticas.</a:t>
          </a:r>
        </a:p>
      </dgm:t>
    </dgm:pt>
    <dgm:pt modelId="{CB6C35B2-8D11-4674-BB66-620F3241BBF0}" type="parTrans" cxnId="{6C905B96-A233-4041-B6FB-AD30A14408C9}">
      <dgm:prSet/>
      <dgm:spPr/>
      <dgm:t>
        <a:bodyPr/>
        <a:lstStyle/>
        <a:p>
          <a:endParaRPr lang="en-US"/>
        </a:p>
      </dgm:t>
    </dgm:pt>
    <dgm:pt modelId="{06CDC330-C160-42A2-B605-A093EF29C282}" type="sibTrans" cxnId="{6C905B96-A233-4041-B6FB-AD30A14408C9}">
      <dgm:prSet/>
      <dgm:spPr/>
      <dgm:t>
        <a:bodyPr/>
        <a:lstStyle/>
        <a:p>
          <a:endParaRPr lang="en-US"/>
        </a:p>
      </dgm:t>
    </dgm:pt>
    <dgm:pt modelId="{EF7BBB45-EBAA-4081-9102-86534E220AEE}">
      <dgm:prSet/>
      <dgm:spPr/>
      <dgm:t>
        <a:bodyPr/>
        <a:lstStyle/>
        <a:p>
          <a:pPr>
            <a:defRPr b="1"/>
          </a:pPr>
          <a:r>
            <a:rPr lang="en-US"/>
            <a:t>Aula 5 - Prática de BI e Preparação de Dados</a:t>
          </a:r>
        </a:p>
      </dgm:t>
    </dgm:pt>
    <dgm:pt modelId="{28B7F492-705A-493B-A64E-C91977B56280}" type="parTrans" cxnId="{DF0F4212-96BE-41A0-B968-9F2D29E190AA}">
      <dgm:prSet/>
      <dgm:spPr/>
      <dgm:t>
        <a:bodyPr/>
        <a:lstStyle/>
        <a:p>
          <a:endParaRPr lang="en-US"/>
        </a:p>
      </dgm:t>
    </dgm:pt>
    <dgm:pt modelId="{5AE614DF-3D62-458F-AD52-02FA01D284BD}" type="sibTrans" cxnId="{DF0F4212-96BE-41A0-B968-9F2D29E190AA}">
      <dgm:prSet/>
      <dgm:spPr/>
      <dgm:t>
        <a:bodyPr/>
        <a:lstStyle/>
        <a:p>
          <a:endParaRPr lang="en-US"/>
        </a:p>
      </dgm:t>
    </dgm:pt>
    <dgm:pt modelId="{A375A553-F379-48AA-BD5E-31C1DFC9601D}">
      <dgm:prSet/>
      <dgm:spPr/>
      <dgm:t>
        <a:bodyPr/>
        <a:lstStyle/>
        <a:p>
          <a:r>
            <a:rPr lang="en-US"/>
            <a:t>- Qualidade dos dados e impacto na modelagem.</a:t>
          </a:r>
        </a:p>
      </dgm:t>
    </dgm:pt>
    <dgm:pt modelId="{09776C52-82B3-494E-8524-C23AF59EA192}" type="parTrans" cxnId="{C98F4394-2D0F-4096-939C-A90139B076AC}">
      <dgm:prSet/>
      <dgm:spPr/>
      <dgm:t>
        <a:bodyPr/>
        <a:lstStyle/>
        <a:p>
          <a:endParaRPr lang="en-US"/>
        </a:p>
      </dgm:t>
    </dgm:pt>
    <dgm:pt modelId="{B958D28B-1CA0-40EC-B77E-0AF705BAF11F}" type="sibTrans" cxnId="{C98F4394-2D0F-4096-939C-A90139B076AC}">
      <dgm:prSet/>
      <dgm:spPr/>
      <dgm:t>
        <a:bodyPr/>
        <a:lstStyle/>
        <a:p>
          <a:endParaRPr lang="en-US"/>
        </a:p>
      </dgm:t>
    </dgm:pt>
    <dgm:pt modelId="{FCEC0C1D-AED8-4042-A0D1-18FBC6806B03}">
      <dgm:prSet/>
      <dgm:spPr/>
      <dgm:t>
        <a:bodyPr/>
        <a:lstStyle/>
        <a:p>
          <a:r>
            <a:rPr lang="en-US"/>
            <a:t>- Aplicação no Power BI.</a:t>
          </a:r>
        </a:p>
      </dgm:t>
    </dgm:pt>
    <dgm:pt modelId="{92512731-1F1F-4F2E-9A3C-DBC1EC1366AD}" type="parTrans" cxnId="{A46AFD69-08CB-4B16-B1D5-B7F969EFE2C6}">
      <dgm:prSet/>
      <dgm:spPr/>
      <dgm:t>
        <a:bodyPr/>
        <a:lstStyle/>
        <a:p>
          <a:endParaRPr lang="en-US"/>
        </a:p>
      </dgm:t>
    </dgm:pt>
    <dgm:pt modelId="{2F57A6C7-4003-411C-9B05-8A2CB15780FC}" type="sibTrans" cxnId="{A46AFD69-08CB-4B16-B1D5-B7F969EFE2C6}">
      <dgm:prSet/>
      <dgm:spPr/>
      <dgm:t>
        <a:bodyPr/>
        <a:lstStyle/>
        <a:p>
          <a:endParaRPr lang="en-US"/>
        </a:p>
      </dgm:t>
    </dgm:pt>
    <dgm:pt modelId="{31B38D9A-AB6A-44CE-8742-9578F0CDEFA8}" type="pres">
      <dgm:prSet presAssocID="{8BCB77BC-F48E-45BD-BDF4-9902BFA0B32E}" presName="root" presStyleCnt="0">
        <dgm:presLayoutVars>
          <dgm:dir/>
          <dgm:resizeHandles val="exact"/>
        </dgm:presLayoutVars>
      </dgm:prSet>
      <dgm:spPr/>
    </dgm:pt>
    <dgm:pt modelId="{90974C71-935C-4036-9436-4DFDE6C62D8C}" type="pres">
      <dgm:prSet presAssocID="{8D9B5A59-50E4-4612-96AE-DC8BD1541670}" presName="compNode" presStyleCnt="0"/>
      <dgm:spPr/>
    </dgm:pt>
    <dgm:pt modelId="{F12763B1-ED9E-4F61-9444-549A5C12A2A2}" type="pres">
      <dgm:prSet presAssocID="{8D9B5A59-50E4-4612-96AE-DC8BD154167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58D714F-6CD1-4C2E-B99A-A73947C94656}" type="pres">
      <dgm:prSet presAssocID="{8D9B5A59-50E4-4612-96AE-DC8BD1541670}" presName="iconSpace" presStyleCnt="0"/>
      <dgm:spPr/>
    </dgm:pt>
    <dgm:pt modelId="{7E363F65-707A-41B2-A776-0B9D0DF2E336}" type="pres">
      <dgm:prSet presAssocID="{8D9B5A59-50E4-4612-96AE-DC8BD1541670}" presName="parTx" presStyleLbl="revTx" presStyleIdx="0" presStyleCnt="10">
        <dgm:presLayoutVars>
          <dgm:chMax val="0"/>
          <dgm:chPref val="0"/>
        </dgm:presLayoutVars>
      </dgm:prSet>
      <dgm:spPr/>
    </dgm:pt>
    <dgm:pt modelId="{FB1FFD03-D9D2-436D-B69A-AECA75231CF4}" type="pres">
      <dgm:prSet presAssocID="{8D9B5A59-50E4-4612-96AE-DC8BD1541670}" presName="txSpace" presStyleCnt="0"/>
      <dgm:spPr/>
    </dgm:pt>
    <dgm:pt modelId="{E1A9F9A9-FA89-4734-8156-E80B14BBB405}" type="pres">
      <dgm:prSet presAssocID="{8D9B5A59-50E4-4612-96AE-DC8BD1541670}" presName="desTx" presStyleLbl="revTx" presStyleIdx="1" presStyleCnt="10">
        <dgm:presLayoutVars/>
      </dgm:prSet>
      <dgm:spPr/>
    </dgm:pt>
    <dgm:pt modelId="{90FD3F7E-3F0F-43D2-A67E-18BD69374759}" type="pres">
      <dgm:prSet presAssocID="{E92A2B62-23DA-4F62-B3BE-E2D270FFCB56}" presName="sibTrans" presStyleCnt="0"/>
      <dgm:spPr/>
    </dgm:pt>
    <dgm:pt modelId="{A0407E17-250E-4F38-9FD8-89E359AE9F38}" type="pres">
      <dgm:prSet presAssocID="{CFD38EAE-85EB-419E-ACD3-158FFD13010E}" presName="compNode" presStyleCnt="0"/>
      <dgm:spPr/>
    </dgm:pt>
    <dgm:pt modelId="{88CBBEDA-12F6-435D-8657-83AEAD2DFFA1}" type="pres">
      <dgm:prSet presAssocID="{CFD38EAE-85EB-419E-ACD3-158FFD13010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19387E3C-AEEC-4855-ACA8-1015C7442EC2}" type="pres">
      <dgm:prSet presAssocID="{CFD38EAE-85EB-419E-ACD3-158FFD13010E}" presName="iconSpace" presStyleCnt="0"/>
      <dgm:spPr/>
    </dgm:pt>
    <dgm:pt modelId="{DF41C1DA-9546-43F3-BE17-52DCFA90DE0E}" type="pres">
      <dgm:prSet presAssocID="{CFD38EAE-85EB-419E-ACD3-158FFD13010E}" presName="parTx" presStyleLbl="revTx" presStyleIdx="2" presStyleCnt="10">
        <dgm:presLayoutVars>
          <dgm:chMax val="0"/>
          <dgm:chPref val="0"/>
        </dgm:presLayoutVars>
      </dgm:prSet>
      <dgm:spPr/>
    </dgm:pt>
    <dgm:pt modelId="{96B48E37-DC7A-431A-A273-6C65776F5F29}" type="pres">
      <dgm:prSet presAssocID="{CFD38EAE-85EB-419E-ACD3-158FFD13010E}" presName="txSpace" presStyleCnt="0"/>
      <dgm:spPr/>
    </dgm:pt>
    <dgm:pt modelId="{8999687F-B22D-4016-A5E6-47D45B4E0DDE}" type="pres">
      <dgm:prSet presAssocID="{CFD38EAE-85EB-419E-ACD3-158FFD13010E}" presName="desTx" presStyleLbl="revTx" presStyleIdx="3" presStyleCnt="10">
        <dgm:presLayoutVars/>
      </dgm:prSet>
      <dgm:spPr/>
    </dgm:pt>
    <dgm:pt modelId="{BFB7CD8E-4C01-4329-91A5-6066B311C5E7}" type="pres">
      <dgm:prSet presAssocID="{96F7BF8E-DC4B-4C9A-B1D5-580A2F12D247}" presName="sibTrans" presStyleCnt="0"/>
      <dgm:spPr/>
    </dgm:pt>
    <dgm:pt modelId="{10AFEA7B-823E-4D44-A3B1-EA78790538F7}" type="pres">
      <dgm:prSet presAssocID="{4DD2A76C-B289-4491-BB09-0AF73EBC56F1}" presName="compNode" presStyleCnt="0"/>
      <dgm:spPr/>
    </dgm:pt>
    <dgm:pt modelId="{979B1990-1239-4410-8512-8B311C272630}" type="pres">
      <dgm:prSet presAssocID="{4DD2A76C-B289-4491-BB09-0AF73EBC56F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CDD6AB0E-717E-4B71-81F5-439F7A89F925}" type="pres">
      <dgm:prSet presAssocID="{4DD2A76C-B289-4491-BB09-0AF73EBC56F1}" presName="iconSpace" presStyleCnt="0"/>
      <dgm:spPr/>
    </dgm:pt>
    <dgm:pt modelId="{25DB7751-86EC-41E8-94E8-C0B1A4E2509F}" type="pres">
      <dgm:prSet presAssocID="{4DD2A76C-B289-4491-BB09-0AF73EBC56F1}" presName="parTx" presStyleLbl="revTx" presStyleIdx="4" presStyleCnt="10">
        <dgm:presLayoutVars>
          <dgm:chMax val="0"/>
          <dgm:chPref val="0"/>
        </dgm:presLayoutVars>
      </dgm:prSet>
      <dgm:spPr/>
    </dgm:pt>
    <dgm:pt modelId="{C103A577-7C7A-49FF-A2B4-62F847E723D6}" type="pres">
      <dgm:prSet presAssocID="{4DD2A76C-B289-4491-BB09-0AF73EBC56F1}" presName="txSpace" presStyleCnt="0"/>
      <dgm:spPr/>
    </dgm:pt>
    <dgm:pt modelId="{FD9AAA28-D5FE-4314-A665-2C70F1C27C16}" type="pres">
      <dgm:prSet presAssocID="{4DD2A76C-B289-4491-BB09-0AF73EBC56F1}" presName="desTx" presStyleLbl="revTx" presStyleIdx="5" presStyleCnt="10">
        <dgm:presLayoutVars/>
      </dgm:prSet>
      <dgm:spPr/>
    </dgm:pt>
    <dgm:pt modelId="{C982ACCB-7FD8-4257-83B1-21B6544C4104}" type="pres">
      <dgm:prSet presAssocID="{D6A4A1D0-1BFB-4123-9CC7-3D91EECD38C9}" presName="sibTrans" presStyleCnt="0"/>
      <dgm:spPr/>
    </dgm:pt>
    <dgm:pt modelId="{4EA1B540-C751-4C4D-B52B-3AF6CA26F59E}" type="pres">
      <dgm:prSet presAssocID="{F1FFBA71-670D-41E0-B222-9A6984266CAD}" presName="compNode" presStyleCnt="0"/>
      <dgm:spPr/>
    </dgm:pt>
    <dgm:pt modelId="{7A12399F-040C-49C1-A6BB-8E79B8F40C5A}" type="pres">
      <dgm:prSet presAssocID="{F1FFBA71-670D-41E0-B222-9A6984266CA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co de Neve"/>
        </a:ext>
      </dgm:extLst>
    </dgm:pt>
    <dgm:pt modelId="{432ECF8E-8992-4494-9D3F-44AABCEB1318}" type="pres">
      <dgm:prSet presAssocID="{F1FFBA71-670D-41E0-B222-9A6984266CAD}" presName="iconSpace" presStyleCnt="0"/>
      <dgm:spPr/>
    </dgm:pt>
    <dgm:pt modelId="{FAB1FE56-B37E-492B-AB79-D961306CB89C}" type="pres">
      <dgm:prSet presAssocID="{F1FFBA71-670D-41E0-B222-9A6984266CAD}" presName="parTx" presStyleLbl="revTx" presStyleIdx="6" presStyleCnt="10">
        <dgm:presLayoutVars>
          <dgm:chMax val="0"/>
          <dgm:chPref val="0"/>
        </dgm:presLayoutVars>
      </dgm:prSet>
      <dgm:spPr/>
    </dgm:pt>
    <dgm:pt modelId="{333AAEFD-BB6A-4F84-A568-316CF9460492}" type="pres">
      <dgm:prSet presAssocID="{F1FFBA71-670D-41E0-B222-9A6984266CAD}" presName="txSpace" presStyleCnt="0"/>
      <dgm:spPr/>
    </dgm:pt>
    <dgm:pt modelId="{DC2E5525-0146-42AA-905A-213B5799DF78}" type="pres">
      <dgm:prSet presAssocID="{F1FFBA71-670D-41E0-B222-9A6984266CAD}" presName="desTx" presStyleLbl="revTx" presStyleIdx="7" presStyleCnt="10">
        <dgm:presLayoutVars/>
      </dgm:prSet>
      <dgm:spPr/>
    </dgm:pt>
    <dgm:pt modelId="{61BCB1F5-FCA3-4312-BA7E-2161525C2FF2}" type="pres">
      <dgm:prSet presAssocID="{24605005-599C-4DCB-9232-F518A428E612}" presName="sibTrans" presStyleCnt="0"/>
      <dgm:spPr/>
    </dgm:pt>
    <dgm:pt modelId="{BE2312E7-C10C-4F40-B534-E206560D7A69}" type="pres">
      <dgm:prSet presAssocID="{EF7BBB45-EBAA-4081-9102-86534E220AEE}" presName="compNode" presStyleCnt="0"/>
      <dgm:spPr/>
    </dgm:pt>
    <dgm:pt modelId="{A2666AF0-2F39-4CE3-B72A-25F0800C4A79}" type="pres">
      <dgm:prSet presAssocID="{EF7BBB45-EBAA-4081-9102-86534E220AE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F91EF13C-7BC0-4264-85E0-329F0E453CB1}" type="pres">
      <dgm:prSet presAssocID="{EF7BBB45-EBAA-4081-9102-86534E220AEE}" presName="iconSpace" presStyleCnt="0"/>
      <dgm:spPr/>
    </dgm:pt>
    <dgm:pt modelId="{DA58DC1A-DFA1-47EF-A3CA-E9996A7AD6F8}" type="pres">
      <dgm:prSet presAssocID="{EF7BBB45-EBAA-4081-9102-86534E220AEE}" presName="parTx" presStyleLbl="revTx" presStyleIdx="8" presStyleCnt="10">
        <dgm:presLayoutVars>
          <dgm:chMax val="0"/>
          <dgm:chPref val="0"/>
        </dgm:presLayoutVars>
      </dgm:prSet>
      <dgm:spPr/>
    </dgm:pt>
    <dgm:pt modelId="{3505E4AE-6150-4965-9E63-96989C5B5BC9}" type="pres">
      <dgm:prSet presAssocID="{EF7BBB45-EBAA-4081-9102-86534E220AEE}" presName="txSpace" presStyleCnt="0"/>
      <dgm:spPr/>
    </dgm:pt>
    <dgm:pt modelId="{49F6BA37-895A-469D-B4BF-471F57AD7509}" type="pres">
      <dgm:prSet presAssocID="{EF7BBB45-EBAA-4081-9102-86534E220AEE}" presName="desTx" presStyleLbl="revTx" presStyleIdx="9" presStyleCnt="10">
        <dgm:presLayoutVars/>
      </dgm:prSet>
      <dgm:spPr/>
    </dgm:pt>
  </dgm:ptLst>
  <dgm:cxnLst>
    <dgm:cxn modelId="{DF0F4212-96BE-41A0-B968-9F2D29E190AA}" srcId="{8BCB77BC-F48E-45BD-BDF4-9902BFA0B32E}" destId="{EF7BBB45-EBAA-4081-9102-86534E220AEE}" srcOrd="4" destOrd="0" parTransId="{28B7F492-705A-493B-A64E-C91977B56280}" sibTransId="{5AE614DF-3D62-458F-AD52-02FA01D284BD}"/>
    <dgm:cxn modelId="{F297D61C-873D-4DFD-B11B-C894622470AD}" type="presOf" srcId="{B5322979-7F4A-4051-A073-A5BE9A62F2E4}" destId="{FD9AAA28-D5FE-4314-A665-2C70F1C27C16}" srcOrd="0" destOrd="0" presId="urn:microsoft.com/office/officeart/2018/2/layout/IconLabelDescriptionList"/>
    <dgm:cxn modelId="{EEA5CA21-BBA6-4A2D-9E31-52F1589EF067}" type="presOf" srcId="{EF7BBB45-EBAA-4081-9102-86534E220AEE}" destId="{DA58DC1A-DFA1-47EF-A3CA-E9996A7AD6F8}" srcOrd="0" destOrd="0" presId="urn:microsoft.com/office/officeart/2018/2/layout/IconLabelDescriptionList"/>
    <dgm:cxn modelId="{0D742623-2C37-4986-AD46-4B181B257400}" srcId="{CFD38EAE-85EB-419E-ACD3-158FFD13010E}" destId="{A0E2EE7D-9CD7-4CF7-BEC2-42D167DF550F}" srcOrd="1" destOrd="0" parTransId="{6FAE5376-BC72-4466-84F9-993F8784A62D}" sibTransId="{E9475DFC-C5FD-4BB1-B131-1B59411EFD7D}"/>
    <dgm:cxn modelId="{3E3DB123-FA62-4F77-AECE-62E1DA89FA21}" srcId="{4DD2A76C-B289-4491-BB09-0AF73EBC56F1}" destId="{8AA54361-E145-49AD-9BB2-83EC3EB5B8FF}" srcOrd="1" destOrd="0" parTransId="{D8CE964C-9CC0-4E75-ABAD-D7E7DB5396C5}" sibTransId="{0EBDC537-38BE-475E-9DAA-ECFAA0CA0F09}"/>
    <dgm:cxn modelId="{F6528530-EF5F-4660-90B9-934E94E63CDE}" type="presOf" srcId="{CFD38EAE-85EB-419E-ACD3-158FFD13010E}" destId="{DF41C1DA-9546-43F3-BE17-52DCFA90DE0E}" srcOrd="0" destOrd="0" presId="urn:microsoft.com/office/officeart/2018/2/layout/IconLabelDescriptionList"/>
    <dgm:cxn modelId="{A770F932-0C65-41FC-AC97-2D4697D2A830}" type="presOf" srcId="{B91BCF26-E4A8-490B-B2F7-F65E95F9B7EE}" destId="{E1A9F9A9-FA89-4734-8156-E80B14BBB405}" srcOrd="0" destOrd="0" presId="urn:microsoft.com/office/officeart/2018/2/layout/IconLabelDescriptionList"/>
    <dgm:cxn modelId="{93CD2D37-6CF6-43D9-BE90-BA32A8DF1670}" type="presOf" srcId="{4DD2A76C-B289-4491-BB09-0AF73EBC56F1}" destId="{25DB7751-86EC-41E8-94E8-C0B1A4E2509F}" srcOrd="0" destOrd="0" presId="urn:microsoft.com/office/officeart/2018/2/layout/IconLabelDescriptionList"/>
    <dgm:cxn modelId="{68B63138-27D1-4A7B-AB9B-7F8DB33AA9E6}" type="presOf" srcId="{A0E2EE7D-9CD7-4CF7-BEC2-42D167DF550F}" destId="{8999687F-B22D-4016-A5E6-47D45B4E0DDE}" srcOrd="0" destOrd="1" presId="urn:microsoft.com/office/officeart/2018/2/layout/IconLabelDescriptionList"/>
    <dgm:cxn modelId="{5D0CD260-E07E-415F-989A-B5EF7770BC8E}" srcId="{8D9B5A59-50E4-4612-96AE-DC8BD1541670}" destId="{7F1FDB6A-9360-46C3-BC3A-BB0AD8C6EDE4}" srcOrd="1" destOrd="0" parTransId="{1DC5F2A6-F598-4432-85F5-14FE11E97BC9}" sibTransId="{29C70C33-BA4A-4B4C-9BB7-A6FD5868A34C}"/>
    <dgm:cxn modelId="{A8855F42-C64F-4E9C-AE6E-BDA4924A7407}" srcId="{8BCB77BC-F48E-45BD-BDF4-9902BFA0B32E}" destId="{F1FFBA71-670D-41E0-B222-9A6984266CAD}" srcOrd="3" destOrd="0" parTransId="{68CA8B5A-C062-4D74-BE08-9D1904F71F9D}" sibTransId="{24605005-599C-4DCB-9232-F518A428E612}"/>
    <dgm:cxn modelId="{4EE52243-09AE-4BDE-A517-E80660B32849}" srcId="{8D9B5A59-50E4-4612-96AE-DC8BD1541670}" destId="{B91BCF26-E4A8-490B-B2F7-F65E95F9B7EE}" srcOrd="0" destOrd="0" parTransId="{3FAB7FE9-7FA6-4983-BFF9-8A7F4EA62BCB}" sibTransId="{F8BA73D8-6104-44BF-80C4-F620112B22F4}"/>
    <dgm:cxn modelId="{E16EA343-19CC-4621-8C80-B83F4D25012C}" type="presOf" srcId="{FCEC0C1D-AED8-4042-A0D1-18FBC6806B03}" destId="{49F6BA37-895A-469D-B4BF-471F57AD7509}" srcOrd="0" destOrd="1" presId="urn:microsoft.com/office/officeart/2018/2/layout/IconLabelDescriptionList"/>
    <dgm:cxn modelId="{56C9D263-2F98-489D-8D20-1AEEE90AFE9A}" type="presOf" srcId="{D4BC2FC5-A87C-4A54-B450-0A86DD3F7A38}" destId="{E1A9F9A9-FA89-4734-8156-E80B14BBB405}" srcOrd="0" destOrd="2" presId="urn:microsoft.com/office/officeart/2018/2/layout/IconLabelDescriptionList"/>
    <dgm:cxn modelId="{A46AFD69-08CB-4B16-B1D5-B7F969EFE2C6}" srcId="{EF7BBB45-EBAA-4081-9102-86534E220AEE}" destId="{FCEC0C1D-AED8-4042-A0D1-18FBC6806B03}" srcOrd="1" destOrd="0" parTransId="{92512731-1F1F-4F2E-9A3C-DBC1EC1366AD}" sibTransId="{2F57A6C7-4003-411C-9B05-8A2CB15780FC}"/>
    <dgm:cxn modelId="{03E6166B-491F-482F-A341-9FAC427B1DC7}" type="presOf" srcId="{FB61CF43-B2E7-4554-BB51-992A1013D448}" destId="{DC2E5525-0146-42AA-905A-213B5799DF78}" srcOrd="0" destOrd="0" presId="urn:microsoft.com/office/officeart/2018/2/layout/IconLabelDescriptionList"/>
    <dgm:cxn modelId="{B19A836D-5B6C-4A39-870F-81E0A2B83DDA}" srcId="{8BCB77BC-F48E-45BD-BDF4-9902BFA0B32E}" destId="{8D9B5A59-50E4-4612-96AE-DC8BD1541670}" srcOrd="0" destOrd="0" parTransId="{A2053D4D-F2AB-4E20-B385-7345FCCC02F8}" sibTransId="{E92A2B62-23DA-4F62-B3BE-E2D270FFCB56}"/>
    <dgm:cxn modelId="{34608674-EB2A-4B67-82C5-EA9266586FA0}" srcId="{4DD2A76C-B289-4491-BB09-0AF73EBC56F1}" destId="{B5322979-7F4A-4051-A073-A5BE9A62F2E4}" srcOrd="0" destOrd="0" parTransId="{23CA2E66-9D66-4FBF-A5B1-9AE95D852696}" sibTransId="{3C8A2173-22FC-46A6-9379-2EF6E37A027D}"/>
    <dgm:cxn modelId="{1794067F-F395-4500-AABC-F725721533DA}" type="presOf" srcId="{F1FFBA71-670D-41E0-B222-9A6984266CAD}" destId="{FAB1FE56-B37E-492B-AB79-D961306CB89C}" srcOrd="0" destOrd="0" presId="urn:microsoft.com/office/officeart/2018/2/layout/IconLabelDescriptionList"/>
    <dgm:cxn modelId="{D7C7F392-0E6F-41B0-A8ED-2B11411F071D}" srcId="{CFD38EAE-85EB-419E-ACD3-158FFD13010E}" destId="{DB95D5D3-9BFC-4F12-88AF-9DBC9E514154}" srcOrd="0" destOrd="0" parTransId="{E5EF1199-8DF7-4A29-B2A3-4596EDC992E3}" sibTransId="{F8CF4A88-85D3-47B3-A328-004FDD92DD89}"/>
    <dgm:cxn modelId="{C98F4394-2D0F-4096-939C-A90139B076AC}" srcId="{EF7BBB45-EBAA-4081-9102-86534E220AEE}" destId="{A375A553-F379-48AA-BD5E-31C1DFC9601D}" srcOrd="0" destOrd="0" parTransId="{09776C52-82B3-494E-8524-C23AF59EA192}" sibTransId="{B958D28B-1CA0-40EC-B77E-0AF705BAF11F}"/>
    <dgm:cxn modelId="{31BE7F94-5684-474A-8D5E-7696916DB015}" type="presOf" srcId="{8AA54361-E145-49AD-9BB2-83EC3EB5B8FF}" destId="{FD9AAA28-D5FE-4314-A665-2C70F1C27C16}" srcOrd="0" destOrd="1" presId="urn:microsoft.com/office/officeart/2018/2/layout/IconLabelDescriptionList"/>
    <dgm:cxn modelId="{6C905B96-A233-4041-B6FB-AD30A14408C9}" srcId="{F1FFBA71-670D-41E0-B222-9A6984266CAD}" destId="{FB61CF43-B2E7-4554-BB51-992A1013D448}" srcOrd="0" destOrd="0" parTransId="{CB6C35B2-8D11-4674-BB66-620F3241BBF0}" sibTransId="{06CDC330-C160-42A2-B605-A093EF29C282}"/>
    <dgm:cxn modelId="{E47F47A3-3DC0-4E6D-92DA-AFB31BD220D4}" srcId="{8BCB77BC-F48E-45BD-BDF4-9902BFA0B32E}" destId="{CFD38EAE-85EB-419E-ACD3-158FFD13010E}" srcOrd="1" destOrd="0" parTransId="{FFB2C3A3-7642-4D15-8D0F-66F8346FE9C1}" sibTransId="{96F7BF8E-DC4B-4C9A-B1D5-580A2F12D247}"/>
    <dgm:cxn modelId="{022B73AF-4B98-4608-AA23-A851AE703D1B}" type="presOf" srcId="{8D9B5A59-50E4-4612-96AE-DC8BD1541670}" destId="{7E363F65-707A-41B2-A776-0B9D0DF2E336}" srcOrd="0" destOrd="0" presId="urn:microsoft.com/office/officeart/2018/2/layout/IconLabelDescriptionList"/>
    <dgm:cxn modelId="{4A6EE8CA-F780-44AC-A3AE-D0E5CA9170C0}" type="presOf" srcId="{7F1FDB6A-9360-46C3-BC3A-BB0AD8C6EDE4}" destId="{E1A9F9A9-FA89-4734-8156-E80B14BBB405}" srcOrd="0" destOrd="1" presId="urn:microsoft.com/office/officeart/2018/2/layout/IconLabelDescriptionList"/>
    <dgm:cxn modelId="{64B59FDB-9ADA-435C-A5E4-932AC1D464E4}" srcId="{8D9B5A59-50E4-4612-96AE-DC8BD1541670}" destId="{D4BC2FC5-A87C-4A54-B450-0A86DD3F7A38}" srcOrd="2" destOrd="0" parTransId="{8470C0D7-F61B-41A6-8566-83BCD5B2EF2C}" sibTransId="{69FC60F2-57A5-432C-9D4D-B6016B7712BD}"/>
    <dgm:cxn modelId="{1751EFED-0944-4F27-80C2-DC639296C304}" type="presOf" srcId="{8BCB77BC-F48E-45BD-BDF4-9902BFA0B32E}" destId="{31B38D9A-AB6A-44CE-8742-9578F0CDEFA8}" srcOrd="0" destOrd="0" presId="urn:microsoft.com/office/officeart/2018/2/layout/IconLabelDescriptionList"/>
    <dgm:cxn modelId="{F78A3BF6-EB46-4440-9C9A-2026842A5B30}" type="presOf" srcId="{A375A553-F379-48AA-BD5E-31C1DFC9601D}" destId="{49F6BA37-895A-469D-B4BF-471F57AD7509}" srcOrd="0" destOrd="0" presId="urn:microsoft.com/office/officeart/2018/2/layout/IconLabelDescriptionList"/>
    <dgm:cxn modelId="{D1B5CFF9-8774-498F-B161-7B0AE5D8BBCF}" type="presOf" srcId="{DB95D5D3-9BFC-4F12-88AF-9DBC9E514154}" destId="{8999687F-B22D-4016-A5E6-47D45B4E0DDE}" srcOrd="0" destOrd="0" presId="urn:microsoft.com/office/officeart/2018/2/layout/IconLabelDescriptionList"/>
    <dgm:cxn modelId="{86FC2FFA-0771-49BF-9455-C609CCF1E555}" srcId="{8BCB77BC-F48E-45BD-BDF4-9902BFA0B32E}" destId="{4DD2A76C-B289-4491-BB09-0AF73EBC56F1}" srcOrd="2" destOrd="0" parTransId="{A50AB024-0C8F-4C24-8C52-86D8185140E8}" sibTransId="{D6A4A1D0-1BFB-4123-9CC7-3D91EECD38C9}"/>
    <dgm:cxn modelId="{5618C742-D40F-461B-AE30-5CEA8B13D1F4}" type="presParOf" srcId="{31B38D9A-AB6A-44CE-8742-9578F0CDEFA8}" destId="{90974C71-935C-4036-9436-4DFDE6C62D8C}" srcOrd="0" destOrd="0" presId="urn:microsoft.com/office/officeart/2018/2/layout/IconLabelDescriptionList"/>
    <dgm:cxn modelId="{17E1C062-4368-43AB-8C7F-17516D3CF23B}" type="presParOf" srcId="{90974C71-935C-4036-9436-4DFDE6C62D8C}" destId="{F12763B1-ED9E-4F61-9444-549A5C12A2A2}" srcOrd="0" destOrd="0" presId="urn:microsoft.com/office/officeart/2018/2/layout/IconLabelDescriptionList"/>
    <dgm:cxn modelId="{53DC19A8-1E9C-4AA3-BBBB-C23BD44BA9D8}" type="presParOf" srcId="{90974C71-935C-4036-9436-4DFDE6C62D8C}" destId="{058D714F-6CD1-4C2E-B99A-A73947C94656}" srcOrd="1" destOrd="0" presId="urn:microsoft.com/office/officeart/2018/2/layout/IconLabelDescriptionList"/>
    <dgm:cxn modelId="{A8C3FBE1-9673-4E18-99D4-E1EE92160FEA}" type="presParOf" srcId="{90974C71-935C-4036-9436-4DFDE6C62D8C}" destId="{7E363F65-707A-41B2-A776-0B9D0DF2E336}" srcOrd="2" destOrd="0" presId="urn:microsoft.com/office/officeart/2018/2/layout/IconLabelDescriptionList"/>
    <dgm:cxn modelId="{F797879C-4DE5-4345-9E57-9A187B71B3AE}" type="presParOf" srcId="{90974C71-935C-4036-9436-4DFDE6C62D8C}" destId="{FB1FFD03-D9D2-436D-B69A-AECA75231CF4}" srcOrd="3" destOrd="0" presId="urn:microsoft.com/office/officeart/2018/2/layout/IconLabelDescriptionList"/>
    <dgm:cxn modelId="{6F32CDCA-DB05-47B1-ABF0-EE06E3E83124}" type="presParOf" srcId="{90974C71-935C-4036-9436-4DFDE6C62D8C}" destId="{E1A9F9A9-FA89-4734-8156-E80B14BBB405}" srcOrd="4" destOrd="0" presId="urn:microsoft.com/office/officeart/2018/2/layout/IconLabelDescriptionList"/>
    <dgm:cxn modelId="{0042237C-CB5B-404D-8619-3E0AA1D6F637}" type="presParOf" srcId="{31B38D9A-AB6A-44CE-8742-9578F0CDEFA8}" destId="{90FD3F7E-3F0F-43D2-A67E-18BD69374759}" srcOrd="1" destOrd="0" presId="urn:microsoft.com/office/officeart/2018/2/layout/IconLabelDescriptionList"/>
    <dgm:cxn modelId="{D17A6DF7-5C8B-49D1-9325-63F85BBE90E0}" type="presParOf" srcId="{31B38D9A-AB6A-44CE-8742-9578F0CDEFA8}" destId="{A0407E17-250E-4F38-9FD8-89E359AE9F38}" srcOrd="2" destOrd="0" presId="urn:microsoft.com/office/officeart/2018/2/layout/IconLabelDescriptionList"/>
    <dgm:cxn modelId="{77090E12-B2A1-44AB-9C49-9E33D7A2F11C}" type="presParOf" srcId="{A0407E17-250E-4F38-9FD8-89E359AE9F38}" destId="{88CBBEDA-12F6-435D-8657-83AEAD2DFFA1}" srcOrd="0" destOrd="0" presId="urn:microsoft.com/office/officeart/2018/2/layout/IconLabelDescriptionList"/>
    <dgm:cxn modelId="{EA7F4957-9785-4857-9985-C62EAFB8A4AA}" type="presParOf" srcId="{A0407E17-250E-4F38-9FD8-89E359AE9F38}" destId="{19387E3C-AEEC-4855-ACA8-1015C7442EC2}" srcOrd="1" destOrd="0" presId="urn:microsoft.com/office/officeart/2018/2/layout/IconLabelDescriptionList"/>
    <dgm:cxn modelId="{5298BCD3-00C4-4BC7-9A67-4873C4605A09}" type="presParOf" srcId="{A0407E17-250E-4F38-9FD8-89E359AE9F38}" destId="{DF41C1DA-9546-43F3-BE17-52DCFA90DE0E}" srcOrd="2" destOrd="0" presId="urn:microsoft.com/office/officeart/2018/2/layout/IconLabelDescriptionList"/>
    <dgm:cxn modelId="{95894C85-554A-4B1B-AFAC-B811BE15DF1D}" type="presParOf" srcId="{A0407E17-250E-4F38-9FD8-89E359AE9F38}" destId="{96B48E37-DC7A-431A-A273-6C65776F5F29}" srcOrd="3" destOrd="0" presId="urn:microsoft.com/office/officeart/2018/2/layout/IconLabelDescriptionList"/>
    <dgm:cxn modelId="{5E48E80C-8980-46B3-BDF8-D195A975F950}" type="presParOf" srcId="{A0407E17-250E-4F38-9FD8-89E359AE9F38}" destId="{8999687F-B22D-4016-A5E6-47D45B4E0DDE}" srcOrd="4" destOrd="0" presId="urn:microsoft.com/office/officeart/2018/2/layout/IconLabelDescriptionList"/>
    <dgm:cxn modelId="{33ED8CBB-9E58-4B40-B379-70D6FDBB603C}" type="presParOf" srcId="{31B38D9A-AB6A-44CE-8742-9578F0CDEFA8}" destId="{BFB7CD8E-4C01-4329-91A5-6066B311C5E7}" srcOrd="3" destOrd="0" presId="urn:microsoft.com/office/officeart/2018/2/layout/IconLabelDescriptionList"/>
    <dgm:cxn modelId="{11F86029-C8C5-4246-A421-CF9A209307EB}" type="presParOf" srcId="{31B38D9A-AB6A-44CE-8742-9578F0CDEFA8}" destId="{10AFEA7B-823E-4D44-A3B1-EA78790538F7}" srcOrd="4" destOrd="0" presId="urn:microsoft.com/office/officeart/2018/2/layout/IconLabelDescriptionList"/>
    <dgm:cxn modelId="{6704AEDD-D9A0-421F-AEA7-8E2B93C6E50A}" type="presParOf" srcId="{10AFEA7B-823E-4D44-A3B1-EA78790538F7}" destId="{979B1990-1239-4410-8512-8B311C272630}" srcOrd="0" destOrd="0" presId="urn:microsoft.com/office/officeart/2018/2/layout/IconLabelDescriptionList"/>
    <dgm:cxn modelId="{4D833B44-45DE-43AE-BAF5-02EAADFC99D4}" type="presParOf" srcId="{10AFEA7B-823E-4D44-A3B1-EA78790538F7}" destId="{CDD6AB0E-717E-4B71-81F5-439F7A89F925}" srcOrd="1" destOrd="0" presId="urn:microsoft.com/office/officeart/2018/2/layout/IconLabelDescriptionList"/>
    <dgm:cxn modelId="{9D478C96-5CE3-49D9-B7AF-9DC9877EF02B}" type="presParOf" srcId="{10AFEA7B-823E-4D44-A3B1-EA78790538F7}" destId="{25DB7751-86EC-41E8-94E8-C0B1A4E2509F}" srcOrd="2" destOrd="0" presId="urn:microsoft.com/office/officeart/2018/2/layout/IconLabelDescriptionList"/>
    <dgm:cxn modelId="{02BEBE6F-96C3-42F2-9EE7-4A2EAEFD96F3}" type="presParOf" srcId="{10AFEA7B-823E-4D44-A3B1-EA78790538F7}" destId="{C103A577-7C7A-49FF-A2B4-62F847E723D6}" srcOrd="3" destOrd="0" presId="urn:microsoft.com/office/officeart/2018/2/layout/IconLabelDescriptionList"/>
    <dgm:cxn modelId="{94D3D0C7-A516-403C-97C6-CEE2AC76C0B0}" type="presParOf" srcId="{10AFEA7B-823E-4D44-A3B1-EA78790538F7}" destId="{FD9AAA28-D5FE-4314-A665-2C70F1C27C16}" srcOrd="4" destOrd="0" presId="urn:microsoft.com/office/officeart/2018/2/layout/IconLabelDescriptionList"/>
    <dgm:cxn modelId="{0F191B16-4F2D-42CA-8C88-33F3DF9E7A15}" type="presParOf" srcId="{31B38D9A-AB6A-44CE-8742-9578F0CDEFA8}" destId="{C982ACCB-7FD8-4257-83B1-21B6544C4104}" srcOrd="5" destOrd="0" presId="urn:microsoft.com/office/officeart/2018/2/layout/IconLabelDescriptionList"/>
    <dgm:cxn modelId="{D3F5A741-0974-4520-A503-8B1B2A6DC930}" type="presParOf" srcId="{31B38D9A-AB6A-44CE-8742-9578F0CDEFA8}" destId="{4EA1B540-C751-4C4D-B52B-3AF6CA26F59E}" srcOrd="6" destOrd="0" presId="urn:microsoft.com/office/officeart/2018/2/layout/IconLabelDescriptionList"/>
    <dgm:cxn modelId="{D54B42BF-9727-4AAA-94EE-83AC7A63577F}" type="presParOf" srcId="{4EA1B540-C751-4C4D-B52B-3AF6CA26F59E}" destId="{7A12399F-040C-49C1-A6BB-8E79B8F40C5A}" srcOrd="0" destOrd="0" presId="urn:microsoft.com/office/officeart/2018/2/layout/IconLabelDescriptionList"/>
    <dgm:cxn modelId="{38BD91E4-18E6-43D2-8007-27275AD2A80C}" type="presParOf" srcId="{4EA1B540-C751-4C4D-B52B-3AF6CA26F59E}" destId="{432ECF8E-8992-4494-9D3F-44AABCEB1318}" srcOrd="1" destOrd="0" presId="urn:microsoft.com/office/officeart/2018/2/layout/IconLabelDescriptionList"/>
    <dgm:cxn modelId="{72FABAEF-7F36-4487-80FF-976DE2030519}" type="presParOf" srcId="{4EA1B540-C751-4C4D-B52B-3AF6CA26F59E}" destId="{FAB1FE56-B37E-492B-AB79-D961306CB89C}" srcOrd="2" destOrd="0" presId="urn:microsoft.com/office/officeart/2018/2/layout/IconLabelDescriptionList"/>
    <dgm:cxn modelId="{9CDCB4ED-9FC1-4F38-8678-E7F9810E5FCB}" type="presParOf" srcId="{4EA1B540-C751-4C4D-B52B-3AF6CA26F59E}" destId="{333AAEFD-BB6A-4F84-A568-316CF9460492}" srcOrd="3" destOrd="0" presId="urn:microsoft.com/office/officeart/2018/2/layout/IconLabelDescriptionList"/>
    <dgm:cxn modelId="{846C87CD-6A6E-4A33-8EBB-E86BD8F037A0}" type="presParOf" srcId="{4EA1B540-C751-4C4D-B52B-3AF6CA26F59E}" destId="{DC2E5525-0146-42AA-905A-213B5799DF78}" srcOrd="4" destOrd="0" presId="urn:microsoft.com/office/officeart/2018/2/layout/IconLabelDescriptionList"/>
    <dgm:cxn modelId="{495A2975-238D-445A-8689-65D0DBE84ED8}" type="presParOf" srcId="{31B38D9A-AB6A-44CE-8742-9578F0CDEFA8}" destId="{61BCB1F5-FCA3-4312-BA7E-2161525C2FF2}" srcOrd="7" destOrd="0" presId="urn:microsoft.com/office/officeart/2018/2/layout/IconLabelDescriptionList"/>
    <dgm:cxn modelId="{0B38569B-AD0B-430F-9124-40B16B0DB01C}" type="presParOf" srcId="{31B38D9A-AB6A-44CE-8742-9578F0CDEFA8}" destId="{BE2312E7-C10C-4F40-B534-E206560D7A69}" srcOrd="8" destOrd="0" presId="urn:microsoft.com/office/officeart/2018/2/layout/IconLabelDescriptionList"/>
    <dgm:cxn modelId="{4F341031-A4C6-4159-9C63-B341FE574D66}" type="presParOf" srcId="{BE2312E7-C10C-4F40-B534-E206560D7A69}" destId="{A2666AF0-2F39-4CE3-B72A-25F0800C4A79}" srcOrd="0" destOrd="0" presId="urn:microsoft.com/office/officeart/2018/2/layout/IconLabelDescriptionList"/>
    <dgm:cxn modelId="{A31AF837-3CB5-4728-8BCC-9F70A93C9518}" type="presParOf" srcId="{BE2312E7-C10C-4F40-B534-E206560D7A69}" destId="{F91EF13C-7BC0-4264-85E0-329F0E453CB1}" srcOrd="1" destOrd="0" presId="urn:microsoft.com/office/officeart/2018/2/layout/IconLabelDescriptionList"/>
    <dgm:cxn modelId="{8E514AFD-B107-4AB7-8817-1E4BF83A0125}" type="presParOf" srcId="{BE2312E7-C10C-4F40-B534-E206560D7A69}" destId="{DA58DC1A-DFA1-47EF-A3CA-E9996A7AD6F8}" srcOrd="2" destOrd="0" presId="urn:microsoft.com/office/officeart/2018/2/layout/IconLabelDescriptionList"/>
    <dgm:cxn modelId="{7FAC7880-D4A5-4E32-8D50-63B966E63C2A}" type="presParOf" srcId="{BE2312E7-C10C-4F40-B534-E206560D7A69}" destId="{3505E4AE-6150-4965-9E63-96989C5B5BC9}" srcOrd="3" destOrd="0" presId="urn:microsoft.com/office/officeart/2018/2/layout/IconLabelDescriptionList"/>
    <dgm:cxn modelId="{D59CE967-3864-4A15-A765-AA25072AD6E0}" type="presParOf" srcId="{BE2312E7-C10C-4F40-B534-E206560D7A69}" destId="{49F6BA37-895A-469D-B4BF-471F57AD750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BC1765-C230-48BD-97D1-3289A2FE25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CFF7BBA-0445-480A-84EA-347EBC8B4D49}">
      <dgm:prSet/>
      <dgm:spPr/>
      <dgm:t>
        <a:bodyPr/>
        <a:lstStyle/>
        <a:p>
          <a:r>
            <a:rPr lang="en-US"/>
            <a:t>Modelagem de dados voltada para análise.</a:t>
          </a:r>
        </a:p>
      </dgm:t>
    </dgm:pt>
    <dgm:pt modelId="{8001BDFB-A391-4AEC-8C0A-894983598BC3}" type="parTrans" cxnId="{C67CC021-1222-40F2-BBD1-F3AEDD1A43E2}">
      <dgm:prSet/>
      <dgm:spPr/>
      <dgm:t>
        <a:bodyPr/>
        <a:lstStyle/>
        <a:p>
          <a:endParaRPr lang="en-US"/>
        </a:p>
      </dgm:t>
    </dgm:pt>
    <dgm:pt modelId="{85E902AD-3890-44A0-86BF-087762E58519}" type="sibTrans" cxnId="{C67CC021-1222-40F2-BBD1-F3AEDD1A43E2}">
      <dgm:prSet/>
      <dgm:spPr/>
      <dgm:t>
        <a:bodyPr/>
        <a:lstStyle/>
        <a:p>
          <a:endParaRPr lang="en-US"/>
        </a:p>
      </dgm:t>
    </dgm:pt>
    <dgm:pt modelId="{6154759B-2A6D-4C87-85BE-755807F7CEFE}">
      <dgm:prSet/>
      <dgm:spPr/>
      <dgm:t>
        <a:bodyPr/>
        <a:lstStyle/>
        <a:p>
          <a:r>
            <a:rPr lang="en-US"/>
            <a:t>Permite a visualização e consulta eficiente de grandes volumes de dados.</a:t>
          </a:r>
        </a:p>
      </dgm:t>
    </dgm:pt>
    <dgm:pt modelId="{0B02F0A5-877B-4139-8C76-46F001D622C5}" type="parTrans" cxnId="{FDEAA84C-E160-49EB-A200-DBA16E4FB573}">
      <dgm:prSet/>
      <dgm:spPr/>
      <dgm:t>
        <a:bodyPr/>
        <a:lstStyle/>
        <a:p>
          <a:endParaRPr lang="en-US"/>
        </a:p>
      </dgm:t>
    </dgm:pt>
    <dgm:pt modelId="{EC2AAE2F-9E63-4C93-9846-98AEC5167913}" type="sibTrans" cxnId="{FDEAA84C-E160-49EB-A200-DBA16E4FB573}">
      <dgm:prSet/>
      <dgm:spPr/>
      <dgm:t>
        <a:bodyPr/>
        <a:lstStyle/>
        <a:p>
          <a:endParaRPr lang="en-US"/>
        </a:p>
      </dgm:t>
    </dgm:pt>
    <dgm:pt modelId="{7294CC04-87C5-4B53-A8FE-5A1DA1827CAD}">
      <dgm:prSet/>
      <dgm:spPr/>
      <dgm:t>
        <a:bodyPr/>
        <a:lstStyle/>
        <a:p>
          <a:r>
            <a:rPr lang="en-US"/>
            <a:t>Utilizada em BI e Data Warehouses.</a:t>
          </a:r>
        </a:p>
      </dgm:t>
    </dgm:pt>
    <dgm:pt modelId="{A2B19085-C88B-4C93-B4D2-B56AD6C314F7}" type="parTrans" cxnId="{70CAD865-33AF-4DC9-A198-6C511C70C163}">
      <dgm:prSet/>
      <dgm:spPr/>
      <dgm:t>
        <a:bodyPr/>
        <a:lstStyle/>
        <a:p>
          <a:endParaRPr lang="en-US"/>
        </a:p>
      </dgm:t>
    </dgm:pt>
    <dgm:pt modelId="{8A48F376-491B-4743-A8C5-B3643E66B635}" type="sibTrans" cxnId="{70CAD865-33AF-4DC9-A198-6C511C70C163}">
      <dgm:prSet/>
      <dgm:spPr/>
      <dgm:t>
        <a:bodyPr/>
        <a:lstStyle/>
        <a:p>
          <a:endParaRPr lang="en-US"/>
        </a:p>
      </dgm:t>
    </dgm:pt>
    <dgm:pt modelId="{0217ADE8-CDFC-4C30-8A08-B30BF408DD4B}" type="pres">
      <dgm:prSet presAssocID="{BDBC1765-C230-48BD-97D1-3289A2FE2519}" presName="root" presStyleCnt="0">
        <dgm:presLayoutVars>
          <dgm:dir/>
          <dgm:resizeHandles val="exact"/>
        </dgm:presLayoutVars>
      </dgm:prSet>
      <dgm:spPr/>
    </dgm:pt>
    <dgm:pt modelId="{460FA524-6600-42AB-AB89-266595C366E2}" type="pres">
      <dgm:prSet presAssocID="{7CFF7BBA-0445-480A-84EA-347EBC8B4D49}" presName="compNode" presStyleCnt="0"/>
      <dgm:spPr/>
    </dgm:pt>
    <dgm:pt modelId="{D40EEC02-A80F-4C39-BD85-6D8CBD1AB2D1}" type="pres">
      <dgm:prSet presAssocID="{7CFF7BBA-0445-480A-84EA-347EBC8B4D49}" presName="bgRect" presStyleLbl="bgShp" presStyleIdx="0" presStyleCnt="3"/>
      <dgm:spPr/>
    </dgm:pt>
    <dgm:pt modelId="{EC9AEBEA-D2DC-4F88-A700-E637689A3B4A}" type="pres">
      <dgm:prSet presAssocID="{7CFF7BBA-0445-480A-84EA-347EBC8B4D4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66D3616C-D9D3-4D05-B817-88FDC176CD51}" type="pres">
      <dgm:prSet presAssocID="{7CFF7BBA-0445-480A-84EA-347EBC8B4D49}" presName="spaceRect" presStyleCnt="0"/>
      <dgm:spPr/>
    </dgm:pt>
    <dgm:pt modelId="{368CDC9B-A9BC-48A4-8701-E935A6AEC3A0}" type="pres">
      <dgm:prSet presAssocID="{7CFF7BBA-0445-480A-84EA-347EBC8B4D49}" presName="parTx" presStyleLbl="revTx" presStyleIdx="0" presStyleCnt="3">
        <dgm:presLayoutVars>
          <dgm:chMax val="0"/>
          <dgm:chPref val="0"/>
        </dgm:presLayoutVars>
      </dgm:prSet>
      <dgm:spPr/>
    </dgm:pt>
    <dgm:pt modelId="{24876323-85E9-48AF-9B45-A771BB8EB655}" type="pres">
      <dgm:prSet presAssocID="{85E902AD-3890-44A0-86BF-087762E58519}" presName="sibTrans" presStyleCnt="0"/>
      <dgm:spPr/>
    </dgm:pt>
    <dgm:pt modelId="{90CA0705-7CAF-4BFB-B4D2-57B242F66431}" type="pres">
      <dgm:prSet presAssocID="{6154759B-2A6D-4C87-85BE-755807F7CEFE}" presName="compNode" presStyleCnt="0"/>
      <dgm:spPr/>
    </dgm:pt>
    <dgm:pt modelId="{BAA171FD-BF5E-4B29-8202-52364D32CB0F}" type="pres">
      <dgm:prSet presAssocID="{6154759B-2A6D-4C87-85BE-755807F7CEFE}" presName="bgRect" presStyleLbl="bgShp" presStyleIdx="1" presStyleCnt="3"/>
      <dgm:spPr/>
    </dgm:pt>
    <dgm:pt modelId="{9298BB95-E093-4B67-996B-7154540AE88C}" type="pres">
      <dgm:prSet presAssocID="{6154759B-2A6D-4C87-85BE-755807F7CE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5756B23-66E0-40F5-B8FD-F6BF30788D62}" type="pres">
      <dgm:prSet presAssocID="{6154759B-2A6D-4C87-85BE-755807F7CEFE}" presName="spaceRect" presStyleCnt="0"/>
      <dgm:spPr/>
    </dgm:pt>
    <dgm:pt modelId="{2B6E63DA-9391-4B07-AF95-6D8F3DB67DB2}" type="pres">
      <dgm:prSet presAssocID="{6154759B-2A6D-4C87-85BE-755807F7CEFE}" presName="parTx" presStyleLbl="revTx" presStyleIdx="1" presStyleCnt="3">
        <dgm:presLayoutVars>
          <dgm:chMax val="0"/>
          <dgm:chPref val="0"/>
        </dgm:presLayoutVars>
      </dgm:prSet>
      <dgm:spPr/>
    </dgm:pt>
    <dgm:pt modelId="{CC45B895-2A40-4882-B531-B3F00D40B3FD}" type="pres">
      <dgm:prSet presAssocID="{EC2AAE2F-9E63-4C93-9846-98AEC5167913}" presName="sibTrans" presStyleCnt="0"/>
      <dgm:spPr/>
    </dgm:pt>
    <dgm:pt modelId="{229C3F4A-3A76-4C7C-89D4-0E45DFB63176}" type="pres">
      <dgm:prSet presAssocID="{7294CC04-87C5-4B53-A8FE-5A1DA1827CAD}" presName="compNode" presStyleCnt="0"/>
      <dgm:spPr/>
    </dgm:pt>
    <dgm:pt modelId="{9482F9F3-C342-4F5F-836C-AA4A6E167AC6}" type="pres">
      <dgm:prSet presAssocID="{7294CC04-87C5-4B53-A8FE-5A1DA1827CAD}" presName="bgRect" presStyleLbl="bgShp" presStyleIdx="2" presStyleCnt="3"/>
      <dgm:spPr/>
    </dgm:pt>
    <dgm:pt modelId="{6C69CB31-E3CC-4B85-AAA4-9A6F7610C287}" type="pres">
      <dgm:prSet presAssocID="{7294CC04-87C5-4B53-A8FE-5A1DA1827C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BA0A92F4-57CE-45AE-91A6-A74251554986}" type="pres">
      <dgm:prSet presAssocID="{7294CC04-87C5-4B53-A8FE-5A1DA1827CAD}" presName="spaceRect" presStyleCnt="0"/>
      <dgm:spPr/>
    </dgm:pt>
    <dgm:pt modelId="{B2257A4A-D15E-4E22-8138-D961072BC094}" type="pres">
      <dgm:prSet presAssocID="{7294CC04-87C5-4B53-A8FE-5A1DA1827C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7386E05-4BE2-46C7-B8D1-46D950799193}" type="presOf" srcId="{7294CC04-87C5-4B53-A8FE-5A1DA1827CAD}" destId="{B2257A4A-D15E-4E22-8138-D961072BC094}" srcOrd="0" destOrd="0" presId="urn:microsoft.com/office/officeart/2018/2/layout/IconVerticalSolidList"/>
    <dgm:cxn modelId="{C67CC021-1222-40F2-BBD1-F3AEDD1A43E2}" srcId="{BDBC1765-C230-48BD-97D1-3289A2FE2519}" destId="{7CFF7BBA-0445-480A-84EA-347EBC8B4D49}" srcOrd="0" destOrd="0" parTransId="{8001BDFB-A391-4AEC-8C0A-894983598BC3}" sibTransId="{85E902AD-3890-44A0-86BF-087762E58519}"/>
    <dgm:cxn modelId="{70CAD865-33AF-4DC9-A198-6C511C70C163}" srcId="{BDBC1765-C230-48BD-97D1-3289A2FE2519}" destId="{7294CC04-87C5-4B53-A8FE-5A1DA1827CAD}" srcOrd="2" destOrd="0" parTransId="{A2B19085-C88B-4C93-B4D2-B56AD6C314F7}" sibTransId="{8A48F376-491B-4743-A8C5-B3643E66B635}"/>
    <dgm:cxn modelId="{FDEAA84C-E160-49EB-A200-DBA16E4FB573}" srcId="{BDBC1765-C230-48BD-97D1-3289A2FE2519}" destId="{6154759B-2A6D-4C87-85BE-755807F7CEFE}" srcOrd="1" destOrd="0" parTransId="{0B02F0A5-877B-4139-8C76-46F001D622C5}" sibTransId="{EC2AAE2F-9E63-4C93-9846-98AEC5167913}"/>
    <dgm:cxn modelId="{49E0BD8B-D631-42FA-8FB9-5270E629C85F}" type="presOf" srcId="{BDBC1765-C230-48BD-97D1-3289A2FE2519}" destId="{0217ADE8-CDFC-4C30-8A08-B30BF408DD4B}" srcOrd="0" destOrd="0" presId="urn:microsoft.com/office/officeart/2018/2/layout/IconVerticalSolidList"/>
    <dgm:cxn modelId="{F54BD6CD-0189-49F8-8A42-77F8D4750923}" type="presOf" srcId="{7CFF7BBA-0445-480A-84EA-347EBC8B4D49}" destId="{368CDC9B-A9BC-48A4-8701-E935A6AEC3A0}" srcOrd="0" destOrd="0" presId="urn:microsoft.com/office/officeart/2018/2/layout/IconVerticalSolidList"/>
    <dgm:cxn modelId="{9A9EF2E6-5A6C-4C15-BA9C-FA0339643ECF}" type="presOf" srcId="{6154759B-2A6D-4C87-85BE-755807F7CEFE}" destId="{2B6E63DA-9391-4B07-AF95-6D8F3DB67DB2}" srcOrd="0" destOrd="0" presId="urn:microsoft.com/office/officeart/2018/2/layout/IconVerticalSolidList"/>
    <dgm:cxn modelId="{3024B25B-ADDF-4DBB-BDBE-BB159888CCDB}" type="presParOf" srcId="{0217ADE8-CDFC-4C30-8A08-B30BF408DD4B}" destId="{460FA524-6600-42AB-AB89-266595C366E2}" srcOrd="0" destOrd="0" presId="urn:microsoft.com/office/officeart/2018/2/layout/IconVerticalSolidList"/>
    <dgm:cxn modelId="{0D908549-A60F-484E-ADE4-8E5E5CC3E286}" type="presParOf" srcId="{460FA524-6600-42AB-AB89-266595C366E2}" destId="{D40EEC02-A80F-4C39-BD85-6D8CBD1AB2D1}" srcOrd="0" destOrd="0" presId="urn:microsoft.com/office/officeart/2018/2/layout/IconVerticalSolidList"/>
    <dgm:cxn modelId="{B1300010-A647-43A2-9792-96EC42D41C64}" type="presParOf" srcId="{460FA524-6600-42AB-AB89-266595C366E2}" destId="{EC9AEBEA-D2DC-4F88-A700-E637689A3B4A}" srcOrd="1" destOrd="0" presId="urn:microsoft.com/office/officeart/2018/2/layout/IconVerticalSolidList"/>
    <dgm:cxn modelId="{7C44205C-1F95-48E8-9841-2D5BFE9210E1}" type="presParOf" srcId="{460FA524-6600-42AB-AB89-266595C366E2}" destId="{66D3616C-D9D3-4D05-B817-88FDC176CD51}" srcOrd="2" destOrd="0" presId="urn:microsoft.com/office/officeart/2018/2/layout/IconVerticalSolidList"/>
    <dgm:cxn modelId="{C7ADE06D-35FD-4E11-A351-FDA3219207C4}" type="presParOf" srcId="{460FA524-6600-42AB-AB89-266595C366E2}" destId="{368CDC9B-A9BC-48A4-8701-E935A6AEC3A0}" srcOrd="3" destOrd="0" presId="urn:microsoft.com/office/officeart/2018/2/layout/IconVerticalSolidList"/>
    <dgm:cxn modelId="{3FF7BB23-3303-419D-AD7F-A5FFA6B60FFF}" type="presParOf" srcId="{0217ADE8-CDFC-4C30-8A08-B30BF408DD4B}" destId="{24876323-85E9-48AF-9B45-A771BB8EB655}" srcOrd="1" destOrd="0" presId="urn:microsoft.com/office/officeart/2018/2/layout/IconVerticalSolidList"/>
    <dgm:cxn modelId="{958E44F8-17F0-4F17-BDE0-DF06EDD6F99D}" type="presParOf" srcId="{0217ADE8-CDFC-4C30-8A08-B30BF408DD4B}" destId="{90CA0705-7CAF-4BFB-B4D2-57B242F66431}" srcOrd="2" destOrd="0" presId="urn:microsoft.com/office/officeart/2018/2/layout/IconVerticalSolidList"/>
    <dgm:cxn modelId="{501D1FE8-3A0B-477F-9924-2E653734C571}" type="presParOf" srcId="{90CA0705-7CAF-4BFB-B4D2-57B242F66431}" destId="{BAA171FD-BF5E-4B29-8202-52364D32CB0F}" srcOrd="0" destOrd="0" presId="urn:microsoft.com/office/officeart/2018/2/layout/IconVerticalSolidList"/>
    <dgm:cxn modelId="{4CAF448E-D099-41A9-8069-D2D099E7C0B7}" type="presParOf" srcId="{90CA0705-7CAF-4BFB-B4D2-57B242F66431}" destId="{9298BB95-E093-4B67-996B-7154540AE88C}" srcOrd="1" destOrd="0" presId="urn:microsoft.com/office/officeart/2018/2/layout/IconVerticalSolidList"/>
    <dgm:cxn modelId="{2F976C82-3CF6-4FAB-B9D9-956639D3CE58}" type="presParOf" srcId="{90CA0705-7CAF-4BFB-B4D2-57B242F66431}" destId="{D5756B23-66E0-40F5-B8FD-F6BF30788D62}" srcOrd="2" destOrd="0" presId="urn:microsoft.com/office/officeart/2018/2/layout/IconVerticalSolidList"/>
    <dgm:cxn modelId="{9849D909-CFE1-4C22-BD75-F6E5BF19E6D8}" type="presParOf" srcId="{90CA0705-7CAF-4BFB-B4D2-57B242F66431}" destId="{2B6E63DA-9391-4B07-AF95-6D8F3DB67DB2}" srcOrd="3" destOrd="0" presId="urn:microsoft.com/office/officeart/2018/2/layout/IconVerticalSolidList"/>
    <dgm:cxn modelId="{07DEFF66-C28C-4F8B-AD49-070F2376D088}" type="presParOf" srcId="{0217ADE8-CDFC-4C30-8A08-B30BF408DD4B}" destId="{CC45B895-2A40-4882-B531-B3F00D40B3FD}" srcOrd="3" destOrd="0" presId="urn:microsoft.com/office/officeart/2018/2/layout/IconVerticalSolidList"/>
    <dgm:cxn modelId="{0818DC32-F8C7-4BC9-85AB-856E86731015}" type="presParOf" srcId="{0217ADE8-CDFC-4C30-8A08-B30BF408DD4B}" destId="{229C3F4A-3A76-4C7C-89D4-0E45DFB63176}" srcOrd="4" destOrd="0" presId="urn:microsoft.com/office/officeart/2018/2/layout/IconVerticalSolidList"/>
    <dgm:cxn modelId="{D9EC2FE2-50B4-4202-8097-6A90CA03FD46}" type="presParOf" srcId="{229C3F4A-3A76-4C7C-89D4-0E45DFB63176}" destId="{9482F9F3-C342-4F5F-836C-AA4A6E167AC6}" srcOrd="0" destOrd="0" presId="urn:microsoft.com/office/officeart/2018/2/layout/IconVerticalSolidList"/>
    <dgm:cxn modelId="{70EFCF22-7592-4742-B0C1-CEA231E33AF8}" type="presParOf" srcId="{229C3F4A-3A76-4C7C-89D4-0E45DFB63176}" destId="{6C69CB31-E3CC-4B85-AAA4-9A6F7610C287}" srcOrd="1" destOrd="0" presId="urn:microsoft.com/office/officeart/2018/2/layout/IconVerticalSolidList"/>
    <dgm:cxn modelId="{A4E855C1-1DDC-45BE-9BF2-448AE901B343}" type="presParOf" srcId="{229C3F4A-3A76-4C7C-89D4-0E45DFB63176}" destId="{BA0A92F4-57CE-45AE-91A6-A74251554986}" srcOrd="2" destOrd="0" presId="urn:microsoft.com/office/officeart/2018/2/layout/IconVerticalSolidList"/>
    <dgm:cxn modelId="{90FDCE52-1D4B-4C4C-B13F-68FA7FAAFF80}" type="presParOf" srcId="{229C3F4A-3A76-4C7C-89D4-0E45DFB63176}" destId="{B2257A4A-D15E-4E22-8138-D961072BC09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CC1FDEA-073B-458F-98D6-7F39D62BEF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9B1B730-22FB-41D6-8065-0A3D08112059}">
      <dgm:prSet/>
      <dgm:spPr/>
      <dgm:t>
        <a:bodyPr/>
        <a:lstStyle/>
        <a:p>
          <a:r>
            <a:rPr lang="en-US"/>
            <a:t>Tabela Fato: Contém os eventos de negócio.</a:t>
          </a:r>
        </a:p>
      </dgm:t>
    </dgm:pt>
    <dgm:pt modelId="{9C7DD03F-EDB0-43C5-B97E-B1A6666842AA}" type="parTrans" cxnId="{85694425-BC94-4C7E-9E35-14E2BF92E63D}">
      <dgm:prSet/>
      <dgm:spPr/>
      <dgm:t>
        <a:bodyPr/>
        <a:lstStyle/>
        <a:p>
          <a:endParaRPr lang="en-US"/>
        </a:p>
      </dgm:t>
    </dgm:pt>
    <dgm:pt modelId="{8FE39226-8FA1-4998-BCAA-92AF54791535}" type="sibTrans" cxnId="{85694425-BC94-4C7E-9E35-14E2BF92E63D}">
      <dgm:prSet/>
      <dgm:spPr/>
      <dgm:t>
        <a:bodyPr/>
        <a:lstStyle/>
        <a:p>
          <a:endParaRPr lang="en-US"/>
        </a:p>
      </dgm:t>
    </dgm:pt>
    <dgm:pt modelId="{6B215C72-17EB-4539-A30B-F0568D7869FF}">
      <dgm:prSet/>
      <dgm:spPr/>
      <dgm:t>
        <a:bodyPr/>
        <a:lstStyle/>
        <a:p>
          <a:r>
            <a:rPr lang="en-US"/>
            <a:t>Tabelas Dimensão: Descrevem os eventos sob diferentes perspectivas.</a:t>
          </a:r>
        </a:p>
      </dgm:t>
    </dgm:pt>
    <dgm:pt modelId="{3CBFC20D-F719-431E-A1A9-D0C2099CD208}" type="parTrans" cxnId="{E5624649-4699-4F3A-B46E-9EE64E88DC4F}">
      <dgm:prSet/>
      <dgm:spPr/>
      <dgm:t>
        <a:bodyPr/>
        <a:lstStyle/>
        <a:p>
          <a:endParaRPr lang="en-US"/>
        </a:p>
      </dgm:t>
    </dgm:pt>
    <dgm:pt modelId="{9302747B-6971-45B2-BF91-DD77C8AC06BB}" type="sibTrans" cxnId="{E5624649-4699-4F3A-B46E-9EE64E88DC4F}">
      <dgm:prSet/>
      <dgm:spPr/>
      <dgm:t>
        <a:bodyPr/>
        <a:lstStyle/>
        <a:p>
          <a:endParaRPr lang="en-US"/>
        </a:p>
      </dgm:t>
    </dgm:pt>
    <dgm:pt modelId="{5A318EDA-B4EB-4181-8A17-39E82F55B116}">
      <dgm:prSet/>
      <dgm:spPr/>
      <dgm:t>
        <a:bodyPr/>
        <a:lstStyle/>
        <a:p>
          <a:r>
            <a:rPr lang="en-US"/>
            <a:t>Exemplo: Vendas em um e-commerce (Tempo, Produto, Cliente, Localização).</a:t>
          </a:r>
        </a:p>
      </dgm:t>
    </dgm:pt>
    <dgm:pt modelId="{A90C72B7-6342-4128-9585-9F79C3E1E386}" type="parTrans" cxnId="{5032C1AB-A3A5-44DE-BAC3-895479667715}">
      <dgm:prSet/>
      <dgm:spPr/>
      <dgm:t>
        <a:bodyPr/>
        <a:lstStyle/>
        <a:p>
          <a:endParaRPr lang="en-US"/>
        </a:p>
      </dgm:t>
    </dgm:pt>
    <dgm:pt modelId="{561C5065-604E-46CC-A80D-32E8EEF6E98E}" type="sibTrans" cxnId="{5032C1AB-A3A5-44DE-BAC3-895479667715}">
      <dgm:prSet/>
      <dgm:spPr/>
      <dgm:t>
        <a:bodyPr/>
        <a:lstStyle/>
        <a:p>
          <a:endParaRPr lang="en-US"/>
        </a:p>
      </dgm:t>
    </dgm:pt>
    <dgm:pt modelId="{7AB787C2-2C45-4486-903B-722E0270B2BB}" type="pres">
      <dgm:prSet presAssocID="{0CC1FDEA-073B-458F-98D6-7F39D62BEFDA}" presName="root" presStyleCnt="0">
        <dgm:presLayoutVars>
          <dgm:dir/>
          <dgm:resizeHandles val="exact"/>
        </dgm:presLayoutVars>
      </dgm:prSet>
      <dgm:spPr/>
    </dgm:pt>
    <dgm:pt modelId="{DFF59170-5224-428E-8471-0C897965D1E7}" type="pres">
      <dgm:prSet presAssocID="{19B1B730-22FB-41D6-8065-0A3D08112059}" presName="compNode" presStyleCnt="0"/>
      <dgm:spPr/>
    </dgm:pt>
    <dgm:pt modelId="{B7243064-EB73-4B11-BAB6-F6572AA6E6C4}" type="pres">
      <dgm:prSet presAssocID="{19B1B730-22FB-41D6-8065-0A3D08112059}" presName="bgRect" presStyleLbl="bgShp" presStyleIdx="0" presStyleCnt="3"/>
      <dgm:spPr/>
    </dgm:pt>
    <dgm:pt modelId="{9FE119E8-A9A5-4B15-845C-6A75FA42B1C4}" type="pres">
      <dgm:prSet presAssocID="{19B1B730-22FB-41D6-8065-0A3D081120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E8053DE0-1615-464A-BD6D-4D088971B9D9}" type="pres">
      <dgm:prSet presAssocID="{19B1B730-22FB-41D6-8065-0A3D08112059}" presName="spaceRect" presStyleCnt="0"/>
      <dgm:spPr/>
    </dgm:pt>
    <dgm:pt modelId="{C12329B6-5569-44EC-8A21-5C2C9DCDFFCC}" type="pres">
      <dgm:prSet presAssocID="{19B1B730-22FB-41D6-8065-0A3D08112059}" presName="parTx" presStyleLbl="revTx" presStyleIdx="0" presStyleCnt="3">
        <dgm:presLayoutVars>
          <dgm:chMax val="0"/>
          <dgm:chPref val="0"/>
        </dgm:presLayoutVars>
      </dgm:prSet>
      <dgm:spPr/>
    </dgm:pt>
    <dgm:pt modelId="{92F8480F-F77C-42BD-B4DD-401860127211}" type="pres">
      <dgm:prSet presAssocID="{8FE39226-8FA1-4998-BCAA-92AF54791535}" presName="sibTrans" presStyleCnt="0"/>
      <dgm:spPr/>
    </dgm:pt>
    <dgm:pt modelId="{24024662-6C6C-4FA6-8212-EB9AE0F95EA7}" type="pres">
      <dgm:prSet presAssocID="{6B215C72-17EB-4539-A30B-F0568D7869FF}" presName="compNode" presStyleCnt="0"/>
      <dgm:spPr/>
    </dgm:pt>
    <dgm:pt modelId="{476F1517-ED37-4294-8C54-65832EB9CE22}" type="pres">
      <dgm:prSet presAssocID="{6B215C72-17EB-4539-A30B-F0568D7869FF}" presName="bgRect" presStyleLbl="bgShp" presStyleIdx="1" presStyleCnt="3"/>
      <dgm:spPr/>
    </dgm:pt>
    <dgm:pt modelId="{9461388A-198E-42DD-8515-CAA0D95689AE}" type="pres">
      <dgm:prSet presAssocID="{6B215C72-17EB-4539-A30B-F0568D7869F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AFB0BAED-3230-4DDC-9E9E-219A8130C6DA}" type="pres">
      <dgm:prSet presAssocID="{6B215C72-17EB-4539-A30B-F0568D7869FF}" presName="spaceRect" presStyleCnt="0"/>
      <dgm:spPr/>
    </dgm:pt>
    <dgm:pt modelId="{3C8CF5E9-361D-44F6-B703-A80AAD25F4BE}" type="pres">
      <dgm:prSet presAssocID="{6B215C72-17EB-4539-A30B-F0568D7869FF}" presName="parTx" presStyleLbl="revTx" presStyleIdx="1" presStyleCnt="3">
        <dgm:presLayoutVars>
          <dgm:chMax val="0"/>
          <dgm:chPref val="0"/>
        </dgm:presLayoutVars>
      </dgm:prSet>
      <dgm:spPr/>
    </dgm:pt>
    <dgm:pt modelId="{C0698B89-9A57-447E-9165-FFA5D66B3536}" type="pres">
      <dgm:prSet presAssocID="{9302747B-6971-45B2-BF91-DD77C8AC06BB}" presName="sibTrans" presStyleCnt="0"/>
      <dgm:spPr/>
    </dgm:pt>
    <dgm:pt modelId="{7F08681B-082D-4506-B18E-0E9C590ACFA7}" type="pres">
      <dgm:prSet presAssocID="{5A318EDA-B4EB-4181-8A17-39E82F55B116}" presName="compNode" presStyleCnt="0"/>
      <dgm:spPr/>
    </dgm:pt>
    <dgm:pt modelId="{E626B129-7914-4A4C-8C13-DFDA338C79E1}" type="pres">
      <dgm:prSet presAssocID="{5A318EDA-B4EB-4181-8A17-39E82F55B116}" presName="bgRect" presStyleLbl="bgShp" presStyleIdx="2" presStyleCnt="3"/>
      <dgm:spPr/>
    </dgm:pt>
    <dgm:pt modelId="{04534798-DC71-4A6B-B2CD-02D9D1CFB516}" type="pres">
      <dgm:prSet presAssocID="{5A318EDA-B4EB-4181-8A17-39E82F55B1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23BCCC94-A9DC-490B-A39D-77ACFD47C4DF}" type="pres">
      <dgm:prSet presAssocID="{5A318EDA-B4EB-4181-8A17-39E82F55B116}" presName="spaceRect" presStyleCnt="0"/>
      <dgm:spPr/>
    </dgm:pt>
    <dgm:pt modelId="{72757ACD-3421-419C-9F96-CBD7275FE7B3}" type="pres">
      <dgm:prSet presAssocID="{5A318EDA-B4EB-4181-8A17-39E82F55B1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9DBE221-029D-4E71-B3DA-A77BE1CF3B98}" type="presOf" srcId="{19B1B730-22FB-41D6-8065-0A3D08112059}" destId="{C12329B6-5569-44EC-8A21-5C2C9DCDFFCC}" srcOrd="0" destOrd="0" presId="urn:microsoft.com/office/officeart/2018/2/layout/IconVerticalSolidList"/>
    <dgm:cxn modelId="{85694425-BC94-4C7E-9E35-14E2BF92E63D}" srcId="{0CC1FDEA-073B-458F-98D6-7F39D62BEFDA}" destId="{19B1B730-22FB-41D6-8065-0A3D08112059}" srcOrd="0" destOrd="0" parTransId="{9C7DD03F-EDB0-43C5-B97E-B1A6666842AA}" sibTransId="{8FE39226-8FA1-4998-BCAA-92AF54791535}"/>
    <dgm:cxn modelId="{E5624649-4699-4F3A-B46E-9EE64E88DC4F}" srcId="{0CC1FDEA-073B-458F-98D6-7F39D62BEFDA}" destId="{6B215C72-17EB-4539-A30B-F0568D7869FF}" srcOrd="1" destOrd="0" parTransId="{3CBFC20D-F719-431E-A1A9-D0C2099CD208}" sibTransId="{9302747B-6971-45B2-BF91-DD77C8AC06BB}"/>
    <dgm:cxn modelId="{50893458-61BE-491C-A7D6-B578B7CAD0E9}" type="presOf" srcId="{5A318EDA-B4EB-4181-8A17-39E82F55B116}" destId="{72757ACD-3421-419C-9F96-CBD7275FE7B3}" srcOrd="0" destOrd="0" presId="urn:microsoft.com/office/officeart/2018/2/layout/IconVerticalSolidList"/>
    <dgm:cxn modelId="{B29E597D-FF36-4810-9A13-D86116530754}" type="presOf" srcId="{6B215C72-17EB-4539-A30B-F0568D7869FF}" destId="{3C8CF5E9-361D-44F6-B703-A80AAD25F4BE}" srcOrd="0" destOrd="0" presId="urn:microsoft.com/office/officeart/2018/2/layout/IconVerticalSolidList"/>
    <dgm:cxn modelId="{5032C1AB-A3A5-44DE-BAC3-895479667715}" srcId="{0CC1FDEA-073B-458F-98D6-7F39D62BEFDA}" destId="{5A318EDA-B4EB-4181-8A17-39E82F55B116}" srcOrd="2" destOrd="0" parTransId="{A90C72B7-6342-4128-9585-9F79C3E1E386}" sibTransId="{561C5065-604E-46CC-A80D-32E8EEF6E98E}"/>
    <dgm:cxn modelId="{40FE75C4-CCEF-4969-8D52-960BD07EA941}" type="presOf" srcId="{0CC1FDEA-073B-458F-98D6-7F39D62BEFDA}" destId="{7AB787C2-2C45-4486-903B-722E0270B2BB}" srcOrd="0" destOrd="0" presId="urn:microsoft.com/office/officeart/2018/2/layout/IconVerticalSolidList"/>
    <dgm:cxn modelId="{5DCE0402-75D0-47AE-9B6F-36E077099C2B}" type="presParOf" srcId="{7AB787C2-2C45-4486-903B-722E0270B2BB}" destId="{DFF59170-5224-428E-8471-0C897965D1E7}" srcOrd="0" destOrd="0" presId="urn:microsoft.com/office/officeart/2018/2/layout/IconVerticalSolidList"/>
    <dgm:cxn modelId="{FB185453-DE42-447F-924F-C8EB0BD1EC56}" type="presParOf" srcId="{DFF59170-5224-428E-8471-0C897965D1E7}" destId="{B7243064-EB73-4B11-BAB6-F6572AA6E6C4}" srcOrd="0" destOrd="0" presId="urn:microsoft.com/office/officeart/2018/2/layout/IconVerticalSolidList"/>
    <dgm:cxn modelId="{FBCAFD93-835C-4EC6-817D-43E6453AEA90}" type="presParOf" srcId="{DFF59170-5224-428E-8471-0C897965D1E7}" destId="{9FE119E8-A9A5-4B15-845C-6A75FA42B1C4}" srcOrd="1" destOrd="0" presId="urn:microsoft.com/office/officeart/2018/2/layout/IconVerticalSolidList"/>
    <dgm:cxn modelId="{1B4981AE-6B7C-44D9-9EEA-F68B55F8D984}" type="presParOf" srcId="{DFF59170-5224-428E-8471-0C897965D1E7}" destId="{E8053DE0-1615-464A-BD6D-4D088971B9D9}" srcOrd="2" destOrd="0" presId="urn:microsoft.com/office/officeart/2018/2/layout/IconVerticalSolidList"/>
    <dgm:cxn modelId="{37857DB2-F3CC-4318-85CC-AACBE6274D61}" type="presParOf" srcId="{DFF59170-5224-428E-8471-0C897965D1E7}" destId="{C12329B6-5569-44EC-8A21-5C2C9DCDFFCC}" srcOrd="3" destOrd="0" presId="urn:microsoft.com/office/officeart/2018/2/layout/IconVerticalSolidList"/>
    <dgm:cxn modelId="{FDC44F01-244F-4291-91FB-73B95710D5FC}" type="presParOf" srcId="{7AB787C2-2C45-4486-903B-722E0270B2BB}" destId="{92F8480F-F77C-42BD-B4DD-401860127211}" srcOrd="1" destOrd="0" presId="urn:microsoft.com/office/officeart/2018/2/layout/IconVerticalSolidList"/>
    <dgm:cxn modelId="{EFC7EC31-4160-4328-A45A-51FE0FB29880}" type="presParOf" srcId="{7AB787C2-2C45-4486-903B-722E0270B2BB}" destId="{24024662-6C6C-4FA6-8212-EB9AE0F95EA7}" srcOrd="2" destOrd="0" presId="urn:microsoft.com/office/officeart/2018/2/layout/IconVerticalSolidList"/>
    <dgm:cxn modelId="{73FDF921-EAAD-4988-A19E-199A4DF0F4A8}" type="presParOf" srcId="{24024662-6C6C-4FA6-8212-EB9AE0F95EA7}" destId="{476F1517-ED37-4294-8C54-65832EB9CE22}" srcOrd="0" destOrd="0" presId="urn:microsoft.com/office/officeart/2018/2/layout/IconVerticalSolidList"/>
    <dgm:cxn modelId="{D8B2CFA5-9E6B-485B-AFFB-C111F1E943D1}" type="presParOf" srcId="{24024662-6C6C-4FA6-8212-EB9AE0F95EA7}" destId="{9461388A-198E-42DD-8515-CAA0D95689AE}" srcOrd="1" destOrd="0" presId="urn:microsoft.com/office/officeart/2018/2/layout/IconVerticalSolidList"/>
    <dgm:cxn modelId="{94EC2FDD-3C71-4992-A123-42DAE587C346}" type="presParOf" srcId="{24024662-6C6C-4FA6-8212-EB9AE0F95EA7}" destId="{AFB0BAED-3230-4DDC-9E9E-219A8130C6DA}" srcOrd="2" destOrd="0" presId="urn:microsoft.com/office/officeart/2018/2/layout/IconVerticalSolidList"/>
    <dgm:cxn modelId="{183250DE-E9CC-48BE-A141-5AC40C87A174}" type="presParOf" srcId="{24024662-6C6C-4FA6-8212-EB9AE0F95EA7}" destId="{3C8CF5E9-361D-44F6-B703-A80AAD25F4BE}" srcOrd="3" destOrd="0" presId="urn:microsoft.com/office/officeart/2018/2/layout/IconVerticalSolidList"/>
    <dgm:cxn modelId="{46E10B95-147C-41CB-8C63-CD09C5BA694D}" type="presParOf" srcId="{7AB787C2-2C45-4486-903B-722E0270B2BB}" destId="{C0698B89-9A57-447E-9165-FFA5D66B3536}" srcOrd="3" destOrd="0" presId="urn:microsoft.com/office/officeart/2018/2/layout/IconVerticalSolidList"/>
    <dgm:cxn modelId="{938C040A-98AD-48B4-BEE7-733F8E410DB1}" type="presParOf" srcId="{7AB787C2-2C45-4486-903B-722E0270B2BB}" destId="{7F08681B-082D-4506-B18E-0E9C590ACFA7}" srcOrd="4" destOrd="0" presId="urn:microsoft.com/office/officeart/2018/2/layout/IconVerticalSolidList"/>
    <dgm:cxn modelId="{34655972-3D76-4AF3-8096-0F809396912C}" type="presParOf" srcId="{7F08681B-082D-4506-B18E-0E9C590ACFA7}" destId="{E626B129-7914-4A4C-8C13-DFDA338C79E1}" srcOrd="0" destOrd="0" presId="urn:microsoft.com/office/officeart/2018/2/layout/IconVerticalSolidList"/>
    <dgm:cxn modelId="{20651611-D4BF-49C5-8140-87AA6A64409C}" type="presParOf" srcId="{7F08681B-082D-4506-B18E-0E9C590ACFA7}" destId="{04534798-DC71-4A6B-B2CD-02D9D1CFB516}" srcOrd="1" destOrd="0" presId="urn:microsoft.com/office/officeart/2018/2/layout/IconVerticalSolidList"/>
    <dgm:cxn modelId="{C91DFAD4-69EA-4670-B712-8517BC3F2967}" type="presParOf" srcId="{7F08681B-082D-4506-B18E-0E9C590ACFA7}" destId="{23BCCC94-A9DC-490B-A39D-77ACFD47C4DF}" srcOrd="2" destOrd="0" presId="urn:microsoft.com/office/officeart/2018/2/layout/IconVerticalSolidList"/>
    <dgm:cxn modelId="{8F6F8E4D-C911-4BE0-9DE9-17E0A90BE8D1}" type="presParOf" srcId="{7F08681B-082D-4506-B18E-0E9C590ACFA7}" destId="{72757ACD-3421-419C-9F96-CBD7275FE7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55A5D0-BBAB-430C-8133-155D3B5218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B825CA8-EB87-44E9-9609-16821F68199D}">
      <dgm:prSet/>
      <dgm:spPr/>
      <dgm:t>
        <a:bodyPr/>
        <a:lstStyle/>
        <a:p>
          <a:r>
            <a:rPr lang="en-US"/>
            <a:t>Modelo simples e eficiente para análise de dados.</a:t>
          </a:r>
        </a:p>
      </dgm:t>
    </dgm:pt>
    <dgm:pt modelId="{9DBEA289-F90A-40B7-AAD9-86EEC956DFE9}" type="parTrans" cxnId="{233FB313-EC9E-40C3-90A7-7D1D98E7D639}">
      <dgm:prSet/>
      <dgm:spPr/>
      <dgm:t>
        <a:bodyPr/>
        <a:lstStyle/>
        <a:p>
          <a:endParaRPr lang="en-US"/>
        </a:p>
      </dgm:t>
    </dgm:pt>
    <dgm:pt modelId="{6B7F3D5D-3564-41EF-BD6A-7E2AFD61E9DE}" type="sibTrans" cxnId="{233FB313-EC9E-40C3-90A7-7D1D98E7D639}">
      <dgm:prSet/>
      <dgm:spPr/>
      <dgm:t>
        <a:bodyPr/>
        <a:lstStyle/>
        <a:p>
          <a:endParaRPr lang="en-US"/>
        </a:p>
      </dgm:t>
    </dgm:pt>
    <dgm:pt modelId="{518ED3BA-854C-4D3E-A482-213073955E3A}">
      <dgm:prSet/>
      <dgm:spPr/>
      <dgm:t>
        <a:bodyPr/>
        <a:lstStyle/>
        <a:p>
          <a:r>
            <a:rPr lang="en-US"/>
            <a:t>Uma tabela fato conectada a múltiplas tabelas dimensão.</a:t>
          </a:r>
        </a:p>
      </dgm:t>
    </dgm:pt>
    <dgm:pt modelId="{6DBD078B-2B23-4C75-B93A-4F52F8F45677}" type="parTrans" cxnId="{74C4ED08-4AFA-43AC-9334-5836A74667C9}">
      <dgm:prSet/>
      <dgm:spPr/>
      <dgm:t>
        <a:bodyPr/>
        <a:lstStyle/>
        <a:p>
          <a:endParaRPr lang="en-US"/>
        </a:p>
      </dgm:t>
    </dgm:pt>
    <dgm:pt modelId="{8F4D6243-65DB-4EE2-9C60-47AEA9183D6C}" type="sibTrans" cxnId="{74C4ED08-4AFA-43AC-9334-5836A74667C9}">
      <dgm:prSet/>
      <dgm:spPr/>
      <dgm:t>
        <a:bodyPr/>
        <a:lstStyle/>
        <a:p>
          <a:endParaRPr lang="en-US"/>
        </a:p>
      </dgm:t>
    </dgm:pt>
    <dgm:pt modelId="{8266A0DC-3B4A-4B5D-A871-BFDF168F2556}">
      <dgm:prSet/>
      <dgm:spPr/>
      <dgm:t>
        <a:bodyPr/>
        <a:lstStyle/>
        <a:p>
          <a:r>
            <a:rPr lang="en-US"/>
            <a:t>Vantagens: Melhor desempenho para consultas, fácil interpretação.</a:t>
          </a:r>
        </a:p>
      </dgm:t>
    </dgm:pt>
    <dgm:pt modelId="{1934EAEE-DC47-49C0-9637-1294445212AD}" type="parTrans" cxnId="{48B02A12-B08B-4D79-9DFC-275A4C46BDDF}">
      <dgm:prSet/>
      <dgm:spPr/>
      <dgm:t>
        <a:bodyPr/>
        <a:lstStyle/>
        <a:p>
          <a:endParaRPr lang="en-US"/>
        </a:p>
      </dgm:t>
    </dgm:pt>
    <dgm:pt modelId="{51A63515-492E-4536-98FA-28CA83ABE94D}" type="sibTrans" cxnId="{48B02A12-B08B-4D79-9DFC-275A4C46BDDF}">
      <dgm:prSet/>
      <dgm:spPr/>
      <dgm:t>
        <a:bodyPr/>
        <a:lstStyle/>
        <a:p>
          <a:endParaRPr lang="en-US"/>
        </a:p>
      </dgm:t>
    </dgm:pt>
    <dgm:pt modelId="{041212F9-931D-49F7-AEC7-51E44CA14165}" type="pres">
      <dgm:prSet presAssocID="{7255A5D0-BBAB-430C-8133-155D3B5218AD}" presName="root" presStyleCnt="0">
        <dgm:presLayoutVars>
          <dgm:dir/>
          <dgm:resizeHandles val="exact"/>
        </dgm:presLayoutVars>
      </dgm:prSet>
      <dgm:spPr/>
    </dgm:pt>
    <dgm:pt modelId="{036DA93B-971C-4CC8-AD7A-C39231D38EB8}" type="pres">
      <dgm:prSet presAssocID="{4B825CA8-EB87-44E9-9609-16821F68199D}" presName="compNode" presStyleCnt="0"/>
      <dgm:spPr/>
    </dgm:pt>
    <dgm:pt modelId="{8B93EA31-32D8-4E71-B34D-7D75B7CBD093}" type="pres">
      <dgm:prSet presAssocID="{4B825CA8-EB87-44E9-9609-16821F68199D}" presName="bgRect" presStyleLbl="bgShp" presStyleIdx="0" presStyleCnt="3"/>
      <dgm:spPr/>
    </dgm:pt>
    <dgm:pt modelId="{E157D26F-C846-4E24-8429-AFE070C5FA16}" type="pres">
      <dgm:prSet presAssocID="{4B825CA8-EB87-44E9-9609-16821F68199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E6AEEB76-80C9-4938-9292-F7F7D78A94D6}" type="pres">
      <dgm:prSet presAssocID="{4B825CA8-EB87-44E9-9609-16821F68199D}" presName="spaceRect" presStyleCnt="0"/>
      <dgm:spPr/>
    </dgm:pt>
    <dgm:pt modelId="{B8F1D9E9-E203-440C-BAAD-8B5E95012157}" type="pres">
      <dgm:prSet presAssocID="{4B825CA8-EB87-44E9-9609-16821F68199D}" presName="parTx" presStyleLbl="revTx" presStyleIdx="0" presStyleCnt="3">
        <dgm:presLayoutVars>
          <dgm:chMax val="0"/>
          <dgm:chPref val="0"/>
        </dgm:presLayoutVars>
      </dgm:prSet>
      <dgm:spPr/>
    </dgm:pt>
    <dgm:pt modelId="{79B110C1-F724-406E-8F02-CFF0FEE02DEA}" type="pres">
      <dgm:prSet presAssocID="{6B7F3D5D-3564-41EF-BD6A-7E2AFD61E9DE}" presName="sibTrans" presStyleCnt="0"/>
      <dgm:spPr/>
    </dgm:pt>
    <dgm:pt modelId="{B0DE28C1-A5C7-4C59-98B3-D6F3C06FE96D}" type="pres">
      <dgm:prSet presAssocID="{518ED3BA-854C-4D3E-A482-213073955E3A}" presName="compNode" presStyleCnt="0"/>
      <dgm:spPr/>
    </dgm:pt>
    <dgm:pt modelId="{97F4ABF8-D990-4225-9297-E0293DA25B29}" type="pres">
      <dgm:prSet presAssocID="{518ED3BA-854C-4D3E-A482-213073955E3A}" presName="bgRect" presStyleLbl="bgShp" presStyleIdx="1" presStyleCnt="3"/>
      <dgm:spPr/>
    </dgm:pt>
    <dgm:pt modelId="{5D50DADC-48BB-425E-89DD-70C253C5C0FB}" type="pres">
      <dgm:prSet presAssocID="{518ED3BA-854C-4D3E-A482-213073955E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078D7393-E3FA-48B9-A43E-8BF2C67792CE}" type="pres">
      <dgm:prSet presAssocID="{518ED3BA-854C-4D3E-A482-213073955E3A}" presName="spaceRect" presStyleCnt="0"/>
      <dgm:spPr/>
    </dgm:pt>
    <dgm:pt modelId="{278D3813-6B48-4C1F-813A-2526D9AF2A58}" type="pres">
      <dgm:prSet presAssocID="{518ED3BA-854C-4D3E-A482-213073955E3A}" presName="parTx" presStyleLbl="revTx" presStyleIdx="1" presStyleCnt="3">
        <dgm:presLayoutVars>
          <dgm:chMax val="0"/>
          <dgm:chPref val="0"/>
        </dgm:presLayoutVars>
      </dgm:prSet>
      <dgm:spPr/>
    </dgm:pt>
    <dgm:pt modelId="{56BB04C4-441D-4947-93A6-3D6B5E6CA0EF}" type="pres">
      <dgm:prSet presAssocID="{8F4D6243-65DB-4EE2-9C60-47AEA9183D6C}" presName="sibTrans" presStyleCnt="0"/>
      <dgm:spPr/>
    </dgm:pt>
    <dgm:pt modelId="{E0AC6602-23D6-456B-B970-8C407E0866D6}" type="pres">
      <dgm:prSet presAssocID="{8266A0DC-3B4A-4B5D-A871-BFDF168F2556}" presName="compNode" presStyleCnt="0"/>
      <dgm:spPr/>
    </dgm:pt>
    <dgm:pt modelId="{62E404DE-9C75-4ABB-ABFE-6ACD4D84A98A}" type="pres">
      <dgm:prSet presAssocID="{8266A0DC-3B4A-4B5D-A871-BFDF168F2556}" presName="bgRect" presStyleLbl="bgShp" presStyleIdx="2" presStyleCnt="3"/>
      <dgm:spPr/>
    </dgm:pt>
    <dgm:pt modelId="{1E0C1BEF-98BB-4B25-A09A-199E576E7135}" type="pres">
      <dgm:prSet presAssocID="{8266A0DC-3B4A-4B5D-A871-BFDF168F255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08D9A376-5365-4650-919B-511E67781E65}" type="pres">
      <dgm:prSet presAssocID="{8266A0DC-3B4A-4B5D-A871-BFDF168F2556}" presName="spaceRect" presStyleCnt="0"/>
      <dgm:spPr/>
    </dgm:pt>
    <dgm:pt modelId="{6708848E-7562-4CA9-98EA-F2928A8D5B45}" type="pres">
      <dgm:prSet presAssocID="{8266A0DC-3B4A-4B5D-A871-BFDF168F255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E510A06-7A12-47D4-B229-E93A422F2D80}" type="presOf" srcId="{518ED3BA-854C-4D3E-A482-213073955E3A}" destId="{278D3813-6B48-4C1F-813A-2526D9AF2A58}" srcOrd="0" destOrd="0" presId="urn:microsoft.com/office/officeart/2018/2/layout/IconVerticalSolidList"/>
    <dgm:cxn modelId="{74C4ED08-4AFA-43AC-9334-5836A74667C9}" srcId="{7255A5D0-BBAB-430C-8133-155D3B5218AD}" destId="{518ED3BA-854C-4D3E-A482-213073955E3A}" srcOrd="1" destOrd="0" parTransId="{6DBD078B-2B23-4C75-B93A-4F52F8F45677}" sibTransId="{8F4D6243-65DB-4EE2-9C60-47AEA9183D6C}"/>
    <dgm:cxn modelId="{48B02A12-B08B-4D79-9DFC-275A4C46BDDF}" srcId="{7255A5D0-BBAB-430C-8133-155D3B5218AD}" destId="{8266A0DC-3B4A-4B5D-A871-BFDF168F2556}" srcOrd="2" destOrd="0" parTransId="{1934EAEE-DC47-49C0-9637-1294445212AD}" sibTransId="{51A63515-492E-4536-98FA-28CA83ABE94D}"/>
    <dgm:cxn modelId="{233FB313-EC9E-40C3-90A7-7D1D98E7D639}" srcId="{7255A5D0-BBAB-430C-8133-155D3B5218AD}" destId="{4B825CA8-EB87-44E9-9609-16821F68199D}" srcOrd="0" destOrd="0" parTransId="{9DBEA289-F90A-40B7-AAD9-86EEC956DFE9}" sibTransId="{6B7F3D5D-3564-41EF-BD6A-7E2AFD61E9DE}"/>
    <dgm:cxn modelId="{9E729925-5206-499D-9117-A32121C01575}" type="presOf" srcId="{7255A5D0-BBAB-430C-8133-155D3B5218AD}" destId="{041212F9-931D-49F7-AEC7-51E44CA14165}" srcOrd="0" destOrd="0" presId="urn:microsoft.com/office/officeart/2018/2/layout/IconVerticalSolidList"/>
    <dgm:cxn modelId="{F72F64D2-16B4-43DC-9B83-FBA9DDF6707F}" type="presOf" srcId="{4B825CA8-EB87-44E9-9609-16821F68199D}" destId="{B8F1D9E9-E203-440C-BAAD-8B5E95012157}" srcOrd="0" destOrd="0" presId="urn:microsoft.com/office/officeart/2018/2/layout/IconVerticalSolidList"/>
    <dgm:cxn modelId="{EDA732F5-E9E6-4E62-85C2-9E5F7C56C020}" type="presOf" srcId="{8266A0DC-3B4A-4B5D-A871-BFDF168F2556}" destId="{6708848E-7562-4CA9-98EA-F2928A8D5B45}" srcOrd="0" destOrd="0" presId="urn:microsoft.com/office/officeart/2018/2/layout/IconVerticalSolidList"/>
    <dgm:cxn modelId="{F2AA576A-C8A8-4232-898A-5A6642028A01}" type="presParOf" srcId="{041212F9-931D-49F7-AEC7-51E44CA14165}" destId="{036DA93B-971C-4CC8-AD7A-C39231D38EB8}" srcOrd="0" destOrd="0" presId="urn:microsoft.com/office/officeart/2018/2/layout/IconVerticalSolidList"/>
    <dgm:cxn modelId="{A3C54D16-21E2-4EAA-B85C-02597F9F0788}" type="presParOf" srcId="{036DA93B-971C-4CC8-AD7A-C39231D38EB8}" destId="{8B93EA31-32D8-4E71-B34D-7D75B7CBD093}" srcOrd="0" destOrd="0" presId="urn:microsoft.com/office/officeart/2018/2/layout/IconVerticalSolidList"/>
    <dgm:cxn modelId="{A8D5F3AA-2334-4F23-A63E-382D067A6E7F}" type="presParOf" srcId="{036DA93B-971C-4CC8-AD7A-C39231D38EB8}" destId="{E157D26F-C846-4E24-8429-AFE070C5FA16}" srcOrd="1" destOrd="0" presId="urn:microsoft.com/office/officeart/2018/2/layout/IconVerticalSolidList"/>
    <dgm:cxn modelId="{FA0DE164-CA4E-40D9-A5C3-0A53643A3463}" type="presParOf" srcId="{036DA93B-971C-4CC8-AD7A-C39231D38EB8}" destId="{E6AEEB76-80C9-4938-9292-F7F7D78A94D6}" srcOrd="2" destOrd="0" presId="urn:microsoft.com/office/officeart/2018/2/layout/IconVerticalSolidList"/>
    <dgm:cxn modelId="{EB6D273B-8FE9-42A7-98B1-AAA82CAF9DF7}" type="presParOf" srcId="{036DA93B-971C-4CC8-AD7A-C39231D38EB8}" destId="{B8F1D9E9-E203-440C-BAAD-8B5E95012157}" srcOrd="3" destOrd="0" presId="urn:microsoft.com/office/officeart/2018/2/layout/IconVerticalSolidList"/>
    <dgm:cxn modelId="{ECF190FF-2B78-4889-90E6-DB9876B7AFDA}" type="presParOf" srcId="{041212F9-931D-49F7-AEC7-51E44CA14165}" destId="{79B110C1-F724-406E-8F02-CFF0FEE02DEA}" srcOrd="1" destOrd="0" presId="urn:microsoft.com/office/officeart/2018/2/layout/IconVerticalSolidList"/>
    <dgm:cxn modelId="{9324BDFA-8216-43CE-B74B-1DCE3881B22F}" type="presParOf" srcId="{041212F9-931D-49F7-AEC7-51E44CA14165}" destId="{B0DE28C1-A5C7-4C59-98B3-D6F3C06FE96D}" srcOrd="2" destOrd="0" presId="urn:microsoft.com/office/officeart/2018/2/layout/IconVerticalSolidList"/>
    <dgm:cxn modelId="{D0A05C48-D214-428A-88D2-05FB569B4515}" type="presParOf" srcId="{B0DE28C1-A5C7-4C59-98B3-D6F3C06FE96D}" destId="{97F4ABF8-D990-4225-9297-E0293DA25B29}" srcOrd="0" destOrd="0" presId="urn:microsoft.com/office/officeart/2018/2/layout/IconVerticalSolidList"/>
    <dgm:cxn modelId="{F976A300-B557-4F74-AA8D-E14DE88BF21E}" type="presParOf" srcId="{B0DE28C1-A5C7-4C59-98B3-D6F3C06FE96D}" destId="{5D50DADC-48BB-425E-89DD-70C253C5C0FB}" srcOrd="1" destOrd="0" presId="urn:microsoft.com/office/officeart/2018/2/layout/IconVerticalSolidList"/>
    <dgm:cxn modelId="{57C4891A-C147-4641-B168-7827F76D7E7D}" type="presParOf" srcId="{B0DE28C1-A5C7-4C59-98B3-D6F3C06FE96D}" destId="{078D7393-E3FA-48B9-A43E-8BF2C67792CE}" srcOrd="2" destOrd="0" presId="urn:microsoft.com/office/officeart/2018/2/layout/IconVerticalSolidList"/>
    <dgm:cxn modelId="{90DAE65F-8E56-42EF-A920-537F7B80385E}" type="presParOf" srcId="{B0DE28C1-A5C7-4C59-98B3-D6F3C06FE96D}" destId="{278D3813-6B48-4C1F-813A-2526D9AF2A58}" srcOrd="3" destOrd="0" presId="urn:microsoft.com/office/officeart/2018/2/layout/IconVerticalSolidList"/>
    <dgm:cxn modelId="{B22B8A40-8E05-4C14-8EFF-630990E96A42}" type="presParOf" srcId="{041212F9-931D-49F7-AEC7-51E44CA14165}" destId="{56BB04C4-441D-4947-93A6-3D6B5E6CA0EF}" srcOrd="3" destOrd="0" presId="urn:microsoft.com/office/officeart/2018/2/layout/IconVerticalSolidList"/>
    <dgm:cxn modelId="{98431B46-5A92-4745-ACA3-56E38AA7199C}" type="presParOf" srcId="{041212F9-931D-49F7-AEC7-51E44CA14165}" destId="{E0AC6602-23D6-456B-B970-8C407E0866D6}" srcOrd="4" destOrd="0" presId="urn:microsoft.com/office/officeart/2018/2/layout/IconVerticalSolidList"/>
    <dgm:cxn modelId="{FEEF0EFB-F958-4807-A783-44FA850D108A}" type="presParOf" srcId="{E0AC6602-23D6-456B-B970-8C407E0866D6}" destId="{62E404DE-9C75-4ABB-ABFE-6ACD4D84A98A}" srcOrd="0" destOrd="0" presId="urn:microsoft.com/office/officeart/2018/2/layout/IconVerticalSolidList"/>
    <dgm:cxn modelId="{DD77DF92-B1DD-4AB3-8589-7E41D92AD654}" type="presParOf" srcId="{E0AC6602-23D6-456B-B970-8C407E0866D6}" destId="{1E0C1BEF-98BB-4B25-A09A-199E576E7135}" srcOrd="1" destOrd="0" presId="urn:microsoft.com/office/officeart/2018/2/layout/IconVerticalSolidList"/>
    <dgm:cxn modelId="{8C08D8A1-3516-4287-B950-B9DC63EFA910}" type="presParOf" srcId="{E0AC6602-23D6-456B-B970-8C407E0866D6}" destId="{08D9A376-5365-4650-919B-511E67781E65}" srcOrd="2" destOrd="0" presId="urn:microsoft.com/office/officeart/2018/2/layout/IconVerticalSolidList"/>
    <dgm:cxn modelId="{7F0DC1C8-C4AA-4FB5-A838-2E5C4F48DA59}" type="presParOf" srcId="{E0AC6602-23D6-456B-B970-8C407E0866D6}" destId="{6708848E-7562-4CA9-98EA-F2928A8D5B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FA158C-43F6-46A3-A96D-6D46ED3F251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95709F-63A2-4CA1-B65B-0963E562A53A}">
      <dgm:prSet/>
      <dgm:spPr/>
      <dgm:t>
        <a:bodyPr/>
        <a:lstStyle/>
        <a:p>
          <a:r>
            <a:rPr lang="pt-BR"/>
            <a:t>Fato</a:t>
          </a:r>
          <a:endParaRPr lang="en-US"/>
        </a:p>
      </dgm:t>
    </dgm:pt>
    <dgm:pt modelId="{E69F0CA6-B506-4A5F-BF65-15C279F43FF0}" type="parTrans" cxnId="{11E2897E-DA36-434A-B6DF-D3B4FF015C35}">
      <dgm:prSet/>
      <dgm:spPr/>
      <dgm:t>
        <a:bodyPr/>
        <a:lstStyle/>
        <a:p>
          <a:endParaRPr lang="en-US"/>
        </a:p>
      </dgm:t>
    </dgm:pt>
    <dgm:pt modelId="{E6F54659-221E-4616-85B2-0BF4A1622B79}" type="sibTrans" cxnId="{11E2897E-DA36-434A-B6DF-D3B4FF015C35}">
      <dgm:prSet/>
      <dgm:spPr/>
      <dgm:t>
        <a:bodyPr/>
        <a:lstStyle/>
        <a:p>
          <a:endParaRPr lang="en-US"/>
        </a:p>
      </dgm:t>
    </dgm:pt>
    <dgm:pt modelId="{12CE149E-97B7-4A39-8BB5-AACEB4A7C62B}">
      <dgm:prSet/>
      <dgm:spPr/>
      <dgm:t>
        <a:bodyPr/>
        <a:lstStyle/>
        <a:p>
          <a:r>
            <a:rPr lang="pt-BR"/>
            <a:t>Dimensão</a:t>
          </a:r>
          <a:endParaRPr lang="en-US"/>
        </a:p>
      </dgm:t>
    </dgm:pt>
    <dgm:pt modelId="{DBC9BA89-F71F-4B74-88EF-EEB154BCA6D9}" type="parTrans" cxnId="{72F86F99-81CD-4F7F-8520-29902BAD29D6}">
      <dgm:prSet/>
      <dgm:spPr/>
      <dgm:t>
        <a:bodyPr/>
        <a:lstStyle/>
        <a:p>
          <a:endParaRPr lang="pt-BR"/>
        </a:p>
      </dgm:t>
    </dgm:pt>
    <dgm:pt modelId="{133072DA-32C2-4510-866B-12911EB8CA39}" type="sibTrans" cxnId="{72F86F99-81CD-4F7F-8520-29902BAD29D6}">
      <dgm:prSet/>
      <dgm:spPr/>
      <dgm:t>
        <a:bodyPr/>
        <a:lstStyle/>
        <a:p>
          <a:endParaRPr lang="pt-BR"/>
        </a:p>
      </dgm:t>
    </dgm:pt>
    <dgm:pt modelId="{89239182-8C4A-4E3F-8FA2-A2B8BA6C6044}" type="pres">
      <dgm:prSet presAssocID="{12FA158C-43F6-46A3-A96D-6D46ED3F25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089555-6926-4B4E-9B91-D8B32D45BFCE}" type="pres">
      <dgm:prSet presAssocID="{2395709F-63A2-4CA1-B65B-0963E562A53A}" presName="hierRoot1" presStyleCnt="0"/>
      <dgm:spPr/>
    </dgm:pt>
    <dgm:pt modelId="{A78D641D-7208-481A-AD0D-D65F076F8846}" type="pres">
      <dgm:prSet presAssocID="{2395709F-63A2-4CA1-B65B-0963E562A53A}" presName="composite" presStyleCnt="0"/>
      <dgm:spPr/>
    </dgm:pt>
    <dgm:pt modelId="{79374A7F-E43A-44D0-8DA3-4FF80BA923B3}" type="pres">
      <dgm:prSet presAssocID="{2395709F-63A2-4CA1-B65B-0963E562A53A}" presName="background" presStyleLbl="node0" presStyleIdx="0" presStyleCnt="2"/>
      <dgm:spPr/>
    </dgm:pt>
    <dgm:pt modelId="{B2433A05-0494-461C-9351-7F4AC36B0A2A}" type="pres">
      <dgm:prSet presAssocID="{2395709F-63A2-4CA1-B65B-0963E562A53A}" presName="text" presStyleLbl="fgAcc0" presStyleIdx="0" presStyleCnt="2">
        <dgm:presLayoutVars>
          <dgm:chPref val="3"/>
        </dgm:presLayoutVars>
      </dgm:prSet>
      <dgm:spPr/>
    </dgm:pt>
    <dgm:pt modelId="{851CEA94-D83B-41A3-B757-8AD7754E0E7B}" type="pres">
      <dgm:prSet presAssocID="{2395709F-63A2-4CA1-B65B-0963E562A53A}" presName="hierChild2" presStyleCnt="0"/>
      <dgm:spPr/>
    </dgm:pt>
    <dgm:pt modelId="{6FA0F426-BA3B-4B8E-A625-4F31C8340A70}" type="pres">
      <dgm:prSet presAssocID="{12CE149E-97B7-4A39-8BB5-AACEB4A7C62B}" presName="hierRoot1" presStyleCnt="0"/>
      <dgm:spPr/>
    </dgm:pt>
    <dgm:pt modelId="{51AA1513-CC83-4573-8B1F-31D44CDE20C8}" type="pres">
      <dgm:prSet presAssocID="{12CE149E-97B7-4A39-8BB5-AACEB4A7C62B}" presName="composite" presStyleCnt="0"/>
      <dgm:spPr/>
    </dgm:pt>
    <dgm:pt modelId="{8DE878F7-4C76-42A5-858F-587FE3DF1C7D}" type="pres">
      <dgm:prSet presAssocID="{12CE149E-97B7-4A39-8BB5-AACEB4A7C62B}" presName="background" presStyleLbl="node0" presStyleIdx="1" presStyleCnt="2"/>
      <dgm:spPr/>
    </dgm:pt>
    <dgm:pt modelId="{A90FC741-E31C-4F0F-80A2-722C918BDCEA}" type="pres">
      <dgm:prSet presAssocID="{12CE149E-97B7-4A39-8BB5-AACEB4A7C62B}" presName="text" presStyleLbl="fgAcc0" presStyleIdx="1" presStyleCnt="2">
        <dgm:presLayoutVars>
          <dgm:chPref val="3"/>
        </dgm:presLayoutVars>
      </dgm:prSet>
      <dgm:spPr/>
    </dgm:pt>
    <dgm:pt modelId="{899AA776-9565-4DA9-BFC5-AEE13EC97D9C}" type="pres">
      <dgm:prSet presAssocID="{12CE149E-97B7-4A39-8BB5-AACEB4A7C62B}" presName="hierChild2" presStyleCnt="0"/>
      <dgm:spPr/>
    </dgm:pt>
  </dgm:ptLst>
  <dgm:cxnLst>
    <dgm:cxn modelId="{D7AB3048-C682-4707-91C1-288BDC41F5EF}" type="presOf" srcId="{2395709F-63A2-4CA1-B65B-0963E562A53A}" destId="{B2433A05-0494-461C-9351-7F4AC36B0A2A}" srcOrd="0" destOrd="0" presId="urn:microsoft.com/office/officeart/2005/8/layout/hierarchy1"/>
    <dgm:cxn modelId="{11E2897E-DA36-434A-B6DF-D3B4FF015C35}" srcId="{12FA158C-43F6-46A3-A96D-6D46ED3F2511}" destId="{2395709F-63A2-4CA1-B65B-0963E562A53A}" srcOrd="0" destOrd="0" parTransId="{E69F0CA6-B506-4A5F-BF65-15C279F43FF0}" sibTransId="{E6F54659-221E-4616-85B2-0BF4A1622B79}"/>
    <dgm:cxn modelId="{72F86F99-81CD-4F7F-8520-29902BAD29D6}" srcId="{12FA158C-43F6-46A3-A96D-6D46ED3F2511}" destId="{12CE149E-97B7-4A39-8BB5-AACEB4A7C62B}" srcOrd="1" destOrd="0" parTransId="{DBC9BA89-F71F-4B74-88EF-EEB154BCA6D9}" sibTransId="{133072DA-32C2-4510-866B-12911EB8CA39}"/>
    <dgm:cxn modelId="{F37817AF-A4F0-48D8-A69C-8D427DA2EE18}" type="presOf" srcId="{12FA158C-43F6-46A3-A96D-6D46ED3F2511}" destId="{89239182-8C4A-4E3F-8FA2-A2B8BA6C6044}" srcOrd="0" destOrd="0" presId="urn:microsoft.com/office/officeart/2005/8/layout/hierarchy1"/>
    <dgm:cxn modelId="{F4ADABB7-5BE5-476E-BAFF-BC8A04F3A3DC}" type="presOf" srcId="{12CE149E-97B7-4A39-8BB5-AACEB4A7C62B}" destId="{A90FC741-E31C-4F0F-80A2-722C918BDCEA}" srcOrd="0" destOrd="0" presId="urn:microsoft.com/office/officeart/2005/8/layout/hierarchy1"/>
    <dgm:cxn modelId="{DBD69B1E-C67C-430F-9474-D26BA261642B}" type="presParOf" srcId="{89239182-8C4A-4E3F-8FA2-A2B8BA6C6044}" destId="{00089555-6926-4B4E-9B91-D8B32D45BFCE}" srcOrd="0" destOrd="0" presId="urn:microsoft.com/office/officeart/2005/8/layout/hierarchy1"/>
    <dgm:cxn modelId="{BCE12F61-46A1-4827-81B9-0B841B6031C3}" type="presParOf" srcId="{00089555-6926-4B4E-9B91-D8B32D45BFCE}" destId="{A78D641D-7208-481A-AD0D-D65F076F8846}" srcOrd="0" destOrd="0" presId="urn:microsoft.com/office/officeart/2005/8/layout/hierarchy1"/>
    <dgm:cxn modelId="{FA3FAFF8-59B7-4695-B465-68FB68D9F786}" type="presParOf" srcId="{A78D641D-7208-481A-AD0D-D65F076F8846}" destId="{79374A7F-E43A-44D0-8DA3-4FF80BA923B3}" srcOrd="0" destOrd="0" presId="urn:microsoft.com/office/officeart/2005/8/layout/hierarchy1"/>
    <dgm:cxn modelId="{E7C07E1E-4B98-427D-88F8-9177FFEEF5D1}" type="presParOf" srcId="{A78D641D-7208-481A-AD0D-D65F076F8846}" destId="{B2433A05-0494-461C-9351-7F4AC36B0A2A}" srcOrd="1" destOrd="0" presId="urn:microsoft.com/office/officeart/2005/8/layout/hierarchy1"/>
    <dgm:cxn modelId="{274E6EE2-5C7D-46B5-8A76-33C7F34F068C}" type="presParOf" srcId="{00089555-6926-4B4E-9B91-D8B32D45BFCE}" destId="{851CEA94-D83B-41A3-B757-8AD7754E0E7B}" srcOrd="1" destOrd="0" presId="urn:microsoft.com/office/officeart/2005/8/layout/hierarchy1"/>
    <dgm:cxn modelId="{0CD62505-D71A-45A0-B289-2C37D0129B64}" type="presParOf" srcId="{89239182-8C4A-4E3F-8FA2-A2B8BA6C6044}" destId="{6FA0F426-BA3B-4B8E-A625-4F31C8340A70}" srcOrd="1" destOrd="0" presId="urn:microsoft.com/office/officeart/2005/8/layout/hierarchy1"/>
    <dgm:cxn modelId="{6359798A-716F-4A1C-8F98-35F85225989E}" type="presParOf" srcId="{6FA0F426-BA3B-4B8E-A625-4F31C8340A70}" destId="{51AA1513-CC83-4573-8B1F-31D44CDE20C8}" srcOrd="0" destOrd="0" presId="urn:microsoft.com/office/officeart/2005/8/layout/hierarchy1"/>
    <dgm:cxn modelId="{528F14AD-F684-453E-81AD-7222D9016FEE}" type="presParOf" srcId="{51AA1513-CC83-4573-8B1F-31D44CDE20C8}" destId="{8DE878F7-4C76-42A5-858F-587FE3DF1C7D}" srcOrd="0" destOrd="0" presId="urn:microsoft.com/office/officeart/2005/8/layout/hierarchy1"/>
    <dgm:cxn modelId="{DA1E8F28-7C55-4F18-BBB8-D6E4BECB2FC6}" type="presParOf" srcId="{51AA1513-CC83-4573-8B1F-31D44CDE20C8}" destId="{A90FC741-E31C-4F0F-80A2-722C918BDCEA}" srcOrd="1" destOrd="0" presId="urn:microsoft.com/office/officeart/2005/8/layout/hierarchy1"/>
    <dgm:cxn modelId="{21AC4387-D63C-4C7F-83C3-BF90CE4EC966}" type="presParOf" srcId="{6FA0F426-BA3B-4B8E-A625-4F31C8340A70}" destId="{899AA776-9565-4DA9-BFC5-AEE13EC97D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2F20E9F-D493-4F30-B820-460CD841A600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71F97D-66FD-4820-AD19-C2B25A5615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A tabela fato é a principal tabela do Data Warehouse, ela vai conectar nas dimensões.</a:t>
          </a:r>
          <a:endParaRPr lang="en-US"/>
        </a:p>
      </dgm:t>
    </dgm:pt>
    <dgm:pt modelId="{C41766A3-7DC1-4182-AD56-7368546A7A6D}" type="parTrans" cxnId="{395D5605-DB43-4087-9EE2-871F26E37D55}">
      <dgm:prSet/>
      <dgm:spPr/>
      <dgm:t>
        <a:bodyPr/>
        <a:lstStyle/>
        <a:p>
          <a:endParaRPr lang="en-US"/>
        </a:p>
      </dgm:t>
    </dgm:pt>
    <dgm:pt modelId="{F265A1DA-FBA5-4FF0-AC00-5BCEE1347B84}" type="sibTrans" cxnId="{395D5605-DB43-4087-9EE2-871F26E37D55}">
      <dgm:prSet/>
      <dgm:spPr/>
      <dgm:t>
        <a:bodyPr/>
        <a:lstStyle/>
        <a:p>
          <a:endParaRPr lang="en-US"/>
        </a:p>
      </dgm:t>
    </dgm:pt>
    <dgm:pt modelId="{DC4ECB98-C0ED-4550-9348-1288A9D8C1E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as </a:t>
          </a:r>
          <a:r>
            <a:rPr lang="pt-BR" b="1" dirty="0"/>
            <a:t>métricas</a:t>
          </a:r>
          <a:r>
            <a:rPr lang="pt-BR" dirty="0"/>
            <a:t>, que são os fatos propriamente ditos;</a:t>
          </a:r>
          <a:endParaRPr lang="en-US" dirty="0"/>
        </a:p>
      </dgm:t>
    </dgm:pt>
    <dgm:pt modelId="{9599F87D-6DBC-48B7-8B93-ED4CAF07B4BA}" type="parTrans" cxnId="{752CEF50-1065-43CC-BB36-2842E062D94E}">
      <dgm:prSet/>
      <dgm:spPr/>
      <dgm:t>
        <a:bodyPr/>
        <a:lstStyle/>
        <a:p>
          <a:endParaRPr lang="en-US"/>
        </a:p>
      </dgm:t>
    </dgm:pt>
    <dgm:pt modelId="{051E38FD-1E65-43B3-8B90-5B1661546984}" type="sibTrans" cxnId="{752CEF50-1065-43CC-BB36-2842E062D94E}">
      <dgm:prSet/>
      <dgm:spPr/>
      <dgm:t>
        <a:bodyPr/>
        <a:lstStyle/>
        <a:p>
          <a:endParaRPr lang="en-US"/>
        </a:p>
      </dgm:t>
    </dgm:pt>
    <dgm:pt modelId="{5950DFE0-F926-4F75-8E18-C2F81BED348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 as </a:t>
          </a:r>
          <a:r>
            <a:rPr lang="pt-BR" b="1"/>
            <a:t>foreign keys</a:t>
          </a:r>
          <a:r>
            <a:rPr lang="pt-BR"/>
            <a:t>, chaves que servem para ligar os dados das dimensões com a fato.</a:t>
          </a:r>
          <a:endParaRPr lang="en-US"/>
        </a:p>
      </dgm:t>
    </dgm:pt>
    <dgm:pt modelId="{5D7EC17F-14A0-49DD-AD98-B3EBF509B962}" type="parTrans" cxnId="{524968C4-BDA9-4151-8DC4-4E56E2F3EAA5}">
      <dgm:prSet/>
      <dgm:spPr/>
      <dgm:t>
        <a:bodyPr/>
        <a:lstStyle/>
        <a:p>
          <a:endParaRPr lang="en-US"/>
        </a:p>
      </dgm:t>
    </dgm:pt>
    <dgm:pt modelId="{A4F5F203-71B0-42A9-A165-03A8FF0E59B4}" type="sibTrans" cxnId="{524968C4-BDA9-4151-8DC4-4E56E2F3EAA5}">
      <dgm:prSet/>
      <dgm:spPr/>
      <dgm:t>
        <a:bodyPr/>
        <a:lstStyle/>
        <a:p>
          <a:endParaRPr lang="en-US"/>
        </a:p>
      </dgm:t>
    </dgm:pt>
    <dgm:pt modelId="{F26434B3-9B0A-4CD9-819A-3DFCF64CD71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A Fato armazena as medições necessárias para avaliar o assunto pretendido. </a:t>
          </a:r>
          <a:endParaRPr lang="en-US"/>
        </a:p>
      </dgm:t>
    </dgm:pt>
    <dgm:pt modelId="{0031BFB7-5FFE-407F-84FF-E6D316773FFE}" type="parTrans" cxnId="{4AA55CF4-52AE-43B9-B2BD-C2074AC0F524}">
      <dgm:prSet/>
      <dgm:spPr/>
      <dgm:t>
        <a:bodyPr/>
        <a:lstStyle/>
        <a:p>
          <a:endParaRPr lang="en-US"/>
        </a:p>
      </dgm:t>
    </dgm:pt>
    <dgm:pt modelId="{2D9C869D-BFDB-4AD9-BAC7-04C41DB0327F}" type="sibTrans" cxnId="{4AA55CF4-52AE-43B9-B2BD-C2074AC0F524}">
      <dgm:prSet/>
      <dgm:spPr/>
      <dgm:t>
        <a:bodyPr/>
        <a:lstStyle/>
        <a:p>
          <a:endParaRPr lang="en-US"/>
        </a:p>
      </dgm:t>
    </dgm:pt>
    <dgm:pt modelId="{BCBBAD8A-C023-41A9-9263-1543A4A68E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O conteúdo histórico no DW, contendo longo período de tempo, ficam depositadas na Fato.</a:t>
          </a:r>
          <a:endParaRPr lang="en-US"/>
        </a:p>
      </dgm:t>
    </dgm:pt>
    <dgm:pt modelId="{B838E72C-38AC-482D-87FD-75557DEE003F}" type="parTrans" cxnId="{807D8156-E636-458C-B296-121F1E298929}">
      <dgm:prSet/>
      <dgm:spPr/>
      <dgm:t>
        <a:bodyPr/>
        <a:lstStyle/>
        <a:p>
          <a:endParaRPr lang="en-US"/>
        </a:p>
      </dgm:t>
    </dgm:pt>
    <dgm:pt modelId="{8CCC4F22-6428-4293-8CA9-6647A61BEC3C}" type="sibTrans" cxnId="{807D8156-E636-458C-B296-121F1E298929}">
      <dgm:prSet/>
      <dgm:spPr/>
      <dgm:t>
        <a:bodyPr/>
        <a:lstStyle/>
        <a:p>
          <a:endParaRPr lang="en-US"/>
        </a:p>
      </dgm:t>
    </dgm:pt>
    <dgm:pt modelId="{A394ED3E-9FB2-47B3-A8A6-E395D4FC65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dirty="0"/>
            <a:t>Nessa tabela são armazenadas duas coisas:</a:t>
          </a:r>
          <a:endParaRPr lang="en-US" dirty="0"/>
        </a:p>
      </dgm:t>
    </dgm:pt>
    <dgm:pt modelId="{629A4FA6-E2E2-4B9E-B6C1-236B06E9F952}" type="sibTrans" cxnId="{A0FEFE9E-AABB-4959-A146-F71FA25A9D05}">
      <dgm:prSet/>
      <dgm:spPr/>
      <dgm:t>
        <a:bodyPr/>
        <a:lstStyle/>
        <a:p>
          <a:endParaRPr lang="en-US"/>
        </a:p>
      </dgm:t>
    </dgm:pt>
    <dgm:pt modelId="{4B2C26C2-D161-4F53-A190-60B67B9774DB}" type="parTrans" cxnId="{A0FEFE9E-AABB-4959-A146-F71FA25A9D05}">
      <dgm:prSet/>
      <dgm:spPr/>
      <dgm:t>
        <a:bodyPr/>
        <a:lstStyle/>
        <a:p>
          <a:endParaRPr lang="en-US"/>
        </a:p>
      </dgm:t>
    </dgm:pt>
    <dgm:pt modelId="{62D6EB7A-E6CB-4CFA-985E-CDAF37E5C7FF}" type="pres">
      <dgm:prSet presAssocID="{22F20E9F-D493-4F30-B820-460CD841A600}" presName="root" presStyleCnt="0">
        <dgm:presLayoutVars>
          <dgm:dir/>
          <dgm:resizeHandles val="exact"/>
        </dgm:presLayoutVars>
      </dgm:prSet>
      <dgm:spPr/>
    </dgm:pt>
    <dgm:pt modelId="{A73E27AA-EA6E-4654-A86D-2669817A1653}" type="pres">
      <dgm:prSet presAssocID="{E971F97D-66FD-4820-AD19-C2B25A561559}" presName="compNode" presStyleCnt="0"/>
      <dgm:spPr/>
    </dgm:pt>
    <dgm:pt modelId="{9FE26D17-A193-4508-94B4-F3D4D644A8D3}" type="pres">
      <dgm:prSet presAssocID="{E971F97D-66FD-4820-AD19-C2B25A56155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F1A973F0-82EB-4F88-B0A3-399356A3FE8B}" type="pres">
      <dgm:prSet presAssocID="{E971F97D-66FD-4820-AD19-C2B25A561559}" presName="iconSpace" presStyleCnt="0"/>
      <dgm:spPr/>
    </dgm:pt>
    <dgm:pt modelId="{2C6560D5-2788-45C9-9CC2-BA647790B057}" type="pres">
      <dgm:prSet presAssocID="{E971F97D-66FD-4820-AD19-C2B25A561559}" presName="parTx" presStyleLbl="revTx" presStyleIdx="0" presStyleCnt="8">
        <dgm:presLayoutVars>
          <dgm:chMax val="0"/>
          <dgm:chPref val="0"/>
        </dgm:presLayoutVars>
      </dgm:prSet>
      <dgm:spPr/>
    </dgm:pt>
    <dgm:pt modelId="{4D64EC6C-267B-4F22-9545-2FF58D5549AB}" type="pres">
      <dgm:prSet presAssocID="{E971F97D-66FD-4820-AD19-C2B25A561559}" presName="txSpace" presStyleCnt="0"/>
      <dgm:spPr/>
    </dgm:pt>
    <dgm:pt modelId="{2D61201B-1431-4C5B-A1D2-DAFB87C7BACE}" type="pres">
      <dgm:prSet presAssocID="{E971F97D-66FD-4820-AD19-C2B25A561559}" presName="desTx" presStyleLbl="revTx" presStyleIdx="1" presStyleCnt="8">
        <dgm:presLayoutVars/>
      </dgm:prSet>
      <dgm:spPr/>
    </dgm:pt>
    <dgm:pt modelId="{3EE5DB98-F3E2-4FBF-A5D8-B0708B6957B6}" type="pres">
      <dgm:prSet presAssocID="{F265A1DA-FBA5-4FF0-AC00-5BCEE1347B84}" presName="sibTrans" presStyleCnt="0"/>
      <dgm:spPr/>
    </dgm:pt>
    <dgm:pt modelId="{92866F89-A903-456F-A026-BE29CA80CC30}" type="pres">
      <dgm:prSet presAssocID="{A394ED3E-9FB2-47B3-A8A6-E395D4FC651F}" presName="compNode" presStyleCnt="0"/>
      <dgm:spPr/>
    </dgm:pt>
    <dgm:pt modelId="{EE462331-6752-49AB-953A-DAD8872837D3}" type="pres">
      <dgm:prSet presAssocID="{A394ED3E-9FB2-47B3-A8A6-E395D4FC65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ve"/>
        </a:ext>
      </dgm:extLst>
    </dgm:pt>
    <dgm:pt modelId="{9EE8E80C-3945-46D4-8661-77FD0518C576}" type="pres">
      <dgm:prSet presAssocID="{A394ED3E-9FB2-47B3-A8A6-E395D4FC651F}" presName="iconSpace" presStyleCnt="0"/>
      <dgm:spPr/>
    </dgm:pt>
    <dgm:pt modelId="{7387EE1D-813D-4DF5-AB68-373518C5ED74}" type="pres">
      <dgm:prSet presAssocID="{A394ED3E-9FB2-47B3-A8A6-E395D4FC651F}" presName="parTx" presStyleLbl="revTx" presStyleIdx="2" presStyleCnt="8">
        <dgm:presLayoutVars>
          <dgm:chMax val="0"/>
          <dgm:chPref val="0"/>
        </dgm:presLayoutVars>
      </dgm:prSet>
      <dgm:spPr/>
    </dgm:pt>
    <dgm:pt modelId="{013DE884-12D0-4DDC-A5AD-A70E9F524EEA}" type="pres">
      <dgm:prSet presAssocID="{A394ED3E-9FB2-47B3-A8A6-E395D4FC651F}" presName="txSpace" presStyleCnt="0"/>
      <dgm:spPr/>
    </dgm:pt>
    <dgm:pt modelId="{153B34C9-0826-4C93-ACA1-C25714CAAB83}" type="pres">
      <dgm:prSet presAssocID="{A394ED3E-9FB2-47B3-A8A6-E395D4FC651F}" presName="desTx" presStyleLbl="revTx" presStyleIdx="3" presStyleCnt="8" custLinFactNeighborX="-2048" custLinFactNeighborY="-77808">
        <dgm:presLayoutVars/>
      </dgm:prSet>
      <dgm:spPr/>
    </dgm:pt>
    <dgm:pt modelId="{277A9995-48AC-4D72-8943-B0FAF4D90811}" type="pres">
      <dgm:prSet presAssocID="{629A4FA6-E2E2-4B9E-B6C1-236B06E9F952}" presName="sibTrans" presStyleCnt="0"/>
      <dgm:spPr/>
    </dgm:pt>
    <dgm:pt modelId="{11B904FE-2F1E-450C-97E7-88563FFEF400}" type="pres">
      <dgm:prSet presAssocID="{F26434B3-9B0A-4CD9-819A-3DFCF64CD711}" presName="compNode" presStyleCnt="0"/>
      <dgm:spPr/>
    </dgm:pt>
    <dgm:pt modelId="{94AD588F-2889-4C5A-9104-293A5037FCB0}" type="pres">
      <dgm:prSet presAssocID="{F26434B3-9B0A-4CD9-819A-3DFCF64CD7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égua"/>
        </a:ext>
      </dgm:extLst>
    </dgm:pt>
    <dgm:pt modelId="{4C4E6725-C156-44BD-82D7-A176E21C1B08}" type="pres">
      <dgm:prSet presAssocID="{F26434B3-9B0A-4CD9-819A-3DFCF64CD711}" presName="iconSpace" presStyleCnt="0"/>
      <dgm:spPr/>
    </dgm:pt>
    <dgm:pt modelId="{161D37C2-9B72-4D01-BA4E-78CB18B0EF1A}" type="pres">
      <dgm:prSet presAssocID="{F26434B3-9B0A-4CD9-819A-3DFCF64CD711}" presName="parTx" presStyleLbl="revTx" presStyleIdx="4" presStyleCnt="8">
        <dgm:presLayoutVars>
          <dgm:chMax val="0"/>
          <dgm:chPref val="0"/>
        </dgm:presLayoutVars>
      </dgm:prSet>
      <dgm:spPr/>
    </dgm:pt>
    <dgm:pt modelId="{6C5488EA-9492-4349-A379-147FDD9696A1}" type="pres">
      <dgm:prSet presAssocID="{F26434B3-9B0A-4CD9-819A-3DFCF64CD711}" presName="txSpace" presStyleCnt="0"/>
      <dgm:spPr/>
    </dgm:pt>
    <dgm:pt modelId="{C8E91914-E203-4AD6-8AE0-5ACD4FDBEEAE}" type="pres">
      <dgm:prSet presAssocID="{F26434B3-9B0A-4CD9-819A-3DFCF64CD711}" presName="desTx" presStyleLbl="revTx" presStyleIdx="5" presStyleCnt="8">
        <dgm:presLayoutVars/>
      </dgm:prSet>
      <dgm:spPr/>
    </dgm:pt>
    <dgm:pt modelId="{A31E67B7-15A2-40FA-B733-2B11558DCF96}" type="pres">
      <dgm:prSet presAssocID="{2D9C869D-BFDB-4AD9-BAC7-04C41DB0327F}" presName="sibTrans" presStyleCnt="0"/>
      <dgm:spPr/>
    </dgm:pt>
    <dgm:pt modelId="{97E8F234-40B8-47E7-9B67-D89D452ADBCA}" type="pres">
      <dgm:prSet presAssocID="{BCBBAD8A-C023-41A9-9263-1543A4A68E47}" presName="compNode" presStyleCnt="0"/>
      <dgm:spPr/>
    </dgm:pt>
    <dgm:pt modelId="{B931DF8D-0E42-4512-A394-6EF7F2729875}" type="pres">
      <dgm:prSet presAssocID="{BCBBAD8A-C023-41A9-9263-1543A4A68E4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D078753-B25D-47A8-8D69-138094E409CA}" type="pres">
      <dgm:prSet presAssocID="{BCBBAD8A-C023-41A9-9263-1543A4A68E47}" presName="iconSpace" presStyleCnt="0"/>
      <dgm:spPr/>
    </dgm:pt>
    <dgm:pt modelId="{8B582C3A-52E2-4783-A277-427638F96018}" type="pres">
      <dgm:prSet presAssocID="{BCBBAD8A-C023-41A9-9263-1543A4A68E47}" presName="parTx" presStyleLbl="revTx" presStyleIdx="6" presStyleCnt="8">
        <dgm:presLayoutVars>
          <dgm:chMax val="0"/>
          <dgm:chPref val="0"/>
        </dgm:presLayoutVars>
      </dgm:prSet>
      <dgm:spPr/>
    </dgm:pt>
    <dgm:pt modelId="{040A14DF-9EBF-4AA5-885F-BDB65E5FF004}" type="pres">
      <dgm:prSet presAssocID="{BCBBAD8A-C023-41A9-9263-1543A4A68E47}" presName="txSpace" presStyleCnt="0"/>
      <dgm:spPr/>
    </dgm:pt>
    <dgm:pt modelId="{D8747041-1A1C-4C64-8ECF-4EC788598813}" type="pres">
      <dgm:prSet presAssocID="{BCBBAD8A-C023-41A9-9263-1543A4A68E47}" presName="desTx" presStyleLbl="revTx" presStyleIdx="7" presStyleCnt="8">
        <dgm:presLayoutVars/>
      </dgm:prSet>
      <dgm:spPr/>
    </dgm:pt>
  </dgm:ptLst>
  <dgm:cxnLst>
    <dgm:cxn modelId="{395D5605-DB43-4087-9EE2-871F26E37D55}" srcId="{22F20E9F-D493-4F30-B820-460CD841A600}" destId="{E971F97D-66FD-4820-AD19-C2B25A561559}" srcOrd="0" destOrd="0" parTransId="{C41766A3-7DC1-4182-AD56-7368546A7A6D}" sibTransId="{F265A1DA-FBA5-4FF0-AC00-5BCEE1347B84}"/>
    <dgm:cxn modelId="{FA680A12-38A2-45E6-BAAF-1F7A268C9656}" type="presOf" srcId="{22F20E9F-D493-4F30-B820-460CD841A600}" destId="{62D6EB7A-E6CB-4CFA-985E-CDAF37E5C7FF}" srcOrd="0" destOrd="0" presId="urn:microsoft.com/office/officeart/2018/2/layout/IconLabelDescriptionList"/>
    <dgm:cxn modelId="{7B5DC05F-DCE2-496A-AAF3-4B2DEB321D5C}" type="presOf" srcId="{BCBBAD8A-C023-41A9-9263-1543A4A68E47}" destId="{8B582C3A-52E2-4783-A277-427638F96018}" srcOrd="0" destOrd="0" presId="urn:microsoft.com/office/officeart/2018/2/layout/IconLabelDescriptionList"/>
    <dgm:cxn modelId="{752CEF50-1065-43CC-BB36-2842E062D94E}" srcId="{A394ED3E-9FB2-47B3-A8A6-E395D4FC651F}" destId="{DC4ECB98-C0ED-4550-9348-1288A9D8C1E8}" srcOrd="0" destOrd="0" parTransId="{9599F87D-6DBC-48B7-8B93-ED4CAF07B4BA}" sibTransId="{051E38FD-1E65-43B3-8B90-5B1661546984}"/>
    <dgm:cxn modelId="{807D8156-E636-458C-B296-121F1E298929}" srcId="{22F20E9F-D493-4F30-B820-460CD841A600}" destId="{BCBBAD8A-C023-41A9-9263-1543A4A68E47}" srcOrd="3" destOrd="0" parTransId="{B838E72C-38AC-482D-87FD-75557DEE003F}" sibTransId="{8CCC4F22-6428-4293-8CA9-6647A61BEC3C}"/>
    <dgm:cxn modelId="{ECC93383-1EF8-42AD-8090-41D192278C5B}" type="presOf" srcId="{DC4ECB98-C0ED-4550-9348-1288A9D8C1E8}" destId="{153B34C9-0826-4C93-ACA1-C25714CAAB83}" srcOrd="0" destOrd="0" presId="urn:microsoft.com/office/officeart/2018/2/layout/IconLabelDescriptionList"/>
    <dgm:cxn modelId="{A0FEFE9E-AABB-4959-A146-F71FA25A9D05}" srcId="{22F20E9F-D493-4F30-B820-460CD841A600}" destId="{A394ED3E-9FB2-47B3-A8A6-E395D4FC651F}" srcOrd="1" destOrd="0" parTransId="{4B2C26C2-D161-4F53-A190-60B67B9774DB}" sibTransId="{629A4FA6-E2E2-4B9E-B6C1-236B06E9F952}"/>
    <dgm:cxn modelId="{8E683EC2-22B4-4031-9CD8-EC059361D1E9}" type="presOf" srcId="{A394ED3E-9FB2-47B3-A8A6-E395D4FC651F}" destId="{7387EE1D-813D-4DF5-AB68-373518C5ED74}" srcOrd="0" destOrd="0" presId="urn:microsoft.com/office/officeart/2018/2/layout/IconLabelDescriptionList"/>
    <dgm:cxn modelId="{524968C4-BDA9-4151-8DC4-4E56E2F3EAA5}" srcId="{A394ED3E-9FB2-47B3-A8A6-E395D4FC651F}" destId="{5950DFE0-F926-4F75-8E18-C2F81BED348F}" srcOrd="1" destOrd="0" parTransId="{5D7EC17F-14A0-49DD-AD98-B3EBF509B962}" sibTransId="{A4F5F203-71B0-42A9-A165-03A8FF0E59B4}"/>
    <dgm:cxn modelId="{7AC5E0D9-1A1D-4AFE-AF9B-6D0863EC5434}" type="presOf" srcId="{F26434B3-9B0A-4CD9-819A-3DFCF64CD711}" destId="{161D37C2-9B72-4D01-BA4E-78CB18B0EF1A}" srcOrd="0" destOrd="0" presId="urn:microsoft.com/office/officeart/2018/2/layout/IconLabelDescriptionList"/>
    <dgm:cxn modelId="{C39FD9EF-3938-416E-AB46-8F48CBB99008}" type="presOf" srcId="{E971F97D-66FD-4820-AD19-C2B25A561559}" destId="{2C6560D5-2788-45C9-9CC2-BA647790B057}" srcOrd="0" destOrd="0" presId="urn:microsoft.com/office/officeart/2018/2/layout/IconLabelDescriptionList"/>
    <dgm:cxn modelId="{4AA55CF4-52AE-43B9-B2BD-C2074AC0F524}" srcId="{22F20E9F-D493-4F30-B820-460CD841A600}" destId="{F26434B3-9B0A-4CD9-819A-3DFCF64CD711}" srcOrd="2" destOrd="0" parTransId="{0031BFB7-5FFE-407F-84FF-E6D316773FFE}" sibTransId="{2D9C869D-BFDB-4AD9-BAC7-04C41DB0327F}"/>
    <dgm:cxn modelId="{480F99FB-FE7D-4ED6-A1C4-3345A91C2CE9}" type="presOf" srcId="{5950DFE0-F926-4F75-8E18-C2F81BED348F}" destId="{153B34C9-0826-4C93-ACA1-C25714CAAB83}" srcOrd="0" destOrd="1" presId="urn:microsoft.com/office/officeart/2018/2/layout/IconLabelDescriptionList"/>
    <dgm:cxn modelId="{2A59DBBA-8630-4A12-9078-E2B30A6B14E7}" type="presParOf" srcId="{62D6EB7A-E6CB-4CFA-985E-CDAF37E5C7FF}" destId="{A73E27AA-EA6E-4654-A86D-2669817A1653}" srcOrd="0" destOrd="0" presId="urn:microsoft.com/office/officeart/2018/2/layout/IconLabelDescriptionList"/>
    <dgm:cxn modelId="{351EE28D-C119-4332-A506-88CE19EA121C}" type="presParOf" srcId="{A73E27AA-EA6E-4654-A86D-2669817A1653}" destId="{9FE26D17-A193-4508-94B4-F3D4D644A8D3}" srcOrd="0" destOrd="0" presId="urn:microsoft.com/office/officeart/2018/2/layout/IconLabelDescriptionList"/>
    <dgm:cxn modelId="{AE4F1C92-14F4-4ED3-84A7-2C5B7FC3ADFA}" type="presParOf" srcId="{A73E27AA-EA6E-4654-A86D-2669817A1653}" destId="{F1A973F0-82EB-4F88-B0A3-399356A3FE8B}" srcOrd="1" destOrd="0" presId="urn:microsoft.com/office/officeart/2018/2/layout/IconLabelDescriptionList"/>
    <dgm:cxn modelId="{E0130F7D-13A7-4582-844C-86D043CAE683}" type="presParOf" srcId="{A73E27AA-EA6E-4654-A86D-2669817A1653}" destId="{2C6560D5-2788-45C9-9CC2-BA647790B057}" srcOrd="2" destOrd="0" presId="urn:microsoft.com/office/officeart/2018/2/layout/IconLabelDescriptionList"/>
    <dgm:cxn modelId="{E88A8277-6734-46D0-8A2F-B2A96D750568}" type="presParOf" srcId="{A73E27AA-EA6E-4654-A86D-2669817A1653}" destId="{4D64EC6C-267B-4F22-9545-2FF58D5549AB}" srcOrd="3" destOrd="0" presId="urn:microsoft.com/office/officeart/2018/2/layout/IconLabelDescriptionList"/>
    <dgm:cxn modelId="{EAE61160-6CC0-442C-B2A4-807B834BF5AB}" type="presParOf" srcId="{A73E27AA-EA6E-4654-A86D-2669817A1653}" destId="{2D61201B-1431-4C5B-A1D2-DAFB87C7BACE}" srcOrd="4" destOrd="0" presId="urn:microsoft.com/office/officeart/2018/2/layout/IconLabelDescriptionList"/>
    <dgm:cxn modelId="{7C90873B-BD7B-431F-988E-1D0E1C029704}" type="presParOf" srcId="{62D6EB7A-E6CB-4CFA-985E-CDAF37E5C7FF}" destId="{3EE5DB98-F3E2-4FBF-A5D8-B0708B6957B6}" srcOrd="1" destOrd="0" presId="urn:microsoft.com/office/officeart/2018/2/layout/IconLabelDescriptionList"/>
    <dgm:cxn modelId="{1B5FD6EE-9E44-48C7-91F6-E48435AF8CFA}" type="presParOf" srcId="{62D6EB7A-E6CB-4CFA-985E-CDAF37E5C7FF}" destId="{92866F89-A903-456F-A026-BE29CA80CC30}" srcOrd="2" destOrd="0" presId="urn:microsoft.com/office/officeart/2018/2/layout/IconLabelDescriptionList"/>
    <dgm:cxn modelId="{3F17945C-AFAC-4F1D-92DF-52F75E8B3C37}" type="presParOf" srcId="{92866F89-A903-456F-A026-BE29CA80CC30}" destId="{EE462331-6752-49AB-953A-DAD8872837D3}" srcOrd="0" destOrd="0" presId="urn:microsoft.com/office/officeart/2018/2/layout/IconLabelDescriptionList"/>
    <dgm:cxn modelId="{BDF4CB78-8CAE-4A7B-9340-3FBE7D5AC405}" type="presParOf" srcId="{92866F89-A903-456F-A026-BE29CA80CC30}" destId="{9EE8E80C-3945-46D4-8661-77FD0518C576}" srcOrd="1" destOrd="0" presId="urn:microsoft.com/office/officeart/2018/2/layout/IconLabelDescriptionList"/>
    <dgm:cxn modelId="{4FF414B9-A4BD-42DB-9707-FD10D5716670}" type="presParOf" srcId="{92866F89-A903-456F-A026-BE29CA80CC30}" destId="{7387EE1D-813D-4DF5-AB68-373518C5ED74}" srcOrd="2" destOrd="0" presId="urn:microsoft.com/office/officeart/2018/2/layout/IconLabelDescriptionList"/>
    <dgm:cxn modelId="{76450150-E439-4EC8-B444-AC60D9EE85FA}" type="presParOf" srcId="{92866F89-A903-456F-A026-BE29CA80CC30}" destId="{013DE884-12D0-4DDC-A5AD-A70E9F524EEA}" srcOrd="3" destOrd="0" presId="urn:microsoft.com/office/officeart/2018/2/layout/IconLabelDescriptionList"/>
    <dgm:cxn modelId="{B377FC45-E274-40EC-B5DD-3446135872BD}" type="presParOf" srcId="{92866F89-A903-456F-A026-BE29CA80CC30}" destId="{153B34C9-0826-4C93-ACA1-C25714CAAB83}" srcOrd="4" destOrd="0" presId="urn:microsoft.com/office/officeart/2018/2/layout/IconLabelDescriptionList"/>
    <dgm:cxn modelId="{019938E7-5BB5-477F-8E0A-5B4CF99B49A4}" type="presParOf" srcId="{62D6EB7A-E6CB-4CFA-985E-CDAF37E5C7FF}" destId="{277A9995-48AC-4D72-8943-B0FAF4D90811}" srcOrd="3" destOrd="0" presId="urn:microsoft.com/office/officeart/2018/2/layout/IconLabelDescriptionList"/>
    <dgm:cxn modelId="{2C888681-CABB-4702-BE28-3C42311A096B}" type="presParOf" srcId="{62D6EB7A-E6CB-4CFA-985E-CDAF37E5C7FF}" destId="{11B904FE-2F1E-450C-97E7-88563FFEF400}" srcOrd="4" destOrd="0" presId="urn:microsoft.com/office/officeart/2018/2/layout/IconLabelDescriptionList"/>
    <dgm:cxn modelId="{8E70C266-6888-491D-8067-D29B40164547}" type="presParOf" srcId="{11B904FE-2F1E-450C-97E7-88563FFEF400}" destId="{94AD588F-2889-4C5A-9104-293A5037FCB0}" srcOrd="0" destOrd="0" presId="urn:microsoft.com/office/officeart/2018/2/layout/IconLabelDescriptionList"/>
    <dgm:cxn modelId="{AA13EBF8-4A19-47F9-A1C7-B1DB9293F06F}" type="presParOf" srcId="{11B904FE-2F1E-450C-97E7-88563FFEF400}" destId="{4C4E6725-C156-44BD-82D7-A176E21C1B08}" srcOrd="1" destOrd="0" presId="urn:microsoft.com/office/officeart/2018/2/layout/IconLabelDescriptionList"/>
    <dgm:cxn modelId="{4163F77B-9CFE-47D8-9522-17AF45813F32}" type="presParOf" srcId="{11B904FE-2F1E-450C-97E7-88563FFEF400}" destId="{161D37C2-9B72-4D01-BA4E-78CB18B0EF1A}" srcOrd="2" destOrd="0" presId="urn:microsoft.com/office/officeart/2018/2/layout/IconLabelDescriptionList"/>
    <dgm:cxn modelId="{6FA20340-6467-426A-BFC1-55DD8320D929}" type="presParOf" srcId="{11B904FE-2F1E-450C-97E7-88563FFEF400}" destId="{6C5488EA-9492-4349-A379-147FDD9696A1}" srcOrd="3" destOrd="0" presId="urn:microsoft.com/office/officeart/2018/2/layout/IconLabelDescriptionList"/>
    <dgm:cxn modelId="{D81F568B-29D5-4FCA-B7A4-9C07853BD2D4}" type="presParOf" srcId="{11B904FE-2F1E-450C-97E7-88563FFEF400}" destId="{C8E91914-E203-4AD6-8AE0-5ACD4FDBEEAE}" srcOrd="4" destOrd="0" presId="urn:microsoft.com/office/officeart/2018/2/layout/IconLabelDescriptionList"/>
    <dgm:cxn modelId="{1A7858B1-BCB9-4ECB-A057-DD44E6C42598}" type="presParOf" srcId="{62D6EB7A-E6CB-4CFA-985E-CDAF37E5C7FF}" destId="{A31E67B7-15A2-40FA-B733-2B11558DCF96}" srcOrd="5" destOrd="0" presId="urn:microsoft.com/office/officeart/2018/2/layout/IconLabelDescriptionList"/>
    <dgm:cxn modelId="{67548F23-E926-48FE-AF62-B2B88A5E6DEE}" type="presParOf" srcId="{62D6EB7A-E6CB-4CFA-985E-CDAF37E5C7FF}" destId="{97E8F234-40B8-47E7-9B67-D89D452ADBCA}" srcOrd="6" destOrd="0" presId="urn:microsoft.com/office/officeart/2018/2/layout/IconLabelDescriptionList"/>
    <dgm:cxn modelId="{5A97388D-DB6B-41DE-93B2-A94CA9F2C7A7}" type="presParOf" srcId="{97E8F234-40B8-47E7-9B67-D89D452ADBCA}" destId="{B931DF8D-0E42-4512-A394-6EF7F2729875}" srcOrd="0" destOrd="0" presId="urn:microsoft.com/office/officeart/2018/2/layout/IconLabelDescriptionList"/>
    <dgm:cxn modelId="{35BC756B-FEED-4102-B607-5987CA0BD1D3}" type="presParOf" srcId="{97E8F234-40B8-47E7-9B67-D89D452ADBCA}" destId="{5D078753-B25D-47A8-8D69-138094E409CA}" srcOrd="1" destOrd="0" presId="urn:microsoft.com/office/officeart/2018/2/layout/IconLabelDescriptionList"/>
    <dgm:cxn modelId="{27D3C57B-FFC5-4B9E-9AF0-C834D8F4C347}" type="presParOf" srcId="{97E8F234-40B8-47E7-9B67-D89D452ADBCA}" destId="{8B582C3A-52E2-4783-A277-427638F96018}" srcOrd="2" destOrd="0" presId="urn:microsoft.com/office/officeart/2018/2/layout/IconLabelDescriptionList"/>
    <dgm:cxn modelId="{253506ED-5180-47BF-9C41-8A250970F798}" type="presParOf" srcId="{97E8F234-40B8-47E7-9B67-D89D452ADBCA}" destId="{040A14DF-9EBF-4AA5-885F-BDB65E5FF004}" srcOrd="3" destOrd="0" presId="urn:microsoft.com/office/officeart/2018/2/layout/IconLabelDescriptionList"/>
    <dgm:cxn modelId="{43B698F8-8696-40EF-8331-C2F8071B9AC9}" type="presParOf" srcId="{97E8F234-40B8-47E7-9B67-D89D452ADBCA}" destId="{D8747041-1A1C-4C64-8ECF-4EC78859881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BF0F9BD-B81A-4FCA-B33B-BEEC886AC13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B5CDE9-800F-4123-AB52-70930D5289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Formação de grupos</a:t>
          </a:r>
        </a:p>
      </dgm:t>
    </dgm:pt>
    <dgm:pt modelId="{9A76DF7C-6A3B-42BD-BBC7-9166482FA9A5}" type="parTrans" cxnId="{C8915DC6-1AA4-4901-9899-C0E9E9FD34C6}">
      <dgm:prSet/>
      <dgm:spPr/>
      <dgm:t>
        <a:bodyPr/>
        <a:lstStyle/>
        <a:p>
          <a:endParaRPr lang="en-US"/>
        </a:p>
      </dgm:t>
    </dgm:pt>
    <dgm:pt modelId="{AECFF742-060F-41A5-8207-64A586C7E05A}" type="sibTrans" cxnId="{C8915DC6-1AA4-4901-9899-C0E9E9FD34C6}">
      <dgm:prSet/>
      <dgm:spPr/>
      <dgm:t>
        <a:bodyPr/>
        <a:lstStyle/>
        <a:p>
          <a:endParaRPr lang="en-US"/>
        </a:p>
      </dgm:t>
    </dgm:pt>
    <dgm:pt modelId="{776BB95B-0316-4D83-A253-B39D9291C7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Criar um modelo Star Schema para o problema de negócio.</a:t>
          </a:r>
        </a:p>
      </dgm:t>
    </dgm:pt>
    <dgm:pt modelId="{223D3C79-AD67-445D-A557-F1DD1CD726E1}" type="parTrans" cxnId="{CF65C8C7-5343-4603-9141-5084B2F56071}">
      <dgm:prSet/>
      <dgm:spPr/>
      <dgm:t>
        <a:bodyPr/>
        <a:lstStyle/>
        <a:p>
          <a:endParaRPr lang="en-US"/>
        </a:p>
      </dgm:t>
    </dgm:pt>
    <dgm:pt modelId="{BD91FB14-EF30-4E1A-ACBF-7864AE915C08}" type="sibTrans" cxnId="{CF65C8C7-5343-4603-9141-5084B2F56071}">
      <dgm:prSet/>
      <dgm:spPr/>
      <dgm:t>
        <a:bodyPr/>
        <a:lstStyle/>
        <a:p>
          <a:endParaRPr lang="en-US"/>
        </a:p>
      </dgm:t>
    </dgm:pt>
    <dgm:pt modelId="{4B049424-7F8E-431C-A508-0A41BC655C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Definir Tabela Fato.</a:t>
          </a:r>
        </a:p>
      </dgm:t>
    </dgm:pt>
    <dgm:pt modelId="{7DDFE337-6878-4A95-9B19-239030947918}" type="parTrans" cxnId="{FBC7488B-CB5B-4E22-973D-B5C6FD687564}">
      <dgm:prSet/>
      <dgm:spPr/>
      <dgm:t>
        <a:bodyPr/>
        <a:lstStyle/>
        <a:p>
          <a:endParaRPr lang="en-US"/>
        </a:p>
      </dgm:t>
    </dgm:pt>
    <dgm:pt modelId="{69F3D7C2-029B-4CE0-9498-297F38A4E7FA}" type="sibTrans" cxnId="{FBC7488B-CB5B-4E22-973D-B5C6FD687564}">
      <dgm:prSet/>
      <dgm:spPr/>
      <dgm:t>
        <a:bodyPr/>
        <a:lstStyle/>
        <a:p>
          <a:endParaRPr lang="en-US"/>
        </a:p>
      </dgm:t>
    </dgm:pt>
    <dgm:pt modelId="{5D47FE6A-61A7-431B-A806-C2D8B5BADA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Identificar Tabelas Dimensão.</a:t>
          </a:r>
        </a:p>
      </dgm:t>
    </dgm:pt>
    <dgm:pt modelId="{119CBF5F-D8BC-4BB3-8C83-8A4C17893AF8}" type="parTrans" cxnId="{97B994DE-A286-4874-BFB1-508D02B55B97}">
      <dgm:prSet/>
      <dgm:spPr/>
      <dgm:t>
        <a:bodyPr/>
        <a:lstStyle/>
        <a:p>
          <a:endParaRPr lang="en-US"/>
        </a:p>
      </dgm:t>
    </dgm:pt>
    <dgm:pt modelId="{B004C43D-C5B4-444C-BE92-BDC3AB624E73}" type="sibTrans" cxnId="{97B994DE-A286-4874-BFB1-508D02B55B97}">
      <dgm:prSet/>
      <dgm:spPr/>
      <dgm:t>
        <a:bodyPr/>
        <a:lstStyle/>
        <a:p>
          <a:endParaRPr lang="en-US"/>
        </a:p>
      </dgm:t>
    </dgm:pt>
    <dgm:pt modelId="{5518ECD0-F99B-46E3-8E33-8AB67DAA67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Criar representação visual do modelo.</a:t>
          </a:r>
        </a:p>
      </dgm:t>
    </dgm:pt>
    <dgm:pt modelId="{DAB5D9AA-A669-4B9F-8F7D-7F9D70F2EEE8}" type="parTrans" cxnId="{A4282214-6065-4690-A2CB-D266D23AE4AC}">
      <dgm:prSet/>
      <dgm:spPr/>
      <dgm:t>
        <a:bodyPr/>
        <a:lstStyle/>
        <a:p>
          <a:endParaRPr lang="en-US"/>
        </a:p>
      </dgm:t>
    </dgm:pt>
    <dgm:pt modelId="{9551DE2C-8998-4451-91E5-D55717DEDC84}" type="sibTrans" cxnId="{A4282214-6065-4690-A2CB-D266D23AE4AC}">
      <dgm:prSet/>
      <dgm:spPr/>
      <dgm:t>
        <a:bodyPr/>
        <a:lstStyle/>
        <a:p>
          <a:endParaRPr lang="en-US"/>
        </a:p>
      </dgm:t>
    </dgm:pt>
    <dgm:pt modelId="{2CCCC115-8EEE-4A80-85C3-EF3B1EC0FE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Entrega: Apresentação do modelo em 5 minutos</a:t>
          </a:r>
          <a:r>
            <a:rPr lang="pt-BR"/>
            <a:t> e Upload na Sala Online.</a:t>
          </a:r>
          <a:endParaRPr lang="en-US"/>
        </a:p>
      </dgm:t>
    </dgm:pt>
    <dgm:pt modelId="{DB0D27A4-A324-4456-8344-9BFBF15EC811}" type="parTrans" cxnId="{06EA2A84-F21F-4BE2-9DC0-697410C9F32C}">
      <dgm:prSet/>
      <dgm:spPr/>
      <dgm:t>
        <a:bodyPr/>
        <a:lstStyle/>
        <a:p>
          <a:endParaRPr lang="en-US"/>
        </a:p>
      </dgm:t>
    </dgm:pt>
    <dgm:pt modelId="{3D887EDE-9B1C-4F8A-860F-507C4D3DF02C}" type="sibTrans" cxnId="{06EA2A84-F21F-4BE2-9DC0-697410C9F32C}">
      <dgm:prSet/>
      <dgm:spPr/>
      <dgm:t>
        <a:bodyPr/>
        <a:lstStyle/>
        <a:p>
          <a:endParaRPr lang="en-US"/>
        </a:p>
      </dgm:t>
    </dgm:pt>
    <dgm:pt modelId="{C840A58D-C8B0-4CF9-BAF9-79B93ADA0B62}" type="pres">
      <dgm:prSet presAssocID="{2BF0F9BD-B81A-4FCA-B33B-BEEC886AC133}" presName="root" presStyleCnt="0">
        <dgm:presLayoutVars>
          <dgm:dir/>
          <dgm:resizeHandles val="exact"/>
        </dgm:presLayoutVars>
      </dgm:prSet>
      <dgm:spPr/>
    </dgm:pt>
    <dgm:pt modelId="{4306A770-50FF-47B5-A5D3-00837A875395}" type="pres">
      <dgm:prSet presAssocID="{45B5CDE9-800F-4123-AB52-70930D5289FA}" presName="compNode" presStyleCnt="0"/>
      <dgm:spPr/>
    </dgm:pt>
    <dgm:pt modelId="{DBCEC561-89F9-4E4D-BBA9-2AE609D984E8}" type="pres">
      <dgm:prSet presAssocID="{45B5CDE9-800F-4123-AB52-70930D5289FA}" presName="bgRect" presStyleLbl="bgShp" presStyleIdx="0" presStyleCnt="3"/>
      <dgm:spPr/>
    </dgm:pt>
    <dgm:pt modelId="{121B2C94-D776-427E-BB55-A7E147DEE2B8}" type="pres">
      <dgm:prSet presAssocID="{45B5CDE9-800F-4123-AB52-70930D5289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7552A952-0732-4D3A-A678-19F7B748837B}" type="pres">
      <dgm:prSet presAssocID="{45B5CDE9-800F-4123-AB52-70930D5289FA}" presName="spaceRect" presStyleCnt="0"/>
      <dgm:spPr/>
    </dgm:pt>
    <dgm:pt modelId="{E9D8D894-4D8A-4A9C-941E-3C31120CD7F2}" type="pres">
      <dgm:prSet presAssocID="{45B5CDE9-800F-4123-AB52-70930D5289FA}" presName="parTx" presStyleLbl="revTx" presStyleIdx="0" presStyleCnt="4">
        <dgm:presLayoutVars>
          <dgm:chMax val="0"/>
          <dgm:chPref val="0"/>
        </dgm:presLayoutVars>
      </dgm:prSet>
      <dgm:spPr/>
    </dgm:pt>
    <dgm:pt modelId="{1EF91F86-B630-44C7-90E2-41CFD3AD191F}" type="pres">
      <dgm:prSet presAssocID="{AECFF742-060F-41A5-8207-64A586C7E05A}" presName="sibTrans" presStyleCnt="0"/>
      <dgm:spPr/>
    </dgm:pt>
    <dgm:pt modelId="{72766B3C-2ECE-4D96-A7E9-C75187AFDE03}" type="pres">
      <dgm:prSet presAssocID="{776BB95B-0316-4D83-A253-B39D9291C712}" presName="compNode" presStyleCnt="0"/>
      <dgm:spPr/>
    </dgm:pt>
    <dgm:pt modelId="{19132003-AF49-406A-90E1-1EAFBBADB415}" type="pres">
      <dgm:prSet presAssocID="{776BB95B-0316-4D83-A253-B39D9291C712}" presName="bgRect" presStyleLbl="bgShp" presStyleIdx="1" presStyleCnt="3"/>
      <dgm:spPr/>
    </dgm:pt>
    <dgm:pt modelId="{F00CD8C6-6FC2-4A6B-BC5F-003420CDF551}" type="pres">
      <dgm:prSet presAssocID="{776BB95B-0316-4D83-A253-B39D9291C71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9F728486-6009-4C38-BB67-43206F917480}" type="pres">
      <dgm:prSet presAssocID="{776BB95B-0316-4D83-A253-B39D9291C712}" presName="spaceRect" presStyleCnt="0"/>
      <dgm:spPr/>
    </dgm:pt>
    <dgm:pt modelId="{AC84CF44-1B24-4C0A-8791-9C04BC518C42}" type="pres">
      <dgm:prSet presAssocID="{776BB95B-0316-4D83-A253-B39D9291C712}" presName="parTx" presStyleLbl="revTx" presStyleIdx="1" presStyleCnt="4">
        <dgm:presLayoutVars>
          <dgm:chMax val="0"/>
          <dgm:chPref val="0"/>
        </dgm:presLayoutVars>
      </dgm:prSet>
      <dgm:spPr/>
    </dgm:pt>
    <dgm:pt modelId="{AB6E9650-801A-4F86-8807-BB1F3CCC27E0}" type="pres">
      <dgm:prSet presAssocID="{776BB95B-0316-4D83-A253-B39D9291C712}" presName="desTx" presStyleLbl="revTx" presStyleIdx="2" presStyleCnt="4">
        <dgm:presLayoutVars/>
      </dgm:prSet>
      <dgm:spPr/>
    </dgm:pt>
    <dgm:pt modelId="{2D68601D-37B3-45E7-9CC1-0B669A5E6412}" type="pres">
      <dgm:prSet presAssocID="{BD91FB14-EF30-4E1A-ACBF-7864AE915C08}" presName="sibTrans" presStyleCnt="0"/>
      <dgm:spPr/>
    </dgm:pt>
    <dgm:pt modelId="{CEE56C4D-FD4B-4954-A9F7-99B7386A5B1A}" type="pres">
      <dgm:prSet presAssocID="{2CCCC115-8EEE-4A80-85C3-EF3B1EC0FE18}" presName="compNode" presStyleCnt="0"/>
      <dgm:spPr/>
    </dgm:pt>
    <dgm:pt modelId="{C4E29C0D-D799-47FE-ABD5-664F3ABD7E3B}" type="pres">
      <dgm:prSet presAssocID="{2CCCC115-8EEE-4A80-85C3-EF3B1EC0FE18}" presName="bgRect" presStyleLbl="bgShp" presStyleIdx="2" presStyleCnt="3"/>
      <dgm:spPr/>
    </dgm:pt>
    <dgm:pt modelId="{5F012E10-0D29-491B-AA9B-C03DEDE3FFE4}" type="pres">
      <dgm:prSet presAssocID="{2CCCC115-8EEE-4A80-85C3-EF3B1EC0FE1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uise Ship"/>
        </a:ext>
      </dgm:extLst>
    </dgm:pt>
    <dgm:pt modelId="{B925AEF8-56BD-4CB5-9E99-889CF1B01366}" type="pres">
      <dgm:prSet presAssocID="{2CCCC115-8EEE-4A80-85C3-EF3B1EC0FE18}" presName="spaceRect" presStyleCnt="0"/>
      <dgm:spPr/>
    </dgm:pt>
    <dgm:pt modelId="{05016D29-7A94-48B1-9B45-9FC906DB0BB4}" type="pres">
      <dgm:prSet presAssocID="{2CCCC115-8EEE-4A80-85C3-EF3B1EC0FE1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4282214-6065-4690-A2CB-D266D23AE4AC}" srcId="{776BB95B-0316-4D83-A253-B39D9291C712}" destId="{5518ECD0-F99B-46E3-8E33-8AB67DAA67E3}" srcOrd="2" destOrd="0" parTransId="{DAB5D9AA-A669-4B9F-8F7D-7F9D70F2EEE8}" sibTransId="{9551DE2C-8998-4451-91E5-D55717DEDC84}"/>
    <dgm:cxn modelId="{AD5AB25F-85BF-459C-B5EB-0E158F710899}" type="presOf" srcId="{2CCCC115-8EEE-4A80-85C3-EF3B1EC0FE18}" destId="{05016D29-7A94-48B1-9B45-9FC906DB0BB4}" srcOrd="0" destOrd="0" presId="urn:microsoft.com/office/officeart/2018/2/layout/IconVerticalSolidList"/>
    <dgm:cxn modelId="{82D66D61-024C-4D41-A0BE-25567C616BDD}" type="presOf" srcId="{5518ECD0-F99B-46E3-8E33-8AB67DAA67E3}" destId="{AB6E9650-801A-4F86-8807-BB1F3CCC27E0}" srcOrd="0" destOrd="2" presId="urn:microsoft.com/office/officeart/2018/2/layout/IconVerticalSolidList"/>
    <dgm:cxn modelId="{35E2824E-90E4-4FEB-BBC2-6E623087E757}" type="presOf" srcId="{45B5CDE9-800F-4123-AB52-70930D5289FA}" destId="{E9D8D894-4D8A-4A9C-941E-3C31120CD7F2}" srcOrd="0" destOrd="0" presId="urn:microsoft.com/office/officeart/2018/2/layout/IconVerticalSolidList"/>
    <dgm:cxn modelId="{06EA2A84-F21F-4BE2-9DC0-697410C9F32C}" srcId="{2BF0F9BD-B81A-4FCA-B33B-BEEC886AC133}" destId="{2CCCC115-8EEE-4A80-85C3-EF3B1EC0FE18}" srcOrd="2" destOrd="0" parTransId="{DB0D27A4-A324-4456-8344-9BFBF15EC811}" sibTransId="{3D887EDE-9B1C-4F8A-860F-507C4D3DF02C}"/>
    <dgm:cxn modelId="{FBC7488B-CB5B-4E22-973D-B5C6FD687564}" srcId="{776BB95B-0316-4D83-A253-B39D9291C712}" destId="{4B049424-7F8E-431C-A508-0A41BC655C2A}" srcOrd="0" destOrd="0" parTransId="{7DDFE337-6878-4A95-9B19-239030947918}" sibTransId="{69F3D7C2-029B-4CE0-9498-297F38A4E7FA}"/>
    <dgm:cxn modelId="{4D1A77A4-E2F5-465B-BC64-089749955AA9}" type="presOf" srcId="{4B049424-7F8E-431C-A508-0A41BC655C2A}" destId="{AB6E9650-801A-4F86-8807-BB1F3CCC27E0}" srcOrd="0" destOrd="0" presId="urn:microsoft.com/office/officeart/2018/2/layout/IconVerticalSolidList"/>
    <dgm:cxn modelId="{F123BCB5-EF5F-444B-88FB-1D3693BF6E69}" type="presOf" srcId="{5D47FE6A-61A7-431B-A806-C2D8B5BADA31}" destId="{AB6E9650-801A-4F86-8807-BB1F3CCC27E0}" srcOrd="0" destOrd="1" presId="urn:microsoft.com/office/officeart/2018/2/layout/IconVerticalSolidList"/>
    <dgm:cxn modelId="{C8915DC6-1AA4-4901-9899-C0E9E9FD34C6}" srcId="{2BF0F9BD-B81A-4FCA-B33B-BEEC886AC133}" destId="{45B5CDE9-800F-4123-AB52-70930D5289FA}" srcOrd="0" destOrd="0" parTransId="{9A76DF7C-6A3B-42BD-BBC7-9166482FA9A5}" sibTransId="{AECFF742-060F-41A5-8207-64A586C7E05A}"/>
    <dgm:cxn modelId="{D916B1C7-F833-4039-A400-BC9A9080680A}" type="presOf" srcId="{776BB95B-0316-4D83-A253-B39D9291C712}" destId="{AC84CF44-1B24-4C0A-8791-9C04BC518C42}" srcOrd="0" destOrd="0" presId="urn:microsoft.com/office/officeart/2018/2/layout/IconVerticalSolidList"/>
    <dgm:cxn modelId="{CF65C8C7-5343-4603-9141-5084B2F56071}" srcId="{2BF0F9BD-B81A-4FCA-B33B-BEEC886AC133}" destId="{776BB95B-0316-4D83-A253-B39D9291C712}" srcOrd="1" destOrd="0" parTransId="{223D3C79-AD67-445D-A557-F1DD1CD726E1}" sibTransId="{BD91FB14-EF30-4E1A-ACBF-7864AE915C08}"/>
    <dgm:cxn modelId="{74DBBBC9-F4BB-4AD0-A170-16F8D5128C08}" type="presOf" srcId="{2BF0F9BD-B81A-4FCA-B33B-BEEC886AC133}" destId="{C840A58D-C8B0-4CF9-BAF9-79B93ADA0B62}" srcOrd="0" destOrd="0" presId="urn:microsoft.com/office/officeart/2018/2/layout/IconVerticalSolidList"/>
    <dgm:cxn modelId="{97B994DE-A286-4874-BFB1-508D02B55B97}" srcId="{776BB95B-0316-4D83-A253-B39D9291C712}" destId="{5D47FE6A-61A7-431B-A806-C2D8B5BADA31}" srcOrd="1" destOrd="0" parTransId="{119CBF5F-D8BC-4BB3-8C83-8A4C17893AF8}" sibTransId="{B004C43D-C5B4-444C-BE92-BDC3AB624E73}"/>
    <dgm:cxn modelId="{FA9D2E3A-115C-4FC2-BD6B-9435B69C714E}" type="presParOf" srcId="{C840A58D-C8B0-4CF9-BAF9-79B93ADA0B62}" destId="{4306A770-50FF-47B5-A5D3-00837A875395}" srcOrd="0" destOrd="0" presId="urn:microsoft.com/office/officeart/2018/2/layout/IconVerticalSolidList"/>
    <dgm:cxn modelId="{8983D52E-1D3C-479B-9A79-B23BE1C46A34}" type="presParOf" srcId="{4306A770-50FF-47B5-A5D3-00837A875395}" destId="{DBCEC561-89F9-4E4D-BBA9-2AE609D984E8}" srcOrd="0" destOrd="0" presId="urn:microsoft.com/office/officeart/2018/2/layout/IconVerticalSolidList"/>
    <dgm:cxn modelId="{27638242-4E32-4FB4-B089-5FC6F459F90D}" type="presParOf" srcId="{4306A770-50FF-47B5-A5D3-00837A875395}" destId="{121B2C94-D776-427E-BB55-A7E147DEE2B8}" srcOrd="1" destOrd="0" presId="urn:microsoft.com/office/officeart/2018/2/layout/IconVerticalSolidList"/>
    <dgm:cxn modelId="{499DA676-E02F-475C-B7A2-F48298DB6995}" type="presParOf" srcId="{4306A770-50FF-47B5-A5D3-00837A875395}" destId="{7552A952-0732-4D3A-A678-19F7B748837B}" srcOrd="2" destOrd="0" presId="urn:microsoft.com/office/officeart/2018/2/layout/IconVerticalSolidList"/>
    <dgm:cxn modelId="{5FC2F23F-52CD-41CE-A504-B3B49FF1FCEF}" type="presParOf" srcId="{4306A770-50FF-47B5-A5D3-00837A875395}" destId="{E9D8D894-4D8A-4A9C-941E-3C31120CD7F2}" srcOrd="3" destOrd="0" presId="urn:microsoft.com/office/officeart/2018/2/layout/IconVerticalSolidList"/>
    <dgm:cxn modelId="{DE7339CC-5AAA-42B8-957C-26EC79C13C2E}" type="presParOf" srcId="{C840A58D-C8B0-4CF9-BAF9-79B93ADA0B62}" destId="{1EF91F86-B630-44C7-90E2-41CFD3AD191F}" srcOrd="1" destOrd="0" presId="urn:microsoft.com/office/officeart/2018/2/layout/IconVerticalSolidList"/>
    <dgm:cxn modelId="{F6E4AFBE-AB9A-40A3-A484-8B654B5DA441}" type="presParOf" srcId="{C840A58D-C8B0-4CF9-BAF9-79B93ADA0B62}" destId="{72766B3C-2ECE-4D96-A7E9-C75187AFDE03}" srcOrd="2" destOrd="0" presId="urn:microsoft.com/office/officeart/2018/2/layout/IconVerticalSolidList"/>
    <dgm:cxn modelId="{60C2D3D0-DB77-4644-8118-D1354A9B72B0}" type="presParOf" srcId="{72766B3C-2ECE-4D96-A7E9-C75187AFDE03}" destId="{19132003-AF49-406A-90E1-1EAFBBADB415}" srcOrd="0" destOrd="0" presId="urn:microsoft.com/office/officeart/2018/2/layout/IconVerticalSolidList"/>
    <dgm:cxn modelId="{6A846A33-FAFD-4FDD-9F03-2C4766A9D263}" type="presParOf" srcId="{72766B3C-2ECE-4D96-A7E9-C75187AFDE03}" destId="{F00CD8C6-6FC2-4A6B-BC5F-003420CDF551}" srcOrd="1" destOrd="0" presId="urn:microsoft.com/office/officeart/2018/2/layout/IconVerticalSolidList"/>
    <dgm:cxn modelId="{797D3AF3-9B95-4091-A124-3C75D93E037F}" type="presParOf" srcId="{72766B3C-2ECE-4D96-A7E9-C75187AFDE03}" destId="{9F728486-6009-4C38-BB67-43206F917480}" srcOrd="2" destOrd="0" presId="urn:microsoft.com/office/officeart/2018/2/layout/IconVerticalSolidList"/>
    <dgm:cxn modelId="{37B51C6C-B397-45E6-A30E-4509BD6BF4D8}" type="presParOf" srcId="{72766B3C-2ECE-4D96-A7E9-C75187AFDE03}" destId="{AC84CF44-1B24-4C0A-8791-9C04BC518C42}" srcOrd="3" destOrd="0" presId="urn:microsoft.com/office/officeart/2018/2/layout/IconVerticalSolidList"/>
    <dgm:cxn modelId="{BDC61562-7525-4719-B8D0-E8E23269B59E}" type="presParOf" srcId="{72766B3C-2ECE-4D96-A7E9-C75187AFDE03}" destId="{AB6E9650-801A-4F86-8807-BB1F3CCC27E0}" srcOrd="4" destOrd="0" presId="urn:microsoft.com/office/officeart/2018/2/layout/IconVerticalSolidList"/>
    <dgm:cxn modelId="{84F9FF1E-547E-416D-95FD-2F0CAEB9CD9F}" type="presParOf" srcId="{C840A58D-C8B0-4CF9-BAF9-79B93ADA0B62}" destId="{2D68601D-37B3-45E7-9CC1-0B669A5E6412}" srcOrd="3" destOrd="0" presId="urn:microsoft.com/office/officeart/2018/2/layout/IconVerticalSolidList"/>
    <dgm:cxn modelId="{8660C4C4-FEE9-4F4B-B2DB-6461684D2D9E}" type="presParOf" srcId="{C840A58D-C8B0-4CF9-BAF9-79B93ADA0B62}" destId="{CEE56C4D-FD4B-4954-A9F7-99B7386A5B1A}" srcOrd="4" destOrd="0" presId="urn:microsoft.com/office/officeart/2018/2/layout/IconVerticalSolidList"/>
    <dgm:cxn modelId="{9409EAC3-20E8-4C52-B3B4-77A614C744AA}" type="presParOf" srcId="{CEE56C4D-FD4B-4954-A9F7-99B7386A5B1A}" destId="{C4E29C0D-D799-47FE-ABD5-664F3ABD7E3B}" srcOrd="0" destOrd="0" presId="urn:microsoft.com/office/officeart/2018/2/layout/IconVerticalSolidList"/>
    <dgm:cxn modelId="{64C2815A-E649-45DA-A849-97AF8D6C5D05}" type="presParOf" srcId="{CEE56C4D-FD4B-4954-A9F7-99B7386A5B1A}" destId="{5F012E10-0D29-491B-AA9B-C03DEDE3FFE4}" srcOrd="1" destOrd="0" presId="urn:microsoft.com/office/officeart/2018/2/layout/IconVerticalSolidList"/>
    <dgm:cxn modelId="{001ABC55-BDBA-463F-810D-83EA03B4EB69}" type="presParOf" srcId="{CEE56C4D-FD4B-4954-A9F7-99B7386A5B1A}" destId="{B925AEF8-56BD-4CB5-9E99-889CF1B01366}" srcOrd="2" destOrd="0" presId="urn:microsoft.com/office/officeart/2018/2/layout/IconVerticalSolidList"/>
    <dgm:cxn modelId="{6BC669F7-2B60-48D7-B736-7F82E0A253CB}" type="presParOf" srcId="{CEE56C4D-FD4B-4954-A9F7-99B7386A5B1A}" destId="{05016D29-7A94-48B1-9B45-9FC906DB0B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C4166F0-398E-481D-AAD3-8EE103C3C30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1F0F4AC-093D-4319-8762-0C4CAE6B99B6}">
      <dgm:prSet/>
      <dgm:spPr/>
      <dgm:t>
        <a:bodyPr/>
        <a:lstStyle/>
        <a:p>
          <a:r>
            <a:rPr lang="en-US"/>
            <a:t>Parte Interessada: Loja online de eletrônicos.</a:t>
          </a:r>
        </a:p>
      </dgm:t>
    </dgm:pt>
    <dgm:pt modelId="{CABD632C-02C5-4650-BFA0-96AD2D4BE88F}" type="parTrans" cxnId="{FAC50370-910B-47C2-96FA-D80E06D6BF36}">
      <dgm:prSet/>
      <dgm:spPr/>
      <dgm:t>
        <a:bodyPr/>
        <a:lstStyle/>
        <a:p>
          <a:endParaRPr lang="en-US"/>
        </a:p>
      </dgm:t>
    </dgm:pt>
    <dgm:pt modelId="{2AE490A9-7543-47E3-A3E1-C2375A28EC30}" type="sibTrans" cxnId="{FAC50370-910B-47C2-96FA-D80E06D6BF36}">
      <dgm:prSet/>
      <dgm:spPr/>
      <dgm:t>
        <a:bodyPr/>
        <a:lstStyle/>
        <a:p>
          <a:endParaRPr lang="en-US"/>
        </a:p>
      </dgm:t>
    </dgm:pt>
    <dgm:pt modelId="{301BD836-8427-4DCF-8084-DE33E147C628}">
      <dgm:prSet/>
      <dgm:spPr/>
      <dgm:t>
        <a:bodyPr/>
        <a:lstStyle/>
        <a:p>
          <a:r>
            <a:rPr lang="en-US"/>
            <a:t>Problema: Entender padrões de compra dos clientes.</a:t>
          </a:r>
        </a:p>
      </dgm:t>
    </dgm:pt>
    <dgm:pt modelId="{A22D6293-4F34-47A7-A206-2A4920BDE840}" type="parTrans" cxnId="{523199E9-B789-4114-A0C7-08D6FEBCE40F}">
      <dgm:prSet/>
      <dgm:spPr/>
      <dgm:t>
        <a:bodyPr/>
        <a:lstStyle/>
        <a:p>
          <a:endParaRPr lang="en-US"/>
        </a:p>
      </dgm:t>
    </dgm:pt>
    <dgm:pt modelId="{1A23462F-865D-4A03-A53B-CBB3B2C24B49}" type="sibTrans" cxnId="{523199E9-B789-4114-A0C7-08D6FEBCE40F}">
      <dgm:prSet/>
      <dgm:spPr/>
      <dgm:t>
        <a:bodyPr/>
        <a:lstStyle/>
        <a:p>
          <a:endParaRPr lang="en-US"/>
        </a:p>
      </dgm:t>
    </dgm:pt>
    <dgm:pt modelId="{D1B56908-E1A8-4B15-8864-7F433AB94D6B}">
      <dgm:prSet/>
      <dgm:spPr/>
      <dgm:t>
        <a:bodyPr/>
        <a:lstStyle/>
        <a:p>
          <a:r>
            <a:rPr lang="en-US"/>
            <a:t>Tabela Fato: Pedidos realizados.</a:t>
          </a:r>
        </a:p>
      </dgm:t>
    </dgm:pt>
    <dgm:pt modelId="{31157CA3-1461-4682-8968-FCA649977D1D}" type="parTrans" cxnId="{4C186C0E-CB27-4294-A705-709FCB430144}">
      <dgm:prSet/>
      <dgm:spPr/>
      <dgm:t>
        <a:bodyPr/>
        <a:lstStyle/>
        <a:p>
          <a:endParaRPr lang="en-US"/>
        </a:p>
      </dgm:t>
    </dgm:pt>
    <dgm:pt modelId="{A3D4FAF7-6118-4377-816E-113BE27F30DD}" type="sibTrans" cxnId="{4C186C0E-CB27-4294-A705-709FCB430144}">
      <dgm:prSet/>
      <dgm:spPr/>
      <dgm:t>
        <a:bodyPr/>
        <a:lstStyle/>
        <a:p>
          <a:endParaRPr lang="en-US"/>
        </a:p>
      </dgm:t>
    </dgm:pt>
    <dgm:pt modelId="{6FE1FB47-312B-4AA1-8CE1-7A0B0ADCBD6B}">
      <dgm:prSet/>
      <dgm:spPr/>
      <dgm:t>
        <a:bodyPr/>
        <a:lstStyle/>
        <a:p>
          <a:r>
            <a:rPr lang="en-US"/>
            <a:t>Tabelas Dimensão: Cliente, Produto, Tempo, Forma de Pagamento.</a:t>
          </a:r>
        </a:p>
      </dgm:t>
    </dgm:pt>
    <dgm:pt modelId="{835BF8AD-7756-4DC0-AD5C-C0FFD1A506BE}" type="parTrans" cxnId="{104E6EE9-5029-4BCC-949D-64B3FB5E6368}">
      <dgm:prSet/>
      <dgm:spPr/>
      <dgm:t>
        <a:bodyPr/>
        <a:lstStyle/>
        <a:p>
          <a:endParaRPr lang="en-US"/>
        </a:p>
      </dgm:t>
    </dgm:pt>
    <dgm:pt modelId="{5962D7C0-17CD-493B-85B1-FADF0221ED68}" type="sibTrans" cxnId="{104E6EE9-5029-4BCC-949D-64B3FB5E6368}">
      <dgm:prSet/>
      <dgm:spPr/>
      <dgm:t>
        <a:bodyPr/>
        <a:lstStyle/>
        <a:p>
          <a:endParaRPr lang="en-US"/>
        </a:p>
      </dgm:t>
    </dgm:pt>
    <dgm:pt modelId="{07B2C1E3-5C42-4B64-B3A9-F41E7F13D4DD}" type="pres">
      <dgm:prSet presAssocID="{0C4166F0-398E-481D-AAD3-8EE103C3C30B}" presName="root" presStyleCnt="0">
        <dgm:presLayoutVars>
          <dgm:dir/>
          <dgm:resizeHandles val="exact"/>
        </dgm:presLayoutVars>
      </dgm:prSet>
      <dgm:spPr/>
    </dgm:pt>
    <dgm:pt modelId="{15C59021-C111-49C2-AD72-F67403349D3E}" type="pres">
      <dgm:prSet presAssocID="{D1F0F4AC-093D-4319-8762-0C4CAE6B99B6}" presName="compNode" presStyleCnt="0"/>
      <dgm:spPr/>
    </dgm:pt>
    <dgm:pt modelId="{2F1C30D0-2AFA-419D-AF38-4ABE048F5EF7}" type="pres">
      <dgm:prSet presAssocID="{D1F0F4AC-093D-4319-8762-0C4CAE6B99B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16213914-D778-453A-8B6A-0BACAAD2B928}" type="pres">
      <dgm:prSet presAssocID="{D1F0F4AC-093D-4319-8762-0C4CAE6B99B6}" presName="spaceRect" presStyleCnt="0"/>
      <dgm:spPr/>
    </dgm:pt>
    <dgm:pt modelId="{4E684F3A-09EF-4EEB-BD82-634297D0DDE3}" type="pres">
      <dgm:prSet presAssocID="{D1F0F4AC-093D-4319-8762-0C4CAE6B99B6}" presName="textRect" presStyleLbl="revTx" presStyleIdx="0" presStyleCnt="4">
        <dgm:presLayoutVars>
          <dgm:chMax val="1"/>
          <dgm:chPref val="1"/>
        </dgm:presLayoutVars>
      </dgm:prSet>
      <dgm:spPr/>
    </dgm:pt>
    <dgm:pt modelId="{D3A14603-D17D-4C66-A53A-AD5783D97655}" type="pres">
      <dgm:prSet presAssocID="{2AE490A9-7543-47E3-A3E1-C2375A28EC30}" presName="sibTrans" presStyleCnt="0"/>
      <dgm:spPr/>
    </dgm:pt>
    <dgm:pt modelId="{7A067ED9-245F-400C-93B6-86F3B62B5458}" type="pres">
      <dgm:prSet presAssocID="{301BD836-8427-4DCF-8084-DE33E147C628}" presName="compNode" presStyleCnt="0"/>
      <dgm:spPr/>
    </dgm:pt>
    <dgm:pt modelId="{FADA3174-D9F6-4F1D-89DA-588D40B9DD8A}" type="pres">
      <dgm:prSet presAssocID="{301BD836-8427-4DCF-8084-DE33E147C6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356EE4E-16D7-4F4F-A0CA-E76353A96FB2}" type="pres">
      <dgm:prSet presAssocID="{301BD836-8427-4DCF-8084-DE33E147C628}" presName="spaceRect" presStyleCnt="0"/>
      <dgm:spPr/>
    </dgm:pt>
    <dgm:pt modelId="{6A8A13F0-EF74-424A-822A-593FC838FA52}" type="pres">
      <dgm:prSet presAssocID="{301BD836-8427-4DCF-8084-DE33E147C628}" presName="textRect" presStyleLbl="revTx" presStyleIdx="1" presStyleCnt="4">
        <dgm:presLayoutVars>
          <dgm:chMax val="1"/>
          <dgm:chPref val="1"/>
        </dgm:presLayoutVars>
      </dgm:prSet>
      <dgm:spPr/>
    </dgm:pt>
    <dgm:pt modelId="{ECEAC852-492C-474A-864E-7DF92CC7FD83}" type="pres">
      <dgm:prSet presAssocID="{1A23462F-865D-4A03-A53B-CBB3B2C24B49}" presName="sibTrans" presStyleCnt="0"/>
      <dgm:spPr/>
    </dgm:pt>
    <dgm:pt modelId="{490356C8-3C7D-4C56-A7DC-23A723D14248}" type="pres">
      <dgm:prSet presAssocID="{D1B56908-E1A8-4B15-8864-7F433AB94D6B}" presName="compNode" presStyleCnt="0"/>
      <dgm:spPr/>
    </dgm:pt>
    <dgm:pt modelId="{A286D222-1710-44E7-A59C-9B9A68DF3D30}" type="pres">
      <dgm:prSet presAssocID="{D1B56908-E1A8-4B15-8864-7F433AB94D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A77411C4-7401-474A-909B-9B54E67591B8}" type="pres">
      <dgm:prSet presAssocID="{D1B56908-E1A8-4B15-8864-7F433AB94D6B}" presName="spaceRect" presStyleCnt="0"/>
      <dgm:spPr/>
    </dgm:pt>
    <dgm:pt modelId="{9BE86D47-7983-416B-A422-6507E74995C1}" type="pres">
      <dgm:prSet presAssocID="{D1B56908-E1A8-4B15-8864-7F433AB94D6B}" presName="textRect" presStyleLbl="revTx" presStyleIdx="2" presStyleCnt="4">
        <dgm:presLayoutVars>
          <dgm:chMax val="1"/>
          <dgm:chPref val="1"/>
        </dgm:presLayoutVars>
      </dgm:prSet>
      <dgm:spPr/>
    </dgm:pt>
    <dgm:pt modelId="{57DB6892-BD05-4338-B009-F302B0F5C741}" type="pres">
      <dgm:prSet presAssocID="{A3D4FAF7-6118-4377-816E-113BE27F30DD}" presName="sibTrans" presStyleCnt="0"/>
      <dgm:spPr/>
    </dgm:pt>
    <dgm:pt modelId="{8E388E09-ACAB-48A0-8347-FB4633705B88}" type="pres">
      <dgm:prSet presAssocID="{6FE1FB47-312B-4AA1-8CE1-7A0B0ADCBD6B}" presName="compNode" presStyleCnt="0"/>
      <dgm:spPr/>
    </dgm:pt>
    <dgm:pt modelId="{60C037B4-6986-49C4-B860-C87B09FE1F24}" type="pres">
      <dgm:prSet presAssocID="{6FE1FB47-312B-4AA1-8CE1-7A0B0ADCBD6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86C46E5F-F373-4AE5-8396-DB7F9AE6AA44}" type="pres">
      <dgm:prSet presAssocID="{6FE1FB47-312B-4AA1-8CE1-7A0B0ADCBD6B}" presName="spaceRect" presStyleCnt="0"/>
      <dgm:spPr/>
    </dgm:pt>
    <dgm:pt modelId="{00FA5ABC-670D-4BE8-91D1-2060D343FCF0}" type="pres">
      <dgm:prSet presAssocID="{6FE1FB47-312B-4AA1-8CE1-7A0B0ADCBD6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C186C0E-CB27-4294-A705-709FCB430144}" srcId="{0C4166F0-398E-481D-AAD3-8EE103C3C30B}" destId="{D1B56908-E1A8-4B15-8864-7F433AB94D6B}" srcOrd="2" destOrd="0" parTransId="{31157CA3-1461-4682-8968-FCA649977D1D}" sibTransId="{A3D4FAF7-6118-4377-816E-113BE27F30DD}"/>
    <dgm:cxn modelId="{6C0B674B-CEDA-4A7E-9866-950325532741}" type="presOf" srcId="{301BD836-8427-4DCF-8084-DE33E147C628}" destId="{6A8A13F0-EF74-424A-822A-593FC838FA52}" srcOrd="0" destOrd="0" presId="urn:microsoft.com/office/officeart/2018/2/layout/IconLabelList"/>
    <dgm:cxn modelId="{FAC50370-910B-47C2-96FA-D80E06D6BF36}" srcId="{0C4166F0-398E-481D-AAD3-8EE103C3C30B}" destId="{D1F0F4AC-093D-4319-8762-0C4CAE6B99B6}" srcOrd="0" destOrd="0" parTransId="{CABD632C-02C5-4650-BFA0-96AD2D4BE88F}" sibTransId="{2AE490A9-7543-47E3-A3E1-C2375A28EC30}"/>
    <dgm:cxn modelId="{5F154FAE-D15B-4154-88DE-DFB3F05AD687}" type="presOf" srcId="{D1F0F4AC-093D-4319-8762-0C4CAE6B99B6}" destId="{4E684F3A-09EF-4EEB-BD82-634297D0DDE3}" srcOrd="0" destOrd="0" presId="urn:microsoft.com/office/officeart/2018/2/layout/IconLabelList"/>
    <dgm:cxn modelId="{9866E3BC-BAF6-4542-99D7-617FED563035}" type="presOf" srcId="{D1B56908-E1A8-4B15-8864-7F433AB94D6B}" destId="{9BE86D47-7983-416B-A422-6507E74995C1}" srcOrd="0" destOrd="0" presId="urn:microsoft.com/office/officeart/2018/2/layout/IconLabelList"/>
    <dgm:cxn modelId="{F08CF4C6-DC07-4AD4-A724-F87626EACF36}" type="presOf" srcId="{0C4166F0-398E-481D-AAD3-8EE103C3C30B}" destId="{07B2C1E3-5C42-4B64-B3A9-F41E7F13D4DD}" srcOrd="0" destOrd="0" presId="urn:microsoft.com/office/officeart/2018/2/layout/IconLabelList"/>
    <dgm:cxn modelId="{3030A3D9-6B89-408D-AEA7-1CFAF1826367}" type="presOf" srcId="{6FE1FB47-312B-4AA1-8CE1-7A0B0ADCBD6B}" destId="{00FA5ABC-670D-4BE8-91D1-2060D343FCF0}" srcOrd="0" destOrd="0" presId="urn:microsoft.com/office/officeart/2018/2/layout/IconLabelList"/>
    <dgm:cxn modelId="{104E6EE9-5029-4BCC-949D-64B3FB5E6368}" srcId="{0C4166F0-398E-481D-AAD3-8EE103C3C30B}" destId="{6FE1FB47-312B-4AA1-8CE1-7A0B0ADCBD6B}" srcOrd="3" destOrd="0" parTransId="{835BF8AD-7756-4DC0-AD5C-C0FFD1A506BE}" sibTransId="{5962D7C0-17CD-493B-85B1-FADF0221ED68}"/>
    <dgm:cxn modelId="{523199E9-B789-4114-A0C7-08D6FEBCE40F}" srcId="{0C4166F0-398E-481D-AAD3-8EE103C3C30B}" destId="{301BD836-8427-4DCF-8084-DE33E147C628}" srcOrd="1" destOrd="0" parTransId="{A22D6293-4F34-47A7-A206-2A4920BDE840}" sibTransId="{1A23462F-865D-4A03-A53B-CBB3B2C24B49}"/>
    <dgm:cxn modelId="{1279A2B5-0A46-42A9-870F-DF2AFB5F554F}" type="presParOf" srcId="{07B2C1E3-5C42-4B64-B3A9-F41E7F13D4DD}" destId="{15C59021-C111-49C2-AD72-F67403349D3E}" srcOrd="0" destOrd="0" presId="urn:microsoft.com/office/officeart/2018/2/layout/IconLabelList"/>
    <dgm:cxn modelId="{88C09561-CAA0-4373-AB05-B74B92D2234C}" type="presParOf" srcId="{15C59021-C111-49C2-AD72-F67403349D3E}" destId="{2F1C30D0-2AFA-419D-AF38-4ABE048F5EF7}" srcOrd="0" destOrd="0" presId="urn:microsoft.com/office/officeart/2018/2/layout/IconLabelList"/>
    <dgm:cxn modelId="{2E28C811-F79F-4911-BB0D-1FA94207C416}" type="presParOf" srcId="{15C59021-C111-49C2-AD72-F67403349D3E}" destId="{16213914-D778-453A-8B6A-0BACAAD2B928}" srcOrd="1" destOrd="0" presId="urn:microsoft.com/office/officeart/2018/2/layout/IconLabelList"/>
    <dgm:cxn modelId="{967AD9AF-D3BC-4A5B-93CE-9377D9851812}" type="presParOf" srcId="{15C59021-C111-49C2-AD72-F67403349D3E}" destId="{4E684F3A-09EF-4EEB-BD82-634297D0DDE3}" srcOrd="2" destOrd="0" presId="urn:microsoft.com/office/officeart/2018/2/layout/IconLabelList"/>
    <dgm:cxn modelId="{B739E8CB-390C-424A-81AE-1865621D91A5}" type="presParOf" srcId="{07B2C1E3-5C42-4B64-B3A9-F41E7F13D4DD}" destId="{D3A14603-D17D-4C66-A53A-AD5783D97655}" srcOrd="1" destOrd="0" presId="urn:microsoft.com/office/officeart/2018/2/layout/IconLabelList"/>
    <dgm:cxn modelId="{C9E5AB74-F932-46F0-AF0F-A5B68441C068}" type="presParOf" srcId="{07B2C1E3-5C42-4B64-B3A9-F41E7F13D4DD}" destId="{7A067ED9-245F-400C-93B6-86F3B62B5458}" srcOrd="2" destOrd="0" presId="urn:microsoft.com/office/officeart/2018/2/layout/IconLabelList"/>
    <dgm:cxn modelId="{6760978C-74D0-4C36-8D86-636EA1434184}" type="presParOf" srcId="{7A067ED9-245F-400C-93B6-86F3B62B5458}" destId="{FADA3174-D9F6-4F1D-89DA-588D40B9DD8A}" srcOrd="0" destOrd="0" presId="urn:microsoft.com/office/officeart/2018/2/layout/IconLabelList"/>
    <dgm:cxn modelId="{4C18DB89-51EC-49D1-912F-782911EC068E}" type="presParOf" srcId="{7A067ED9-245F-400C-93B6-86F3B62B5458}" destId="{2356EE4E-16D7-4F4F-A0CA-E76353A96FB2}" srcOrd="1" destOrd="0" presId="urn:microsoft.com/office/officeart/2018/2/layout/IconLabelList"/>
    <dgm:cxn modelId="{6C3DAB35-B1F0-4F0A-9F8A-590109D86347}" type="presParOf" srcId="{7A067ED9-245F-400C-93B6-86F3B62B5458}" destId="{6A8A13F0-EF74-424A-822A-593FC838FA52}" srcOrd="2" destOrd="0" presId="urn:microsoft.com/office/officeart/2018/2/layout/IconLabelList"/>
    <dgm:cxn modelId="{DBEE46FD-FE99-407D-B393-48FEA536B8FB}" type="presParOf" srcId="{07B2C1E3-5C42-4B64-B3A9-F41E7F13D4DD}" destId="{ECEAC852-492C-474A-864E-7DF92CC7FD83}" srcOrd="3" destOrd="0" presId="urn:microsoft.com/office/officeart/2018/2/layout/IconLabelList"/>
    <dgm:cxn modelId="{116E240B-95D0-4997-812E-EDE4B301FFB2}" type="presParOf" srcId="{07B2C1E3-5C42-4B64-B3A9-F41E7F13D4DD}" destId="{490356C8-3C7D-4C56-A7DC-23A723D14248}" srcOrd="4" destOrd="0" presId="urn:microsoft.com/office/officeart/2018/2/layout/IconLabelList"/>
    <dgm:cxn modelId="{4C2C6ADD-E9D4-4E96-B9DA-B9CD57FB3392}" type="presParOf" srcId="{490356C8-3C7D-4C56-A7DC-23A723D14248}" destId="{A286D222-1710-44E7-A59C-9B9A68DF3D30}" srcOrd="0" destOrd="0" presId="urn:microsoft.com/office/officeart/2018/2/layout/IconLabelList"/>
    <dgm:cxn modelId="{63CF46F5-7468-4191-A8F5-FD0F0640E9FC}" type="presParOf" srcId="{490356C8-3C7D-4C56-A7DC-23A723D14248}" destId="{A77411C4-7401-474A-909B-9B54E67591B8}" srcOrd="1" destOrd="0" presId="urn:microsoft.com/office/officeart/2018/2/layout/IconLabelList"/>
    <dgm:cxn modelId="{37E697AA-F21E-427B-A8E1-19E7B21FC953}" type="presParOf" srcId="{490356C8-3C7D-4C56-A7DC-23A723D14248}" destId="{9BE86D47-7983-416B-A422-6507E74995C1}" srcOrd="2" destOrd="0" presId="urn:microsoft.com/office/officeart/2018/2/layout/IconLabelList"/>
    <dgm:cxn modelId="{6EF90A4A-64B1-48DE-8154-7FADAF3A31A1}" type="presParOf" srcId="{07B2C1E3-5C42-4B64-B3A9-F41E7F13D4DD}" destId="{57DB6892-BD05-4338-B009-F302B0F5C741}" srcOrd="5" destOrd="0" presId="urn:microsoft.com/office/officeart/2018/2/layout/IconLabelList"/>
    <dgm:cxn modelId="{417E8212-0D81-469A-B298-C90F6CBCBC2F}" type="presParOf" srcId="{07B2C1E3-5C42-4B64-B3A9-F41E7F13D4DD}" destId="{8E388E09-ACAB-48A0-8347-FB4633705B88}" srcOrd="6" destOrd="0" presId="urn:microsoft.com/office/officeart/2018/2/layout/IconLabelList"/>
    <dgm:cxn modelId="{405C0909-379A-46E6-B267-B1F2F39F4DEF}" type="presParOf" srcId="{8E388E09-ACAB-48A0-8347-FB4633705B88}" destId="{60C037B4-6986-49C4-B860-C87B09FE1F24}" srcOrd="0" destOrd="0" presId="urn:microsoft.com/office/officeart/2018/2/layout/IconLabelList"/>
    <dgm:cxn modelId="{78F41C6A-A2DC-4328-8F22-65667FAE4CCB}" type="presParOf" srcId="{8E388E09-ACAB-48A0-8347-FB4633705B88}" destId="{86C46E5F-F373-4AE5-8396-DB7F9AE6AA44}" srcOrd="1" destOrd="0" presId="urn:microsoft.com/office/officeart/2018/2/layout/IconLabelList"/>
    <dgm:cxn modelId="{C071152F-0BAB-4341-B5E4-FB3D2A0309B3}" type="presParOf" srcId="{8E388E09-ACAB-48A0-8347-FB4633705B88}" destId="{00FA5ABC-670D-4BE8-91D1-2060D343FCF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0DC7B6E-5D65-4C8B-8814-2A4CD227F7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5D72EC-C8DE-4F0D-8985-4213555B5E75}">
      <dgm:prSet/>
      <dgm:spPr/>
      <dgm:t>
        <a:bodyPr/>
        <a:lstStyle/>
        <a:p>
          <a:r>
            <a:rPr lang="en-US"/>
            <a:t>Cada grupo apresenta brevemente seu modelo multidimensional.</a:t>
          </a:r>
        </a:p>
      </dgm:t>
    </dgm:pt>
    <dgm:pt modelId="{7D7D83C9-A020-460A-BF1B-4BE135567B17}" type="parTrans" cxnId="{A7DC335C-25EB-454E-9800-0A75C554191F}">
      <dgm:prSet/>
      <dgm:spPr/>
      <dgm:t>
        <a:bodyPr/>
        <a:lstStyle/>
        <a:p>
          <a:endParaRPr lang="en-US"/>
        </a:p>
      </dgm:t>
    </dgm:pt>
    <dgm:pt modelId="{69E24C13-B2A5-4BBD-ADC2-C2244BC28D37}" type="sibTrans" cxnId="{A7DC335C-25EB-454E-9800-0A75C554191F}">
      <dgm:prSet/>
      <dgm:spPr/>
      <dgm:t>
        <a:bodyPr/>
        <a:lstStyle/>
        <a:p>
          <a:endParaRPr lang="en-US"/>
        </a:p>
      </dgm:t>
    </dgm:pt>
    <dgm:pt modelId="{052B575E-16AA-477E-A3BC-178BA55A9C6B}">
      <dgm:prSet/>
      <dgm:spPr/>
      <dgm:t>
        <a:bodyPr/>
        <a:lstStyle/>
        <a:p>
          <a:r>
            <a:rPr lang="en-US"/>
            <a:t>O professor faz considerações e sugestões de melhoria.</a:t>
          </a:r>
        </a:p>
      </dgm:t>
    </dgm:pt>
    <dgm:pt modelId="{5E8DE508-C452-444F-B527-EBCFAD1AE403}" type="parTrans" cxnId="{9DDB8238-2FA4-4BA3-8F9A-6E4B112CB25C}">
      <dgm:prSet/>
      <dgm:spPr/>
      <dgm:t>
        <a:bodyPr/>
        <a:lstStyle/>
        <a:p>
          <a:endParaRPr lang="en-US"/>
        </a:p>
      </dgm:t>
    </dgm:pt>
    <dgm:pt modelId="{D2FC606F-6519-4EB0-A4D2-D25334FB914F}" type="sibTrans" cxnId="{9DDB8238-2FA4-4BA3-8F9A-6E4B112CB25C}">
      <dgm:prSet/>
      <dgm:spPr/>
      <dgm:t>
        <a:bodyPr/>
        <a:lstStyle/>
        <a:p>
          <a:endParaRPr lang="en-US"/>
        </a:p>
      </dgm:t>
    </dgm:pt>
    <dgm:pt modelId="{01332C9A-605D-4937-B73B-0BEF8737BDF6}">
      <dgm:prSet/>
      <dgm:spPr/>
      <dgm:t>
        <a:bodyPr/>
        <a:lstStyle/>
        <a:p>
          <a:r>
            <a:rPr lang="en-US"/>
            <a:t>Discussão sobre boas práticas na modelagem multidimensional.</a:t>
          </a:r>
        </a:p>
      </dgm:t>
    </dgm:pt>
    <dgm:pt modelId="{FC32B703-3215-45A0-BDCC-F33EDB795C0F}" type="parTrans" cxnId="{B4CE5D9F-6A45-462C-89EC-AF3650D43706}">
      <dgm:prSet/>
      <dgm:spPr/>
      <dgm:t>
        <a:bodyPr/>
        <a:lstStyle/>
        <a:p>
          <a:endParaRPr lang="en-US"/>
        </a:p>
      </dgm:t>
    </dgm:pt>
    <dgm:pt modelId="{33921214-5628-4BD2-88BF-1193D22C615D}" type="sibTrans" cxnId="{B4CE5D9F-6A45-462C-89EC-AF3650D43706}">
      <dgm:prSet/>
      <dgm:spPr/>
      <dgm:t>
        <a:bodyPr/>
        <a:lstStyle/>
        <a:p>
          <a:endParaRPr lang="en-US"/>
        </a:p>
      </dgm:t>
    </dgm:pt>
    <dgm:pt modelId="{31B69AC7-1EF1-452E-B9B9-6898D716EE56}" type="pres">
      <dgm:prSet presAssocID="{50DC7B6E-5D65-4C8B-8814-2A4CD227F775}" presName="root" presStyleCnt="0">
        <dgm:presLayoutVars>
          <dgm:dir/>
          <dgm:resizeHandles val="exact"/>
        </dgm:presLayoutVars>
      </dgm:prSet>
      <dgm:spPr/>
    </dgm:pt>
    <dgm:pt modelId="{CF734EA1-AB95-490C-879E-F3D078E9EA87}" type="pres">
      <dgm:prSet presAssocID="{4E5D72EC-C8DE-4F0D-8985-4213555B5E75}" presName="compNode" presStyleCnt="0"/>
      <dgm:spPr/>
    </dgm:pt>
    <dgm:pt modelId="{E83CFCE2-C133-4BA1-B6BD-4F81946526BB}" type="pres">
      <dgm:prSet presAssocID="{4E5D72EC-C8DE-4F0D-8985-4213555B5E75}" presName="bgRect" presStyleLbl="bgShp" presStyleIdx="0" presStyleCnt="3"/>
      <dgm:spPr/>
    </dgm:pt>
    <dgm:pt modelId="{399DD981-344A-4620-B923-34119021F98E}" type="pres">
      <dgm:prSet presAssocID="{4E5D72EC-C8DE-4F0D-8985-4213555B5E7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3F8D0CE0-4AD4-4CD5-A0AF-09A11CC3CD87}" type="pres">
      <dgm:prSet presAssocID="{4E5D72EC-C8DE-4F0D-8985-4213555B5E75}" presName="spaceRect" presStyleCnt="0"/>
      <dgm:spPr/>
    </dgm:pt>
    <dgm:pt modelId="{E1D6D539-FFEB-4A89-9088-A11518581D05}" type="pres">
      <dgm:prSet presAssocID="{4E5D72EC-C8DE-4F0D-8985-4213555B5E75}" presName="parTx" presStyleLbl="revTx" presStyleIdx="0" presStyleCnt="3">
        <dgm:presLayoutVars>
          <dgm:chMax val="0"/>
          <dgm:chPref val="0"/>
        </dgm:presLayoutVars>
      </dgm:prSet>
      <dgm:spPr/>
    </dgm:pt>
    <dgm:pt modelId="{18BD8FC8-7C06-46D5-A1BF-1D15B1CC43B8}" type="pres">
      <dgm:prSet presAssocID="{69E24C13-B2A5-4BBD-ADC2-C2244BC28D37}" presName="sibTrans" presStyleCnt="0"/>
      <dgm:spPr/>
    </dgm:pt>
    <dgm:pt modelId="{4A349687-3D09-4386-9B89-255E23DBF656}" type="pres">
      <dgm:prSet presAssocID="{052B575E-16AA-477E-A3BC-178BA55A9C6B}" presName="compNode" presStyleCnt="0"/>
      <dgm:spPr/>
    </dgm:pt>
    <dgm:pt modelId="{5DAE986A-A474-4700-B414-9E8EE4D72616}" type="pres">
      <dgm:prSet presAssocID="{052B575E-16AA-477E-A3BC-178BA55A9C6B}" presName="bgRect" presStyleLbl="bgShp" presStyleIdx="1" presStyleCnt="3"/>
      <dgm:spPr/>
    </dgm:pt>
    <dgm:pt modelId="{D8ABFFE0-27EC-4A41-A8D1-7F8C9FB88AA9}" type="pres">
      <dgm:prSet presAssocID="{052B575E-16AA-477E-A3BC-178BA55A9C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CAB0AB22-4AEA-43CA-933A-4E00A27B95FF}" type="pres">
      <dgm:prSet presAssocID="{052B575E-16AA-477E-A3BC-178BA55A9C6B}" presName="spaceRect" presStyleCnt="0"/>
      <dgm:spPr/>
    </dgm:pt>
    <dgm:pt modelId="{62A4BB3D-BA47-409F-91FA-045F8CCF11AA}" type="pres">
      <dgm:prSet presAssocID="{052B575E-16AA-477E-A3BC-178BA55A9C6B}" presName="parTx" presStyleLbl="revTx" presStyleIdx="1" presStyleCnt="3">
        <dgm:presLayoutVars>
          <dgm:chMax val="0"/>
          <dgm:chPref val="0"/>
        </dgm:presLayoutVars>
      </dgm:prSet>
      <dgm:spPr/>
    </dgm:pt>
    <dgm:pt modelId="{BDCE142D-7DFE-4726-8D08-2EDB0AFB2AB3}" type="pres">
      <dgm:prSet presAssocID="{D2FC606F-6519-4EB0-A4D2-D25334FB914F}" presName="sibTrans" presStyleCnt="0"/>
      <dgm:spPr/>
    </dgm:pt>
    <dgm:pt modelId="{1015116B-7878-4D99-811D-8E6335EEF9FE}" type="pres">
      <dgm:prSet presAssocID="{01332C9A-605D-4937-B73B-0BEF8737BDF6}" presName="compNode" presStyleCnt="0"/>
      <dgm:spPr/>
    </dgm:pt>
    <dgm:pt modelId="{F2CB9F4C-BC66-4AEA-9D50-184ACB30590B}" type="pres">
      <dgm:prSet presAssocID="{01332C9A-605D-4937-B73B-0BEF8737BDF6}" presName="bgRect" presStyleLbl="bgShp" presStyleIdx="2" presStyleCnt="3"/>
      <dgm:spPr/>
    </dgm:pt>
    <dgm:pt modelId="{A03B446C-FEA8-4F0D-B216-9A97EB9CBDBA}" type="pres">
      <dgm:prSet presAssocID="{01332C9A-605D-4937-B73B-0BEF8737BD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69CC54D-0A55-4927-AA1B-AD7706C76C72}" type="pres">
      <dgm:prSet presAssocID="{01332C9A-605D-4937-B73B-0BEF8737BDF6}" presName="spaceRect" presStyleCnt="0"/>
      <dgm:spPr/>
    </dgm:pt>
    <dgm:pt modelId="{4F703CAB-7B59-415C-83A7-DDC8982C1C1E}" type="pres">
      <dgm:prSet presAssocID="{01332C9A-605D-4937-B73B-0BEF8737BDF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BA40021-FED1-4740-B3D2-91373D6C46FD}" type="presOf" srcId="{50DC7B6E-5D65-4C8B-8814-2A4CD227F775}" destId="{31B69AC7-1EF1-452E-B9B9-6898D716EE56}" srcOrd="0" destOrd="0" presId="urn:microsoft.com/office/officeart/2018/2/layout/IconVerticalSolidList"/>
    <dgm:cxn modelId="{A1172525-1DD2-4A01-9AA5-7A4AEDA81C02}" type="presOf" srcId="{052B575E-16AA-477E-A3BC-178BA55A9C6B}" destId="{62A4BB3D-BA47-409F-91FA-045F8CCF11AA}" srcOrd="0" destOrd="0" presId="urn:microsoft.com/office/officeart/2018/2/layout/IconVerticalSolidList"/>
    <dgm:cxn modelId="{9DDB8238-2FA4-4BA3-8F9A-6E4B112CB25C}" srcId="{50DC7B6E-5D65-4C8B-8814-2A4CD227F775}" destId="{052B575E-16AA-477E-A3BC-178BA55A9C6B}" srcOrd="1" destOrd="0" parTransId="{5E8DE508-C452-444F-B527-EBCFAD1AE403}" sibTransId="{D2FC606F-6519-4EB0-A4D2-D25334FB914F}"/>
    <dgm:cxn modelId="{A7DC335C-25EB-454E-9800-0A75C554191F}" srcId="{50DC7B6E-5D65-4C8B-8814-2A4CD227F775}" destId="{4E5D72EC-C8DE-4F0D-8985-4213555B5E75}" srcOrd="0" destOrd="0" parTransId="{7D7D83C9-A020-460A-BF1B-4BE135567B17}" sibTransId="{69E24C13-B2A5-4BBD-ADC2-C2244BC28D37}"/>
    <dgm:cxn modelId="{7AC13F61-C5B7-4F04-A793-CA83626BB11F}" type="presOf" srcId="{4E5D72EC-C8DE-4F0D-8985-4213555B5E75}" destId="{E1D6D539-FFEB-4A89-9088-A11518581D05}" srcOrd="0" destOrd="0" presId="urn:microsoft.com/office/officeart/2018/2/layout/IconVerticalSolidList"/>
    <dgm:cxn modelId="{B4CE5D9F-6A45-462C-89EC-AF3650D43706}" srcId="{50DC7B6E-5D65-4C8B-8814-2A4CD227F775}" destId="{01332C9A-605D-4937-B73B-0BEF8737BDF6}" srcOrd="2" destOrd="0" parTransId="{FC32B703-3215-45A0-BDCC-F33EDB795C0F}" sibTransId="{33921214-5628-4BD2-88BF-1193D22C615D}"/>
    <dgm:cxn modelId="{CC3A4DD8-EFAD-4406-B20D-C8F403B13B35}" type="presOf" srcId="{01332C9A-605D-4937-B73B-0BEF8737BDF6}" destId="{4F703CAB-7B59-415C-83A7-DDC8982C1C1E}" srcOrd="0" destOrd="0" presId="urn:microsoft.com/office/officeart/2018/2/layout/IconVerticalSolidList"/>
    <dgm:cxn modelId="{4DC40028-6BA6-4D34-B008-0ABB2B56C473}" type="presParOf" srcId="{31B69AC7-1EF1-452E-B9B9-6898D716EE56}" destId="{CF734EA1-AB95-490C-879E-F3D078E9EA87}" srcOrd="0" destOrd="0" presId="urn:microsoft.com/office/officeart/2018/2/layout/IconVerticalSolidList"/>
    <dgm:cxn modelId="{D6DE688E-EFC6-4A8B-BD1F-1EEC31F2AFFE}" type="presParOf" srcId="{CF734EA1-AB95-490C-879E-F3D078E9EA87}" destId="{E83CFCE2-C133-4BA1-B6BD-4F81946526BB}" srcOrd="0" destOrd="0" presId="urn:microsoft.com/office/officeart/2018/2/layout/IconVerticalSolidList"/>
    <dgm:cxn modelId="{2A934621-A9B6-42E8-86ED-1B0EA83010D1}" type="presParOf" srcId="{CF734EA1-AB95-490C-879E-F3D078E9EA87}" destId="{399DD981-344A-4620-B923-34119021F98E}" srcOrd="1" destOrd="0" presId="urn:microsoft.com/office/officeart/2018/2/layout/IconVerticalSolidList"/>
    <dgm:cxn modelId="{4C2296CD-627F-43C4-BD7A-83D27B8E409A}" type="presParOf" srcId="{CF734EA1-AB95-490C-879E-F3D078E9EA87}" destId="{3F8D0CE0-4AD4-4CD5-A0AF-09A11CC3CD87}" srcOrd="2" destOrd="0" presId="urn:microsoft.com/office/officeart/2018/2/layout/IconVerticalSolidList"/>
    <dgm:cxn modelId="{D60057D0-8DB7-4F90-A3CF-DAE76D2254D1}" type="presParOf" srcId="{CF734EA1-AB95-490C-879E-F3D078E9EA87}" destId="{E1D6D539-FFEB-4A89-9088-A11518581D05}" srcOrd="3" destOrd="0" presId="urn:microsoft.com/office/officeart/2018/2/layout/IconVerticalSolidList"/>
    <dgm:cxn modelId="{7C11CA69-DBB6-4B4F-AF63-847C41EEE5E9}" type="presParOf" srcId="{31B69AC7-1EF1-452E-B9B9-6898D716EE56}" destId="{18BD8FC8-7C06-46D5-A1BF-1D15B1CC43B8}" srcOrd="1" destOrd="0" presId="urn:microsoft.com/office/officeart/2018/2/layout/IconVerticalSolidList"/>
    <dgm:cxn modelId="{AE350A0A-1E97-4C59-A75C-B7C0192D5FD4}" type="presParOf" srcId="{31B69AC7-1EF1-452E-B9B9-6898D716EE56}" destId="{4A349687-3D09-4386-9B89-255E23DBF656}" srcOrd="2" destOrd="0" presId="urn:microsoft.com/office/officeart/2018/2/layout/IconVerticalSolidList"/>
    <dgm:cxn modelId="{55F1E7ED-72E7-465D-A009-459EC00444E1}" type="presParOf" srcId="{4A349687-3D09-4386-9B89-255E23DBF656}" destId="{5DAE986A-A474-4700-B414-9E8EE4D72616}" srcOrd="0" destOrd="0" presId="urn:microsoft.com/office/officeart/2018/2/layout/IconVerticalSolidList"/>
    <dgm:cxn modelId="{9F42C037-C671-4ABD-932C-D676A5DBB70D}" type="presParOf" srcId="{4A349687-3D09-4386-9B89-255E23DBF656}" destId="{D8ABFFE0-27EC-4A41-A8D1-7F8C9FB88AA9}" srcOrd="1" destOrd="0" presId="urn:microsoft.com/office/officeart/2018/2/layout/IconVerticalSolidList"/>
    <dgm:cxn modelId="{917EC775-9B81-41AC-A4B0-B13603CC9BCF}" type="presParOf" srcId="{4A349687-3D09-4386-9B89-255E23DBF656}" destId="{CAB0AB22-4AEA-43CA-933A-4E00A27B95FF}" srcOrd="2" destOrd="0" presId="urn:microsoft.com/office/officeart/2018/2/layout/IconVerticalSolidList"/>
    <dgm:cxn modelId="{165381B1-F65A-47F8-9C63-62690D4FA127}" type="presParOf" srcId="{4A349687-3D09-4386-9B89-255E23DBF656}" destId="{62A4BB3D-BA47-409F-91FA-045F8CCF11AA}" srcOrd="3" destOrd="0" presId="urn:microsoft.com/office/officeart/2018/2/layout/IconVerticalSolidList"/>
    <dgm:cxn modelId="{2A4CB449-C483-4071-9EB7-727D8403D18C}" type="presParOf" srcId="{31B69AC7-1EF1-452E-B9B9-6898D716EE56}" destId="{BDCE142D-7DFE-4726-8D08-2EDB0AFB2AB3}" srcOrd="3" destOrd="0" presId="urn:microsoft.com/office/officeart/2018/2/layout/IconVerticalSolidList"/>
    <dgm:cxn modelId="{AC8E9D8A-5EDF-4DD6-B2D6-6AD0E2A71A86}" type="presParOf" srcId="{31B69AC7-1EF1-452E-B9B9-6898D716EE56}" destId="{1015116B-7878-4D99-811D-8E6335EEF9FE}" srcOrd="4" destOrd="0" presId="urn:microsoft.com/office/officeart/2018/2/layout/IconVerticalSolidList"/>
    <dgm:cxn modelId="{02E8BCD4-F877-4F45-803A-CF781E9D85C4}" type="presParOf" srcId="{1015116B-7878-4D99-811D-8E6335EEF9FE}" destId="{F2CB9F4C-BC66-4AEA-9D50-184ACB30590B}" srcOrd="0" destOrd="0" presId="urn:microsoft.com/office/officeart/2018/2/layout/IconVerticalSolidList"/>
    <dgm:cxn modelId="{71958044-0DBF-48FB-801F-004B7B9951E5}" type="presParOf" srcId="{1015116B-7878-4D99-811D-8E6335EEF9FE}" destId="{A03B446C-FEA8-4F0D-B216-9A97EB9CBDBA}" srcOrd="1" destOrd="0" presId="urn:microsoft.com/office/officeart/2018/2/layout/IconVerticalSolidList"/>
    <dgm:cxn modelId="{60932EEE-7E39-40D8-8B7A-E3411EAEEEF7}" type="presParOf" srcId="{1015116B-7878-4D99-811D-8E6335EEF9FE}" destId="{869CC54D-0A55-4927-AA1B-AD7706C76C72}" srcOrd="2" destOrd="0" presId="urn:microsoft.com/office/officeart/2018/2/layout/IconVerticalSolidList"/>
    <dgm:cxn modelId="{554624DA-C411-44E2-A88A-C0A85A2DB955}" type="presParOf" srcId="{1015116B-7878-4D99-811D-8E6335EEF9FE}" destId="{4F703CAB-7B59-415C-83A7-DDC8982C1C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7843F9F-5CB0-48CB-9BF2-507C0D07B90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F523E94B-4049-4857-80AA-6AD3D5C65934}">
      <dgm:prSet/>
      <dgm:spPr/>
      <dgm:t>
        <a:bodyPr/>
        <a:lstStyle/>
        <a:p>
          <a:pPr>
            <a:defRPr b="1"/>
          </a:pPr>
          <a:r>
            <a:rPr lang="en-US"/>
            <a:t>Resumo dos conceitos abordados:</a:t>
          </a:r>
        </a:p>
      </dgm:t>
    </dgm:pt>
    <dgm:pt modelId="{378B128A-BB92-4033-BEC8-008CAD7117DD}" type="parTrans" cxnId="{824BEF8F-6A78-4CCB-BA83-5423ADE98869}">
      <dgm:prSet/>
      <dgm:spPr/>
      <dgm:t>
        <a:bodyPr/>
        <a:lstStyle/>
        <a:p>
          <a:endParaRPr lang="en-US"/>
        </a:p>
      </dgm:t>
    </dgm:pt>
    <dgm:pt modelId="{3B04A783-7BF4-4568-90FF-67A9BFB3F82B}" type="sibTrans" cxnId="{824BEF8F-6A78-4CCB-BA83-5423ADE98869}">
      <dgm:prSet/>
      <dgm:spPr/>
      <dgm:t>
        <a:bodyPr/>
        <a:lstStyle/>
        <a:p>
          <a:endParaRPr lang="en-US"/>
        </a:p>
      </dgm:t>
    </dgm:pt>
    <dgm:pt modelId="{69F54DEA-E0E4-4565-A4D9-0F6116E7B13C}">
      <dgm:prSet/>
      <dgm:spPr/>
      <dgm:t>
        <a:bodyPr/>
        <a:lstStyle/>
        <a:p>
          <a:r>
            <a:rPr lang="en-US"/>
            <a:t>- Importância da modelagem multidimensional.</a:t>
          </a:r>
        </a:p>
      </dgm:t>
    </dgm:pt>
    <dgm:pt modelId="{37E80D3D-F519-4E77-A468-46FC45E449FC}" type="parTrans" cxnId="{47038298-72F7-4601-BE98-374FE9FBF1F2}">
      <dgm:prSet/>
      <dgm:spPr/>
      <dgm:t>
        <a:bodyPr/>
        <a:lstStyle/>
        <a:p>
          <a:endParaRPr lang="en-US"/>
        </a:p>
      </dgm:t>
    </dgm:pt>
    <dgm:pt modelId="{603DF9D1-3318-4DAD-8F05-02A86768D37B}" type="sibTrans" cxnId="{47038298-72F7-4601-BE98-374FE9FBF1F2}">
      <dgm:prSet/>
      <dgm:spPr/>
      <dgm:t>
        <a:bodyPr/>
        <a:lstStyle/>
        <a:p>
          <a:endParaRPr lang="en-US"/>
        </a:p>
      </dgm:t>
    </dgm:pt>
    <dgm:pt modelId="{AF8FABC7-A608-4116-902E-96573885BA07}">
      <dgm:prSet/>
      <dgm:spPr/>
      <dgm:t>
        <a:bodyPr/>
        <a:lstStyle/>
        <a:p>
          <a:r>
            <a:rPr lang="en-US"/>
            <a:t>- Comparação entre Star Schema e Snowflake Schema.</a:t>
          </a:r>
        </a:p>
      </dgm:t>
    </dgm:pt>
    <dgm:pt modelId="{63BD8ECF-36A0-4AE1-AD28-10C5B7A02916}" type="parTrans" cxnId="{2DC67FB5-805C-4E7D-A4CF-15B5D0E9180C}">
      <dgm:prSet/>
      <dgm:spPr/>
      <dgm:t>
        <a:bodyPr/>
        <a:lstStyle/>
        <a:p>
          <a:endParaRPr lang="en-US"/>
        </a:p>
      </dgm:t>
    </dgm:pt>
    <dgm:pt modelId="{073A8D61-FAD8-46D6-A914-6E54BD791397}" type="sibTrans" cxnId="{2DC67FB5-805C-4E7D-A4CF-15B5D0E9180C}">
      <dgm:prSet/>
      <dgm:spPr/>
      <dgm:t>
        <a:bodyPr/>
        <a:lstStyle/>
        <a:p>
          <a:endParaRPr lang="en-US"/>
        </a:p>
      </dgm:t>
    </dgm:pt>
    <dgm:pt modelId="{F468BB5E-22FB-4068-A964-44E6B7498CC3}">
      <dgm:prSet/>
      <dgm:spPr/>
      <dgm:t>
        <a:bodyPr/>
        <a:lstStyle/>
        <a:p>
          <a:r>
            <a:rPr lang="en-US"/>
            <a:t>- Aplicação prática da modelagem.</a:t>
          </a:r>
        </a:p>
      </dgm:t>
    </dgm:pt>
    <dgm:pt modelId="{108C2F66-3BE0-4E3A-804B-EA1D2819ADFC}" type="parTrans" cxnId="{8E2944C4-A08A-4F2F-9607-BECACB611F5F}">
      <dgm:prSet/>
      <dgm:spPr/>
      <dgm:t>
        <a:bodyPr/>
        <a:lstStyle/>
        <a:p>
          <a:endParaRPr lang="en-US"/>
        </a:p>
      </dgm:t>
    </dgm:pt>
    <dgm:pt modelId="{D26ED92F-A009-47DC-87C4-694F155B95A2}" type="sibTrans" cxnId="{8E2944C4-A08A-4F2F-9607-BECACB611F5F}">
      <dgm:prSet/>
      <dgm:spPr/>
      <dgm:t>
        <a:bodyPr/>
        <a:lstStyle/>
        <a:p>
          <a:endParaRPr lang="en-US"/>
        </a:p>
      </dgm:t>
    </dgm:pt>
    <dgm:pt modelId="{D0F52BAF-C73A-46E4-BA83-B76E7DED0769}">
      <dgm:prSet/>
      <dgm:spPr/>
      <dgm:t>
        <a:bodyPr/>
        <a:lstStyle/>
        <a:p>
          <a:pPr>
            <a:defRPr b="1"/>
          </a:pPr>
          <a:r>
            <a:rPr lang="en-US"/>
            <a:t>Discussão: Como a modelagem impacta a tomada de decisão em BI?</a:t>
          </a:r>
        </a:p>
      </dgm:t>
    </dgm:pt>
    <dgm:pt modelId="{8CAEB566-1B25-4058-BFD1-67DA54E283D5}" type="parTrans" cxnId="{3A130BCB-16DF-4B03-99B4-A4D511D5495B}">
      <dgm:prSet/>
      <dgm:spPr/>
      <dgm:t>
        <a:bodyPr/>
        <a:lstStyle/>
        <a:p>
          <a:endParaRPr lang="en-US"/>
        </a:p>
      </dgm:t>
    </dgm:pt>
    <dgm:pt modelId="{34171534-E4C0-470A-B011-7F94FA42FC72}" type="sibTrans" cxnId="{3A130BCB-16DF-4B03-99B4-A4D511D5495B}">
      <dgm:prSet/>
      <dgm:spPr/>
      <dgm:t>
        <a:bodyPr/>
        <a:lstStyle/>
        <a:p>
          <a:endParaRPr lang="en-US"/>
        </a:p>
      </dgm:t>
    </dgm:pt>
    <dgm:pt modelId="{45AD4B2A-EA7D-41A2-AAB0-FAEFB09A5C8F}" type="pres">
      <dgm:prSet presAssocID="{37843F9F-5CB0-48CB-9BF2-507C0D07B90A}" presName="root" presStyleCnt="0">
        <dgm:presLayoutVars>
          <dgm:dir/>
          <dgm:resizeHandles val="exact"/>
        </dgm:presLayoutVars>
      </dgm:prSet>
      <dgm:spPr/>
    </dgm:pt>
    <dgm:pt modelId="{C1B15DA8-50D4-4AAA-B66C-FAC797C1DBEB}" type="pres">
      <dgm:prSet presAssocID="{F523E94B-4049-4857-80AA-6AD3D5C65934}" presName="compNode" presStyleCnt="0"/>
      <dgm:spPr/>
    </dgm:pt>
    <dgm:pt modelId="{50C9593B-7882-4749-908E-DC946E5D810E}" type="pres">
      <dgm:prSet presAssocID="{F523E94B-4049-4857-80AA-6AD3D5C6593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co de Neve"/>
        </a:ext>
      </dgm:extLst>
    </dgm:pt>
    <dgm:pt modelId="{5044587F-9BB2-4E4B-B25C-6622F78064D4}" type="pres">
      <dgm:prSet presAssocID="{F523E94B-4049-4857-80AA-6AD3D5C65934}" presName="iconSpace" presStyleCnt="0"/>
      <dgm:spPr/>
    </dgm:pt>
    <dgm:pt modelId="{5A5A2F56-4324-4E8E-84BA-A29F2704966C}" type="pres">
      <dgm:prSet presAssocID="{F523E94B-4049-4857-80AA-6AD3D5C65934}" presName="parTx" presStyleLbl="revTx" presStyleIdx="0" presStyleCnt="4">
        <dgm:presLayoutVars>
          <dgm:chMax val="0"/>
          <dgm:chPref val="0"/>
        </dgm:presLayoutVars>
      </dgm:prSet>
      <dgm:spPr/>
    </dgm:pt>
    <dgm:pt modelId="{32D52682-9ECD-4FD5-8387-5687000F16A6}" type="pres">
      <dgm:prSet presAssocID="{F523E94B-4049-4857-80AA-6AD3D5C65934}" presName="txSpace" presStyleCnt="0"/>
      <dgm:spPr/>
    </dgm:pt>
    <dgm:pt modelId="{D751B7D9-8F4F-4A17-8DF2-E88B8266605A}" type="pres">
      <dgm:prSet presAssocID="{F523E94B-4049-4857-80AA-6AD3D5C65934}" presName="desTx" presStyleLbl="revTx" presStyleIdx="1" presStyleCnt="4">
        <dgm:presLayoutVars/>
      </dgm:prSet>
      <dgm:spPr/>
    </dgm:pt>
    <dgm:pt modelId="{B565D8C6-F056-4D47-8D9D-05B8FEE38D59}" type="pres">
      <dgm:prSet presAssocID="{3B04A783-7BF4-4568-90FF-67A9BFB3F82B}" presName="sibTrans" presStyleCnt="0"/>
      <dgm:spPr/>
    </dgm:pt>
    <dgm:pt modelId="{38A08AF3-FFB7-4847-BE41-9552EF409CD0}" type="pres">
      <dgm:prSet presAssocID="{D0F52BAF-C73A-46E4-BA83-B76E7DED0769}" presName="compNode" presStyleCnt="0"/>
      <dgm:spPr/>
    </dgm:pt>
    <dgm:pt modelId="{BD6A4472-A4CF-4891-BA85-BCC539574713}" type="pres">
      <dgm:prSet presAssocID="{D0F52BAF-C73A-46E4-BA83-B76E7DED07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A56C82AD-66D0-4356-AFEA-BABB7E6FCEE2}" type="pres">
      <dgm:prSet presAssocID="{D0F52BAF-C73A-46E4-BA83-B76E7DED0769}" presName="iconSpace" presStyleCnt="0"/>
      <dgm:spPr/>
    </dgm:pt>
    <dgm:pt modelId="{FE926530-B601-491E-A374-DE7DD609EBCB}" type="pres">
      <dgm:prSet presAssocID="{D0F52BAF-C73A-46E4-BA83-B76E7DED0769}" presName="parTx" presStyleLbl="revTx" presStyleIdx="2" presStyleCnt="4">
        <dgm:presLayoutVars>
          <dgm:chMax val="0"/>
          <dgm:chPref val="0"/>
        </dgm:presLayoutVars>
      </dgm:prSet>
      <dgm:spPr/>
    </dgm:pt>
    <dgm:pt modelId="{32E37E77-ADB5-4303-9B02-0AE477D39F11}" type="pres">
      <dgm:prSet presAssocID="{D0F52BAF-C73A-46E4-BA83-B76E7DED0769}" presName="txSpace" presStyleCnt="0"/>
      <dgm:spPr/>
    </dgm:pt>
    <dgm:pt modelId="{E51C54D8-5F5D-4963-92B1-5D294D3E02CD}" type="pres">
      <dgm:prSet presAssocID="{D0F52BAF-C73A-46E4-BA83-B76E7DED0769}" presName="desTx" presStyleLbl="revTx" presStyleIdx="3" presStyleCnt="4">
        <dgm:presLayoutVars/>
      </dgm:prSet>
      <dgm:spPr/>
    </dgm:pt>
  </dgm:ptLst>
  <dgm:cxnLst>
    <dgm:cxn modelId="{9C639E16-03B6-42A7-9572-D8E00DBD48CA}" type="presOf" srcId="{D0F52BAF-C73A-46E4-BA83-B76E7DED0769}" destId="{FE926530-B601-491E-A374-DE7DD609EBCB}" srcOrd="0" destOrd="0" presId="urn:microsoft.com/office/officeart/2018/5/layout/CenteredIconLabelDescriptionList"/>
    <dgm:cxn modelId="{96E53B7C-58A7-4026-953F-597F2B556015}" type="presOf" srcId="{37843F9F-5CB0-48CB-9BF2-507C0D07B90A}" destId="{45AD4B2A-EA7D-41A2-AAB0-FAEFB09A5C8F}" srcOrd="0" destOrd="0" presId="urn:microsoft.com/office/officeart/2018/5/layout/CenteredIconLabelDescriptionList"/>
    <dgm:cxn modelId="{824BEF8F-6A78-4CCB-BA83-5423ADE98869}" srcId="{37843F9F-5CB0-48CB-9BF2-507C0D07B90A}" destId="{F523E94B-4049-4857-80AA-6AD3D5C65934}" srcOrd="0" destOrd="0" parTransId="{378B128A-BB92-4033-BEC8-008CAD7117DD}" sibTransId="{3B04A783-7BF4-4568-90FF-67A9BFB3F82B}"/>
    <dgm:cxn modelId="{47038298-72F7-4601-BE98-374FE9FBF1F2}" srcId="{F523E94B-4049-4857-80AA-6AD3D5C65934}" destId="{69F54DEA-E0E4-4565-A4D9-0F6116E7B13C}" srcOrd="0" destOrd="0" parTransId="{37E80D3D-F519-4E77-A468-46FC45E449FC}" sibTransId="{603DF9D1-3318-4DAD-8F05-02A86768D37B}"/>
    <dgm:cxn modelId="{D05015AE-EDB9-4745-ABA9-9ACED728F18E}" type="presOf" srcId="{69F54DEA-E0E4-4565-A4D9-0F6116E7B13C}" destId="{D751B7D9-8F4F-4A17-8DF2-E88B8266605A}" srcOrd="0" destOrd="0" presId="urn:microsoft.com/office/officeart/2018/5/layout/CenteredIconLabelDescriptionList"/>
    <dgm:cxn modelId="{88CA7DB4-983C-4FA7-9505-1C8C8A5653D0}" type="presOf" srcId="{AF8FABC7-A608-4116-902E-96573885BA07}" destId="{D751B7D9-8F4F-4A17-8DF2-E88B8266605A}" srcOrd="0" destOrd="1" presId="urn:microsoft.com/office/officeart/2018/5/layout/CenteredIconLabelDescriptionList"/>
    <dgm:cxn modelId="{2DC67FB5-805C-4E7D-A4CF-15B5D0E9180C}" srcId="{F523E94B-4049-4857-80AA-6AD3D5C65934}" destId="{AF8FABC7-A608-4116-902E-96573885BA07}" srcOrd="1" destOrd="0" parTransId="{63BD8ECF-36A0-4AE1-AD28-10C5B7A02916}" sibTransId="{073A8D61-FAD8-46D6-A914-6E54BD791397}"/>
    <dgm:cxn modelId="{8E2944C4-A08A-4F2F-9607-BECACB611F5F}" srcId="{F523E94B-4049-4857-80AA-6AD3D5C65934}" destId="{F468BB5E-22FB-4068-A964-44E6B7498CC3}" srcOrd="2" destOrd="0" parTransId="{108C2F66-3BE0-4E3A-804B-EA1D2819ADFC}" sibTransId="{D26ED92F-A009-47DC-87C4-694F155B95A2}"/>
    <dgm:cxn modelId="{3A130BCB-16DF-4B03-99B4-A4D511D5495B}" srcId="{37843F9F-5CB0-48CB-9BF2-507C0D07B90A}" destId="{D0F52BAF-C73A-46E4-BA83-B76E7DED0769}" srcOrd="1" destOrd="0" parTransId="{8CAEB566-1B25-4058-BFD1-67DA54E283D5}" sibTransId="{34171534-E4C0-470A-B011-7F94FA42FC72}"/>
    <dgm:cxn modelId="{5C15E8E7-8339-4F07-B62C-39BA6BF25F04}" type="presOf" srcId="{F468BB5E-22FB-4068-A964-44E6B7498CC3}" destId="{D751B7D9-8F4F-4A17-8DF2-E88B8266605A}" srcOrd="0" destOrd="2" presId="urn:microsoft.com/office/officeart/2018/5/layout/CenteredIconLabelDescriptionList"/>
    <dgm:cxn modelId="{999520F8-724B-4E0E-BF44-E22D4E1A928B}" type="presOf" srcId="{F523E94B-4049-4857-80AA-6AD3D5C65934}" destId="{5A5A2F56-4324-4E8E-84BA-A29F2704966C}" srcOrd="0" destOrd="0" presId="urn:microsoft.com/office/officeart/2018/5/layout/CenteredIconLabelDescriptionList"/>
    <dgm:cxn modelId="{BFD41493-C3E2-40F8-975F-3157331F1592}" type="presParOf" srcId="{45AD4B2A-EA7D-41A2-AAB0-FAEFB09A5C8F}" destId="{C1B15DA8-50D4-4AAA-B66C-FAC797C1DBEB}" srcOrd="0" destOrd="0" presId="urn:microsoft.com/office/officeart/2018/5/layout/CenteredIconLabelDescriptionList"/>
    <dgm:cxn modelId="{4439C1C0-5241-460E-9171-3F188EDEEB92}" type="presParOf" srcId="{C1B15DA8-50D4-4AAA-B66C-FAC797C1DBEB}" destId="{50C9593B-7882-4749-908E-DC946E5D810E}" srcOrd="0" destOrd="0" presId="urn:microsoft.com/office/officeart/2018/5/layout/CenteredIconLabelDescriptionList"/>
    <dgm:cxn modelId="{C21B63A7-6896-42C9-B4A7-933289747BC2}" type="presParOf" srcId="{C1B15DA8-50D4-4AAA-B66C-FAC797C1DBEB}" destId="{5044587F-9BB2-4E4B-B25C-6622F78064D4}" srcOrd="1" destOrd="0" presId="urn:microsoft.com/office/officeart/2018/5/layout/CenteredIconLabelDescriptionList"/>
    <dgm:cxn modelId="{85337E4A-9B4E-47E4-A86A-EFE8AA869BC4}" type="presParOf" srcId="{C1B15DA8-50D4-4AAA-B66C-FAC797C1DBEB}" destId="{5A5A2F56-4324-4E8E-84BA-A29F2704966C}" srcOrd="2" destOrd="0" presId="urn:microsoft.com/office/officeart/2018/5/layout/CenteredIconLabelDescriptionList"/>
    <dgm:cxn modelId="{2EFE8226-AA3A-42B6-B9B8-B8490295B643}" type="presParOf" srcId="{C1B15DA8-50D4-4AAA-B66C-FAC797C1DBEB}" destId="{32D52682-9ECD-4FD5-8387-5687000F16A6}" srcOrd="3" destOrd="0" presId="urn:microsoft.com/office/officeart/2018/5/layout/CenteredIconLabelDescriptionList"/>
    <dgm:cxn modelId="{38FD3487-F5A8-4FA4-97F0-88A01E86CC1E}" type="presParOf" srcId="{C1B15DA8-50D4-4AAA-B66C-FAC797C1DBEB}" destId="{D751B7D9-8F4F-4A17-8DF2-E88B8266605A}" srcOrd="4" destOrd="0" presId="urn:microsoft.com/office/officeart/2018/5/layout/CenteredIconLabelDescriptionList"/>
    <dgm:cxn modelId="{EA924EDA-C636-49A3-BEA9-6F52658BC4AA}" type="presParOf" srcId="{45AD4B2A-EA7D-41A2-AAB0-FAEFB09A5C8F}" destId="{B565D8C6-F056-4D47-8D9D-05B8FEE38D59}" srcOrd="1" destOrd="0" presId="urn:microsoft.com/office/officeart/2018/5/layout/CenteredIconLabelDescriptionList"/>
    <dgm:cxn modelId="{DF977FBF-5360-46DD-A74C-D1F073923D17}" type="presParOf" srcId="{45AD4B2A-EA7D-41A2-AAB0-FAEFB09A5C8F}" destId="{38A08AF3-FFB7-4847-BE41-9552EF409CD0}" srcOrd="2" destOrd="0" presId="urn:microsoft.com/office/officeart/2018/5/layout/CenteredIconLabelDescriptionList"/>
    <dgm:cxn modelId="{A8B2F669-9BFC-4EA3-BC9B-75ADA45C863F}" type="presParOf" srcId="{38A08AF3-FFB7-4847-BE41-9552EF409CD0}" destId="{BD6A4472-A4CF-4891-BA85-BCC539574713}" srcOrd="0" destOrd="0" presId="urn:microsoft.com/office/officeart/2018/5/layout/CenteredIconLabelDescriptionList"/>
    <dgm:cxn modelId="{334A669F-B81F-4B7C-87AB-A4F35AABE5D4}" type="presParOf" srcId="{38A08AF3-FFB7-4847-BE41-9552EF409CD0}" destId="{A56C82AD-66D0-4356-AFEA-BABB7E6FCEE2}" srcOrd="1" destOrd="0" presId="urn:microsoft.com/office/officeart/2018/5/layout/CenteredIconLabelDescriptionList"/>
    <dgm:cxn modelId="{736B4967-BFE2-4518-9431-B42AC2CE322D}" type="presParOf" srcId="{38A08AF3-FFB7-4847-BE41-9552EF409CD0}" destId="{FE926530-B601-491E-A374-DE7DD609EBCB}" srcOrd="2" destOrd="0" presId="urn:microsoft.com/office/officeart/2018/5/layout/CenteredIconLabelDescriptionList"/>
    <dgm:cxn modelId="{DBC0F830-5AE4-4F2F-AC57-EDF741EEC565}" type="presParOf" srcId="{38A08AF3-FFB7-4847-BE41-9552EF409CD0}" destId="{32E37E77-ADB5-4303-9B02-0AE477D39F11}" srcOrd="3" destOrd="0" presId="urn:microsoft.com/office/officeart/2018/5/layout/CenteredIconLabelDescriptionList"/>
    <dgm:cxn modelId="{FE025017-D0EE-4AA0-8E1E-0E733DCE8CC7}" type="presParOf" srcId="{38A08AF3-FFB7-4847-BE41-9552EF409CD0}" destId="{E51C54D8-5F5D-4963-92B1-5D294D3E02C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5DBAED9-882F-4673-BD75-F154A7678B2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E33EBFD-C1E5-4A7E-87A0-3C7ABC07D4AB}">
      <dgm:prSet/>
      <dgm:spPr/>
      <dgm:t>
        <a:bodyPr/>
        <a:lstStyle/>
        <a:p>
          <a:r>
            <a:rPr lang="en-US" dirty="0" err="1"/>
            <a:t>Definição</a:t>
          </a:r>
          <a:r>
            <a:rPr lang="en-US" dirty="0"/>
            <a:t> dos </a:t>
          </a:r>
          <a:r>
            <a:rPr lang="en-US" dirty="0" err="1"/>
            <a:t>Grupos</a:t>
          </a:r>
          <a:r>
            <a:rPr lang="en-US" dirty="0"/>
            <a:t> </a:t>
          </a:r>
          <a:r>
            <a:rPr lang="en-US" dirty="0" err="1"/>
            <a:t>Finais</a:t>
          </a:r>
          <a:endParaRPr lang="en-US" dirty="0"/>
        </a:p>
      </dgm:t>
    </dgm:pt>
    <dgm:pt modelId="{3D30F0EA-07FC-4433-96C6-A7509BB4B17B}" type="parTrans" cxnId="{F1F2E9EF-8CDF-4E88-BE3D-9A5360CDFF1D}">
      <dgm:prSet/>
      <dgm:spPr/>
      <dgm:t>
        <a:bodyPr/>
        <a:lstStyle/>
        <a:p>
          <a:endParaRPr lang="en-US"/>
        </a:p>
      </dgm:t>
    </dgm:pt>
    <dgm:pt modelId="{109BBE9B-7BFA-42A0-8C10-1D953DA10BF6}" type="sibTrans" cxnId="{F1F2E9EF-8CDF-4E88-BE3D-9A5360CDFF1D}">
      <dgm:prSet/>
      <dgm:spPr/>
      <dgm:t>
        <a:bodyPr/>
        <a:lstStyle/>
        <a:p>
          <a:endParaRPr lang="en-US"/>
        </a:p>
      </dgm:t>
    </dgm:pt>
    <dgm:pt modelId="{05C5F337-9798-49DF-B7CC-1972CF5BAD2C}">
      <dgm:prSet/>
      <dgm:spPr/>
      <dgm:t>
        <a:bodyPr/>
        <a:lstStyle/>
        <a:p>
          <a:r>
            <a:rPr lang="en-US" dirty="0" err="1"/>
            <a:t>Entregas</a:t>
          </a:r>
          <a:r>
            <a:rPr lang="en-US" dirty="0"/>
            <a:t> do </a:t>
          </a:r>
          <a:r>
            <a:rPr lang="en-US" dirty="0" err="1"/>
            <a:t>Trabalho</a:t>
          </a:r>
          <a:r>
            <a:rPr lang="en-US" dirty="0"/>
            <a:t> Final</a:t>
          </a:r>
        </a:p>
      </dgm:t>
    </dgm:pt>
    <dgm:pt modelId="{60FE783C-B53D-4A7E-BD3A-1D88B66D4807}" type="parTrans" cxnId="{9A2F19F0-8F68-45CC-B338-B5F5C7A4C96E}">
      <dgm:prSet/>
      <dgm:spPr/>
      <dgm:t>
        <a:bodyPr/>
        <a:lstStyle/>
        <a:p>
          <a:endParaRPr lang="en-US"/>
        </a:p>
      </dgm:t>
    </dgm:pt>
    <dgm:pt modelId="{3B636101-7AA7-454A-80D8-64B950ED88C1}" type="sibTrans" cxnId="{9A2F19F0-8F68-45CC-B338-B5F5C7A4C96E}">
      <dgm:prSet/>
      <dgm:spPr/>
      <dgm:t>
        <a:bodyPr/>
        <a:lstStyle/>
        <a:p>
          <a:endParaRPr lang="en-US"/>
        </a:p>
      </dgm:t>
    </dgm:pt>
    <dgm:pt modelId="{B9FC995F-E3E9-44F8-B863-E177EF09C94D}">
      <dgm:prSet/>
      <dgm:spPr/>
      <dgm:t>
        <a:bodyPr/>
        <a:lstStyle/>
        <a:p>
          <a:r>
            <a:rPr lang="en-US" dirty="0"/>
            <a:t>Aula de </a:t>
          </a:r>
          <a:r>
            <a:rPr lang="en-US" dirty="0" err="1"/>
            <a:t>Revisão</a:t>
          </a:r>
          <a:r>
            <a:rPr lang="en-US" dirty="0"/>
            <a:t> – 15/04</a:t>
          </a:r>
        </a:p>
      </dgm:t>
    </dgm:pt>
    <dgm:pt modelId="{D02AB9BC-DE7B-4A1E-959C-EBA8CD416625}" type="parTrans" cxnId="{86A3F007-7DB2-4256-AB5C-1EC31CB34C7F}">
      <dgm:prSet/>
      <dgm:spPr/>
      <dgm:t>
        <a:bodyPr/>
        <a:lstStyle/>
        <a:p>
          <a:endParaRPr lang="en-US"/>
        </a:p>
      </dgm:t>
    </dgm:pt>
    <dgm:pt modelId="{4AB9F2ED-E726-4A07-ACCA-9409671F1CC1}" type="sibTrans" cxnId="{86A3F007-7DB2-4256-AB5C-1EC31CB34C7F}">
      <dgm:prSet/>
      <dgm:spPr/>
      <dgm:t>
        <a:bodyPr/>
        <a:lstStyle/>
        <a:p>
          <a:endParaRPr lang="en-US"/>
        </a:p>
      </dgm:t>
    </dgm:pt>
    <dgm:pt modelId="{3BE68D39-76BE-4CDF-8CAF-96C6B4CDC418}">
      <dgm:prSet/>
      <dgm:spPr/>
      <dgm:t>
        <a:bodyPr/>
        <a:lstStyle/>
        <a:p>
          <a:r>
            <a:rPr lang="en-US" dirty="0"/>
            <a:t>Data da </a:t>
          </a:r>
          <a:r>
            <a:rPr lang="en-US" dirty="0" err="1"/>
            <a:t>Prova</a:t>
          </a:r>
          <a:r>
            <a:rPr lang="en-US" dirty="0"/>
            <a:t> – 29/04</a:t>
          </a:r>
        </a:p>
      </dgm:t>
    </dgm:pt>
    <dgm:pt modelId="{809FDEE6-26B5-419C-895D-129398CEF327}" type="parTrans" cxnId="{488BCEE4-C54C-4706-AFC1-DD085AB57CA3}">
      <dgm:prSet/>
      <dgm:spPr/>
      <dgm:t>
        <a:bodyPr/>
        <a:lstStyle/>
        <a:p>
          <a:endParaRPr lang="en-US"/>
        </a:p>
      </dgm:t>
    </dgm:pt>
    <dgm:pt modelId="{29AA7DD2-9EF6-434E-B610-CCD7028EA431}" type="sibTrans" cxnId="{488BCEE4-C54C-4706-AFC1-DD085AB57CA3}">
      <dgm:prSet/>
      <dgm:spPr/>
      <dgm:t>
        <a:bodyPr/>
        <a:lstStyle/>
        <a:p>
          <a:endParaRPr lang="en-US"/>
        </a:p>
      </dgm:t>
    </dgm:pt>
    <dgm:pt modelId="{70665B32-A79A-46F1-8FB8-AB65646C441C}" type="pres">
      <dgm:prSet presAssocID="{95DBAED9-882F-4673-BD75-F154A7678B26}" presName="linear" presStyleCnt="0">
        <dgm:presLayoutVars>
          <dgm:animLvl val="lvl"/>
          <dgm:resizeHandles val="exact"/>
        </dgm:presLayoutVars>
      </dgm:prSet>
      <dgm:spPr/>
    </dgm:pt>
    <dgm:pt modelId="{78CB00BE-A752-47D5-8093-8758C9342E30}" type="pres">
      <dgm:prSet presAssocID="{6E33EBFD-C1E5-4A7E-87A0-3C7ABC07D4A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4F4F914-7874-4F8A-BB76-EAF08718884D}" type="pres">
      <dgm:prSet presAssocID="{109BBE9B-7BFA-42A0-8C10-1D953DA10BF6}" presName="spacer" presStyleCnt="0"/>
      <dgm:spPr/>
    </dgm:pt>
    <dgm:pt modelId="{6D2AF6FB-08F7-43F6-B074-99C5EE2F2595}" type="pres">
      <dgm:prSet presAssocID="{05C5F337-9798-49DF-B7CC-1972CF5BAD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F1F312-9E4F-4602-ACD1-521A5B0A355B}" type="pres">
      <dgm:prSet presAssocID="{3B636101-7AA7-454A-80D8-64B950ED88C1}" presName="spacer" presStyleCnt="0"/>
      <dgm:spPr/>
    </dgm:pt>
    <dgm:pt modelId="{01A03F0E-7D38-428F-8ECE-F33E8364F4E2}" type="pres">
      <dgm:prSet presAssocID="{B9FC995F-E3E9-44F8-B863-E177EF09C94D}" presName="parentText" presStyleLbl="node1" presStyleIdx="2" presStyleCnt="4" custLinFactNeighborX="0" custLinFactNeighborY="2449">
        <dgm:presLayoutVars>
          <dgm:chMax val="0"/>
          <dgm:bulletEnabled val="1"/>
        </dgm:presLayoutVars>
      </dgm:prSet>
      <dgm:spPr/>
    </dgm:pt>
    <dgm:pt modelId="{7CD261AD-B88C-4F88-91ED-426C3FC5C84E}" type="pres">
      <dgm:prSet presAssocID="{4AB9F2ED-E726-4A07-ACCA-9409671F1CC1}" presName="spacer" presStyleCnt="0"/>
      <dgm:spPr/>
    </dgm:pt>
    <dgm:pt modelId="{06D4B9E0-30D8-42D6-90CD-8A19AD8361F7}" type="pres">
      <dgm:prSet presAssocID="{3BE68D39-76BE-4CDF-8CAF-96C6B4CDC41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A3F007-7DB2-4256-AB5C-1EC31CB34C7F}" srcId="{95DBAED9-882F-4673-BD75-F154A7678B26}" destId="{B9FC995F-E3E9-44F8-B863-E177EF09C94D}" srcOrd="2" destOrd="0" parTransId="{D02AB9BC-DE7B-4A1E-959C-EBA8CD416625}" sibTransId="{4AB9F2ED-E726-4A07-ACCA-9409671F1CC1}"/>
    <dgm:cxn modelId="{11C7D809-C841-479B-BF43-E47C974E5AC3}" type="presOf" srcId="{05C5F337-9798-49DF-B7CC-1972CF5BAD2C}" destId="{6D2AF6FB-08F7-43F6-B074-99C5EE2F2595}" srcOrd="0" destOrd="0" presId="urn:microsoft.com/office/officeart/2005/8/layout/vList2"/>
    <dgm:cxn modelId="{49B1735E-8E73-4149-AAFE-E906576F395A}" type="presOf" srcId="{6E33EBFD-C1E5-4A7E-87A0-3C7ABC07D4AB}" destId="{78CB00BE-A752-47D5-8093-8758C9342E30}" srcOrd="0" destOrd="0" presId="urn:microsoft.com/office/officeart/2005/8/layout/vList2"/>
    <dgm:cxn modelId="{9A26F446-790D-41E4-AADE-ED98DE6832AD}" type="presOf" srcId="{95DBAED9-882F-4673-BD75-F154A7678B26}" destId="{70665B32-A79A-46F1-8FB8-AB65646C441C}" srcOrd="0" destOrd="0" presId="urn:microsoft.com/office/officeart/2005/8/layout/vList2"/>
    <dgm:cxn modelId="{C86B566D-003B-4B0E-A63E-99F5B28D8315}" type="presOf" srcId="{3BE68D39-76BE-4CDF-8CAF-96C6B4CDC418}" destId="{06D4B9E0-30D8-42D6-90CD-8A19AD8361F7}" srcOrd="0" destOrd="0" presId="urn:microsoft.com/office/officeart/2005/8/layout/vList2"/>
    <dgm:cxn modelId="{92B3497F-B06B-4CEC-A2C5-5BBE2FC4E0EC}" type="presOf" srcId="{B9FC995F-E3E9-44F8-B863-E177EF09C94D}" destId="{01A03F0E-7D38-428F-8ECE-F33E8364F4E2}" srcOrd="0" destOrd="0" presId="urn:microsoft.com/office/officeart/2005/8/layout/vList2"/>
    <dgm:cxn modelId="{488BCEE4-C54C-4706-AFC1-DD085AB57CA3}" srcId="{95DBAED9-882F-4673-BD75-F154A7678B26}" destId="{3BE68D39-76BE-4CDF-8CAF-96C6B4CDC418}" srcOrd="3" destOrd="0" parTransId="{809FDEE6-26B5-419C-895D-129398CEF327}" sibTransId="{29AA7DD2-9EF6-434E-B610-CCD7028EA431}"/>
    <dgm:cxn modelId="{F1F2E9EF-8CDF-4E88-BE3D-9A5360CDFF1D}" srcId="{95DBAED9-882F-4673-BD75-F154A7678B26}" destId="{6E33EBFD-C1E5-4A7E-87A0-3C7ABC07D4AB}" srcOrd="0" destOrd="0" parTransId="{3D30F0EA-07FC-4433-96C6-A7509BB4B17B}" sibTransId="{109BBE9B-7BFA-42A0-8C10-1D953DA10BF6}"/>
    <dgm:cxn modelId="{9A2F19F0-8F68-45CC-B338-B5F5C7A4C96E}" srcId="{95DBAED9-882F-4673-BD75-F154A7678B26}" destId="{05C5F337-9798-49DF-B7CC-1972CF5BAD2C}" srcOrd="1" destOrd="0" parTransId="{60FE783C-B53D-4A7E-BD3A-1D88B66D4807}" sibTransId="{3B636101-7AA7-454A-80D8-64B950ED88C1}"/>
    <dgm:cxn modelId="{964B80C7-8433-4F14-A439-7BCC93AA6DA6}" type="presParOf" srcId="{70665B32-A79A-46F1-8FB8-AB65646C441C}" destId="{78CB00BE-A752-47D5-8093-8758C9342E30}" srcOrd="0" destOrd="0" presId="urn:microsoft.com/office/officeart/2005/8/layout/vList2"/>
    <dgm:cxn modelId="{A53B5331-5AC4-4082-9CFE-70804C43F6DE}" type="presParOf" srcId="{70665B32-A79A-46F1-8FB8-AB65646C441C}" destId="{34F4F914-7874-4F8A-BB76-EAF08718884D}" srcOrd="1" destOrd="0" presId="urn:microsoft.com/office/officeart/2005/8/layout/vList2"/>
    <dgm:cxn modelId="{64BA1EB1-E8C8-4835-B274-E6A253E3B6E8}" type="presParOf" srcId="{70665B32-A79A-46F1-8FB8-AB65646C441C}" destId="{6D2AF6FB-08F7-43F6-B074-99C5EE2F2595}" srcOrd="2" destOrd="0" presId="urn:microsoft.com/office/officeart/2005/8/layout/vList2"/>
    <dgm:cxn modelId="{5594D437-3638-4C23-8E4A-77BC6F666A9D}" type="presParOf" srcId="{70665B32-A79A-46F1-8FB8-AB65646C441C}" destId="{FDF1F312-9E4F-4602-ACD1-521A5B0A355B}" srcOrd="3" destOrd="0" presId="urn:microsoft.com/office/officeart/2005/8/layout/vList2"/>
    <dgm:cxn modelId="{BAA210CA-0176-4565-83E2-0EBE5E9B13BA}" type="presParOf" srcId="{70665B32-A79A-46F1-8FB8-AB65646C441C}" destId="{01A03F0E-7D38-428F-8ECE-F33E8364F4E2}" srcOrd="4" destOrd="0" presId="urn:microsoft.com/office/officeart/2005/8/layout/vList2"/>
    <dgm:cxn modelId="{B9CF14E3-2EDB-4FB0-A469-64D42B7F0F16}" type="presParOf" srcId="{70665B32-A79A-46F1-8FB8-AB65646C441C}" destId="{7CD261AD-B88C-4F88-91ED-426C3FC5C84E}" srcOrd="5" destOrd="0" presId="urn:microsoft.com/office/officeart/2005/8/layout/vList2"/>
    <dgm:cxn modelId="{30A5922D-6AA9-4D3D-B950-545D47ABEDDD}" type="presParOf" srcId="{70665B32-A79A-46F1-8FB8-AB65646C441C}" destId="{06D4B9E0-30D8-42D6-90CD-8A19AD8361F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5106C02-82A7-46B1-B47F-06B61E6E798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5B7A39-D99B-4C5B-9AA4-D16ECA3AD078}">
      <dgm:prSet/>
      <dgm:spPr/>
      <dgm:t>
        <a:bodyPr/>
        <a:lstStyle/>
        <a:p>
          <a:r>
            <a:rPr lang="pt-BR" b="0" i="0" dirty="0"/>
            <a:t>1. DIAGNÓSTICO E TEORIZAÇÃO</a:t>
          </a:r>
          <a:endParaRPr lang="en-US" dirty="0"/>
        </a:p>
      </dgm:t>
    </dgm:pt>
    <dgm:pt modelId="{21B0EE1A-C1F4-4794-81A1-8F272ABB052B}" type="parTrans" cxnId="{5F22E713-DC1C-45B1-8539-459D741CC752}">
      <dgm:prSet/>
      <dgm:spPr/>
      <dgm:t>
        <a:bodyPr/>
        <a:lstStyle/>
        <a:p>
          <a:endParaRPr lang="en-US"/>
        </a:p>
      </dgm:t>
    </dgm:pt>
    <dgm:pt modelId="{83FB3260-8DCD-4ABA-85CD-6235FBB8C3D0}" type="sibTrans" cxnId="{5F22E713-DC1C-45B1-8539-459D741CC75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ACD4F02-639F-4FB1-94CA-9E1D666AF1F6}">
      <dgm:prSet/>
      <dgm:spPr/>
      <dgm:t>
        <a:bodyPr/>
        <a:lstStyle/>
        <a:p>
          <a:r>
            <a:rPr lang="pt-BR" b="0" i="0" dirty="0"/>
            <a:t>2. PLANEJAMENTO E DESENVOLVIMENTO DO PROJETO </a:t>
          </a:r>
          <a:endParaRPr lang="en-US" dirty="0"/>
        </a:p>
      </dgm:t>
    </dgm:pt>
    <dgm:pt modelId="{1FF8C0D8-DF10-4A1D-8E3B-04AE1DF96607}" type="parTrans" cxnId="{DC13F284-029A-482D-8817-B933836074A1}">
      <dgm:prSet/>
      <dgm:spPr/>
      <dgm:t>
        <a:bodyPr/>
        <a:lstStyle/>
        <a:p>
          <a:endParaRPr lang="en-US"/>
        </a:p>
      </dgm:t>
    </dgm:pt>
    <dgm:pt modelId="{4B8AC93D-ED83-4524-ACCB-0341F5E91114}" type="sibTrans" cxnId="{DC13F284-029A-482D-8817-B933836074A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7114E93-4C5A-4069-86EC-91D7FE828E22}">
      <dgm:prSet/>
      <dgm:spPr/>
      <dgm:t>
        <a:bodyPr/>
        <a:lstStyle/>
        <a:p>
          <a:r>
            <a:rPr lang="pt-BR" b="0" i="0" dirty="0"/>
            <a:t>3. ENCERRAMENTO DO PROJETO</a:t>
          </a:r>
          <a:endParaRPr lang="en-US" dirty="0"/>
        </a:p>
      </dgm:t>
    </dgm:pt>
    <dgm:pt modelId="{8EAF0698-758F-48B5-832B-7F793E173C58}" type="parTrans" cxnId="{E7C1C3A3-B198-4D77-8E8A-F5E5CDC5F25A}">
      <dgm:prSet/>
      <dgm:spPr/>
      <dgm:t>
        <a:bodyPr/>
        <a:lstStyle/>
        <a:p>
          <a:endParaRPr lang="en-US"/>
        </a:p>
      </dgm:t>
    </dgm:pt>
    <dgm:pt modelId="{68EF11AE-3FC7-448A-9E84-FFAE2FB4C87B}" type="sibTrans" cxnId="{E7C1C3A3-B198-4D77-8E8A-F5E5CDC5F25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D2FFDD4-FB29-4967-8402-CF40425EBF15}">
      <dgm:prSet/>
      <dgm:spPr/>
      <dgm:t>
        <a:bodyPr/>
        <a:lstStyle/>
        <a:p>
          <a:r>
            <a:rPr lang="pt-BR" b="0" i="0" dirty="0"/>
            <a:t>01/04/2025 </a:t>
          </a:r>
          <a:endParaRPr lang="en-US" dirty="0"/>
        </a:p>
      </dgm:t>
    </dgm:pt>
    <dgm:pt modelId="{49B0EFBF-DDB9-471A-9DDF-C18258041862}" type="parTrans" cxnId="{4DAA6A84-E48A-499C-8378-BF75FBBDD525}">
      <dgm:prSet/>
      <dgm:spPr/>
    </dgm:pt>
    <dgm:pt modelId="{C65255C7-6525-4FD6-9C25-9136031BD24C}" type="sibTrans" cxnId="{4DAA6A84-E48A-499C-8378-BF75FBBDD525}">
      <dgm:prSet phldrT="2" phldr="0"/>
      <dgm:spPr/>
    </dgm:pt>
    <dgm:pt modelId="{F2688DE5-4BEE-4B90-BAF1-778ACFB70D91}">
      <dgm:prSet/>
      <dgm:spPr/>
      <dgm:t>
        <a:bodyPr/>
        <a:lstStyle/>
        <a:p>
          <a:r>
            <a:rPr lang="en-US" dirty="0"/>
            <a:t>06/05/2025</a:t>
          </a:r>
        </a:p>
      </dgm:t>
    </dgm:pt>
    <dgm:pt modelId="{F8677A04-6A63-4FCC-B88E-1D7B2345A3F2}" type="parTrans" cxnId="{6DFDED05-54DC-482C-A709-C7D19A6B1B43}">
      <dgm:prSet/>
      <dgm:spPr/>
    </dgm:pt>
    <dgm:pt modelId="{2338F43C-8492-4E45-A2AD-F4335CEC7710}" type="sibTrans" cxnId="{6DFDED05-54DC-482C-A709-C7D19A6B1B43}">
      <dgm:prSet phldrT="3" phldr="0"/>
      <dgm:spPr/>
    </dgm:pt>
    <dgm:pt modelId="{4B87CAC9-A748-466D-9614-448DA4564801}">
      <dgm:prSet/>
      <dgm:spPr/>
      <dgm:t>
        <a:bodyPr/>
        <a:lstStyle/>
        <a:p>
          <a:endParaRPr lang="en-US" dirty="0"/>
        </a:p>
      </dgm:t>
    </dgm:pt>
    <dgm:pt modelId="{DF164E92-7011-4F3D-89B1-0E0F15194AB9}" type="parTrans" cxnId="{BBB91100-A189-4B43-A324-5CDF57E31321}">
      <dgm:prSet/>
      <dgm:spPr/>
    </dgm:pt>
    <dgm:pt modelId="{0BA4D9BC-C66B-42FD-A277-29E4AD432F87}" type="sibTrans" cxnId="{BBB91100-A189-4B43-A324-5CDF57E31321}">
      <dgm:prSet phldrT="4" phldr="0"/>
      <dgm:spPr/>
    </dgm:pt>
    <dgm:pt modelId="{7B88936D-46BE-40B9-9B00-C26ED0022F90}" type="pres">
      <dgm:prSet presAssocID="{15106C02-82A7-46B1-B47F-06B61E6E7982}" presName="Name0" presStyleCnt="0">
        <dgm:presLayoutVars>
          <dgm:animLvl val="lvl"/>
          <dgm:resizeHandles val="exact"/>
        </dgm:presLayoutVars>
      </dgm:prSet>
      <dgm:spPr/>
    </dgm:pt>
    <dgm:pt modelId="{74BB4678-CEF8-4949-B28B-E97C8C84FD82}" type="pres">
      <dgm:prSet presAssocID="{BE5B7A39-D99B-4C5B-9AA4-D16ECA3AD078}" presName="compositeNode" presStyleCnt="0">
        <dgm:presLayoutVars>
          <dgm:bulletEnabled val="1"/>
        </dgm:presLayoutVars>
      </dgm:prSet>
      <dgm:spPr/>
    </dgm:pt>
    <dgm:pt modelId="{44619A38-1E24-4A88-8567-A91EE221F9FB}" type="pres">
      <dgm:prSet presAssocID="{BE5B7A39-D99B-4C5B-9AA4-D16ECA3AD078}" presName="bgRect" presStyleLbl="bgAccFollowNode1" presStyleIdx="0" presStyleCnt="3"/>
      <dgm:spPr/>
    </dgm:pt>
    <dgm:pt modelId="{E1FBBAED-147E-48CB-908B-EFD686A5161F}" type="pres">
      <dgm:prSet presAssocID="{83FB3260-8DCD-4ABA-85CD-6235FBB8C3D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0D1E9FC2-6CDE-44F1-95C9-325454700687}" type="pres">
      <dgm:prSet presAssocID="{BE5B7A39-D99B-4C5B-9AA4-D16ECA3AD078}" presName="bottomLine" presStyleLbl="alignNode1" presStyleIdx="1" presStyleCnt="6">
        <dgm:presLayoutVars/>
      </dgm:prSet>
      <dgm:spPr/>
    </dgm:pt>
    <dgm:pt modelId="{50705C1F-DC36-4D2A-A9C4-26C05196240E}" type="pres">
      <dgm:prSet presAssocID="{BE5B7A39-D99B-4C5B-9AA4-D16ECA3AD078}" presName="nodeText" presStyleLbl="bgAccFollowNode1" presStyleIdx="0" presStyleCnt="3">
        <dgm:presLayoutVars>
          <dgm:bulletEnabled val="1"/>
        </dgm:presLayoutVars>
      </dgm:prSet>
      <dgm:spPr/>
    </dgm:pt>
    <dgm:pt modelId="{040F32BD-9533-42D3-AD09-8DACD4CC1410}" type="pres">
      <dgm:prSet presAssocID="{83FB3260-8DCD-4ABA-85CD-6235FBB8C3D0}" presName="sibTrans" presStyleCnt="0"/>
      <dgm:spPr/>
    </dgm:pt>
    <dgm:pt modelId="{123E3A68-9497-43C7-B09F-21CAC4E99A9C}" type="pres">
      <dgm:prSet presAssocID="{AACD4F02-639F-4FB1-94CA-9E1D666AF1F6}" presName="compositeNode" presStyleCnt="0">
        <dgm:presLayoutVars>
          <dgm:bulletEnabled val="1"/>
        </dgm:presLayoutVars>
      </dgm:prSet>
      <dgm:spPr/>
    </dgm:pt>
    <dgm:pt modelId="{EAC07109-038A-4DC3-8954-8749EC869387}" type="pres">
      <dgm:prSet presAssocID="{AACD4F02-639F-4FB1-94CA-9E1D666AF1F6}" presName="bgRect" presStyleLbl="bgAccFollowNode1" presStyleIdx="1" presStyleCnt="3"/>
      <dgm:spPr/>
    </dgm:pt>
    <dgm:pt modelId="{C6E66F40-6F87-4235-9F4F-6E4BEE84106B}" type="pres">
      <dgm:prSet presAssocID="{4B8AC93D-ED83-4524-ACCB-0341F5E9111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C6EB8F0-29C7-49A1-8957-8CEFBFF7EB0A}" type="pres">
      <dgm:prSet presAssocID="{AACD4F02-639F-4FB1-94CA-9E1D666AF1F6}" presName="bottomLine" presStyleLbl="alignNode1" presStyleIdx="3" presStyleCnt="6">
        <dgm:presLayoutVars/>
      </dgm:prSet>
      <dgm:spPr/>
    </dgm:pt>
    <dgm:pt modelId="{FB15B2FF-EB91-4D67-82A6-4FB3F22F20B0}" type="pres">
      <dgm:prSet presAssocID="{AACD4F02-639F-4FB1-94CA-9E1D666AF1F6}" presName="nodeText" presStyleLbl="bgAccFollowNode1" presStyleIdx="1" presStyleCnt="3">
        <dgm:presLayoutVars>
          <dgm:bulletEnabled val="1"/>
        </dgm:presLayoutVars>
      </dgm:prSet>
      <dgm:spPr/>
    </dgm:pt>
    <dgm:pt modelId="{A8774E96-6880-4ED9-A4F7-A3E7D52C5E2C}" type="pres">
      <dgm:prSet presAssocID="{4B8AC93D-ED83-4524-ACCB-0341F5E91114}" presName="sibTrans" presStyleCnt="0"/>
      <dgm:spPr/>
    </dgm:pt>
    <dgm:pt modelId="{50E0E2AF-9CE0-445F-A631-F422C8FEF274}" type="pres">
      <dgm:prSet presAssocID="{47114E93-4C5A-4069-86EC-91D7FE828E22}" presName="compositeNode" presStyleCnt="0">
        <dgm:presLayoutVars>
          <dgm:bulletEnabled val="1"/>
        </dgm:presLayoutVars>
      </dgm:prSet>
      <dgm:spPr/>
    </dgm:pt>
    <dgm:pt modelId="{9FB927BC-94EA-4F6F-9C3F-05D258DD8A3E}" type="pres">
      <dgm:prSet presAssocID="{47114E93-4C5A-4069-86EC-91D7FE828E22}" presName="bgRect" presStyleLbl="bgAccFollowNode1" presStyleIdx="2" presStyleCnt="3"/>
      <dgm:spPr/>
    </dgm:pt>
    <dgm:pt modelId="{847AA22B-0031-4640-A2ED-04DBF106E399}" type="pres">
      <dgm:prSet presAssocID="{68EF11AE-3FC7-448A-9E84-FFAE2FB4C87B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C7FB18CB-7FCE-4450-939C-1C8367813801}" type="pres">
      <dgm:prSet presAssocID="{47114E93-4C5A-4069-86EC-91D7FE828E22}" presName="bottomLine" presStyleLbl="alignNode1" presStyleIdx="5" presStyleCnt="6">
        <dgm:presLayoutVars/>
      </dgm:prSet>
      <dgm:spPr/>
    </dgm:pt>
    <dgm:pt modelId="{A412F0D8-1C84-4165-A186-0F66B480B7D1}" type="pres">
      <dgm:prSet presAssocID="{47114E93-4C5A-4069-86EC-91D7FE828E22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BBB91100-A189-4B43-A324-5CDF57E31321}" srcId="{47114E93-4C5A-4069-86EC-91D7FE828E22}" destId="{4B87CAC9-A748-466D-9614-448DA4564801}" srcOrd="0" destOrd="0" parTransId="{DF164E92-7011-4F3D-89B1-0E0F15194AB9}" sibTransId="{0BA4D9BC-C66B-42FD-A277-29E4AD432F87}"/>
    <dgm:cxn modelId="{FF037A02-E67C-4C6A-A980-6AC4CFB33B21}" type="presOf" srcId="{BE5B7A39-D99B-4C5B-9AA4-D16ECA3AD078}" destId="{50705C1F-DC36-4D2A-A9C4-26C05196240E}" srcOrd="1" destOrd="0" presId="urn:microsoft.com/office/officeart/2016/7/layout/BasicLinearProcessNumbered"/>
    <dgm:cxn modelId="{6DFDED05-54DC-482C-A709-C7D19A6B1B43}" srcId="{AACD4F02-639F-4FB1-94CA-9E1D666AF1F6}" destId="{F2688DE5-4BEE-4B90-BAF1-778ACFB70D91}" srcOrd="0" destOrd="0" parTransId="{F8677A04-6A63-4FCC-B88E-1D7B2345A3F2}" sibTransId="{2338F43C-8492-4E45-A2AD-F4335CEC7710}"/>
    <dgm:cxn modelId="{74347113-6B9E-4F63-AE53-DE9382E722BB}" type="presOf" srcId="{BE5B7A39-D99B-4C5B-9AA4-D16ECA3AD078}" destId="{44619A38-1E24-4A88-8567-A91EE221F9FB}" srcOrd="0" destOrd="0" presId="urn:microsoft.com/office/officeart/2016/7/layout/BasicLinearProcessNumbered"/>
    <dgm:cxn modelId="{5F22E713-DC1C-45B1-8539-459D741CC752}" srcId="{15106C02-82A7-46B1-B47F-06B61E6E7982}" destId="{BE5B7A39-D99B-4C5B-9AA4-D16ECA3AD078}" srcOrd="0" destOrd="0" parTransId="{21B0EE1A-C1F4-4794-81A1-8F272ABB052B}" sibTransId="{83FB3260-8DCD-4ABA-85CD-6235FBB8C3D0}"/>
    <dgm:cxn modelId="{A1425E16-0722-47C0-AD7A-A09294941E64}" type="presOf" srcId="{15106C02-82A7-46B1-B47F-06B61E6E7982}" destId="{7B88936D-46BE-40B9-9B00-C26ED0022F90}" srcOrd="0" destOrd="0" presId="urn:microsoft.com/office/officeart/2016/7/layout/BasicLinearProcessNumbered"/>
    <dgm:cxn modelId="{43227E34-7E52-4B66-B789-4957826A98B4}" type="presOf" srcId="{47114E93-4C5A-4069-86EC-91D7FE828E22}" destId="{9FB927BC-94EA-4F6F-9C3F-05D258DD8A3E}" srcOrd="0" destOrd="0" presId="urn:microsoft.com/office/officeart/2016/7/layout/BasicLinearProcessNumbered"/>
    <dgm:cxn modelId="{2D071142-24F5-4200-B6C2-A06B5F41BF66}" type="presOf" srcId="{83FB3260-8DCD-4ABA-85CD-6235FBB8C3D0}" destId="{E1FBBAED-147E-48CB-908B-EFD686A5161F}" srcOrd="0" destOrd="0" presId="urn:microsoft.com/office/officeart/2016/7/layout/BasicLinearProcessNumbered"/>
    <dgm:cxn modelId="{E4D83268-E91B-4521-9E22-52C64364A31A}" type="presOf" srcId="{4B87CAC9-A748-466D-9614-448DA4564801}" destId="{A412F0D8-1C84-4165-A186-0F66B480B7D1}" srcOrd="0" destOrd="1" presId="urn:microsoft.com/office/officeart/2016/7/layout/BasicLinearProcessNumbered"/>
    <dgm:cxn modelId="{7F814373-F1A2-4E08-9A73-8F3967810DC3}" type="presOf" srcId="{0D2FFDD4-FB29-4967-8402-CF40425EBF15}" destId="{50705C1F-DC36-4D2A-A9C4-26C05196240E}" srcOrd="0" destOrd="1" presId="urn:microsoft.com/office/officeart/2016/7/layout/BasicLinearProcessNumbered"/>
    <dgm:cxn modelId="{4DAA6A84-E48A-499C-8378-BF75FBBDD525}" srcId="{BE5B7A39-D99B-4C5B-9AA4-D16ECA3AD078}" destId="{0D2FFDD4-FB29-4967-8402-CF40425EBF15}" srcOrd="0" destOrd="0" parTransId="{49B0EFBF-DDB9-471A-9DDF-C18258041862}" sibTransId="{C65255C7-6525-4FD6-9C25-9136031BD24C}"/>
    <dgm:cxn modelId="{DC13F284-029A-482D-8817-B933836074A1}" srcId="{15106C02-82A7-46B1-B47F-06B61E6E7982}" destId="{AACD4F02-639F-4FB1-94CA-9E1D666AF1F6}" srcOrd="1" destOrd="0" parTransId="{1FF8C0D8-DF10-4A1D-8E3B-04AE1DF96607}" sibTransId="{4B8AC93D-ED83-4524-ACCB-0341F5E91114}"/>
    <dgm:cxn modelId="{1A0D938C-2690-4AFD-8E02-2F1E0F373A4A}" type="presOf" srcId="{68EF11AE-3FC7-448A-9E84-FFAE2FB4C87B}" destId="{847AA22B-0031-4640-A2ED-04DBF106E399}" srcOrd="0" destOrd="0" presId="urn:microsoft.com/office/officeart/2016/7/layout/BasicLinearProcessNumbered"/>
    <dgm:cxn modelId="{E7C1C3A3-B198-4D77-8E8A-F5E5CDC5F25A}" srcId="{15106C02-82A7-46B1-B47F-06B61E6E7982}" destId="{47114E93-4C5A-4069-86EC-91D7FE828E22}" srcOrd="2" destOrd="0" parTransId="{8EAF0698-758F-48B5-832B-7F793E173C58}" sibTransId="{68EF11AE-3FC7-448A-9E84-FFAE2FB4C87B}"/>
    <dgm:cxn modelId="{4160B5A9-C344-497B-AC31-DDF74A068186}" type="presOf" srcId="{47114E93-4C5A-4069-86EC-91D7FE828E22}" destId="{A412F0D8-1C84-4165-A186-0F66B480B7D1}" srcOrd="1" destOrd="0" presId="urn:microsoft.com/office/officeart/2016/7/layout/BasicLinearProcessNumbered"/>
    <dgm:cxn modelId="{1125EEB6-E2E0-4862-83D0-2810C403B52D}" type="presOf" srcId="{AACD4F02-639F-4FB1-94CA-9E1D666AF1F6}" destId="{EAC07109-038A-4DC3-8954-8749EC869387}" srcOrd="0" destOrd="0" presId="urn:microsoft.com/office/officeart/2016/7/layout/BasicLinearProcessNumbered"/>
    <dgm:cxn modelId="{0BC252C3-EC6B-4CD9-97BC-6523C5E98E57}" type="presOf" srcId="{4B8AC93D-ED83-4524-ACCB-0341F5E91114}" destId="{C6E66F40-6F87-4235-9F4F-6E4BEE84106B}" srcOrd="0" destOrd="0" presId="urn:microsoft.com/office/officeart/2016/7/layout/BasicLinearProcessNumbered"/>
    <dgm:cxn modelId="{BD1339C5-FDDF-4B35-BACB-C536F8F20DC5}" type="presOf" srcId="{F2688DE5-4BEE-4B90-BAF1-778ACFB70D91}" destId="{FB15B2FF-EB91-4D67-82A6-4FB3F22F20B0}" srcOrd="0" destOrd="1" presId="urn:microsoft.com/office/officeart/2016/7/layout/BasicLinearProcessNumbered"/>
    <dgm:cxn modelId="{0F4E04C8-59AA-4041-9B4F-AD7AD57A6015}" type="presOf" srcId="{AACD4F02-639F-4FB1-94CA-9E1D666AF1F6}" destId="{FB15B2FF-EB91-4D67-82A6-4FB3F22F20B0}" srcOrd="1" destOrd="0" presId="urn:microsoft.com/office/officeart/2016/7/layout/BasicLinearProcessNumbered"/>
    <dgm:cxn modelId="{81AE9BDB-DC9C-475E-AF21-76B2E73A0AF5}" type="presParOf" srcId="{7B88936D-46BE-40B9-9B00-C26ED0022F90}" destId="{74BB4678-CEF8-4949-B28B-E97C8C84FD82}" srcOrd="0" destOrd="0" presId="urn:microsoft.com/office/officeart/2016/7/layout/BasicLinearProcessNumbered"/>
    <dgm:cxn modelId="{8CBC9657-7350-4B03-B607-C98C2FB72F43}" type="presParOf" srcId="{74BB4678-CEF8-4949-B28B-E97C8C84FD82}" destId="{44619A38-1E24-4A88-8567-A91EE221F9FB}" srcOrd="0" destOrd="0" presId="urn:microsoft.com/office/officeart/2016/7/layout/BasicLinearProcessNumbered"/>
    <dgm:cxn modelId="{956A1A4A-D2FA-48C6-94C3-8DF17168C5EB}" type="presParOf" srcId="{74BB4678-CEF8-4949-B28B-E97C8C84FD82}" destId="{E1FBBAED-147E-48CB-908B-EFD686A5161F}" srcOrd="1" destOrd="0" presId="urn:microsoft.com/office/officeart/2016/7/layout/BasicLinearProcessNumbered"/>
    <dgm:cxn modelId="{E206DA48-0724-4811-8DB0-8596B5842776}" type="presParOf" srcId="{74BB4678-CEF8-4949-B28B-E97C8C84FD82}" destId="{0D1E9FC2-6CDE-44F1-95C9-325454700687}" srcOrd="2" destOrd="0" presId="urn:microsoft.com/office/officeart/2016/7/layout/BasicLinearProcessNumbered"/>
    <dgm:cxn modelId="{1A44631D-F610-445A-8036-240D95E1A182}" type="presParOf" srcId="{74BB4678-CEF8-4949-B28B-E97C8C84FD82}" destId="{50705C1F-DC36-4D2A-A9C4-26C05196240E}" srcOrd="3" destOrd="0" presId="urn:microsoft.com/office/officeart/2016/7/layout/BasicLinearProcessNumbered"/>
    <dgm:cxn modelId="{323F1405-0EC6-4006-8EE4-F408AF1D437B}" type="presParOf" srcId="{7B88936D-46BE-40B9-9B00-C26ED0022F90}" destId="{040F32BD-9533-42D3-AD09-8DACD4CC1410}" srcOrd="1" destOrd="0" presId="urn:microsoft.com/office/officeart/2016/7/layout/BasicLinearProcessNumbered"/>
    <dgm:cxn modelId="{181ED1B5-0B93-422D-BEB6-94BE0EDA51BA}" type="presParOf" srcId="{7B88936D-46BE-40B9-9B00-C26ED0022F90}" destId="{123E3A68-9497-43C7-B09F-21CAC4E99A9C}" srcOrd="2" destOrd="0" presId="urn:microsoft.com/office/officeart/2016/7/layout/BasicLinearProcessNumbered"/>
    <dgm:cxn modelId="{835B7415-0FF7-42A4-A3AA-5903576450F0}" type="presParOf" srcId="{123E3A68-9497-43C7-B09F-21CAC4E99A9C}" destId="{EAC07109-038A-4DC3-8954-8749EC869387}" srcOrd="0" destOrd="0" presId="urn:microsoft.com/office/officeart/2016/7/layout/BasicLinearProcessNumbered"/>
    <dgm:cxn modelId="{2466D61D-78FC-45AF-B054-ECA340406290}" type="presParOf" srcId="{123E3A68-9497-43C7-B09F-21CAC4E99A9C}" destId="{C6E66F40-6F87-4235-9F4F-6E4BEE84106B}" srcOrd="1" destOrd="0" presId="urn:microsoft.com/office/officeart/2016/7/layout/BasicLinearProcessNumbered"/>
    <dgm:cxn modelId="{57F8E674-F150-4253-A96A-8589C1FE01A0}" type="presParOf" srcId="{123E3A68-9497-43C7-B09F-21CAC4E99A9C}" destId="{6C6EB8F0-29C7-49A1-8957-8CEFBFF7EB0A}" srcOrd="2" destOrd="0" presId="urn:microsoft.com/office/officeart/2016/7/layout/BasicLinearProcessNumbered"/>
    <dgm:cxn modelId="{158E5841-5419-4A05-B0AF-008B6A96D779}" type="presParOf" srcId="{123E3A68-9497-43C7-B09F-21CAC4E99A9C}" destId="{FB15B2FF-EB91-4D67-82A6-4FB3F22F20B0}" srcOrd="3" destOrd="0" presId="urn:microsoft.com/office/officeart/2016/7/layout/BasicLinearProcessNumbered"/>
    <dgm:cxn modelId="{B5F7B11A-9CF8-45D8-9DC0-D01712ABDB1D}" type="presParOf" srcId="{7B88936D-46BE-40B9-9B00-C26ED0022F90}" destId="{A8774E96-6880-4ED9-A4F7-A3E7D52C5E2C}" srcOrd="3" destOrd="0" presId="urn:microsoft.com/office/officeart/2016/7/layout/BasicLinearProcessNumbered"/>
    <dgm:cxn modelId="{71A53333-C71C-4AB4-89CC-E1D257EACE93}" type="presParOf" srcId="{7B88936D-46BE-40B9-9B00-C26ED0022F90}" destId="{50E0E2AF-9CE0-445F-A631-F422C8FEF274}" srcOrd="4" destOrd="0" presId="urn:microsoft.com/office/officeart/2016/7/layout/BasicLinearProcessNumbered"/>
    <dgm:cxn modelId="{631E7538-BA2B-4371-8EF5-28FF964295DE}" type="presParOf" srcId="{50E0E2AF-9CE0-445F-A631-F422C8FEF274}" destId="{9FB927BC-94EA-4F6F-9C3F-05D258DD8A3E}" srcOrd="0" destOrd="0" presId="urn:microsoft.com/office/officeart/2016/7/layout/BasicLinearProcessNumbered"/>
    <dgm:cxn modelId="{1D9608B0-AC13-4F8F-85A6-F72B614AB9CA}" type="presParOf" srcId="{50E0E2AF-9CE0-445F-A631-F422C8FEF274}" destId="{847AA22B-0031-4640-A2ED-04DBF106E399}" srcOrd="1" destOrd="0" presId="urn:microsoft.com/office/officeart/2016/7/layout/BasicLinearProcessNumbered"/>
    <dgm:cxn modelId="{5BE88330-C5BF-4D87-BF67-A7D00531C3E3}" type="presParOf" srcId="{50E0E2AF-9CE0-445F-A631-F422C8FEF274}" destId="{C7FB18CB-7FCE-4450-939C-1C8367813801}" srcOrd="2" destOrd="0" presId="urn:microsoft.com/office/officeart/2016/7/layout/BasicLinearProcessNumbered"/>
    <dgm:cxn modelId="{6433030D-D85A-48D1-9BB1-9866BA3F7765}" type="presParOf" srcId="{50E0E2AF-9CE0-445F-A631-F422C8FEF274}" destId="{A412F0D8-1C84-4165-A186-0F66B480B7D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8622E4B-00F6-4E79-97FC-4B3A5AB7D2D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4700D7-C640-489A-8700-7F96237FEA2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Destaques e Reflexões Finais</a:t>
          </a:r>
          <a:endParaRPr lang="en-US"/>
        </a:p>
      </dgm:t>
    </dgm:pt>
    <dgm:pt modelId="{19E0E312-9C8D-495A-B088-395EB78CECE3}" type="parTrans" cxnId="{34E2F0B8-A3FE-48FD-91B4-47AE12423F6A}">
      <dgm:prSet/>
      <dgm:spPr/>
      <dgm:t>
        <a:bodyPr/>
        <a:lstStyle/>
        <a:p>
          <a:endParaRPr lang="en-US"/>
        </a:p>
      </dgm:t>
    </dgm:pt>
    <dgm:pt modelId="{0BE3E63E-D287-43A1-A2C9-2147FBDC6A0A}" type="sibTrans" cxnId="{34E2F0B8-A3FE-48FD-91B4-47AE12423F6A}">
      <dgm:prSet/>
      <dgm:spPr/>
      <dgm:t>
        <a:bodyPr/>
        <a:lstStyle/>
        <a:p>
          <a:endParaRPr lang="en-US"/>
        </a:p>
      </dgm:t>
    </dgm:pt>
    <dgm:pt modelId="{1929DA94-14A5-44E9-A162-40B9BAED329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- Recapitulação dos principais conceitos abordados</a:t>
          </a:r>
          <a:endParaRPr lang="en-US"/>
        </a:p>
      </dgm:t>
    </dgm:pt>
    <dgm:pt modelId="{C7F6492F-1523-4D99-ACA2-E148F9341CF2}" type="parTrans" cxnId="{9C32952B-05CE-4E7F-A3C2-E37660D6B58D}">
      <dgm:prSet/>
      <dgm:spPr/>
      <dgm:t>
        <a:bodyPr/>
        <a:lstStyle/>
        <a:p>
          <a:endParaRPr lang="en-US"/>
        </a:p>
      </dgm:t>
    </dgm:pt>
    <dgm:pt modelId="{922C7CD4-05DF-4991-8166-FECF9B5A2D39}" type="sibTrans" cxnId="{9C32952B-05CE-4E7F-A3C2-E37660D6B58D}">
      <dgm:prSet/>
      <dgm:spPr/>
      <dgm:t>
        <a:bodyPr/>
        <a:lstStyle/>
        <a:p>
          <a:endParaRPr lang="en-US"/>
        </a:p>
      </dgm:t>
    </dgm:pt>
    <dgm:pt modelId="{95B9A135-9909-4951-AF37-935A0211759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- Importância da modelagem adequada dos dados</a:t>
          </a:r>
          <a:endParaRPr lang="en-US" dirty="0"/>
        </a:p>
      </dgm:t>
    </dgm:pt>
    <dgm:pt modelId="{3EAA622E-6ED9-4BC2-AB15-C5297355AE0A}" type="parTrans" cxnId="{1AEAC9E8-5378-4C16-BC4B-56362D0ACEE3}">
      <dgm:prSet/>
      <dgm:spPr/>
      <dgm:t>
        <a:bodyPr/>
        <a:lstStyle/>
        <a:p>
          <a:endParaRPr lang="en-US"/>
        </a:p>
      </dgm:t>
    </dgm:pt>
    <dgm:pt modelId="{3E6F8AD5-97A7-414A-B357-D1E056E0DE3A}" type="sibTrans" cxnId="{1AEAC9E8-5378-4C16-BC4B-56362D0ACEE3}">
      <dgm:prSet/>
      <dgm:spPr/>
      <dgm:t>
        <a:bodyPr/>
        <a:lstStyle/>
        <a:p>
          <a:endParaRPr lang="en-US"/>
        </a:p>
      </dgm:t>
    </dgm:pt>
    <dgm:pt modelId="{6D1B178C-5F81-4A8F-AB32-1BA70502F485}" type="pres">
      <dgm:prSet presAssocID="{08622E4B-00F6-4E79-97FC-4B3A5AB7D2DF}" presName="root" presStyleCnt="0">
        <dgm:presLayoutVars>
          <dgm:dir/>
          <dgm:resizeHandles val="exact"/>
        </dgm:presLayoutVars>
      </dgm:prSet>
      <dgm:spPr/>
    </dgm:pt>
    <dgm:pt modelId="{9CE78A9D-178D-4517-8C76-0CA7353F23E3}" type="pres">
      <dgm:prSet presAssocID="{724700D7-C640-489A-8700-7F96237FEA25}" presName="compNode" presStyleCnt="0"/>
      <dgm:spPr/>
    </dgm:pt>
    <dgm:pt modelId="{522E9354-93FE-48B9-BF93-65D85CE31714}" type="pres">
      <dgm:prSet presAssocID="{724700D7-C640-489A-8700-7F96237FEA25}" presName="bgRect" presStyleLbl="bgShp" presStyleIdx="0" presStyleCnt="3" custLinFactY="-78342" custLinFactNeighborX="3335" custLinFactNeighborY="-100000"/>
      <dgm:spPr/>
    </dgm:pt>
    <dgm:pt modelId="{E38B8459-D684-450E-B3FD-3345A1D42206}" type="pres">
      <dgm:prSet presAssocID="{724700D7-C640-489A-8700-7F96237FEA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oféu"/>
        </a:ext>
      </dgm:extLst>
    </dgm:pt>
    <dgm:pt modelId="{93FF6DFC-3961-408B-997B-1D6E8BC7A6A5}" type="pres">
      <dgm:prSet presAssocID="{724700D7-C640-489A-8700-7F96237FEA25}" presName="spaceRect" presStyleCnt="0"/>
      <dgm:spPr/>
    </dgm:pt>
    <dgm:pt modelId="{428DE3E2-B4D0-4CE5-B4FA-CFE60C7ED70B}" type="pres">
      <dgm:prSet presAssocID="{724700D7-C640-489A-8700-7F96237FEA25}" presName="parTx" presStyleLbl="revTx" presStyleIdx="0" presStyleCnt="3">
        <dgm:presLayoutVars>
          <dgm:chMax val="0"/>
          <dgm:chPref val="0"/>
        </dgm:presLayoutVars>
      </dgm:prSet>
      <dgm:spPr/>
    </dgm:pt>
    <dgm:pt modelId="{B144112A-E74F-4817-B5F8-2B7B73D3E7FE}" type="pres">
      <dgm:prSet presAssocID="{0BE3E63E-D287-43A1-A2C9-2147FBDC6A0A}" presName="sibTrans" presStyleCnt="0"/>
      <dgm:spPr/>
    </dgm:pt>
    <dgm:pt modelId="{DE5D5798-AB30-4D49-B948-E7D1C1EBAB70}" type="pres">
      <dgm:prSet presAssocID="{1929DA94-14A5-44E9-A162-40B9BAED3295}" presName="compNode" presStyleCnt="0"/>
      <dgm:spPr/>
    </dgm:pt>
    <dgm:pt modelId="{89F8D708-EC3D-4E4E-9654-F70F5AFCAE8A}" type="pres">
      <dgm:prSet presAssocID="{1929DA94-14A5-44E9-A162-40B9BAED3295}" presName="bgRect" presStyleLbl="bgShp" presStyleIdx="1" presStyleCnt="3"/>
      <dgm:spPr/>
    </dgm:pt>
    <dgm:pt modelId="{1D9DE254-61D9-4087-875B-FB3E8DCD530C}" type="pres">
      <dgm:prSet presAssocID="{1929DA94-14A5-44E9-A162-40B9BAED32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7D686E59-11AD-48AA-8C86-65144B19A83F}" type="pres">
      <dgm:prSet presAssocID="{1929DA94-14A5-44E9-A162-40B9BAED3295}" presName="spaceRect" presStyleCnt="0"/>
      <dgm:spPr/>
    </dgm:pt>
    <dgm:pt modelId="{B7E29ABA-E046-4FFD-9D91-464475F9FF74}" type="pres">
      <dgm:prSet presAssocID="{1929DA94-14A5-44E9-A162-40B9BAED3295}" presName="parTx" presStyleLbl="revTx" presStyleIdx="1" presStyleCnt="3">
        <dgm:presLayoutVars>
          <dgm:chMax val="0"/>
          <dgm:chPref val="0"/>
        </dgm:presLayoutVars>
      </dgm:prSet>
      <dgm:spPr/>
    </dgm:pt>
    <dgm:pt modelId="{4C00BF51-0CC8-4A89-A176-50EF8287CB71}" type="pres">
      <dgm:prSet presAssocID="{922C7CD4-05DF-4991-8166-FECF9B5A2D39}" presName="sibTrans" presStyleCnt="0"/>
      <dgm:spPr/>
    </dgm:pt>
    <dgm:pt modelId="{A1643A1F-3474-4E42-A023-D5AEEE5329E7}" type="pres">
      <dgm:prSet presAssocID="{95B9A135-9909-4951-AF37-935A02117594}" presName="compNode" presStyleCnt="0"/>
      <dgm:spPr/>
    </dgm:pt>
    <dgm:pt modelId="{AF79A62F-9270-48FF-9E76-A2CE9EC5A999}" type="pres">
      <dgm:prSet presAssocID="{95B9A135-9909-4951-AF37-935A02117594}" presName="bgRect" presStyleLbl="bgShp" presStyleIdx="2" presStyleCnt="3"/>
      <dgm:spPr/>
    </dgm:pt>
    <dgm:pt modelId="{2452106F-E032-49DB-8188-F466CD7781AD}" type="pres">
      <dgm:prSet presAssocID="{95B9A135-9909-4951-AF37-935A0211759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F37E15C1-6A92-4874-ACD1-207A682ABC33}" type="pres">
      <dgm:prSet presAssocID="{95B9A135-9909-4951-AF37-935A02117594}" presName="spaceRect" presStyleCnt="0"/>
      <dgm:spPr/>
    </dgm:pt>
    <dgm:pt modelId="{B65ACC02-AF15-4705-9902-361BE44F7824}" type="pres">
      <dgm:prSet presAssocID="{95B9A135-9909-4951-AF37-935A0211759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EC71A1F-3DEF-4393-ABE7-9EF8067D7D40}" type="presOf" srcId="{08622E4B-00F6-4E79-97FC-4B3A5AB7D2DF}" destId="{6D1B178C-5F81-4A8F-AB32-1BA70502F485}" srcOrd="0" destOrd="0" presId="urn:microsoft.com/office/officeart/2018/2/layout/IconVerticalSolidList"/>
    <dgm:cxn modelId="{71219B24-F2AC-4C8C-8BC3-742304ADAC77}" type="presOf" srcId="{95B9A135-9909-4951-AF37-935A02117594}" destId="{B65ACC02-AF15-4705-9902-361BE44F7824}" srcOrd="0" destOrd="0" presId="urn:microsoft.com/office/officeart/2018/2/layout/IconVerticalSolidList"/>
    <dgm:cxn modelId="{9C32952B-05CE-4E7F-A3C2-E37660D6B58D}" srcId="{08622E4B-00F6-4E79-97FC-4B3A5AB7D2DF}" destId="{1929DA94-14A5-44E9-A162-40B9BAED3295}" srcOrd="1" destOrd="0" parTransId="{C7F6492F-1523-4D99-ACA2-E148F9341CF2}" sibTransId="{922C7CD4-05DF-4991-8166-FECF9B5A2D39}"/>
    <dgm:cxn modelId="{5AC65E2E-0D82-4728-9A4D-46A697DE5255}" type="presOf" srcId="{724700D7-C640-489A-8700-7F96237FEA25}" destId="{428DE3E2-B4D0-4CE5-B4FA-CFE60C7ED70B}" srcOrd="0" destOrd="0" presId="urn:microsoft.com/office/officeart/2018/2/layout/IconVerticalSolidList"/>
    <dgm:cxn modelId="{34E2F0B8-A3FE-48FD-91B4-47AE12423F6A}" srcId="{08622E4B-00F6-4E79-97FC-4B3A5AB7D2DF}" destId="{724700D7-C640-489A-8700-7F96237FEA25}" srcOrd="0" destOrd="0" parTransId="{19E0E312-9C8D-495A-B088-395EB78CECE3}" sibTransId="{0BE3E63E-D287-43A1-A2C9-2147FBDC6A0A}"/>
    <dgm:cxn modelId="{0D7DE8D5-E0B5-4B87-9BBC-19B88381FF18}" type="presOf" srcId="{1929DA94-14A5-44E9-A162-40B9BAED3295}" destId="{B7E29ABA-E046-4FFD-9D91-464475F9FF74}" srcOrd="0" destOrd="0" presId="urn:microsoft.com/office/officeart/2018/2/layout/IconVerticalSolidList"/>
    <dgm:cxn modelId="{1AEAC9E8-5378-4C16-BC4B-56362D0ACEE3}" srcId="{08622E4B-00F6-4E79-97FC-4B3A5AB7D2DF}" destId="{95B9A135-9909-4951-AF37-935A02117594}" srcOrd="2" destOrd="0" parTransId="{3EAA622E-6ED9-4BC2-AB15-C5297355AE0A}" sibTransId="{3E6F8AD5-97A7-414A-B357-D1E056E0DE3A}"/>
    <dgm:cxn modelId="{FB04B1E3-1E95-40E7-B7A1-A73AD5B9B88E}" type="presParOf" srcId="{6D1B178C-5F81-4A8F-AB32-1BA70502F485}" destId="{9CE78A9D-178D-4517-8C76-0CA7353F23E3}" srcOrd="0" destOrd="0" presId="urn:microsoft.com/office/officeart/2018/2/layout/IconVerticalSolidList"/>
    <dgm:cxn modelId="{35A6E06E-0BC2-4947-B56C-44BFA25B0BF4}" type="presParOf" srcId="{9CE78A9D-178D-4517-8C76-0CA7353F23E3}" destId="{522E9354-93FE-48B9-BF93-65D85CE31714}" srcOrd="0" destOrd="0" presId="urn:microsoft.com/office/officeart/2018/2/layout/IconVerticalSolidList"/>
    <dgm:cxn modelId="{B40845BC-A504-4B5C-BB3C-7011AD346ED7}" type="presParOf" srcId="{9CE78A9D-178D-4517-8C76-0CA7353F23E3}" destId="{E38B8459-D684-450E-B3FD-3345A1D42206}" srcOrd="1" destOrd="0" presId="urn:microsoft.com/office/officeart/2018/2/layout/IconVerticalSolidList"/>
    <dgm:cxn modelId="{701312B3-07BD-44D5-B01D-A64B99766FBB}" type="presParOf" srcId="{9CE78A9D-178D-4517-8C76-0CA7353F23E3}" destId="{93FF6DFC-3961-408B-997B-1D6E8BC7A6A5}" srcOrd="2" destOrd="0" presId="urn:microsoft.com/office/officeart/2018/2/layout/IconVerticalSolidList"/>
    <dgm:cxn modelId="{66B21380-B65C-4EAD-8836-D0F4F535BECB}" type="presParOf" srcId="{9CE78A9D-178D-4517-8C76-0CA7353F23E3}" destId="{428DE3E2-B4D0-4CE5-B4FA-CFE60C7ED70B}" srcOrd="3" destOrd="0" presId="urn:microsoft.com/office/officeart/2018/2/layout/IconVerticalSolidList"/>
    <dgm:cxn modelId="{6D737C39-65C5-4B6C-AA50-6C5A2F9B77CB}" type="presParOf" srcId="{6D1B178C-5F81-4A8F-AB32-1BA70502F485}" destId="{B144112A-E74F-4817-B5F8-2B7B73D3E7FE}" srcOrd="1" destOrd="0" presId="urn:microsoft.com/office/officeart/2018/2/layout/IconVerticalSolidList"/>
    <dgm:cxn modelId="{C9BE02F3-9665-448E-93EA-E3E4052D8218}" type="presParOf" srcId="{6D1B178C-5F81-4A8F-AB32-1BA70502F485}" destId="{DE5D5798-AB30-4D49-B948-E7D1C1EBAB70}" srcOrd="2" destOrd="0" presId="urn:microsoft.com/office/officeart/2018/2/layout/IconVerticalSolidList"/>
    <dgm:cxn modelId="{E8D5254A-2747-4FF8-8C5F-352F68997D86}" type="presParOf" srcId="{DE5D5798-AB30-4D49-B948-E7D1C1EBAB70}" destId="{89F8D708-EC3D-4E4E-9654-F70F5AFCAE8A}" srcOrd="0" destOrd="0" presId="urn:microsoft.com/office/officeart/2018/2/layout/IconVerticalSolidList"/>
    <dgm:cxn modelId="{5D871EF4-7C3F-408F-8C73-7E48305EB842}" type="presParOf" srcId="{DE5D5798-AB30-4D49-B948-E7D1C1EBAB70}" destId="{1D9DE254-61D9-4087-875B-FB3E8DCD530C}" srcOrd="1" destOrd="0" presId="urn:microsoft.com/office/officeart/2018/2/layout/IconVerticalSolidList"/>
    <dgm:cxn modelId="{590A8F91-18AC-4BC3-8B7E-54EC80418A23}" type="presParOf" srcId="{DE5D5798-AB30-4D49-B948-E7D1C1EBAB70}" destId="{7D686E59-11AD-48AA-8C86-65144B19A83F}" srcOrd="2" destOrd="0" presId="urn:microsoft.com/office/officeart/2018/2/layout/IconVerticalSolidList"/>
    <dgm:cxn modelId="{588CEF4C-B2DF-4549-B752-BC630FF55A32}" type="presParOf" srcId="{DE5D5798-AB30-4D49-B948-E7D1C1EBAB70}" destId="{B7E29ABA-E046-4FFD-9D91-464475F9FF74}" srcOrd="3" destOrd="0" presId="urn:microsoft.com/office/officeart/2018/2/layout/IconVerticalSolidList"/>
    <dgm:cxn modelId="{E56957C4-3DC3-49A9-9D1C-ECAA5DAF55F4}" type="presParOf" srcId="{6D1B178C-5F81-4A8F-AB32-1BA70502F485}" destId="{4C00BF51-0CC8-4A89-A176-50EF8287CB71}" srcOrd="3" destOrd="0" presId="urn:microsoft.com/office/officeart/2018/2/layout/IconVerticalSolidList"/>
    <dgm:cxn modelId="{65E7DDD7-8E7E-44E0-BB51-B0C339F66DA6}" type="presParOf" srcId="{6D1B178C-5F81-4A8F-AB32-1BA70502F485}" destId="{A1643A1F-3474-4E42-A023-D5AEEE5329E7}" srcOrd="4" destOrd="0" presId="urn:microsoft.com/office/officeart/2018/2/layout/IconVerticalSolidList"/>
    <dgm:cxn modelId="{57CEBD0F-A7E4-4B1A-8755-238CD6E785E3}" type="presParOf" srcId="{A1643A1F-3474-4E42-A023-D5AEEE5329E7}" destId="{AF79A62F-9270-48FF-9E76-A2CE9EC5A999}" srcOrd="0" destOrd="0" presId="urn:microsoft.com/office/officeart/2018/2/layout/IconVerticalSolidList"/>
    <dgm:cxn modelId="{3CF8D07B-1C62-4566-B20C-C8166A1C2CB5}" type="presParOf" srcId="{A1643A1F-3474-4E42-A023-D5AEEE5329E7}" destId="{2452106F-E032-49DB-8188-F466CD7781AD}" srcOrd="1" destOrd="0" presId="urn:microsoft.com/office/officeart/2018/2/layout/IconVerticalSolidList"/>
    <dgm:cxn modelId="{1D9DBEDE-6406-4557-9A1A-2BC60FE5F46C}" type="presParOf" srcId="{A1643A1F-3474-4E42-A023-D5AEEE5329E7}" destId="{F37E15C1-6A92-4874-ACD1-207A682ABC33}" srcOrd="2" destOrd="0" presId="urn:microsoft.com/office/officeart/2018/2/layout/IconVerticalSolidList"/>
    <dgm:cxn modelId="{8D44C575-F61F-4884-941E-7729CA4373DE}" type="presParOf" srcId="{A1643A1F-3474-4E42-A023-D5AEEE5329E7}" destId="{B65ACC02-AF15-4705-9902-361BE44F78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0B468-6302-4290-8032-3598F74A0077}">
      <dsp:nvSpPr>
        <dsp:cNvPr id="0" name=""/>
        <dsp:cNvSpPr/>
      </dsp:nvSpPr>
      <dsp:spPr>
        <a:xfrm>
          <a:off x="-120099" y="26258"/>
          <a:ext cx="5320511" cy="4430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0FDDAC-7187-4CF9-BB68-4A9B70C42CED}">
      <dsp:nvSpPr>
        <dsp:cNvPr id="0" name=""/>
        <dsp:cNvSpPr/>
      </dsp:nvSpPr>
      <dsp:spPr>
        <a:xfrm>
          <a:off x="13933" y="125952"/>
          <a:ext cx="244173" cy="2436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07483-3135-49F2-9158-53D1F6D1C0A3}">
      <dsp:nvSpPr>
        <dsp:cNvPr id="0" name=""/>
        <dsp:cNvSpPr/>
      </dsp:nvSpPr>
      <dsp:spPr>
        <a:xfrm>
          <a:off x="392139" y="26258"/>
          <a:ext cx="4799871" cy="45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58" tIns="48358" rIns="48358" bIns="4835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i="0" kern="1200" baseline="0"/>
            <a:t>Objetivo da Aula</a:t>
          </a:r>
          <a:r>
            <a:rPr lang="pt-BR" sz="1200" b="0" i="0" kern="1200" baseline="0"/>
            <a:t> </a:t>
          </a:r>
          <a:endParaRPr lang="en-US" sz="1200" kern="1200"/>
        </a:p>
      </dsp:txBody>
      <dsp:txXfrm>
        <a:off x="392139" y="26258"/>
        <a:ext cx="4799871" cy="456930"/>
      </dsp:txXfrm>
    </dsp:sp>
    <dsp:sp modelId="{9D7CFCD0-36CE-4A1D-B915-52A584450E3A}">
      <dsp:nvSpPr>
        <dsp:cNvPr id="0" name=""/>
        <dsp:cNvSpPr/>
      </dsp:nvSpPr>
      <dsp:spPr>
        <a:xfrm>
          <a:off x="-120099" y="597421"/>
          <a:ext cx="5320511" cy="4430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E44E7-182A-4725-A532-8FD79D08E96E}">
      <dsp:nvSpPr>
        <dsp:cNvPr id="0" name=""/>
        <dsp:cNvSpPr/>
      </dsp:nvSpPr>
      <dsp:spPr>
        <a:xfrm>
          <a:off x="13933" y="697115"/>
          <a:ext cx="244173" cy="2436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5FF28-F948-4D89-8C31-475725D61BBC}">
      <dsp:nvSpPr>
        <dsp:cNvPr id="0" name=""/>
        <dsp:cNvSpPr/>
      </dsp:nvSpPr>
      <dsp:spPr>
        <a:xfrm>
          <a:off x="392139" y="597421"/>
          <a:ext cx="4799871" cy="45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58" tIns="48358" rIns="48358" bIns="4835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i="0" kern="1200" baseline="0"/>
            <a:t>Apresentação da Atividade Anterior</a:t>
          </a:r>
          <a:r>
            <a:rPr lang="pt-BR" sz="1200" b="0" i="0" kern="1200" baseline="0"/>
            <a:t> </a:t>
          </a:r>
          <a:endParaRPr lang="en-US" sz="1200" kern="1200"/>
        </a:p>
      </dsp:txBody>
      <dsp:txXfrm>
        <a:off x="392139" y="597421"/>
        <a:ext cx="4799871" cy="456930"/>
      </dsp:txXfrm>
    </dsp:sp>
    <dsp:sp modelId="{5031AF4B-026B-4FDA-8E7B-0984FF1824F9}">
      <dsp:nvSpPr>
        <dsp:cNvPr id="0" name=""/>
        <dsp:cNvSpPr/>
      </dsp:nvSpPr>
      <dsp:spPr>
        <a:xfrm>
          <a:off x="-120099" y="1168584"/>
          <a:ext cx="5320511" cy="4430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E47DA-947B-4088-90FA-4E73F2678168}">
      <dsp:nvSpPr>
        <dsp:cNvPr id="0" name=""/>
        <dsp:cNvSpPr/>
      </dsp:nvSpPr>
      <dsp:spPr>
        <a:xfrm>
          <a:off x="13933" y="1268278"/>
          <a:ext cx="244173" cy="2436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77678-77B9-465E-8959-AC29D5278A5C}">
      <dsp:nvSpPr>
        <dsp:cNvPr id="0" name=""/>
        <dsp:cNvSpPr/>
      </dsp:nvSpPr>
      <dsp:spPr>
        <a:xfrm>
          <a:off x="392139" y="1168584"/>
          <a:ext cx="4799871" cy="45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58" tIns="48358" rIns="48358" bIns="4835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i="0" kern="1200" baseline="0"/>
            <a:t>Revisão dos Conceitos das Aulas Anteriores</a:t>
          </a:r>
          <a:r>
            <a:rPr lang="pt-BR" sz="1200" b="0" i="0" kern="1200" baseline="0"/>
            <a:t> </a:t>
          </a:r>
          <a:endParaRPr lang="en-US" sz="1200" kern="1200"/>
        </a:p>
      </dsp:txBody>
      <dsp:txXfrm>
        <a:off x="392139" y="1168584"/>
        <a:ext cx="4799871" cy="456930"/>
      </dsp:txXfrm>
    </dsp:sp>
    <dsp:sp modelId="{6F3725CE-566E-4DA0-9456-AF5E558062C4}">
      <dsp:nvSpPr>
        <dsp:cNvPr id="0" name=""/>
        <dsp:cNvSpPr/>
      </dsp:nvSpPr>
      <dsp:spPr>
        <a:xfrm>
          <a:off x="-120099" y="1769213"/>
          <a:ext cx="5320511" cy="4430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AD2F91-FE2A-4AD5-8A2D-F6882D2DAA80}">
      <dsp:nvSpPr>
        <dsp:cNvPr id="0" name=""/>
        <dsp:cNvSpPr/>
      </dsp:nvSpPr>
      <dsp:spPr>
        <a:xfrm>
          <a:off x="13933" y="1868907"/>
          <a:ext cx="244173" cy="2436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7CA0F-54DF-4644-8A4D-010EDBCC50F0}">
      <dsp:nvSpPr>
        <dsp:cNvPr id="0" name=""/>
        <dsp:cNvSpPr/>
      </dsp:nvSpPr>
      <dsp:spPr>
        <a:xfrm>
          <a:off x="392139" y="1769213"/>
          <a:ext cx="2394229" cy="45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58" tIns="48358" rIns="48358" bIns="4835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i="0" kern="1200" baseline="0" dirty="0"/>
            <a:t>O que é Modelagem Multidimensional?</a:t>
          </a:r>
          <a:r>
            <a:rPr lang="pt-BR" sz="1200" b="0" i="0" kern="1200" baseline="0" dirty="0"/>
            <a:t> </a:t>
          </a:r>
          <a:endParaRPr lang="en-US" sz="1200" kern="1200" dirty="0"/>
        </a:p>
      </dsp:txBody>
      <dsp:txXfrm>
        <a:off x="392139" y="1769213"/>
        <a:ext cx="2394229" cy="456930"/>
      </dsp:txXfrm>
    </dsp:sp>
    <dsp:sp modelId="{4F7C2D3B-E948-4593-A15D-A8A40E732F84}">
      <dsp:nvSpPr>
        <dsp:cNvPr id="0" name=""/>
        <dsp:cNvSpPr/>
      </dsp:nvSpPr>
      <dsp:spPr>
        <a:xfrm>
          <a:off x="2537770" y="1739748"/>
          <a:ext cx="2902839" cy="50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85" tIns="46985" rIns="46985" bIns="46985" numCol="1" spcCol="1270" anchor="ctr" anchorCtr="0">
          <a:noAutofit/>
        </a:bodyPr>
        <a:lstStyle/>
        <a:p>
          <a:pPr marL="0" lvl="0" indent="0" algn="l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b="1" i="0" kern="1200" baseline="0" dirty="0"/>
            <a:t>Estrutura de Modelagem Multidimensional</a:t>
          </a:r>
          <a:r>
            <a:rPr lang="pt-BR" sz="1050" b="0" i="0" kern="1200" baseline="0" dirty="0"/>
            <a:t> </a:t>
          </a:r>
          <a:endParaRPr lang="en-US" sz="1050" kern="1200" dirty="0"/>
        </a:p>
        <a:p>
          <a:pPr marL="0" lvl="0" indent="0" algn="l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b="1" i="0" kern="1200" baseline="0" dirty="0"/>
            <a:t>Star </a:t>
          </a:r>
          <a:r>
            <a:rPr lang="pt-BR" sz="1050" b="1" i="0" kern="1200" baseline="0" dirty="0" err="1"/>
            <a:t>Schema</a:t>
          </a:r>
          <a:r>
            <a:rPr lang="pt-BR" sz="1050" b="1" i="0" kern="1200" baseline="0" dirty="0"/>
            <a:t> (Esquema em Estrela)</a:t>
          </a:r>
          <a:r>
            <a:rPr lang="pt-BR" sz="1050" b="0" i="0" kern="1200" baseline="0" dirty="0"/>
            <a:t> </a:t>
          </a:r>
          <a:endParaRPr lang="en-US" sz="1050" kern="1200" dirty="0"/>
        </a:p>
      </dsp:txBody>
      <dsp:txXfrm>
        <a:off x="2537770" y="1739748"/>
        <a:ext cx="2902839" cy="502880"/>
      </dsp:txXfrm>
    </dsp:sp>
    <dsp:sp modelId="{962061CB-9A2F-4C08-B8ED-506DEBE54C4B}">
      <dsp:nvSpPr>
        <dsp:cNvPr id="0" name=""/>
        <dsp:cNvSpPr/>
      </dsp:nvSpPr>
      <dsp:spPr>
        <a:xfrm>
          <a:off x="-120099" y="2356861"/>
          <a:ext cx="5320511" cy="62917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BB974F-E73B-43FF-9824-E0BF12204D77}">
      <dsp:nvSpPr>
        <dsp:cNvPr id="0" name=""/>
        <dsp:cNvSpPr/>
      </dsp:nvSpPr>
      <dsp:spPr>
        <a:xfrm>
          <a:off x="13933" y="2549601"/>
          <a:ext cx="244173" cy="2436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C6F93-8D03-440C-A7C5-D2946E79C95E}">
      <dsp:nvSpPr>
        <dsp:cNvPr id="0" name=""/>
        <dsp:cNvSpPr/>
      </dsp:nvSpPr>
      <dsp:spPr>
        <a:xfrm>
          <a:off x="392139" y="2449907"/>
          <a:ext cx="2394229" cy="45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58" tIns="48358" rIns="48358" bIns="4835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i="0" kern="1200" baseline="0" dirty="0"/>
            <a:t>Atividade Prática - Modelagem Multidimensional</a:t>
          </a:r>
          <a:r>
            <a:rPr lang="pt-BR" sz="1200" b="0" i="0" kern="1200" baseline="0" dirty="0"/>
            <a:t> </a:t>
          </a:r>
          <a:endParaRPr lang="en-US" sz="1200" kern="1200" dirty="0"/>
        </a:p>
      </dsp:txBody>
      <dsp:txXfrm>
        <a:off x="392139" y="2449907"/>
        <a:ext cx="2394229" cy="456930"/>
      </dsp:txXfrm>
    </dsp:sp>
    <dsp:sp modelId="{63FF6A82-DE4B-43F4-ABBE-6D204BE4807F}">
      <dsp:nvSpPr>
        <dsp:cNvPr id="0" name=""/>
        <dsp:cNvSpPr/>
      </dsp:nvSpPr>
      <dsp:spPr>
        <a:xfrm>
          <a:off x="2562609" y="2449907"/>
          <a:ext cx="2853162" cy="443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85" tIns="46985" rIns="46985" bIns="46985" numCol="1" spcCol="1270" anchor="ctr" anchorCtr="0">
          <a:noAutofit/>
        </a:bodyPr>
        <a:lstStyle/>
        <a:p>
          <a:pPr marL="0" lvl="0" indent="0" algn="l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b="1" i="0" kern="1200" baseline="0" dirty="0"/>
            <a:t>Exemplo de Modelagem Multidimensional</a:t>
          </a:r>
          <a:r>
            <a:rPr lang="pt-BR" sz="1050" b="0" i="0" kern="1200" baseline="0" dirty="0"/>
            <a:t> </a:t>
          </a:r>
          <a:endParaRPr lang="en-US" sz="1050" kern="1200" dirty="0"/>
        </a:p>
        <a:p>
          <a:pPr marL="0" lvl="0" indent="0" algn="l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b="1" i="0" kern="1200" baseline="0" dirty="0"/>
            <a:t>Apresentação dos Trabalhos dos Alunos</a:t>
          </a:r>
          <a:r>
            <a:rPr lang="pt-BR" sz="1050" b="0" i="0" kern="1200" baseline="0" dirty="0"/>
            <a:t> </a:t>
          </a:r>
          <a:endParaRPr lang="en-US" sz="1050" kern="1200" dirty="0"/>
        </a:p>
      </dsp:txBody>
      <dsp:txXfrm>
        <a:off x="2562609" y="2449907"/>
        <a:ext cx="2853162" cy="443950"/>
      </dsp:txXfrm>
    </dsp:sp>
    <dsp:sp modelId="{ED1FD2AA-A11D-4C82-A8B2-548A5F3EFC71}">
      <dsp:nvSpPr>
        <dsp:cNvPr id="0" name=""/>
        <dsp:cNvSpPr/>
      </dsp:nvSpPr>
      <dsp:spPr>
        <a:xfrm>
          <a:off x="-120099" y="3100269"/>
          <a:ext cx="5320511" cy="4430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AFD3D-09A4-4E1E-A952-28EF24B3AB36}">
      <dsp:nvSpPr>
        <dsp:cNvPr id="0" name=""/>
        <dsp:cNvSpPr/>
      </dsp:nvSpPr>
      <dsp:spPr>
        <a:xfrm>
          <a:off x="13933" y="3199963"/>
          <a:ext cx="244173" cy="24369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D404F-C90F-4A2B-9C76-5DC7CA01BF23}">
      <dsp:nvSpPr>
        <dsp:cNvPr id="0" name=""/>
        <dsp:cNvSpPr/>
      </dsp:nvSpPr>
      <dsp:spPr>
        <a:xfrm>
          <a:off x="392139" y="3100269"/>
          <a:ext cx="4799871" cy="45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58" tIns="48358" rIns="48358" bIns="4835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i="0" kern="1200" baseline="0"/>
            <a:t>Revisão do Conteúdo da Aula</a:t>
          </a:r>
          <a:r>
            <a:rPr lang="pt-BR" sz="1200" b="0" i="0" kern="1200" baseline="0"/>
            <a:t> </a:t>
          </a:r>
          <a:endParaRPr lang="en-US" sz="1200" kern="1200"/>
        </a:p>
      </dsp:txBody>
      <dsp:txXfrm>
        <a:off x="392139" y="3100269"/>
        <a:ext cx="4799871" cy="456930"/>
      </dsp:txXfrm>
    </dsp:sp>
    <dsp:sp modelId="{9A490310-0B2E-4D7B-A055-2F7DD141A45F}">
      <dsp:nvSpPr>
        <dsp:cNvPr id="0" name=""/>
        <dsp:cNvSpPr/>
      </dsp:nvSpPr>
      <dsp:spPr>
        <a:xfrm>
          <a:off x="-120099" y="3671432"/>
          <a:ext cx="5320511" cy="4430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69AA0-CB59-43EE-A0AB-4F8C0FE8A0E2}">
      <dsp:nvSpPr>
        <dsp:cNvPr id="0" name=""/>
        <dsp:cNvSpPr/>
      </dsp:nvSpPr>
      <dsp:spPr>
        <a:xfrm>
          <a:off x="13933" y="3771126"/>
          <a:ext cx="244173" cy="24369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EDEE9-7FCE-4B26-A0C5-037ED022979F}">
      <dsp:nvSpPr>
        <dsp:cNvPr id="0" name=""/>
        <dsp:cNvSpPr/>
      </dsp:nvSpPr>
      <dsp:spPr>
        <a:xfrm>
          <a:off x="392139" y="3671432"/>
          <a:ext cx="4799871" cy="45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58" tIns="48358" rIns="48358" bIns="4835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i="0" kern="1200" baseline="0"/>
            <a:t>Pactuação de Prazos e Próximos Passos</a:t>
          </a:r>
          <a:r>
            <a:rPr lang="pt-BR" sz="1200" b="0" i="0" kern="1200" baseline="0"/>
            <a:t> </a:t>
          </a:r>
          <a:endParaRPr lang="en-US" sz="1200" kern="1200"/>
        </a:p>
      </dsp:txBody>
      <dsp:txXfrm>
        <a:off x="392139" y="3671432"/>
        <a:ext cx="4799871" cy="456930"/>
      </dsp:txXfrm>
    </dsp:sp>
    <dsp:sp modelId="{2F7C3F40-7BB5-47C4-ADDC-6EAC921E3DB9}">
      <dsp:nvSpPr>
        <dsp:cNvPr id="0" name=""/>
        <dsp:cNvSpPr/>
      </dsp:nvSpPr>
      <dsp:spPr>
        <a:xfrm>
          <a:off x="-120099" y="4242596"/>
          <a:ext cx="5320511" cy="4430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33EDB-1547-40DD-9A59-41948E2A3B71}">
      <dsp:nvSpPr>
        <dsp:cNvPr id="0" name=""/>
        <dsp:cNvSpPr/>
      </dsp:nvSpPr>
      <dsp:spPr>
        <a:xfrm>
          <a:off x="13933" y="4342290"/>
          <a:ext cx="244173" cy="243696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5DBB1-CC64-4256-9BCE-78B06839306C}">
      <dsp:nvSpPr>
        <dsp:cNvPr id="0" name=""/>
        <dsp:cNvSpPr/>
      </dsp:nvSpPr>
      <dsp:spPr>
        <a:xfrm>
          <a:off x="392139" y="4242596"/>
          <a:ext cx="4799871" cy="45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58" tIns="48358" rIns="48358" bIns="4835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i="0" kern="1200" baseline="0"/>
            <a:t>Conclusão e Perguntas</a:t>
          </a:r>
          <a:r>
            <a:rPr lang="pt-BR" sz="1200" b="0" i="0" kern="1200" baseline="0"/>
            <a:t> </a:t>
          </a:r>
          <a:endParaRPr lang="en-US" sz="1200" kern="1200"/>
        </a:p>
      </dsp:txBody>
      <dsp:txXfrm>
        <a:off x="392139" y="4242596"/>
        <a:ext cx="4799871" cy="456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458DC-E3C3-4236-A3C4-7D9F6E38295A}">
      <dsp:nvSpPr>
        <dsp:cNvPr id="0" name=""/>
        <dsp:cNvSpPr/>
      </dsp:nvSpPr>
      <dsp:spPr>
        <a:xfrm>
          <a:off x="0" y="383"/>
          <a:ext cx="5785693" cy="897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10866-C009-4FA4-9071-D69482256243}">
      <dsp:nvSpPr>
        <dsp:cNvPr id="0" name=""/>
        <dsp:cNvSpPr/>
      </dsp:nvSpPr>
      <dsp:spPr>
        <a:xfrm>
          <a:off x="271633" y="202425"/>
          <a:ext cx="493879" cy="4938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714D9-D1CF-4672-99ED-3CDAD1E89E7F}">
      <dsp:nvSpPr>
        <dsp:cNvPr id="0" name=""/>
        <dsp:cNvSpPr/>
      </dsp:nvSpPr>
      <dsp:spPr>
        <a:xfrm>
          <a:off x="1037147" y="383"/>
          <a:ext cx="4748545" cy="897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34" tIns="95034" rIns="95034" bIns="950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Compreender a modelagem multidimensional e sua importância.</a:t>
          </a:r>
        </a:p>
      </dsp:txBody>
      <dsp:txXfrm>
        <a:off x="1037147" y="383"/>
        <a:ext cx="4748545" cy="897963"/>
      </dsp:txXfrm>
    </dsp:sp>
    <dsp:sp modelId="{8DCF39BA-D528-45DB-97FF-E23F264E84B2}">
      <dsp:nvSpPr>
        <dsp:cNvPr id="0" name=""/>
        <dsp:cNvSpPr/>
      </dsp:nvSpPr>
      <dsp:spPr>
        <a:xfrm>
          <a:off x="0" y="1122837"/>
          <a:ext cx="5785693" cy="897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0E02F-D89F-46E3-B220-EB8B8DACCEE9}">
      <dsp:nvSpPr>
        <dsp:cNvPr id="0" name=""/>
        <dsp:cNvSpPr/>
      </dsp:nvSpPr>
      <dsp:spPr>
        <a:xfrm>
          <a:off x="271633" y="1324879"/>
          <a:ext cx="493879" cy="4938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DFFA0-D85F-4677-9887-254F12C3E305}">
      <dsp:nvSpPr>
        <dsp:cNvPr id="0" name=""/>
        <dsp:cNvSpPr/>
      </dsp:nvSpPr>
      <dsp:spPr>
        <a:xfrm>
          <a:off x="1037147" y="1122837"/>
          <a:ext cx="4748545" cy="897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34" tIns="95034" rIns="95034" bIns="950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Relacionar conceitos de modelagem com problemas reais de negócio.</a:t>
          </a:r>
        </a:p>
      </dsp:txBody>
      <dsp:txXfrm>
        <a:off x="1037147" y="1122837"/>
        <a:ext cx="4748545" cy="897963"/>
      </dsp:txXfrm>
    </dsp:sp>
    <dsp:sp modelId="{B6BE7508-9005-4421-A4E3-486E7A3A156C}">
      <dsp:nvSpPr>
        <dsp:cNvPr id="0" name=""/>
        <dsp:cNvSpPr/>
      </dsp:nvSpPr>
      <dsp:spPr>
        <a:xfrm>
          <a:off x="0" y="2245291"/>
          <a:ext cx="5785693" cy="897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3465C7-0356-44B1-A1FE-EA1AC16AFC11}">
      <dsp:nvSpPr>
        <dsp:cNvPr id="0" name=""/>
        <dsp:cNvSpPr/>
      </dsp:nvSpPr>
      <dsp:spPr>
        <a:xfrm>
          <a:off x="271633" y="2447332"/>
          <a:ext cx="493879" cy="4938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91033-F520-4E42-987E-4AC71BC5FCB8}">
      <dsp:nvSpPr>
        <dsp:cNvPr id="0" name=""/>
        <dsp:cNvSpPr/>
      </dsp:nvSpPr>
      <dsp:spPr>
        <a:xfrm>
          <a:off x="1037147" y="2245291"/>
          <a:ext cx="4748545" cy="897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34" tIns="95034" rIns="95034" bIns="950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Aplicar os conceitos aprendidos em uma atividade prática.</a:t>
          </a:r>
        </a:p>
      </dsp:txBody>
      <dsp:txXfrm>
        <a:off x="1037147" y="2245291"/>
        <a:ext cx="4748545" cy="8979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6A0C3-5A48-46F8-AE3A-03275D1E0E43}">
      <dsp:nvSpPr>
        <dsp:cNvPr id="0" name=""/>
        <dsp:cNvSpPr/>
      </dsp:nvSpPr>
      <dsp:spPr>
        <a:xfrm>
          <a:off x="3125935" y="5193"/>
          <a:ext cx="1944000" cy="1944000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0D178-EFB4-41CA-9A9A-4816149D6E6D}">
      <dsp:nvSpPr>
        <dsp:cNvPr id="0" name=""/>
        <dsp:cNvSpPr/>
      </dsp:nvSpPr>
      <dsp:spPr>
        <a:xfrm>
          <a:off x="1937935" y="24194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Cada dupla apresenta brevemente seu problema de negócio identificado.</a:t>
          </a:r>
        </a:p>
      </dsp:txBody>
      <dsp:txXfrm>
        <a:off x="1937935" y="2419410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763B1-ED9E-4F61-9444-549A5C12A2A2}">
      <dsp:nvSpPr>
        <dsp:cNvPr id="0" name=""/>
        <dsp:cNvSpPr/>
      </dsp:nvSpPr>
      <dsp:spPr>
        <a:xfrm>
          <a:off x="11947" y="227016"/>
          <a:ext cx="501788" cy="5017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63F65-707A-41B2-A776-0B9D0DF2E336}">
      <dsp:nvSpPr>
        <dsp:cNvPr id="0" name=""/>
        <dsp:cNvSpPr/>
      </dsp:nvSpPr>
      <dsp:spPr>
        <a:xfrm>
          <a:off x="11947" y="844499"/>
          <a:ext cx="1433680" cy="7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Aula 1 - Introdução ao BI e Modelagem Multidimensional</a:t>
          </a:r>
        </a:p>
      </dsp:txBody>
      <dsp:txXfrm>
        <a:off x="11947" y="844499"/>
        <a:ext cx="1433680" cy="793779"/>
      </dsp:txXfrm>
    </dsp:sp>
    <dsp:sp modelId="{E1A9F9A9-FA89-4734-8156-E80B14BBB405}">
      <dsp:nvSpPr>
        <dsp:cNvPr id="0" name=""/>
        <dsp:cNvSpPr/>
      </dsp:nvSpPr>
      <dsp:spPr>
        <a:xfrm>
          <a:off x="11947" y="1692089"/>
          <a:ext cx="1433680" cy="1225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Definição de Business Intelligence (BI).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Componentes principais de BI.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Importância da modelagem multidimensional.</a:t>
          </a:r>
        </a:p>
      </dsp:txBody>
      <dsp:txXfrm>
        <a:off x="11947" y="1692089"/>
        <a:ext cx="1433680" cy="1225497"/>
      </dsp:txXfrm>
    </dsp:sp>
    <dsp:sp modelId="{88CBBEDA-12F6-435D-8657-83AEAD2DFFA1}">
      <dsp:nvSpPr>
        <dsp:cNvPr id="0" name=""/>
        <dsp:cNvSpPr/>
      </dsp:nvSpPr>
      <dsp:spPr>
        <a:xfrm>
          <a:off x="1696521" y="227016"/>
          <a:ext cx="501788" cy="5017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1C1DA-9546-43F3-BE17-52DCFA90DE0E}">
      <dsp:nvSpPr>
        <dsp:cNvPr id="0" name=""/>
        <dsp:cNvSpPr/>
      </dsp:nvSpPr>
      <dsp:spPr>
        <a:xfrm>
          <a:off x="1696521" y="844499"/>
          <a:ext cx="1433680" cy="7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Aula 2 - Tipos de Dados e Modelos Analíticos</a:t>
          </a:r>
        </a:p>
      </dsp:txBody>
      <dsp:txXfrm>
        <a:off x="1696521" y="844499"/>
        <a:ext cx="1433680" cy="793779"/>
      </dsp:txXfrm>
    </dsp:sp>
    <dsp:sp modelId="{8999687F-B22D-4016-A5E6-47D45B4E0DDE}">
      <dsp:nvSpPr>
        <dsp:cNvPr id="0" name=""/>
        <dsp:cNvSpPr/>
      </dsp:nvSpPr>
      <dsp:spPr>
        <a:xfrm>
          <a:off x="1696521" y="1692089"/>
          <a:ext cx="1433680" cy="1225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Tipos de dados e análise.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Introdução ao Data Warehouse e Data Lake.</a:t>
          </a:r>
        </a:p>
      </dsp:txBody>
      <dsp:txXfrm>
        <a:off x="1696521" y="1692089"/>
        <a:ext cx="1433680" cy="1225497"/>
      </dsp:txXfrm>
    </dsp:sp>
    <dsp:sp modelId="{979B1990-1239-4410-8512-8B311C272630}">
      <dsp:nvSpPr>
        <dsp:cNvPr id="0" name=""/>
        <dsp:cNvSpPr/>
      </dsp:nvSpPr>
      <dsp:spPr>
        <a:xfrm>
          <a:off x="3381095" y="227016"/>
          <a:ext cx="501788" cy="5017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B7751-86EC-41E8-94E8-C0B1A4E2509F}">
      <dsp:nvSpPr>
        <dsp:cNvPr id="0" name=""/>
        <dsp:cNvSpPr/>
      </dsp:nvSpPr>
      <dsp:spPr>
        <a:xfrm>
          <a:off x="3381095" y="844499"/>
          <a:ext cx="1433680" cy="7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Aula 3 - Bancos de Dados Multidimensionais</a:t>
          </a:r>
        </a:p>
      </dsp:txBody>
      <dsp:txXfrm>
        <a:off x="3381095" y="844499"/>
        <a:ext cx="1433680" cy="793779"/>
      </dsp:txXfrm>
    </dsp:sp>
    <dsp:sp modelId="{FD9AAA28-D5FE-4314-A665-2C70F1C27C16}">
      <dsp:nvSpPr>
        <dsp:cNvPr id="0" name=""/>
        <dsp:cNvSpPr/>
      </dsp:nvSpPr>
      <dsp:spPr>
        <a:xfrm>
          <a:off x="3381095" y="1692089"/>
          <a:ext cx="1433680" cy="1225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Conceito de tabelas fato e dimensão.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Hierarquias nos modelos multidimensionais.</a:t>
          </a:r>
        </a:p>
      </dsp:txBody>
      <dsp:txXfrm>
        <a:off x="3381095" y="1692089"/>
        <a:ext cx="1433680" cy="1225497"/>
      </dsp:txXfrm>
    </dsp:sp>
    <dsp:sp modelId="{7A12399F-040C-49C1-A6BB-8E79B8F40C5A}">
      <dsp:nvSpPr>
        <dsp:cNvPr id="0" name=""/>
        <dsp:cNvSpPr/>
      </dsp:nvSpPr>
      <dsp:spPr>
        <a:xfrm>
          <a:off x="5065669" y="227016"/>
          <a:ext cx="501788" cy="5017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1FE56-B37E-492B-AB79-D961306CB89C}">
      <dsp:nvSpPr>
        <dsp:cNvPr id="0" name=""/>
        <dsp:cNvSpPr/>
      </dsp:nvSpPr>
      <dsp:spPr>
        <a:xfrm>
          <a:off x="5065669" y="844499"/>
          <a:ext cx="1433680" cy="7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Aula 4 - Star Schema e Snowflake Schema</a:t>
          </a:r>
        </a:p>
      </dsp:txBody>
      <dsp:txXfrm>
        <a:off x="5065669" y="844499"/>
        <a:ext cx="1433680" cy="793779"/>
      </dsp:txXfrm>
    </dsp:sp>
    <dsp:sp modelId="{DC2E5525-0146-42AA-905A-213B5799DF78}">
      <dsp:nvSpPr>
        <dsp:cNvPr id="0" name=""/>
        <dsp:cNvSpPr/>
      </dsp:nvSpPr>
      <dsp:spPr>
        <a:xfrm>
          <a:off x="5065669" y="1692089"/>
          <a:ext cx="1433680" cy="1225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Diferenças e aplicações práticas.</a:t>
          </a:r>
        </a:p>
      </dsp:txBody>
      <dsp:txXfrm>
        <a:off x="5065669" y="1692089"/>
        <a:ext cx="1433680" cy="1225497"/>
      </dsp:txXfrm>
    </dsp:sp>
    <dsp:sp modelId="{A2666AF0-2F39-4CE3-B72A-25F0800C4A79}">
      <dsp:nvSpPr>
        <dsp:cNvPr id="0" name=""/>
        <dsp:cNvSpPr/>
      </dsp:nvSpPr>
      <dsp:spPr>
        <a:xfrm>
          <a:off x="6750243" y="227016"/>
          <a:ext cx="501788" cy="5017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8DC1A-DFA1-47EF-A3CA-E9996A7AD6F8}">
      <dsp:nvSpPr>
        <dsp:cNvPr id="0" name=""/>
        <dsp:cNvSpPr/>
      </dsp:nvSpPr>
      <dsp:spPr>
        <a:xfrm>
          <a:off x="6750243" y="844499"/>
          <a:ext cx="1433680" cy="79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Aula 5 - Prática de BI e Preparação de Dados</a:t>
          </a:r>
        </a:p>
      </dsp:txBody>
      <dsp:txXfrm>
        <a:off x="6750243" y="844499"/>
        <a:ext cx="1433680" cy="793779"/>
      </dsp:txXfrm>
    </dsp:sp>
    <dsp:sp modelId="{49F6BA37-895A-469D-B4BF-471F57AD7509}">
      <dsp:nvSpPr>
        <dsp:cNvPr id="0" name=""/>
        <dsp:cNvSpPr/>
      </dsp:nvSpPr>
      <dsp:spPr>
        <a:xfrm>
          <a:off x="6750243" y="1692089"/>
          <a:ext cx="1433680" cy="1225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Qualidade dos dados e impacto na modelagem.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Aplicação no Power BI.</a:t>
          </a:r>
        </a:p>
      </dsp:txBody>
      <dsp:txXfrm>
        <a:off x="6750243" y="1692089"/>
        <a:ext cx="1433680" cy="12254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EEC02-A80F-4C39-BD85-6D8CBD1AB2D1}">
      <dsp:nvSpPr>
        <dsp:cNvPr id="0" name=""/>
        <dsp:cNvSpPr/>
      </dsp:nvSpPr>
      <dsp:spPr>
        <a:xfrm>
          <a:off x="0" y="498"/>
          <a:ext cx="5122926" cy="11655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AEBEA-D2DC-4F88-A700-E637689A3B4A}">
      <dsp:nvSpPr>
        <dsp:cNvPr id="0" name=""/>
        <dsp:cNvSpPr/>
      </dsp:nvSpPr>
      <dsp:spPr>
        <a:xfrm>
          <a:off x="352586" y="262752"/>
          <a:ext cx="641066" cy="6410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CDC9B-A9BC-48A4-8701-E935A6AEC3A0}">
      <dsp:nvSpPr>
        <dsp:cNvPr id="0" name=""/>
        <dsp:cNvSpPr/>
      </dsp:nvSpPr>
      <dsp:spPr>
        <a:xfrm>
          <a:off x="1346239" y="498"/>
          <a:ext cx="3776686" cy="116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57" tIns="123357" rIns="123357" bIns="12335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Modelagem de dados voltada para análise.</a:t>
          </a:r>
        </a:p>
      </dsp:txBody>
      <dsp:txXfrm>
        <a:off x="1346239" y="498"/>
        <a:ext cx="3776686" cy="1165575"/>
      </dsp:txXfrm>
    </dsp:sp>
    <dsp:sp modelId="{BAA171FD-BF5E-4B29-8202-52364D32CB0F}">
      <dsp:nvSpPr>
        <dsp:cNvPr id="0" name=""/>
        <dsp:cNvSpPr/>
      </dsp:nvSpPr>
      <dsp:spPr>
        <a:xfrm>
          <a:off x="0" y="1457467"/>
          <a:ext cx="5122926" cy="11655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8BB95-E093-4B67-996B-7154540AE88C}">
      <dsp:nvSpPr>
        <dsp:cNvPr id="0" name=""/>
        <dsp:cNvSpPr/>
      </dsp:nvSpPr>
      <dsp:spPr>
        <a:xfrm>
          <a:off x="352586" y="1719721"/>
          <a:ext cx="641066" cy="6410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E63DA-9391-4B07-AF95-6D8F3DB67DB2}">
      <dsp:nvSpPr>
        <dsp:cNvPr id="0" name=""/>
        <dsp:cNvSpPr/>
      </dsp:nvSpPr>
      <dsp:spPr>
        <a:xfrm>
          <a:off x="1346239" y="1457467"/>
          <a:ext cx="3776686" cy="116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57" tIns="123357" rIns="123357" bIns="12335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Permite a visualização e consulta eficiente de grandes volumes de dados.</a:t>
          </a:r>
        </a:p>
      </dsp:txBody>
      <dsp:txXfrm>
        <a:off x="1346239" y="1457467"/>
        <a:ext cx="3776686" cy="1165575"/>
      </dsp:txXfrm>
    </dsp:sp>
    <dsp:sp modelId="{9482F9F3-C342-4F5F-836C-AA4A6E167AC6}">
      <dsp:nvSpPr>
        <dsp:cNvPr id="0" name=""/>
        <dsp:cNvSpPr/>
      </dsp:nvSpPr>
      <dsp:spPr>
        <a:xfrm>
          <a:off x="0" y="2914436"/>
          <a:ext cx="5122926" cy="11655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9CB31-E3CC-4B85-AAA4-9A6F7610C287}">
      <dsp:nvSpPr>
        <dsp:cNvPr id="0" name=""/>
        <dsp:cNvSpPr/>
      </dsp:nvSpPr>
      <dsp:spPr>
        <a:xfrm>
          <a:off x="352586" y="3176690"/>
          <a:ext cx="641066" cy="6410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57A4A-D15E-4E22-8138-D961072BC094}">
      <dsp:nvSpPr>
        <dsp:cNvPr id="0" name=""/>
        <dsp:cNvSpPr/>
      </dsp:nvSpPr>
      <dsp:spPr>
        <a:xfrm>
          <a:off x="1346239" y="2914436"/>
          <a:ext cx="3776686" cy="116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57" tIns="123357" rIns="123357" bIns="12335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Utilizada em BI e Data Warehouses.</a:t>
          </a:r>
        </a:p>
      </dsp:txBody>
      <dsp:txXfrm>
        <a:off x="1346239" y="2914436"/>
        <a:ext cx="3776686" cy="11655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243064-EB73-4B11-BAB6-F6572AA6E6C4}">
      <dsp:nvSpPr>
        <dsp:cNvPr id="0" name=""/>
        <dsp:cNvSpPr/>
      </dsp:nvSpPr>
      <dsp:spPr>
        <a:xfrm>
          <a:off x="0" y="488"/>
          <a:ext cx="4988440" cy="11437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119E8-A9A5-4B15-845C-6A75FA42B1C4}">
      <dsp:nvSpPr>
        <dsp:cNvPr id="0" name=""/>
        <dsp:cNvSpPr/>
      </dsp:nvSpPr>
      <dsp:spPr>
        <a:xfrm>
          <a:off x="345981" y="257830"/>
          <a:ext cx="629057" cy="6290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329B6-5569-44EC-8A21-5C2C9DCDFFCC}">
      <dsp:nvSpPr>
        <dsp:cNvPr id="0" name=""/>
        <dsp:cNvSpPr/>
      </dsp:nvSpPr>
      <dsp:spPr>
        <a:xfrm>
          <a:off x="1321021" y="488"/>
          <a:ext cx="3667418" cy="1143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046" tIns="121046" rIns="121046" bIns="12104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Tabela Fato: Contém os eventos de negócio.</a:t>
          </a:r>
        </a:p>
      </dsp:txBody>
      <dsp:txXfrm>
        <a:off x="1321021" y="488"/>
        <a:ext cx="3667418" cy="1143741"/>
      </dsp:txXfrm>
    </dsp:sp>
    <dsp:sp modelId="{476F1517-ED37-4294-8C54-65832EB9CE22}">
      <dsp:nvSpPr>
        <dsp:cNvPr id="0" name=""/>
        <dsp:cNvSpPr/>
      </dsp:nvSpPr>
      <dsp:spPr>
        <a:xfrm>
          <a:off x="0" y="1430165"/>
          <a:ext cx="4988440" cy="11437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61388A-198E-42DD-8515-CAA0D95689AE}">
      <dsp:nvSpPr>
        <dsp:cNvPr id="0" name=""/>
        <dsp:cNvSpPr/>
      </dsp:nvSpPr>
      <dsp:spPr>
        <a:xfrm>
          <a:off x="345981" y="1687507"/>
          <a:ext cx="629057" cy="6290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CF5E9-361D-44F6-B703-A80AAD25F4BE}">
      <dsp:nvSpPr>
        <dsp:cNvPr id="0" name=""/>
        <dsp:cNvSpPr/>
      </dsp:nvSpPr>
      <dsp:spPr>
        <a:xfrm>
          <a:off x="1321021" y="1430165"/>
          <a:ext cx="3667418" cy="1143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046" tIns="121046" rIns="121046" bIns="12104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Tabelas Dimensão: Descrevem os eventos sob diferentes perspectivas.</a:t>
          </a:r>
        </a:p>
      </dsp:txBody>
      <dsp:txXfrm>
        <a:off x="1321021" y="1430165"/>
        <a:ext cx="3667418" cy="1143741"/>
      </dsp:txXfrm>
    </dsp:sp>
    <dsp:sp modelId="{E626B129-7914-4A4C-8C13-DFDA338C79E1}">
      <dsp:nvSpPr>
        <dsp:cNvPr id="0" name=""/>
        <dsp:cNvSpPr/>
      </dsp:nvSpPr>
      <dsp:spPr>
        <a:xfrm>
          <a:off x="0" y="2859842"/>
          <a:ext cx="4988440" cy="11437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34798-DC71-4A6B-B2CD-02D9D1CFB516}">
      <dsp:nvSpPr>
        <dsp:cNvPr id="0" name=""/>
        <dsp:cNvSpPr/>
      </dsp:nvSpPr>
      <dsp:spPr>
        <a:xfrm>
          <a:off x="345981" y="3117184"/>
          <a:ext cx="629057" cy="6290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57ACD-3421-419C-9F96-CBD7275FE7B3}">
      <dsp:nvSpPr>
        <dsp:cNvPr id="0" name=""/>
        <dsp:cNvSpPr/>
      </dsp:nvSpPr>
      <dsp:spPr>
        <a:xfrm>
          <a:off x="1321021" y="2859842"/>
          <a:ext cx="3667418" cy="1143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046" tIns="121046" rIns="121046" bIns="12104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Exemplo: Vendas em um e-commerce (Tempo, Produto, Cliente, Localização).</a:t>
          </a:r>
        </a:p>
      </dsp:txBody>
      <dsp:txXfrm>
        <a:off x="1321021" y="2859842"/>
        <a:ext cx="3667418" cy="11437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3EA31-32D8-4E71-B34D-7D75B7CBD093}">
      <dsp:nvSpPr>
        <dsp:cNvPr id="0" name=""/>
        <dsp:cNvSpPr/>
      </dsp:nvSpPr>
      <dsp:spPr>
        <a:xfrm>
          <a:off x="0" y="503"/>
          <a:ext cx="4697730" cy="11792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7D26F-C846-4E24-8429-AFE070C5FA16}">
      <dsp:nvSpPr>
        <dsp:cNvPr id="0" name=""/>
        <dsp:cNvSpPr/>
      </dsp:nvSpPr>
      <dsp:spPr>
        <a:xfrm>
          <a:off x="356734" y="265843"/>
          <a:ext cx="648608" cy="6486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1D9E9-E203-440C-BAAD-8B5E95012157}">
      <dsp:nvSpPr>
        <dsp:cNvPr id="0" name=""/>
        <dsp:cNvSpPr/>
      </dsp:nvSpPr>
      <dsp:spPr>
        <a:xfrm>
          <a:off x="1362077" y="503"/>
          <a:ext cx="3335652" cy="1179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08" tIns="124808" rIns="124808" bIns="1248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Modelo simples e eficiente para análise de dados.</a:t>
          </a:r>
        </a:p>
      </dsp:txBody>
      <dsp:txXfrm>
        <a:off x="1362077" y="503"/>
        <a:ext cx="3335652" cy="1179288"/>
      </dsp:txXfrm>
    </dsp:sp>
    <dsp:sp modelId="{97F4ABF8-D990-4225-9297-E0293DA25B29}">
      <dsp:nvSpPr>
        <dsp:cNvPr id="0" name=""/>
        <dsp:cNvSpPr/>
      </dsp:nvSpPr>
      <dsp:spPr>
        <a:xfrm>
          <a:off x="0" y="1474613"/>
          <a:ext cx="4697730" cy="11792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50DADC-48BB-425E-89DD-70C253C5C0FB}">
      <dsp:nvSpPr>
        <dsp:cNvPr id="0" name=""/>
        <dsp:cNvSpPr/>
      </dsp:nvSpPr>
      <dsp:spPr>
        <a:xfrm>
          <a:off x="356734" y="1739953"/>
          <a:ext cx="648608" cy="6486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D3813-6B48-4C1F-813A-2526D9AF2A58}">
      <dsp:nvSpPr>
        <dsp:cNvPr id="0" name=""/>
        <dsp:cNvSpPr/>
      </dsp:nvSpPr>
      <dsp:spPr>
        <a:xfrm>
          <a:off x="1362077" y="1474613"/>
          <a:ext cx="3335652" cy="1179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08" tIns="124808" rIns="124808" bIns="1248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Uma tabela fato conectada a múltiplas tabelas dimensão.</a:t>
          </a:r>
        </a:p>
      </dsp:txBody>
      <dsp:txXfrm>
        <a:off x="1362077" y="1474613"/>
        <a:ext cx="3335652" cy="1179288"/>
      </dsp:txXfrm>
    </dsp:sp>
    <dsp:sp modelId="{62E404DE-9C75-4ABB-ABFE-6ACD4D84A98A}">
      <dsp:nvSpPr>
        <dsp:cNvPr id="0" name=""/>
        <dsp:cNvSpPr/>
      </dsp:nvSpPr>
      <dsp:spPr>
        <a:xfrm>
          <a:off x="0" y="2948724"/>
          <a:ext cx="4697730" cy="11792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0C1BEF-98BB-4B25-A09A-199E576E7135}">
      <dsp:nvSpPr>
        <dsp:cNvPr id="0" name=""/>
        <dsp:cNvSpPr/>
      </dsp:nvSpPr>
      <dsp:spPr>
        <a:xfrm>
          <a:off x="356734" y="3214063"/>
          <a:ext cx="648608" cy="6486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8848E-7562-4CA9-98EA-F2928A8D5B45}">
      <dsp:nvSpPr>
        <dsp:cNvPr id="0" name=""/>
        <dsp:cNvSpPr/>
      </dsp:nvSpPr>
      <dsp:spPr>
        <a:xfrm>
          <a:off x="1362077" y="2948724"/>
          <a:ext cx="3335652" cy="1179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08" tIns="124808" rIns="124808" bIns="1248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Vantagens: Melhor desempenho para consultas, fácil interpretação.</a:t>
          </a:r>
        </a:p>
      </dsp:txBody>
      <dsp:txXfrm>
        <a:off x="1362077" y="2948724"/>
        <a:ext cx="3335652" cy="11792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74A7F-E43A-44D0-8DA3-4FF80BA923B3}">
      <dsp:nvSpPr>
        <dsp:cNvPr id="0" name=""/>
        <dsp:cNvSpPr/>
      </dsp:nvSpPr>
      <dsp:spPr>
        <a:xfrm>
          <a:off x="1000" y="83237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33A05-0494-461C-9351-7F4AC36B0A2A}">
      <dsp:nvSpPr>
        <dsp:cNvPr id="0" name=""/>
        <dsp:cNvSpPr/>
      </dsp:nvSpPr>
      <dsp:spPr>
        <a:xfrm>
          <a:off x="391184" y="453912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200" kern="1200"/>
            <a:t>Fato</a:t>
          </a:r>
          <a:endParaRPr lang="en-US" sz="5200" kern="1200"/>
        </a:p>
      </dsp:txBody>
      <dsp:txXfrm>
        <a:off x="456496" y="519224"/>
        <a:ext cx="3381034" cy="2099279"/>
      </dsp:txXfrm>
    </dsp:sp>
    <dsp:sp modelId="{8DE878F7-4C76-42A5-858F-587FE3DF1C7D}">
      <dsp:nvSpPr>
        <dsp:cNvPr id="0" name=""/>
        <dsp:cNvSpPr/>
      </dsp:nvSpPr>
      <dsp:spPr>
        <a:xfrm>
          <a:off x="4293027" y="83237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FC741-E31C-4F0F-80A2-722C918BDCEA}">
      <dsp:nvSpPr>
        <dsp:cNvPr id="0" name=""/>
        <dsp:cNvSpPr/>
      </dsp:nvSpPr>
      <dsp:spPr>
        <a:xfrm>
          <a:off x="4683211" y="453912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200" kern="1200"/>
            <a:t>Dimensão</a:t>
          </a:r>
          <a:endParaRPr lang="en-US" sz="5200" kern="1200"/>
        </a:p>
      </dsp:txBody>
      <dsp:txXfrm>
        <a:off x="4748523" y="519224"/>
        <a:ext cx="3381034" cy="209927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26D17-A193-4508-94B4-F3D4D644A8D3}">
      <dsp:nvSpPr>
        <dsp:cNvPr id="0" name=""/>
        <dsp:cNvSpPr/>
      </dsp:nvSpPr>
      <dsp:spPr>
        <a:xfrm>
          <a:off x="5073" y="278488"/>
          <a:ext cx="366946" cy="315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560D5-2788-45C9-9CC2-BA647790B057}">
      <dsp:nvSpPr>
        <dsp:cNvPr id="0" name=""/>
        <dsp:cNvSpPr/>
      </dsp:nvSpPr>
      <dsp:spPr>
        <a:xfrm>
          <a:off x="5073" y="741875"/>
          <a:ext cx="1048418" cy="1906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/>
            <a:t>A tabela fato é a principal tabela do Data Warehouse, ela vai conectar nas dimensões.</a:t>
          </a:r>
          <a:endParaRPr lang="en-US" sz="1400" kern="1200"/>
        </a:p>
      </dsp:txBody>
      <dsp:txXfrm>
        <a:off x="5073" y="741875"/>
        <a:ext cx="1048418" cy="1906149"/>
      </dsp:txXfrm>
    </dsp:sp>
    <dsp:sp modelId="{2D61201B-1431-4C5B-A1D2-DAFB87C7BACE}">
      <dsp:nvSpPr>
        <dsp:cNvPr id="0" name=""/>
        <dsp:cNvSpPr/>
      </dsp:nvSpPr>
      <dsp:spPr>
        <a:xfrm>
          <a:off x="5073" y="2716590"/>
          <a:ext cx="1048418" cy="99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462331-6752-49AB-953A-DAD8872837D3}">
      <dsp:nvSpPr>
        <dsp:cNvPr id="0" name=""/>
        <dsp:cNvSpPr/>
      </dsp:nvSpPr>
      <dsp:spPr>
        <a:xfrm>
          <a:off x="1236964" y="278488"/>
          <a:ext cx="366946" cy="315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7EE1D-813D-4DF5-AB68-373518C5ED74}">
      <dsp:nvSpPr>
        <dsp:cNvPr id="0" name=""/>
        <dsp:cNvSpPr/>
      </dsp:nvSpPr>
      <dsp:spPr>
        <a:xfrm>
          <a:off x="1236964" y="741875"/>
          <a:ext cx="1048418" cy="1906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 dirty="0"/>
            <a:t>Nessa tabela são armazenadas duas coisas:</a:t>
          </a:r>
          <a:endParaRPr lang="en-US" sz="1400" kern="1200" dirty="0"/>
        </a:p>
      </dsp:txBody>
      <dsp:txXfrm>
        <a:off x="1236964" y="741875"/>
        <a:ext cx="1048418" cy="1906149"/>
      </dsp:txXfrm>
    </dsp:sp>
    <dsp:sp modelId="{153B34C9-0826-4C93-ACA1-C25714CAAB83}">
      <dsp:nvSpPr>
        <dsp:cNvPr id="0" name=""/>
        <dsp:cNvSpPr/>
      </dsp:nvSpPr>
      <dsp:spPr>
        <a:xfrm>
          <a:off x="1215492" y="1946149"/>
          <a:ext cx="1048418" cy="99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as </a:t>
          </a:r>
          <a:r>
            <a:rPr lang="pt-BR" sz="1100" b="1" kern="1200" dirty="0"/>
            <a:t>métricas</a:t>
          </a:r>
          <a:r>
            <a:rPr lang="pt-BR" sz="1100" kern="1200" dirty="0"/>
            <a:t>, que são os fatos propriamente ditos;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e as </a:t>
          </a:r>
          <a:r>
            <a:rPr lang="pt-BR" sz="1100" b="1" kern="1200"/>
            <a:t>foreign keys</a:t>
          </a:r>
          <a:r>
            <a:rPr lang="pt-BR" sz="1100" kern="1200"/>
            <a:t>, chaves que servem para ligar os dados das dimensões com a fato.</a:t>
          </a:r>
          <a:endParaRPr lang="en-US" sz="1100" kern="1200"/>
        </a:p>
      </dsp:txBody>
      <dsp:txXfrm>
        <a:off x="1215492" y="1946149"/>
        <a:ext cx="1048418" cy="990181"/>
      </dsp:txXfrm>
    </dsp:sp>
    <dsp:sp modelId="{94AD588F-2889-4C5A-9104-293A5037FCB0}">
      <dsp:nvSpPr>
        <dsp:cNvPr id="0" name=""/>
        <dsp:cNvSpPr/>
      </dsp:nvSpPr>
      <dsp:spPr>
        <a:xfrm>
          <a:off x="2468855" y="278488"/>
          <a:ext cx="366946" cy="3159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D37C2-9B72-4D01-BA4E-78CB18B0EF1A}">
      <dsp:nvSpPr>
        <dsp:cNvPr id="0" name=""/>
        <dsp:cNvSpPr/>
      </dsp:nvSpPr>
      <dsp:spPr>
        <a:xfrm>
          <a:off x="2468855" y="741875"/>
          <a:ext cx="1048418" cy="1906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/>
            <a:t>A Fato armazena as medições necessárias para avaliar o assunto pretendido. </a:t>
          </a:r>
          <a:endParaRPr lang="en-US" sz="1400" kern="1200"/>
        </a:p>
      </dsp:txBody>
      <dsp:txXfrm>
        <a:off x="2468855" y="741875"/>
        <a:ext cx="1048418" cy="1906149"/>
      </dsp:txXfrm>
    </dsp:sp>
    <dsp:sp modelId="{C8E91914-E203-4AD6-8AE0-5ACD4FDBEEAE}">
      <dsp:nvSpPr>
        <dsp:cNvPr id="0" name=""/>
        <dsp:cNvSpPr/>
      </dsp:nvSpPr>
      <dsp:spPr>
        <a:xfrm>
          <a:off x="2468855" y="2716590"/>
          <a:ext cx="1048418" cy="99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31DF8D-0E42-4512-A394-6EF7F2729875}">
      <dsp:nvSpPr>
        <dsp:cNvPr id="0" name=""/>
        <dsp:cNvSpPr/>
      </dsp:nvSpPr>
      <dsp:spPr>
        <a:xfrm>
          <a:off x="3700746" y="278488"/>
          <a:ext cx="366946" cy="3159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82C3A-52E2-4783-A277-427638F96018}">
      <dsp:nvSpPr>
        <dsp:cNvPr id="0" name=""/>
        <dsp:cNvSpPr/>
      </dsp:nvSpPr>
      <dsp:spPr>
        <a:xfrm>
          <a:off x="3700746" y="741875"/>
          <a:ext cx="1048418" cy="1906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/>
            <a:t>O conteúdo histórico no DW, contendo longo período de tempo, ficam depositadas na Fato.</a:t>
          </a:r>
          <a:endParaRPr lang="en-US" sz="1400" kern="1200"/>
        </a:p>
      </dsp:txBody>
      <dsp:txXfrm>
        <a:off x="3700746" y="741875"/>
        <a:ext cx="1048418" cy="1906149"/>
      </dsp:txXfrm>
    </dsp:sp>
    <dsp:sp modelId="{D8747041-1A1C-4C64-8ECF-4EC788598813}">
      <dsp:nvSpPr>
        <dsp:cNvPr id="0" name=""/>
        <dsp:cNvSpPr/>
      </dsp:nvSpPr>
      <dsp:spPr>
        <a:xfrm>
          <a:off x="3700746" y="2716590"/>
          <a:ext cx="1048418" cy="99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EC561-89F9-4E4D-BBA9-2AE609D984E8}">
      <dsp:nvSpPr>
        <dsp:cNvPr id="0" name=""/>
        <dsp:cNvSpPr/>
      </dsp:nvSpPr>
      <dsp:spPr>
        <a:xfrm>
          <a:off x="0" y="398"/>
          <a:ext cx="7886700" cy="9322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B2C94-D776-427E-BB55-A7E147DEE2B8}">
      <dsp:nvSpPr>
        <dsp:cNvPr id="0" name=""/>
        <dsp:cNvSpPr/>
      </dsp:nvSpPr>
      <dsp:spPr>
        <a:xfrm>
          <a:off x="281991" y="210143"/>
          <a:ext cx="512711" cy="512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8D894-4D8A-4A9C-941E-3C31120CD7F2}">
      <dsp:nvSpPr>
        <dsp:cNvPr id="0" name=""/>
        <dsp:cNvSpPr/>
      </dsp:nvSpPr>
      <dsp:spPr>
        <a:xfrm>
          <a:off x="1076693" y="398"/>
          <a:ext cx="6810006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Formação de grupos</a:t>
          </a:r>
        </a:p>
      </dsp:txBody>
      <dsp:txXfrm>
        <a:off x="1076693" y="398"/>
        <a:ext cx="6810006" cy="932202"/>
      </dsp:txXfrm>
    </dsp:sp>
    <dsp:sp modelId="{19132003-AF49-406A-90E1-1EAFBBADB415}">
      <dsp:nvSpPr>
        <dsp:cNvPr id="0" name=""/>
        <dsp:cNvSpPr/>
      </dsp:nvSpPr>
      <dsp:spPr>
        <a:xfrm>
          <a:off x="0" y="1165650"/>
          <a:ext cx="7886700" cy="9322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CD8C6-6FC2-4A6B-BC5F-003420CDF551}">
      <dsp:nvSpPr>
        <dsp:cNvPr id="0" name=""/>
        <dsp:cNvSpPr/>
      </dsp:nvSpPr>
      <dsp:spPr>
        <a:xfrm>
          <a:off x="281991" y="1375396"/>
          <a:ext cx="512711" cy="512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4CF44-1B24-4C0A-8791-9C04BC518C42}">
      <dsp:nvSpPr>
        <dsp:cNvPr id="0" name=""/>
        <dsp:cNvSpPr/>
      </dsp:nvSpPr>
      <dsp:spPr>
        <a:xfrm>
          <a:off x="1076693" y="1165650"/>
          <a:ext cx="3549015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Criar um modelo Star Schema para o problema de negócio.</a:t>
          </a:r>
        </a:p>
      </dsp:txBody>
      <dsp:txXfrm>
        <a:off x="1076693" y="1165650"/>
        <a:ext cx="3549015" cy="932202"/>
      </dsp:txXfrm>
    </dsp:sp>
    <dsp:sp modelId="{AB6E9650-801A-4F86-8807-BB1F3CCC27E0}">
      <dsp:nvSpPr>
        <dsp:cNvPr id="0" name=""/>
        <dsp:cNvSpPr/>
      </dsp:nvSpPr>
      <dsp:spPr>
        <a:xfrm>
          <a:off x="4625708" y="1165650"/>
          <a:ext cx="3260991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Definir Tabela Fato.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Identificar Tabelas Dimensão.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Criar representação visual do modelo.</a:t>
          </a:r>
        </a:p>
      </dsp:txBody>
      <dsp:txXfrm>
        <a:off x="4625708" y="1165650"/>
        <a:ext cx="3260991" cy="932202"/>
      </dsp:txXfrm>
    </dsp:sp>
    <dsp:sp modelId="{C4E29C0D-D799-47FE-ABD5-664F3ABD7E3B}">
      <dsp:nvSpPr>
        <dsp:cNvPr id="0" name=""/>
        <dsp:cNvSpPr/>
      </dsp:nvSpPr>
      <dsp:spPr>
        <a:xfrm>
          <a:off x="0" y="2330903"/>
          <a:ext cx="7886700" cy="9322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012E10-0D29-491B-AA9B-C03DEDE3FFE4}">
      <dsp:nvSpPr>
        <dsp:cNvPr id="0" name=""/>
        <dsp:cNvSpPr/>
      </dsp:nvSpPr>
      <dsp:spPr>
        <a:xfrm>
          <a:off x="281991" y="2540649"/>
          <a:ext cx="512711" cy="512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16D29-7A94-48B1-9B45-9FC906DB0BB4}">
      <dsp:nvSpPr>
        <dsp:cNvPr id="0" name=""/>
        <dsp:cNvSpPr/>
      </dsp:nvSpPr>
      <dsp:spPr>
        <a:xfrm>
          <a:off x="1076693" y="2330903"/>
          <a:ext cx="6810006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Entrega: Apresentação do modelo em 5 minutos</a:t>
          </a:r>
          <a:r>
            <a:rPr lang="pt-BR" sz="2000" kern="1200"/>
            <a:t> e Upload na Sala Online.</a:t>
          </a:r>
          <a:endParaRPr lang="en-US" sz="2000" kern="1200"/>
        </a:p>
      </dsp:txBody>
      <dsp:txXfrm>
        <a:off x="1076693" y="2330903"/>
        <a:ext cx="6810006" cy="9322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C30D0-2AFA-419D-AF38-4ABE048F5EF7}">
      <dsp:nvSpPr>
        <dsp:cNvPr id="0" name=""/>
        <dsp:cNvSpPr/>
      </dsp:nvSpPr>
      <dsp:spPr>
        <a:xfrm>
          <a:off x="520435" y="48347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84F3A-09EF-4EEB-BD82-634297D0DDE3}">
      <dsp:nvSpPr>
        <dsp:cNvPr id="0" name=""/>
        <dsp:cNvSpPr/>
      </dsp:nvSpPr>
      <dsp:spPr>
        <a:xfrm>
          <a:off x="25435" y="156358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Parte Interessada: Loja online de eletrônicos.</a:t>
          </a:r>
        </a:p>
      </dsp:txBody>
      <dsp:txXfrm>
        <a:off x="25435" y="1563583"/>
        <a:ext cx="1800000" cy="720000"/>
      </dsp:txXfrm>
    </dsp:sp>
    <dsp:sp modelId="{FADA3174-D9F6-4F1D-89DA-588D40B9DD8A}">
      <dsp:nvSpPr>
        <dsp:cNvPr id="0" name=""/>
        <dsp:cNvSpPr/>
      </dsp:nvSpPr>
      <dsp:spPr>
        <a:xfrm>
          <a:off x="2635435" y="48347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A13F0-EF74-424A-822A-593FC838FA52}">
      <dsp:nvSpPr>
        <dsp:cNvPr id="0" name=""/>
        <dsp:cNvSpPr/>
      </dsp:nvSpPr>
      <dsp:spPr>
        <a:xfrm>
          <a:off x="2140435" y="156358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Problema: Entender padrões de compra dos clientes.</a:t>
          </a:r>
        </a:p>
      </dsp:txBody>
      <dsp:txXfrm>
        <a:off x="2140435" y="1563583"/>
        <a:ext cx="1800000" cy="720000"/>
      </dsp:txXfrm>
    </dsp:sp>
    <dsp:sp modelId="{A286D222-1710-44E7-A59C-9B9A68DF3D30}">
      <dsp:nvSpPr>
        <dsp:cNvPr id="0" name=""/>
        <dsp:cNvSpPr/>
      </dsp:nvSpPr>
      <dsp:spPr>
        <a:xfrm>
          <a:off x="4750435" y="48347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86D47-7983-416B-A422-6507E74995C1}">
      <dsp:nvSpPr>
        <dsp:cNvPr id="0" name=""/>
        <dsp:cNvSpPr/>
      </dsp:nvSpPr>
      <dsp:spPr>
        <a:xfrm>
          <a:off x="4255435" y="156358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Tabela Fato: Pedidos realizados.</a:t>
          </a:r>
        </a:p>
      </dsp:txBody>
      <dsp:txXfrm>
        <a:off x="4255435" y="1563583"/>
        <a:ext cx="1800000" cy="720000"/>
      </dsp:txXfrm>
    </dsp:sp>
    <dsp:sp modelId="{60C037B4-6986-49C4-B860-C87B09FE1F24}">
      <dsp:nvSpPr>
        <dsp:cNvPr id="0" name=""/>
        <dsp:cNvSpPr/>
      </dsp:nvSpPr>
      <dsp:spPr>
        <a:xfrm>
          <a:off x="6865435" y="48347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A5ABC-670D-4BE8-91D1-2060D343FCF0}">
      <dsp:nvSpPr>
        <dsp:cNvPr id="0" name=""/>
        <dsp:cNvSpPr/>
      </dsp:nvSpPr>
      <dsp:spPr>
        <a:xfrm>
          <a:off x="6370435" y="156358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Tabelas Dimensão: Cliente, Produto, Tempo, Forma de Pagamento.</a:t>
          </a:r>
        </a:p>
      </dsp:txBody>
      <dsp:txXfrm>
        <a:off x="6370435" y="1563583"/>
        <a:ext cx="18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3CFCE2-C133-4BA1-B6BD-4F81946526BB}">
      <dsp:nvSpPr>
        <dsp:cNvPr id="0" name=""/>
        <dsp:cNvSpPr/>
      </dsp:nvSpPr>
      <dsp:spPr>
        <a:xfrm>
          <a:off x="0" y="538"/>
          <a:ext cx="4726201" cy="12594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9DD981-344A-4620-B923-34119021F98E}">
      <dsp:nvSpPr>
        <dsp:cNvPr id="0" name=""/>
        <dsp:cNvSpPr/>
      </dsp:nvSpPr>
      <dsp:spPr>
        <a:xfrm>
          <a:off x="380979" y="283911"/>
          <a:ext cx="692690" cy="692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6D539-FFEB-4A89-9088-A11518581D05}">
      <dsp:nvSpPr>
        <dsp:cNvPr id="0" name=""/>
        <dsp:cNvSpPr/>
      </dsp:nvSpPr>
      <dsp:spPr>
        <a:xfrm>
          <a:off x="1454649" y="538"/>
          <a:ext cx="3271551" cy="125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90" tIns="133290" rIns="133290" bIns="1332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Cada grupo apresenta brevemente seu modelo multidimensional.</a:t>
          </a:r>
        </a:p>
      </dsp:txBody>
      <dsp:txXfrm>
        <a:off x="1454649" y="538"/>
        <a:ext cx="3271551" cy="1259437"/>
      </dsp:txXfrm>
    </dsp:sp>
    <dsp:sp modelId="{5DAE986A-A474-4700-B414-9E8EE4D72616}">
      <dsp:nvSpPr>
        <dsp:cNvPr id="0" name=""/>
        <dsp:cNvSpPr/>
      </dsp:nvSpPr>
      <dsp:spPr>
        <a:xfrm>
          <a:off x="0" y="1574834"/>
          <a:ext cx="4726201" cy="12594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BFFE0-27EC-4A41-A8D1-7F8C9FB88AA9}">
      <dsp:nvSpPr>
        <dsp:cNvPr id="0" name=""/>
        <dsp:cNvSpPr/>
      </dsp:nvSpPr>
      <dsp:spPr>
        <a:xfrm>
          <a:off x="380979" y="1858207"/>
          <a:ext cx="692690" cy="692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4BB3D-BA47-409F-91FA-045F8CCF11AA}">
      <dsp:nvSpPr>
        <dsp:cNvPr id="0" name=""/>
        <dsp:cNvSpPr/>
      </dsp:nvSpPr>
      <dsp:spPr>
        <a:xfrm>
          <a:off x="1454649" y="1574834"/>
          <a:ext cx="3271551" cy="125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90" tIns="133290" rIns="133290" bIns="1332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 professor faz considerações e sugestões de melhoria.</a:t>
          </a:r>
        </a:p>
      </dsp:txBody>
      <dsp:txXfrm>
        <a:off x="1454649" y="1574834"/>
        <a:ext cx="3271551" cy="1259437"/>
      </dsp:txXfrm>
    </dsp:sp>
    <dsp:sp modelId="{F2CB9F4C-BC66-4AEA-9D50-184ACB30590B}">
      <dsp:nvSpPr>
        <dsp:cNvPr id="0" name=""/>
        <dsp:cNvSpPr/>
      </dsp:nvSpPr>
      <dsp:spPr>
        <a:xfrm>
          <a:off x="0" y="3149130"/>
          <a:ext cx="4726201" cy="12594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3B446C-FEA8-4F0D-B216-9A97EB9CBDBA}">
      <dsp:nvSpPr>
        <dsp:cNvPr id="0" name=""/>
        <dsp:cNvSpPr/>
      </dsp:nvSpPr>
      <dsp:spPr>
        <a:xfrm>
          <a:off x="380979" y="3432504"/>
          <a:ext cx="692690" cy="692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03CAB-7B59-415C-83A7-DDC8982C1C1E}">
      <dsp:nvSpPr>
        <dsp:cNvPr id="0" name=""/>
        <dsp:cNvSpPr/>
      </dsp:nvSpPr>
      <dsp:spPr>
        <a:xfrm>
          <a:off x="1454649" y="3149130"/>
          <a:ext cx="3271551" cy="125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90" tIns="133290" rIns="133290" bIns="1332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Discussão sobre boas práticas na modelagem multidimensional.</a:t>
          </a:r>
        </a:p>
      </dsp:txBody>
      <dsp:txXfrm>
        <a:off x="1454649" y="3149130"/>
        <a:ext cx="3271551" cy="125943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9593B-7882-4749-908E-DC946E5D810E}">
      <dsp:nvSpPr>
        <dsp:cNvPr id="0" name=""/>
        <dsp:cNvSpPr/>
      </dsp:nvSpPr>
      <dsp:spPr>
        <a:xfrm>
          <a:off x="1228141" y="0"/>
          <a:ext cx="1317282" cy="12377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A2F56-4324-4E8E-84BA-A29F2704966C}">
      <dsp:nvSpPr>
        <dsp:cNvPr id="0" name=""/>
        <dsp:cNvSpPr/>
      </dsp:nvSpPr>
      <dsp:spPr>
        <a:xfrm>
          <a:off x="4950" y="1349583"/>
          <a:ext cx="3763664" cy="530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Resumo dos conceitos abordados:</a:t>
          </a:r>
        </a:p>
      </dsp:txBody>
      <dsp:txXfrm>
        <a:off x="4950" y="1349583"/>
        <a:ext cx="3763664" cy="530477"/>
      </dsp:txXfrm>
    </dsp:sp>
    <dsp:sp modelId="{D751B7D9-8F4F-4A17-8DF2-E88B8266605A}">
      <dsp:nvSpPr>
        <dsp:cNvPr id="0" name=""/>
        <dsp:cNvSpPr/>
      </dsp:nvSpPr>
      <dsp:spPr>
        <a:xfrm>
          <a:off x="4950" y="1932062"/>
          <a:ext cx="3763664" cy="834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Importância da modelagem multidimensional.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Comparação entre Star Schema e Snowflake Schema.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Aplicação prática da modelagem.</a:t>
          </a:r>
        </a:p>
      </dsp:txBody>
      <dsp:txXfrm>
        <a:off x="4950" y="1932062"/>
        <a:ext cx="3763664" cy="834991"/>
      </dsp:txXfrm>
    </dsp:sp>
    <dsp:sp modelId="{BD6A4472-A4CF-4891-BA85-BCC539574713}">
      <dsp:nvSpPr>
        <dsp:cNvPr id="0" name=""/>
        <dsp:cNvSpPr/>
      </dsp:nvSpPr>
      <dsp:spPr>
        <a:xfrm>
          <a:off x="5650447" y="0"/>
          <a:ext cx="1317282" cy="12377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26530-B601-491E-A374-DE7DD609EBCB}">
      <dsp:nvSpPr>
        <dsp:cNvPr id="0" name=""/>
        <dsp:cNvSpPr/>
      </dsp:nvSpPr>
      <dsp:spPr>
        <a:xfrm>
          <a:off x="4427256" y="1349583"/>
          <a:ext cx="3763664" cy="530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Discussão: Como a modelagem impacta a tomada de decisão em BI?</a:t>
          </a:r>
        </a:p>
      </dsp:txBody>
      <dsp:txXfrm>
        <a:off x="4427256" y="1349583"/>
        <a:ext cx="3763664" cy="530477"/>
      </dsp:txXfrm>
    </dsp:sp>
    <dsp:sp modelId="{E51C54D8-5F5D-4963-92B1-5D294D3E02CD}">
      <dsp:nvSpPr>
        <dsp:cNvPr id="0" name=""/>
        <dsp:cNvSpPr/>
      </dsp:nvSpPr>
      <dsp:spPr>
        <a:xfrm>
          <a:off x="4427256" y="1932062"/>
          <a:ext cx="3763664" cy="834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B00BE-A752-47D5-8093-8758C9342E30}">
      <dsp:nvSpPr>
        <dsp:cNvPr id="0" name=""/>
        <dsp:cNvSpPr/>
      </dsp:nvSpPr>
      <dsp:spPr>
        <a:xfrm>
          <a:off x="0" y="399184"/>
          <a:ext cx="4690291" cy="687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Definição</a:t>
          </a:r>
          <a:r>
            <a:rPr lang="en-US" sz="2800" kern="1200" dirty="0"/>
            <a:t> dos </a:t>
          </a:r>
          <a:r>
            <a:rPr lang="en-US" sz="2800" kern="1200" dirty="0" err="1"/>
            <a:t>Grupos</a:t>
          </a:r>
          <a:r>
            <a:rPr lang="en-US" sz="2800" kern="1200" dirty="0"/>
            <a:t> </a:t>
          </a:r>
          <a:r>
            <a:rPr lang="en-US" sz="2800" kern="1200" dirty="0" err="1"/>
            <a:t>Finais</a:t>
          </a:r>
          <a:endParaRPr lang="en-US" sz="2800" kern="1200" dirty="0"/>
        </a:p>
      </dsp:txBody>
      <dsp:txXfrm>
        <a:off x="33583" y="432767"/>
        <a:ext cx="4623125" cy="620794"/>
      </dsp:txXfrm>
    </dsp:sp>
    <dsp:sp modelId="{6D2AF6FB-08F7-43F6-B074-99C5EE2F2595}">
      <dsp:nvSpPr>
        <dsp:cNvPr id="0" name=""/>
        <dsp:cNvSpPr/>
      </dsp:nvSpPr>
      <dsp:spPr>
        <a:xfrm>
          <a:off x="0" y="1167784"/>
          <a:ext cx="4690291" cy="687960"/>
        </a:xfrm>
        <a:prstGeom prst="roundRect">
          <a:avLst/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Entregas</a:t>
          </a:r>
          <a:r>
            <a:rPr lang="en-US" sz="2800" kern="1200" dirty="0"/>
            <a:t> do </a:t>
          </a:r>
          <a:r>
            <a:rPr lang="en-US" sz="2800" kern="1200" dirty="0" err="1"/>
            <a:t>Trabalho</a:t>
          </a:r>
          <a:r>
            <a:rPr lang="en-US" sz="2800" kern="1200" dirty="0"/>
            <a:t> Final</a:t>
          </a:r>
        </a:p>
      </dsp:txBody>
      <dsp:txXfrm>
        <a:off x="33583" y="1201367"/>
        <a:ext cx="4623125" cy="620794"/>
      </dsp:txXfrm>
    </dsp:sp>
    <dsp:sp modelId="{01A03F0E-7D38-428F-8ECE-F33E8364F4E2}">
      <dsp:nvSpPr>
        <dsp:cNvPr id="0" name=""/>
        <dsp:cNvSpPr/>
      </dsp:nvSpPr>
      <dsp:spPr>
        <a:xfrm>
          <a:off x="0" y="1938358"/>
          <a:ext cx="4690291" cy="687960"/>
        </a:xfrm>
        <a:prstGeom prst="roundRect">
          <a:avLst/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Aula de </a:t>
          </a:r>
          <a:r>
            <a:rPr lang="en-US" sz="2800" kern="1200" dirty="0" err="1"/>
            <a:t>Revisão</a:t>
          </a:r>
          <a:r>
            <a:rPr lang="en-US" sz="2800" kern="1200" dirty="0"/>
            <a:t> – 15/04</a:t>
          </a:r>
        </a:p>
      </dsp:txBody>
      <dsp:txXfrm>
        <a:off x="33583" y="1971941"/>
        <a:ext cx="4623125" cy="620794"/>
      </dsp:txXfrm>
    </dsp:sp>
    <dsp:sp modelId="{06D4B9E0-30D8-42D6-90CD-8A19AD8361F7}">
      <dsp:nvSpPr>
        <dsp:cNvPr id="0" name=""/>
        <dsp:cNvSpPr/>
      </dsp:nvSpPr>
      <dsp:spPr>
        <a:xfrm>
          <a:off x="0" y="2704984"/>
          <a:ext cx="4690291" cy="687960"/>
        </a:xfrm>
        <a:prstGeom prst="round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 da </a:t>
          </a:r>
          <a:r>
            <a:rPr lang="en-US" sz="2800" kern="1200" dirty="0" err="1"/>
            <a:t>Prova</a:t>
          </a:r>
          <a:r>
            <a:rPr lang="en-US" sz="2800" kern="1200" dirty="0"/>
            <a:t> – 29/04</a:t>
          </a:r>
        </a:p>
      </dsp:txBody>
      <dsp:txXfrm>
        <a:off x="33583" y="2738567"/>
        <a:ext cx="4623125" cy="62079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19A38-1E24-4A88-8567-A91EE221F9FB}">
      <dsp:nvSpPr>
        <dsp:cNvPr id="0" name=""/>
        <dsp:cNvSpPr/>
      </dsp:nvSpPr>
      <dsp:spPr>
        <a:xfrm>
          <a:off x="0" y="0"/>
          <a:ext cx="2464593" cy="3045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1. DIAGNÓSTICO E TEORIZAÇÃO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 dirty="0"/>
            <a:t>01/04/2025 </a:t>
          </a:r>
          <a:endParaRPr lang="en-US" sz="1400" kern="1200" dirty="0"/>
        </a:p>
      </dsp:txBody>
      <dsp:txXfrm>
        <a:off x="0" y="1157440"/>
        <a:ext cx="2464593" cy="1827537"/>
      </dsp:txXfrm>
    </dsp:sp>
    <dsp:sp modelId="{E1FBBAED-147E-48CB-908B-EFD686A5161F}">
      <dsp:nvSpPr>
        <dsp:cNvPr id="0" name=""/>
        <dsp:cNvSpPr/>
      </dsp:nvSpPr>
      <dsp:spPr>
        <a:xfrm>
          <a:off x="775412" y="304589"/>
          <a:ext cx="913768" cy="9137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41" tIns="12700" rIns="7124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909230" y="438407"/>
        <a:ext cx="646132" cy="646132"/>
      </dsp:txXfrm>
    </dsp:sp>
    <dsp:sp modelId="{0D1E9FC2-6CDE-44F1-95C9-325454700687}">
      <dsp:nvSpPr>
        <dsp:cNvPr id="0" name=""/>
        <dsp:cNvSpPr/>
      </dsp:nvSpPr>
      <dsp:spPr>
        <a:xfrm>
          <a:off x="0" y="3045823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07109-038A-4DC3-8954-8749EC869387}">
      <dsp:nvSpPr>
        <dsp:cNvPr id="0" name=""/>
        <dsp:cNvSpPr/>
      </dsp:nvSpPr>
      <dsp:spPr>
        <a:xfrm>
          <a:off x="2711053" y="0"/>
          <a:ext cx="2464593" cy="3045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2. PLANEJAMENTO E DESENVOLVIMENTO DO PROJETO 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06/05/2025</a:t>
          </a:r>
        </a:p>
      </dsp:txBody>
      <dsp:txXfrm>
        <a:off x="2711053" y="1157440"/>
        <a:ext cx="2464593" cy="1827537"/>
      </dsp:txXfrm>
    </dsp:sp>
    <dsp:sp modelId="{C6E66F40-6F87-4235-9F4F-6E4BEE84106B}">
      <dsp:nvSpPr>
        <dsp:cNvPr id="0" name=""/>
        <dsp:cNvSpPr/>
      </dsp:nvSpPr>
      <dsp:spPr>
        <a:xfrm>
          <a:off x="3486465" y="304589"/>
          <a:ext cx="913768" cy="9137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41" tIns="12700" rIns="7124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3620283" y="438407"/>
        <a:ext cx="646132" cy="646132"/>
      </dsp:txXfrm>
    </dsp:sp>
    <dsp:sp modelId="{6C6EB8F0-29C7-49A1-8957-8CEFBFF7EB0A}">
      <dsp:nvSpPr>
        <dsp:cNvPr id="0" name=""/>
        <dsp:cNvSpPr/>
      </dsp:nvSpPr>
      <dsp:spPr>
        <a:xfrm>
          <a:off x="2711053" y="3045823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927BC-94EA-4F6F-9C3F-05D258DD8A3E}">
      <dsp:nvSpPr>
        <dsp:cNvPr id="0" name=""/>
        <dsp:cNvSpPr/>
      </dsp:nvSpPr>
      <dsp:spPr>
        <a:xfrm>
          <a:off x="5422106" y="0"/>
          <a:ext cx="2464593" cy="3045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/>
            <a:t>3. ENCERRAMENTO DO PROJETO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</dsp:txBody>
      <dsp:txXfrm>
        <a:off x="5422106" y="1157440"/>
        <a:ext cx="2464593" cy="1827537"/>
      </dsp:txXfrm>
    </dsp:sp>
    <dsp:sp modelId="{847AA22B-0031-4640-A2ED-04DBF106E399}">
      <dsp:nvSpPr>
        <dsp:cNvPr id="0" name=""/>
        <dsp:cNvSpPr/>
      </dsp:nvSpPr>
      <dsp:spPr>
        <a:xfrm>
          <a:off x="6197518" y="304589"/>
          <a:ext cx="913768" cy="9137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41" tIns="12700" rIns="7124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6331336" y="438407"/>
        <a:ext cx="646132" cy="646132"/>
      </dsp:txXfrm>
    </dsp:sp>
    <dsp:sp modelId="{C7FB18CB-7FCE-4450-939C-1C8367813801}">
      <dsp:nvSpPr>
        <dsp:cNvPr id="0" name=""/>
        <dsp:cNvSpPr/>
      </dsp:nvSpPr>
      <dsp:spPr>
        <a:xfrm>
          <a:off x="5422106" y="3045823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2E9354-93FE-48B9-BF93-65D85CE31714}">
      <dsp:nvSpPr>
        <dsp:cNvPr id="0" name=""/>
        <dsp:cNvSpPr/>
      </dsp:nvSpPr>
      <dsp:spPr>
        <a:xfrm>
          <a:off x="0" y="0"/>
          <a:ext cx="4728436" cy="1037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B8459-D684-450E-B3FD-3345A1D42206}">
      <dsp:nvSpPr>
        <dsp:cNvPr id="0" name=""/>
        <dsp:cNvSpPr/>
      </dsp:nvSpPr>
      <dsp:spPr>
        <a:xfrm>
          <a:off x="313987" y="233987"/>
          <a:ext cx="570885" cy="5708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DE3E2-B4D0-4CE5-B4FA-CFE60C7ED70B}">
      <dsp:nvSpPr>
        <dsp:cNvPr id="0" name=""/>
        <dsp:cNvSpPr/>
      </dsp:nvSpPr>
      <dsp:spPr>
        <a:xfrm>
          <a:off x="1198860" y="443"/>
          <a:ext cx="3529575" cy="103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52" tIns="109852" rIns="109852" bIns="109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Destaques e Reflexões Finais</a:t>
          </a:r>
          <a:endParaRPr lang="en-US" sz="1900" kern="1200"/>
        </a:p>
      </dsp:txBody>
      <dsp:txXfrm>
        <a:off x="1198860" y="443"/>
        <a:ext cx="3529575" cy="1037974"/>
      </dsp:txXfrm>
    </dsp:sp>
    <dsp:sp modelId="{89F8D708-EC3D-4E4E-9654-F70F5AFCAE8A}">
      <dsp:nvSpPr>
        <dsp:cNvPr id="0" name=""/>
        <dsp:cNvSpPr/>
      </dsp:nvSpPr>
      <dsp:spPr>
        <a:xfrm>
          <a:off x="0" y="1297911"/>
          <a:ext cx="4728436" cy="1037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DE254-61D9-4087-875B-FB3E8DCD530C}">
      <dsp:nvSpPr>
        <dsp:cNvPr id="0" name=""/>
        <dsp:cNvSpPr/>
      </dsp:nvSpPr>
      <dsp:spPr>
        <a:xfrm>
          <a:off x="313987" y="1531455"/>
          <a:ext cx="570885" cy="5708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29ABA-E046-4FFD-9D91-464475F9FF74}">
      <dsp:nvSpPr>
        <dsp:cNvPr id="0" name=""/>
        <dsp:cNvSpPr/>
      </dsp:nvSpPr>
      <dsp:spPr>
        <a:xfrm>
          <a:off x="1198860" y="1297911"/>
          <a:ext cx="3529575" cy="103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52" tIns="109852" rIns="109852" bIns="109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- Recapitulação dos principais conceitos abordados</a:t>
          </a:r>
          <a:endParaRPr lang="en-US" sz="1900" kern="1200"/>
        </a:p>
      </dsp:txBody>
      <dsp:txXfrm>
        <a:off x="1198860" y="1297911"/>
        <a:ext cx="3529575" cy="1037974"/>
      </dsp:txXfrm>
    </dsp:sp>
    <dsp:sp modelId="{AF79A62F-9270-48FF-9E76-A2CE9EC5A999}">
      <dsp:nvSpPr>
        <dsp:cNvPr id="0" name=""/>
        <dsp:cNvSpPr/>
      </dsp:nvSpPr>
      <dsp:spPr>
        <a:xfrm>
          <a:off x="0" y="2595379"/>
          <a:ext cx="4728436" cy="1037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2106F-E032-49DB-8188-F466CD7781AD}">
      <dsp:nvSpPr>
        <dsp:cNvPr id="0" name=""/>
        <dsp:cNvSpPr/>
      </dsp:nvSpPr>
      <dsp:spPr>
        <a:xfrm>
          <a:off x="313987" y="2828923"/>
          <a:ext cx="570885" cy="5708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ACC02-AF15-4705-9902-361BE44F7824}">
      <dsp:nvSpPr>
        <dsp:cNvPr id="0" name=""/>
        <dsp:cNvSpPr/>
      </dsp:nvSpPr>
      <dsp:spPr>
        <a:xfrm>
          <a:off x="1198860" y="2595379"/>
          <a:ext cx="3529575" cy="103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52" tIns="109852" rIns="109852" bIns="109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- Importância da modelagem adequada dos dados</a:t>
          </a:r>
          <a:endParaRPr lang="en-US" sz="1900" kern="1200" dirty="0"/>
        </a:p>
      </dsp:txBody>
      <dsp:txXfrm>
        <a:off x="1198860" y="2595379"/>
        <a:ext cx="3529575" cy="1037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056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07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5007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1.sv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2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Business </a:t>
            </a:r>
            <a:r>
              <a:rPr lang="pt-BR" sz="3600" dirty="0" err="1">
                <a:solidFill>
                  <a:schemeClr val="bg1"/>
                </a:solidFill>
              </a:rPr>
              <a:t>Intelligence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83DD814-424C-F6CA-C8DC-0A67442A2586}"/>
              </a:ext>
            </a:extLst>
          </p:cNvPr>
          <p:cNvSpPr txBox="1">
            <a:spLocks/>
          </p:cNvSpPr>
          <p:nvPr/>
        </p:nvSpPr>
        <p:spPr>
          <a:xfrm>
            <a:off x="2880359" y="1014926"/>
            <a:ext cx="5298693" cy="3268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600" dirty="0">
                <a:solidFill>
                  <a:srgbClr val="FFFFFF"/>
                </a:solidFill>
              </a:rPr>
              <a:t>Modelagem e Preparação de Dados Multidimensional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00D3561-7A8F-3D51-F149-92D73789CE84}"/>
              </a:ext>
            </a:extLst>
          </p:cNvPr>
          <p:cNvSpPr txBox="1">
            <a:spLocks/>
          </p:cNvSpPr>
          <p:nvPr/>
        </p:nvSpPr>
        <p:spPr>
          <a:xfrm>
            <a:off x="2127816" y="3394745"/>
            <a:ext cx="6051236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600" dirty="0">
                <a:solidFill>
                  <a:srgbClr val="FFFFFF"/>
                </a:solidFill>
              </a:rPr>
              <a:t>Construção de modelos multidimensionais e Star </a:t>
            </a:r>
            <a:r>
              <a:rPr lang="pt-BR" sz="1600" dirty="0" err="1">
                <a:solidFill>
                  <a:srgbClr val="FFFFFF"/>
                </a:solidFill>
              </a:rPr>
              <a:t>Schema</a:t>
            </a:r>
            <a:endParaRPr lang="pt-BR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79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Rectangle 1">
            <a:extLst>
              <a:ext uri="{FF2B5EF4-FFF2-40B4-BE49-F238E27FC236}">
                <a16:creationId xmlns:a16="http://schemas.microsoft.com/office/drawing/2014/main" id="{0F1E6103-13F1-E0E7-C537-CD94125DA5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456267"/>
              </p:ext>
            </p:extLst>
          </p:nvPr>
        </p:nvGraphicFramePr>
        <p:xfrm>
          <a:off x="3777768" y="411480"/>
          <a:ext cx="5320511" cy="4725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98373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400" y="6014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697" y="1710799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2BC8CF7-806E-53D9-BD49-41E82AF3A0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768431"/>
              </p:ext>
            </p:extLst>
          </p:nvPr>
        </p:nvGraphicFramePr>
        <p:xfrm>
          <a:off x="628650" y="1488687"/>
          <a:ext cx="5785693" cy="3143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Apresentação da Atividade Anterior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D85D95-7656-0B4D-098A-84AC882D8B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546618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99007-3BDD-DD67-F631-E4BD7B817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ED7B2-AF1B-2447-4654-FDA3EA13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Revisão dos Conceitos das Aulas Anteriores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7C0611E-F725-14CD-76C1-65F1195B4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701301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96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12763B1-ED9E-4F61-9444-549A5C12A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graphicEl>
                                              <a:dgm id="{F12763B1-ED9E-4F61-9444-549A5C12A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graphicEl>
                                              <a:dgm id="{F12763B1-ED9E-4F61-9444-549A5C12A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7E363F65-707A-41B2-A776-0B9D0DF2E3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graphicEl>
                                              <a:dgm id="{7E363F65-707A-41B2-A776-0B9D0DF2E3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graphicEl>
                                              <a:dgm id="{7E363F65-707A-41B2-A776-0B9D0DF2E3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1A9F9A9-FA89-4734-8156-E80B14BBB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>
                                            <p:graphicEl>
                                              <a:dgm id="{E1A9F9A9-FA89-4734-8156-E80B14BBB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>
                                            <p:graphicEl>
                                              <a:dgm id="{E1A9F9A9-FA89-4734-8156-E80B14BBB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8CBBEDA-12F6-435D-8657-83AEAD2DF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graphicEl>
                                              <a:dgm id="{88CBBEDA-12F6-435D-8657-83AEAD2DF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>
                                            <p:graphicEl>
                                              <a:dgm id="{88CBBEDA-12F6-435D-8657-83AEAD2DF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F41C1DA-9546-43F3-BE17-52DCFA90DE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>
                                            <p:graphicEl>
                                              <a:dgm id="{DF41C1DA-9546-43F3-BE17-52DCFA90DE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>
                                            <p:graphicEl>
                                              <a:dgm id="{DF41C1DA-9546-43F3-BE17-52DCFA90DE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999687F-B22D-4016-A5E6-47D45B4E0D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>
                                            <p:graphicEl>
                                              <a:dgm id="{8999687F-B22D-4016-A5E6-47D45B4E0D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>
                                            <p:graphicEl>
                                              <a:dgm id="{8999687F-B22D-4016-A5E6-47D45B4E0D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79B1990-1239-4410-8512-8B311C2726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graphicEl>
                                              <a:dgm id="{979B1990-1239-4410-8512-8B311C2726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>
                                            <p:graphicEl>
                                              <a:dgm id="{979B1990-1239-4410-8512-8B311C2726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5DB7751-86EC-41E8-94E8-C0B1A4E25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>
                                            <p:graphicEl>
                                              <a:dgm id="{25DB7751-86EC-41E8-94E8-C0B1A4E25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>
                                            <p:graphicEl>
                                              <a:dgm id="{25DB7751-86EC-41E8-94E8-C0B1A4E25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D9AAA28-D5FE-4314-A665-2C70F1C27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graphicEl>
                                              <a:dgm id="{FD9AAA28-D5FE-4314-A665-2C70F1C27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>
                                            <p:graphicEl>
                                              <a:dgm id="{FD9AAA28-D5FE-4314-A665-2C70F1C27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7A12399F-040C-49C1-A6BB-8E79B8F40C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graphicEl>
                                              <a:dgm id="{7A12399F-040C-49C1-A6BB-8E79B8F40C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graphicEl>
                                              <a:dgm id="{7A12399F-040C-49C1-A6BB-8E79B8F40C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AB1FE56-B37E-492B-AB79-D961306CB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>
                                            <p:graphicEl>
                                              <a:dgm id="{FAB1FE56-B37E-492B-AB79-D961306CB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>
                                            <p:graphicEl>
                                              <a:dgm id="{FAB1FE56-B37E-492B-AB79-D961306CB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C2E5525-0146-42AA-905A-213B5799DF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graphicEl>
                                              <a:dgm id="{DC2E5525-0146-42AA-905A-213B5799DF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graphicEl>
                                              <a:dgm id="{DC2E5525-0146-42AA-905A-213B5799DF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A2666AF0-2F39-4CE3-B72A-25F0800C4A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>
                                            <p:graphicEl>
                                              <a:dgm id="{A2666AF0-2F39-4CE3-B72A-25F0800C4A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>
                                            <p:graphicEl>
                                              <a:dgm id="{A2666AF0-2F39-4CE3-B72A-25F0800C4A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A58DC1A-DFA1-47EF-A3CA-E9996A7AD6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>
                                            <p:graphicEl>
                                              <a:dgm id="{DA58DC1A-DFA1-47EF-A3CA-E9996A7AD6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>
                                            <p:graphicEl>
                                              <a:dgm id="{DA58DC1A-DFA1-47EF-A3CA-E9996A7AD6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9F6BA37-895A-469D-B4BF-471F57AD75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>
                                            <p:graphicEl>
                                              <a:dgm id="{49F6BA37-895A-469D-B4BF-471F57AD75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>
                                            <p:graphicEl>
                                              <a:dgm id="{49F6BA37-895A-469D-B4BF-471F57AD75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195014"/>
            <a:ext cx="8375586" cy="444975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380370"/>
            <a:ext cx="2245179" cy="4079047"/>
          </a:xfrm>
        </p:spPr>
        <p:txBody>
          <a:bodyPr>
            <a:normAutofit/>
          </a:bodyPr>
          <a:lstStyle/>
          <a:p>
            <a:r>
              <a:rPr lang="pt-BR" sz="2000"/>
              <a:t>O que é Modelagem Multidimensional?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155860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41ED1D-F050-CF2E-44D4-2656208CB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377905"/>
              </p:ext>
            </p:extLst>
          </p:nvPr>
        </p:nvGraphicFramePr>
        <p:xfrm>
          <a:off x="3394710" y="384048"/>
          <a:ext cx="5122926" cy="4080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028700"/>
            <a:ext cx="3396984" cy="2692482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514350"/>
            <a:ext cx="2621145" cy="4118372"/>
          </a:xfrm>
        </p:spPr>
        <p:txBody>
          <a:bodyPr>
            <a:normAutofit/>
          </a:bodyPr>
          <a:lstStyle/>
          <a:p>
            <a:r>
              <a:rPr lang="pt-BR" sz="2600"/>
              <a:t>Estrutura de Modelagem Multidimensional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90B08D-E4C6-70D9-9059-0690C9738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0518226"/>
              </p:ext>
            </p:extLst>
          </p:nvPr>
        </p:nvGraphicFramePr>
        <p:xfrm>
          <a:off x="3526910" y="628649"/>
          <a:ext cx="4988440" cy="4004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7891"/>
            <a:ext cx="2530602" cy="4175919"/>
          </a:xfrm>
        </p:spPr>
        <p:txBody>
          <a:bodyPr>
            <a:normAutofit/>
          </a:bodyPr>
          <a:lstStyle/>
          <a:p>
            <a:r>
              <a:rPr lang="pt-BR" sz="3900"/>
              <a:t>Star Schema (Esquema em Estrela)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E9D977-E2E0-4CEA-3E96-3808649316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1098547"/>
              </p:ext>
            </p:extLst>
          </p:nvPr>
        </p:nvGraphicFramePr>
        <p:xfrm>
          <a:off x="3819906" y="465294"/>
          <a:ext cx="4697730" cy="4128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473DA-D982-F552-7D30-249EF6D5E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900" y="71241"/>
            <a:ext cx="3467100" cy="994172"/>
          </a:xfrm>
        </p:spPr>
        <p:txBody>
          <a:bodyPr/>
          <a:lstStyle/>
          <a:p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Relembrando BI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BF644E7-9BDA-44C4-9995-DDF27B68F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0585" y="803434"/>
            <a:ext cx="5006315" cy="326231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931650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Tabela Fato x Tabela Dimensão</a:t>
            </a:r>
          </a:p>
        </p:txBody>
      </p:sp>
      <p:graphicFrame>
        <p:nvGraphicFramePr>
          <p:cNvPr id="18" name="Espaço Reservado para Conteúdo 2">
            <a:extLst>
              <a:ext uri="{FF2B5EF4-FFF2-40B4-BE49-F238E27FC236}">
                <a16:creationId xmlns:a16="http://schemas.microsoft.com/office/drawing/2014/main" id="{B5186920-D36A-4985-9397-C98962CAD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115375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810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9374A7F-E43A-44D0-8DA3-4FF80BA923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>
                                            <p:graphicEl>
                                              <a:dgm id="{79374A7F-E43A-44D0-8DA3-4FF80BA923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B2433A05-0494-461C-9351-7F4AC36B0A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8">
                                            <p:graphicEl>
                                              <a:dgm id="{B2433A05-0494-461C-9351-7F4AC36B0A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8DE878F7-4C76-42A5-858F-587FE3DF1C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8">
                                            <p:graphicEl>
                                              <a:dgm id="{8DE878F7-4C76-42A5-858F-587FE3DF1C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A90FC741-E31C-4F0F-80A2-722C918BDC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8">
                                            <p:graphicEl>
                                              <a:dgm id="{A90FC741-E31C-4F0F-80A2-722C918BDC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33" y="31766"/>
            <a:ext cx="4421124" cy="891540"/>
          </a:xfrm>
        </p:spPr>
        <p:txBody>
          <a:bodyPr>
            <a:norm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Tabela fato</a:t>
            </a:r>
          </a:p>
        </p:txBody>
      </p:sp>
      <p:graphicFrame>
        <p:nvGraphicFramePr>
          <p:cNvPr id="17" name="Espaço Reservado para Conteúdo 2">
            <a:extLst>
              <a:ext uri="{FF2B5EF4-FFF2-40B4-BE49-F238E27FC236}">
                <a16:creationId xmlns:a16="http://schemas.microsoft.com/office/drawing/2014/main" id="{7AF68A2F-D69D-3A7B-22EB-208502319F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73345"/>
              </p:ext>
            </p:extLst>
          </p:nvPr>
        </p:nvGraphicFramePr>
        <p:xfrm>
          <a:off x="602433" y="1089659"/>
          <a:ext cx="4754238" cy="39852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phic 10">
            <a:extLst>
              <a:ext uri="{FF2B5EF4-FFF2-40B4-BE49-F238E27FC236}">
                <a16:creationId xmlns:a16="http://schemas.microsoft.com/office/drawing/2014/main" id="{AB7DA9A4-F184-4B71-96AA-46D35BD4DAD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5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56671" y="664226"/>
            <a:ext cx="3435906" cy="36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3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FE26D17-A193-4508-94B4-F3D4D644A8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graphicEl>
                                              <a:dgm id="{9FE26D17-A193-4508-94B4-F3D4D644A8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C6560D5-2788-45C9-9CC2-BA647790B0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graphicEl>
                                              <a:dgm id="{2C6560D5-2788-45C9-9CC2-BA647790B0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D61201B-1431-4C5B-A1D2-DAFB87C7BA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graphicEl>
                                              <a:dgm id="{2D61201B-1431-4C5B-A1D2-DAFB87C7BA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E462331-6752-49AB-953A-DAD887283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graphicEl>
                                              <a:dgm id="{EE462331-6752-49AB-953A-DAD8872837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7387EE1D-813D-4DF5-AB68-373518C5E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graphicEl>
                                              <a:dgm id="{7387EE1D-813D-4DF5-AB68-373518C5ED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153B34C9-0826-4C93-ACA1-C25714CAAB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graphicEl>
                                              <a:dgm id="{153B34C9-0826-4C93-ACA1-C25714CAAB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4AD588F-2889-4C5A-9104-293A5037FC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graphicEl>
                                              <a:dgm id="{94AD588F-2889-4C5A-9104-293A5037FC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161D37C2-9B72-4D01-BA4E-78CB18B0EF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>
                                            <p:graphicEl>
                                              <a:dgm id="{161D37C2-9B72-4D01-BA4E-78CB18B0EF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8E91914-E203-4AD6-8AE0-5ACD4FDBEE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>
                                            <p:graphicEl>
                                              <a:dgm id="{C8E91914-E203-4AD6-8AE0-5ACD4FDBEE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B931DF8D-0E42-4512-A394-6EF7F27298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>
                                            <p:graphicEl>
                                              <a:dgm id="{B931DF8D-0E42-4512-A394-6EF7F27298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B582C3A-52E2-4783-A277-427638F96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>
                                            <p:graphicEl>
                                              <a:dgm id="{8B582C3A-52E2-4783-A277-427638F960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8747041-1A1C-4C64-8ECF-4EC7885988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>
                                            <p:graphicEl>
                                              <a:dgm id="{D8747041-1A1C-4C64-8ECF-4EC7885988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23519"/>
            <a:ext cx="4421124" cy="891540"/>
          </a:xfrm>
        </p:spPr>
        <p:txBody>
          <a:bodyPr>
            <a:norm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Tabela dimensão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0C06A9-FAF5-4513-B646-3AA241C8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33" y="1978533"/>
            <a:ext cx="4472488" cy="2447405"/>
          </a:xfrm>
        </p:spPr>
        <p:txBody>
          <a:bodyPr>
            <a:normAutofit/>
          </a:bodyPr>
          <a:lstStyle/>
          <a:p>
            <a:r>
              <a:rPr lang="pt-BR" dirty="0"/>
              <a:t>Ela qualifica as informações provenientes da tabela Fato.</a:t>
            </a:r>
          </a:p>
          <a:p>
            <a:r>
              <a:rPr lang="pt-BR" dirty="0"/>
              <a:t>Através dela é possível analisar os dados sob múltiplas perspectivas. </a:t>
            </a:r>
          </a:p>
          <a:p>
            <a:r>
              <a:rPr lang="pt-BR" dirty="0"/>
              <a:t>Por exemplo, podemos ter Dimensões como Produto, Região e Tempo em um DW.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F1E1201-C2D7-4A4F-BDFF-A3668CC6B2A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86918" y="1326572"/>
            <a:ext cx="2496312" cy="24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929" y="3034405"/>
            <a:ext cx="6743700" cy="948572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205740" tIns="137160" rIns="205740" bIns="137160" rtlCol="0" anchor="ctr" anchorCtr="1">
            <a:normAutofit/>
          </a:bodyPr>
          <a:lstStyle/>
          <a:p>
            <a:r>
              <a:rPr lang="en-US" sz="2025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“star schema” e “snowflake”</a:t>
            </a:r>
          </a:p>
        </p:txBody>
      </p:sp>
      <p:pic>
        <p:nvPicPr>
          <p:cNvPr id="2050" name="Picture 2" descr="Resultado de imagem para star schema and snowflake">
            <a:extLst>
              <a:ext uri="{FF2B5EF4-FFF2-40B4-BE49-F238E27FC236}">
                <a16:creationId xmlns:a16="http://schemas.microsoft.com/office/drawing/2014/main" id="{E40BCEEE-088C-4DD0-BD02-8781E29B62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" r="-3" b="-3"/>
          <a:stretch/>
        </p:blipFill>
        <p:spPr bwMode="auto">
          <a:xfrm>
            <a:off x="2947098" y="912432"/>
            <a:ext cx="3777361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596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23519"/>
            <a:ext cx="4421124" cy="891540"/>
          </a:xfrm>
          <a:prstGeom prst="ellipse">
            <a:avLst/>
          </a:prstGeom>
        </p:spPr>
        <p:txBody>
          <a:bodyPr>
            <a:normAutofit/>
          </a:bodyPr>
          <a:lstStyle/>
          <a:p>
            <a:r>
              <a:rPr lang="pt-BR" dirty="0">
                <a:solidFill>
                  <a:srgbClr val="262626"/>
                </a:solidFill>
              </a:rPr>
              <a:t>Star </a:t>
            </a:r>
            <a:r>
              <a:rPr lang="pt-BR" dirty="0" err="1">
                <a:solidFill>
                  <a:srgbClr val="262626"/>
                </a:solidFill>
              </a:rPr>
              <a:t>schema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0C06A9-FAF5-4513-B646-3AA241C8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33" y="1978533"/>
            <a:ext cx="4472488" cy="2447405"/>
          </a:xfrm>
        </p:spPr>
        <p:txBody>
          <a:bodyPr>
            <a:normAutofit/>
          </a:bodyPr>
          <a:lstStyle/>
          <a:p>
            <a:r>
              <a:rPr lang="pt-BR" dirty="0"/>
              <a:t>O </a:t>
            </a:r>
            <a:r>
              <a:rPr lang="pt-BR" b="1" dirty="0"/>
              <a:t>Star </a:t>
            </a:r>
            <a:r>
              <a:rPr lang="pt-BR" b="1" dirty="0" err="1"/>
              <a:t>schema</a:t>
            </a:r>
            <a:r>
              <a:rPr lang="pt-BR" dirty="0"/>
              <a:t> ou esquema em estrela é uma metodologia de modelagem de dados utilizada do desenho de um Data </a:t>
            </a:r>
            <a:r>
              <a:rPr lang="pt-BR" dirty="0" err="1"/>
              <a:t>warehouse</a:t>
            </a:r>
            <a:r>
              <a:rPr lang="pt-BR" dirty="0"/>
              <a:t>.</a:t>
            </a:r>
          </a:p>
          <a:p>
            <a:r>
              <a:rPr lang="pt-BR" dirty="0"/>
              <a:t>Os dados são modelados em tabelas dimensionais ligadas a uma tabela de fatos.</a:t>
            </a:r>
          </a:p>
        </p:txBody>
      </p:sp>
      <p:pic>
        <p:nvPicPr>
          <p:cNvPr id="27" name="Graphic 26" descr="Estrela">
            <a:extLst>
              <a:ext uri="{FF2B5EF4-FFF2-40B4-BE49-F238E27FC236}">
                <a16:creationId xmlns:a16="http://schemas.microsoft.com/office/drawing/2014/main" id="{2F9126DA-200A-426A-9731-BFD6EB6E1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6918" y="1326572"/>
            <a:ext cx="2496312" cy="24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0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803654"/>
            <a:ext cx="2475872" cy="1220844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 vert="horz" lIns="205740" tIns="137160" rIns="205740" bIns="137160" rtlCol="0" anchor="ctr" anchorCtr="1">
            <a:normAutofit fontScale="90000"/>
          </a:bodyPr>
          <a:lstStyle/>
          <a:p>
            <a:r>
              <a:rPr lang="en-US" dirty="0">
                <a:solidFill>
                  <a:srgbClr val="262626"/>
                </a:solidFill>
              </a:rPr>
              <a:t>Star schema</a:t>
            </a:r>
          </a:p>
        </p:txBody>
      </p:sp>
      <p:pic>
        <p:nvPicPr>
          <p:cNvPr id="12" name="Picture 2" descr="https://docs.microsoft.com/pt-br/power-bi/guidance/media/star-schema/star-schema-example1.png">
            <a:extLst>
              <a:ext uri="{FF2B5EF4-FFF2-40B4-BE49-F238E27FC236}">
                <a16:creationId xmlns:a16="http://schemas.microsoft.com/office/drawing/2014/main" id="{1BCC4832-8624-4F20-9408-5E8C92782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18047" y="1065555"/>
            <a:ext cx="4693158" cy="320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01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803654"/>
            <a:ext cx="2427079" cy="1220844"/>
          </a:xfrm>
          <a:prstGeom prst="ellipse">
            <a:avLst/>
          </a:prstGeom>
          <a:ln w="38100">
            <a:solidFill>
              <a:schemeClr val="bg1"/>
            </a:solidFill>
          </a:ln>
        </p:spPr>
        <p:txBody>
          <a:bodyPr vert="horz" lIns="205740" tIns="137160" rIns="205740" bIns="137160" rtlCol="0" anchor="ctr" anchorCtr="1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Star schema</a:t>
            </a:r>
          </a:p>
        </p:txBody>
      </p:sp>
      <p:pic>
        <p:nvPicPr>
          <p:cNvPr id="4098" name="Picture 2" descr="https://docs.microsoft.com/pt-br/power-bi/guidance/media/star-schema/relationships2.png">
            <a:extLst>
              <a:ext uri="{FF2B5EF4-FFF2-40B4-BE49-F238E27FC236}">
                <a16:creationId xmlns:a16="http://schemas.microsoft.com/office/drawing/2014/main" id="{9EE67724-0E70-4D99-A9FE-A9981F664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96823" y="707707"/>
            <a:ext cx="4693158" cy="372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61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803654"/>
            <a:ext cx="2283713" cy="122084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205740" tIns="137160" rIns="205740" bIns="137160" rtlCol="0" anchor="ctr" anchorCtr="1">
            <a:normAutofit/>
          </a:bodyPr>
          <a:lstStyle/>
          <a:p>
            <a:r>
              <a:rPr lang="en-US" sz="1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snowflake</a:t>
            </a:r>
            <a:endParaRPr lang="en-US" sz="1125" dirty="0">
              <a:solidFill>
                <a:srgbClr val="262626"/>
              </a:solidFill>
            </a:endParaRPr>
          </a:p>
        </p:txBody>
      </p:sp>
      <p:pic>
        <p:nvPicPr>
          <p:cNvPr id="3076" name="Picture 4" descr="Snowflake Schema Example">
            <a:extLst>
              <a:ext uri="{FF2B5EF4-FFF2-40B4-BE49-F238E27FC236}">
                <a16:creationId xmlns:a16="http://schemas.microsoft.com/office/drawing/2014/main" id="{89EE2603-158C-43E3-A039-7CA70998FA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6882" y="680984"/>
            <a:ext cx="4693158" cy="333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63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Atividade Prática - Modelagem Multidimensional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DDABBD96-2815-9559-F4C8-25481E9988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Exemplo de Modelagem Multidimensional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6A0B2E-023E-9D1C-6121-D70446F22B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835077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96772"/>
            <a:ext cx="2400300" cy="3178589"/>
          </a:xfrm>
        </p:spPr>
        <p:txBody>
          <a:bodyPr>
            <a:normAutofit/>
          </a:bodyPr>
          <a:lstStyle/>
          <a:p>
            <a:r>
              <a:rPr lang="pt-BR" sz="2800">
                <a:solidFill>
                  <a:schemeClr val="bg1"/>
                </a:solidFill>
              </a:rPr>
              <a:t>Apresentação dos Trabalhos dos Alunos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4154935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6D4133-1137-2E2D-E29A-ACCDC76B57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810478"/>
              </p:ext>
            </p:extLst>
          </p:nvPr>
        </p:nvGraphicFramePr>
        <p:xfrm>
          <a:off x="4113104" y="358155"/>
          <a:ext cx="4726201" cy="4409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Revisão do Conteúdo da Aula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FC9CD2-8306-C642-29A8-1CD81B2E82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0698239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51435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489254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371994"/>
            <a:ext cx="3146355" cy="4229123"/>
          </a:xfrm>
          <a:noFill/>
        </p:spPr>
        <p:txBody>
          <a:bodyPr anchor="ctr">
            <a:normAutofit/>
          </a:bodyPr>
          <a:lstStyle/>
          <a:p>
            <a:r>
              <a:rPr lang="pt-BR" sz="3600"/>
              <a:t>Pactuação de Prazos e Próximos Passos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22834E-DF05-7191-9B25-64B07C852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868598"/>
              </p:ext>
            </p:extLst>
          </p:nvPr>
        </p:nvGraphicFramePr>
        <p:xfrm>
          <a:off x="3686960" y="649938"/>
          <a:ext cx="4690291" cy="3792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017E-D7CF-CDDE-5051-6501A37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AB584-8ACE-BF77-ECDA-3B694B076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7460" y="182880"/>
            <a:ext cx="5977890" cy="475488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1. DIAGNÓSTICO E TEORIZAÇÃO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1.1. Identificação das partes interessadas e parceiros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1.2. Problemática e/ou problemas identificados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1.3. Justificativa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1.4. Objetivos/resultados/efeitos a serem alcançados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(em relação ao problema identificado e sob a perspectiva dos públicos envolvidos)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1.5. Referencial teórico (subsídio teórico para propositura de ações da extensão)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 PLANEJAMENTO E DESENVOLVIMENTO DO PROJETO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2.1. Plano de trabalho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2.2. Descrição da forma de envolvimento do público participante na formulação do projeto, seu desenvolvimento e avaliação, bem como as estratégias pelo grupo para mobilizá-los.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2.3. Grupo de trabalho (descrição da responsabilidade de cada membro)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2.4. Metas, critérios ou indicadores de avaliação do projeto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2.5. Recursos previstos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2.6. Detalhamento técnico do projeto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 ENCERRAMENTO DO PROJETO</a:t>
            </a:r>
          </a:p>
          <a:p>
            <a:pPr marL="342900" lvl="1" indent="0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3.1. Relatório Coletivo (podendo ser oral e escrita ou apenas escrita) </a:t>
            </a:r>
          </a:p>
          <a:p>
            <a:pPr marL="342900" lvl="1" indent="0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3.2. Avaliação de reação da parte interessada </a:t>
            </a:r>
          </a:p>
          <a:p>
            <a:pPr marL="342900" lvl="1" indent="0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3.3. Relato de Experiência Individual </a:t>
            </a:r>
          </a:p>
          <a:p>
            <a:pPr marL="342900" lvl="1" indent="0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3.4. CONTEXTUALIZAÇÃO </a:t>
            </a:r>
          </a:p>
          <a:p>
            <a:pPr marL="342900" lvl="1" indent="0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3.5. METODOLOGIA </a:t>
            </a:r>
          </a:p>
          <a:p>
            <a:pPr marL="342900" lvl="1" indent="0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3.6. RESULTADOS E DISCUSSÃO: </a:t>
            </a:r>
          </a:p>
          <a:p>
            <a:pPr marL="342900" lvl="1" indent="0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3.7. REFLEXÃO APROFUNDADA </a:t>
            </a:r>
          </a:p>
          <a:p>
            <a:pPr marL="342900" lvl="1" indent="0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3.8. CONSIDERAÇÕES FINAIS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998818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AF18BDA-CCF3-84B7-B47B-B75C4122CD1F}"/>
              </a:ext>
            </a:extLst>
          </p:cNvPr>
          <p:cNvSpPr txBox="1">
            <a:spLocks/>
          </p:cNvSpPr>
          <p:nvPr/>
        </p:nvSpPr>
        <p:spPr>
          <a:xfrm>
            <a:off x="511678" y="190123"/>
            <a:ext cx="6960276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Sumário:</a:t>
            </a:r>
            <a:endParaRPr lang="pt-BR" sz="28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2" name="Espaço Reservado para Conteúdo 2">
            <a:extLst>
              <a:ext uri="{FF2B5EF4-FFF2-40B4-BE49-F238E27FC236}">
                <a16:creationId xmlns:a16="http://schemas.microsoft.com/office/drawing/2014/main" id="{F9299FC9-0279-3486-55AB-772486F31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503701"/>
              </p:ext>
            </p:extLst>
          </p:nvPr>
        </p:nvGraphicFramePr>
        <p:xfrm>
          <a:off x="628650" y="1638118"/>
          <a:ext cx="7886700" cy="3045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329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D1E9FC2-6CDE-44F1-95C9-3254547006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graphicEl>
                                              <a:dgm id="{0D1E9FC2-6CDE-44F1-95C9-3254547006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4619A38-1E24-4A88-8567-A91EE221F9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graphicEl>
                                              <a:dgm id="{44619A38-1E24-4A88-8567-A91EE221F9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1FBBAED-147E-48CB-908B-EFD686A516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graphicEl>
                                              <a:dgm id="{E1FBBAED-147E-48CB-908B-EFD686A516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C6EB8F0-29C7-49A1-8957-8CEFBFF7EB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2">
                                            <p:graphicEl>
                                              <a:dgm id="{6C6EB8F0-29C7-49A1-8957-8CEFBFF7EB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AC07109-038A-4DC3-8954-8749EC8693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2">
                                            <p:graphicEl>
                                              <a:dgm id="{EAC07109-038A-4DC3-8954-8749EC8693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6E66F40-6F87-4235-9F4F-6E4BEE841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2">
                                            <p:graphicEl>
                                              <a:dgm id="{C6E66F40-6F87-4235-9F4F-6E4BEE841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7FB18CB-7FCE-4450-939C-1C83678138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2">
                                            <p:graphicEl>
                                              <a:dgm id="{C7FB18CB-7FCE-4450-939C-1C83678138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FB927BC-94EA-4F6F-9C3F-05D258DD8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graphicEl>
                                              <a:dgm id="{9FB927BC-94EA-4F6F-9C3F-05D258DD8A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47AA22B-0031-4640-A2ED-04DBF106E3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">
                                            <p:graphicEl>
                                              <a:dgm id="{847AA22B-0031-4640-A2ED-04DBF106E3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017E-D7CF-CDDE-5051-6501A37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pt-BR" b="1" i="0" dirty="0">
                <a:solidFill>
                  <a:srgbClr val="0D0D0D"/>
                </a:solidFill>
                <a:latin typeface="Söhne"/>
              </a:rPr>
              <a:t>1. DIAGNÓSTICO E TEORIZAÇÃO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AB584-8ACE-BF77-ECDA-3B694B07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1.1. Identificação das partes interessadas e parceiros 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1.2. Problemática e/ou problemas identificados </a:t>
            </a:r>
          </a:p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1.3. Justificativa </a:t>
            </a:r>
          </a:p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1.4. Objetivos/resultados/efeitos a serem alcançados (em relação ao problema identificado e sob a perspectiva dos públicos envolvidos)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1.5. Referencial teórico (subsídio teórico para propositura de ações da extensão)</a:t>
            </a:r>
          </a:p>
        </p:txBody>
      </p:sp>
    </p:spTree>
    <p:extLst>
      <p:ext uri="{BB962C8B-B14F-4D97-AF65-F5344CB8AC3E}">
        <p14:creationId xmlns:p14="http://schemas.microsoft.com/office/powerpoint/2010/main" val="1592357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017E-D7CF-CDDE-5051-6501A37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2. PLANEJAMENTO E DESENVOLVIMENTO DO PROJETO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AB584-8ACE-BF77-ECDA-3B694B07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2.1. Plano de trabalho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2.2. Descrição da forma de envolvimento do público participante na formulação do projeto, seu desenvolvimento e avaliação, bem como as estratégias pelo grupo para mobilizá-los. </a:t>
            </a:r>
          </a:p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2.3. Grupo de trabalho (descrição da responsabilidade de cada membro) 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2.4. Metas, critérios ou indicadores de avaliação do projeto 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2.5. Recursos previstos 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2.6. Detalhamento técnico do projeto</a:t>
            </a:r>
          </a:p>
        </p:txBody>
      </p:sp>
    </p:spTree>
    <p:extLst>
      <p:ext uri="{BB962C8B-B14F-4D97-AF65-F5344CB8AC3E}">
        <p14:creationId xmlns:p14="http://schemas.microsoft.com/office/powerpoint/2010/main" val="4218528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017E-D7CF-CDDE-5051-6501A37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3. ENCERRAMENTO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AB584-8ACE-BF77-ECDA-3B694B07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0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3.1. Relatório Coletivo (podendo ser oral e escrita ou apenas escrita) </a:t>
            </a:r>
          </a:p>
          <a:p>
            <a:pPr marL="342900" lvl="1" indent="0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3.2. Avaliação de reação da parte interessada </a:t>
            </a:r>
          </a:p>
          <a:p>
            <a:pPr marL="342900" lvl="1" indent="0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3.3. Relato de Experiência Individual </a:t>
            </a:r>
          </a:p>
          <a:p>
            <a:pPr marL="342900" lvl="1" indent="0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3.4. CONTEXTUALIZAÇÃO </a:t>
            </a:r>
          </a:p>
          <a:p>
            <a:pPr marL="342900" lvl="1" indent="0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3.5. METODOLOGIA </a:t>
            </a:r>
          </a:p>
          <a:p>
            <a:pPr marL="342900" lvl="1" indent="0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3.6. RESULTADOS E DISCUSSÃO: </a:t>
            </a:r>
          </a:p>
          <a:p>
            <a:pPr marL="342900" lvl="1" indent="0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3.7. REFLEXÃO APROFUNDADA </a:t>
            </a:r>
          </a:p>
          <a:p>
            <a:pPr marL="342900" lvl="1" indent="0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3.8. CONSIDERAÇÕES FINAIS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1059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Considerações finais</a:t>
            </a:r>
            <a:endParaRPr lang="pt-BR" sz="4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spaço Reservado para Texto 2">
            <a:extLst>
              <a:ext uri="{FF2B5EF4-FFF2-40B4-BE49-F238E27FC236}">
                <a16:creationId xmlns:a16="http://schemas.microsoft.com/office/drawing/2014/main" id="{4E23AE76-CDBA-A5A6-6988-BACEE48687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5741730"/>
              </p:ext>
            </p:extLst>
          </p:nvPr>
        </p:nvGraphicFramePr>
        <p:xfrm>
          <a:off x="4056020" y="1094956"/>
          <a:ext cx="4728436" cy="3633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5157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38B8459-D684-450E-B3FD-3345A1D42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E38B8459-D684-450E-B3FD-3345A1D42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E38B8459-D684-450E-B3FD-3345A1D42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2E9354-93FE-48B9-BF93-65D85CE31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522E9354-93FE-48B9-BF93-65D85CE31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522E9354-93FE-48B9-BF93-65D85CE31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28DE3E2-B4D0-4CE5-B4FA-CFE60C7ED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428DE3E2-B4D0-4CE5-B4FA-CFE60C7ED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428DE3E2-B4D0-4CE5-B4FA-CFE60C7ED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D9DE254-61D9-4087-875B-FB3E8DCD5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1D9DE254-61D9-4087-875B-FB3E8DCD5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1D9DE254-61D9-4087-875B-FB3E8DCD5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9F8D708-EC3D-4E4E-9654-F70F5AFCA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9F8D708-EC3D-4E4E-9654-F70F5AFCA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9F8D708-EC3D-4E4E-9654-F70F5AFCA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7E29ABA-E046-4FFD-9D91-464475F9FF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B7E29ABA-E046-4FFD-9D91-464475F9FF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B7E29ABA-E046-4FFD-9D91-464475F9FF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F79A62F-9270-48FF-9E76-A2CE9EC5A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AF79A62F-9270-48FF-9E76-A2CE9EC5A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AF79A62F-9270-48FF-9E76-A2CE9EC5A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52106F-E032-49DB-8188-F466CD7781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graphicEl>
                                              <a:dgm id="{2452106F-E032-49DB-8188-F466CD7781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graphicEl>
                                              <a:dgm id="{2452106F-E032-49DB-8188-F466CD7781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65ACC02-AF15-4705-9902-361BE44F7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B65ACC02-AF15-4705-9902-361BE44F7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B65ACC02-AF15-4705-9902-361BE44F7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2133600" y="2981325"/>
            <a:ext cx="6010275" cy="12926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“Os dados por si só não significam nada, é a modelagem que transforma informação em valor."</a:t>
            </a: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02;p16">
            <a:extLst>
              <a:ext uri="{FF2B5EF4-FFF2-40B4-BE49-F238E27FC236}">
                <a16:creationId xmlns:a16="http://schemas.microsoft.com/office/drawing/2014/main" id="{B363BA3B-C6E0-EC79-5F3E-2B45D4B325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895" y="-21739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9061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491FC-84AB-4079-DC4C-7CF4C2F4AA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884178-AB2C-9190-84A0-1E41461DD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7AE128-0F0C-FF76-B54D-6CEF9D01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2" y="0"/>
            <a:ext cx="9144000" cy="5143500"/>
          </a:xfrm>
          <a:prstGeom prst="rect">
            <a:avLst/>
          </a:prstGeom>
        </p:spPr>
      </p:pic>
      <p:pic>
        <p:nvPicPr>
          <p:cNvPr id="6" name="Google Shape;102;p16">
            <a:extLst>
              <a:ext uri="{FF2B5EF4-FFF2-40B4-BE49-F238E27FC236}">
                <a16:creationId xmlns:a16="http://schemas.microsoft.com/office/drawing/2014/main" id="{FDC16A67-463F-6354-61A7-AF4093000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395" y="453430"/>
            <a:ext cx="9222378" cy="518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0;p14">
            <a:extLst>
              <a:ext uri="{FF2B5EF4-FFF2-40B4-BE49-F238E27FC236}">
                <a16:creationId xmlns:a16="http://schemas.microsoft.com/office/drawing/2014/main" id="{A96FEEA2-D86F-FC1A-7884-1F1B291443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1349" y="946105"/>
            <a:ext cx="9144000" cy="514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;p13">
            <a:extLst>
              <a:ext uri="{FF2B5EF4-FFF2-40B4-BE49-F238E27FC236}">
                <a16:creationId xmlns:a16="http://schemas.microsoft.com/office/drawing/2014/main" id="{129827A2-4D9E-2AD0-9AD5-B184BFE28F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42214" y="134662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6518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225ce4-e67b-409a-936c-2f0e4ed2193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AE67C1A9F4A04EB6FB5186ED75CED2" ma:contentTypeVersion="14" ma:contentTypeDescription="Create a new document." ma:contentTypeScope="" ma:versionID="859d8143745134b1081bb6f7abbc5b01">
  <xsd:schema xmlns:xsd="http://www.w3.org/2001/XMLSchema" xmlns:xs="http://www.w3.org/2001/XMLSchema" xmlns:p="http://schemas.microsoft.com/office/2006/metadata/properties" xmlns:ns3="7f225ce4-e67b-409a-936c-2f0e4ed21938" xmlns:ns4="fcbe7e42-d3c9-496b-9c06-9509924e5e51" targetNamespace="http://schemas.microsoft.com/office/2006/metadata/properties" ma:root="true" ma:fieldsID="05811bf62edeb4ed7110bd71511b8b81" ns3:_="" ns4:_="">
    <xsd:import namespace="7f225ce4-e67b-409a-936c-2f0e4ed21938"/>
    <xsd:import namespace="fcbe7e42-d3c9-496b-9c06-9509924e5e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25ce4-e67b-409a-936c-2f0e4ed219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e7e42-d3c9-496b-9c06-9509924e5e51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33D6D7-BE43-42CF-8CB7-77FB75EC30BC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7f225ce4-e67b-409a-936c-2f0e4ed21938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fcbe7e42-d3c9-496b-9c06-9509924e5e51"/>
  </ds:schemaRefs>
</ds:datastoreItem>
</file>

<file path=customXml/itemProps2.xml><?xml version="1.0" encoding="utf-8"?>
<ds:datastoreItem xmlns:ds="http://schemas.openxmlformats.org/officeDocument/2006/customXml" ds:itemID="{C8D32FBA-9A8B-4EA1-B87D-A32309C034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225ce4-e67b-409a-936c-2f0e4ed21938"/>
    <ds:schemaRef ds:uri="fcbe7e42-d3c9-496b-9c06-9509924e5e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D8C3C1-A67B-4AED-A9AB-9A3C139B47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</TotalTime>
  <Words>1201</Words>
  <Application>Microsoft Office PowerPoint</Application>
  <PresentationFormat>Apresentação na tela (16:9)</PresentationFormat>
  <Paragraphs>160</Paragraphs>
  <Slides>36</Slides>
  <Notes>9</Notes>
  <HiddenSlides>6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Söhne</vt:lpstr>
      <vt:lpstr>Arial</vt:lpstr>
      <vt:lpstr>Tahoma</vt:lpstr>
      <vt:lpstr>Aptos Display</vt:lpstr>
      <vt:lpstr>Calibri</vt:lpstr>
      <vt:lpstr>Aptos</vt:lpstr>
      <vt:lpstr>Tema do Office</vt:lpstr>
      <vt:lpstr>Business Intelligence</vt:lpstr>
      <vt:lpstr>Apresentação do PowerPoint</vt:lpstr>
      <vt:lpstr>Agenda</vt:lpstr>
      <vt:lpstr>Objetivo da aula</vt:lpstr>
      <vt:lpstr>Apresentação da Atividade Anterior</vt:lpstr>
      <vt:lpstr>Revisão dos Conceitos das Aulas Anteriores</vt:lpstr>
      <vt:lpstr>O que é Modelagem Multidimensional?</vt:lpstr>
      <vt:lpstr>Estrutura de Modelagem Multidimensional</vt:lpstr>
      <vt:lpstr>Star Schema (Esquema em Estrela)</vt:lpstr>
      <vt:lpstr>Relembrando BI</vt:lpstr>
      <vt:lpstr>Tabela Fato x Tabela Dimensão</vt:lpstr>
      <vt:lpstr>Tabela fato</vt:lpstr>
      <vt:lpstr>Tabela dimensão</vt:lpstr>
      <vt:lpstr>“star schema” e “snowflake”</vt:lpstr>
      <vt:lpstr>Star schema</vt:lpstr>
      <vt:lpstr>Star schema</vt:lpstr>
      <vt:lpstr>Star schema</vt:lpstr>
      <vt:lpstr>snowflake</vt:lpstr>
      <vt:lpstr>Atividade Prática - Modelagem Multidimensional</vt:lpstr>
      <vt:lpstr>Exemplo de Modelagem Multidimensional</vt:lpstr>
      <vt:lpstr>Apresentação dos Trabalhos dos Alunos</vt:lpstr>
      <vt:lpstr>Revisão do Conteúdo da Aula</vt:lpstr>
      <vt:lpstr>Pactuação de Prazos e Próximos Passos</vt:lpstr>
      <vt:lpstr>Sumário:</vt:lpstr>
      <vt:lpstr>Apresentação do PowerPoint</vt:lpstr>
      <vt:lpstr>1. DIAGNÓSTICO E TEORIZAÇÃO </vt:lpstr>
      <vt:lpstr>2. PLANEJAMENTO E DESENVOLVIMENTO DO PROJETO </vt:lpstr>
      <vt:lpstr>3. ENCERRAMENTO DO PROJETO</vt:lpstr>
      <vt:lpstr>Considerações finais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17</cp:revision>
  <dcterms:modified xsi:type="dcterms:W3CDTF">2025-03-18T11:55:59Z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0x010100AAAE67C1A9F4A04EB6FB5186ED75CED2</vt:lpwstr>
  </property>
</Properties>
</file>