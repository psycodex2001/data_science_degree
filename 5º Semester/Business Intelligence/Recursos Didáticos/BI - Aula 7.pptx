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331" r:id="rId6"/>
    <p:sldId id="319" r:id="rId7"/>
    <p:sldId id="318" r:id="rId8"/>
    <p:sldId id="422" r:id="rId9"/>
    <p:sldId id="414" r:id="rId10"/>
    <p:sldId id="420" r:id="rId11"/>
    <p:sldId id="421" r:id="rId12"/>
    <p:sldId id="417" r:id="rId13"/>
    <p:sldId id="393" r:id="rId14"/>
    <p:sldId id="392" r:id="rId15"/>
    <p:sldId id="388" r:id="rId16"/>
    <p:sldId id="298" r:id="rId17"/>
    <p:sldId id="302" r:id="rId18"/>
    <p:sldId id="399" r:id="rId19"/>
    <p:sldId id="300" r:id="rId20"/>
    <p:sldId id="299" r:id="rId21"/>
    <p:sldId id="322" r:id="rId22"/>
    <p:sldId id="259" r:id="rId23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25"/>
      <p:bold r:id="rId2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0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51EEA8-A1D2-4389-B13E-3E7ECEAB32B4}" v="90" dt="2025-03-25T03:19:23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0" autoAdjust="0"/>
  </p:normalViewPr>
  <p:slideViewPr>
    <p:cSldViewPr snapToGrid="0">
      <p:cViewPr varScale="1">
        <p:scale>
          <a:sx n="142" d="100"/>
          <a:sy n="142" d="100"/>
        </p:scale>
        <p:origin x="132" y="18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2951EEA8-A1D2-4389-B13E-3E7ECEAB32B4}"/>
    <pc:docChg chg="undo custSel addSld delSld modSld sldOrd">
      <pc:chgData name="José Pedro Calistro Torres de Miranda" userId="82558bf5-0a7c-4071-b398-5925c96dbeb2" providerId="ADAL" clId="{2951EEA8-A1D2-4389-B13E-3E7ECEAB32B4}" dt="2025-03-25T03:19:23.152" v="302"/>
      <pc:docMkLst>
        <pc:docMk/>
      </pc:docMkLst>
      <pc:sldChg chg="add del">
        <pc:chgData name="José Pedro Calistro Torres de Miranda" userId="82558bf5-0a7c-4071-b398-5925c96dbeb2" providerId="ADAL" clId="{2951EEA8-A1D2-4389-B13E-3E7ECEAB32B4}" dt="2025-03-25T03:02:05.048" v="27" actId="47"/>
        <pc:sldMkLst>
          <pc:docMk/>
          <pc:sldMk cId="0" sldId="257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58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2721596384" sldId="260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61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62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63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64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65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66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267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2623507298" sldId="295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3960012993" sldId="296"/>
        </pc:sldMkLst>
      </pc:sldChg>
      <pc:sldChg chg="modSp mod">
        <pc:chgData name="José Pedro Calistro Torres de Miranda" userId="82558bf5-0a7c-4071-b398-5925c96dbeb2" providerId="ADAL" clId="{2951EEA8-A1D2-4389-B13E-3E7ECEAB32B4}" dt="2025-03-25T03:14:10.460" v="159" actId="20577"/>
        <pc:sldMkLst>
          <pc:docMk/>
          <pc:sldMk cId="895513024" sldId="298"/>
        </pc:sldMkLst>
        <pc:spChg chg="mod">
          <ac:chgData name="José Pedro Calistro Torres de Miranda" userId="82558bf5-0a7c-4071-b398-5925c96dbeb2" providerId="ADAL" clId="{2951EEA8-A1D2-4389-B13E-3E7ECEAB32B4}" dt="2025-03-25T03:14:10.460" v="159" actId="20577"/>
          <ac:spMkLst>
            <pc:docMk/>
            <pc:sldMk cId="895513024" sldId="298"/>
            <ac:spMk id="2" creationId="{1BEBFA4D-B714-CA78-D5DF-0B09AB3F840D}"/>
          </ac:spMkLst>
        </pc:spChg>
      </pc:sldChg>
      <pc:sldChg chg="modSp mod">
        <pc:chgData name="José Pedro Calistro Torres de Miranda" userId="82558bf5-0a7c-4071-b398-5925c96dbeb2" providerId="ADAL" clId="{2951EEA8-A1D2-4389-B13E-3E7ECEAB32B4}" dt="2025-03-25T03:16:40.534" v="258" actId="1076"/>
        <pc:sldMkLst>
          <pc:docMk/>
          <pc:sldMk cId="1401965183" sldId="299"/>
        </pc:sldMkLst>
        <pc:picChg chg="mod">
          <ac:chgData name="José Pedro Calistro Torres de Miranda" userId="82558bf5-0a7c-4071-b398-5925c96dbeb2" providerId="ADAL" clId="{2951EEA8-A1D2-4389-B13E-3E7ECEAB32B4}" dt="2025-03-25T03:16:40.534" v="258" actId="1076"/>
          <ac:picMkLst>
            <pc:docMk/>
            <pc:sldMk cId="1401965183" sldId="299"/>
            <ac:picMk id="3" creationId="{03FD1CF6-E85E-D410-96D4-8AC5A7C6200B}"/>
          </ac:picMkLst>
        </pc:picChg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1858104580" sldId="303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1222619298" sldId="307"/>
        </pc:sldMkLst>
      </pc:sldChg>
      <pc:sldChg chg="addSp delSp modSp mod ord modAnim">
        <pc:chgData name="José Pedro Calistro Torres de Miranda" userId="82558bf5-0a7c-4071-b398-5925c96dbeb2" providerId="ADAL" clId="{2951EEA8-A1D2-4389-B13E-3E7ECEAB32B4}" dt="2025-03-25T03:03:34.499" v="56"/>
        <pc:sldMkLst>
          <pc:docMk/>
          <pc:sldMk cId="1498373291" sldId="318"/>
        </pc:sldMkLst>
        <pc:spChg chg="add del mod">
          <ac:chgData name="José Pedro Calistro Torres de Miranda" userId="82558bf5-0a7c-4071-b398-5925c96dbeb2" providerId="ADAL" clId="{2951EEA8-A1D2-4389-B13E-3E7ECEAB32B4}" dt="2025-03-25T03:03:00.066" v="35" actId="478"/>
          <ac:spMkLst>
            <pc:docMk/>
            <pc:sldMk cId="1498373291" sldId="318"/>
            <ac:spMk id="5" creationId="{E4D6204B-70CE-6AB1-390F-331C5CFFFEDA}"/>
          </ac:spMkLst>
        </pc:spChg>
        <pc:graphicFrameChg chg="del">
          <ac:chgData name="José Pedro Calistro Torres de Miranda" userId="82558bf5-0a7c-4071-b398-5925c96dbeb2" providerId="ADAL" clId="{2951EEA8-A1D2-4389-B13E-3E7ECEAB32B4}" dt="2025-03-25T03:02:56.071" v="33" actId="478"/>
          <ac:graphicFrameMkLst>
            <pc:docMk/>
            <pc:sldMk cId="1498373291" sldId="318"/>
            <ac:graphicFrameMk id="3" creationId="{0F1E6103-13F1-E0E7-C537-CD94125DA50E}"/>
          </ac:graphicFrameMkLst>
        </pc:graphicFrameChg>
        <pc:graphicFrameChg chg="add mod">
          <ac:chgData name="José Pedro Calistro Torres de Miranda" userId="82558bf5-0a7c-4071-b398-5925c96dbeb2" providerId="ADAL" clId="{2951EEA8-A1D2-4389-B13E-3E7ECEAB32B4}" dt="2025-03-25T03:03:26.354" v="54" actId="20577"/>
          <ac:graphicFrameMkLst>
            <pc:docMk/>
            <pc:sldMk cId="1498373291" sldId="318"/>
            <ac:graphicFrameMk id="6" creationId="{A22EFEA9-63AB-1EAA-90BB-76493678C0DF}"/>
          </ac:graphicFrameMkLst>
        </pc:graphicFrameChg>
      </pc:sldChg>
      <pc:sldChg chg="addSp delSp modSp mod ord setBg modAnim">
        <pc:chgData name="José Pedro Calistro Torres de Miranda" userId="82558bf5-0a7c-4071-b398-5925c96dbeb2" providerId="ADAL" clId="{2951EEA8-A1D2-4389-B13E-3E7ECEAB32B4}" dt="2025-03-25T03:17:55.076" v="286"/>
        <pc:sldMkLst>
          <pc:docMk/>
          <pc:sldMk cId="3917579560" sldId="319"/>
        </pc:sldMkLst>
        <pc:spChg chg="add del mod">
          <ac:chgData name="José Pedro Calistro Torres de Miranda" userId="82558bf5-0a7c-4071-b398-5925c96dbeb2" providerId="ADAL" clId="{2951EEA8-A1D2-4389-B13E-3E7ECEAB32B4}" dt="2025-03-25T03:01:30.937" v="13"/>
          <ac:spMkLst>
            <pc:docMk/>
            <pc:sldMk cId="3917579560" sldId="319"/>
            <ac:spMk id="4" creationId="{54B00E8A-DA8F-926A-E990-21979467E0B7}"/>
          </ac:spMkLst>
        </pc:spChg>
        <pc:graphicFrameChg chg="add mod">
          <ac:chgData name="José Pedro Calistro Torres de Miranda" userId="82558bf5-0a7c-4071-b398-5925c96dbeb2" providerId="ADAL" clId="{2951EEA8-A1D2-4389-B13E-3E7ECEAB32B4}" dt="2025-03-25T03:01:55.441" v="24" actId="12100"/>
          <ac:graphicFrameMkLst>
            <pc:docMk/>
            <pc:sldMk cId="3917579560" sldId="319"/>
            <ac:graphicFrameMk id="5" creationId="{9E856E78-99C4-3C27-8548-1711F64E0AF7}"/>
          </ac:graphicFrameMkLst>
        </pc:graphicFrameChg>
        <pc:graphicFrameChg chg="del">
          <ac:chgData name="José Pedro Calistro Torres de Miranda" userId="82558bf5-0a7c-4071-b398-5925c96dbeb2" providerId="ADAL" clId="{2951EEA8-A1D2-4389-B13E-3E7ECEAB32B4}" dt="2025-03-25T03:01:28.962" v="12" actId="478"/>
          <ac:graphicFrameMkLst>
            <pc:docMk/>
            <pc:sldMk cId="3917579560" sldId="319"/>
            <ac:graphicFrameMk id="9" creationId="{42BC8CF7-806E-53D9-BD49-41E82AF3A069}"/>
          </ac:graphicFrameMkLst>
        </pc:graphicFrameChg>
      </pc:sldChg>
      <pc:sldChg chg="modSp mod">
        <pc:chgData name="José Pedro Calistro Torres de Miranda" userId="82558bf5-0a7c-4071-b398-5925c96dbeb2" providerId="ADAL" clId="{2951EEA8-A1D2-4389-B13E-3E7ECEAB32B4}" dt="2025-03-25T03:00:39.090" v="2"/>
        <pc:sldMkLst>
          <pc:docMk/>
          <pc:sldMk cId="1205793280" sldId="331"/>
        </pc:sldMkLst>
        <pc:spChg chg="mod">
          <ac:chgData name="José Pedro Calistro Torres de Miranda" userId="82558bf5-0a7c-4071-b398-5925c96dbeb2" providerId="ADAL" clId="{2951EEA8-A1D2-4389-B13E-3E7ECEAB32B4}" dt="2025-03-25T03:00:39.090" v="2"/>
          <ac:spMkLst>
            <pc:docMk/>
            <pc:sldMk cId="1205793280" sldId="331"/>
            <ac:spMk id="5" creationId="{483DD814-424C-F6CA-C8DC-0A67442A2586}"/>
          </ac:spMkLst>
        </pc:spChg>
      </pc:sldChg>
      <pc:sldChg chg="del">
        <pc:chgData name="José Pedro Calistro Torres de Miranda" userId="82558bf5-0a7c-4071-b398-5925c96dbeb2" providerId="ADAL" clId="{2951EEA8-A1D2-4389-B13E-3E7ECEAB32B4}" dt="2025-03-25T03:13:27.254" v="150" actId="47"/>
        <pc:sldMkLst>
          <pc:docMk/>
          <pc:sldMk cId="3998818991" sldId="387"/>
        </pc:sldMkLst>
      </pc:sldChg>
      <pc:sldChg chg="ord">
        <pc:chgData name="José Pedro Calistro Torres de Miranda" userId="82558bf5-0a7c-4071-b398-5925c96dbeb2" providerId="ADAL" clId="{2951EEA8-A1D2-4389-B13E-3E7ECEAB32B4}" dt="2025-03-25T03:14:18.071" v="161"/>
        <pc:sldMkLst>
          <pc:docMk/>
          <pc:sldMk cId="1592357280" sldId="388"/>
        </pc:sldMkLst>
      </pc:sldChg>
      <pc:sldChg chg="del">
        <pc:chgData name="José Pedro Calistro Torres de Miranda" userId="82558bf5-0a7c-4071-b398-5925c96dbeb2" providerId="ADAL" clId="{2951EEA8-A1D2-4389-B13E-3E7ECEAB32B4}" dt="2025-03-25T03:13:25.230" v="149" actId="47"/>
        <pc:sldMkLst>
          <pc:docMk/>
          <pc:sldMk cId="4218528349" sldId="389"/>
        </pc:sldMkLst>
      </pc:sldChg>
      <pc:sldChg chg="del">
        <pc:chgData name="José Pedro Calistro Torres de Miranda" userId="82558bf5-0a7c-4071-b398-5925c96dbeb2" providerId="ADAL" clId="{2951EEA8-A1D2-4389-B13E-3E7ECEAB32B4}" dt="2025-03-25T03:13:24.386" v="148" actId="47"/>
        <pc:sldMkLst>
          <pc:docMk/>
          <pc:sldMk cId="1331059950" sldId="390"/>
        </pc:sldMkLst>
      </pc:sldChg>
      <pc:sldChg chg="addSp delSp modSp mod ord delAnim modAnim">
        <pc:chgData name="José Pedro Calistro Torres de Miranda" userId="82558bf5-0a7c-4071-b398-5925c96dbeb2" providerId="ADAL" clId="{2951EEA8-A1D2-4389-B13E-3E7ECEAB32B4}" dt="2025-03-25T03:19:23.152" v="302"/>
        <pc:sldMkLst>
          <pc:docMk/>
          <pc:sldMk cId="2851576050" sldId="393"/>
        </pc:sldMkLst>
        <pc:graphicFrameChg chg="del">
          <ac:chgData name="José Pedro Calistro Torres de Miranda" userId="82558bf5-0a7c-4071-b398-5925c96dbeb2" providerId="ADAL" clId="{2951EEA8-A1D2-4389-B13E-3E7ECEAB32B4}" dt="2025-03-25T03:16:12.391" v="250" actId="478"/>
          <ac:graphicFrameMkLst>
            <pc:docMk/>
            <pc:sldMk cId="2851576050" sldId="393"/>
            <ac:graphicFrameMk id="3" creationId="{4E23AE76-CDBA-A5A6-6988-BACEE4868730}"/>
          </ac:graphicFrameMkLst>
        </pc:graphicFrameChg>
        <pc:graphicFrameChg chg="add mod">
          <ac:chgData name="José Pedro Calistro Torres de Miranda" userId="82558bf5-0a7c-4071-b398-5925c96dbeb2" providerId="ADAL" clId="{2951EEA8-A1D2-4389-B13E-3E7ECEAB32B4}" dt="2025-03-25T03:16:06.946" v="249"/>
          <ac:graphicFrameMkLst>
            <pc:docMk/>
            <pc:sldMk cId="2851576050" sldId="393"/>
            <ac:graphicFrameMk id="4" creationId="{DFC4B2E9-E8CF-6AA5-80C0-8CEAAADE5481}"/>
          </ac:graphicFrameMkLst>
        </pc:graphicFrameChg>
        <pc:graphicFrameChg chg="add mod">
          <ac:chgData name="José Pedro Calistro Torres de Miranda" userId="82558bf5-0a7c-4071-b398-5925c96dbeb2" providerId="ADAL" clId="{2951EEA8-A1D2-4389-B13E-3E7ECEAB32B4}" dt="2025-03-25T03:16:24.345" v="254" actId="12100"/>
          <ac:graphicFrameMkLst>
            <pc:docMk/>
            <pc:sldMk cId="2851576050" sldId="393"/>
            <ac:graphicFrameMk id="5" creationId="{20CE4CE7-2F02-C8B3-2E53-26FCD11AF196}"/>
          </ac:graphicFrameMkLst>
        </pc:graphicFrameChg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3931650152" sldId="394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3645639061" sldId="398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3996231348" sldId="405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70970734" sldId="406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0" sldId="408"/>
        </pc:sldMkLst>
      </pc:sldChg>
      <pc:sldChg chg="del">
        <pc:chgData name="José Pedro Calistro Torres de Miranda" userId="82558bf5-0a7c-4071-b398-5925c96dbeb2" providerId="ADAL" clId="{2951EEA8-A1D2-4389-B13E-3E7ECEAB32B4}" dt="2025-03-25T03:13:34.549" v="151" actId="47"/>
        <pc:sldMkLst>
          <pc:docMk/>
          <pc:sldMk cId="3151962155" sldId="409"/>
        </pc:sldMkLst>
      </pc:sldChg>
      <pc:sldChg chg="new del">
        <pc:chgData name="José Pedro Calistro Torres de Miranda" userId="82558bf5-0a7c-4071-b398-5925c96dbeb2" providerId="ADAL" clId="{2951EEA8-A1D2-4389-B13E-3E7ECEAB32B4}" dt="2025-03-25T03:01:08.428" v="8" actId="47"/>
        <pc:sldMkLst>
          <pc:docMk/>
          <pc:sldMk cId="503818511" sldId="410"/>
        </pc:sldMkLst>
      </pc:sldChg>
      <pc:sldChg chg="add del">
        <pc:chgData name="José Pedro Calistro Torres de Miranda" userId="82558bf5-0a7c-4071-b398-5925c96dbeb2" providerId="ADAL" clId="{2951EEA8-A1D2-4389-B13E-3E7ECEAB32B4}" dt="2025-03-25T03:01:11.952" v="9" actId="47"/>
        <pc:sldMkLst>
          <pc:docMk/>
          <pc:sldMk cId="0" sldId="411"/>
        </pc:sldMkLst>
      </pc:sldChg>
      <pc:sldChg chg="add del">
        <pc:chgData name="José Pedro Calistro Torres de Miranda" userId="82558bf5-0a7c-4071-b398-5925c96dbeb2" providerId="ADAL" clId="{2951EEA8-A1D2-4389-B13E-3E7ECEAB32B4}" dt="2025-03-25T03:03:37.463" v="57" actId="47"/>
        <pc:sldMkLst>
          <pc:docMk/>
          <pc:sldMk cId="0" sldId="412"/>
        </pc:sldMkLst>
      </pc:sldChg>
      <pc:sldChg chg="add del">
        <pc:chgData name="José Pedro Calistro Torres de Miranda" userId="82558bf5-0a7c-4071-b398-5925c96dbeb2" providerId="ADAL" clId="{2951EEA8-A1D2-4389-B13E-3E7ECEAB32B4}" dt="2025-03-25T03:06:02.761" v="82" actId="47"/>
        <pc:sldMkLst>
          <pc:docMk/>
          <pc:sldMk cId="0" sldId="413"/>
        </pc:sldMkLst>
      </pc:sldChg>
      <pc:sldChg chg="addSp delSp modSp add mod setBg modAnim">
        <pc:chgData name="José Pedro Calistro Torres de Miranda" userId="82558bf5-0a7c-4071-b398-5925c96dbeb2" providerId="ADAL" clId="{2951EEA8-A1D2-4389-B13E-3E7ECEAB32B4}" dt="2025-03-25T03:19:10.696" v="300"/>
        <pc:sldMkLst>
          <pc:docMk/>
          <pc:sldMk cId="0" sldId="414"/>
        </pc:sldMkLst>
        <pc:spChg chg="mod">
          <ac:chgData name="José Pedro Calistro Torres de Miranda" userId="82558bf5-0a7c-4071-b398-5925c96dbeb2" providerId="ADAL" clId="{2951EEA8-A1D2-4389-B13E-3E7ECEAB32B4}" dt="2025-03-25T03:06:13.741" v="84" actId="26606"/>
          <ac:spMkLst>
            <pc:docMk/>
            <pc:sldMk cId="0" sldId="41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951EEA8-A1D2-4389-B13E-3E7ECEAB32B4}" dt="2025-03-25T03:06:13.741" v="84" actId="26606"/>
          <ac:spMkLst>
            <pc:docMk/>
            <pc:sldMk cId="0" sldId="41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51EEA8-A1D2-4389-B13E-3E7ECEAB32B4}" dt="2025-03-25T03:06:13.741" v="84" actId="26606"/>
          <ac:spMkLst>
            <pc:docMk/>
            <pc:sldMk cId="0" sldId="414"/>
            <ac:spMk id="9" creationId="{2659FDB4-FCBE-4A89-B46D-43D4FA54464D}"/>
          </ac:spMkLst>
        </pc:spChg>
        <pc:graphicFrameChg chg="add mod">
          <ac:chgData name="José Pedro Calistro Torres de Miranda" userId="82558bf5-0a7c-4071-b398-5925c96dbeb2" providerId="ADAL" clId="{2951EEA8-A1D2-4389-B13E-3E7ECEAB32B4}" dt="2025-03-25T03:07:01.622" v="85" actId="12100"/>
          <ac:graphicFrameMkLst>
            <pc:docMk/>
            <pc:sldMk cId="0" sldId="414"/>
            <ac:graphicFrameMk id="5" creationId="{BCDFA1A7-66C9-1C8F-8BB6-41307EB5A6C2}"/>
          </ac:graphicFrameMkLst>
        </pc:graphicFrameChg>
        <pc:cxnChg chg="add">
          <ac:chgData name="José Pedro Calistro Torres de Miranda" userId="82558bf5-0a7c-4071-b398-5925c96dbeb2" providerId="ADAL" clId="{2951EEA8-A1D2-4389-B13E-3E7ECEAB32B4}" dt="2025-03-25T03:06:13.741" v="84" actId="26606"/>
          <ac:cxnSpMkLst>
            <pc:docMk/>
            <pc:sldMk cId="0" sldId="414"/>
            <ac:cxnSpMk id="11" creationId="{C8F51B3F-8331-4E4A-AE96-D47B1006EEAD}"/>
          </ac:cxnSpMkLst>
        </pc:cxnChg>
      </pc:sldChg>
      <pc:sldChg chg="modSp add del mod">
        <pc:chgData name="José Pedro Calistro Torres de Miranda" userId="82558bf5-0a7c-4071-b398-5925c96dbeb2" providerId="ADAL" clId="{2951EEA8-A1D2-4389-B13E-3E7ECEAB32B4}" dt="2025-03-25T03:08:20.738" v="104" actId="47"/>
        <pc:sldMkLst>
          <pc:docMk/>
          <pc:sldMk cId="0" sldId="415"/>
        </pc:sldMkLst>
        <pc:spChg chg="mod">
          <ac:chgData name="José Pedro Calistro Torres de Miranda" userId="82558bf5-0a7c-4071-b398-5925c96dbeb2" providerId="ADAL" clId="{2951EEA8-A1D2-4389-B13E-3E7ECEAB32B4}" dt="2025-03-25T03:01:03.413" v="7" actId="27636"/>
          <ac:spMkLst>
            <pc:docMk/>
            <pc:sldMk cId="0" sldId="415"/>
            <ac:spMk id="3" creationId="{00000000-0000-0000-0000-000000000000}"/>
          </ac:spMkLst>
        </pc:spChg>
      </pc:sldChg>
      <pc:sldChg chg="modSp add del mod">
        <pc:chgData name="José Pedro Calistro Torres de Miranda" userId="82558bf5-0a7c-4071-b398-5925c96dbeb2" providerId="ADAL" clId="{2951EEA8-A1D2-4389-B13E-3E7ECEAB32B4}" dt="2025-03-25T03:10:27.322" v="134" actId="47"/>
        <pc:sldMkLst>
          <pc:docMk/>
          <pc:sldMk cId="0" sldId="416"/>
        </pc:sldMkLst>
        <pc:spChg chg="mod">
          <ac:chgData name="José Pedro Calistro Torres de Miranda" userId="82558bf5-0a7c-4071-b398-5925c96dbeb2" providerId="ADAL" clId="{2951EEA8-A1D2-4389-B13E-3E7ECEAB32B4}" dt="2025-03-25T03:08:38.478" v="108" actId="15"/>
          <ac:spMkLst>
            <pc:docMk/>
            <pc:sldMk cId="0" sldId="416"/>
            <ac:spMk id="3" creationId="{00000000-0000-0000-0000-000000000000}"/>
          </ac:spMkLst>
        </pc:spChg>
      </pc:sldChg>
      <pc:sldChg chg="addSp delSp modSp add mod setBg modAnim">
        <pc:chgData name="José Pedro Calistro Torres de Miranda" userId="82558bf5-0a7c-4071-b398-5925c96dbeb2" providerId="ADAL" clId="{2951EEA8-A1D2-4389-B13E-3E7ECEAB32B4}" dt="2025-03-25T03:16:59.792" v="264" actId="14100"/>
        <pc:sldMkLst>
          <pc:docMk/>
          <pc:sldMk cId="0" sldId="417"/>
        </pc:sldMkLst>
        <pc:spChg chg="mod">
          <ac:chgData name="José Pedro Calistro Torres de Miranda" userId="82558bf5-0a7c-4071-b398-5925c96dbeb2" providerId="ADAL" clId="{2951EEA8-A1D2-4389-B13E-3E7ECEAB32B4}" dt="2025-03-25T03:10:53.405" v="136" actId="26606"/>
          <ac:spMkLst>
            <pc:docMk/>
            <pc:sldMk cId="0" sldId="417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951EEA8-A1D2-4389-B13E-3E7ECEAB32B4}" dt="2025-03-25T03:10:53.405" v="136" actId="26606"/>
          <ac:spMkLst>
            <pc:docMk/>
            <pc:sldMk cId="0" sldId="417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51EEA8-A1D2-4389-B13E-3E7ECEAB32B4}" dt="2025-03-25T03:10:53.405" v="136" actId="26606"/>
          <ac:spMkLst>
            <pc:docMk/>
            <pc:sldMk cId="0" sldId="417"/>
            <ac:spMk id="9" creationId="{DCC231C8-C761-4B31-9B1C-C6D19248C6B3}"/>
          </ac:spMkLst>
        </pc:spChg>
        <pc:graphicFrameChg chg="add mod">
          <ac:chgData name="José Pedro Calistro Torres de Miranda" userId="82558bf5-0a7c-4071-b398-5925c96dbeb2" providerId="ADAL" clId="{2951EEA8-A1D2-4389-B13E-3E7ECEAB32B4}" dt="2025-03-25T03:16:59.792" v="264" actId="14100"/>
          <ac:graphicFrameMkLst>
            <pc:docMk/>
            <pc:sldMk cId="0" sldId="417"/>
            <ac:graphicFrameMk id="5" creationId="{86BE436A-50B6-B8B7-7891-D298FBF1CE2F}"/>
          </ac:graphicFrameMkLst>
        </pc:graphicFrameChg>
      </pc:sldChg>
      <pc:sldChg chg="add del">
        <pc:chgData name="José Pedro Calistro Torres de Miranda" userId="82558bf5-0a7c-4071-b398-5925c96dbeb2" providerId="ADAL" clId="{2951EEA8-A1D2-4389-B13E-3E7ECEAB32B4}" dt="2025-03-25T03:16:29.991" v="256" actId="47"/>
        <pc:sldMkLst>
          <pc:docMk/>
          <pc:sldMk cId="0" sldId="418"/>
        </pc:sldMkLst>
      </pc:sldChg>
      <pc:sldChg chg="addSp delSp modSp add del mod setBg">
        <pc:chgData name="José Pedro Calistro Torres de Miranda" userId="82558bf5-0a7c-4071-b398-5925c96dbeb2" providerId="ADAL" clId="{2951EEA8-A1D2-4389-B13E-3E7ECEAB32B4}" dt="2025-03-25T03:02:06.183" v="28" actId="47"/>
        <pc:sldMkLst>
          <pc:docMk/>
          <pc:sldMk cId="361768805" sldId="419"/>
        </pc:sldMkLst>
        <pc:spChg chg="mod">
          <ac:chgData name="José Pedro Calistro Torres de Miranda" userId="82558bf5-0a7c-4071-b398-5925c96dbeb2" providerId="ADAL" clId="{2951EEA8-A1D2-4389-B13E-3E7ECEAB32B4}" dt="2025-03-25T03:01:23.186" v="11" actId="26606"/>
          <ac:spMkLst>
            <pc:docMk/>
            <pc:sldMk cId="361768805" sldId="419"/>
            <ac:spMk id="2" creationId="{B1450B31-ABC0-4FEC-B11F-EBEBDA0B985D}"/>
          </ac:spMkLst>
        </pc:spChg>
        <pc:spChg chg="del">
          <ac:chgData name="José Pedro Calistro Torres de Miranda" userId="82558bf5-0a7c-4071-b398-5925c96dbeb2" providerId="ADAL" clId="{2951EEA8-A1D2-4389-B13E-3E7ECEAB32B4}" dt="2025-03-25T03:01:23.186" v="11" actId="26606"/>
          <ac:spMkLst>
            <pc:docMk/>
            <pc:sldMk cId="361768805" sldId="419"/>
            <ac:spMk id="3" creationId="{7AFD0962-F0E9-9EB8-C728-7B80794532E2}"/>
          </ac:spMkLst>
        </pc:spChg>
        <pc:spChg chg="add">
          <ac:chgData name="José Pedro Calistro Torres de Miranda" userId="82558bf5-0a7c-4071-b398-5925c96dbeb2" providerId="ADAL" clId="{2951EEA8-A1D2-4389-B13E-3E7ECEAB32B4}" dt="2025-03-25T03:01:23.186" v="11" actId="26606"/>
          <ac:spMkLst>
            <pc:docMk/>
            <pc:sldMk cId="361768805" sldId="419"/>
            <ac:spMk id="9" creationId="{2659FDB4-FCBE-4A89-B46D-43D4FA54464D}"/>
          </ac:spMkLst>
        </pc:spChg>
        <pc:graphicFrameChg chg="add">
          <ac:chgData name="José Pedro Calistro Torres de Miranda" userId="82558bf5-0a7c-4071-b398-5925c96dbeb2" providerId="ADAL" clId="{2951EEA8-A1D2-4389-B13E-3E7ECEAB32B4}" dt="2025-03-25T03:01:23.186" v="11" actId="26606"/>
          <ac:graphicFrameMkLst>
            <pc:docMk/>
            <pc:sldMk cId="361768805" sldId="419"/>
            <ac:graphicFrameMk id="5" creationId="{049FA86A-C06D-9198-A429-9A62CE67D15D}"/>
          </ac:graphicFrameMkLst>
        </pc:graphicFrameChg>
        <pc:cxnChg chg="add">
          <ac:chgData name="José Pedro Calistro Torres de Miranda" userId="82558bf5-0a7c-4071-b398-5925c96dbeb2" providerId="ADAL" clId="{2951EEA8-A1D2-4389-B13E-3E7ECEAB32B4}" dt="2025-03-25T03:01:23.186" v="11" actId="26606"/>
          <ac:cxnSpMkLst>
            <pc:docMk/>
            <pc:sldMk cId="361768805" sldId="419"/>
            <ac:cxnSpMk id="11" creationId="{C8F51B3F-8331-4E4A-AE96-D47B1006EEAD}"/>
          </ac:cxnSpMkLst>
        </pc:cxnChg>
      </pc:sldChg>
      <pc:sldChg chg="addSp delSp modSp add del mod setBg">
        <pc:chgData name="José Pedro Calistro Torres de Miranda" userId="82558bf5-0a7c-4071-b398-5925c96dbeb2" providerId="ADAL" clId="{2951EEA8-A1D2-4389-B13E-3E7ECEAB32B4}" dt="2025-03-25T03:03:39.035" v="58" actId="47"/>
        <pc:sldMkLst>
          <pc:docMk/>
          <pc:sldMk cId="2472039044" sldId="419"/>
        </pc:sldMkLst>
        <pc:spChg chg="mod">
          <ac:chgData name="José Pedro Calistro Torres de Miranda" userId="82558bf5-0a7c-4071-b398-5925c96dbeb2" providerId="ADAL" clId="{2951EEA8-A1D2-4389-B13E-3E7ECEAB32B4}" dt="2025-03-25T03:02:30.727" v="32" actId="26606"/>
          <ac:spMkLst>
            <pc:docMk/>
            <pc:sldMk cId="2472039044" sldId="419"/>
            <ac:spMk id="2" creationId="{11FB762D-28C0-1B0B-9736-393BC0927D0B}"/>
          </ac:spMkLst>
        </pc:spChg>
        <pc:spChg chg="del">
          <ac:chgData name="José Pedro Calistro Torres de Miranda" userId="82558bf5-0a7c-4071-b398-5925c96dbeb2" providerId="ADAL" clId="{2951EEA8-A1D2-4389-B13E-3E7ECEAB32B4}" dt="2025-03-25T03:02:30.727" v="32" actId="26606"/>
          <ac:spMkLst>
            <pc:docMk/>
            <pc:sldMk cId="2472039044" sldId="419"/>
            <ac:spMk id="3" creationId="{1C5D3773-00FA-E1C8-B538-9B4A384B1325}"/>
          </ac:spMkLst>
        </pc:spChg>
        <pc:spChg chg="add">
          <ac:chgData name="José Pedro Calistro Torres de Miranda" userId="82558bf5-0a7c-4071-b398-5925c96dbeb2" providerId="ADAL" clId="{2951EEA8-A1D2-4389-B13E-3E7ECEAB32B4}" dt="2025-03-25T03:02:30.727" v="32" actId="26606"/>
          <ac:spMkLst>
            <pc:docMk/>
            <pc:sldMk cId="2472039044" sldId="419"/>
            <ac:spMk id="9" creationId="{2659FDB4-FCBE-4A89-B46D-43D4FA54464D}"/>
          </ac:spMkLst>
        </pc:spChg>
        <pc:graphicFrameChg chg="add">
          <ac:chgData name="José Pedro Calistro Torres de Miranda" userId="82558bf5-0a7c-4071-b398-5925c96dbeb2" providerId="ADAL" clId="{2951EEA8-A1D2-4389-B13E-3E7ECEAB32B4}" dt="2025-03-25T03:02:30.727" v="32" actId="26606"/>
          <ac:graphicFrameMkLst>
            <pc:docMk/>
            <pc:sldMk cId="2472039044" sldId="419"/>
            <ac:graphicFrameMk id="5" creationId="{CE00E0B6-1220-BB35-DA18-55536FC5972A}"/>
          </ac:graphicFrameMkLst>
        </pc:graphicFrameChg>
        <pc:cxnChg chg="add">
          <ac:chgData name="José Pedro Calistro Torres de Miranda" userId="82558bf5-0a7c-4071-b398-5925c96dbeb2" providerId="ADAL" clId="{2951EEA8-A1D2-4389-B13E-3E7ECEAB32B4}" dt="2025-03-25T03:02:30.727" v="32" actId="26606"/>
          <ac:cxnSpMkLst>
            <pc:docMk/>
            <pc:sldMk cId="2472039044" sldId="419"/>
            <ac:cxnSpMk id="11" creationId="{C8F51B3F-8331-4E4A-AE96-D47B1006EEAD}"/>
          </ac:cxnSpMkLst>
        </pc:cxnChg>
      </pc:sldChg>
      <pc:sldChg chg="addSp delSp modSp add del mod setBg modAnim">
        <pc:chgData name="José Pedro Calistro Torres de Miranda" userId="82558bf5-0a7c-4071-b398-5925c96dbeb2" providerId="ADAL" clId="{2951EEA8-A1D2-4389-B13E-3E7ECEAB32B4}" dt="2025-03-25T03:18:50.250" v="298" actId="47"/>
        <pc:sldMkLst>
          <pc:docMk/>
          <pc:sldMk cId="3553621101" sldId="419"/>
        </pc:sldMkLst>
        <pc:spChg chg="mod">
          <ac:chgData name="José Pedro Calistro Torres de Miranda" userId="82558bf5-0a7c-4071-b398-5925c96dbeb2" providerId="ADAL" clId="{2951EEA8-A1D2-4389-B13E-3E7ECEAB32B4}" dt="2025-03-25T03:17:32.283" v="282" actId="1076"/>
          <ac:spMkLst>
            <pc:docMk/>
            <pc:sldMk cId="3553621101" sldId="419"/>
            <ac:spMk id="2" creationId="{0BED4FBC-5EC7-323D-5761-1E32C2D1E402}"/>
          </ac:spMkLst>
        </pc:spChg>
        <pc:spChg chg="del mod">
          <ac:chgData name="José Pedro Calistro Torres de Miranda" userId="82558bf5-0a7c-4071-b398-5925c96dbeb2" providerId="ADAL" clId="{2951EEA8-A1D2-4389-B13E-3E7ECEAB32B4}" dt="2025-03-25T03:04:50.358" v="75" actId="26606"/>
          <ac:spMkLst>
            <pc:docMk/>
            <pc:sldMk cId="3553621101" sldId="419"/>
            <ac:spMk id="3" creationId="{58F83743-BDF2-BCC2-500C-51BE7D177702}"/>
          </ac:spMkLst>
        </pc:spChg>
        <pc:spChg chg="add">
          <ac:chgData name="José Pedro Calistro Torres de Miranda" userId="82558bf5-0a7c-4071-b398-5925c96dbeb2" providerId="ADAL" clId="{2951EEA8-A1D2-4389-B13E-3E7ECEAB32B4}" dt="2025-03-25T03:04:50.358" v="75" actId="26606"/>
          <ac:spMkLst>
            <pc:docMk/>
            <pc:sldMk cId="3553621101" sldId="419"/>
            <ac:spMk id="9" creationId="{56E9B3E6-E277-4D68-BA48-9CB43FFBD6E2}"/>
          </ac:spMkLst>
        </pc:spChg>
        <pc:spChg chg="add">
          <ac:chgData name="José Pedro Calistro Torres de Miranda" userId="82558bf5-0a7c-4071-b398-5925c96dbeb2" providerId="ADAL" clId="{2951EEA8-A1D2-4389-B13E-3E7ECEAB32B4}" dt="2025-03-25T03:04:50.358" v="75" actId="26606"/>
          <ac:spMkLst>
            <pc:docMk/>
            <pc:sldMk cId="3553621101" sldId="419"/>
            <ac:spMk id="16" creationId="{D5B0017B-2ECA-49AF-B397-DC140825DF8D}"/>
          </ac:spMkLst>
        </pc:spChg>
        <pc:grpChg chg="add">
          <ac:chgData name="José Pedro Calistro Torres de Miranda" userId="82558bf5-0a7c-4071-b398-5925c96dbeb2" providerId="ADAL" clId="{2951EEA8-A1D2-4389-B13E-3E7ECEAB32B4}" dt="2025-03-25T03:04:50.358" v="75" actId="26606"/>
          <ac:grpSpMkLst>
            <pc:docMk/>
            <pc:sldMk cId="3553621101" sldId="419"/>
            <ac:grpSpMk id="11" creationId="{AE1C45F0-260A-458C-96ED-C1F6D2151219}"/>
          </ac:grpSpMkLst>
        </pc:grpChg>
        <pc:graphicFrameChg chg="add">
          <ac:chgData name="José Pedro Calistro Torres de Miranda" userId="82558bf5-0a7c-4071-b398-5925c96dbeb2" providerId="ADAL" clId="{2951EEA8-A1D2-4389-B13E-3E7ECEAB32B4}" dt="2025-03-25T03:04:50.358" v="75" actId="26606"/>
          <ac:graphicFrameMkLst>
            <pc:docMk/>
            <pc:sldMk cId="3553621101" sldId="419"/>
            <ac:graphicFrameMk id="5" creationId="{D56324C7-4BBE-748E-34FB-4C46BB514656}"/>
          </ac:graphicFrameMkLst>
        </pc:graphicFrameChg>
        <pc:cxnChg chg="add">
          <ac:chgData name="José Pedro Calistro Torres de Miranda" userId="82558bf5-0a7c-4071-b398-5925c96dbeb2" providerId="ADAL" clId="{2951EEA8-A1D2-4389-B13E-3E7ECEAB32B4}" dt="2025-03-25T03:04:50.358" v="75" actId="26606"/>
          <ac:cxnSpMkLst>
            <pc:docMk/>
            <pc:sldMk cId="3553621101" sldId="419"/>
            <ac:cxnSpMk id="18" creationId="{6CF1BAF6-AD41-4082-B212-8A1F9A2E8779}"/>
          </ac:cxnSpMkLst>
        </pc:cxnChg>
      </pc:sldChg>
      <pc:sldChg chg="addSp delSp modSp add mod setBg modAnim">
        <pc:chgData name="José Pedro Calistro Torres de Miranda" userId="82558bf5-0a7c-4071-b398-5925c96dbeb2" providerId="ADAL" clId="{2951EEA8-A1D2-4389-B13E-3E7ECEAB32B4}" dt="2025-03-25T03:17:18.926" v="274"/>
        <pc:sldMkLst>
          <pc:docMk/>
          <pc:sldMk cId="1584004953" sldId="420"/>
        </pc:sldMkLst>
        <pc:spChg chg="mod">
          <ac:chgData name="José Pedro Calistro Torres de Miranda" userId="82558bf5-0a7c-4071-b398-5925c96dbeb2" providerId="ADAL" clId="{2951EEA8-A1D2-4389-B13E-3E7ECEAB32B4}" dt="2025-03-25T03:07:54.701" v="101" actId="26606"/>
          <ac:spMkLst>
            <pc:docMk/>
            <pc:sldMk cId="1584004953" sldId="420"/>
            <ac:spMk id="2" creationId="{B5F09712-C927-1F1D-3E02-7F4A757F6D4D}"/>
          </ac:spMkLst>
        </pc:spChg>
        <pc:spChg chg="del mod">
          <ac:chgData name="José Pedro Calistro Torres de Miranda" userId="82558bf5-0a7c-4071-b398-5925c96dbeb2" providerId="ADAL" clId="{2951EEA8-A1D2-4389-B13E-3E7ECEAB32B4}" dt="2025-03-25T03:07:54.701" v="101" actId="26606"/>
          <ac:spMkLst>
            <pc:docMk/>
            <pc:sldMk cId="1584004953" sldId="420"/>
            <ac:spMk id="3" creationId="{889CE55A-617B-469B-7D53-2EEA467BB1B2}"/>
          </ac:spMkLst>
        </pc:spChg>
        <pc:spChg chg="add">
          <ac:chgData name="José Pedro Calistro Torres de Miranda" userId="82558bf5-0a7c-4071-b398-5925c96dbeb2" providerId="ADAL" clId="{2951EEA8-A1D2-4389-B13E-3E7ECEAB32B4}" dt="2025-03-25T03:07:54.701" v="101" actId="26606"/>
          <ac:spMkLst>
            <pc:docMk/>
            <pc:sldMk cId="1584004953" sldId="420"/>
            <ac:spMk id="9" creationId="{2659FDB4-FCBE-4A89-B46D-43D4FA54464D}"/>
          </ac:spMkLst>
        </pc:spChg>
        <pc:graphicFrameChg chg="add">
          <ac:chgData name="José Pedro Calistro Torres de Miranda" userId="82558bf5-0a7c-4071-b398-5925c96dbeb2" providerId="ADAL" clId="{2951EEA8-A1D2-4389-B13E-3E7ECEAB32B4}" dt="2025-03-25T03:07:54.701" v="101" actId="26606"/>
          <ac:graphicFrameMkLst>
            <pc:docMk/>
            <pc:sldMk cId="1584004953" sldId="420"/>
            <ac:graphicFrameMk id="5" creationId="{3D7491B6-0359-875E-869B-C1F54D54B06A}"/>
          </ac:graphicFrameMkLst>
        </pc:graphicFrameChg>
        <pc:cxnChg chg="add">
          <ac:chgData name="José Pedro Calistro Torres de Miranda" userId="82558bf5-0a7c-4071-b398-5925c96dbeb2" providerId="ADAL" clId="{2951EEA8-A1D2-4389-B13E-3E7ECEAB32B4}" dt="2025-03-25T03:07:54.701" v="101" actId="26606"/>
          <ac:cxnSpMkLst>
            <pc:docMk/>
            <pc:sldMk cId="1584004953" sldId="420"/>
            <ac:cxnSpMk id="11" creationId="{C8F51B3F-8331-4E4A-AE96-D47B1006EEAD}"/>
          </ac:cxnSpMkLst>
        </pc:cxnChg>
      </pc:sldChg>
      <pc:sldChg chg="modSp add del mod">
        <pc:chgData name="José Pedro Calistro Torres de Miranda" userId="82558bf5-0a7c-4071-b398-5925c96dbeb2" providerId="ADAL" clId="{2951EEA8-A1D2-4389-B13E-3E7ECEAB32B4}" dt="2025-03-25T03:06:03.764" v="83" actId="47"/>
        <pc:sldMkLst>
          <pc:docMk/>
          <pc:sldMk cId="2916456583" sldId="420"/>
        </pc:sldMkLst>
        <pc:spChg chg="mod">
          <ac:chgData name="José Pedro Calistro Torres de Miranda" userId="82558bf5-0a7c-4071-b398-5925c96dbeb2" providerId="ADAL" clId="{2951EEA8-A1D2-4389-B13E-3E7ECEAB32B4}" dt="2025-03-25T03:05:51.845" v="81" actId="15"/>
          <ac:spMkLst>
            <pc:docMk/>
            <pc:sldMk cId="2916456583" sldId="420"/>
            <ac:spMk id="3" creationId="{035DE5D3-31DA-C964-F1A2-8F6AAA84D864}"/>
          </ac:spMkLst>
        </pc:spChg>
      </pc:sldChg>
      <pc:sldChg chg="addSp delSp modSp add mod setBg modAnim">
        <pc:chgData name="José Pedro Calistro Torres de Miranda" userId="82558bf5-0a7c-4071-b398-5925c96dbeb2" providerId="ADAL" clId="{2951EEA8-A1D2-4389-B13E-3E7ECEAB32B4}" dt="2025-03-25T03:17:14.658" v="271" actId="14100"/>
        <pc:sldMkLst>
          <pc:docMk/>
          <pc:sldMk cId="2207798970" sldId="421"/>
        </pc:sldMkLst>
        <pc:spChg chg="mod">
          <ac:chgData name="José Pedro Calistro Torres de Miranda" userId="82558bf5-0a7c-4071-b398-5925c96dbeb2" providerId="ADAL" clId="{2951EEA8-A1D2-4389-B13E-3E7ECEAB32B4}" dt="2025-03-25T03:17:05.855" v="268" actId="1076"/>
          <ac:spMkLst>
            <pc:docMk/>
            <pc:sldMk cId="2207798970" sldId="421"/>
            <ac:spMk id="2" creationId="{7B568512-1A5A-CE37-E9A9-24926E3077B4}"/>
          </ac:spMkLst>
        </pc:spChg>
        <pc:spChg chg="add del">
          <ac:chgData name="José Pedro Calistro Torres de Miranda" userId="82558bf5-0a7c-4071-b398-5925c96dbeb2" providerId="ADAL" clId="{2951EEA8-A1D2-4389-B13E-3E7ECEAB32B4}" dt="2025-03-25T03:09:06.828" v="114" actId="26606"/>
          <ac:spMkLst>
            <pc:docMk/>
            <pc:sldMk cId="2207798970" sldId="421"/>
            <ac:spMk id="3" creationId="{D73DC040-5144-1AC8-8EDA-33983F2B057C}"/>
          </ac:spMkLst>
        </pc:spChg>
        <pc:spChg chg="add del">
          <ac:chgData name="José Pedro Calistro Torres de Miranda" userId="82558bf5-0a7c-4071-b398-5925c96dbeb2" providerId="ADAL" clId="{2951EEA8-A1D2-4389-B13E-3E7ECEAB32B4}" dt="2025-03-25T03:08:57.825" v="111" actId="26606"/>
          <ac:spMkLst>
            <pc:docMk/>
            <pc:sldMk cId="2207798970" sldId="421"/>
            <ac:spMk id="9" creationId="{2659FDB4-FCBE-4A89-B46D-43D4FA54464D}"/>
          </ac:spMkLst>
        </pc:spChg>
        <pc:spChg chg="add del">
          <ac:chgData name="José Pedro Calistro Torres de Miranda" userId="82558bf5-0a7c-4071-b398-5925c96dbeb2" providerId="ADAL" clId="{2951EEA8-A1D2-4389-B13E-3E7ECEAB32B4}" dt="2025-03-25T03:09:06.796" v="113" actId="26606"/>
          <ac:spMkLst>
            <pc:docMk/>
            <pc:sldMk cId="2207798970" sldId="421"/>
            <ac:spMk id="14" creationId="{738F59A4-4431-460D-8E49-6E65C189A566}"/>
          </ac:spMkLst>
        </pc:spChg>
        <pc:spChg chg="add">
          <ac:chgData name="José Pedro Calistro Torres de Miranda" userId="82558bf5-0a7c-4071-b398-5925c96dbeb2" providerId="ADAL" clId="{2951EEA8-A1D2-4389-B13E-3E7ECEAB32B4}" dt="2025-03-25T03:10:00.905" v="120" actId="26606"/>
          <ac:spMkLst>
            <pc:docMk/>
            <pc:sldMk cId="2207798970" sldId="421"/>
            <ac:spMk id="20" creationId="{DCC231C8-C761-4B31-9B1C-C6D19248C6B3}"/>
          </ac:spMkLst>
        </pc:spChg>
        <pc:spChg chg="add del">
          <ac:chgData name="José Pedro Calistro Torres de Miranda" userId="82558bf5-0a7c-4071-b398-5925c96dbeb2" providerId="ADAL" clId="{2951EEA8-A1D2-4389-B13E-3E7ECEAB32B4}" dt="2025-03-25T03:09:46.758" v="119" actId="26606"/>
          <ac:spMkLst>
            <pc:docMk/>
            <pc:sldMk cId="2207798970" sldId="421"/>
            <ac:spMk id="23" creationId="{C05CBC3C-2E5A-4839-8B9B-2E5A6ADF0F58}"/>
          </ac:spMkLst>
        </pc:spChg>
        <pc:spChg chg="add del">
          <ac:chgData name="José Pedro Calistro Torres de Miranda" userId="82558bf5-0a7c-4071-b398-5925c96dbeb2" providerId="ADAL" clId="{2951EEA8-A1D2-4389-B13E-3E7ECEAB32B4}" dt="2025-03-25T03:09:46.758" v="119" actId="26606"/>
          <ac:spMkLst>
            <pc:docMk/>
            <pc:sldMk cId="2207798970" sldId="421"/>
            <ac:spMk id="25" creationId="{DB5B423A-57CC-4C58-AA26-8E2E862B03A0}"/>
          </ac:spMkLst>
        </pc:spChg>
        <pc:grpChg chg="add del">
          <ac:chgData name="José Pedro Calistro Torres de Miranda" userId="82558bf5-0a7c-4071-b398-5925c96dbeb2" providerId="ADAL" clId="{2951EEA8-A1D2-4389-B13E-3E7ECEAB32B4}" dt="2025-03-25T03:09:06.796" v="113" actId="26606"/>
          <ac:grpSpMkLst>
            <pc:docMk/>
            <pc:sldMk cId="2207798970" sldId="421"/>
            <ac:grpSpMk id="15" creationId="{8A919B9C-5C01-47E4-B2F2-45F589208ABF}"/>
          </ac:grpSpMkLst>
        </pc:grpChg>
        <pc:graphicFrameChg chg="add del">
          <ac:chgData name="José Pedro Calistro Torres de Miranda" userId="82558bf5-0a7c-4071-b398-5925c96dbeb2" providerId="ADAL" clId="{2951EEA8-A1D2-4389-B13E-3E7ECEAB32B4}" dt="2025-03-25T03:08:57.825" v="111" actId="26606"/>
          <ac:graphicFrameMkLst>
            <pc:docMk/>
            <pc:sldMk cId="2207798970" sldId="421"/>
            <ac:graphicFrameMk id="5" creationId="{0C853CA6-B44C-1A35-B921-66612BB351E6}"/>
          </ac:graphicFrameMkLst>
        </pc:graphicFrameChg>
        <pc:graphicFrameChg chg="add del">
          <ac:chgData name="José Pedro Calistro Torres de Miranda" userId="82558bf5-0a7c-4071-b398-5925c96dbeb2" providerId="ADAL" clId="{2951EEA8-A1D2-4389-B13E-3E7ECEAB32B4}" dt="2025-03-25T03:09:06.796" v="113" actId="26606"/>
          <ac:graphicFrameMkLst>
            <pc:docMk/>
            <pc:sldMk cId="2207798970" sldId="421"/>
            <ac:graphicFrameMk id="16" creationId="{4621AFF7-85DE-833C-2071-1BC6FDAFB67F}"/>
          </ac:graphicFrameMkLst>
        </pc:graphicFrameChg>
        <pc:graphicFrameChg chg="add mod modGraphic">
          <ac:chgData name="José Pedro Calistro Torres de Miranda" userId="82558bf5-0a7c-4071-b398-5925c96dbeb2" providerId="ADAL" clId="{2951EEA8-A1D2-4389-B13E-3E7ECEAB32B4}" dt="2025-03-25T03:17:14.658" v="271" actId="14100"/>
          <ac:graphicFrameMkLst>
            <pc:docMk/>
            <pc:sldMk cId="2207798970" sldId="421"/>
            <ac:graphicFrameMk id="18" creationId="{18DFE4B1-7586-7D3E-184C-DD5ED871C1F6}"/>
          </ac:graphicFrameMkLst>
        </pc:graphicFrameChg>
        <pc:cxnChg chg="add del">
          <ac:chgData name="José Pedro Calistro Torres de Miranda" userId="82558bf5-0a7c-4071-b398-5925c96dbeb2" providerId="ADAL" clId="{2951EEA8-A1D2-4389-B13E-3E7ECEAB32B4}" dt="2025-03-25T03:08:57.825" v="111" actId="26606"/>
          <ac:cxnSpMkLst>
            <pc:docMk/>
            <pc:sldMk cId="2207798970" sldId="421"/>
            <ac:cxnSpMk id="11" creationId="{C8F51B3F-8331-4E4A-AE96-D47B1006EEAD}"/>
          </ac:cxnSpMkLst>
        </pc:cxnChg>
      </pc:sldChg>
      <pc:sldChg chg="add del">
        <pc:chgData name="José Pedro Calistro Torres de Miranda" userId="82558bf5-0a7c-4071-b398-5925c96dbeb2" providerId="ADAL" clId="{2951EEA8-A1D2-4389-B13E-3E7ECEAB32B4}" dt="2025-03-25T03:11:21.785" v="139" actId="47"/>
        <pc:sldMkLst>
          <pc:docMk/>
          <pc:sldMk cId="2028870513" sldId="422"/>
        </pc:sldMkLst>
      </pc:sldChg>
      <pc:sldChg chg="addSp delSp modSp add del mod setBg">
        <pc:chgData name="José Pedro Calistro Torres de Miranda" userId="82558bf5-0a7c-4071-b398-5925c96dbeb2" providerId="ADAL" clId="{2951EEA8-A1D2-4389-B13E-3E7ECEAB32B4}" dt="2025-03-25T03:16:27.410" v="255" actId="47"/>
        <pc:sldMkLst>
          <pc:docMk/>
          <pc:sldMk cId="3283399102" sldId="422"/>
        </pc:sldMkLst>
        <pc:spChg chg="mod">
          <ac:chgData name="José Pedro Calistro Torres de Miranda" userId="82558bf5-0a7c-4071-b398-5925c96dbeb2" providerId="ADAL" clId="{2951EEA8-A1D2-4389-B13E-3E7ECEAB32B4}" dt="2025-03-25T03:15:59.221" v="248" actId="26606"/>
          <ac:spMkLst>
            <pc:docMk/>
            <pc:sldMk cId="3283399102" sldId="422"/>
            <ac:spMk id="2" creationId="{ED17F8F2-6FA5-40B2-310D-C24AB48B6DDD}"/>
          </ac:spMkLst>
        </pc:spChg>
        <pc:spChg chg="add del mod">
          <ac:chgData name="José Pedro Calistro Torres de Miranda" userId="82558bf5-0a7c-4071-b398-5925c96dbeb2" providerId="ADAL" clId="{2951EEA8-A1D2-4389-B13E-3E7ECEAB32B4}" dt="2025-03-25T03:15:59.221" v="248" actId="26606"/>
          <ac:spMkLst>
            <pc:docMk/>
            <pc:sldMk cId="3283399102" sldId="422"/>
            <ac:spMk id="3" creationId="{6D36BE4B-6471-7055-C0D7-EBDEB251ED6E}"/>
          </ac:spMkLst>
        </pc:spChg>
        <pc:spChg chg="add del">
          <ac:chgData name="José Pedro Calistro Torres de Miranda" userId="82558bf5-0a7c-4071-b398-5925c96dbeb2" providerId="ADAL" clId="{2951EEA8-A1D2-4389-B13E-3E7ECEAB32B4}" dt="2025-03-25T03:15:59.194" v="247" actId="26606"/>
          <ac:spMkLst>
            <pc:docMk/>
            <pc:sldMk cId="3283399102" sldId="422"/>
            <ac:spMk id="9" creationId="{98DED6BC-9A3E-48D4-AD7C-A56D63F547E8}"/>
          </ac:spMkLst>
        </pc:spChg>
        <pc:spChg chg="add del">
          <ac:chgData name="José Pedro Calistro Torres de Miranda" userId="82558bf5-0a7c-4071-b398-5925c96dbeb2" providerId="ADAL" clId="{2951EEA8-A1D2-4389-B13E-3E7ECEAB32B4}" dt="2025-03-25T03:15:59.194" v="247" actId="26606"/>
          <ac:spMkLst>
            <pc:docMk/>
            <pc:sldMk cId="3283399102" sldId="422"/>
            <ac:spMk id="11" creationId="{6B6E033A-DB2E-49B8-B600-B38E0C280263}"/>
          </ac:spMkLst>
        </pc:spChg>
        <pc:spChg chg="add">
          <ac:chgData name="José Pedro Calistro Torres de Miranda" userId="82558bf5-0a7c-4071-b398-5925c96dbeb2" providerId="ADAL" clId="{2951EEA8-A1D2-4389-B13E-3E7ECEAB32B4}" dt="2025-03-25T03:15:59.221" v="248" actId="26606"/>
          <ac:spMkLst>
            <pc:docMk/>
            <pc:sldMk cId="3283399102" sldId="422"/>
            <ac:spMk id="13" creationId="{DCC231C8-C761-4B31-9B1C-C6D19248C6B3}"/>
          </ac:spMkLst>
        </pc:spChg>
        <pc:graphicFrameChg chg="add del">
          <ac:chgData name="José Pedro Calistro Torres de Miranda" userId="82558bf5-0a7c-4071-b398-5925c96dbeb2" providerId="ADAL" clId="{2951EEA8-A1D2-4389-B13E-3E7ECEAB32B4}" dt="2025-03-25T03:15:59.194" v="247" actId="26606"/>
          <ac:graphicFrameMkLst>
            <pc:docMk/>
            <pc:sldMk cId="3283399102" sldId="422"/>
            <ac:graphicFrameMk id="5" creationId="{68EC46A5-A3E0-0530-8EA6-A32D3977066B}"/>
          </ac:graphicFrameMkLst>
        </pc:graphicFrameChg>
        <pc:graphicFrameChg chg="add">
          <ac:chgData name="José Pedro Calistro Torres de Miranda" userId="82558bf5-0a7c-4071-b398-5925c96dbeb2" providerId="ADAL" clId="{2951EEA8-A1D2-4389-B13E-3E7ECEAB32B4}" dt="2025-03-25T03:15:59.221" v="248" actId="26606"/>
          <ac:graphicFrameMkLst>
            <pc:docMk/>
            <pc:sldMk cId="3283399102" sldId="422"/>
            <ac:graphicFrameMk id="14" creationId="{EE81AFC9-7274-9F46-0664-B085EA82BB1D}"/>
          </ac:graphicFrameMkLst>
        </pc:graphicFrameChg>
      </pc:sldChg>
      <pc:sldChg chg="addSp delSp modSp add mod ord delAnim modAnim">
        <pc:chgData name="José Pedro Calistro Torres de Miranda" userId="82558bf5-0a7c-4071-b398-5925c96dbeb2" providerId="ADAL" clId="{2951EEA8-A1D2-4389-B13E-3E7ECEAB32B4}" dt="2025-03-25T03:18:47.408" v="297" actId="14100"/>
        <pc:sldMkLst>
          <pc:docMk/>
          <pc:sldMk cId="3348845318" sldId="422"/>
        </pc:sldMkLst>
        <pc:spChg chg="mod">
          <ac:chgData name="José Pedro Calistro Torres de Miranda" userId="82558bf5-0a7c-4071-b398-5925c96dbeb2" providerId="ADAL" clId="{2951EEA8-A1D2-4389-B13E-3E7ECEAB32B4}" dt="2025-03-25T03:18:35.819" v="294" actId="14100"/>
          <ac:spMkLst>
            <pc:docMk/>
            <pc:sldMk cId="3348845318" sldId="422"/>
            <ac:spMk id="2" creationId="{773A3BFB-F373-BAF6-1475-187E152F776C}"/>
          </ac:spMkLst>
        </pc:spChg>
        <pc:spChg chg="add del mod">
          <ac:chgData name="José Pedro Calistro Torres de Miranda" userId="82558bf5-0a7c-4071-b398-5925c96dbeb2" providerId="ADAL" clId="{2951EEA8-A1D2-4389-B13E-3E7ECEAB32B4}" dt="2025-03-25T03:18:41.547" v="295"/>
          <ac:spMkLst>
            <pc:docMk/>
            <pc:sldMk cId="3348845318" sldId="422"/>
            <ac:spMk id="4" creationId="{AA0A25B6-7EDB-0B0D-33D2-6712CD477A35}"/>
          </ac:spMkLst>
        </pc:spChg>
        <pc:graphicFrameChg chg="del">
          <ac:chgData name="José Pedro Calistro Torres de Miranda" userId="82558bf5-0a7c-4071-b398-5925c96dbeb2" providerId="ADAL" clId="{2951EEA8-A1D2-4389-B13E-3E7ECEAB32B4}" dt="2025-03-25T03:18:18.020" v="290" actId="478"/>
          <ac:graphicFrameMkLst>
            <pc:docMk/>
            <pc:sldMk cId="3348845318" sldId="422"/>
            <ac:graphicFrameMk id="5" creationId="{4939DB8A-69F4-6473-89E3-8C37A14931F8}"/>
          </ac:graphicFrameMkLst>
        </pc:graphicFrameChg>
        <pc:graphicFrameChg chg="add mod">
          <ac:chgData name="José Pedro Calistro Torres de Miranda" userId="82558bf5-0a7c-4071-b398-5925c96dbeb2" providerId="ADAL" clId="{2951EEA8-A1D2-4389-B13E-3E7ECEAB32B4}" dt="2025-03-25T03:18:47.408" v="297" actId="14100"/>
          <ac:graphicFrameMkLst>
            <pc:docMk/>
            <pc:sldMk cId="3348845318" sldId="422"/>
            <ac:graphicFrameMk id="8" creationId="{C91FEAA7-D356-660A-7E00-D3885AB72645}"/>
          </ac:graphicFrameMkLst>
        </pc:graphicFrameChg>
        <pc:picChg chg="del">
          <ac:chgData name="José Pedro Calistro Torres de Miranda" userId="82558bf5-0a7c-4071-b398-5925c96dbeb2" providerId="ADAL" clId="{2951EEA8-A1D2-4389-B13E-3E7ECEAB32B4}" dt="2025-03-25T03:18:44.478" v="296" actId="478"/>
          <ac:picMkLst>
            <pc:docMk/>
            <pc:sldMk cId="3348845318" sldId="422"/>
            <ac:picMk id="7" creationId="{1B1F20EE-1771-3A14-DB34-906D19877EB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18.svg"/><Relationship Id="rId9" Type="http://schemas.openxmlformats.org/officeDocument/2006/relationships/image" Target="../media/image21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18.svg"/><Relationship Id="rId9" Type="http://schemas.openxmlformats.org/officeDocument/2006/relationships/image" Target="../media/image21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BCB44A-DC6C-4148-A72F-336CA720E7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C4C4887-5893-455E-B118-BA66D31927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Apresentar</a:t>
          </a:r>
          <a:r>
            <a:rPr lang="en-US" dirty="0"/>
            <a:t> </a:t>
          </a:r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modelos</a:t>
          </a:r>
          <a:r>
            <a:rPr lang="en-US" dirty="0"/>
            <a:t> Star Schema </a:t>
          </a:r>
          <a:r>
            <a:rPr lang="en-US" dirty="0" err="1"/>
            <a:t>desenvolvidos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aula anterior</a:t>
          </a:r>
        </a:p>
      </dgm:t>
    </dgm:pt>
    <dgm:pt modelId="{88FEC2FC-91BA-4E91-911C-CC2C624F27F8}" type="parTrans" cxnId="{8B4CD7FA-036D-4C45-9FF5-515F8E86213B}">
      <dgm:prSet/>
      <dgm:spPr/>
      <dgm:t>
        <a:bodyPr/>
        <a:lstStyle/>
        <a:p>
          <a:endParaRPr lang="en-US"/>
        </a:p>
      </dgm:t>
    </dgm:pt>
    <dgm:pt modelId="{BB899EDE-FD6B-4198-A8CB-3BB181B40F4B}" type="sibTrans" cxnId="{8B4CD7FA-036D-4C45-9FF5-515F8E86213B}">
      <dgm:prSet/>
      <dgm:spPr/>
      <dgm:t>
        <a:bodyPr/>
        <a:lstStyle/>
        <a:p>
          <a:endParaRPr lang="en-US"/>
        </a:p>
      </dgm:t>
    </dgm:pt>
    <dgm:pt modelId="{A745300E-3130-43F8-9A9E-37E28BF528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Compreender</a:t>
          </a:r>
          <a:r>
            <a:rPr lang="en-US" dirty="0"/>
            <a:t> </a:t>
          </a:r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conceitos</a:t>
          </a:r>
          <a:r>
            <a:rPr lang="en-US" dirty="0"/>
            <a:t> e </a:t>
          </a:r>
          <a:r>
            <a:rPr lang="en-US" dirty="0" err="1"/>
            <a:t>aplicações</a:t>
          </a:r>
          <a:r>
            <a:rPr lang="en-US" dirty="0"/>
            <a:t> de DW e DM</a:t>
          </a:r>
        </a:p>
      </dgm:t>
    </dgm:pt>
    <dgm:pt modelId="{25D8EC22-4CE2-4C96-90B5-9E247B5D9209}" type="parTrans" cxnId="{FA3D33FD-D520-4BDB-8A92-126259DFBB6E}">
      <dgm:prSet/>
      <dgm:spPr/>
      <dgm:t>
        <a:bodyPr/>
        <a:lstStyle/>
        <a:p>
          <a:endParaRPr lang="en-US"/>
        </a:p>
      </dgm:t>
    </dgm:pt>
    <dgm:pt modelId="{61351341-AE9E-45C5-A074-73D196E71E49}" type="sibTrans" cxnId="{FA3D33FD-D520-4BDB-8A92-126259DFBB6E}">
      <dgm:prSet/>
      <dgm:spPr/>
      <dgm:t>
        <a:bodyPr/>
        <a:lstStyle/>
        <a:p>
          <a:endParaRPr lang="en-US"/>
        </a:p>
      </dgm:t>
    </dgm:pt>
    <dgm:pt modelId="{05AAAC44-E4DD-4289-BDEE-9877A14FF2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Praticar</a:t>
          </a:r>
          <a:r>
            <a:rPr lang="en-US" dirty="0"/>
            <a:t> a </a:t>
          </a:r>
          <a:r>
            <a:rPr lang="en-US" dirty="0" err="1"/>
            <a:t>extração</a:t>
          </a:r>
          <a:r>
            <a:rPr lang="en-US" dirty="0"/>
            <a:t> e </a:t>
          </a:r>
          <a:r>
            <a:rPr lang="en-US" dirty="0" err="1"/>
            <a:t>modelagem</a:t>
          </a:r>
          <a:r>
            <a:rPr lang="en-US" dirty="0"/>
            <a:t> de dados no Power BI com base </a:t>
          </a:r>
          <a:r>
            <a:rPr lang="en-US" dirty="0" err="1"/>
            <a:t>simulada</a:t>
          </a:r>
          <a:endParaRPr lang="en-US" dirty="0"/>
        </a:p>
      </dgm:t>
    </dgm:pt>
    <dgm:pt modelId="{3C325D93-56DA-4423-8207-1AAE9C73CC70}" type="parTrans" cxnId="{F23F897D-0EC4-4081-8DCB-0F7433187E91}">
      <dgm:prSet/>
      <dgm:spPr/>
      <dgm:t>
        <a:bodyPr/>
        <a:lstStyle/>
        <a:p>
          <a:endParaRPr lang="en-US"/>
        </a:p>
      </dgm:t>
    </dgm:pt>
    <dgm:pt modelId="{1E5F4AEF-4523-4B42-A944-33CCB9C76398}" type="sibTrans" cxnId="{F23F897D-0EC4-4081-8DCB-0F7433187E91}">
      <dgm:prSet/>
      <dgm:spPr/>
      <dgm:t>
        <a:bodyPr/>
        <a:lstStyle/>
        <a:p>
          <a:endParaRPr lang="en-US"/>
        </a:p>
      </dgm:t>
    </dgm:pt>
    <dgm:pt modelId="{0A34D7FC-98B9-4CD8-8F85-AA2CCFE4FA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Avaliar</a:t>
          </a:r>
          <a:r>
            <a:rPr lang="en-US" dirty="0"/>
            <a:t> a </a:t>
          </a:r>
          <a:r>
            <a:rPr lang="en-US" dirty="0" err="1"/>
            <a:t>prática</a:t>
          </a:r>
          <a:r>
            <a:rPr lang="en-US" dirty="0"/>
            <a:t> </a:t>
          </a:r>
          <a:r>
            <a:rPr lang="en-US" dirty="0" err="1"/>
            <a:t>aplicada</a:t>
          </a:r>
          <a:r>
            <a:rPr lang="en-US" dirty="0"/>
            <a:t> e </a:t>
          </a:r>
          <a:r>
            <a:rPr lang="en-US" dirty="0" err="1"/>
            <a:t>reforçar</a:t>
          </a:r>
          <a:r>
            <a:rPr lang="en-US" dirty="0"/>
            <a:t> a </a:t>
          </a:r>
          <a:r>
            <a:rPr lang="en-US" dirty="0" err="1"/>
            <a:t>construção</a:t>
          </a:r>
          <a:r>
            <a:rPr lang="en-US" dirty="0"/>
            <a:t> do </a:t>
          </a:r>
          <a:r>
            <a:rPr lang="en-US" dirty="0" err="1"/>
            <a:t>projeto</a:t>
          </a:r>
          <a:r>
            <a:rPr lang="en-US" dirty="0"/>
            <a:t> final</a:t>
          </a:r>
        </a:p>
      </dgm:t>
    </dgm:pt>
    <dgm:pt modelId="{06F75C86-05CC-4A8F-8AD1-1900CF5F0761}" type="parTrans" cxnId="{3585029E-C07E-4FFA-81AC-FE1A5013751A}">
      <dgm:prSet/>
      <dgm:spPr/>
      <dgm:t>
        <a:bodyPr/>
        <a:lstStyle/>
        <a:p>
          <a:endParaRPr lang="en-US"/>
        </a:p>
      </dgm:t>
    </dgm:pt>
    <dgm:pt modelId="{4A75D733-130D-44CF-BCDC-6B011F41919F}" type="sibTrans" cxnId="{3585029E-C07E-4FFA-81AC-FE1A5013751A}">
      <dgm:prSet/>
      <dgm:spPr/>
      <dgm:t>
        <a:bodyPr/>
        <a:lstStyle/>
        <a:p>
          <a:endParaRPr lang="en-US"/>
        </a:p>
      </dgm:t>
    </dgm:pt>
    <dgm:pt modelId="{46ED5615-00E3-42D2-BAB2-2A5C9490D0BB}" type="pres">
      <dgm:prSet presAssocID="{4EBCB44A-DC6C-4148-A72F-336CA720E7F0}" presName="root" presStyleCnt="0">
        <dgm:presLayoutVars>
          <dgm:dir/>
          <dgm:resizeHandles val="exact"/>
        </dgm:presLayoutVars>
      </dgm:prSet>
      <dgm:spPr/>
    </dgm:pt>
    <dgm:pt modelId="{B85C6535-DD15-4AAF-BB60-E7C959003BD5}" type="pres">
      <dgm:prSet presAssocID="{FC4C4887-5893-455E-B118-BA66D319273B}" presName="compNode" presStyleCnt="0"/>
      <dgm:spPr/>
    </dgm:pt>
    <dgm:pt modelId="{CA45CD21-9F71-4C45-8C3F-9804559A64E3}" type="pres">
      <dgm:prSet presAssocID="{FC4C4887-5893-455E-B118-BA66D319273B}" presName="bgRect" presStyleLbl="bgShp" presStyleIdx="0" presStyleCnt="4"/>
      <dgm:spPr/>
    </dgm:pt>
    <dgm:pt modelId="{10522D57-576F-4B8F-B906-CC91D6A964B7}" type="pres">
      <dgm:prSet presAssocID="{FC4C4887-5893-455E-B118-BA66D31927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2B12F336-4F25-4918-B1A8-EDBC851D13E1}" type="pres">
      <dgm:prSet presAssocID="{FC4C4887-5893-455E-B118-BA66D319273B}" presName="spaceRect" presStyleCnt="0"/>
      <dgm:spPr/>
    </dgm:pt>
    <dgm:pt modelId="{51509E8B-7835-48D0-B7A5-4E214BC2FB49}" type="pres">
      <dgm:prSet presAssocID="{FC4C4887-5893-455E-B118-BA66D319273B}" presName="parTx" presStyleLbl="revTx" presStyleIdx="0" presStyleCnt="4">
        <dgm:presLayoutVars>
          <dgm:chMax val="0"/>
          <dgm:chPref val="0"/>
        </dgm:presLayoutVars>
      </dgm:prSet>
      <dgm:spPr/>
    </dgm:pt>
    <dgm:pt modelId="{14E3F8CC-5DBD-4E97-8DA1-5ABE40FE8F4B}" type="pres">
      <dgm:prSet presAssocID="{BB899EDE-FD6B-4198-A8CB-3BB181B40F4B}" presName="sibTrans" presStyleCnt="0"/>
      <dgm:spPr/>
    </dgm:pt>
    <dgm:pt modelId="{7FD8ECEB-C405-46E0-B0FE-A4BD0BE7B6C9}" type="pres">
      <dgm:prSet presAssocID="{A745300E-3130-43F8-9A9E-37E28BF52843}" presName="compNode" presStyleCnt="0"/>
      <dgm:spPr/>
    </dgm:pt>
    <dgm:pt modelId="{40B36412-6BB0-4897-B3D6-D3B0ECC5D71F}" type="pres">
      <dgm:prSet presAssocID="{A745300E-3130-43F8-9A9E-37E28BF52843}" presName="bgRect" presStyleLbl="bgShp" presStyleIdx="1" presStyleCnt="4"/>
      <dgm:spPr/>
    </dgm:pt>
    <dgm:pt modelId="{8B4D19FC-93B5-400E-A789-AAFD1509B9E9}" type="pres">
      <dgm:prSet presAssocID="{A745300E-3130-43F8-9A9E-37E28BF528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F293FD-0F3B-4E6B-BF5A-481005302D3F}" type="pres">
      <dgm:prSet presAssocID="{A745300E-3130-43F8-9A9E-37E28BF52843}" presName="spaceRect" presStyleCnt="0"/>
      <dgm:spPr/>
    </dgm:pt>
    <dgm:pt modelId="{6822CFD3-E487-4073-936D-CE31CC0299E2}" type="pres">
      <dgm:prSet presAssocID="{A745300E-3130-43F8-9A9E-37E28BF52843}" presName="parTx" presStyleLbl="revTx" presStyleIdx="1" presStyleCnt="4">
        <dgm:presLayoutVars>
          <dgm:chMax val="0"/>
          <dgm:chPref val="0"/>
        </dgm:presLayoutVars>
      </dgm:prSet>
      <dgm:spPr/>
    </dgm:pt>
    <dgm:pt modelId="{F7FA25F5-C83C-4BB5-8B3C-0E8163FC6C8D}" type="pres">
      <dgm:prSet presAssocID="{61351341-AE9E-45C5-A074-73D196E71E49}" presName="sibTrans" presStyleCnt="0"/>
      <dgm:spPr/>
    </dgm:pt>
    <dgm:pt modelId="{B219CAC9-F5D9-4DCB-8062-A66C3060F22E}" type="pres">
      <dgm:prSet presAssocID="{05AAAC44-E4DD-4289-BDEE-9877A14FF230}" presName="compNode" presStyleCnt="0"/>
      <dgm:spPr/>
    </dgm:pt>
    <dgm:pt modelId="{26D1C8DF-6483-4A06-97F7-0D658E0A3639}" type="pres">
      <dgm:prSet presAssocID="{05AAAC44-E4DD-4289-BDEE-9877A14FF230}" presName="bgRect" presStyleLbl="bgShp" presStyleIdx="2" presStyleCnt="4"/>
      <dgm:spPr/>
    </dgm:pt>
    <dgm:pt modelId="{1E4F5C56-E56E-4394-9590-E28DFF88FCAF}" type="pres">
      <dgm:prSet presAssocID="{05AAAC44-E4DD-4289-BDEE-9877A14FF2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B2DD0A0-71F9-4004-8347-3F962E8D73C8}" type="pres">
      <dgm:prSet presAssocID="{05AAAC44-E4DD-4289-BDEE-9877A14FF230}" presName="spaceRect" presStyleCnt="0"/>
      <dgm:spPr/>
    </dgm:pt>
    <dgm:pt modelId="{C1B972A6-751A-4DE7-A43D-E55BE00514CF}" type="pres">
      <dgm:prSet presAssocID="{05AAAC44-E4DD-4289-BDEE-9877A14FF230}" presName="parTx" presStyleLbl="revTx" presStyleIdx="2" presStyleCnt="4">
        <dgm:presLayoutVars>
          <dgm:chMax val="0"/>
          <dgm:chPref val="0"/>
        </dgm:presLayoutVars>
      </dgm:prSet>
      <dgm:spPr/>
    </dgm:pt>
    <dgm:pt modelId="{803E9181-4CE0-470F-B689-022699323D7E}" type="pres">
      <dgm:prSet presAssocID="{1E5F4AEF-4523-4B42-A944-33CCB9C76398}" presName="sibTrans" presStyleCnt="0"/>
      <dgm:spPr/>
    </dgm:pt>
    <dgm:pt modelId="{42D5B196-3954-456D-9EA7-BCF81B8E8516}" type="pres">
      <dgm:prSet presAssocID="{0A34D7FC-98B9-4CD8-8F85-AA2CCFE4FAFD}" presName="compNode" presStyleCnt="0"/>
      <dgm:spPr/>
    </dgm:pt>
    <dgm:pt modelId="{B00C2F90-2970-4D44-82A8-D10AF4ACBF7B}" type="pres">
      <dgm:prSet presAssocID="{0A34D7FC-98B9-4CD8-8F85-AA2CCFE4FAFD}" presName="bgRect" presStyleLbl="bgShp" presStyleIdx="3" presStyleCnt="4"/>
      <dgm:spPr/>
    </dgm:pt>
    <dgm:pt modelId="{CBF24574-296D-410F-B70B-172ED2D65D30}" type="pres">
      <dgm:prSet presAssocID="{0A34D7FC-98B9-4CD8-8F85-AA2CCFE4FAF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415D064-066A-48CA-84D1-16CAD0295A71}" type="pres">
      <dgm:prSet presAssocID="{0A34D7FC-98B9-4CD8-8F85-AA2CCFE4FAFD}" presName="spaceRect" presStyleCnt="0"/>
      <dgm:spPr/>
    </dgm:pt>
    <dgm:pt modelId="{4C55BA15-F310-4F18-BF54-F7CEAEEA5226}" type="pres">
      <dgm:prSet presAssocID="{0A34D7FC-98B9-4CD8-8F85-AA2CCFE4FAF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858C51F-91CE-4729-A11B-7D6684D09D53}" type="presOf" srcId="{A745300E-3130-43F8-9A9E-37E28BF52843}" destId="{6822CFD3-E487-4073-936D-CE31CC0299E2}" srcOrd="0" destOrd="0" presId="urn:microsoft.com/office/officeart/2018/2/layout/IconVerticalSolidList"/>
    <dgm:cxn modelId="{EBFD5654-B9B9-4C1D-9E02-4926BA979DA2}" type="presOf" srcId="{FC4C4887-5893-455E-B118-BA66D319273B}" destId="{51509E8B-7835-48D0-B7A5-4E214BC2FB49}" srcOrd="0" destOrd="0" presId="urn:microsoft.com/office/officeart/2018/2/layout/IconVerticalSolidList"/>
    <dgm:cxn modelId="{DD255958-66A9-49B0-81C5-A03C4C66D67A}" type="presOf" srcId="{05AAAC44-E4DD-4289-BDEE-9877A14FF230}" destId="{C1B972A6-751A-4DE7-A43D-E55BE00514CF}" srcOrd="0" destOrd="0" presId="urn:microsoft.com/office/officeart/2018/2/layout/IconVerticalSolidList"/>
    <dgm:cxn modelId="{FF8D8E7A-0F17-4A0D-AA63-C876E23558D3}" type="presOf" srcId="{0A34D7FC-98B9-4CD8-8F85-AA2CCFE4FAFD}" destId="{4C55BA15-F310-4F18-BF54-F7CEAEEA5226}" srcOrd="0" destOrd="0" presId="urn:microsoft.com/office/officeart/2018/2/layout/IconVerticalSolidList"/>
    <dgm:cxn modelId="{D892CA7A-6A86-426B-B271-6F52440FA9D8}" type="presOf" srcId="{4EBCB44A-DC6C-4148-A72F-336CA720E7F0}" destId="{46ED5615-00E3-42D2-BAB2-2A5C9490D0BB}" srcOrd="0" destOrd="0" presId="urn:microsoft.com/office/officeart/2018/2/layout/IconVerticalSolidList"/>
    <dgm:cxn modelId="{F23F897D-0EC4-4081-8DCB-0F7433187E91}" srcId="{4EBCB44A-DC6C-4148-A72F-336CA720E7F0}" destId="{05AAAC44-E4DD-4289-BDEE-9877A14FF230}" srcOrd="2" destOrd="0" parTransId="{3C325D93-56DA-4423-8207-1AAE9C73CC70}" sibTransId="{1E5F4AEF-4523-4B42-A944-33CCB9C76398}"/>
    <dgm:cxn modelId="{3585029E-C07E-4FFA-81AC-FE1A5013751A}" srcId="{4EBCB44A-DC6C-4148-A72F-336CA720E7F0}" destId="{0A34D7FC-98B9-4CD8-8F85-AA2CCFE4FAFD}" srcOrd="3" destOrd="0" parTransId="{06F75C86-05CC-4A8F-8AD1-1900CF5F0761}" sibTransId="{4A75D733-130D-44CF-BCDC-6B011F41919F}"/>
    <dgm:cxn modelId="{8B4CD7FA-036D-4C45-9FF5-515F8E86213B}" srcId="{4EBCB44A-DC6C-4148-A72F-336CA720E7F0}" destId="{FC4C4887-5893-455E-B118-BA66D319273B}" srcOrd="0" destOrd="0" parTransId="{88FEC2FC-91BA-4E91-911C-CC2C624F27F8}" sibTransId="{BB899EDE-FD6B-4198-A8CB-3BB181B40F4B}"/>
    <dgm:cxn modelId="{FA3D33FD-D520-4BDB-8A92-126259DFBB6E}" srcId="{4EBCB44A-DC6C-4148-A72F-336CA720E7F0}" destId="{A745300E-3130-43F8-9A9E-37E28BF52843}" srcOrd="1" destOrd="0" parTransId="{25D8EC22-4CE2-4C96-90B5-9E247B5D9209}" sibTransId="{61351341-AE9E-45C5-A074-73D196E71E49}"/>
    <dgm:cxn modelId="{95BF3F57-1CF6-4507-958D-DAC604B42B13}" type="presParOf" srcId="{46ED5615-00E3-42D2-BAB2-2A5C9490D0BB}" destId="{B85C6535-DD15-4AAF-BB60-E7C959003BD5}" srcOrd="0" destOrd="0" presId="urn:microsoft.com/office/officeart/2018/2/layout/IconVerticalSolidList"/>
    <dgm:cxn modelId="{0A7C20D3-EB66-490C-983C-CEA5C6FD222F}" type="presParOf" srcId="{B85C6535-DD15-4AAF-BB60-E7C959003BD5}" destId="{CA45CD21-9F71-4C45-8C3F-9804559A64E3}" srcOrd="0" destOrd="0" presId="urn:microsoft.com/office/officeart/2018/2/layout/IconVerticalSolidList"/>
    <dgm:cxn modelId="{D0610E44-E248-451B-9691-15D7C51C46A1}" type="presParOf" srcId="{B85C6535-DD15-4AAF-BB60-E7C959003BD5}" destId="{10522D57-576F-4B8F-B906-CC91D6A964B7}" srcOrd="1" destOrd="0" presId="urn:microsoft.com/office/officeart/2018/2/layout/IconVerticalSolidList"/>
    <dgm:cxn modelId="{55DDB8B3-E3A3-4727-A3F3-B326301B68BE}" type="presParOf" srcId="{B85C6535-DD15-4AAF-BB60-E7C959003BD5}" destId="{2B12F336-4F25-4918-B1A8-EDBC851D13E1}" srcOrd="2" destOrd="0" presId="urn:microsoft.com/office/officeart/2018/2/layout/IconVerticalSolidList"/>
    <dgm:cxn modelId="{62A59E9E-6ABE-42C2-8062-6C9441AEBB1E}" type="presParOf" srcId="{B85C6535-DD15-4AAF-BB60-E7C959003BD5}" destId="{51509E8B-7835-48D0-B7A5-4E214BC2FB49}" srcOrd="3" destOrd="0" presId="urn:microsoft.com/office/officeart/2018/2/layout/IconVerticalSolidList"/>
    <dgm:cxn modelId="{FDB045E6-D0C6-43E1-A8B5-EFEC5544CA4E}" type="presParOf" srcId="{46ED5615-00E3-42D2-BAB2-2A5C9490D0BB}" destId="{14E3F8CC-5DBD-4E97-8DA1-5ABE40FE8F4B}" srcOrd="1" destOrd="0" presId="urn:microsoft.com/office/officeart/2018/2/layout/IconVerticalSolidList"/>
    <dgm:cxn modelId="{81F13E63-1AE4-4255-897D-633660A69F52}" type="presParOf" srcId="{46ED5615-00E3-42D2-BAB2-2A5C9490D0BB}" destId="{7FD8ECEB-C405-46E0-B0FE-A4BD0BE7B6C9}" srcOrd="2" destOrd="0" presId="urn:microsoft.com/office/officeart/2018/2/layout/IconVerticalSolidList"/>
    <dgm:cxn modelId="{992D972F-BD3E-4172-8CF6-0F75F0D340B6}" type="presParOf" srcId="{7FD8ECEB-C405-46E0-B0FE-A4BD0BE7B6C9}" destId="{40B36412-6BB0-4897-B3D6-D3B0ECC5D71F}" srcOrd="0" destOrd="0" presId="urn:microsoft.com/office/officeart/2018/2/layout/IconVerticalSolidList"/>
    <dgm:cxn modelId="{84D8499D-97C6-4591-9C54-62D5BCFC63E5}" type="presParOf" srcId="{7FD8ECEB-C405-46E0-B0FE-A4BD0BE7B6C9}" destId="{8B4D19FC-93B5-400E-A789-AAFD1509B9E9}" srcOrd="1" destOrd="0" presId="urn:microsoft.com/office/officeart/2018/2/layout/IconVerticalSolidList"/>
    <dgm:cxn modelId="{7AE2C674-F305-4EC2-920E-C091A53AA260}" type="presParOf" srcId="{7FD8ECEB-C405-46E0-B0FE-A4BD0BE7B6C9}" destId="{CDF293FD-0F3B-4E6B-BF5A-481005302D3F}" srcOrd="2" destOrd="0" presId="urn:microsoft.com/office/officeart/2018/2/layout/IconVerticalSolidList"/>
    <dgm:cxn modelId="{FE927180-5A4A-4CD4-9DA0-880F2AE77B13}" type="presParOf" srcId="{7FD8ECEB-C405-46E0-B0FE-A4BD0BE7B6C9}" destId="{6822CFD3-E487-4073-936D-CE31CC0299E2}" srcOrd="3" destOrd="0" presId="urn:microsoft.com/office/officeart/2018/2/layout/IconVerticalSolidList"/>
    <dgm:cxn modelId="{73506323-3DEA-44BD-9B52-267C61CB4911}" type="presParOf" srcId="{46ED5615-00E3-42D2-BAB2-2A5C9490D0BB}" destId="{F7FA25F5-C83C-4BB5-8B3C-0E8163FC6C8D}" srcOrd="3" destOrd="0" presId="urn:microsoft.com/office/officeart/2018/2/layout/IconVerticalSolidList"/>
    <dgm:cxn modelId="{2FC88C2D-3100-4690-B367-8228BF75AFFF}" type="presParOf" srcId="{46ED5615-00E3-42D2-BAB2-2A5C9490D0BB}" destId="{B219CAC9-F5D9-4DCB-8062-A66C3060F22E}" srcOrd="4" destOrd="0" presId="urn:microsoft.com/office/officeart/2018/2/layout/IconVerticalSolidList"/>
    <dgm:cxn modelId="{2AD2907F-A55F-43C7-801E-1B06C839DDB0}" type="presParOf" srcId="{B219CAC9-F5D9-4DCB-8062-A66C3060F22E}" destId="{26D1C8DF-6483-4A06-97F7-0D658E0A3639}" srcOrd="0" destOrd="0" presId="urn:microsoft.com/office/officeart/2018/2/layout/IconVerticalSolidList"/>
    <dgm:cxn modelId="{1C21B6FF-42A4-4A9C-9AC9-E5F905FE8B00}" type="presParOf" srcId="{B219CAC9-F5D9-4DCB-8062-A66C3060F22E}" destId="{1E4F5C56-E56E-4394-9590-E28DFF88FCAF}" srcOrd="1" destOrd="0" presId="urn:microsoft.com/office/officeart/2018/2/layout/IconVerticalSolidList"/>
    <dgm:cxn modelId="{3C9F82FF-17D4-4BBA-8FFC-CF2EF0281673}" type="presParOf" srcId="{B219CAC9-F5D9-4DCB-8062-A66C3060F22E}" destId="{AB2DD0A0-71F9-4004-8347-3F962E8D73C8}" srcOrd="2" destOrd="0" presId="urn:microsoft.com/office/officeart/2018/2/layout/IconVerticalSolidList"/>
    <dgm:cxn modelId="{0AD67DE4-D622-453A-9F9E-CF3B12C38347}" type="presParOf" srcId="{B219CAC9-F5D9-4DCB-8062-A66C3060F22E}" destId="{C1B972A6-751A-4DE7-A43D-E55BE00514CF}" srcOrd="3" destOrd="0" presId="urn:microsoft.com/office/officeart/2018/2/layout/IconVerticalSolidList"/>
    <dgm:cxn modelId="{AA1F4988-D986-4C2B-90B8-E7C1227E85A8}" type="presParOf" srcId="{46ED5615-00E3-42D2-BAB2-2A5C9490D0BB}" destId="{803E9181-4CE0-470F-B689-022699323D7E}" srcOrd="5" destOrd="0" presId="urn:microsoft.com/office/officeart/2018/2/layout/IconVerticalSolidList"/>
    <dgm:cxn modelId="{0C924BD6-9472-4A8A-9F37-7D28C85AED06}" type="presParOf" srcId="{46ED5615-00E3-42D2-BAB2-2A5C9490D0BB}" destId="{42D5B196-3954-456D-9EA7-BCF81B8E8516}" srcOrd="6" destOrd="0" presId="urn:microsoft.com/office/officeart/2018/2/layout/IconVerticalSolidList"/>
    <dgm:cxn modelId="{3041AD3A-F7FE-44C8-827C-4083A0B8949D}" type="presParOf" srcId="{42D5B196-3954-456D-9EA7-BCF81B8E8516}" destId="{B00C2F90-2970-4D44-82A8-D10AF4ACBF7B}" srcOrd="0" destOrd="0" presId="urn:microsoft.com/office/officeart/2018/2/layout/IconVerticalSolidList"/>
    <dgm:cxn modelId="{787C1E9D-EF42-4D88-AD77-D98F2103685E}" type="presParOf" srcId="{42D5B196-3954-456D-9EA7-BCF81B8E8516}" destId="{CBF24574-296D-410F-B70B-172ED2D65D30}" srcOrd="1" destOrd="0" presId="urn:microsoft.com/office/officeart/2018/2/layout/IconVerticalSolidList"/>
    <dgm:cxn modelId="{D7534A54-8FCB-480A-A504-CFD2E80628FB}" type="presParOf" srcId="{42D5B196-3954-456D-9EA7-BCF81B8E8516}" destId="{5415D064-066A-48CA-84D1-16CAD0295A71}" srcOrd="2" destOrd="0" presId="urn:microsoft.com/office/officeart/2018/2/layout/IconVerticalSolidList"/>
    <dgm:cxn modelId="{96B2BB80-8FD2-477B-9554-B9320A44AC5E}" type="presParOf" srcId="{42D5B196-3954-456D-9EA7-BCF81B8E8516}" destId="{4C55BA15-F310-4F18-BF54-F7CEAEEA52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0CD5FF-0809-44B3-9F27-0CF203ADA5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22B1A92-65FD-4A54-A897-D9FD36B0FF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✅ </a:t>
          </a:r>
          <a:r>
            <a:rPr lang="en-US" dirty="0" err="1"/>
            <a:t>Apresentações</a:t>
          </a:r>
          <a:r>
            <a:rPr lang="en-US" dirty="0"/>
            <a:t> dos </a:t>
          </a:r>
          <a:r>
            <a:rPr lang="en-US" dirty="0" err="1"/>
            <a:t>grupos</a:t>
          </a:r>
          <a:r>
            <a:rPr lang="en-US" dirty="0"/>
            <a:t> (Star Schema)</a:t>
          </a:r>
        </a:p>
      </dgm:t>
    </dgm:pt>
    <dgm:pt modelId="{C2AB87F8-775F-4AD5-8D39-C085A90E5B8E}" type="parTrans" cxnId="{03683573-B134-4849-85F8-0DD98C856CB2}">
      <dgm:prSet/>
      <dgm:spPr/>
      <dgm:t>
        <a:bodyPr/>
        <a:lstStyle/>
        <a:p>
          <a:endParaRPr lang="en-US"/>
        </a:p>
      </dgm:t>
    </dgm:pt>
    <dgm:pt modelId="{8D6BE647-8962-4D52-90CB-8DB4FD7085D0}" type="sibTrans" cxnId="{03683573-B134-4849-85F8-0DD98C856CB2}">
      <dgm:prSet/>
      <dgm:spPr/>
      <dgm:t>
        <a:bodyPr/>
        <a:lstStyle/>
        <a:p>
          <a:endParaRPr lang="en-US"/>
        </a:p>
      </dgm:t>
    </dgm:pt>
    <dgm:pt modelId="{9D8312AD-1AC2-4F7B-8320-122CB92E4F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📌 Feedback </a:t>
          </a:r>
          <a:r>
            <a:rPr lang="en-US" dirty="0" err="1"/>
            <a:t>sobre</a:t>
          </a:r>
          <a:r>
            <a:rPr lang="en-US" dirty="0"/>
            <a:t> o Trello – </a:t>
          </a:r>
          <a:r>
            <a:rPr lang="en-US" dirty="0" err="1"/>
            <a:t>entrega</a:t>
          </a:r>
          <a:r>
            <a:rPr lang="en-US" dirty="0"/>
            <a:t> </a:t>
          </a:r>
          <a:r>
            <a:rPr lang="en-US" dirty="0" err="1"/>
            <a:t>até</a:t>
          </a:r>
          <a:r>
            <a:rPr lang="en-US" dirty="0"/>
            <a:t> 26/03</a:t>
          </a:r>
        </a:p>
      </dgm:t>
    </dgm:pt>
    <dgm:pt modelId="{1027594C-0983-42D8-8F02-12D09274679E}" type="parTrans" cxnId="{6A926EE5-06B6-4DF7-8E3D-32290845A62A}">
      <dgm:prSet/>
      <dgm:spPr/>
      <dgm:t>
        <a:bodyPr/>
        <a:lstStyle/>
        <a:p>
          <a:endParaRPr lang="en-US"/>
        </a:p>
      </dgm:t>
    </dgm:pt>
    <dgm:pt modelId="{68FCF445-C835-4B6C-A1E9-2370C04A67F2}" type="sibTrans" cxnId="{6A926EE5-06B6-4DF7-8E3D-32290845A62A}">
      <dgm:prSet/>
      <dgm:spPr/>
      <dgm:t>
        <a:bodyPr/>
        <a:lstStyle/>
        <a:p>
          <a:endParaRPr lang="en-US"/>
        </a:p>
      </dgm:t>
    </dgm:pt>
    <dgm:pt modelId="{A7450DE5-95BB-4BFE-8EBC-285AC60D40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📚 </a:t>
          </a:r>
          <a:r>
            <a:rPr lang="en-US" dirty="0" err="1"/>
            <a:t>Conceitos</a:t>
          </a:r>
          <a:r>
            <a:rPr lang="en-US" dirty="0"/>
            <a:t>: Data Warehouse e Data Mart</a:t>
          </a:r>
        </a:p>
      </dgm:t>
    </dgm:pt>
    <dgm:pt modelId="{297E0891-2D4A-4843-BC1F-D3EAA276DDC1}" type="parTrans" cxnId="{A7D5F5D7-DCB7-40E4-866E-EA60A730FD7F}">
      <dgm:prSet/>
      <dgm:spPr/>
      <dgm:t>
        <a:bodyPr/>
        <a:lstStyle/>
        <a:p>
          <a:endParaRPr lang="en-US"/>
        </a:p>
      </dgm:t>
    </dgm:pt>
    <dgm:pt modelId="{5F9FC1F1-0A8B-4221-8584-66A27E3F9BE0}" type="sibTrans" cxnId="{A7D5F5D7-DCB7-40E4-866E-EA60A730FD7F}">
      <dgm:prSet/>
      <dgm:spPr/>
      <dgm:t>
        <a:bodyPr/>
        <a:lstStyle/>
        <a:p>
          <a:endParaRPr lang="en-US"/>
        </a:p>
      </dgm:t>
    </dgm:pt>
    <dgm:pt modelId="{9289D51C-CD3D-4610-A442-C1BAE2DEF0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💻 </a:t>
          </a:r>
          <a:r>
            <a:rPr lang="en-US" dirty="0" err="1"/>
            <a:t>Atividade</a:t>
          </a:r>
          <a:r>
            <a:rPr lang="en-US" dirty="0"/>
            <a:t> </a:t>
          </a:r>
          <a:r>
            <a:rPr lang="en-US" dirty="0" err="1"/>
            <a:t>prática</a:t>
          </a:r>
          <a:r>
            <a:rPr lang="en-US" dirty="0"/>
            <a:t> no Power BI</a:t>
          </a:r>
        </a:p>
      </dgm:t>
    </dgm:pt>
    <dgm:pt modelId="{4AD6DBA2-20FC-49CE-949E-46639FB0F3EE}" type="parTrans" cxnId="{87557072-0D54-45B9-86C9-596CB68FF5AF}">
      <dgm:prSet/>
      <dgm:spPr/>
      <dgm:t>
        <a:bodyPr/>
        <a:lstStyle/>
        <a:p>
          <a:endParaRPr lang="en-US"/>
        </a:p>
      </dgm:t>
    </dgm:pt>
    <dgm:pt modelId="{2DF456C0-EBD0-479F-BF23-375D61D5C3B4}" type="sibTrans" cxnId="{87557072-0D54-45B9-86C9-596CB68FF5AF}">
      <dgm:prSet/>
      <dgm:spPr/>
      <dgm:t>
        <a:bodyPr/>
        <a:lstStyle/>
        <a:p>
          <a:endParaRPr lang="en-US"/>
        </a:p>
      </dgm:t>
    </dgm:pt>
    <dgm:pt modelId="{8907A9E2-10AF-43A4-83A2-78BA1C169F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🔁 </a:t>
          </a:r>
          <a:r>
            <a:rPr lang="en-US" dirty="0" err="1"/>
            <a:t>Orientações</a:t>
          </a:r>
          <a:r>
            <a:rPr lang="en-US" dirty="0"/>
            <a:t> </a:t>
          </a:r>
          <a:r>
            <a:rPr lang="en-US" dirty="0" err="1"/>
            <a:t>finais</a:t>
          </a:r>
          <a:r>
            <a:rPr lang="en-US" dirty="0"/>
            <a:t> e </a:t>
          </a:r>
          <a:r>
            <a:rPr lang="en-US" dirty="0" err="1"/>
            <a:t>lembretes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o </a:t>
          </a:r>
          <a:r>
            <a:rPr lang="en-US" dirty="0" err="1"/>
            <a:t>projeto</a:t>
          </a:r>
          <a:r>
            <a:rPr lang="en-US" dirty="0"/>
            <a:t> final</a:t>
          </a:r>
        </a:p>
      </dgm:t>
    </dgm:pt>
    <dgm:pt modelId="{C733243E-CBAC-43E3-91FC-712F63787847}" type="parTrans" cxnId="{5B685C51-66B4-47B0-A002-A2128B052D99}">
      <dgm:prSet/>
      <dgm:spPr/>
      <dgm:t>
        <a:bodyPr/>
        <a:lstStyle/>
        <a:p>
          <a:endParaRPr lang="en-US"/>
        </a:p>
      </dgm:t>
    </dgm:pt>
    <dgm:pt modelId="{6D8AB82F-3361-41E5-B14A-526B57EF6F53}" type="sibTrans" cxnId="{5B685C51-66B4-47B0-A002-A2128B052D99}">
      <dgm:prSet/>
      <dgm:spPr/>
      <dgm:t>
        <a:bodyPr/>
        <a:lstStyle/>
        <a:p>
          <a:endParaRPr lang="en-US"/>
        </a:p>
      </dgm:t>
    </dgm:pt>
    <dgm:pt modelId="{E9F1E9A0-EB71-4BCC-8060-505658638039}" type="pres">
      <dgm:prSet presAssocID="{820CD5FF-0809-44B3-9F27-0CF203ADA537}" presName="root" presStyleCnt="0">
        <dgm:presLayoutVars>
          <dgm:dir/>
          <dgm:resizeHandles val="exact"/>
        </dgm:presLayoutVars>
      </dgm:prSet>
      <dgm:spPr/>
    </dgm:pt>
    <dgm:pt modelId="{447ECE31-85B8-48B7-9D6A-DC953E5E7D33}" type="pres">
      <dgm:prSet presAssocID="{822B1A92-65FD-4A54-A897-D9FD36B0FF66}" presName="compNode" presStyleCnt="0"/>
      <dgm:spPr/>
    </dgm:pt>
    <dgm:pt modelId="{D38B7F7D-811F-412C-A75E-87E50D6A1B09}" type="pres">
      <dgm:prSet presAssocID="{822B1A92-65FD-4A54-A897-D9FD36B0FF66}" presName="bgRect" presStyleLbl="bgShp" presStyleIdx="0" presStyleCnt="5"/>
      <dgm:spPr/>
    </dgm:pt>
    <dgm:pt modelId="{088820C3-8AA7-499E-BBBC-691B61202F39}" type="pres">
      <dgm:prSet presAssocID="{822B1A92-65FD-4A54-A897-D9FD36B0FF6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FF94E399-A681-4A5B-9858-EB9EEB7F2D7E}" type="pres">
      <dgm:prSet presAssocID="{822B1A92-65FD-4A54-A897-D9FD36B0FF66}" presName="spaceRect" presStyleCnt="0"/>
      <dgm:spPr/>
    </dgm:pt>
    <dgm:pt modelId="{EC8D4FC2-B039-4184-BF51-7E11AC3C6EE9}" type="pres">
      <dgm:prSet presAssocID="{822B1A92-65FD-4A54-A897-D9FD36B0FF66}" presName="parTx" presStyleLbl="revTx" presStyleIdx="0" presStyleCnt="5">
        <dgm:presLayoutVars>
          <dgm:chMax val="0"/>
          <dgm:chPref val="0"/>
        </dgm:presLayoutVars>
      </dgm:prSet>
      <dgm:spPr/>
    </dgm:pt>
    <dgm:pt modelId="{A95B4BD4-4AE2-47ED-BA57-07B84428297F}" type="pres">
      <dgm:prSet presAssocID="{8D6BE647-8962-4D52-90CB-8DB4FD7085D0}" presName="sibTrans" presStyleCnt="0"/>
      <dgm:spPr/>
    </dgm:pt>
    <dgm:pt modelId="{88AB467D-C072-45A7-9E0A-2F71FE030E2F}" type="pres">
      <dgm:prSet presAssocID="{9D8312AD-1AC2-4F7B-8320-122CB92E4F56}" presName="compNode" presStyleCnt="0"/>
      <dgm:spPr/>
    </dgm:pt>
    <dgm:pt modelId="{EBC74ED9-BCEF-4B53-B09A-8C0A766B1C51}" type="pres">
      <dgm:prSet presAssocID="{9D8312AD-1AC2-4F7B-8320-122CB92E4F56}" presName="bgRect" presStyleLbl="bgShp" presStyleIdx="1" presStyleCnt="5"/>
      <dgm:spPr/>
    </dgm:pt>
    <dgm:pt modelId="{BCAFBF78-B67C-4A37-B140-44E277BFF580}" type="pres">
      <dgm:prSet presAssocID="{9D8312AD-1AC2-4F7B-8320-122CB92E4F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bra-cabeças"/>
        </a:ext>
      </dgm:extLst>
    </dgm:pt>
    <dgm:pt modelId="{B9595B18-4D0F-4AEE-A3F7-03F14662EC69}" type="pres">
      <dgm:prSet presAssocID="{9D8312AD-1AC2-4F7B-8320-122CB92E4F56}" presName="spaceRect" presStyleCnt="0"/>
      <dgm:spPr/>
    </dgm:pt>
    <dgm:pt modelId="{DB56EFC8-0125-4746-90EF-23A8E9DDF218}" type="pres">
      <dgm:prSet presAssocID="{9D8312AD-1AC2-4F7B-8320-122CB92E4F56}" presName="parTx" presStyleLbl="revTx" presStyleIdx="1" presStyleCnt="5">
        <dgm:presLayoutVars>
          <dgm:chMax val="0"/>
          <dgm:chPref val="0"/>
        </dgm:presLayoutVars>
      </dgm:prSet>
      <dgm:spPr/>
    </dgm:pt>
    <dgm:pt modelId="{748ED648-5146-4864-AFF9-AFA3BD156E6D}" type="pres">
      <dgm:prSet presAssocID="{68FCF445-C835-4B6C-A1E9-2370C04A67F2}" presName="sibTrans" presStyleCnt="0"/>
      <dgm:spPr/>
    </dgm:pt>
    <dgm:pt modelId="{3E7F6E57-0E7E-47CF-93E1-1D5BE7255BA6}" type="pres">
      <dgm:prSet presAssocID="{A7450DE5-95BB-4BFE-8EBC-285AC60D4079}" presName="compNode" presStyleCnt="0"/>
      <dgm:spPr/>
    </dgm:pt>
    <dgm:pt modelId="{88F61E40-E4DF-41ED-B0E6-38D84120D203}" type="pres">
      <dgm:prSet presAssocID="{A7450DE5-95BB-4BFE-8EBC-285AC60D4079}" presName="bgRect" presStyleLbl="bgShp" presStyleIdx="2" presStyleCnt="5"/>
      <dgm:spPr/>
    </dgm:pt>
    <dgm:pt modelId="{7EB1D83B-536E-41CB-A96E-E5B25DB5DA69}" type="pres">
      <dgm:prSet presAssocID="{A7450DE5-95BB-4BFE-8EBC-285AC60D40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097F975-14FC-4F5E-A048-D47D444D2350}" type="pres">
      <dgm:prSet presAssocID="{A7450DE5-95BB-4BFE-8EBC-285AC60D4079}" presName="spaceRect" presStyleCnt="0"/>
      <dgm:spPr/>
    </dgm:pt>
    <dgm:pt modelId="{061D5A75-2900-4D80-A16B-67C71009E43C}" type="pres">
      <dgm:prSet presAssocID="{A7450DE5-95BB-4BFE-8EBC-285AC60D4079}" presName="parTx" presStyleLbl="revTx" presStyleIdx="2" presStyleCnt="5">
        <dgm:presLayoutVars>
          <dgm:chMax val="0"/>
          <dgm:chPref val="0"/>
        </dgm:presLayoutVars>
      </dgm:prSet>
      <dgm:spPr/>
    </dgm:pt>
    <dgm:pt modelId="{9B738A18-3B51-4230-A9DD-38C1D5B31241}" type="pres">
      <dgm:prSet presAssocID="{5F9FC1F1-0A8B-4221-8584-66A27E3F9BE0}" presName="sibTrans" presStyleCnt="0"/>
      <dgm:spPr/>
    </dgm:pt>
    <dgm:pt modelId="{CB087BAC-C873-4FA4-9C01-CC9679869FF6}" type="pres">
      <dgm:prSet presAssocID="{9289D51C-CD3D-4610-A442-C1BAE2DEF061}" presName="compNode" presStyleCnt="0"/>
      <dgm:spPr/>
    </dgm:pt>
    <dgm:pt modelId="{D40BE93E-DC10-47D7-9C21-11FA6C756B33}" type="pres">
      <dgm:prSet presAssocID="{9289D51C-CD3D-4610-A442-C1BAE2DEF061}" presName="bgRect" presStyleLbl="bgShp" presStyleIdx="3" presStyleCnt="5"/>
      <dgm:spPr/>
    </dgm:pt>
    <dgm:pt modelId="{33CE4E98-13AA-44AB-8CE6-B63BB530725C}" type="pres">
      <dgm:prSet presAssocID="{9289D51C-CD3D-4610-A442-C1BAE2DEF06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F633362-CBFF-417B-A9D1-401B90518F93}" type="pres">
      <dgm:prSet presAssocID="{9289D51C-CD3D-4610-A442-C1BAE2DEF061}" presName="spaceRect" presStyleCnt="0"/>
      <dgm:spPr/>
    </dgm:pt>
    <dgm:pt modelId="{22ED75C8-18E3-4AAB-A7C0-A14538D3D978}" type="pres">
      <dgm:prSet presAssocID="{9289D51C-CD3D-4610-A442-C1BAE2DEF061}" presName="parTx" presStyleLbl="revTx" presStyleIdx="3" presStyleCnt="5">
        <dgm:presLayoutVars>
          <dgm:chMax val="0"/>
          <dgm:chPref val="0"/>
        </dgm:presLayoutVars>
      </dgm:prSet>
      <dgm:spPr/>
    </dgm:pt>
    <dgm:pt modelId="{CF62C435-37B6-4CA4-9CEA-BB0E0718EFBC}" type="pres">
      <dgm:prSet presAssocID="{2DF456C0-EBD0-479F-BF23-375D61D5C3B4}" presName="sibTrans" presStyleCnt="0"/>
      <dgm:spPr/>
    </dgm:pt>
    <dgm:pt modelId="{244CC6DA-7BB7-4958-A0C2-ED6A1C601DD4}" type="pres">
      <dgm:prSet presAssocID="{8907A9E2-10AF-43A4-83A2-78BA1C169FF5}" presName="compNode" presStyleCnt="0"/>
      <dgm:spPr/>
    </dgm:pt>
    <dgm:pt modelId="{166A8165-93A2-497C-B829-22625B3A4C0D}" type="pres">
      <dgm:prSet presAssocID="{8907A9E2-10AF-43A4-83A2-78BA1C169FF5}" presName="bgRect" presStyleLbl="bgShp" presStyleIdx="4" presStyleCnt="5"/>
      <dgm:spPr/>
    </dgm:pt>
    <dgm:pt modelId="{26F7657A-B3E1-4FE7-87A0-3BA98B1C52E7}" type="pres">
      <dgm:prSet presAssocID="{8907A9E2-10AF-43A4-83A2-78BA1C169FF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féu"/>
        </a:ext>
      </dgm:extLst>
    </dgm:pt>
    <dgm:pt modelId="{916CB011-233E-4248-B44E-CDCA05121ED8}" type="pres">
      <dgm:prSet presAssocID="{8907A9E2-10AF-43A4-83A2-78BA1C169FF5}" presName="spaceRect" presStyleCnt="0"/>
      <dgm:spPr/>
    </dgm:pt>
    <dgm:pt modelId="{25EF7C53-1B3A-4C8B-87BA-E80F718B8B4A}" type="pres">
      <dgm:prSet presAssocID="{8907A9E2-10AF-43A4-83A2-78BA1C169FF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155C300-99BE-4323-B4D4-6E542537AB7F}" type="presOf" srcId="{8907A9E2-10AF-43A4-83A2-78BA1C169FF5}" destId="{25EF7C53-1B3A-4C8B-87BA-E80F718B8B4A}" srcOrd="0" destOrd="0" presId="urn:microsoft.com/office/officeart/2018/2/layout/IconVerticalSolidList"/>
    <dgm:cxn modelId="{4992FE35-D265-4743-A988-0639397CFD08}" type="presOf" srcId="{822B1A92-65FD-4A54-A897-D9FD36B0FF66}" destId="{EC8D4FC2-B039-4184-BF51-7E11AC3C6EE9}" srcOrd="0" destOrd="0" presId="urn:microsoft.com/office/officeart/2018/2/layout/IconVerticalSolidList"/>
    <dgm:cxn modelId="{09BC4D46-D360-46CC-9AC9-C94805C2B230}" type="presOf" srcId="{9D8312AD-1AC2-4F7B-8320-122CB92E4F56}" destId="{DB56EFC8-0125-4746-90EF-23A8E9DDF218}" srcOrd="0" destOrd="0" presId="urn:microsoft.com/office/officeart/2018/2/layout/IconVerticalSolidList"/>
    <dgm:cxn modelId="{FB8DA64F-FB86-403E-8307-42DBD44918AF}" type="presOf" srcId="{820CD5FF-0809-44B3-9F27-0CF203ADA537}" destId="{E9F1E9A0-EB71-4BCC-8060-505658638039}" srcOrd="0" destOrd="0" presId="urn:microsoft.com/office/officeart/2018/2/layout/IconVerticalSolidList"/>
    <dgm:cxn modelId="{5B685C51-66B4-47B0-A002-A2128B052D99}" srcId="{820CD5FF-0809-44B3-9F27-0CF203ADA537}" destId="{8907A9E2-10AF-43A4-83A2-78BA1C169FF5}" srcOrd="4" destOrd="0" parTransId="{C733243E-CBAC-43E3-91FC-712F63787847}" sibTransId="{6D8AB82F-3361-41E5-B14A-526B57EF6F53}"/>
    <dgm:cxn modelId="{87557072-0D54-45B9-86C9-596CB68FF5AF}" srcId="{820CD5FF-0809-44B3-9F27-0CF203ADA537}" destId="{9289D51C-CD3D-4610-A442-C1BAE2DEF061}" srcOrd="3" destOrd="0" parTransId="{4AD6DBA2-20FC-49CE-949E-46639FB0F3EE}" sibTransId="{2DF456C0-EBD0-479F-BF23-375D61D5C3B4}"/>
    <dgm:cxn modelId="{03683573-B134-4849-85F8-0DD98C856CB2}" srcId="{820CD5FF-0809-44B3-9F27-0CF203ADA537}" destId="{822B1A92-65FD-4A54-A897-D9FD36B0FF66}" srcOrd="0" destOrd="0" parTransId="{C2AB87F8-775F-4AD5-8D39-C085A90E5B8E}" sibTransId="{8D6BE647-8962-4D52-90CB-8DB4FD7085D0}"/>
    <dgm:cxn modelId="{8E15E97E-D66F-4C60-B3A4-A10B4867DBE4}" type="presOf" srcId="{9289D51C-CD3D-4610-A442-C1BAE2DEF061}" destId="{22ED75C8-18E3-4AAB-A7C0-A14538D3D978}" srcOrd="0" destOrd="0" presId="urn:microsoft.com/office/officeart/2018/2/layout/IconVerticalSolidList"/>
    <dgm:cxn modelId="{A7D5F5D7-DCB7-40E4-866E-EA60A730FD7F}" srcId="{820CD5FF-0809-44B3-9F27-0CF203ADA537}" destId="{A7450DE5-95BB-4BFE-8EBC-285AC60D4079}" srcOrd="2" destOrd="0" parTransId="{297E0891-2D4A-4843-BC1F-D3EAA276DDC1}" sibTransId="{5F9FC1F1-0A8B-4221-8584-66A27E3F9BE0}"/>
    <dgm:cxn modelId="{6A926EE5-06B6-4DF7-8E3D-32290845A62A}" srcId="{820CD5FF-0809-44B3-9F27-0CF203ADA537}" destId="{9D8312AD-1AC2-4F7B-8320-122CB92E4F56}" srcOrd="1" destOrd="0" parTransId="{1027594C-0983-42D8-8F02-12D09274679E}" sibTransId="{68FCF445-C835-4B6C-A1E9-2370C04A67F2}"/>
    <dgm:cxn modelId="{D5F6F8E7-B0E7-447A-9182-C43AB73E3B45}" type="presOf" srcId="{A7450DE5-95BB-4BFE-8EBC-285AC60D4079}" destId="{061D5A75-2900-4D80-A16B-67C71009E43C}" srcOrd="0" destOrd="0" presId="urn:microsoft.com/office/officeart/2018/2/layout/IconVerticalSolidList"/>
    <dgm:cxn modelId="{C7764D5A-1F8B-42AA-AEA3-7CCDBCC6624C}" type="presParOf" srcId="{E9F1E9A0-EB71-4BCC-8060-505658638039}" destId="{447ECE31-85B8-48B7-9D6A-DC953E5E7D33}" srcOrd="0" destOrd="0" presId="urn:microsoft.com/office/officeart/2018/2/layout/IconVerticalSolidList"/>
    <dgm:cxn modelId="{FB52509F-9479-4AD1-AE31-68FF3855830C}" type="presParOf" srcId="{447ECE31-85B8-48B7-9D6A-DC953E5E7D33}" destId="{D38B7F7D-811F-412C-A75E-87E50D6A1B09}" srcOrd="0" destOrd="0" presId="urn:microsoft.com/office/officeart/2018/2/layout/IconVerticalSolidList"/>
    <dgm:cxn modelId="{32CDBE21-351E-4CAB-8095-9495EDAF7864}" type="presParOf" srcId="{447ECE31-85B8-48B7-9D6A-DC953E5E7D33}" destId="{088820C3-8AA7-499E-BBBC-691B61202F39}" srcOrd="1" destOrd="0" presId="urn:microsoft.com/office/officeart/2018/2/layout/IconVerticalSolidList"/>
    <dgm:cxn modelId="{AC81BE66-62F3-48DB-A4C4-A80767A94246}" type="presParOf" srcId="{447ECE31-85B8-48B7-9D6A-DC953E5E7D33}" destId="{FF94E399-A681-4A5B-9858-EB9EEB7F2D7E}" srcOrd="2" destOrd="0" presId="urn:microsoft.com/office/officeart/2018/2/layout/IconVerticalSolidList"/>
    <dgm:cxn modelId="{05EF7A9C-596B-4063-B63E-CE843E8795DD}" type="presParOf" srcId="{447ECE31-85B8-48B7-9D6A-DC953E5E7D33}" destId="{EC8D4FC2-B039-4184-BF51-7E11AC3C6EE9}" srcOrd="3" destOrd="0" presId="urn:microsoft.com/office/officeart/2018/2/layout/IconVerticalSolidList"/>
    <dgm:cxn modelId="{5F71DD88-8860-4A98-889F-F5498BE13927}" type="presParOf" srcId="{E9F1E9A0-EB71-4BCC-8060-505658638039}" destId="{A95B4BD4-4AE2-47ED-BA57-07B84428297F}" srcOrd="1" destOrd="0" presId="urn:microsoft.com/office/officeart/2018/2/layout/IconVerticalSolidList"/>
    <dgm:cxn modelId="{E2055C5F-4D9C-4CD0-A538-B8DE8EC089FA}" type="presParOf" srcId="{E9F1E9A0-EB71-4BCC-8060-505658638039}" destId="{88AB467D-C072-45A7-9E0A-2F71FE030E2F}" srcOrd="2" destOrd="0" presId="urn:microsoft.com/office/officeart/2018/2/layout/IconVerticalSolidList"/>
    <dgm:cxn modelId="{4CD2E0CA-562F-437A-9EA5-CE215B7ADAE1}" type="presParOf" srcId="{88AB467D-C072-45A7-9E0A-2F71FE030E2F}" destId="{EBC74ED9-BCEF-4B53-B09A-8C0A766B1C51}" srcOrd="0" destOrd="0" presId="urn:microsoft.com/office/officeart/2018/2/layout/IconVerticalSolidList"/>
    <dgm:cxn modelId="{BF9FB805-377D-49EB-B26D-F90E514178EE}" type="presParOf" srcId="{88AB467D-C072-45A7-9E0A-2F71FE030E2F}" destId="{BCAFBF78-B67C-4A37-B140-44E277BFF580}" srcOrd="1" destOrd="0" presId="urn:microsoft.com/office/officeart/2018/2/layout/IconVerticalSolidList"/>
    <dgm:cxn modelId="{C85DC7BC-40F9-4287-A273-CA72CF931D81}" type="presParOf" srcId="{88AB467D-C072-45A7-9E0A-2F71FE030E2F}" destId="{B9595B18-4D0F-4AEE-A3F7-03F14662EC69}" srcOrd="2" destOrd="0" presId="urn:microsoft.com/office/officeart/2018/2/layout/IconVerticalSolidList"/>
    <dgm:cxn modelId="{5A897C28-98F7-4A9B-8FA2-68CFC0AC5A48}" type="presParOf" srcId="{88AB467D-C072-45A7-9E0A-2F71FE030E2F}" destId="{DB56EFC8-0125-4746-90EF-23A8E9DDF218}" srcOrd="3" destOrd="0" presId="urn:microsoft.com/office/officeart/2018/2/layout/IconVerticalSolidList"/>
    <dgm:cxn modelId="{B92378BF-28B7-498F-9F00-49F47E687670}" type="presParOf" srcId="{E9F1E9A0-EB71-4BCC-8060-505658638039}" destId="{748ED648-5146-4864-AFF9-AFA3BD156E6D}" srcOrd="3" destOrd="0" presId="urn:microsoft.com/office/officeart/2018/2/layout/IconVerticalSolidList"/>
    <dgm:cxn modelId="{CA4A65B3-8438-40B2-A146-42E13C4A2BBE}" type="presParOf" srcId="{E9F1E9A0-EB71-4BCC-8060-505658638039}" destId="{3E7F6E57-0E7E-47CF-93E1-1D5BE7255BA6}" srcOrd="4" destOrd="0" presId="urn:microsoft.com/office/officeart/2018/2/layout/IconVerticalSolidList"/>
    <dgm:cxn modelId="{DB378CB9-CE61-4BFF-8D4F-8AD30EE7B815}" type="presParOf" srcId="{3E7F6E57-0E7E-47CF-93E1-1D5BE7255BA6}" destId="{88F61E40-E4DF-41ED-B0E6-38D84120D203}" srcOrd="0" destOrd="0" presId="urn:microsoft.com/office/officeart/2018/2/layout/IconVerticalSolidList"/>
    <dgm:cxn modelId="{2E31363D-10FB-4DD4-A3C7-1A756F019F73}" type="presParOf" srcId="{3E7F6E57-0E7E-47CF-93E1-1D5BE7255BA6}" destId="{7EB1D83B-536E-41CB-A96E-E5B25DB5DA69}" srcOrd="1" destOrd="0" presId="urn:microsoft.com/office/officeart/2018/2/layout/IconVerticalSolidList"/>
    <dgm:cxn modelId="{610745CA-0450-4968-9170-DF3805603AB1}" type="presParOf" srcId="{3E7F6E57-0E7E-47CF-93E1-1D5BE7255BA6}" destId="{9097F975-14FC-4F5E-A048-D47D444D2350}" srcOrd="2" destOrd="0" presId="urn:microsoft.com/office/officeart/2018/2/layout/IconVerticalSolidList"/>
    <dgm:cxn modelId="{F28C393D-2F5C-42CB-8649-45201CD85A3B}" type="presParOf" srcId="{3E7F6E57-0E7E-47CF-93E1-1D5BE7255BA6}" destId="{061D5A75-2900-4D80-A16B-67C71009E43C}" srcOrd="3" destOrd="0" presId="urn:microsoft.com/office/officeart/2018/2/layout/IconVerticalSolidList"/>
    <dgm:cxn modelId="{ADFAFB3B-CD2A-4063-A673-7EF5783AE1BE}" type="presParOf" srcId="{E9F1E9A0-EB71-4BCC-8060-505658638039}" destId="{9B738A18-3B51-4230-A9DD-38C1D5B31241}" srcOrd="5" destOrd="0" presId="urn:microsoft.com/office/officeart/2018/2/layout/IconVerticalSolidList"/>
    <dgm:cxn modelId="{00E8A79C-7D09-41A8-BC84-5F170A20BB41}" type="presParOf" srcId="{E9F1E9A0-EB71-4BCC-8060-505658638039}" destId="{CB087BAC-C873-4FA4-9C01-CC9679869FF6}" srcOrd="6" destOrd="0" presId="urn:microsoft.com/office/officeart/2018/2/layout/IconVerticalSolidList"/>
    <dgm:cxn modelId="{C7166FB7-32BB-4FA6-BF91-5AA1585A0295}" type="presParOf" srcId="{CB087BAC-C873-4FA4-9C01-CC9679869FF6}" destId="{D40BE93E-DC10-47D7-9C21-11FA6C756B33}" srcOrd="0" destOrd="0" presId="urn:microsoft.com/office/officeart/2018/2/layout/IconVerticalSolidList"/>
    <dgm:cxn modelId="{D4FA9397-B5B1-4013-9817-E0C3C08DD2FC}" type="presParOf" srcId="{CB087BAC-C873-4FA4-9C01-CC9679869FF6}" destId="{33CE4E98-13AA-44AB-8CE6-B63BB530725C}" srcOrd="1" destOrd="0" presId="urn:microsoft.com/office/officeart/2018/2/layout/IconVerticalSolidList"/>
    <dgm:cxn modelId="{BAD076C8-0FE8-4030-A19D-9CB622661790}" type="presParOf" srcId="{CB087BAC-C873-4FA4-9C01-CC9679869FF6}" destId="{4F633362-CBFF-417B-A9D1-401B90518F93}" srcOrd="2" destOrd="0" presId="urn:microsoft.com/office/officeart/2018/2/layout/IconVerticalSolidList"/>
    <dgm:cxn modelId="{EB0B7191-88C5-4470-B85D-051066DE330F}" type="presParOf" srcId="{CB087BAC-C873-4FA4-9C01-CC9679869FF6}" destId="{22ED75C8-18E3-4AAB-A7C0-A14538D3D978}" srcOrd="3" destOrd="0" presId="urn:microsoft.com/office/officeart/2018/2/layout/IconVerticalSolidList"/>
    <dgm:cxn modelId="{13768EA6-2135-4C5D-963E-10ADBE7BB899}" type="presParOf" srcId="{E9F1E9A0-EB71-4BCC-8060-505658638039}" destId="{CF62C435-37B6-4CA4-9CEA-BB0E0718EFBC}" srcOrd="7" destOrd="0" presId="urn:microsoft.com/office/officeart/2018/2/layout/IconVerticalSolidList"/>
    <dgm:cxn modelId="{EC8F9641-6918-4D07-8647-77666DF8F94A}" type="presParOf" srcId="{E9F1E9A0-EB71-4BCC-8060-505658638039}" destId="{244CC6DA-7BB7-4958-A0C2-ED6A1C601DD4}" srcOrd="8" destOrd="0" presId="urn:microsoft.com/office/officeart/2018/2/layout/IconVerticalSolidList"/>
    <dgm:cxn modelId="{82A9A8E7-0D57-4ECE-90C5-FBA429AF8407}" type="presParOf" srcId="{244CC6DA-7BB7-4958-A0C2-ED6A1C601DD4}" destId="{166A8165-93A2-497C-B829-22625B3A4C0D}" srcOrd="0" destOrd="0" presId="urn:microsoft.com/office/officeart/2018/2/layout/IconVerticalSolidList"/>
    <dgm:cxn modelId="{4F56E627-0A55-4AF0-A72D-083F0FD877C2}" type="presParOf" srcId="{244CC6DA-7BB7-4958-A0C2-ED6A1C601DD4}" destId="{26F7657A-B3E1-4FE7-87A0-3BA98B1C52E7}" srcOrd="1" destOrd="0" presId="urn:microsoft.com/office/officeart/2018/2/layout/IconVerticalSolidList"/>
    <dgm:cxn modelId="{A9FAC451-812B-4AD9-86B4-D7C338749A91}" type="presParOf" srcId="{244CC6DA-7BB7-4958-A0C2-ED6A1C601DD4}" destId="{916CB011-233E-4248-B44E-CDCA05121ED8}" srcOrd="2" destOrd="0" presId="urn:microsoft.com/office/officeart/2018/2/layout/IconVerticalSolidList"/>
    <dgm:cxn modelId="{E914135B-30F8-47C2-ADEA-FF8EE9790483}" type="presParOf" srcId="{244CC6DA-7BB7-4958-A0C2-ED6A1C601DD4}" destId="{25EF7C53-1B3A-4C8B-87BA-E80F718B8B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ED78FF-D786-4F3C-A9E8-7C28158F8DA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5731419-3E13-415E-9B27-41F6F0A87A51}">
      <dgm:prSet/>
      <dgm:spPr/>
      <dgm:t>
        <a:bodyPr/>
        <a:lstStyle/>
        <a:p>
          <a:r>
            <a:rPr lang="en-US"/>
            <a:t>Atividade: Modelagem de Star Schema</a:t>
          </a:r>
        </a:p>
      </dgm:t>
    </dgm:pt>
    <dgm:pt modelId="{08D94636-925E-4049-8144-B61F54F15751}" type="parTrans" cxnId="{900147D5-599D-4461-B62A-5DD4C522E23E}">
      <dgm:prSet/>
      <dgm:spPr/>
      <dgm:t>
        <a:bodyPr/>
        <a:lstStyle/>
        <a:p>
          <a:endParaRPr lang="en-US"/>
        </a:p>
      </dgm:t>
    </dgm:pt>
    <dgm:pt modelId="{5BD56E5B-E6C0-415A-BA7C-2B68CF8BCDCA}" type="sibTrans" cxnId="{900147D5-599D-4461-B62A-5DD4C522E23E}">
      <dgm:prSet/>
      <dgm:spPr/>
      <dgm:t>
        <a:bodyPr/>
        <a:lstStyle/>
        <a:p>
          <a:endParaRPr lang="en-US"/>
        </a:p>
      </dgm:t>
    </dgm:pt>
    <dgm:pt modelId="{146AE46D-4174-401E-9F58-FF946446B15E}">
      <dgm:prSet/>
      <dgm:spPr/>
      <dgm:t>
        <a:bodyPr/>
        <a:lstStyle/>
        <a:p>
          <a:r>
            <a:rPr lang="en-US"/>
            <a:t>5 minutos por grupo</a:t>
          </a:r>
        </a:p>
      </dgm:t>
    </dgm:pt>
    <dgm:pt modelId="{C4BA7DE1-43BF-4CA4-A6AF-C88634C2A378}" type="parTrans" cxnId="{6E67B1E2-2096-4968-9D55-3C56AF6DEB90}">
      <dgm:prSet/>
      <dgm:spPr/>
      <dgm:t>
        <a:bodyPr/>
        <a:lstStyle/>
        <a:p>
          <a:endParaRPr lang="en-US"/>
        </a:p>
      </dgm:t>
    </dgm:pt>
    <dgm:pt modelId="{77CC6BC8-EDA3-4CF2-8AA9-736F1E1E91C9}" type="sibTrans" cxnId="{6E67B1E2-2096-4968-9D55-3C56AF6DEB90}">
      <dgm:prSet/>
      <dgm:spPr/>
      <dgm:t>
        <a:bodyPr/>
        <a:lstStyle/>
        <a:p>
          <a:endParaRPr lang="en-US"/>
        </a:p>
      </dgm:t>
    </dgm:pt>
    <dgm:pt modelId="{F30C3C77-F78E-4A63-B5C7-48EAD897353C}">
      <dgm:prSet/>
      <dgm:spPr/>
      <dgm:t>
        <a:bodyPr/>
        <a:lstStyle/>
        <a:p>
          <a:r>
            <a:rPr lang="en-US"/>
            <a:t>Mostrar:</a:t>
          </a:r>
        </a:p>
      </dgm:t>
    </dgm:pt>
    <dgm:pt modelId="{3C33ED52-7E4E-4618-B7F4-235ABA6EC4B4}" type="parTrans" cxnId="{35D907ED-930B-4FE5-8386-5032973BA3CA}">
      <dgm:prSet/>
      <dgm:spPr/>
      <dgm:t>
        <a:bodyPr/>
        <a:lstStyle/>
        <a:p>
          <a:endParaRPr lang="en-US"/>
        </a:p>
      </dgm:t>
    </dgm:pt>
    <dgm:pt modelId="{38C4DB8E-758D-4DE4-ADD2-EF12E7AF28CD}" type="sibTrans" cxnId="{35D907ED-930B-4FE5-8386-5032973BA3CA}">
      <dgm:prSet/>
      <dgm:spPr/>
      <dgm:t>
        <a:bodyPr/>
        <a:lstStyle/>
        <a:p>
          <a:endParaRPr lang="en-US"/>
        </a:p>
      </dgm:t>
    </dgm:pt>
    <dgm:pt modelId="{2D2AA2DE-E37E-4E57-B8BB-33EE851AFBED}">
      <dgm:prSet/>
      <dgm:spPr/>
      <dgm:t>
        <a:bodyPr/>
        <a:lstStyle/>
        <a:p>
          <a:r>
            <a:rPr lang="en-US"/>
            <a:t>Tabela fato + Métrica principal</a:t>
          </a:r>
        </a:p>
      </dgm:t>
    </dgm:pt>
    <dgm:pt modelId="{71E02F57-B31A-4B8E-AD53-19BF4BE87082}" type="parTrans" cxnId="{457868C2-1BBE-4214-8BA7-21DC547188F0}">
      <dgm:prSet/>
      <dgm:spPr/>
      <dgm:t>
        <a:bodyPr/>
        <a:lstStyle/>
        <a:p>
          <a:endParaRPr lang="en-US"/>
        </a:p>
      </dgm:t>
    </dgm:pt>
    <dgm:pt modelId="{1AC93C68-A2CD-40F4-A685-F1F658E69234}" type="sibTrans" cxnId="{457868C2-1BBE-4214-8BA7-21DC547188F0}">
      <dgm:prSet/>
      <dgm:spPr/>
      <dgm:t>
        <a:bodyPr/>
        <a:lstStyle/>
        <a:p>
          <a:endParaRPr lang="en-US"/>
        </a:p>
      </dgm:t>
    </dgm:pt>
    <dgm:pt modelId="{5A49CEEC-424D-4FEB-A572-068BBDEAD89C}">
      <dgm:prSet/>
      <dgm:spPr/>
      <dgm:t>
        <a:bodyPr/>
        <a:lstStyle/>
        <a:p>
          <a:r>
            <a:rPr lang="en-US"/>
            <a:t>Tabelas dimensão</a:t>
          </a:r>
        </a:p>
      </dgm:t>
    </dgm:pt>
    <dgm:pt modelId="{905D31AE-A6A0-4DAB-A9F8-7081BCE2EEBE}" type="parTrans" cxnId="{2CCCDA9F-B43C-4CDF-9ADC-4E9C1B2DE977}">
      <dgm:prSet/>
      <dgm:spPr/>
      <dgm:t>
        <a:bodyPr/>
        <a:lstStyle/>
        <a:p>
          <a:endParaRPr lang="en-US"/>
        </a:p>
      </dgm:t>
    </dgm:pt>
    <dgm:pt modelId="{392AD03B-70BE-46D7-8F9A-45EEC79D5153}" type="sibTrans" cxnId="{2CCCDA9F-B43C-4CDF-9ADC-4E9C1B2DE977}">
      <dgm:prSet/>
      <dgm:spPr/>
      <dgm:t>
        <a:bodyPr/>
        <a:lstStyle/>
        <a:p>
          <a:endParaRPr lang="en-US"/>
        </a:p>
      </dgm:t>
    </dgm:pt>
    <dgm:pt modelId="{F868CB16-862B-4071-85C1-5F1F29A10E19}">
      <dgm:prSet/>
      <dgm:spPr/>
      <dgm:t>
        <a:bodyPr/>
        <a:lstStyle/>
        <a:p>
          <a:r>
            <a:rPr lang="en-US"/>
            <a:t>Modelo visual com justificativas</a:t>
          </a:r>
        </a:p>
      </dgm:t>
    </dgm:pt>
    <dgm:pt modelId="{0F806361-E985-4D57-9776-9FAE85E2E909}" type="parTrans" cxnId="{2F5C4E01-46E4-4F23-AA12-0C5E9D79A0AC}">
      <dgm:prSet/>
      <dgm:spPr/>
      <dgm:t>
        <a:bodyPr/>
        <a:lstStyle/>
        <a:p>
          <a:endParaRPr lang="en-US"/>
        </a:p>
      </dgm:t>
    </dgm:pt>
    <dgm:pt modelId="{C36CC1A3-98DC-422C-99D8-BC836E79468A}" type="sibTrans" cxnId="{2F5C4E01-46E4-4F23-AA12-0C5E9D79A0AC}">
      <dgm:prSet/>
      <dgm:spPr/>
      <dgm:t>
        <a:bodyPr/>
        <a:lstStyle/>
        <a:p>
          <a:endParaRPr lang="en-US"/>
        </a:p>
      </dgm:t>
    </dgm:pt>
    <dgm:pt modelId="{04756DAA-5EE3-484B-87D3-4A3893B0B2D8}" type="pres">
      <dgm:prSet presAssocID="{E3ED78FF-D786-4F3C-A9E8-7C28158F8D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C626375-0CBE-497F-8DA8-FD3794DC7A96}" type="pres">
      <dgm:prSet presAssocID="{A5731419-3E13-415E-9B27-41F6F0A87A51}" presName="hierRoot1" presStyleCnt="0"/>
      <dgm:spPr/>
    </dgm:pt>
    <dgm:pt modelId="{5EDDA228-0F8A-4BFD-849D-3C8F472CD4D2}" type="pres">
      <dgm:prSet presAssocID="{A5731419-3E13-415E-9B27-41F6F0A87A51}" presName="composite" presStyleCnt="0"/>
      <dgm:spPr/>
    </dgm:pt>
    <dgm:pt modelId="{7E38574A-6CB0-44BB-8BF5-50CE490CF8D6}" type="pres">
      <dgm:prSet presAssocID="{A5731419-3E13-415E-9B27-41F6F0A87A51}" presName="background" presStyleLbl="node0" presStyleIdx="0" presStyleCnt="1"/>
      <dgm:spPr/>
    </dgm:pt>
    <dgm:pt modelId="{F79C4403-DFEF-435C-BA56-15C744AB3C96}" type="pres">
      <dgm:prSet presAssocID="{A5731419-3E13-415E-9B27-41F6F0A87A51}" presName="text" presStyleLbl="fgAcc0" presStyleIdx="0" presStyleCnt="1">
        <dgm:presLayoutVars>
          <dgm:chPref val="3"/>
        </dgm:presLayoutVars>
      </dgm:prSet>
      <dgm:spPr/>
    </dgm:pt>
    <dgm:pt modelId="{73802599-3910-4CA3-8EE0-17B1A00496E6}" type="pres">
      <dgm:prSet presAssocID="{A5731419-3E13-415E-9B27-41F6F0A87A51}" presName="hierChild2" presStyleCnt="0"/>
      <dgm:spPr/>
    </dgm:pt>
    <dgm:pt modelId="{07699B4C-CF92-40C8-A0C8-9030DE5322EA}" type="pres">
      <dgm:prSet presAssocID="{C4BA7DE1-43BF-4CA4-A6AF-C88634C2A378}" presName="Name10" presStyleLbl="parChTrans1D2" presStyleIdx="0" presStyleCnt="2"/>
      <dgm:spPr/>
    </dgm:pt>
    <dgm:pt modelId="{95F9ADDF-327F-45C2-BB66-B381F42D1377}" type="pres">
      <dgm:prSet presAssocID="{146AE46D-4174-401E-9F58-FF946446B15E}" presName="hierRoot2" presStyleCnt="0"/>
      <dgm:spPr/>
    </dgm:pt>
    <dgm:pt modelId="{9E9A2CE7-28CB-4B95-9FC2-504F5162EDA2}" type="pres">
      <dgm:prSet presAssocID="{146AE46D-4174-401E-9F58-FF946446B15E}" presName="composite2" presStyleCnt="0"/>
      <dgm:spPr/>
    </dgm:pt>
    <dgm:pt modelId="{1C784ECD-243C-4B35-82DC-553BC4DCBC9A}" type="pres">
      <dgm:prSet presAssocID="{146AE46D-4174-401E-9F58-FF946446B15E}" presName="background2" presStyleLbl="node2" presStyleIdx="0" presStyleCnt="2"/>
      <dgm:spPr/>
    </dgm:pt>
    <dgm:pt modelId="{4EA6BF7D-215B-4CAB-9F8D-3E3163D0F497}" type="pres">
      <dgm:prSet presAssocID="{146AE46D-4174-401E-9F58-FF946446B15E}" presName="text2" presStyleLbl="fgAcc2" presStyleIdx="0" presStyleCnt="2">
        <dgm:presLayoutVars>
          <dgm:chPref val="3"/>
        </dgm:presLayoutVars>
      </dgm:prSet>
      <dgm:spPr/>
    </dgm:pt>
    <dgm:pt modelId="{E4B5EEC9-53FD-46C2-A6EB-089EBB023EE5}" type="pres">
      <dgm:prSet presAssocID="{146AE46D-4174-401E-9F58-FF946446B15E}" presName="hierChild3" presStyleCnt="0"/>
      <dgm:spPr/>
    </dgm:pt>
    <dgm:pt modelId="{BBEB255D-4C0B-47F5-976F-9109960C26F8}" type="pres">
      <dgm:prSet presAssocID="{3C33ED52-7E4E-4618-B7F4-235ABA6EC4B4}" presName="Name10" presStyleLbl="parChTrans1D2" presStyleIdx="1" presStyleCnt="2"/>
      <dgm:spPr/>
    </dgm:pt>
    <dgm:pt modelId="{8F204ECC-19ED-4CA0-A924-EE7879D608AC}" type="pres">
      <dgm:prSet presAssocID="{F30C3C77-F78E-4A63-B5C7-48EAD897353C}" presName="hierRoot2" presStyleCnt="0"/>
      <dgm:spPr/>
    </dgm:pt>
    <dgm:pt modelId="{99E4A754-CA07-47D6-AD81-8592832F3F70}" type="pres">
      <dgm:prSet presAssocID="{F30C3C77-F78E-4A63-B5C7-48EAD897353C}" presName="composite2" presStyleCnt="0"/>
      <dgm:spPr/>
    </dgm:pt>
    <dgm:pt modelId="{46F6281B-08E2-4CB8-9381-9E3C0544DE1C}" type="pres">
      <dgm:prSet presAssocID="{F30C3C77-F78E-4A63-B5C7-48EAD897353C}" presName="background2" presStyleLbl="node2" presStyleIdx="1" presStyleCnt="2"/>
      <dgm:spPr/>
    </dgm:pt>
    <dgm:pt modelId="{C5F2CB6E-06C5-47B7-B083-E41C468D57B5}" type="pres">
      <dgm:prSet presAssocID="{F30C3C77-F78E-4A63-B5C7-48EAD897353C}" presName="text2" presStyleLbl="fgAcc2" presStyleIdx="1" presStyleCnt="2">
        <dgm:presLayoutVars>
          <dgm:chPref val="3"/>
        </dgm:presLayoutVars>
      </dgm:prSet>
      <dgm:spPr/>
    </dgm:pt>
    <dgm:pt modelId="{37FC95FA-678E-4EEA-B86F-CB58F300B698}" type="pres">
      <dgm:prSet presAssocID="{F30C3C77-F78E-4A63-B5C7-48EAD897353C}" presName="hierChild3" presStyleCnt="0"/>
      <dgm:spPr/>
    </dgm:pt>
    <dgm:pt modelId="{F2559A8B-0055-41D3-96F6-A1B7F8409F19}" type="pres">
      <dgm:prSet presAssocID="{71E02F57-B31A-4B8E-AD53-19BF4BE87082}" presName="Name17" presStyleLbl="parChTrans1D3" presStyleIdx="0" presStyleCnt="3"/>
      <dgm:spPr/>
    </dgm:pt>
    <dgm:pt modelId="{5F57FE4B-8088-45AB-BC01-E229814AE213}" type="pres">
      <dgm:prSet presAssocID="{2D2AA2DE-E37E-4E57-B8BB-33EE851AFBED}" presName="hierRoot3" presStyleCnt="0"/>
      <dgm:spPr/>
    </dgm:pt>
    <dgm:pt modelId="{711404EC-D99D-4EFE-B9C6-754D61EB1595}" type="pres">
      <dgm:prSet presAssocID="{2D2AA2DE-E37E-4E57-B8BB-33EE851AFBED}" presName="composite3" presStyleCnt="0"/>
      <dgm:spPr/>
    </dgm:pt>
    <dgm:pt modelId="{AE9FC6BB-A109-470F-95AA-5F9EE67F3146}" type="pres">
      <dgm:prSet presAssocID="{2D2AA2DE-E37E-4E57-B8BB-33EE851AFBED}" presName="background3" presStyleLbl="node3" presStyleIdx="0" presStyleCnt="3"/>
      <dgm:spPr/>
    </dgm:pt>
    <dgm:pt modelId="{658CAF8B-BE9A-498A-9C76-EC6AEFE496EE}" type="pres">
      <dgm:prSet presAssocID="{2D2AA2DE-E37E-4E57-B8BB-33EE851AFBED}" presName="text3" presStyleLbl="fgAcc3" presStyleIdx="0" presStyleCnt="3">
        <dgm:presLayoutVars>
          <dgm:chPref val="3"/>
        </dgm:presLayoutVars>
      </dgm:prSet>
      <dgm:spPr/>
    </dgm:pt>
    <dgm:pt modelId="{9609C66E-1FBC-43E9-8904-818162EF2FA8}" type="pres">
      <dgm:prSet presAssocID="{2D2AA2DE-E37E-4E57-B8BB-33EE851AFBED}" presName="hierChild4" presStyleCnt="0"/>
      <dgm:spPr/>
    </dgm:pt>
    <dgm:pt modelId="{4C913A98-56FF-496D-B9F7-B633F4A4F5BE}" type="pres">
      <dgm:prSet presAssocID="{905D31AE-A6A0-4DAB-A9F8-7081BCE2EEBE}" presName="Name17" presStyleLbl="parChTrans1D3" presStyleIdx="1" presStyleCnt="3"/>
      <dgm:spPr/>
    </dgm:pt>
    <dgm:pt modelId="{C534A718-B3A8-47F5-B384-BF7528662995}" type="pres">
      <dgm:prSet presAssocID="{5A49CEEC-424D-4FEB-A572-068BBDEAD89C}" presName="hierRoot3" presStyleCnt="0"/>
      <dgm:spPr/>
    </dgm:pt>
    <dgm:pt modelId="{0511DE55-A6AA-4F5B-86CA-283D47A4201F}" type="pres">
      <dgm:prSet presAssocID="{5A49CEEC-424D-4FEB-A572-068BBDEAD89C}" presName="composite3" presStyleCnt="0"/>
      <dgm:spPr/>
    </dgm:pt>
    <dgm:pt modelId="{5C5A6548-60DD-4093-82AE-8DC42767A5E3}" type="pres">
      <dgm:prSet presAssocID="{5A49CEEC-424D-4FEB-A572-068BBDEAD89C}" presName="background3" presStyleLbl="node3" presStyleIdx="1" presStyleCnt="3"/>
      <dgm:spPr/>
    </dgm:pt>
    <dgm:pt modelId="{AAC3264D-7F05-43EC-990A-B714A8C50765}" type="pres">
      <dgm:prSet presAssocID="{5A49CEEC-424D-4FEB-A572-068BBDEAD89C}" presName="text3" presStyleLbl="fgAcc3" presStyleIdx="1" presStyleCnt="3">
        <dgm:presLayoutVars>
          <dgm:chPref val="3"/>
        </dgm:presLayoutVars>
      </dgm:prSet>
      <dgm:spPr/>
    </dgm:pt>
    <dgm:pt modelId="{714B8E21-6DA1-4468-9D86-9061F695B00E}" type="pres">
      <dgm:prSet presAssocID="{5A49CEEC-424D-4FEB-A572-068BBDEAD89C}" presName="hierChild4" presStyleCnt="0"/>
      <dgm:spPr/>
    </dgm:pt>
    <dgm:pt modelId="{2F5296F3-D524-4927-A91D-FF725DDF550D}" type="pres">
      <dgm:prSet presAssocID="{0F806361-E985-4D57-9776-9FAE85E2E909}" presName="Name17" presStyleLbl="parChTrans1D3" presStyleIdx="2" presStyleCnt="3"/>
      <dgm:spPr/>
    </dgm:pt>
    <dgm:pt modelId="{EED74D25-D0C5-4B3F-90AB-1080811781A0}" type="pres">
      <dgm:prSet presAssocID="{F868CB16-862B-4071-85C1-5F1F29A10E19}" presName="hierRoot3" presStyleCnt="0"/>
      <dgm:spPr/>
    </dgm:pt>
    <dgm:pt modelId="{92C4AF90-53F1-436C-ADC6-54A0E4445254}" type="pres">
      <dgm:prSet presAssocID="{F868CB16-862B-4071-85C1-5F1F29A10E19}" presName="composite3" presStyleCnt="0"/>
      <dgm:spPr/>
    </dgm:pt>
    <dgm:pt modelId="{DB1579DC-8544-4EE4-974E-65F72FC28207}" type="pres">
      <dgm:prSet presAssocID="{F868CB16-862B-4071-85C1-5F1F29A10E19}" presName="background3" presStyleLbl="node3" presStyleIdx="2" presStyleCnt="3"/>
      <dgm:spPr/>
    </dgm:pt>
    <dgm:pt modelId="{71022575-79A7-45C3-A52C-A0A1046DE7C0}" type="pres">
      <dgm:prSet presAssocID="{F868CB16-862B-4071-85C1-5F1F29A10E19}" presName="text3" presStyleLbl="fgAcc3" presStyleIdx="2" presStyleCnt="3">
        <dgm:presLayoutVars>
          <dgm:chPref val="3"/>
        </dgm:presLayoutVars>
      </dgm:prSet>
      <dgm:spPr/>
    </dgm:pt>
    <dgm:pt modelId="{8CB50D72-BB1C-45D2-A084-52004E9B4905}" type="pres">
      <dgm:prSet presAssocID="{F868CB16-862B-4071-85C1-5F1F29A10E19}" presName="hierChild4" presStyleCnt="0"/>
      <dgm:spPr/>
    </dgm:pt>
  </dgm:ptLst>
  <dgm:cxnLst>
    <dgm:cxn modelId="{2F5C4E01-46E4-4F23-AA12-0C5E9D79A0AC}" srcId="{F30C3C77-F78E-4A63-B5C7-48EAD897353C}" destId="{F868CB16-862B-4071-85C1-5F1F29A10E19}" srcOrd="2" destOrd="0" parTransId="{0F806361-E985-4D57-9776-9FAE85E2E909}" sibTransId="{C36CC1A3-98DC-422C-99D8-BC836E79468A}"/>
    <dgm:cxn modelId="{5214D604-FA86-4C8D-B004-D43535C0ADDC}" type="presOf" srcId="{146AE46D-4174-401E-9F58-FF946446B15E}" destId="{4EA6BF7D-215B-4CAB-9F8D-3E3163D0F497}" srcOrd="0" destOrd="0" presId="urn:microsoft.com/office/officeart/2005/8/layout/hierarchy1"/>
    <dgm:cxn modelId="{98A2190B-C53B-4B82-AB3F-FEB9E52F740A}" type="presOf" srcId="{F868CB16-862B-4071-85C1-5F1F29A10E19}" destId="{71022575-79A7-45C3-A52C-A0A1046DE7C0}" srcOrd="0" destOrd="0" presId="urn:microsoft.com/office/officeart/2005/8/layout/hierarchy1"/>
    <dgm:cxn modelId="{E57E790D-7306-4510-8428-834CC3708C16}" type="presOf" srcId="{0F806361-E985-4D57-9776-9FAE85E2E909}" destId="{2F5296F3-D524-4927-A91D-FF725DDF550D}" srcOrd="0" destOrd="0" presId="urn:microsoft.com/office/officeart/2005/8/layout/hierarchy1"/>
    <dgm:cxn modelId="{E834521A-CF0E-4627-85EB-C074A85AEC02}" type="presOf" srcId="{F30C3C77-F78E-4A63-B5C7-48EAD897353C}" destId="{C5F2CB6E-06C5-47B7-B083-E41C468D57B5}" srcOrd="0" destOrd="0" presId="urn:microsoft.com/office/officeart/2005/8/layout/hierarchy1"/>
    <dgm:cxn modelId="{476E8050-EB25-4B9F-B10E-0F177F850CE2}" type="presOf" srcId="{71E02F57-B31A-4B8E-AD53-19BF4BE87082}" destId="{F2559A8B-0055-41D3-96F6-A1B7F8409F19}" srcOrd="0" destOrd="0" presId="urn:microsoft.com/office/officeart/2005/8/layout/hierarchy1"/>
    <dgm:cxn modelId="{330DF875-9A5E-4CC3-813F-4CE7A9DF00D1}" type="presOf" srcId="{C4BA7DE1-43BF-4CA4-A6AF-C88634C2A378}" destId="{07699B4C-CF92-40C8-A0C8-9030DE5322EA}" srcOrd="0" destOrd="0" presId="urn:microsoft.com/office/officeart/2005/8/layout/hierarchy1"/>
    <dgm:cxn modelId="{654CA959-D243-425B-B850-98D2251A6A1A}" type="presOf" srcId="{905D31AE-A6A0-4DAB-A9F8-7081BCE2EEBE}" destId="{4C913A98-56FF-496D-B9F7-B633F4A4F5BE}" srcOrd="0" destOrd="0" presId="urn:microsoft.com/office/officeart/2005/8/layout/hierarchy1"/>
    <dgm:cxn modelId="{2CCCDA9F-B43C-4CDF-9ADC-4E9C1B2DE977}" srcId="{F30C3C77-F78E-4A63-B5C7-48EAD897353C}" destId="{5A49CEEC-424D-4FEB-A572-068BBDEAD89C}" srcOrd="1" destOrd="0" parTransId="{905D31AE-A6A0-4DAB-A9F8-7081BCE2EEBE}" sibTransId="{392AD03B-70BE-46D7-8F9A-45EEC79D5153}"/>
    <dgm:cxn modelId="{56D709AD-F747-439E-9D93-F3A0F4A5A4A9}" type="presOf" srcId="{E3ED78FF-D786-4F3C-A9E8-7C28158F8DA3}" destId="{04756DAA-5EE3-484B-87D3-4A3893B0B2D8}" srcOrd="0" destOrd="0" presId="urn:microsoft.com/office/officeart/2005/8/layout/hierarchy1"/>
    <dgm:cxn modelId="{1C5559BE-340E-4026-A361-77E417D7FDDA}" type="presOf" srcId="{A5731419-3E13-415E-9B27-41F6F0A87A51}" destId="{F79C4403-DFEF-435C-BA56-15C744AB3C96}" srcOrd="0" destOrd="0" presId="urn:microsoft.com/office/officeart/2005/8/layout/hierarchy1"/>
    <dgm:cxn modelId="{457868C2-1BBE-4214-8BA7-21DC547188F0}" srcId="{F30C3C77-F78E-4A63-B5C7-48EAD897353C}" destId="{2D2AA2DE-E37E-4E57-B8BB-33EE851AFBED}" srcOrd="0" destOrd="0" parTransId="{71E02F57-B31A-4B8E-AD53-19BF4BE87082}" sibTransId="{1AC93C68-A2CD-40F4-A685-F1F658E69234}"/>
    <dgm:cxn modelId="{1B7A13CA-01F4-4014-935E-BF6C43D10C68}" type="presOf" srcId="{3C33ED52-7E4E-4618-B7F4-235ABA6EC4B4}" destId="{BBEB255D-4C0B-47F5-976F-9109960C26F8}" srcOrd="0" destOrd="0" presId="urn:microsoft.com/office/officeart/2005/8/layout/hierarchy1"/>
    <dgm:cxn modelId="{900147D5-599D-4461-B62A-5DD4C522E23E}" srcId="{E3ED78FF-D786-4F3C-A9E8-7C28158F8DA3}" destId="{A5731419-3E13-415E-9B27-41F6F0A87A51}" srcOrd="0" destOrd="0" parTransId="{08D94636-925E-4049-8144-B61F54F15751}" sibTransId="{5BD56E5B-E6C0-415A-BA7C-2B68CF8BCDCA}"/>
    <dgm:cxn modelId="{6E67B1E2-2096-4968-9D55-3C56AF6DEB90}" srcId="{A5731419-3E13-415E-9B27-41F6F0A87A51}" destId="{146AE46D-4174-401E-9F58-FF946446B15E}" srcOrd="0" destOrd="0" parTransId="{C4BA7DE1-43BF-4CA4-A6AF-C88634C2A378}" sibTransId="{77CC6BC8-EDA3-4CF2-8AA9-736F1E1E91C9}"/>
    <dgm:cxn modelId="{FA4BFEE5-5E3C-4ABB-9B92-8BBA4F0EAED0}" type="presOf" srcId="{5A49CEEC-424D-4FEB-A572-068BBDEAD89C}" destId="{AAC3264D-7F05-43EC-990A-B714A8C50765}" srcOrd="0" destOrd="0" presId="urn:microsoft.com/office/officeart/2005/8/layout/hierarchy1"/>
    <dgm:cxn modelId="{35D907ED-930B-4FE5-8386-5032973BA3CA}" srcId="{A5731419-3E13-415E-9B27-41F6F0A87A51}" destId="{F30C3C77-F78E-4A63-B5C7-48EAD897353C}" srcOrd="1" destOrd="0" parTransId="{3C33ED52-7E4E-4618-B7F4-235ABA6EC4B4}" sibTransId="{38C4DB8E-758D-4DE4-ADD2-EF12E7AF28CD}"/>
    <dgm:cxn modelId="{092DC3F0-AD8F-4D76-9DA1-5E5F1D95E4FC}" type="presOf" srcId="{2D2AA2DE-E37E-4E57-B8BB-33EE851AFBED}" destId="{658CAF8B-BE9A-498A-9C76-EC6AEFE496EE}" srcOrd="0" destOrd="0" presId="urn:microsoft.com/office/officeart/2005/8/layout/hierarchy1"/>
    <dgm:cxn modelId="{4954BA5B-080D-40C0-A85E-873D00092B29}" type="presParOf" srcId="{04756DAA-5EE3-484B-87D3-4A3893B0B2D8}" destId="{0C626375-0CBE-497F-8DA8-FD3794DC7A96}" srcOrd="0" destOrd="0" presId="urn:microsoft.com/office/officeart/2005/8/layout/hierarchy1"/>
    <dgm:cxn modelId="{8243E971-94FD-4517-A8F3-D6B941D68842}" type="presParOf" srcId="{0C626375-0CBE-497F-8DA8-FD3794DC7A96}" destId="{5EDDA228-0F8A-4BFD-849D-3C8F472CD4D2}" srcOrd="0" destOrd="0" presId="urn:microsoft.com/office/officeart/2005/8/layout/hierarchy1"/>
    <dgm:cxn modelId="{D8E8068A-0F0A-46B3-9D04-35F3ED79E42B}" type="presParOf" srcId="{5EDDA228-0F8A-4BFD-849D-3C8F472CD4D2}" destId="{7E38574A-6CB0-44BB-8BF5-50CE490CF8D6}" srcOrd="0" destOrd="0" presId="urn:microsoft.com/office/officeart/2005/8/layout/hierarchy1"/>
    <dgm:cxn modelId="{60F508B6-A0B0-4C3A-991E-655D4465F9A6}" type="presParOf" srcId="{5EDDA228-0F8A-4BFD-849D-3C8F472CD4D2}" destId="{F79C4403-DFEF-435C-BA56-15C744AB3C96}" srcOrd="1" destOrd="0" presId="urn:microsoft.com/office/officeart/2005/8/layout/hierarchy1"/>
    <dgm:cxn modelId="{6A8155EB-0DDC-4B8B-B1A9-D908570308D8}" type="presParOf" srcId="{0C626375-0CBE-497F-8DA8-FD3794DC7A96}" destId="{73802599-3910-4CA3-8EE0-17B1A00496E6}" srcOrd="1" destOrd="0" presId="urn:microsoft.com/office/officeart/2005/8/layout/hierarchy1"/>
    <dgm:cxn modelId="{8B31A7DD-5024-4249-9F23-D63DA95FDF1A}" type="presParOf" srcId="{73802599-3910-4CA3-8EE0-17B1A00496E6}" destId="{07699B4C-CF92-40C8-A0C8-9030DE5322EA}" srcOrd="0" destOrd="0" presId="urn:microsoft.com/office/officeart/2005/8/layout/hierarchy1"/>
    <dgm:cxn modelId="{497908BF-5640-4C01-A628-6BF9DDA714B8}" type="presParOf" srcId="{73802599-3910-4CA3-8EE0-17B1A00496E6}" destId="{95F9ADDF-327F-45C2-BB66-B381F42D1377}" srcOrd="1" destOrd="0" presId="urn:microsoft.com/office/officeart/2005/8/layout/hierarchy1"/>
    <dgm:cxn modelId="{4E0FDE4B-D5EF-4C69-A73F-6D3B90EB8BB8}" type="presParOf" srcId="{95F9ADDF-327F-45C2-BB66-B381F42D1377}" destId="{9E9A2CE7-28CB-4B95-9FC2-504F5162EDA2}" srcOrd="0" destOrd="0" presId="urn:microsoft.com/office/officeart/2005/8/layout/hierarchy1"/>
    <dgm:cxn modelId="{D0D09E98-ABF3-448B-A3AF-0C950C50DA8E}" type="presParOf" srcId="{9E9A2CE7-28CB-4B95-9FC2-504F5162EDA2}" destId="{1C784ECD-243C-4B35-82DC-553BC4DCBC9A}" srcOrd="0" destOrd="0" presId="urn:microsoft.com/office/officeart/2005/8/layout/hierarchy1"/>
    <dgm:cxn modelId="{EE910312-E66E-4D11-8A49-367857C57751}" type="presParOf" srcId="{9E9A2CE7-28CB-4B95-9FC2-504F5162EDA2}" destId="{4EA6BF7D-215B-4CAB-9F8D-3E3163D0F497}" srcOrd="1" destOrd="0" presId="urn:microsoft.com/office/officeart/2005/8/layout/hierarchy1"/>
    <dgm:cxn modelId="{F8E6461C-0EFF-4DBE-B8D7-D2AF2BE47EA6}" type="presParOf" srcId="{95F9ADDF-327F-45C2-BB66-B381F42D1377}" destId="{E4B5EEC9-53FD-46C2-A6EB-089EBB023EE5}" srcOrd="1" destOrd="0" presId="urn:microsoft.com/office/officeart/2005/8/layout/hierarchy1"/>
    <dgm:cxn modelId="{F77CC0B7-FC52-4E94-A001-21D909684533}" type="presParOf" srcId="{73802599-3910-4CA3-8EE0-17B1A00496E6}" destId="{BBEB255D-4C0B-47F5-976F-9109960C26F8}" srcOrd="2" destOrd="0" presId="urn:microsoft.com/office/officeart/2005/8/layout/hierarchy1"/>
    <dgm:cxn modelId="{182DAD23-F7EB-4E66-854C-C0E9FA1F51EB}" type="presParOf" srcId="{73802599-3910-4CA3-8EE0-17B1A00496E6}" destId="{8F204ECC-19ED-4CA0-A924-EE7879D608AC}" srcOrd="3" destOrd="0" presId="urn:microsoft.com/office/officeart/2005/8/layout/hierarchy1"/>
    <dgm:cxn modelId="{2A521ED8-3A61-4742-B0BE-C9A1287AC523}" type="presParOf" srcId="{8F204ECC-19ED-4CA0-A924-EE7879D608AC}" destId="{99E4A754-CA07-47D6-AD81-8592832F3F70}" srcOrd="0" destOrd="0" presId="urn:microsoft.com/office/officeart/2005/8/layout/hierarchy1"/>
    <dgm:cxn modelId="{78608493-074A-4FB4-B079-9A4A097BD561}" type="presParOf" srcId="{99E4A754-CA07-47D6-AD81-8592832F3F70}" destId="{46F6281B-08E2-4CB8-9381-9E3C0544DE1C}" srcOrd="0" destOrd="0" presId="urn:microsoft.com/office/officeart/2005/8/layout/hierarchy1"/>
    <dgm:cxn modelId="{9B99AC9E-A2F4-4EDA-BBFB-44DEBDA514C8}" type="presParOf" srcId="{99E4A754-CA07-47D6-AD81-8592832F3F70}" destId="{C5F2CB6E-06C5-47B7-B083-E41C468D57B5}" srcOrd="1" destOrd="0" presId="urn:microsoft.com/office/officeart/2005/8/layout/hierarchy1"/>
    <dgm:cxn modelId="{4948D7C9-5053-4F12-89C3-EE409652EABB}" type="presParOf" srcId="{8F204ECC-19ED-4CA0-A924-EE7879D608AC}" destId="{37FC95FA-678E-4EEA-B86F-CB58F300B698}" srcOrd="1" destOrd="0" presId="urn:microsoft.com/office/officeart/2005/8/layout/hierarchy1"/>
    <dgm:cxn modelId="{2AB01577-8434-46BB-9847-0BB77B098E86}" type="presParOf" srcId="{37FC95FA-678E-4EEA-B86F-CB58F300B698}" destId="{F2559A8B-0055-41D3-96F6-A1B7F8409F19}" srcOrd="0" destOrd="0" presId="urn:microsoft.com/office/officeart/2005/8/layout/hierarchy1"/>
    <dgm:cxn modelId="{481F4160-ACE3-4AD3-A143-AF3EA027366D}" type="presParOf" srcId="{37FC95FA-678E-4EEA-B86F-CB58F300B698}" destId="{5F57FE4B-8088-45AB-BC01-E229814AE213}" srcOrd="1" destOrd="0" presId="urn:microsoft.com/office/officeart/2005/8/layout/hierarchy1"/>
    <dgm:cxn modelId="{F0AEFC3C-ACE4-45BE-9860-9633C8EDB66A}" type="presParOf" srcId="{5F57FE4B-8088-45AB-BC01-E229814AE213}" destId="{711404EC-D99D-4EFE-B9C6-754D61EB1595}" srcOrd="0" destOrd="0" presId="urn:microsoft.com/office/officeart/2005/8/layout/hierarchy1"/>
    <dgm:cxn modelId="{3AC88E67-C2C1-4A5C-B9A2-E2D50A046690}" type="presParOf" srcId="{711404EC-D99D-4EFE-B9C6-754D61EB1595}" destId="{AE9FC6BB-A109-470F-95AA-5F9EE67F3146}" srcOrd="0" destOrd="0" presId="urn:microsoft.com/office/officeart/2005/8/layout/hierarchy1"/>
    <dgm:cxn modelId="{66529FA5-D90D-493D-907E-D70658612CF9}" type="presParOf" srcId="{711404EC-D99D-4EFE-B9C6-754D61EB1595}" destId="{658CAF8B-BE9A-498A-9C76-EC6AEFE496EE}" srcOrd="1" destOrd="0" presId="urn:microsoft.com/office/officeart/2005/8/layout/hierarchy1"/>
    <dgm:cxn modelId="{A2008004-BBCD-4247-8D33-670F9455E185}" type="presParOf" srcId="{5F57FE4B-8088-45AB-BC01-E229814AE213}" destId="{9609C66E-1FBC-43E9-8904-818162EF2FA8}" srcOrd="1" destOrd="0" presId="urn:microsoft.com/office/officeart/2005/8/layout/hierarchy1"/>
    <dgm:cxn modelId="{2C88C321-D89D-4B4E-AB62-880FAEB7859E}" type="presParOf" srcId="{37FC95FA-678E-4EEA-B86F-CB58F300B698}" destId="{4C913A98-56FF-496D-B9F7-B633F4A4F5BE}" srcOrd="2" destOrd="0" presId="urn:microsoft.com/office/officeart/2005/8/layout/hierarchy1"/>
    <dgm:cxn modelId="{DAB2F279-50D7-4E28-AAC5-EFA5FD0FBF7E}" type="presParOf" srcId="{37FC95FA-678E-4EEA-B86F-CB58F300B698}" destId="{C534A718-B3A8-47F5-B384-BF7528662995}" srcOrd="3" destOrd="0" presId="urn:microsoft.com/office/officeart/2005/8/layout/hierarchy1"/>
    <dgm:cxn modelId="{6073735E-8499-4A42-AB2C-0257F6684774}" type="presParOf" srcId="{C534A718-B3A8-47F5-B384-BF7528662995}" destId="{0511DE55-A6AA-4F5B-86CA-283D47A4201F}" srcOrd="0" destOrd="0" presId="urn:microsoft.com/office/officeart/2005/8/layout/hierarchy1"/>
    <dgm:cxn modelId="{900BA952-E9DA-49FB-9ECA-43EE11AC5EE9}" type="presParOf" srcId="{0511DE55-A6AA-4F5B-86CA-283D47A4201F}" destId="{5C5A6548-60DD-4093-82AE-8DC42767A5E3}" srcOrd="0" destOrd="0" presId="urn:microsoft.com/office/officeart/2005/8/layout/hierarchy1"/>
    <dgm:cxn modelId="{DAE7E123-9CFC-4412-97CD-413FAF9ED811}" type="presParOf" srcId="{0511DE55-A6AA-4F5B-86CA-283D47A4201F}" destId="{AAC3264D-7F05-43EC-990A-B714A8C50765}" srcOrd="1" destOrd="0" presId="urn:microsoft.com/office/officeart/2005/8/layout/hierarchy1"/>
    <dgm:cxn modelId="{E068DEAF-AB0F-4F78-9BB2-9A1AD175DBEF}" type="presParOf" srcId="{C534A718-B3A8-47F5-B384-BF7528662995}" destId="{714B8E21-6DA1-4468-9D86-9061F695B00E}" srcOrd="1" destOrd="0" presId="urn:microsoft.com/office/officeart/2005/8/layout/hierarchy1"/>
    <dgm:cxn modelId="{76C87C56-61CF-40EA-B7C1-83074E837B34}" type="presParOf" srcId="{37FC95FA-678E-4EEA-B86F-CB58F300B698}" destId="{2F5296F3-D524-4927-A91D-FF725DDF550D}" srcOrd="4" destOrd="0" presId="urn:microsoft.com/office/officeart/2005/8/layout/hierarchy1"/>
    <dgm:cxn modelId="{F02B2C92-0057-428E-A74C-19D45BD51C4A}" type="presParOf" srcId="{37FC95FA-678E-4EEA-B86F-CB58F300B698}" destId="{EED74D25-D0C5-4B3F-90AB-1080811781A0}" srcOrd="5" destOrd="0" presId="urn:microsoft.com/office/officeart/2005/8/layout/hierarchy1"/>
    <dgm:cxn modelId="{00686972-66C1-4382-A6B9-41A1928BBD1D}" type="presParOf" srcId="{EED74D25-D0C5-4B3F-90AB-1080811781A0}" destId="{92C4AF90-53F1-436C-ADC6-54A0E4445254}" srcOrd="0" destOrd="0" presId="urn:microsoft.com/office/officeart/2005/8/layout/hierarchy1"/>
    <dgm:cxn modelId="{FBDB1518-B9F6-4FB7-87CC-7B5DCF8A435B}" type="presParOf" srcId="{92C4AF90-53F1-436C-ADC6-54A0E4445254}" destId="{DB1579DC-8544-4EE4-974E-65F72FC28207}" srcOrd="0" destOrd="0" presId="urn:microsoft.com/office/officeart/2005/8/layout/hierarchy1"/>
    <dgm:cxn modelId="{EEE14EB0-B9E6-4BE2-8D27-B06CAACFB44E}" type="presParOf" srcId="{92C4AF90-53F1-436C-ADC6-54A0E4445254}" destId="{71022575-79A7-45C3-A52C-A0A1046DE7C0}" srcOrd="1" destOrd="0" presId="urn:microsoft.com/office/officeart/2005/8/layout/hierarchy1"/>
    <dgm:cxn modelId="{1929575E-7567-4CD5-848F-0E75E758C900}" type="presParOf" srcId="{EED74D25-D0C5-4B3F-90AB-1080811781A0}" destId="{8CB50D72-BB1C-45D2-A084-52004E9B49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8D25A1-80DD-4530-BABE-6BA3EA6AF0C1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27132A4F-CE21-4333-9408-A637B7E649E9}">
      <dgm:prSet/>
      <dgm:spPr/>
      <dgm:t>
        <a:bodyPr/>
        <a:lstStyle/>
        <a:p>
          <a:r>
            <a:rPr lang="en-US"/>
            <a:t>🚨 Poucos grupos preencheram o Trello!</a:t>
          </a:r>
        </a:p>
      </dgm:t>
    </dgm:pt>
    <dgm:pt modelId="{937F7322-6086-434E-A3AB-F150CB4E8200}" type="parTrans" cxnId="{75779184-D506-4208-9912-F007B99C1B47}">
      <dgm:prSet/>
      <dgm:spPr/>
      <dgm:t>
        <a:bodyPr/>
        <a:lstStyle/>
        <a:p>
          <a:endParaRPr lang="en-US"/>
        </a:p>
      </dgm:t>
    </dgm:pt>
    <dgm:pt modelId="{072DAE48-6B7C-40BD-92F4-06AECDC2DE5F}" type="sibTrans" cxnId="{75779184-D506-4208-9912-F007B99C1B47}">
      <dgm:prSet/>
      <dgm:spPr/>
      <dgm:t>
        <a:bodyPr/>
        <a:lstStyle/>
        <a:p>
          <a:endParaRPr lang="en-US"/>
        </a:p>
      </dgm:t>
    </dgm:pt>
    <dgm:pt modelId="{281CE4A3-F649-42F0-A695-3A58D8977965}">
      <dgm:prSet/>
      <dgm:spPr/>
      <dgm:t>
        <a:bodyPr/>
        <a:lstStyle/>
        <a:p>
          <a:r>
            <a:rPr lang="en-US"/>
            <a:t>🗓️ Prazo final: 26/03</a:t>
          </a:r>
        </a:p>
      </dgm:t>
    </dgm:pt>
    <dgm:pt modelId="{A35C1048-58AA-4280-9E97-4B147DB64BA1}" type="parTrans" cxnId="{D44ED0C3-EA61-4BD6-BF06-EEF2D6886B61}">
      <dgm:prSet/>
      <dgm:spPr/>
      <dgm:t>
        <a:bodyPr/>
        <a:lstStyle/>
        <a:p>
          <a:endParaRPr lang="en-US"/>
        </a:p>
      </dgm:t>
    </dgm:pt>
    <dgm:pt modelId="{CFFD36BC-91BC-4B1E-A733-30C8D55FD702}" type="sibTrans" cxnId="{D44ED0C3-EA61-4BD6-BF06-EEF2D6886B61}">
      <dgm:prSet/>
      <dgm:spPr/>
      <dgm:t>
        <a:bodyPr/>
        <a:lstStyle/>
        <a:p>
          <a:endParaRPr lang="en-US"/>
        </a:p>
      </dgm:t>
    </dgm:pt>
    <dgm:pt modelId="{2627C290-3CA5-466F-9910-78D5AD4A622F}">
      <dgm:prSet/>
      <dgm:spPr/>
      <dgm:t>
        <a:bodyPr/>
        <a:lstStyle/>
        <a:p>
          <a:r>
            <a:rPr lang="en-US"/>
            <a:t>📌 Organização do backlog é essencial para o trabalho final</a:t>
          </a:r>
        </a:p>
      </dgm:t>
    </dgm:pt>
    <dgm:pt modelId="{03BD9D9E-0F9C-49E0-95A7-F62F7234AF97}" type="parTrans" cxnId="{8B5AB141-4137-491C-9904-0B03FA925693}">
      <dgm:prSet/>
      <dgm:spPr/>
      <dgm:t>
        <a:bodyPr/>
        <a:lstStyle/>
        <a:p>
          <a:endParaRPr lang="en-US"/>
        </a:p>
      </dgm:t>
    </dgm:pt>
    <dgm:pt modelId="{D144D5C7-9D78-4F1D-9CB1-2A4E29A2E9F2}" type="sibTrans" cxnId="{8B5AB141-4137-491C-9904-0B03FA925693}">
      <dgm:prSet/>
      <dgm:spPr/>
      <dgm:t>
        <a:bodyPr/>
        <a:lstStyle/>
        <a:p>
          <a:endParaRPr lang="en-US"/>
        </a:p>
      </dgm:t>
    </dgm:pt>
    <dgm:pt modelId="{473BE50C-A210-4189-8E79-67C6BB4E6C48}">
      <dgm:prSet/>
      <dgm:spPr/>
      <dgm:t>
        <a:bodyPr/>
        <a:lstStyle/>
        <a:p>
          <a:r>
            <a:rPr lang="en-US"/>
            <a:t>✔️ Critério avaliado na entrega do projeto</a:t>
          </a:r>
        </a:p>
      </dgm:t>
    </dgm:pt>
    <dgm:pt modelId="{8B2F1A58-4946-4C5E-A45F-206736FEBD1B}" type="parTrans" cxnId="{FD8D6075-88F8-4A25-857F-4FB3B7256795}">
      <dgm:prSet/>
      <dgm:spPr/>
      <dgm:t>
        <a:bodyPr/>
        <a:lstStyle/>
        <a:p>
          <a:endParaRPr lang="en-US"/>
        </a:p>
      </dgm:t>
    </dgm:pt>
    <dgm:pt modelId="{06857ADF-E435-4241-A9BC-383DC9A3C62D}" type="sibTrans" cxnId="{FD8D6075-88F8-4A25-857F-4FB3B7256795}">
      <dgm:prSet/>
      <dgm:spPr/>
      <dgm:t>
        <a:bodyPr/>
        <a:lstStyle/>
        <a:p>
          <a:endParaRPr lang="en-US"/>
        </a:p>
      </dgm:t>
    </dgm:pt>
    <dgm:pt modelId="{DA3F5EAD-7A87-476C-85E6-0FF2EC553C3D}" type="pres">
      <dgm:prSet presAssocID="{A08D25A1-80DD-4530-BABE-6BA3EA6AF0C1}" presName="linear" presStyleCnt="0">
        <dgm:presLayoutVars>
          <dgm:animLvl val="lvl"/>
          <dgm:resizeHandles val="exact"/>
        </dgm:presLayoutVars>
      </dgm:prSet>
      <dgm:spPr/>
    </dgm:pt>
    <dgm:pt modelId="{D4E94B44-3853-4868-AAB8-995B155416E7}" type="pres">
      <dgm:prSet presAssocID="{27132A4F-CE21-4333-9408-A637B7E649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D8744BF-6792-4BC3-AA35-DEBB57BC0DFC}" type="pres">
      <dgm:prSet presAssocID="{072DAE48-6B7C-40BD-92F4-06AECDC2DE5F}" presName="spacer" presStyleCnt="0"/>
      <dgm:spPr/>
    </dgm:pt>
    <dgm:pt modelId="{43214479-2475-4BA0-9B5A-D407B8BE6FB4}" type="pres">
      <dgm:prSet presAssocID="{281CE4A3-F649-42F0-A695-3A58D89779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17573E-BBC6-4AB4-A6A9-1360484C11E6}" type="pres">
      <dgm:prSet presAssocID="{CFFD36BC-91BC-4B1E-A733-30C8D55FD702}" presName="spacer" presStyleCnt="0"/>
      <dgm:spPr/>
    </dgm:pt>
    <dgm:pt modelId="{5808A02E-500D-48EA-BD02-DDC52337BA88}" type="pres">
      <dgm:prSet presAssocID="{2627C290-3CA5-466F-9910-78D5AD4A62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D5FB06-0735-42FB-A5CC-EEE9DF0B26AC}" type="pres">
      <dgm:prSet presAssocID="{D144D5C7-9D78-4F1D-9CB1-2A4E29A2E9F2}" presName="spacer" presStyleCnt="0"/>
      <dgm:spPr/>
    </dgm:pt>
    <dgm:pt modelId="{B2ED67A1-DB4E-4461-A159-3B867F9DADFA}" type="pres">
      <dgm:prSet presAssocID="{473BE50C-A210-4189-8E79-67C6BB4E6C4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36CE06-71E7-476F-B402-46DD20BFFEC0}" type="presOf" srcId="{2627C290-3CA5-466F-9910-78D5AD4A622F}" destId="{5808A02E-500D-48EA-BD02-DDC52337BA88}" srcOrd="0" destOrd="0" presId="urn:microsoft.com/office/officeart/2005/8/layout/vList2"/>
    <dgm:cxn modelId="{F129F333-2BDA-4D49-9A2D-FA0DADD53883}" type="presOf" srcId="{27132A4F-CE21-4333-9408-A637B7E649E9}" destId="{D4E94B44-3853-4868-AAB8-995B155416E7}" srcOrd="0" destOrd="0" presId="urn:microsoft.com/office/officeart/2005/8/layout/vList2"/>
    <dgm:cxn modelId="{37762536-F8A7-46C1-A6D2-78772763119C}" type="presOf" srcId="{281CE4A3-F649-42F0-A695-3A58D8977965}" destId="{43214479-2475-4BA0-9B5A-D407B8BE6FB4}" srcOrd="0" destOrd="0" presId="urn:microsoft.com/office/officeart/2005/8/layout/vList2"/>
    <dgm:cxn modelId="{8B5AB141-4137-491C-9904-0B03FA925693}" srcId="{A08D25A1-80DD-4530-BABE-6BA3EA6AF0C1}" destId="{2627C290-3CA5-466F-9910-78D5AD4A622F}" srcOrd="2" destOrd="0" parTransId="{03BD9D9E-0F9C-49E0-95A7-F62F7234AF97}" sibTransId="{D144D5C7-9D78-4F1D-9CB1-2A4E29A2E9F2}"/>
    <dgm:cxn modelId="{FD8D6075-88F8-4A25-857F-4FB3B7256795}" srcId="{A08D25A1-80DD-4530-BABE-6BA3EA6AF0C1}" destId="{473BE50C-A210-4189-8E79-67C6BB4E6C48}" srcOrd="3" destOrd="0" parTransId="{8B2F1A58-4946-4C5E-A45F-206736FEBD1B}" sibTransId="{06857ADF-E435-4241-A9BC-383DC9A3C62D}"/>
    <dgm:cxn modelId="{CB67897B-3413-4F83-98A8-5B719D270112}" type="presOf" srcId="{473BE50C-A210-4189-8E79-67C6BB4E6C48}" destId="{B2ED67A1-DB4E-4461-A159-3B867F9DADFA}" srcOrd="0" destOrd="0" presId="urn:microsoft.com/office/officeart/2005/8/layout/vList2"/>
    <dgm:cxn modelId="{75779184-D506-4208-9912-F007B99C1B47}" srcId="{A08D25A1-80DD-4530-BABE-6BA3EA6AF0C1}" destId="{27132A4F-CE21-4333-9408-A637B7E649E9}" srcOrd="0" destOrd="0" parTransId="{937F7322-6086-434E-A3AB-F150CB4E8200}" sibTransId="{072DAE48-6B7C-40BD-92F4-06AECDC2DE5F}"/>
    <dgm:cxn modelId="{D44ED0C3-EA61-4BD6-BF06-EEF2D6886B61}" srcId="{A08D25A1-80DD-4530-BABE-6BA3EA6AF0C1}" destId="{281CE4A3-F649-42F0-A695-3A58D8977965}" srcOrd="1" destOrd="0" parTransId="{A35C1048-58AA-4280-9E97-4B147DB64BA1}" sibTransId="{CFFD36BC-91BC-4B1E-A733-30C8D55FD702}"/>
    <dgm:cxn modelId="{0A18DDD6-E6B4-45DE-91A7-3132E9E4CD46}" type="presOf" srcId="{A08D25A1-80DD-4530-BABE-6BA3EA6AF0C1}" destId="{DA3F5EAD-7A87-476C-85E6-0FF2EC553C3D}" srcOrd="0" destOrd="0" presId="urn:microsoft.com/office/officeart/2005/8/layout/vList2"/>
    <dgm:cxn modelId="{5DAA1094-6BFD-4DD5-A2F9-B4F06DB301FF}" type="presParOf" srcId="{DA3F5EAD-7A87-476C-85E6-0FF2EC553C3D}" destId="{D4E94B44-3853-4868-AAB8-995B155416E7}" srcOrd="0" destOrd="0" presId="urn:microsoft.com/office/officeart/2005/8/layout/vList2"/>
    <dgm:cxn modelId="{1560C14F-FDA9-4A12-AC70-FAD908BC65D6}" type="presParOf" srcId="{DA3F5EAD-7A87-476C-85E6-0FF2EC553C3D}" destId="{3D8744BF-6792-4BC3-AA35-DEBB57BC0DFC}" srcOrd="1" destOrd="0" presId="urn:microsoft.com/office/officeart/2005/8/layout/vList2"/>
    <dgm:cxn modelId="{7EB860C7-B7CD-4D7F-B425-04552A1A73E1}" type="presParOf" srcId="{DA3F5EAD-7A87-476C-85E6-0FF2EC553C3D}" destId="{43214479-2475-4BA0-9B5A-D407B8BE6FB4}" srcOrd="2" destOrd="0" presId="urn:microsoft.com/office/officeart/2005/8/layout/vList2"/>
    <dgm:cxn modelId="{9502E229-6C0B-4503-BAA8-3B9D845FCF58}" type="presParOf" srcId="{DA3F5EAD-7A87-476C-85E6-0FF2EC553C3D}" destId="{BD17573E-BBC6-4AB4-A6A9-1360484C11E6}" srcOrd="3" destOrd="0" presId="urn:microsoft.com/office/officeart/2005/8/layout/vList2"/>
    <dgm:cxn modelId="{023680DE-D5A8-40B9-B8A0-6E42BE55C906}" type="presParOf" srcId="{DA3F5EAD-7A87-476C-85E6-0FF2EC553C3D}" destId="{5808A02E-500D-48EA-BD02-DDC52337BA88}" srcOrd="4" destOrd="0" presId="urn:microsoft.com/office/officeart/2005/8/layout/vList2"/>
    <dgm:cxn modelId="{0B6B0751-A77E-4C75-9443-748FEA5A1276}" type="presParOf" srcId="{DA3F5EAD-7A87-476C-85E6-0FF2EC553C3D}" destId="{27D5FB06-0735-42FB-A5CC-EEE9DF0B26AC}" srcOrd="5" destOrd="0" presId="urn:microsoft.com/office/officeart/2005/8/layout/vList2"/>
    <dgm:cxn modelId="{CD3350CE-1AD5-4E2E-8B64-D00633AE1147}" type="presParOf" srcId="{DA3F5EAD-7A87-476C-85E6-0FF2EC553C3D}" destId="{B2ED67A1-DB4E-4461-A159-3B867F9DAD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B2B8D6-8591-4142-9AD7-C07AA34A8DA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05D3053-AE7E-463C-BDA3-612E57A80981}">
      <dgm:prSet/>
      <dgm:spPr/>
      <dgm:t>
        <a:bodyPr/>
        <a:lstStyle/>
        <a:p>
          <a:r>
            <a:rPr lang="en-US"/>
            <a:t>Data Warehouse (DW):</a:t>
          </a:r>
        </a:p>
      </dgm:t>
    </dgm:pt>
    <dgm:pt modelId="{8E2D0625-4BCF-4DA4-911F-3F8919D32158}" type="parTrans" cxnId="{226EB7D0-3D1A-4816-8492-73CD4AA3F00E}">
      <dgm:prSet/>
      <dgm:spPr/>
      <dgm:t>
        <a:bodyPr/>
        <a:lstStyle/>
        <a:p>
          <a:endParaRPr lang="en-US"/>
        </a:p>
      </dgm:t>
    </dgm:pt>
    <dgm:pt modelId="{D733F76C-37E4-4AF2-9B11-7E0362048AC9}" type="sibTrans" cxnId="{226EB7D0-3D1A-4816-8492-73CD4AA3F00E}">
      <dgm:prSet/>
      <dgm:spPr/>
      <dgm:t>
        <a:bodyPr/>
        <a:lstStyle/>
        <a:p>
          <a:endParaRPr lang="en-US"/>
        </a:p>
      </dgm:t>
    </dgm:pt>
    <dgm:pt modelId="{923C8395-7211-4DD8-B302-7E8FEC359D81}">
      <dgm:prSet/>
      <dgm:spPr/>
      <dgm:t>
        <a:bodyPr/>
        <a:lstStyle/>
        <a:p>
          <a:r>
            <a:rPr lang="en-US"/>
            <a:t>Armazém centralizado, histórico, integrado</a:t>
          </a:r>
        </a:p>
      </dgm:t>
    </dgm:pt>
    <dgm:pt modelId="{EFE3EEF5-032B-4A59-B100-2830CC86DB73}" type="parTrans" cxnId="{B5FE5FC3-1FC5-41ED-A379-5116BE90E8A6}">
      <dgm:prSet/>
      <dgm:spPr/>
      <dgm:t>
        <a:bodyPr/>
        <a:lstStyle/>
        <a:p>
          <a:endParaRPr lang="en-US"/>
        </a:p>
      </dgm:t>
    </dgm:pt>
    <dgm:pt modelId="{4CA89C2B-7545-48F7-8289-4EB0033D5962}" type="sibTrans" cxnId="{B5FE5FC3-1FC5-41ED-A379-5116BE90E8A6}">
      <dgm:prSet/>
      <dgm:spPr/>
      <dgm:t>
        <a:bodyPr/>
        <a:lstStyle/>
        <a:p>
          <a:endParaRPr lang="en-US"/>
        </a:p>
      </dgm:t>
    </dgm:pt>
    <dgm:pt modelId="{AAF69267-D600-4A27-8F7D-B8FF48104073}">
      <dgm:prSet/>
      <dgm:spPr/>
      <dgm:t>
        <a:bodyPr/>
        <a:lstStyle/>
        <a:p>
          <a:r>
            <a:rPr lang="en-US"/>
            <a:t>Suporte à decisão analítica</a:t>
          </a:r>
        </a:p>
      </dgm:t>
    </dgm:pt>
    <dgm:pt modelId="{A370705D-EAD9-4D69-B50B-220406A6167C}" type="parTrans" cxnId="{E2E7E3BB-8F8D-4A65-A515-FEDD479AA9A8}">
      <dgm:prSet/>
      <dgm:spPr/>
      <dgm:t>
        <a:bodyPr/>
        <a:lstStyle/>
        <a:p>
          <a:endParaRPr lang="en-US"/>
        </a:p>
      </dgm:t>
    </dgm:pt>
    <dgm:pt modelId="{65E16B6F-96C8-4947-9E12-195A97537560}" type="sibTrans" cxnId="{E2E7E3BB-8F8D-4A65-A515-FEDD479AA9A8}">
      <dgm:prSet/>
      <dgm:spPr/>
      <dgm:t>
        <a:bodyPr/>
        <a:lstStyle/>
        <a:p>
          <a:endParaRPr lang="en-US"/>
        </a:p>
      </dgm:t>
    </dgm:pt>
    <dgm:pt modelId="{37FB5FD4-26F3-4822-9AFB-CDAB7C1A7970}">
      <dgm:prSet/>
      <dgm:spPr/>
      <dgm:t>
        <a:bodyPr/>
        <a:lstStyle/>
        <a:p>
          <a:r>
            <a:rPr lang="en-US"/>
            <a:t>Data Mart (DM):</a:t>
          </a:r>
        </a:p>
      </dgm:t>
    </dgm:pt>
    <dgm:pt modelId="{1DE77903-E9AB-4A21-8FCF-4AEE585EE9FA}" type="parTrans" cxnId="{32FBC755-4F62-4FAE-AA73-45D125DA3478}">
      <dgm:prSet/>
      <dgm:spPr/>
      <dgm:t>
        <a:bodyPr/>
        <a:lstStyle/>
        <a:p>
          <a:endParaRPr lang="en-US"/>
        </a:p>
      </dgm:t>
    </dgm:pt>
    <dgm:pt modelId="{48C79895-F1A0-415B-B7D6-3675D0C42BDC}" type="sibTrans" cxnId="{32FBC755-4F62-4FAE-AA73-45D125DA3478}">
      <dgm:prSet/>
      <dgm:spPr/>
      <dgm:t>
        <a:bodyPr/>
        <a:lstStyle/>
        <a:p>
          <a:endParaRPr lang="en-US"/>
        </a:p>
      </dgm:t>
    </dgm:pt>
    <dgm:pt modelId="{BA196ACF-EC49-447E-84FB-93A8887F1C18}">
      <dgm:prSet/>
      <dgm:spPr/>
      <dgm:t>
        <a:bodyPr/>
        <a:lstStyle/>
        <a:p>
          <a:r>
            <a:rPr lang="en-US"/>
            <a:t>Subconjunto temático de um DW</a:t>
          </a:r>
        </a:p>
      </dgm:t>
    </dgm:pt>
    <dgm:pt modelId="{57BD3070-4F1E-4AD5-B8E2-F181255E7DC7}" type="parTrans" cxnId="{BCF6FD4F-0F47-4D40-8277-80782708F3EC}">
      <dgm:prSet/>
      <dgm:spPr/>
      <dgm:t>
        <a:bodyPr/>
        <a:lstStyle/>
        <a:p>
          <a:endParaRPr lang="en-US"/>
        </a:p>
      </dgm:t>
    </dgm:pt>
    <dgm:pt modelId="{4A3EC2BB-47B0-4533-AFD0-72C00368055F}" type="sibTrans" cxnId="{BCF6FD4F-0F47-4D40-8277-80782708F3EC}">
      <dgm:prSet/>
      <dgm:spPr/>
      <dgm:t>
        <a:bodyPr/>
        <a:lstStyle/>
        <a:p>
          <a:endParaRPr lang="en-US"/>
        </a:p>
      </dgm:t>
    </dgm:pt>
    <dgm:pt modelId="{5C615099-0215-4299-B02E-7393EABCE3AC}">
      <dgm:prSet/>
      <dgm:spPr/>
      <dgm:t>
        <a:bodyPr/>
        <a:lstStyle/>
        <a:p>
          <a:r>
            <a:rPr lang="en-US"/>
            <a:t>Foco em áreas específicas (ex: Marketing, Vendas)</a:t>
          </a:r>
        </a:p>
      </dgm:t>
    </dgm:pt>
    <dgm:pt modelId="{B34C6EF9-7361-4EEF-8BE0-0C22FDDE2612}" type="parTrans" cxnId="{0C58CD0F-8644-43BD-B613-52302C14C275}">
      <dgm:prSet/>
      <dgm:spPr/>
      <dgm:t>
        <a:bodyPr/>
        <a:lstStyle/>
        <a:p>
          <a:endParaRPr lang="en-US"/>
        </a:p>
      </dgm:t>
    </dgm:pt>
    <dgm:pt modelId="{3FE7DA35-B493-4754-9166-C7863080DDD0}" type="sibTrans" cxnId="{0C58CD0F-8644-43BD-B613-52302C14C275}">
      <dgm:prSet/>
      <dgm:spPr/>
      <dgm:t>
        <a:bodyPr/>
        <a:lstStyle/>
        <a:p>
          <a:endParaRPr lang="en-US"/>
        </a:p>
      </dgm:t>
    </dgm:pt>
    <dgm:pt modelId="{4AFF88FF-FB2B-4E6C-8FC2-38451634E465}" type="pres">
      <dgm:prSet presAssocID="{E8B2B8D6-8591-4142-9AD7-C07AA34A8DA7}" presName="linear" presStyleCnt="0">
        <dgm:presLayoutVars>
          <dgm:animLvl val="lvl"/>
          <dgm:resizeHandles val="exact"/>
        </dgm:presLayoutVars>
      </dgm:prSet>
      <dgm:spPr/>
    </dgm:pt>
    <dgm:pt modelId="{2C81B9E1-E76C-460E-8367-D17CED37B723}" type="pres">
      <dgm:prSet presAssocID="{005D3053-AE7E-463C-BDA3-612E57A8098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46B069-561D-44F5-B33A-634D33FBB3A6}" type="pres">
      <dgm:prSet presAssocID="{005D3053-AE7E-463C-BDA3-612E57A80981}" presName="childText" presStyleLbl="revTx" presStyleIdx="0" presStyleCnt="2">
        <dgm:presLayoutVars>
          <dgm:bulletEnabled val="1"/>
        </dgm:presLayoutVars>
      </dgm:prSet>
      <dgm:spPr/>
    </dgm:pt>
    <dgm:pt modelId="{D42C3CE4-ECAB-488A-865A-49A5C03F4117}" type="pres">
      <dgm:prSet presAssocID="{37FB5FD4-26F3-4822-9AFB-CDAB7C1A797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C509DFD-86EE-40C0-8984-83B76519B85D}" type="pres">
      <dgm:prSet presAssocID="{37FB5FD4-26F3-4822-9AFB-CDAB7C1A797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E6C4A0C-7688-4F79-AEF3-5E4E77D0D60E}" type="presOf" srcId="{E8B2B8D6-8591-4142-9AD7-C07AA34A8DA7}" destId="{4AFF88FF-FB2B-4E6C-8FC2-38451634E465}" srcOrd="0" destOrd="0" presId="urn:microsoft.com/office/officeart/2005/8/layout/vList2"/>
    <dgm:cxn modelId="{0C58CD0F-8644-43BD-B613-52302C14C275}" srcId="{37FB5FD4-26F3-4822-9AFB-CDAB7C1A7970}" destId="{5C615099-0215-4299-B02E-7393EABCE3AC}" srcOrd="1" destOrd="0" parTransId="{B34C6EF9-7361-4EEF-8BE0-0C22FDDE2612}" sibTransId="{3FE7DA35-B493-4754-9166-C7863080DDD0}"/>
    <dgm:cxn modelId="{98991B16-6D6C-49DB-AF32-EB94ACB8185A}" type="presOf" srcId="{BA196ACF-EC49-447E-84FB-93A8887F1C18}" destId="{AC509DFD-86EE-40C0-8984-83B76519B85D}" srcOrd="0" destOrd="0" presId="urn:microsoft.com/office/officeart/2005/8/layout/vList2"/>
    <dgm:cxn modelId="{BCF6FD4F-0F47-4D40-8277-80782708F3EC}" srcId="{37FB5FD4-26F3-4822-9AFB-CDAB7C1A7970}" destId="{BA196ACF-EC49-447E-84FB-93A8887F1C18}" srcOrd="0" destOrd="0" parTransId="{57BD3070-4F1E-4AD5-B8E2-F181255E7DC7}" sibTransId="{4A3EC2BB-47B0-4533-AFD0-72C00368055F}"/>
    <dgm:cxn modelId="{92393653-C2B6-4A44-BD27-BF8754180B32}" type="presOf" srcId="{5C615099-0215-4299-B02E-7393EABCE3AC}" destId="{AC509DFD-86EE-40C0-8984-83B76519B85D}" srcOrd="0" destOrd="1" presId="urn:microsoft.com/office/officeart/2005/8/layout/vList2"/>
    <dgm:cxn modelId="{32FBC755-4F62-4FAE-AA73-45D125DA3478}" srcId="{E8B2B8D6-8591-4142-9AD7-C07AA34A8DA7}" destId="{37FB5FD4-26F3-4822-9AFB-CDAB7C1A7970}" srcOrd="1" destOrd="0" parTransId="{1DE77903-E9AB-4A21-8FCF-4AEE585EE9FA}" sibTransId="{48C79895-F1A0-415B-B7D6-3675D0C42BDC}"/>
    <dgm:cxn modelId="{BB5E279D-D173-42E8-91E4-B1D50301E4E8}" type="presOf" srcId="{AAF69267-D600-4A27-8F7D-B8FF48104073}" destId="{9546B069-561D-44F5-B33A-634D33FBB3A6}" srcOrd="0" destOrd="1" presId="urn:microsoft.com/office/officeart/2005/8/layout/vList2"/>
    <dgm:cxn modelId="{E2E7E3BB-8F8D-4A65-A515-FEDD479AA9A8}" srcId="{005D3053-AE7E-463C-BDA3-612E57A80981}" destId="{AAF69267-D600-4A27-8F7D-B8FF48104073}" srcOrd="1" destOrd="0" parTransId="{A370705D-EAD9-4D69-B50B-220406A6167C}" sibTransId="{65E16B6F-96C8-4947-9E12-195A97537560}"/>
    <dgm:cxn modelId="{B5FE5FC3-1FC5-41ED-A379-5116BE90E8A6}" srcId="{005D3053-AE7E-463C-BDA3-612E57A80981}" destId="{923C8395-7211-4DD8-B302-7E8FEC359D81}" srcOrd="0" destOrd="0" parTransId="{EFE3EEF5-032B-4A59-B100-2830CC86DB73}" sibTransId="{4CA89C2B-7545-48F7-8289-4EB0033D5962}"/>
    <dgm:cxn modelId="{ACB4C4CB-802D-4D16-8C2D-CCA348486DAB}" type="presOf" srcId="{923C8395-7211-4DD8-B302-7E8FEC359D81}" destId="{9546B069-561D-44F5-B33A-634D33FBB3A6}" srcOrd="0" destOrd="0" presId="urn:microsoft.com/office/officeart/2005/8/layout/vList2"/>
    <dgm:cxn modelId="{226EB7D0-3D1A-4816-8492-73CD4AA3F00E}" srcId="{E8B2B8D6-8591-4142-9AD7-C07AA34A8DA7}" destId="{005D3053-AE7E-463C-BDA3-612E57A80981}" srcOrd="0" destOrd="0" parTransId="{8E2D0625-4BCF-4DA4-911F-3F8919D32158}" sibTransId="{D733F76C-37E4-4AF2-9B11-7E0362048AC9}"/>
    <dgm:cxn modelId="{5DD63EEB-D442-4E32-B63D-F9AE42081048}" type="presOf" srcId="{37FB5FD4-26F3-4822-9AFB-CDAB7C1A7970}" destId="{D42C3CE4-ECAB-488A-865A-49A5C03F4117}" srcOrd="0" destOrd="0" presId="urn:microsoft.com/office/officeart/2005/8/layout/vList2"/>
    <dgm:cxn modelId="{704B52F2-178D-461B-AD79-FAAF8DCEAB96}" type="presOf" srcId="{005D3053-AE7E-463C-BDA3-612E57A80981}" destId="{2C81B9E1-E76C-460E-8367-D17CED37B723}" srcOrd="0" destOrd="0" presId="urn:microsoft.com/office/officeart/2005/8/layout/vList2"/>
    <dgm:cxn modelId="{C24E9E93-1E19-4055-91A9-CFC3ACE1AAFA}" type="presParOf" srcId="{4AFF88FF-FB2B-4E6C-8FC2-38451634E465}" destId="{2C81B9E1-E76C-460E-8367-D17CED37B723}" srcOrd="0" destOrd="0" presId="urn:microsoft.com/office/officeart/2005/8/layout/vList2"/>
    <dgm:cxn modelId="{3419C1C2-8290-4BF8-A2D5-0CBC7864BF94}" type="presParOf" srcId="{4AFF88FF-FB2B-4E6C-8FC2-38451634E465}" destId="{9546B069-561D-44F5-B33A-634D33FBB3A6}" srcOrd="1" destOrd="0" presId="urn:microsoft.com/office/officeart/2005/8/layout/vList2"/>
    <dgm:cxn modelId="{F6F46B39-2496-4070-A0B9-0ED27C7B0EFE}" type="presParOf" srcId="{4AFF88FF-FB2B-4E6C-8FC2-38451634E465}" destId="{D42C3CE4-ECAB-488A-865A-49A5C03F4117}" srcOrd="2" destOrd="0" presId="urn:microsoft.com/office/officeart/2005/8/layout/vList2"/>
    <dgm:cxn modelId="{F1AC4BCD-BB3F-4A01-9AEB-5722B39DBE91}" type="presParOf" srcId="{4AFF88FF-FB2B-4E6C-8FC2-38451634E465}" destId="{AC509DFD-86EE-40C0-8984-83B76519B85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3B3AC6-6562-4E60-9402-0770E7DAA3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A17C96FA-BD7F-44A5-B7FE-46019E9400C4}">
      <dgm:prSet/>
      <dgm:spPr/>
      <dgm:t>
        <a:bodyPr/>
        <a:lstStyle/>
        <a:p>
          <a:r>
            <a:rPr lang="en-US"/>
            <a:t>Desafio:</a:t>
          </a:r>
        </a:p>
      </dgm:t>
    </dgm:pt>
    <dgm:pt modelId="{87EEAAF7-206D-4EC8-91A1-E1D1CFB751C6}" type="parTrans" cxnId="{D495B73C-1DB4-47A7-AB46-DA2EE5A62E85}">
      <dgm:prSet/>
      <dgm:spPr/>
      <dgm:t>
        <a:bodyPr/>
        <a:lstStyle/>
        <a:p>
          <a:endParaRPr lang="en-US"/>
        </a:p>
      </dgm:t>
    </dgm:pt>
    <dgm:pt modelId="{67604C81-7E8E-4A0A-9468-3D1E4CD07A46}" type="sibTrans" cxnId="{D495B73C-1DB4-47A7-AB46-DA2EE5A62E85}">
      <dgm:prSet/>
      <dgm:spPr/>
      <dgm:t>
        <a:bodyPr/>
        <a:lstStyle/>
        <a:p>
          <a:endParaRPr lang="en-US"/>
        </a:p>
      </dgm:t>
    </dgm:pt>
    <dgm:pt modelId="{6C1A7E4A-0D0D-4DC9-AD55-03D75AB5AB02}">
      <dgm:prSet/>
      <dgm:spPr/>
      <dgm:t>
        <a:bodyPr/>
        <a:lstStyle/>
        <a:p>
          <a:r>
            <a:rPr lang="en-US" dirty="0" err="1"/>
            <a:t>Extrair</a:t>
          </a:r>
          <a:r>
            <a:rPr lang="en-US" dirty="0"/>
            <a:t> dados </a:t>
          </a:r>
          <a:r>
            <a:rPr lang="en-US" dirty="0" err="1"/>
            <a:t>públicos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JSON (IBGE </a:t>
          </a:r>
          <a:r>
            <a:rPr lang="en-US" dirty="0" err="1"/>
            <a:t>ou</a:t>
          </a:r>
          <a:r>
            <a:rPr lang="en-US" dirty="0"/>
            <a:t> GitHub)</a:t>
          </a:r>
        </a:p>
      </dgm:t>
    </dgm:pt>
    <dgm:pt modelId="{6DD47E1E-15D7-45F2-A9DC-A1675BF7BDAF}" type="parTrans" cxnId="{8F474B8B-BFED-4D66-9B50-753D969EDADC}">
      <dgm:prSet/>
      <dgm:spPr/>
      <dgm:t>
        <a:bodyPr/>
        <a:lstStyle/>
        <a:p>
          <a:endParaRPr lang="en-US"/>
        </a:p>
      </dgm:t>
    </dgm:pt>
    <dgm:pt modelId="{0F8CB367-0FA9-4A70-9B0B-7BE9EE485F54}" type="sibTrans" cxnId="{8F474B8B-BFED-4D66-9B50-753D969EDADC}">
      <dgm:prSet/>
      <dgm:spPr/>
      <dgm:t>
        <a:bodyPr/>
        <a:lstStyle/>
        <a:p>
          <a:endParaRPr lang="en-US"/>
        </a:p>
      </dgm:t>
    </dgm:pt>
    <dgm:pt modelId="{892273A3-BBEC-44C9-AD34-4B2D63F59919}">
      <dgm:prSet/>
      <dgm:spPr/>
      <dgm:t>
        <a:bodyPr/>
        <a:lstStyle/>
        <a:p>
          <a:r>
            <a:rPr lang="en-US" dirty="0" err="1"/>
            <a:t>Realizar</a:t>
          </a:r>
          <a:r>
            <a:rPr lang="en-US" dirty="0"/>
            <a:t> </a:t>
          </a:r>
          <a:r>
            <a:rPr lang="en-US" dirty="0" err="1"/>
            <a:t>tratamento</a:t>
          </a:r>
          <a:r>
            <a:rPr lang="en-US" dirty="0"/>
            <a:t> com Power Query</a:t>
          </a:r>
        </a:p>
      </dgm:t>
    </dgm:pt>
    <dgm:pt modelId="{E0893F26-71FF-43F3-AD5C-9BD46248D7EE}" type="parTrans" cxnId="{255BAD2F-C0E1-404D-9AC4-DD443701FC42}">
      <dgm:prSet/>
      <dgm:spPr/>
      <dgm:t>
        <a:bodyPr/>
        <a:lstStyle/>
        <a:p>
          <a:endParaRPr lang="en-US"/>
        </a:p>
      </dgm:t>
    </dgm:pt>
    <dgm:pt modelId="{A554BB07-7866-4FB6-9D63-3329C564B241}" type="sibTrans" cxnId="{255BAD2F-C0E1-404D-9AC4-DD443701FC42}">
      <dgm:prSet/>
      <dgm:spPr/>
      <dgm:t>
        <a:bodyPr/>
        <a:lstStyle/>
        <a:p>
          <a:endParaRPr lang="en-US"/>
        </a:p>
      </dgm:t>
    </dgm:pt>
    <dgm:pt modelId="{18F32B20-5B18-4050-9FEA-97E53A0D1856}">
      <dgm:prSet/>
      <dgm:spPr/>
      <dgm:t>
        <a:bodyPr/>
        <a:lstStyle/>
        <a:p>
          <a:r>
            <a:rPr lang="en-US" dirty="0" err="1"/>
            <a:t>Modelar</a:t>
          </a:r>
          <a:r>
            <a:rPr lang="en-US" dirty="0"/>
            <a:t> </a:t>
          </a:r>
          <a:r>
            <a:rPr lang="en-US" dirty="0" err="1"/>
            <a:t>dimensões</a:t>
          </a:r>
          <a:r>
            <a:rPr lang="en-US" dirty="0"/>
            <a:t> e </a:t>
          </a:r>
          <a:r>
            <a:rPr lang="en-US" dirty="0" err="1"/>
            <a:t>fatos</a:t>
          </a:r>
          <a:endParaRPr lang="en-US" dirty="0"/>
        </a:p>
      </dgm:t>
    </dgm:pt>
    <dgm:pt modelId="{66C158D1-27F8-499F-B5EE-3740E638C0B3}" type="parTrans" cxnId="{76A366E5-F6A5-4162-8A2B-8B8537AE77C0}">
      <dgm:prSet/>
      <dgm:spPr/>
      <dgm:t>
        <a:bodyPr/>
        <a:lstStyle/>
        <a:p>
          <a:endParaRPr lang="en-US"/>
        </a:p>
      </dgm:t>
    </dgm:pt>
    <dgm:pt modelId="{BD06CDA2-67C2-4B72-B13C-45D0C0D77C8D}" type="sibTrans" cxnId="{76A366E5-F6A5-4162-8A2B-8B8537AE77C0}">
      <dgm:prSet/>
      <dgm:spPr/>
      <dgm:t>
        <a:bodyPr/>
        <a:lstStyle/>
        <a:p>
          <a:endParaRPr lang="en-US"/>
        </a:p>
      </dgm:t>
    </dgm:pt>
    <dgm:pt modelId="{246E33E8-37EE-42D2-A54A-F8C772CD4EE5}">
      <dgm:prSet/>
      <dgm:spPr/>
      <dgm:t>
        <a:bodyPr/>
        <a:lstStyle/>
        <a:p>
          <a:r>
            <a:rPr lang="en-US" dirty="0" err="1"/>
            <a:t>Criar</a:t>
          </a:r>
          <a:r>
            <a:rPr lang="en-US" dirty="0"/>
            <a:t> </a:t>
          </a:r>
          <a:r>
            <a:rPr lang="en-US" dirty="0" err="1"/>
            <a:t>visualizações</a:t>
          </a:r>
          <a:r>
            <a:rPr lang="en-US" dirty="0"/>
            <a:t> </a:t>
          </a:r>
          <a:r>
            <a:rPr lang="en-US" dirty="0" err="1"/>
            <a:t>iniciais</a:t>
          </a:r>
          <a:endParaRPr lang="en-US" dirty="0"/>
        </a:p>
      </dgm:t>
    </dgm:pt>
    <dgm:pt modelId="{2AD52599-5E06-423B-8C6D-5EE6A128D7E1}" type="parTrans" cxnId="{60DC2342-849E-4FBB-BB99-F5ACC4EC35C9}">
      <dgm:prSet/>
      <dgm:spPr/>
      <dgm:t>
        <a:bodyPr/>
        <a:lstStyle/>
        <a:p>
          <a:endParaRPr lang="en-US"/>
        </a:p>
      </dgm:t>
    </dgm:pt>
    <dgm:pt modelId="{446BC896-BF10-4367-B1F1-15818557B72E}" type="sibTrans" cxnId="{60DC2342-849E-4FBB-BB99-F5ACC4EC35C9}">
      <dgm:prSet/>
      <dgm:spPr/>
      <dgm:t>
        <a:bodyPr/>
        <a:lstStyle/>
        <a:p>
          <a:endParaRPr lang="en-US"/>
        </a:p>
      </dgm:t>
    </dgm:pt>
    <dgm:pt modelId="{BBF2368D-5985-45B2-AF37-2AFED5AF468A}">
      <dgm:prSet/>
      <dgm:spPr/>
      <dgm:t>
        <a:bodyPr/>
        <a:lstStyle/>
        <a:p>
          <a:r>
            <a:rPr lang="en-US" dirty="0" err="1"/>
            <a:t>Enviar</a:t>
          </a:r>
          <a:r>
            <a:rPr lang="en-US" dirty="0"/>
            <a:t> o .</a:t>
          </a:r>
          <a:r>
            <a:rPr lang="en-US" dirty="0" err="1"/>
            <a:t>pbix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Sala Online </a:t>
          </a:r>
          <a:r>
            <a:rPr lang="en-US" dirty="0" err="1"/>
            <a:t>até</a:t>
          </a:r>
          <a:r>
            <a:rPr lang="en-US" dirty="0"/>
            <a:t> o final do </a:t>
          </a:r>
          <a:r>
            <a:rPr lang="en-US" dirty="0" err="1"/>
            <a:t>dia</a:t>
          </a:r>
          <a:endParaRPr lang="en-US" dirty="0"/>
        </a:p>
      </dgm:t>
    </dgm:pt>
    <dgm:pt modelId="{3D67246C-206E-454E-A9CF-AAFA1BE1418B}" type="parTrans" cxnId="{63A3AA95-95FB-426E-8CD0-7718A083B542}">
      <dgm:prSet/>
      <dgm:spPr/>
      <dgm:t>
        <a:bodyPr/>
        <a:lstStyle/>
        <a:p>
          <a:endParaRPr lang="en-US"/>
        </a:p>
      </dgm:t>
    </dgm:pt>
    <dgm:pt modelId="{1190071D-B59B-4E25-ABB5-542F2F5A9633}" type="sibTrans" cxnId="{63A3AA95-95FB-426E-8CD0-7718A083B542}">
      <dgm:prSet/>
      <dgm:spPr/>
      <dgm:t>
        <a:bodyPr/>
        <a:lstStyle/>
        <a:p>
          <a:endParaRPr lang="en-US"/>
        </a:p>
      </dgm:t>
    </dgm:pt>
    <dgm:pt modelId="{3C53B3CC-E45F-4076-8118-7C6816F6D3D5}" type="pres">
      <dgm:prSet presAssocID="{BE3B3AC6-6562-4E60-9402-0770E7DAA347}" presName="root" presStyleCnt="0">
        <dgm:presLayoutVars>
          <dgm:dir/>
          <dgm:resizeHandles val="exact"/>
        </dgm:presLayoutVars>
      </dgm:prSet>
      <dgm:spPr/>
    </dgm:pt>
    <dgm:pt modelId="{0AEB4CDC-0333-4849-864A-7A00B64CB3C6}" type="pres">
      <dgm:prSet presAssocID="{A17C96FA-BD7F-44A5-B7FE-46019E9400C4}" presName="compNode" presStyleCnt="0"/>
      <dgm:spPr/>
    </dgm:pt>
    <dgm:pt modelId="{75712005-B479-474E-8F9D-193E37766893}" type="pres">
      <dgm:prSet presAssocID="{A17C96FA-BD7F-44A5-B7FE-46019E9400C4}" presName="bgRect" presStyleLbl="bgShp" presStyleIdx="0" presStyleCnt="6" custLinFactNeighborX="-49" custLinFactNeighborY="1265"/>
      <dgm:spPr/>
    </dgm:pt>
    <dgm:pt modelId="{8435B66E-D8E5-4E7A-B3C1-A2CEC0667EC3}" type="pres">
      <dgm:prSet presAssocID="{A17C96FA-BD7F-44A5-B7FE-46019E9400C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ão"/>
        </a:ext>
      </dgm:extLst>
    </dgm:pt>
    <dgm:pt modelId="{7BCD1183-6D99-48BD-BBC0-D8E2F7C94811}" type="pres">
      <dgm:prSet presAssocID="{A17C96FA-BD7F-44A5-B7FE-46019E9400C4}" presName="spaceRect" presStyleCnt="0"/>
      <dgm:spPr/>
    </dgm:pt>
    <dgm:pt modelId="{11D94AE1-75D3-439C-B186-74349C840D61}" type="pres">
      <dgm:prSet presAssocID="{A17C96FA-BD7F-44A5-B7FE-46019E9400C4}" presName="parTx" presStyleLbl="revTx" presStyleIdx="0" presStyleCnt="6">
        <dgm:presLayoutVars>
          <dgm:chMax val="0"/>
          <dgm:chPref val="0"/>
        </dgm:presLayoutVars>
      </dgm:prSet>
      <dgm:spPr/>
    </dgm:pt>
    <dgm:pt modelId="{B2F9F100-DB07-49E4-B1FE-0B9B04DC15A4}" type="pres">
      <dgm:prSet presAssocID="{67604C81-7E8E-4A0A-9468-3D1E4CD07A46}" presName="sibTrans" presStyleCnt="0"/>
      <dgm:spPr/>
    </dgm:pt>
    <dgm:pt modelId="{DB758C75-CCCA-46C9-AAB6-19870498768F}" type="pres">
      <dgm:prSet presAssocID="{6C1A7E4A-0D0D-4DC9-AD55-03D75AB5AB02}" presName="compNode" presStyleCnt="0"/>
      <dgm:spPr/>
    </dgm:pt>
    <dgm:pt modelId="{EA17CE6A-416A-4B03-A6C8-2DA99F211626}" type="pres">
      <dgm:prSet presAssocID="{6C1A7E4A-0D0D-4DC9-AD55-03D75AB5AB02}" presName="bgRect" presStyleLbl="bgShp" presStyleIdx="1" presStyleCnt="6"/>
      <dgm:spPr/>
    </dgm:pt>
    <dgm:pt modelId="{27FA0BA7-10F9-4284-B0B0-72E7F99CAE2A}" type="pres">
      <dgm:prSet presAssocID="{6C1A7E4A-0D0D-4DC9-AD55-03D75AB5AB0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cador de documento"/>
        </a:ext>
      </dgm:extLst>
    </dgm:pt>
    <dgm:pt modelId="{D53D4814-57B8-4903-8E5A-44905CD244FF}" type="pres">
      <dgm:prSet presAssocID="{6C1A7E4A-0D0D-4DC9-AD55-03D75AB5AB02}" presName="spaceRect" presStyleCnt="0"/>
      <dgm:spPr/>
    </dgm:pt>
    <dgm:pt modelId="{CBFDA5A3-3F3A-4626-9F6A-1D6591709745}" type="pres">
      <dgm:prSet presAssocID="{6C1A7E4A-0D0D-4DC9-AD55-03D75AB5AB02}" presName="parTx" presStyleLbl="revTx" presStyleIdx="1" presStyleCnt="6">
        <dgm:presLayoutVars>
          <dgm:chMax val="0"/>
          <dgm:chPref val="0"/>
        </dgm:presLayoutVars>
      </dgm:prSet>
      <dgm:spPr/>
    </dgm:pt>
    <dgm:pt modelId="{30EF4BCC-212D-4B8E-B770-104FBE0D4E4C}" type="pres">
      <dgm:prSet presAssocID="{0F8CB367-0FA9-4A70-9B0B-7BE9EE485F54}" presName="sibTrans" presStyleCnt="0"/>
      <dgm:spPr/>
    </dgm:pt>
    <dgm:pt modelId="{60E9DBC5-73DE-4BAD-926B-EC1DC3AAD580}" type="pres">
      <dgm:prSet presAssocID="{892273A3-BBEC-44C9-AD34-4B2D63F59919}" presName="compNode" presStyleCnt="0"/>
      <dgm:spPr/>
    </dgm:pt>
    <dgm:pt modelId="{9101C43B-22E6-43BB-A81F-304B74A7F0A1}" type="pres">
      <dgm:prSet presAssocID="{892273A3-BBEC-44C9-AD34-4B2D63F59919}" presName="bgRect" presStyleLbl="bgShp" presStyleIdx="2" presStyleCnt="6"/>
      <dgm:spPr/>
    </dgm:pt>
    <dgm:pt modelId="{46A41CE0-F1B9-4076-8C99-ADA1DDE5252F}" type="pres">
      <dgm:prSet presAssocID="{892273A3-BBEC-44C9-AD34-4B2D63F5991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ulha"/>
        </a:ext>
      </dgm:extLst>
    </dgm:pt>
    <dgm:pt modelId="{8482663D-46DE-48CF-9C8B-CB50C8D9EBE3}" type="pres">
      <dgm:prSet presAssocID="{892273A3-BBEC-44C9-AD34-4B2D63F59919}" presName="spaceRect" presStyleCnt="0"/>
      <dgm:spPr/>
    </dgm:pt>
    <dgm:pt modelId="{019388BA-62C5-4163-8A08-0D0113BE8015}" type="pres">
      <dgm:prSet presAssocID="{892273A3-BBEC-44C9-AD34-4B2D63F59919}" presName="parTx" presStyleLbl="revTx" presStyleIdx="2" presStyleCnt="6">
        <dgm:presLayoutVars>
          <dgm:chMax val="0"/>
          <dgm:chPref val="0"/>
        </dgm:presLayoutVars>
      </dgm:prSet>
      <dgm:spPr/>
    </dgm:pt>
    <dgm:pt modelId="{62F7DDA7-A41C-4BD2-BD55-380E1700EF0E}" type="pres">
      <dgm:prSet presAssocID="{A554BB07-7866-4FB6-9D63-3329C564B241}" presName="sibTrans" presStyleCnt="0"/>
      <dgm:spPr/>
    </dgm:pt>
    <dgm:pt modelId="{5B850616-8A19-48B4-BDBC-A5E7C8D9AB01}" type="pres">
      <dgm:prSet presAssocID="{18F32B20-5B18-4050-9FEA-97E53A0D1856}" presName="compNode" presStyleCnt="0"/>
      <dgm:spPr/>
    </dgm:pt>
    <dgm:pt modelId="{7D813540-A8E8-417C-9E3F-93F0409E0F39}" type="pres">
      <dgm:prSet presAssocID="{18F32B20-5B18-4050-9FEA-97E53A0D1856}" presName="bgRect" presStyleLbl="bgShp" presStyleIdx="3" presStyleCnt="6"/>
      <dgm:spPr/>
    </dgm:pt>
    <dgm:pt modelId="{B8450ACD-3EBA-48E5-947A-4888B7835ECF}" type="pres">
      <dgm:prSet presAssocID="{18F32B20-5B18-4050-9FEA-97E53A0D185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stir"/>
        </a:ext>
      </dgm:extLst>
    </dgm:pt>
    <dgm:pt modelId="{E7270E86-A5E9-4D70-B996-A332049C6C13}" type="pres">
      <dgm:prSet presAssocID="{18F32B20-5B18-4050-9FEA-97E53A0D1856}" presName="spaceRect" presStyleCnt="0"/>
      <dgm:spPr/>
    </dgm:pt>
    <dgm:pt modelId="{6A9E6C06-71F6-4E00-8FD2-030D175BFCEC}" type="pres">
      <dgm:prSet presAssocID="{18F32B20-5B18-4050-9FEA-97E53A0D1856}" presName="parTx" presStyleLbl="revTx" presStyleIdx="3" presStyleCnt="6">
        <dgm:presLayoutVars>
          <dgm:chMax val="0"/>
          <dgm:chPref val="0"/>
        </dgm:presLayoutVars>
      </dgm:prSet>
      <dgm:spPr/>
    </dgm:pt>
    <dgm:pt modelId="{27E9FC0D-971D-47E1-970A-CF3038C2C8FC}" type="pres">
      <dgm:prSet presAssocID="{BD06CDA2-67C2-4B72-B13C-45D0C0D77C8D}" presName="sibTrans" presStyleCnt="0"/>
      <dgm:spPr/>
    </dgm:pt>
    <dgm:pt modelId="{85ABC4DA-5429-44E0-9EEF-11D11D9A99D0}" type="pres">
      <dgm:prSet presAssocID="{246E33E8-37EE-42D2-A54A-F8C772CD4EE5}" presName="compNode" presStyleCnt="0"/>
      <dgm:spPr/>
    </dgm:pt>
    <dgm:pt modelId="{5E3765AD-ACAC-4F13-A9F3-91957218AA4B}" type="pres">
      <dgm:prSet presAssocID="{246E33E8-37EE-42D2-A54A-F8C772CD4EE5}" presName="bgRect" presStyleLbl="bgShp" presStyleIdx="4" presStyleCnt="6"/>
      <dgm:spPr/>
    </dgm:pt>
    <dgm:pt modelId="{7CD44786-DF3B-4AE1-AFC6-20A097B8F64F}" type="pres">
      <dgm:prSet presAssocID="{246E33E8-37EE-42D2-A54A-F8C772CD4EE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áquina de escrever"/>
        </a:ext>
      </dgm:extLst>
    </dgm:pt>
    <dgm:pt modelId="{FA9513D4-6082-481B-81BF-BA764610E3D9}" type="pres">
      <dgm:prSet presAssocID="{246E33E8-37EE-42D2-A54A-F8C772CD4EE5}" presName="spaceRect" presStyleCnt="0"/>
      <dgm:spPr/>
    </dgm:pt>
    <dgm:pt modelId="{9784551E-2DF6-4D02-817B-B5FAF89D0416}" type="pres">
      <dgm:prSet presAssocID="{246E33E8-37EE-42D2-A54A-F8C772CD4EE5}" presName="parTx" presStyleLbl="revTx" presStyleIdx="4" presStyleCnt="6">
        <dgm:presLayoutVars>
          <dgm:chMax val="0"/>
          <dgm:chPref val="0"/>
        </dgm:presLayoutVars>
      </dgm:prSet>
      <dgm:spPr/>
    </dgm:pt>
    <dgm:pt modelId="{F47796CF-B003-4151-9EAD-3925F7EB9CF1}" type="pres">
      <dgm:prSet presAssocID="{446BC896-BF10-4367-B1F1-15818557B72E}" presName="sibTrans" presStyleCnt="0"/>
      <dgm:spPr/>
    </dgm:pt>
    <dgm:pt modelId="{410640A5-F2A4-434E-8327-31ED97C20326}" type="pres">
      <dgm:prSet presAssocID="{BBF2368D-5985-45B2-AF37-2AFED5AF468A}" presName="compNode" presStyleCnt="0"/>
      <dgm:spPr/>
    </dgm:pt>
    <dgm:pt modelId="{125B716C-08E1-45CF-A252-56F0BC4053DB}" type="pres">
      <dgm:prSet presAssocID="{BBF2368D-5985-45B2-AF37-2AFED5AF468A}" presName="bgRect" presStyleLbl="bgShp" presStyleIdx="5" presStyleCnt="6"/>
      <dgm:spPr/>
    </dgm:pt>
    <dgm:pt modelId="{7113B39D-A221-46EF-B7AC-785B4CC15F6B}" type="pres">
      <dgm:prSet presAssocID="{BBF2368D-5985-45B2-AF37-2AFED5AF468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eia"/>
        </a:ext>
      </dgm:extLst>
    </dgm:pt>
    <dgm:pt modelId="{670C2C4A-B9F7-4185-A704-5CA6AAA629B4}" type="pres">
      <dgm:prSet presAssocID="{BBF2368D-5985-45B2-AF37-2AFED5AF468A}" presName="spaceRect" presStyleCnt="0"/>
      <dgm:spPr/>
    </dgm:pt>
    <dgm:pt modelId="{7CCCEE6C-D817-4D94-B557-3A0B117C2D78}" type="pres">
      <dgm:prSet presAssocID="{BBF2368D-5985-45B2-AF37-2AFED5AF468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55BAD2F-C0E1-404D-9AC4-DD443701FC42}" srcId="{BE3B3AC6-6562-4E60-9402-0770E7DAA347}" destId="{892273A3-BBEC-44C9-AD34-4B2D63F59919}" srcOrd="2" destOrd="0" parTransId="{E0893F26-71FF-43F3-AD5C-9BD46248D7EE}" sibTransId="{A554BB07-7866-4FB6-9D63-3329C564B241}"/>
    <dgm:cxn modelId="{D495B73C-1DB4-47A7-AB46-DA2EE5A62E85}" srcId="{BE3B3AC6-6562-4E60-9402-0770E7DAA347}" destId="{A17C96FA-BD7F-44A5-B7FE-46019E9400C4}" srcOrd="0" destOrd="0" parTransId="{87EEAAF7-206D-4EC8-91A1-E1D1CFB751C6}" sibTransId="{67604C81-7E8E-4A0A-9468-3D1E4CD07A46}"/>
    <dgm:cxn modelId="{B320883F-EC42-4C68-9A23-A58300E0EB05}" type="presOf" srcId="{18F32B20-5B18-4050-9FEA-97E53A0D1856}" destId="{6A9E6C06-71F6-4E00-8FD2-030D175BFCEC}" srcOrd="0" destOrd="0" presId="urn:microsoft.com/office/officeart/2018/2/layout/IconVerticalSolidList"/>
    <dgm:cxn modelId="{A21BBC41-C130-4CCE-81FB-685622E863BC}" type="presOf" srcId="{6C1A7E4A-0D0D-4DC9-AD55-03D75AB5AB02}" destId="{CBFDA5A3-3F3A-4626-9F6A-1D6591709745}" srcOrd="0" destOrd="0" presId="urn:microsoft.com/office/officeart/2018/2/layout/IconVerticalSolidList"/>
    <dgm:cxn modelId="{60DC2342-849E-4FBB-BB99-F5ACC4EC35C9}" srcId="{BE3B3AC6-6562-4E60-9402-0770E7DAA347}" destId="{246E33E8-37EE-42D2-A54A-F8C772CD4EE5}" srcOrd="4" destOrd="0" parTransId="{2AD52599-5E06-423B-8C6D-5EE6A128D7E1}" sibTransId="{446BC896-BF10-4367-B1F1-15818557B72E}"/>
    <dgm:cxn modelId="{E7ECCA67-3711-45FB-8796-C804AE941621}" type="presOf" srcId="{892273A3-BBEC-44C9-AD34-4B2D63F59919}" destId="{019388BA-62C5-4163-8A08-0D0113BE8015}" srcOrd="0" destOrd="0" presId="urn:microsoft.com/office/officeart/2018/2/layout/IconVerticalSolidList"/>
    <dgm:cxn modelId="{36450152-C2AE-4148-9818-920F5F81A584}" type="presOf" srcId="{BBF2368D-5985-45B2-AF37-2AFED5AF468A}" destId="{7CCCEE6C-D817-4D94-B557-3A0B117C2D78}" srcOrd="0" destOrd="0" presId="urn:microsoft.com/office/officeart/2018/2/layout/IconVerticalSolidList"/>
    <dgm:cxn modelId="{19CAA583-E068-44CD-8831-06E1D62FCAFB}" type="presOf" srcId="{BE3B3AC6-6562-4E60-9402-0770E7DAA347}" destId="{3C53B3CC-E45F-4076-8118-7C6816F6D3D5}" srcOrd="0" destOrd="0" presId="urn:microsoft.com/office/officeart/2018/2/layout/IconVerticalSolidList"/>
    <dgm:cxn modelId="{8F474B8B-BFED-4D66-9B50-753D969EDADC}" srcId="{BE3B3AC6-6562-4E60-9402-0770E7DAA347}" destId="{6C1A7E4A-0D0D-4DC9-AD55-03D75AB5AB02}" srcOrd="1" destOrd="0" parTransId="{6DD47E1E-15D7-45F2-A9DC-A1675BF7BDAF}" sibTransId="{0F8CB367-0FA9-4A70-9B0B-7BE9EE485F54}"/>
    <dgm:cxn modelId="{5E7DF392-530C-4D23-AD12-0476319DC801}" type="presOf" srcId="{A17C96FA-BD7F-44A5-B7FE-46019E9400C4}" destId="{11D94AE1-75D3-439C-B186-74349C840D61}" srcOrd="0" destOrd="0" presId="urn:microsoft.com/office/officeart/2018/2/layout/IconVerticalSolidList"/>
    <dgm:cxn modelId="{63A3AA95-95FB-426E-8CD0-7718A083B542}" srcId="{BE3B3AC6-6562-4E60-9402-0770E7DAA347}" destId="{BBF2368D-5985-45B2-AF37-2AFED5AF468A}" srcOrd="5" destOrd="0" parTransId="{3D67246C-206E-454E-A9CF-AAFA1BE1418B}" sibTransId="{1190071D-B59B-4E25-ABB5-542F2F5A9633}"/>
    <dgm:cxn modelId="{76A366E5-F6A5-4162-8A2B-8B8537AE77C0}" srcId="{BE3B3AC6-6562-4E60-9402-0770E7DAA347}" destId="{18F32B20-5B18-4050-9FEA-97E53A0D1856}" srcOrd="3" destOrd="0" parTransId="{66C158D1-27F8-499F-B5EE-3740E638C0B3}" sibTransId="{BD06CDA2-67C2-4B72-B13C-45D0C0D77C8D}"/>
    <dgm:cxn modelId="{8956A7F3-DF53-4B21-B57B-462530BA29B7}" type="presOf" srcId="{246E33E8-37EE-42D2-A54A-F8C772CD4EE5}" destId="{9784551E-2DF6-4D02-817B-B5FAF89D0416}" srcOrd="0" destOrd="0" presId="urn:microsoft.com/office/officeart/2018/2/layout/IconVerticalSolidList"/>
    <dgm:cxn modelId="{A2E50C61-A650-4446-AA52-966F6344908B}" type="presParOf" srcId="{3C53B3CC-E45F-4076-8118-7C6816F6D3D5}" destId="{0AEB4CDC-0333-4849-864A-7A00B64CB3C6}" srcOrd="0" destOrd="0" presId="urn:microsoft.com/office/officeart/2018/2/layout/IconVerticalSolidList"/>
    <dgm:cxn modelId="{E3246F86-5328-4D89-8CA9-35B6D411AC36}" type="presParOf" srcId="{0AEB4CDC-0333-4849-864A-7A00B64CB3C6}" destId="{75712005-B479-474E-8F9D-193E37766893}" srcOrd="0" destOrd="0" presId="urn:microsoft.com/office/officeart/2018/2/layout/IconVerticalSolidList"/>
    <dgm:cxn modelId="{7179DA32-F468-43DD-998E-8E84655F1CF3}" type="presParOf" srcId="{0AEB4CDC-0333-4849-864A-7A00B64CB3C6}" destId="{8435B66E-D8E5-4E7A-B3C1-A2CEC0667EC3}" srcOrd="1" destOrd="0" presId="urn:microsoft.com/office/officeart/2018/2/layout/IconVerticalSolidList"/>
    <dgm:cxn modelId="{13AE2807-BFB0-436E-8DF4-96AB59D550CC}" type="presParOf" srcId="{0AEB4CDC-0333-4849-864A-7A00B64CB3C6}" destId="{7BCD1183-6D99-48BD-BBC0-D8E2F7C94811}" srcOrd="2" destOrd="0" presId="urn:microsoft.com/office/officeart/2018/2/layout/IconVerticalSolidList"/>
    <dgm:cxn modelId="{10B81024-834D-4248-ACC6-70361F89C6B4}" type="presParOf" srcId="{0AEB4CDC-0333-4849-864A-7A00B64CB3C6}" destId="{11D94AE1-75D3-439C-B186-74349C840D61}" srcOrd="3" destOrd="0" presId="urn:microsoft.com/office/officeart/2018/2/layout/IconVerticalSolidList"/>
    <dgm:cxn modelId="{E73773BB-813B-4E4F-BFCD-2EFEDBA25516}" type="presParOf" srcId="{3C53B3CC-E45F-4076-8118-7C6816F6D3D5}" destId="{B2F9F100-DB07-49E4-B1FE-0B9B04DC15A4}" srcOrd="1" destOrd="0" presId="urn:microsoft.com/office/officeart/2018/2/layout/IconVerticalSolidList"/>
    <dgm:cxn modelId="{FA1A5413-5CBF-4680-826D-2EBBA87E39E9}" type="presParOf" srcId="{3C53B3CC-E45F-4076-8118-7C6816F6D3D5}" destId="{DB758C75-CCCA-46C9-AAB6-19870498768F}" srcOrd="2" destOrd="0" presId="urn:microsoft.com/office/officeart/2018/2/layout/IconVerticalSolidList"/>
    <dgm:cxn modelId="{8F6FDEC2-F9C2-44DE-96FF-9EEDF3C10DD5}" type="presParOf" srcId="{DB758C75-CCCA-46C9-AAB6-19870498768F}" destId="{EA17CE6A-416A-4B03-A6C8-2DA99F211626}" srcOrd="0" destOrd="0" presId="urn:microsoft.com/office/officeart/2018/2/layout/IconVerticalSolidList"/>
    <dgm:cxn modelId="{290B5FD4-79DE-4648-B8C4-4C6410C856AB}" type="presParOf" srcId="{DB758C75-CCCA-46C9-AAB6-19870498768F}" destId="{27FA0BA7-10F9-4284-B0B0-72E7F99CAE2A}" srcOrd="1" destOrd="0" presId="urn:microsoft.com/office/officeart/2018/2/layout/IconVerticalSolidList"/>
    <dgm:cxn modelId="{2636F40A-E02B-426E-ABC8-A170D91025B3}" type="presParOf" srcId="{DB758C75-CCCA-46C9-AAB6-19870498768F}" destId="{D53D4814-57B8-4903-8E5A-44905CD244FF}" srcOrd="2" destOrd="0" presId="urn:microsoft.com/office/officeart/2018/2/layout/IconVerticalSolidList"/>
    <dgm:cxn modelId="{9183A85E-29C4-4B30-9D59-0DB8A1C4F778}" type="presParOf" srcId="{DB758C75-CCCA-46C9-AAB6-19870498768F}" destId="{CBFDA5A3-3F3A-4626-9F6A-1D6591709745}" srcOrd="3" destOrd="0" presId="urn:microsoft.com/office/officeart/2018/2/layout/IconVerticalSolidList"/>
    <dgm:cxn modelId="{FA5EDE8F-5CB5-486A-ACB2-E366C5315D3A}" type="presParOf" srcId="{3C53B3CC-E45F-4076-8118-7C6816F6D3D5}" destId="{30EF4BCC-212D-4B8E-B770-104FBE0D4E4C}" srcOrd="3" destOrd="0" presId="urn:microsoft.com/office/officeart/2018/2/layout/IconVerticalSolidList"/>
    <dgm:cxn modelId="{0B2FB359-268A-4984-8663-EE48EAD4EB5F}" type="presParOf" srcId="{3C53B3CC-E45F-4076-8118-7C6816F6D3D5}" destId="{60E9DBC5-73DE-4BAD-926B-EC1DC3AAD580}" srcOrd="4" destOrd="0" presId="urn:microsoft.com/office/officeart/2018/2/layout/IconVerticalSolidList"/>
    <dgm:cxn modelId="{C0A95DBF-EC43-4FC0-AB1D-6CF6A3A4FD13}" type="presParOf" srcId="{60E9DBC5-73DE-4BAD-926B-EC1DC3AAD580}" destId="{9101C43B-22E6-43BB-A81F-304B74A7F0A1}" srcOrd="0" destOrd="0" presId="urn:microsoft.com/office/officeart/2018/2/layout/IconVerticalSolidList"/>
    <dgm:cxn modelId="{0A5CF0D0-06BE-4C57-BA2A-417C6600C9D4}" type="presParOf" srcId="{60E9DBC5-73DE-4BAD-926B-EC1DC3AAD580}" destId="{46A41CE0-F1B9-4076-8C99-ADA1DDE5252F}" srcOrd="1" destOrd="0" presId="urn:microsoft.com/office/officeart/2018/2/layout/IconVerticalSolidList"/>
    <dgm:cxn modelId="{79F881DB-BFDB-422E-AA94-EF18778BA799}" type="presParOf" srcId="{60E9DBC5-73DE-4BAD-926B-EC1DC3AAD580}" destId="{8482663D-46DE-48CF-9C8B-CB50C8D9EBE3}" srcOrd="2" destOrd="0" presId="urn:microsoft.com/office/officeart/2018/2/layout/IconVerticalSolidList"/>
    <dgm:cxn modelId="{3794D4CA-9FEC-421E-953C-34677BB094CC}" type="presParOf" srcId="{60E9DBC5-73DE-4BAD-926B-EC1DC3AAD580}" destId="{019388BA-62C5-4163-8A08-0D0113BE8015}" srcOrd="3" destOrd="0" presId="urn:microsoft.com/office/officeart/2018/2/layout/IconVerticalSolidList"/>
    <dgm:cxn modelId="{677F5A1A-1AE9-416A-B386-11AFCB938A18}" type="presParOf" srcId="{3C53B3CC-E45F-4076-8118-7C6816F6D3D5}" destId="{62F7DDA7-A41C-4BD2-BD55-380E1700EF0E}" srcOrd="5" destOrd="0" presId="urn:microsoft.com/office/officeart/2018/2/layout/IconVerticalSolidList"/>
    <dgm:cxn modelId="{7453E8DA-0992-442B-826D-525DF8D1E3C1}" type="presParOf" srcId="{3C53B3CC-E45F-4076-8118-7C6816F6D3D5}" destId="{5B850616-8A19-48B4-BDBC-A5E7C8D9AB01}" srcOrd="6" destOrd="0" presId="urn:microsoft.com/office/officeart/2018/2/layout/IconVerticalSolidList"/>
    <dgm:cxn modelId="{7256BD6E-E98A-422A-AAAC-9D2DFD94D718}" type="presParOf" srcId="{5B850616-8A19-48B4-BDBC-A5E7C8D9AB01}" destId="{7D813540-A8E8-417C-9E3F-93F0409E0F39}" srcOrd="0" destOrd="0" presId="urn:microsoft.com/office/officeart/2018/2/layout/IconVerticalSolidList"/>
    <dgm:cxn modelId="{FA319923-0C9E-4232-BB08-C5FC2D76E713}" type="presParOf" srcId="{5B850616-8A19-48B4-BDBC-A5E7C8D9AB01}" destId="{B8450ACD-3EBA-48E5-947A-4888B7835ECF}" srcOrd="1" destOrd="0" presId="urn:microsoft.com/office/officeart/2018/2/layout/IconVerticalSolidList"/>
    <dgm:cxn modelId="{CAD7D5CC-D74E-44B0-9B9B-9F96C73AD432}" type="presParOf" srcId="{5B850616-8A19-48B4-BDBC-A5E7C8D9AB01}" destId="{E7270E86-A5E9-4D70-B996-A332049C6C13}" srcOrd="2" destOrd="0" presId="urn:microsoft.com/office/officeart/2018/2/layout/IconVerticalSolidList"/>
    <dgm:cxn modelId="{075CD261-68A2-41F6-B944-0290B90D304A}" type="presParOf" srcId="{5B850616-8A19-48B4-BDBC-A5E7C8D9AB01}" destId="{6A9E6C06-71F6-4E00-8FD2-030D175BFCEC}" srcOrd="3" destOrd="0" presId="urn:microsoft.com/office/officeart/2018/2/layout/IconVerticalSolidList"/>
    <dgm:cxn modelId="{AEA286CB-4CE3-43E9-B6E1-BA8041CB26DE}" type="presParOf" srcId="{3C53B3CC-E45F-4076-8118-7C6816F6D3D5}" destId="{27E9FC0D-971D-47E1-970A-CF3038C2C8FC}" srcOrd="7" destOrd="0" presId="urn:microsoft.com/office/officeart/2018/2/layout/IconVerticalSolidList"/>
    <dgm:cxn modelId="{0847D8D9-12E7-4A1E-B65C-3B929B111EBC}" type="presParOf" srcId="{3C53B3CC-E45F-4076-8118-7C6816F6D3D5}" destId="{85ABC4DA-5429-44E0-9EEF-11D11D9A99D0}" srcOrd="8" destOrd="0" presId="urn:microsoft.com/office/officeart/2018/2/layout/IconVerticalSolidList"/>
    <dgm:cxn modelId="{5EBDB3D2-B684-4FCA-9C1D-7546DA22D092}" type="presParOf" srcId="{85ABC4DA-5429-44E0-9EEF-11D11D9A99D0}" destId="{5E3765AD-ACAC-4F13-A9F3-91957218AA4B}" srcOrd="0" destOrd="0" presId="urn:microsoft.com/office/officeart/2018/2/layout/IconVerticalSolidList"/>
    <dgm:cxn modelId="{280A981E-F704-4AAD-A105-F699B2941322}" type="presParOf" srcId="{85ABC4DA-5429-44E0-9EEF-11D11D9A99D0}" destId="{7CD44786-DF3B-4AE1-AFC6-20A097B8F64F}" srcOrd="1" destOrd="0" presId="urn:microsoft.com/office/officeart/2018/2/layout/IconVerticalSolidList"/>
    <dgm:cxn modelId="{96225FC0-B1CB-41B1-B1C3-FF4755FE32CF}" type="presParOf" srcId="{85ABC4DA-5429-44E0-9EEF-11D11D9A99D0}" destId="{FA9513D4-6082-481B-81BF-BA764610E3D9}" srcOrd="2" destOrd="0" presId="urn:microsoft.com/office/officeart/2018/2/layout/IconVerticalSolidList"/>
    <dgm:cxn modelId="{CFC62549-C3B4-4DF2-ABCB-FFABB0DD9F3F}" type="presParOf" srcId="{85ABC4DA-5429-44E0-9EEF-11D11D9A99D0}" destId="{9784551E-2DF6-4D02-817B-B5FAF89D0416}" srcOrd="3" destOrd="0" presId="urn:microsoft.com/office/officeart/2018/2/layout/IconVerticalSolidList"/>
    <dgm:cxn modelId="{5DAF00D2-6291-407B-96EA-E6C121245DB6}" type="presParOf" srcId="{3C53B3CC-E45F-4076-8118-7C6816F6D3D5}" destId="{F47796CF-B003-4151-9EAD-3925F7EB9CF1}" srcOrd="9" destOrd="0" presId="urn:microsoft.com/office/officeart/2018/2/layout/IconVerticalSolidList"/>
    <dgm:cxn modelId="{03CA60BF-3D53-4DF0-9C40-88106F9E0EA0}" type="presParOf" srcId="{3C53B3CC-E45F-4076-8118-7C6816F6D3D5}" destId="{410640A5-F2A4-434E-8327-31ED97C20326}" srcOrd="10" destOrd="0" presId="urn:microsoft.com/office/officeart/2018/2/layout/IconVerticalSolidList"/>
    <dgm:cxn modelId="{C7388074-9148-4B06-A50B-29A83858406A}" type="presParOf" srcId="{410640A5-F2A4-434E-8327-31ED97C20326}" destId="{125B716C-08E1-45CF-A252-56F0BC4053DB}" srcOrd="0" destOrd="0" presId="urn:microsoft.com/office/officeart/2018/2/layout/IconVerticalSolidList"/>
    <dgm:cxn modelId="{31B47C88-A04B-47E0-9B13-AC731FAFDCC6}" type="presParOf" srcId="{410640A5-F2A4-434E-8327-31ED97C20326}" destId="{7113B39D-A221-46EF-B7AC-785B4CC15F6B}" srcOrd="1" destOrd="0" presId="urn:microsoft.com/office/officeart/2018/2/layout/IconVerticalSolidList"/>
    <dgm:cxn modelId="{FA5E0339-0206-44C1-8649-CB929D86942B}" type="presParOf" srcId="{410640A5-F2A4-434E-8327-31ED97C20326}" destId="{670C2C4A-B9F7-4185-A704-5CA6AAA629B4}" srcOrd="2" destOrd="0" presId="urn:microsoft.com/office/officeart/2018/2/layout/IconVerticalSolidList"/>
    <dgm:cxn modelId="{E1E83DC0-04C9-4C8D-8D96-E7A69BB169A9}" type="presParOf" srcId="{410640A5-F2A4-434E-8327-31ED97C20326}" destId="{7CCCEE6C-D817-4D94-B557-3A0B117C2D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6C28B8-B961-425E-BE7E-A4D6DFC559CA}" type="doc">
      <dgm:prSet loTypeId="urn:microsoft.com/office/officeart/2005/8/layout/defaul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EE425BCD-33B1-45BF-BB4A-8727CE8F27CE}">
      <dgm:prSet/>
      <dgm:spPr/>
      <dgm:t>
        <a:bodyPr/>
        <a:lstStyle/>
        <a:p>
          <a:r>
            <a:rPr lang="en-US"/>
            <a:t>🧾 Primeira entrega: Diagnóstico e Teorização</a:t>
          </a:r>
        </a:p>
      </dgm:t>
    </dgm:pt>
    <dgm:pt modelId="{877E169C-DCB5-4C66-93C9-4CE858436E5C}" type="parTrans" cxnId="{BDE19179-EAF2-440E-BFAE-24C728B782AC}">
      <dgm:prSet/>
      <dgm:spPr/>
      <dgm:t>
        <a:bodyPr/>
        <a:lstStyle/>
        <a:p>
          <a:endParaRPr lang="en-US"/>
        </a:p>
      </dgm:t>
    </dgm:pt>
    <dgm:pt modelId="{87F4BFEB-FCA1-4B98-A2F9-8866F8FE07B7}" type="sibTrans" cxnId="{BDE19179-EAF2-440E-BFAE-24C728B782AC}">
      <dgm:prSet/>
      <dgm:spPr/>
      <dgm:t>
        <a:bodyPr/>
        <a:lstStyle/>
        <a:p>
          <a:endParaRPr lang="en-US"/>
        </a:p>
      </dgm:t>
    </dgm:pt>
    <dgm:pt modelId="{11199D9D-CBC9-469B-A5EB-7E797FE5675B}">
      <dgm:prSet/>
      <dgm:spPr/>
      <dgm:t>
        <a:bodyPr/>
        <a:lstStyle/>
        <a:p>
          <a:r>
            <a:rPr lang="en-US"/>
            <a:t>📍 Data limite: 31/03/2025</a:t>
          </a:r>
        </a:p>
      </dgm:t>
    </dgm:pt>
    <dgm:pt modelId="{8CB492B1-3223-496A-9B4D-419D9BF17C01}" type="parTrans" cxnId="{CB953FE1-617F-42C8-A6D4-2364496083AD}">
      <dgm:prSet/>
      <dgm:spPr/>
      <dgm:t>
        <a:bodyPr/>
        <a:lstStyle/>
        <a:p>
          <a:endParaRPr lang="en-US"/>
        </a:p>
      </dgm:t>
    </dgm:pt>
    <dgm:pt modelId="{7B3676EB-9498-43A7-8687-48886106B423}" type="sibTrans" cxnId="{CB953FE1-617F-42C8-A6D4-2364496083AD}">
      <dgm:prSet/>
      <dgm:spPr/>
      <dgm:t>
        <a:bodyPr/>
        <a:lstStyle/>
        <a:p>
          <a:endParaRPr lang="en-US"/>
        </a:p>
      </dgm:t>
    </dgm:pt>
    <dgm:pt modelId="{800DB2F3-E9B6-43BE-B205-6C1040600DC5}">
      <dgm:prSet/>
      <dgm:spPr/>
      <dgm:t>
        <a:bodyPr/>
        <a:lstStyle/>
        <a:p>
          <a:r>
            <a:rPr lang="en-US"/>
            <a:t>🎤 Apresentação Pitch:</a:t>
          </a:r>
        </a:p>
      </dgm:t>
    </dgm:pt>
    <dgm:pt modelId="{EF92CA8A-0D8C-47F6-AC84-47D60E10DC92}" type="parTrans" cxnId="{8431591F-5AF5-4AEC-8E7D-F57DCAA02203}">
      <dgm:prSet/>
      <dgm:spPr/>
      <dgm:t>
        <a:bodyPr/>
        <a:lstStyle/>
        <a:p>
          <a:endParaRPr lang="en-US"/>
        </a:p>
      </dgm:t>
    </dgm:pt>
    <dgm:pt modelId="{EA709F9B-A6FD-416E-A872-7759A1242232}" type="sibTrans" cxnId="{8431591F-5AF5-4AEC-8E7D-F57DCAA02203}">
      <dgm:prSet/>
      <dgm:spPr/>
      <dgm:t>
        <a:bodyPr/>
        <a:lstStyle/>
        <a:p>
          <a:endParaRPr lang="en-US"/>
        </a:p>
      </dgm:t>
    </dgm:pt>
    <dgm:pt modelId="{7AC1018D-D113-49CF-935F-365965A25870}">
      <dgm:prSet/>
      <dgm:spPr/>
      <dgm:t>
        <a:bodyPr/>
        <a:lstStyle/>
        <a:p>
          <a:r>
            <a:rPr lang="en-US"/>
            <a:t>📅 01/04/2025</a:t>
          </a:r>
        </a:p>
      </dgm:t>
    </dgm:pt>
    <dgm:pt modelId="{A6B94CC1-20BB-4382-9A4C-B3939DFE86BC}" type="parTrans" cxnId="{B7D7DFBE-A4D0-4126-80DF-8CB5C183C063}">
      <dgm:prSet/>
      <dgm:spPr/>
      <dgm:t>
        <a:bodyPr/>
        <a:lstStyle/>
        <a:p>
          <a:endParaRPr lang="en-US"/>
        </a:p>
      </dgm:t>
    </dgm:pt>
    <dgm:pt modelId="{9CC64C8D-CB4D-47DF-8F36-32FD4A6953FB}" type="sibTrans" cxnId="{B7D7DFBE-A4D0-4126-80DF-8CB5C183C063}">
      <dgm:prSet/>
      <dgm:spPr/>
      <dgm:t>
        <a:bodyPr/>
        <a:lstStyle/>
        <a:p>
          <a:endParaRPr lang="en-US"/>
        </a:p>
      </dgm:t>
    </dgm:pt>
    <dgm:pt modelId="{F7D02982-73C4-4437-A2D5-4C4D4E2C71EA}">
      <dgm:prSet/>
      <dgm:spPr/>
      <dgm:t>
        <a:bodyPr/>
        <a:lstStyle/>
        <a:p>
          <a:r>
            <a:rPr lang="en-US"/>
            <a:t>📌 Dica: atualizem o Trello com a estrutura do projeto</a:t>
          </a:r>
        </a:p>
      </dgm:t>
    </dgm:pt>
    <dgm:pt modelId="{AF67EB34-F2F9-4BCF-B095-B01AE9E2DDCE}" type="parTrans" cxnId="{B6947569-EE62-43BB-BEE0-7181AFF695B8}">
      <dgm:prSet/>
      <dgm:spPr/>
      <dgm:t>
        <a:bodyPr/>
        <a:lstStyle/>
        <a:p>
          <a:endParaRPr lang="en-US"/>
        </a:p>
      </dgm:t>
    </dgm:pt>
    <dgm:pt modelId="{9CC89BD0-EA55-43B4-AC49-25A7AA84DE99}" type="sibTrans" cxnId="{B6947569-EE62-43BB-BEE0-7181AFF695B8}">
      <dgm:prSet/>
      <dgm:spPr/>
      <dgm:t>
        <a:bodyPr/>
        <a:lstStyle/>
        <a:p>
          <a:endParaRPr lang="en-US"/>
        </a:p>
      </dgm:t>
    </dgm:pt>
    <dgm:pt modelId="{52E12884-9B86-4249-9ABF-03378BC02A5B}">
      <dgm:prSet/>
      <dgm:spPr/>
      <dgm:t>
        <a:bodyPr/>
        <a:lstStyle/>
        <a:p>
          <a:r>
            <a:rPr lang="en-US"/>
            <a:t>(Parte da avaliação contínua!)</a:t>
          </a:r>
        </a:p>
      </dgm:t>
    </dgm:pt>
    <dgm:pt modelId="{781B044C-82A3-4B62-A53C-ABBA3C9BBFF9}" type="parTrans" cxnId="{01555D38-8EBC-41DA-A837-A06159F0E059}">
      <dgm:prSet/>
      <dgm:spPr/>
      <dgm:t>
        <a:bodyPr/>
        <a:lstStyle/>
        <a:p>
          <a:endParaRPr lang="en-US"/>
        </a:p>
      </dgm:t>
    </dgm:pt>
    <dgm:pt modelId="{39C0EA87-96AF-483A-B58F-16BB98CD30E4}" type="sibTrans" cxnId="{01555D38-8EBC-41DA-A837-A06159F0E059}">
      <dgm:prSet/>
      <dgm:spPr/>
      <dgm:t>
        <a:bodyPr/>
        <a:lstStyle/>
        <a:p>
          <a:endParaRPr lang="en-US"/>
        </a:p>
      </dgm:t>
    </dgm:pt>
    <dgm:pt modelId="{B124C2D3-5EC8-4AFB-8F7B-A294BA433AF4}" type="pres">
      <dgm:prSet presAssocID="{836C28B8-B961-425E-BE7E-A4D6DFC559CA}" presName="diagram" presStyleCnt="0">
        <dgm:presLayoutVars>
          <dgm:dir/>
          <dgm:resizeHandles val="exact"/>
        </dgm:presLayoutVars>
      </dgm:prSet>
      <dgm:spPr/>
    </dgm:pt>
    <dgm:pt modelId="{7F0AC560-AB98-4A05-B576-92EF3E73E417}" type="pres">
      <dgm:prSet presAssocID="{EE425BCD-33B1-45BF-BB4A-8727CE8F27CE}" presName="node" presStyleLbl="node1" presStyleIdx="0" presStyleCnt="6">
        <dgm:presLayoutVars>
          <dgm:bulletEnabled val="1"/>
        </dgm:presLayoutVars>
      </dgm:prSet>
      <dgm:spPr/>
    </dgm:pt>
    <dgm:pt modelId="{C712E2DD-69A1-4D3D-B5B7-D25716361BB3}" type="pres">
      <dgm:prSet presAssocID="{87F4BFEB-FCA1-4B98-A2F9-8866F8FE07B7}" presName="sibTrans" presStyleCnt="0"/>
      <dgm:spPr/>
    </dgm:pt>
    <dgm:pt modelId="{A564EECA-68FF-4E80-9AA4-87B3A29F77B2}" type="pres">
      <dgm:prSet presAssocID="{11199D9D-CBC9-469B-A5EB-7E797FE5675B}" presName="node" presStyleLbl="node1" presStyleIdx="1" presStyleCnt="6">
        <dgm:presLayoutVars>
          <dgm:bulletEnabled val="1"/>
        </dgm:presLayoutVars>
      </dgm:prSet>
      <dgm:spPr/>
    </dgm:pt>
    <dgm:pt modelId="{CB69B328-3F46-42B8-ABB2-DBE899F56B8E}" type="pres">
      <dgm:prSet presAssocID="{7B3676EB-9498-43A7-8687-48886106B423}" presName="sibTrans" presStyleCnt="0"/>
      <dgm:spPr/>
    </dgm:pt>
    <dgm:pt modelId="{2329DCE1-0ED3-4069-AC09-50105CEC5924}" type="pres">
      <dgm:prSet presAssocID="{800DB2F3-E9B6-43BE-B205-6C1040600DC5}" presName="node" presStyleLbl="node1" presStyleIdx="2" presStyleCnt="6">
        <dgm:presLayoutVars>
          <dgm:bulletEnabled val="1"/>
        </dgm:presLayoutVars>
      </dgm:prSet>
      <dgm:spPr/>
    </dgm:pt>
    <dgm:pt modelId="{4DEDAC8C-BF2C-4B87-97D4-5D3FE6283287}" type="pres">
      <dgm:prSet presAssocID="{EA709F9B-A6FD-416E-A872-7759A1242232}" presName="sibTrans" presStyleCnt="0"/>
      <dgm:spPr/>
    </dgm:pt>
    <dgm:pt modelId="{5E2F5629-7A84-426C-B7FC-DC09F3DE738B}" type="pres">
      <dgm:prSet presAssocID="{7AC1018D-D113-49CF-935F-365965A25870}" presName="node" presStyleLbl="node1" presStyleIdx="3" presStyleCnt="6">
        <dgm:presLayoutVars>
          <dgm:bulletEnabled val="1"/>
        </dgm:presLayoutVars>
      </dgm:prSet>
      <dgm:spPr/>
    </dgm:pt>
    <dgm:pt modelId="{09B9AAF2-4833-4193-B05F-6603C6EBB3BD}" type="pres">
      <dgm:prSet presAssocID="{9CC64C8D-CB4D-47DF-8F36-32FD4A6953FB}" presName="sibTrans" presStyleCnt="0"/>
      <dgm:spPr/>
    </dgm:pt>
    <dgm:pt modelId="{438CA81B-A712-4753-94CF-E3EE88485A72}" type="pres">
      <dgm:prSet presAssocID="{F7D02982-73C4-4437-A2D5-4C4D4E2C71EA}" presName="node" presStyleLbl="node1" presStyleIdx="4" presStyleCnt="6">
        <dgm:presLayoutVars>
          <dgm:bulletEnabled val="1"/>
        </dgm:presLayoutVars>
      </dgm:prSet>
      <dgm:spPr/>
    </dgm:pt>
    <dgm:pt modelId="{D1A86E60-A68F-4BA4-AC5B-65355861F2B9}" type="pres">
      <dgm:prSet presAssocID="{9CC89BD0-EA55-43B4-AC49-25A7AA84DE99}" presName="sibTrans" presStyleCnt="0"/>
      <dgm:spPr/>
    </dgm:pt>
    <dgm:pt modelId="{46E27F06-56B4-4BA0-8911-515A154FA140}" type="pres">
      <dgm:prSet presAssocID="{52E12884-9B86-4249-9ABF-03378BC02A5B}" presName="node" presStyleLbl="node1" presStyleIdx="5" presStyleCnt="6">
        <dgm:presLayoutVars>
          <dgm:bulletEnabled val="1"/>
        </dgm:presLayoutVars>
      </dgm:prSet>
      <dgm:spPr/>
    </dgm:pt>
  </dgm:ptLst>
  <dgm:cxnLst>
    <dgm:cxn modelId="{8431591F-5AF5-4AEC-8E7D-F57DCAA02203}" srcId="{836C28B8-B961-425E-BE7E-A4D6DFC559CA}" destId="{800DB2F3-E9B6-43BE-B205-6C1040600DC5}" srcOrd="2" destOrd="0" parTransId="{EF92CA8A-0D8C-47F6-AC84-47D60E10DC92}" sibTransId="{EA709F9B-A6FD-416E-A872-7759A1242232}"/>
    <dgm:cxn modelId="{BF2DCF32-8D9A-4A26-9230-3661FFDD621E}" type="presOf" srcId="{7AC1018D-D113-49CF-935F-365965A25870}" destId="{5E2F5629-7A84-426C-B7FC-DC09F3DE738B}" srcOrd="0" destOrd="0" presId="urn:microsoft.com/office/officeart/2005/8/layout/default"/>
    <dgm:cxn modelId="{01555D38-8EBC-41DA-A837-A06159F0E059}" srcId="{836C28B8-B961-425E-BE7E-A4D6DFC559CA}" destId="{52E12884-9B86-4249-9ABF-03378BC02A5B}" srcOrd="5" destOrd="0" parTransId="{781B044C-82A3-4B62-A53C-ABBA3C9BBFF9}" sibTransId="{39C0EA87-96AF-483A-B58F-16BB98CD30E4}"/>
    <dgm:cxn modelId="{B6947569-EE62-43BB-BEE0-7181AFF695B8}" srcId="{836C28B8-B961-425E-BE7E-A4D6DFC559CA}" destId="{F7D02982-73C4-4437-A2D5-4C4D4E2C71EA}" srcOrd="4" destOrd="0" parTransId="{AF67EB34-F2F9-4BCF-B095-B01AE9E2DDCE}" sibTransId="{9CC89BD0-EA55-43B4-AC49-25A7AA84DE99}"/>
    <dgm:cxn modelId="{BDE19179-EAF2-440E-BFAE-24C728B782AC}" srcId="{836C28B8-B961-425E-BE7E-A4D6DFC559CA}" destId="{EE425BCD-33B1-45BF-BB4A-8727CE8F27CE}" srcOrd="0" destOrd="0" parTransId="{877E169C-DCB5-4C66-93C9-4CE858436E5C}" sibTransId="{87F4BFEB-FCA1-4B98-A2F9-8866F8FE07B7}"/>
    <dgm:cxn modelId="{16005A8B-B2F3-4E12-8396-A235942EA576}" type="presOf" srcId="{EE425BCD-33B1-45BF-BB4A-8727CE8F27CE}" destId="{7F0AC560-AB98-4A05-B576-92EF3E73E417}" srcOrd="0" destOrd="0" presId="urn:microsoft.com/office/officeart/2005/8/layout/default"/>
    <dgm:cxn modelId="{76CB6592-2F32-45FC-A0CB-051B00C0CA6C}" type="presOf" srcId="{800DB2F3-E9B6-43BE-B205-6C1040600DC5}" destId="{2329DCE1-0ED3-4069-AC09-50105CEC5924}" srcOrd="0" destOrd="0" presId="urn:microsoft.com/office/officeart/2005/8/layout/default"/>
    <dgm:cxn modelId="{B7D7DFBE-A4D0-4126-80DF-8CB5C183C063}" srcId="{836C28B8-B961-425E-BE7E-A4D6DFC559CA}" destId="{7AC1018D-D113-49CF-935F-365965A25870}" srcOrd="3" destOrd="0" parTransId="{A6B94CC1-20BB-4382-9A4C-B3939DFE86BC}" sibTransId="{9CC64C8D-CB4D-47DF-8F36-32FD4A6953FB}"/>
    <dgm:cxn modelId="{AB7FCADB-0B86-4C25-BB92-DB575A252AB1}" type="presOf" srcId="{836C28B8-B961-425E-BE7E-A4D6DFC559CA}" destId="{B124C2D3-5EC8-4AFB-8F7B-A294BA433AF4}" srcOrd="0" destOrd="0" presId="urn:microsoft.com/office/officeart/2005/8/layout/default"/>
    <dgm:cxn modelId="{CB953FE1-617F-42C8-A6D4-2364496083AD}" srcId="{836C28B8-B961-425E-BE7E-A4D6DFC559CA}" destId="{11199D9D-CBC9-469B-A5EB-7E797FE5675B}" srcOrd="1" destOrd="0" parTransId="{8CB492B1-3223-496A-9B4D-419D9BF17C01}" sibTransId="{7B3676EB-9498-43A7-8687-48886106B423}"/>
    <dgm:cxn modelId="{42C4D3EC-DD96-4A49-AC98-DBC08755050D}" type="presOf" srcId="{52E12884-9B86-4249-9ABF-03378BC02A5B}" destId="{46E27F06-56B4-4BA0-8911-515A154FA140}" srcOrd="0" destOrd="0" presId="urn:microsoft.com/office/officeart/2005/8/layout/default"/>
    <dgm:cxn modelId="{FD5756F9-041E-4475-88F7-E0CB58487FB6}" type="presOf" srcId="{F7D02982-73C4-4437-A2D5-4C4D4E2C71EA}" destId="{438CA81B-A712-4753-94CF-E3EE88485A72}" srcOrd="0" destOrd="0" presId="urn:microsoft.com/office/officeart/2005/8/layout/default"/>
    <dgm:cxn modelId="{207AB3F9-4323-45AF-A4AF-64E41E2FAC7C}" type="presOf" srcId="{11199D9D-CBC9-469B-A5EB-7E797FE5675B}" destId="{A564EECA-68FF-4E80-9AA4-87B3A29F77B2}" srcOrd="0" destOrd="0" presId="urn:microsoft.com/office/officeart/2005/8/layout/default"/>
    <dgm:cxn modelId="{3C557E34-B48C-45DB-8D46-7FB4EC881B36}" type="presParOf" srcId="{B124C2D3-5EC8-4AFB-8F7B-A294BA433AF4}" destId="{7F0AC560-AB98-4A05-B576-92EF3E73E417}" srcOrd="0" destOrd="0" presId="urn:microsoft.com/office/officeart/2005/8/layout/default"/>
    <dgm:cxn modelId="{5ED1554D-572B-4DB7-874F-4ABBFE725A84}" type="presParOf" srcId="{B124C2D3-5EC8-4AFB-8F7B-A294BA433AF4}" destId="{C712E2DD-69A1-4D3D-B5B7-D25716361BB3}" srcOrd="1" destOrd="0" presId="urn:microsoft.com/office/officeart/2005/8/layout/default"/>
    <dgm:cxn modelId="{BDFDD0C4-7405-4BA8-AA97-D1D8F296B129}" type="presParOf" srcId="{B124C2D3-5EC8-4AFB-8F7B-A294BA433AF4}" destId="{A564EECA-68FF-4E80-9AA4-87B3A29F77B2}" srcOrd="2" destOrd="0" presId="urn:microsoft.com/office/officeart/2005/8/layout/default"/>
    <dgm:cxn modelId="{42624205-8E11-4872-90B6-91E514620677}" type="presParOf" srcId="{B124C2D3-5EC8-4AFB-8F7B-A294BA433AF4}" destId="{CB69B328-3F46-42B8-ABB2-DBE899F56B8E}" srcOrd="3" destOrd="0" presId="urn:microsoft.com/office/officeart/2005/8/layout/default"/>
    <dgm:cxn modelId="{2C73BC3C-7D28-4D89-8DD1-3AD83E5CF438}" type="presParOf" srcId="{B124C2D3-5EC8-4AFB-8F7B-A294BA433AF4}" destId="{2329DCE1-0ED3-4069-AC09-50105CEC5924}" srcOrd="4" destOrd="0" presId="urn:microsoft.com/office/officeart/2005/8/layout/default"/>
    <dgm:cxn modelId="{EBB146B4-0DB8-4BB7-A07A-7DE2CC4F2474}" type="presParOf" srcId="{B124C2D3-5EC8-4AFB-8F7B-A294BA433AF4}" destId="{4DEDAC8C-BF2C-4B87-97D4-5D3FE6283287}" srcOrd="5" destOrd="0" presId="urn:microsoft.com/office/officeart/2005/8/layout/default"/>
    <dgm:cxn modelId="{D9714EEA-F254-4AAA-83BD-CA038E046ACB}" type="presParOf" srcId="{B124C2D3-5EC8-4AFB-8F7B-A294BA433AF4}" destId="{5E2F5629-7A84-426C-B7FC-DC09F3DE738B}" srcOrd="6" destOrd="0" presId="urn:microsoft.com/office/officeart/2005/8/layout/default"/>
    <dgm:cxn modelId="{373EE5A3-9398-49B1-BF25-51502FD757A7}" type="presParOf" srcId="{B124C2D3-5EC8-4AFB-8F7B-A294BA433AF4}" destId="{09B9AAF2-4833-4193-B05F-6603C6EBB3BD}" srcOrd="7" destOrd="0" presId="urn:microsoft.com/office/officeart/2005/8/layout/default"/>
    <dgm:cxn modelId="{E1CF90E2-B10C-4479-B0E3-1FBFCA492425}" type="presParOf" srcId="{B124C2D3-5EC8-4AFB-8F7B-A294BA433AF4}" destId="{438CA81B-A712-4753-94CF-E3EE88485A72}" srcOrd="8" destOrd="0" presId="urn:microsoft.com/office/officeart/2005/8/layout/default"/>
    <dgm:cxn modelId="{292AADB4-5D28-464D-A5BE-E7FCE86617D5}" type="presParOf" srcId="{B124C2D3-5EC8-4AFB-8F7B-A294BA433AF4}" destId="{D1A86E60-A68F-4BA4-AC5B-65355861F2B9}" srcOrd="9" destOrd="0" presId="urn:microsoft.com/office/officeart/2005/8/layout/default"/>
    <dgm:cxn modelId="{E608F3C8-D925-41CE-85EF-B27E62B10655}" type="presParOf" srcId="{B124C2D3-5EC8-4AFB-8F7B-A294BA433AF4}" destId="{46E27F06-56B4-4BA0-8911-515A154FA14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89A8DC8-C210-441E-9E94-81A4F3F4ED63}" type="doc">
      <dgm:prSet loTypeId="urn:microsoft.com/office/officeart/2005/8/layout/vProcess5" loCatId="process" qsTypeId="urn:microsoft.com/office/officeart/2005/8/quickstyle/simple1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9FCCE865-3B6C-46C1-A6D4-74EE77FB2E75}">
      <dgm:prSet/>
      <dgm:spPr/>
      <dgm:t>
        <a:bodyPr/>
        <a:lstStyle/>
        <a:p>
          <a:r>
            <a:rPr lang="en-US"/>
            <a:t>📌 Envio da prática de hoje até hoje à noite!</a:t>
          </a:r>
        </a:p>
      </dgm:t>
    </dgm:pt>
    <dgm:pt modelId="{E783CE49-810F-49B1-A72F-53B061E9B52D}" type="parTrans" cxnId="{24D1701F-C40E-46E5-A554-CA1CCE5CDD40}">
      <dgm:prSet/>
      <dgm:spPr/>
      <dgm:t>
        <a:bodyPr/>
        <a:lstStyle/>
        <a:p>
          <a:endParaRPr lang="en-US"/>
        </a:p>
      </dgm:t>
    </dgm:pt>
    <dgm:pt modelId="{4173D21A-CD6B-45A8-9C66-EAB557EC53A0}" type="sibTrans" cxnId="{24D1701F-C40E-46E5-A554-CA1CCE5CDD40}">
      <dgm:prSet/>
      <dgm:spPr/>
      <dgm:t>
        <a:bodyPr/>
        <a:lstStyle/>
        <a:p>
          <a:endParaRPr lang="en-US"/>
        </a:p>
      </dgm:t>
    </dgm:pt>
    <dgm:pt modelId="{E3BA04BD-F6B4-4996-8403-336C70ED67FD}">
      <dgm:prSet/>
      <dgm:spPr/>
      <dgm:t>
        <a:bodyPr/>
        <a:lstStyle/>
        <a:p>
          <a:r>
            <a:rPr lang="en-US"/>
            <a:t>📌 Trello até amanhã (26/03)</a:t>
          </a:r>
        </a:p>
      </dgm:t>
    </dgm:pt>
    <dgm:pt modelId="{7AF0194B-B160-4152-B497-9A391D586D92}" type="parTrans" cxnId="{63BE5B6D-180A-4540-B725-4983071981BB}">
      <dgm:prSet/>
      <dgm:spPr/>
      <dgm:t>
        <a:bodyPr/>
        <a:lstStyle/>
        <a:p>
          <a:endParaRPr lang="en-US"/>
        </a:p>
      </dgm:t>
    </dgm:pt>
    <dgm:pt modelId="{BF96CA74-A15F-47DE-92FB-C2E173049730}" type="sibTrans" cxnId="{63BE5B6D-180A-4540-B725-4983071981BB}">
      <dgm:prSet/>
      <dgm:spPr/>
      <dgm:t>
        <a:bodyPr/>
        <a:lstStyle/>
        <a:p>
          <a:endParaRPr lang="en-US"/>
        </a:p>
      </dgm:t>
    </dgm:pt>
    <dgm:pt modelId="{E5D4AEAC-E950-4D39-9325-A76541C96352}">
      <dgm:prSet/>
      <dgm:spPr/>
      <dgm:t>
        <a:bodyPr/>
        <a:lstStyle/>
        <a:p>
          <a:r>
            <a:rPr lang="en-US"/>
            <a:t>📌 Trabalho final começa já</a:t>
          </a:r>
          <a:r>
            <a:rPr lang="pt-BR"/>
            <a:t>, parte 1 (31/03)</a:t>
          </a:r>
          <a:r>
            <a:rPr lang="en-US"/>
            <a:t>!</a:t>
          </a:r>
        </a:p>
      </dgm:t>
    </dgm:pt>
    <dgm:pt modelId="{1FB4E673-8C17-42FF-A895-F54B586CC573}" type="parTrans" cxnId="{CD12E020-3992-4D45-9268-918B2402FA96}">
      <dgm:prSet/>
      <dgm:spPr/>
      <dgm:t>
        <a:bodyPr/>
        <a:lstStyle/>
        <a:p>
          <a:endParaRPr lang="en-US"/>
        </a:p>
      </dgm:t>
    </dgm:pt>
    <dgm:pt modelId="{6A6782DF-0085-428C-A101-9A37BC815940}" type="sibTrans" cxnId="{CD12E020-3992-4D45-9268-918B2402FA96}">
      <dgm:prSet/>
      <dgm:spPr/>
      <dgm:t>
        <a:bodyPr/>
        <a:lstStyle/>
        <a:p>
          <a:endParaRPr lang="en-US"/>
        </a:p>
      </dgm:t>
    </dgm:pt>
    <dgm:pt modelId="{F8201F66-4C56-444C-BE67-6D79B5FF6A18}">
      <dgm:prSet/>
      <dgm:spPr/>
      <dgm:t>
        <a:bodyPr/>
        <a:lstStyle/>
        <a:p>
          <a:r>
            <a:rPr lang="pt-BR"/>
            <a:t>📌 Apresentação pitch parte 1 (01/04)!</a:t>
          </a:r>
          <a:endParaRPr lang="en-US"/>
        </a:p>
      </dgm:t>
    </dgm:pt>
    <dgm:pt modelId="{B11BA057-60C3-4A16-A41D-120602103AD4}" type="parTrans" cxnId="{D70DEF9F-52A4-4840-AA29-575E3E29A08A}">
      <dgm:prSet/>
      <dgm:spPr/>
      <dgm:t>
        <a:bodyPr/>
        <a:lstStyle/>
        <a:p>
          <a:endParaRPr lang="en-US"/>
        </a:p>
      </dgm:t>
    </dgm:pt>
    <dgm:pt modelId="{676F6FE1-6626-4984-9093-E476B593E51E}" type="sibTrans" cxnId="{D70DEF9F-52A4-4840-AA29-575E3E29A08A}">
      <dgm:prSet/>
      <dgm:spPr/>
      <dgm:t>
        <a:bodyPr/>
        <a:lstStyle/>
        <a:p>
          <a:endParaRPr lang="en-US"/>
        </a:p>
      </dgm:t>
    </dgm:pt>
    <dgm:pt modelId="{6B8C544F-3299-4DB2-A736-D7600822C028}" type="pres">
      <dgm:prSet presAssocID="{789A8DC8-C210-441E-9E94-81A4F3F4ED63}" presName="outerComposite" presStyleCnt="0">
        <dgm:presLayoutVars>
          <dgm:chMax val="5"/>
          <dgm:dir/>
          <dgm:resizeHandles val="exact"/>
        </dgm:presLayoutVars>
      </dgm:prSet>
      <dgm:spPr/>
    </dgm:pt>
    <dgm:pt modelId="{1C8BA05E-4573-43DE-8BFB-9BFEC5072619}" type="pres">
      <dgm:prSet presAssocID="{789A8DC8-C210-441E-9E94-81A4F3F4ED63}" presName="dummyMaxCanvas" presStyleCnt="0">
        <dgm:presLayoutVars/>
      </dgm:prSet>
      <dgm:spPr/>
    </dgm:pt>
    <dgm:pt modelId="{CB84AD33-37AA-48EA-A004-CC03045457C3}" type="pres">
      <dgm:prSet presAssocID="{789A8DC8-C210-441E-9E94-81A4F3F4ED63}" presName="FourNodes_1" presStyleLbl="node1" presStyleIdx="0" presStyleCnt="4">
        <dgm:presLayoutVars>
          <dgm:bulletEnabled val="1"/>
        </dgm:presLayoutVars>
      </dgm:prSet>
      <dgm:spPr/>
    </dgm:pt>
    <dgm:pt modelId="{30865D18-6C48-443A-9501-795B5C2020C2}" type="pres">
      <dgm:prSet presAssocID="{789A8DC8-C210-441E-9E94-81A4F3F4ED63}" presName="FourNodes_2" presStyleLbl="node1" presStyleIdx="1" presStyleCnt="4">
        <dgm:presLayoutVars>
          <dgm:bulletEnabled val="1"/>
        </dgm:presLayoutVars>
      </dgm:prSet>
      <dgm:spPr/>
    </dgm:pt>
    <dgm:pt modelId="{227A704F-8D9C-49C9-B505-D30DB46370AF}" type="pres">
      <dgm:prSet presAssocID="{789A8DC8-C210-441E-9E94-81A4F3F4ED63}" presName="FourNodes_3" presStyleLbl="node1" presStyleIdx="2" presStyleCnt="4">
        <dgm:presLayoutVars>
          <dgm:bulletEnabled val="1"/>
        </dgm:presLayoutVars>
      </dgm:prSet>
      <dgm:spPr/>
    </dgm:pt>
    <dgm:pt modelId="{7992FD1F-D8DF-4C02-BA52-7A24E0A6BD4E}" type="pres">
      <dgm:prSet presAssocID="{789A8DC8-C210-441E-9E94-81A4F3F4ED63}" presName="FourNodes_4" presStyleLbl="node1" presStyleIdx="3" presStyleCnt="4">
        <dgm:presLayoutVars>
          <dgm:bulletEnabled val="1"/>
        </dgm:presLayoutVars>
      </dgm:prSet>
      <dgm:spPr/>
    </dgm:pt>
    <dgm:pt modelId="{805EB89C-33F5-4EF6-B76F-E2DE1D90C36A}" type="pres">
      <dgm:prSet presAssocID="{789A8DC8-C210-441E-9E94-81A4F3F4ED63}" presName="FourConn_1-2" presStyleLbl="fgAccFollowNode1" presStyleIdx="0" presStyleCnt="3">
        <dgm:presLayoutVars>
          <dgm:bulletEnabled val="1"/>
        </dgm:presLayoutVars>
      </dgm:prSet>
      <dgm:spPr/>
    </dgm:pt>
    <dgm:pt modelId="{F9813C6D-D758-49E8-B9C1-61B0E47FCE80}" type="pres">
      <dgm:prSet presAssocID="{789A8DC8-C210-441E-9E94-81A4F3F4ED63}" presName="FourConn_2-3" presStyleLbl="fgAccFollowNode1" presStyleIdx="1" presStyleCnt="3">
        <dgm:presLayoutVars>
          <dgm:bulletEnabled val="1"/>
        </dgm:presLayoutVars>
      </dgm:prSet>
      <dgm:spPr/>
    </dgm:pt>
    <dgm:pt modelId="{3A945FBD-9BF2-44EE-BA34-6EEF8F959B56}" type="pres">
      <dgm:prSet presAssocID="{789A8DC8-C210-441E-9E94-81A4F3F4ED63}" presName="FourConn_3-4" presStyleLbl="fgAccFollowNode1" presStyleIdx="2" presStyleCnt="3">
        <dgm:presLayoutVars>
          <dgm:bulletEnabled val="1"/>
        </dgm:presLayoutVars>
      </dgm:prSet>
      <dgm:spPr/>
    </dgm:pt>
    <dgm:pt modelId="{CEB9A718-A555-4D6C-9AD2-55193F1D6297}" type="pres">
      <dgm:prSet presAssocID="{789A8DC8-C210-441E-9E94-81A4F3F4ED63}" presName="FourNodes_1_text" presStyleLbl="node1" presStyleIdx="3" presStyleCnt="4">
        <dgm:presLayoutVars>
          <dgm:bulletEnabled val="1"/>
        </dgm:presLayoutVars>
      </dgm:prSet>
      <dgm:spPr/>
    </dgm:pt>
    <dgm:pt modelId="{2F7D532D-02A7-4E6D-BF65-A3418B66EC88}" type="pres">
      <dgm:prSet presAssocID="{789A8DC8-C210-441E-9E94-81A4F3F4ED63}" presName="FourNodes_2_text" presStyleLbl="node1" presStyleIdx="3" presStyleCnt="4">
        <dgm:presLayoutVars>
          <dgm:bulletEnabled val="1"/>
        </dgm:presLayoutVars>
      </dgm:prSet>
      <dgm:spPr/>
    </dgm:pt>
    <dgm:pt modelId="{BE1121DF-2447-439D-84A5-2DC5F1E0A2CF}" type="pres">
      <dgm:prSet presAssocID="{789A8DC8-C210-441E-9E94-81A4F3F4ED63}" presName="FourNodes_3_text" presStyleLbl="node1" presStyleIdx="3" presStyleCnt="4">
        <dgm:presLayoutVars>
          <dgm:bulletEnabled val="1"/>
        </dgm:presLayoutVars>
      </dgm:prSet>
      <dgm:spPr/>
    </dgm:pt>
    <dgm:pt modelId="{126D5DF0-5D7A-41A1-89F3-80BD1475241F}" type="pres">
      <dgm:prSet presAssocID="{789A8DC8-C210-441E-9E94-81A4F3F4ED6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AD0550B-7239-4AC3-8CFC-96281B718261}" type="presOf" srcId="{E5D4AEAC-E950-4D39-9325-A76541C96352}" destId="{BE1121DF-2447-439D-84A5-2DC5F1E0A2CF}" srcOrd="1" destOrd="0" presId="urn:microsoft.com/office/officeart/2005/8/layout/vProcess5"/>
    <dgm:cxn modelId="{7A39771B-533B-45D6-BF10-2A6D3C423B39}" type="presOf" srcId="{BF96CA74-A15F-47DE-92FB-C2E173049730}" destId="{F9813C6D-D758-49E8-B9C1-61B0E47FCE80}" srcOrd="0" destOrd="0" presId="urn:microsoft.com/office/officeart/2005/8/layout/vProcess5"/>
    <dgm:cxn modelId="{24D1701F-C40E-46E5-A554-CA1CCE5CDD40}" srcId="{789A8DC8-C210-441E-9E94-81A4F3F4ED63}" destId="{9FCCE865-3B6C-46C1-A6D4-74EE77FB2E75}" srcOrd="0" destOrd="0" parTransId="{E783CE49-810F-49B1-A72F-53B061E9B52D}" sibTransId="{4173D21A-CD6B-45A8-9C66-EAB557EC53A0}"/>
    <dgm:cxn modelId="{E84E7420-7494-43C7-BCB5-B6642962977F}" type="presOf" srcId="{9FCCE865-3B6C-46C1-A6D4-74EE77FB2E75}" destId="{CB84AD33-37AA-48EA-A004-CC03045457C3}" srcOrd="0" destOrd="0" presId="urn:microsoft.com/office/officeart/2005/8/layout/vProcess5"/>
    <dgm:cxn modelId="{CD12E020-3992-4D45-9268-918B2402FA96}" srcId="{789A8DC8-C210-441E-9E94-81A4F3F4ED63}" destId="{E5D4AEAC-E950-4D39-9325-A76541C96352}" srcOrd="2" destOrd="0" parTransId="{1FB4E673-8C17-42FF-A895-F54B586CC573}" sibTransId="{6A6782DF-0085-428C-A101-9A37BC815940}"/>
    <dgm:cxn modelId="{8BC61E25-BB65-46B0-80F6-11F38A753DBB}" type="presOf" srcId="{4173D21A-CD6B-45A8-9C66-EAB557EC53A0}" destId="{805EB89C-33F5-4EF6-B76F-E2DE1D90C36A}" srcOrd="0" destOrd="0" presId="urn:microsoft.com/office/officeart/2005/8/layout/vProcess5"/>
    <dgm:cxn modelId="{E957E428-2754-43E4-8191-50FFEECD83D7}" type="presOf" srcId="{E5D4AEAC-E950-4D39-9325-A76541C96352}" destId="{227A704F-8D9C-49C9-B505-D30DB46370AF}" srcOrd="0" destOrd="0" presId="urn:microsoft.com/office/officeart/2005/8/layout/vProcess5"/>
    <dgm:cxn modelId="{63BE5B6D-180A-4540-B725-4983071981BB}" srcId="{789A8DC8-C210-441E-9E94-81A4F3F4ED63}" destId="{E3BA04BD-F6B4-4996-8403-336C70ED67FD}" srcOrd="1" destOrd="0" parTransId="{7AF0194B-B160-4152-B497-9A391D586D92}" sibTransId="{BF96CA74-A15F-47DE-92FB-C2E173049730}"/>
    <dgm:cxn modelId="{E321804D-109F-4E2C-A8D8-63DB785BAC10}" type="presOf" srcId="{9FCCE865-3B6C-46C1-A6D4-74EE77FB2E75}" destId="{CEB9A718-A555-4D6C-9AD2-55193F1D6297}" srcOrd="1" destOrd="0" presId="urn:microsoft.com/office/officeart/2005/8/layout/vProcess5"/>
    <dgm:cxn modelId="{5348D675-8E69-4621-809F-AB006EE1D0D1}" type="presOf" srcId="{789A8DC8-C210-441E-9E94-81A4F3F4ED63}" destId="{6B8C544F-3299-4DB2-A736-D7600822C028}" srcOrd="0" destOrd="0" presId="urn:microsoft.com/office/officeart/2005/8/layout/vProcess5"/>
    <dgm:cxn modelId="{6ED5DE8A-FEB0-49DC-8433-787126A2AA9F}" type="presOf" srcId="{E3BA04BD-F6B4-4996-8403-336C70ED67FD}" destId="{30865D18-6C48-443A-9501-795B5C2020C2}" srcOrd="0" destOrd="0" presId="urn:microsoft.com/office/officeart/2005/8/layout/vProcess5"/>
    <dgm:cxn modelId="{D70DEF9F-52A4-4840-AA29-575E3E29A08A}" srcId="{789A8DC8-C210-441E-9E94-81A4F3F4ED63}" destId="{F8201F66-4C56-444C-BE67-6D79B5FF6A18}" srcOrd="3" destOrd="0" parTransId="{B11BA057-60C3-4A16-A41D-120602103AD4}" sibTransId="{676F6FE1-6626-4984-9093-E476B593E51E}"/>
    <dgm:cxn modelId="{BFD3D3B8-8BC4-4926-9979-EB524FB37BF4}" type="presOf" srcId="{F8201F66-4C56-444C-BE67-6D79B5FF6A18}" destId="{7992FD1F-D8DF-4C02-BA52-7A24E0A6BD4E}" srcOrd="0" destOrd="0" presId="urn:microsoft.com/office/officeart/2005/8/layout/vProcess5"/>
    <dgm:cxn modelId="{38C71ABC-FD12-45AA-B7A2-46B10A94B208}" type="presOf" srcId="{F8201F66-4C56-444C-BE67-6D79B5FF6A18}" destId="{126D5DF0-5D7A-41A1-89F3-80BD1475241F}" srcOrd="1" destOrd="0" presId="urn:microsoft.com/office/officeart/2005/8/layout/vProcess5"/>
    <dgm:cxn modelId="{AD91B8F0-F4A8-438B-B0A1-E31A303B2B79}" type="presOf" srcId="{6A6782DF-0085-428C-A101-9A37BC815940}" destId="{3A945FBD-9BF2-44EE-BA34-6EEF8F959B56}" srcOrd="0" destOrd="0" presId="urn:microsoft.com/office/officeart/2005/8/layout/vProcess5"/>
    <dgm:cxn modelId="{A6D02FFD-B5E3-444E-9C3B-0EDB3514E70A}" type="presOf" srcId="{E3BA04BD-F6B4-4996-8403-336C70ED67FD}" destId="{2F7D532D-02A7-4E6D-BF65-A3418B66EC88}" srcOrd="1" destOrd="0" presId="urn:microsoft.com/office/officeart/2005/8/layout/vProcess5"/>
    <dgm:cxn modelId="{578B8743-AB79-4AAB-85A6-995F7D0B7368}" type="presParOf" srcId="{6B8C544F-3299-4DB2-A736-D7600822C028}" destId="{1C8BA05E-4573-43DE-8BFB-9BFEC5072619}" srcOrd="0" destOrd="0" presId="urn:microsoft.com/office/officeart/2005/8/layout/vProcess5"/>
    <dgm:cxn modelId="{BF9FB838-81BD-4078-AE33-8DEAE4F7F090}" type="presParOf" srcId="{6B8C544F-3299-4DB2-A736-D7600822C028}" destId="{CB84AD33-37AA-48EA-A004-CC03045457C3}" srcOrd="1" destOrd="0" presId="urn:microsoft.com/office/officeart/2005/8/layout/vProcess5"/>
    <dgm:cxn modelId="{A93DF8EA-0E78-4DC8-88FB-1C5825AD8D2E}" type="presParOf" srcId="{6B8C544F-3299-4DB2-A736-D7600822C028}" destId="{30865D18-6C48-443A-9501-795B5C2020C2}" srcOrd="2" destOrd="0" presId="urn:microsoft.com/office/officeart/2005/8/layout/vProcess5"/>
    <dgm:cxn modelId="{15A66312-3A2B-47CE-8470-66E6043882C7}" type="presParOf" srcId="{6B8C544F-3299-4DB2-A736-D7600822C028}" destId="{227A704F-8D9C-49C9-B505-D30DB46370AF}" srcOrd="3" destOrd="0" presId="urn:microsoft.com/office/officeart/2005/8/layout/vProcess5"/>
    <dgm:cxn modelId="{53050CE7-6205-4925-B4D5-DE24C4E2748A}" type="presParOf" srcId="{6B8C544F-3299-4DB2-A736-D7600822C028}" destId="{7992FD1F-D8DF-4C02-BA52-7A24E0A6BD4E}" srcOrd="4" destOrd="0" presId="urn:microsoft.com/office/officeart/2005/8/layout/vProcess5"/>
    <dgm:cxn modelId="{D57FCA56-88E0-48AE-91DA-11466286688E}" type="presParOf" srcId="{6B8C544F-3299-4DB2-A736-D7600822C028}" destId="{805EB89C-33F5-4EF6-B76F-E2DE1D90C36A}" srcOrd="5" destOrd="0" presId="urn:microsoft.com/office/officeart/2005/8/layout/vProcess5"/>
    <dgm:cxn modelId="{E541A77F-EA01-44B7-8DF2-44CD379ACF21}" type="presParOf" srcId="{6B8C544F-3299-4DB2-A736-D7600822C028}" destId="{F9813C6D-D758-49E8-B9C1-61B0E47FCE80}" srcOrd="6" destOrd="0" presId="urn:microsoft.com/office/officeart/2005/8/layout/vProcess5"/>
    <dgm:cxn modelId="{9F223356-F176-4004-A4E6-947E0205BCEC}" type="presParOf" srcId="{6B8C544F-3299-4DB2-A736-D7600822C028}" destId="{3A945FBD-9BF2-44EE-BA34-6EEF8F959B56}" srcOrd="7" destOrd="0" presId="urn:microsoft.com/office/officeart/2005/8/layout/vProcess5"/>
    <dgm:cxn modelId="{81B7A8C3-4DEA-4E06-A627-473DB713E88B}" type="presParOf" srcId="{6B8C544F-3299-4DB2-A736-D7600822C028}" destId="{CEB9A718-A555-4D6C-9AD2-55193F1D6297}" srcOrd="8" destOrd="0" presId="urn:microsoft.com/office/officeart/2005/8/layout/vProcess5"/>
    <dgm:cxn modelId="{4D1D45E2-B885-482E-A7B0-9F6C926791CE}" type="presParOf" srcId="{6B8C544F-3299-4DB2-A736-D7600822C028}" destId="{2F7D532D-02A7-4E6D-BF65-A3418B66EC88}" srcOrd="9" destOrd="0" presId="urn:microsoft.com/office/officeart/2005/8/layout/vProcess5"/>
    <dgm:cxn modelId="{748A3C7F-428D-4C86-8B1A-203A5AE53218}" type="presParOf" srcId="{6B8C544F-3299-4DB2-A736-D7600822C028}" destId="{BE1121DF-2447-439D-84A5-2DC5F1E0A2CF}" srcOrd="10" destOrd="0" presId="urn:microsoft.com/office/officeart/2005/8/layout/vProcess5"/>
    <dgm:cxn modelId="{6AE84000-13C6-4F84-A941-10B965E11E4E}" type="presParOf" srcId="{6B8C544F-3299-4DB2-A736-D7600822C028}" destId="{126D5DF0-5D7A-41A1-89F3-80BD1475241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106C02-82A7-46B1-B47F-06B61E6E798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5B7A39-D99B-4C5B-9AA4-D16ECA3AD078}">
      <dgm:prSet/>
      <dgm:spPr/>
      <dgm:t>
        <a:bodyPr/>
        <a:lstStyle/>
        <a:p>
          <a:r>
            <a:rPr lang="pt-BR" b="0" i="0" dirty="0"/>
            <a:t>1. DIAGNÓSTICO E TEORIZAÇÃO</a:t>
          </a:r>
          <a:endParaRPr lang="en-US" dirty="0"/>
        </a:p>
      </dgm:t>
    </dgm:pt>
    <dgm:pt modelId="{21B0EE1A-C1F4-4794-81A1-8F272ABB052B}" type="parTrans" cxnId="{5F22E713-DC1C-45B1-8539-459D741CC752}">
      <dgm:prSet/>
      <dgm:spPr/>
      <dgm:t>
        <a:bodyPr/>
        <a:lstStyle/>
        <a:p>
          <a:endParaRPr lang="en-US"/>
        </a:p>
      </dgm:t>
    </dgm:pt>
    <dgm:pt modelId="{83FB3260-8DCD-4ABA-85CD-6235FBB8C3D0}" type="sibTrans" cxnId="{5F22E713-DC1C-45B1-8539-459D741CC75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ACD4F02-639F-4FB1-94CA-9E1D666AF1F6}">
      <dgm:prSet/>
      <dgm:spPr/>
      <dgm:t>
        <a:bodyPr/>
        <a:lstStyle/>
        <a:p>
          <a:r>
            <a:rPr lang="pt-BR" b="0" i="0" dirty="0"/>
            <a:t>2. PLANEJAMENTO E DESENVOLVIMENTO DO PROJETO </a:t>
          </a:r>
          <a:endParaRPr lang="en-US" dirty="0"/>
        </a:p>
      </dgm:t>
    </dgm:pt>
    <dgm:pt modelId="{1FF8C0D8-DF10-4A1D-8E3B-04AE1DF96607}" type="parTrans" cxnId="{DC13F284-029A-482D-8817-B933836074A1}">
      <dgm:prSet/>
      <dgm:spPr/>
      <dgm:t>
        <a:bodyPr/>
        <a:lstStyle/>
        <a:p>
          <a:endParaRPr lang="en-US"/>
        </a:p>
      </dgm:t>
    </dgm:pt>
    <dgm:pt modelId="{4B8AC93D-ED83-4524-ACCB-0341F5E91114}" type="sibTrans" cxnId="{DC13F284-029A-482D-8817-B933836074A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7114E93-4C5A-4069-86EC-91D7FE828E22}">
      <dgm:prSet/>
      <dgm:spPr/>
      <dgm:t>
        <a:bodyPr/>
        <a:lstStyle/>
        <a:p>
          <a:r>
            <a:rPr lang="pt-BR" b="0" i="0" dirty="0"/>
            <a:t>3. ENCERRAMENTO DO PROJETO</a:t>
          </a:r>
          <a:endParaRPr lang="en-US" dirty="0"/>
        </a:p>
      </dgm:t>
    </dgm:pt>
    <dgm:pt modelId="{8EAF0698-758F-48B5-832B-7F793E173C58}" type="parTrans" cxnId="{E7C1C3A3-B198-4D77-8E8A-F5E5CDC5F25A}">
      <dgm:prSet/>
      <dgm:spPr/>
      <dgm:t>
        <a:bodyPr/>
        <a:lstStyle/>
        <a:p>
          <a:endParaRPr lang="en-US"/>
        </a:p>
      </dgm:t>
    </dgm:pt>
    <dgm:pt modelId="{68EF11AE-3FC7-448A-9E84-FFAE2FB4C87B}" type="sibTrans" cxnId="{E7C1C3A3-B198-4D77-8E8A-F5E5CDC5F25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D2FFDD4-FB29-4967-8402-CF40425EBF15}">
      <dgm:prSet/>
      <dgm:spPr/>
      <dgm:t>
        <a:bodyPr/>
        <a:lstStyle/>
        <a:p>
          <a:r>
            <a:rPr lang="pt-BR" b="0" i="0" dirty="0"/>
            <a:t>01/04/2025 </a:t>
          </a:r>
          <a:endParaRPr lang="en-US" dirty="0"/>
        </a:p>
      </dgm:t>
    </dgm:pt>
    <dgm:pt modelId="{49B0EFBF-DDB9-471A-9DDF-C18258041862}" type="parTrans" cxnId="{4DAA6A84-E48A-499C-8378-BF75FBBDD525}">
      <dgm:prSet/>
      <dgm:spPr/>
      <dgm:t>
        <a:bodyPr/>
        <a:lstStyle/>
        <a:p>
          <a:endParaRPr lang="pt-BR"/>
        </a:p>
      </dgm:t>
    </dgm:pt>
    <dgm:pt modelId="{C65255C7-6525-4FD6-9C25-9136031BD24C}" type="sibTrans" cxnId="{4DAA6A84-E48A-499C-8378-BF75FBBDD525}">
      <dgm:prSet phldrT="2" phldr="0"/>
      <dgm:spPr/>
      <dgm:t>
        <a:bodyPr/>
        <a:lstStyle/>
        <a:p>
          <a:endParaRPr lang="pt-BR"/>
        </a:p>
      </dgm:t>
    </dgm:pt>
    <dgm:pt modelId="{F2688DE5-4BEE-4B90-BAF1-778ACFB70D91}">
      <dgm:prSet/>
      <dgm:spPr/>
      <dgm:t>
        <a:bodyPr/>
        <a:lstStyle/>
        <a:p>
          <a:r>
            <a:rPr lang="en-US" dirty="0"/>
            <a:t>06/05/2025</a:t>
          </a:r>
        </a:p>
      </dgm:t>
    </dgm:pt>
    <dgm:pt modelId="{F8677A04-6A63-4FCC-B88E-1D7B2345A3F2}" type="parTrans" cxnId="{6DFDED05-54DC-482C-A709-C7D19A6B1B43}">
      <dgm:prSet/>
      <dgm:spPr/>
      <dgm:t>
        <a:bodyPr/>
        <a:lstStyle/>
        <a:p>
          <a:endParaRPr lang="pt-BR"/>
        </a:p>
      </dgm:t>
    </dgm:pt>
    <dgm:pt modelId="{2338F43C-8492-4E45-A2AD-F4335CEC7710}" type="sibTrans" cxnId="{6DFDED05-54DC-482C-A709-C7D19A6B1B43}">
      <dgm:prSet phldrT="3" phldr="0"/>
      <dgm:spPr/>
      <dgm:t>
        <a:bodyPr/>
        <a:lstStyle/>
        <a:p>
          <a:endParaRPr lang="pt-BR"/>
        </a:p>
      </dgm:t>
    </dgm:pt>
    <dgm:pt modelId="{4B87CAC9-A748-466D-9614-448DA4564801}">
      <dgm:prSet/>
      <dgm:spPr/>
      <dgm:t>
        <a:bodyPr/>
        <a:lstStyle/>
        <a:p>
          <a:endParaRPr lang="en-US" dirty="0"/>
        </a:p>
      </dgm:t>
    </dgm:pt>
    <dgm:pt modelId="{DF164E92-7011-4F3D-89B1-0E0F15194AB9}" type="parTrans" cxnId="{BBB91100-A189-4B43-A324-5CDF57E31321}">
      <dgm:prSet/>
      <dgm:spPr/>
      <dgm:t>
        <a:bodyPr/>
        <a:lstStyle/>
        <a:p>
          <a:endParaRPr lang="pt-BR"/>
        </a:p>
      </dgm:t>
    </dgm:pt>
    <dgm:pt modelId="{0BA4D9BC-C66B-42FD-A277-29E4AD432F87}" type="sibTrans" cxnId="{BBB91100-A189-4B43-A324-5CDF57E31321}">
      <dgm:prSet phldrT="4" phldr="0"/>
      <dgm:spPr/>
      <dgm:t>
        <a:bodyPr/>
        <a:lstStyle/>
        <a:p>
          <a:endParaRPr lang="pt-BR"/>
        </a:p>
      </dgm:t>
    </dgm:pt>
    <dgm:pt modelId="{7B88936D-46BE-40B9-9B00-C26ED0022F90}" type="pres">
      <dgm:prSet presAssocID="{15106C02-82A7-46B1-B47F-06B61E6E7982}" presName="Name0" presStyleCnt="0">
        <dgm:presLayoutVars>
          <dgm:animLvl val="lvl"/>
          <dgm:resizeHandles val="exact"/>
        </dgm:presLayoutVars>
      </dgm:prSet>
      <dgm:spPr/>
    </dgm:pt>
    <dgm:pt modelId="{74BB4678-CEF8-4949-B28B-E97C8C84FD82}" type="pres">
      <dgm:prSet presAssocID="{BE5B7A39-D99B-4C5B-9AA4-D16ECA3AD078}" presName="compositeNode" presStyleCnt="0">
        <dgm:presLayoutVars>
          <dgm:bulletEnabled val="1"/>
        </dgm:presLayoutVars>
      </dgm:prSet>
      <dgm:spPr/>
    </dgm:pt>
    <dgm:pt modelId="{44619A38-1E24-4A88-8567-A91EE221F9FB}" type="pres">
      <dgm:prSet presAssocID="{BE5B7A39-D99B-4C5B-9AA4-D16ECA3AD078}" presName="bgRect" presStyleLbl="bgAccFollowNode1" presStyleIdx="0" presStyleCnt="3"/>
      <dgm:spPr/>
    </dgm:pt>
    <dgm:pt modelId="{E1FBBAED-147E-48CB-908B-EFD686A5161F}" type="pres">
      <dgm:prSet presAssocID="{83FB3260-8DCD-4ABA-85CD-6235FBB8C3D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0D1E9FC2-6CDE-44F1-95C9-325454700687}" type="pres">
      <dgm:prSet presAssocID="{BE5B7A39-D99B-4C5B-9AA4-D16ECA3AD078}" presName="bottomLine" presStyleLbl="alignNode1" presStyleIdx="1" presStyleCnt="6">
        <dgm:presLayoutVars/>
      </dgm:prSet>
      <dgm:spPr/>
    </dgm:pt>
    <dgm:pt modelId="{50705C1F-DC36-4D2A-A9C4-26C05196240E}" type="pres">
      <dgm:prSet presAssocID="{BE5B7A39-D99B-4C5B-9AA4-D16ECA3AD078}" presName="nodeText" presStyleLbl="bgAccFollowNode1" presStyleIdx="0" presStyleCnt="3">
        <dgm:presLayoutVars>
          <dgm:bulletEnabled val="1"/>
        </dgm:presLayoutVars>
      </dgm:prSet>
      <dgm:spPr/>
    </dgm:pt>
    <dgm:pt modelId="{040F32BD-9533-42D3-AD09-8DACD4CC1410}" type="pres">
      <dgm:prSet presAssocID="{83FB3260-8DCD-4ABA-85CD-6235FBB8C3D0}" presName="sibTrans" presStyleCnt="0"/>
      <dgm:spPr/>
    </dgm:pt>
    <dgm:pt modelId="{123E3A68-9497-43C7-B09F-21CAC4E99A9C}" type="pres">
      <dgm:prSet presAssocID="{AACD4F02-639F-4FB1-94CA-9E1D666AF1F6}" presName="compositeNode" presStyleCnt="0">
        <dgm:presLayoutVars>
          <dgm:bulletEnabled val="1"/>
        </dgm:presLayoutVars>
      </dgm:prSet>
      <dgm:spPr/>
    </dgm:pt>
    <dgm:pt modelId="{EAC07109-038A-4DC3-8954-8749EC869387}" type="pres">
      <dgm:prSet presAssocID="{AACD4F02-639F-4FB1-94CA-9E1D666AF1F6}" presName="bgRect" presStyleLbl="bgAccFollowNode1" presStyleIdx="1" presStyleCnt="3"/>
      <dgm:spPr/>
    </dgm:pt>
    <dgm:pt modelId="{C6E66F40-6F87-4235-9F4F-6E4BEE84106B}" type="pres">
      <dgm:prSet presAssocID="{4B8AC93D-ED83-4524-ACCB-0341F5E9111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C6EB8F0-29C7-49A1-8957-8CEFBFF7EB0A}" type="pres">
      <dgm:prSet presAssocID="{AACD4F02-639F-4FB1-94CA-9E1D666AF1F6}" presName="bottomLine" presStyleLbl="alignNode1" presStyleIdx="3" presStyleCnt="6">
        <dgm:presLayoutVars/>
      </dgm:prSet>
      <dgm:spPr/>
    </dgm:pt>
    <dgm:pt modelId="{FB15B2FF-EB91-4D67-82A6-4FB3F22F20B0}" type="pres">
      <dgm:prSet presAssocID="{AACD4F02-639F-4FB1-94CA-9E1D666AF1F6}" presName="nodeText" presStyleLbl="bgAccFollowNode1" presStyleIdx="1" presStyleCnt="3">
        <dgm:presLayoutVars>
          <dgm:bulletEnabled val="1"/>
        </dgm:presLayoutVars>
      </dgm:prSet>
      <dgm:spPr/>
    </dgm:pt>
    <dgm:pt modelId="{A8774E96-6880-4ED9-A4F7-A3E7D52C5E2C}" type="pres">
      <dgm:prSet presAssocID="{4B8AC93D-ED83-4524-ACCB-0341F5E91114}" presName="sibTrans" presStyleCnt="0"/>
      <dgm:spPr/>
    </dgm:pt>
    <dgm:pt modelId="{50E0E2AF-9CE0-445F-A631-F422C8FEF274}" type="pres">
      <dgm:prSet presAssocID="{47114E93-4C5A-4069-86EC-91D7FE828E22}" presName="compositeNode" presStyleCnt="0">
        <dgm:presLayoutVars>
          <dgm:bulletEnabled val="1"/>
        </dgm:presLayoutVars>
      </dgm:prSet>
      <dgm:spPr/>
    </dgm:pt>
    <dgm:pt modelId="{9FB927BC-94EA-4F6F-9C3F-05D258DD8A3E}" type="pres">
      <dgm:prSet presAssocID="{47114E93-4C5A-4069-86EC-91D7FE828E22}" presName="bgRect" presStyleLbl="bgAccFollowNode1" presStyleIdx="2" presStyleCnt="3"/>
      <dgm:spPr/>
    </dgm:pt>
    <dgm:pt modelId="{847AA22B-0031-4640-A2ED-04DBF106E399}" type="pres">
      <dgm:prSet presAssocID="{68EF11AE-3FC7-448A-9E84-FFAE2FB4C87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C7FB18CB-7FCE-4450-939C-1C8367813801}" type="pres">
      <dgm:prSet presAssocID="{47114E93-4C5A-4069-86EC-91D7FE828E22}" presName="bottomLine" presStyleLbl="alignNode1" presStyleIdx="5" presStyleCnt="6">
        <dgm:presLayoutVars/>
      </dgm:prSet>
      <dgm:spPr/>
    </dgm:pt>
    <dgm:pt modelId="{A412F0D8-1C84-4165-A186-0F66B480B7D1}" type="pres">
      <dgm:prSet presAssocID="{47114E93-4C5A-4069-86EC-91D7FE828E2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BBB91100-A189-4B43-A324-5CDF57E31321}" srcId="{47114E93-4C5A-4069-86EC-91D7FE828E22}" destId="{4B87CAC9-A748-466D-9614-448DA4564801}" srcOrd="0" destOrd="0" parTransId="{DF164E92-7011-4F3D-89B1-0E0F15194AB9}" sibTransId="{0BA4D9BC-C66B-42FD-A277-29E4AD432F87}"/>
    <dgm:cxn modelId="{FF037A02-E67C-4C6A-A980-6AC4CFB33B21}" type="presOf" srcId="{BE5B7A39-D99B-4C5B-9AA4-D16ECA3AD078}" destId="{50705C1F-DC36-4D2A-A9C4-26C05196240E}" srcOrd="1" destOrd="0" presId="urn:microsoft.com/office/officeart/2016/7/layout/BasicLinearProcessNumbered"/>
    <dgm:cxn modelId="{6DFDED05-54DC-482C-A709-C7D19A6B1B43}" srcId="{AACD4F02-639F-4FB1-94CA-9E1D666AF1F6}" destId="{F2688DE5-4BEE-4B90-BAF1-778ACFB70D91}" srcOrd="0" destOrd="0" parTransId="{F8677A04-6A63-4FCC-B88E-1D7B2345A3F2}" sibTransId="{2338F43C-8492-4E45-A2AD-F4335CEC7710}"/>
    <dgm:cxn modelId="{74347113-6B9E-4F63-AE53-DE9382E722BB}" type="presOf" srcId="{BE5B7A39-D99B-4C5B-9AA4-D16ECA3AD078}" destId="{44619A38-1E24-4A88-8567-A91EE221F9FB}" srcOrd="0" destOrd="0" presId="urn:microsoft.com/office/officeart/2016/7/layout/BasicLinearProcessNumbered"/>
    <dgm:cxn modelId="{5F22E713-DC1C-45B1-8539-459D741CC752}" srcId="{15106C02-82A7-46B1-B47F-06B61E6E7982}" destId="{BE5B7A39-D99B-4C5B-9AA4-D16ECA3AD078}" srcOrd="0" destOrd="0" parTransId="{21B0EE1A-C1F4-4794-81A1-8F272ABB052B}" sibTransId="{83FB3260-8DCD-4ABA-85CD-6235FBB8C3D0}"/>
    <dgm:cxn modelId="{A1425E16-0722-47C0-AD7A-A09294941E64}" type="presOf" srcId="{15106C02-82A7-46B1-B47F-06B61E6E7982}" destId="{7B88936D-46BE-40B9-9B00-C26ED0022F90}" srcOrd="0" destOrd="0" presId="urn:microsoft.com/office/officeart/2016/7/layout/BasicLinearProcessNumbered"/>
    <dgm:cxn modelId="{43227E34-7E52-4B66-B789-4957826A98B4}" type="presOf" srcId="{47114E93-4C5A-4069-86EC-91D7FE828E22}" destId="{9FB927BC-94EA-4F6F-9C3F-05D258DD8A3E}" srcOrd="0" destOrd="0" presId="urn:microsoft.com/office/officeart/2016/7/layout/BasicLinearProcessNumbered"/>
    <dgm:cxn modelId="{2D071142-24F5-4200-B6C2-A06B5F41BF66}" type="presOf" srcId="{83FB3260-8DCD-4ABA-85CD-6235FBB8C3D0}" destId="{E1FBBAED-147E-48CB-908B-EFD686A5161F}" srcOrd="0" destOrd="0" presId="urn:microsoft.com/office/officeart/2016/7/layout/BasicLinearProcessNumbered"/>
    <dgm:cxn modelId="{E4D83268-E91B-4521-9E22-52C64364A31A}" type="presOf" srcId="{4B87CAC9-A748-466D-9614-448DA4564801}" destId="{A412F0D8-1C84-4165-A186-0F66B480B7D1}" srcOrd="0" destOrd="1" presId="urn:microsoft.com/office/officeart/2016/7/layout/BasicLinearProcessNumbered"/>
    <dgm:cxn modelId="{7F814373-F1A2-4E08-9A73-8F3967810DC3}" type="presOf" srcId="{0D2FFDD4-FB29-4967-8402-CF40425EBF15}" destId="{50705C1F-DC36-4D2A-A9C4-26C05196240E}" srcOrd="0" destOrd="1" presId="urn:microsoft.com/office/officeart/2016/7/layout/BasicLinearProcessNumbered"/>
    <dgm:cxn modelId="{4DAA6A84-E48A-499C-8378-BF75FBBDD525}" srcId="{BE5B7A39-D99B-4C5B-9AA4-D16ECA3AD078}" destId="{0D2FFDD4-FB29-4967-8402-CF40425EBF15}" srcOrd="0" destOrd="0" parTransId="{49B0EFBF-DDB9-471A-9DDF-C18258041862}" sibTransId="{C65255C7-6525-4FD6-9C25-9136031BD24C}"/>
    <dgm:cxn modelId="{DC13F284-029A-482D-8817-B933836074A1}" srcId="{15106C02-82A7-46B1-B47F-06B61E6E7982}" destId="{AACD4F02-639F-4FB1-94CA-9E1D666AF1F6}" srcOrd="1" destOrd="0" parTransId="{1FF8C0D8-DF10-4A1D-8E3B-04AE1DF96607}" sibTransId="{4B8AC93D-ED83-4524-ACCB-0341F5E91114}"/>
    <dgm:cxn modelId="{1A0D938C-2690-4AFD-8E02-2F1E0F373A4A}" type="presOf" srcId="{68EF11AE-3FC7-448A-9E84-FFAE2FB4C87B}" destId="{847AA22B-0031-4640-A2ED-04DBF106E399}" srcOrd="0" destOrd="0" presId="urn:microsoft.com/office/officeart/2016/7/layout/BasicLinearProcessNumbered"/>
    <dgm:cxn modelId="{E7C1C3A3-B198-4D77-8E8A-F5E5CDC5F25A}" srcId="{15106C02-82A7-46B1-B47F-06B61E6E7982}" destId="{47114E93-4C5A-4069-86EC-91D7FE828E22}" srcOrd="2" destOrd="0" parTransId="{8EAF0698-758F-48B5-832B-7F793E173C58}" sibTransId="{68EF11AE-3FC7-448A-9E84-FFAE2FB4C87B}"/>
    <dgm:cxn modelId="{4160B5A9-C344-497B-AC31-DDF74A068186}" type="presOf" srcId="{47114E93-4C5A-4069-86EC-91D7FE828E22}" destId="{A412F0D8-1C84-4165-A186-0F66B480B7D1}" srcOrd="1" destOrd="0" presId="urn:microsoft.com/office/officeart/2016/7/layout/BasicLinearProcessNumbered"/>
    <dgm:cxn modelId="{1125EEB6-E2E0-4862-83D0-2810C403B52D}" type="presOf" srcId="{AACD4F02-639F-4FB1-94CA-9E1D666AF1F6}" destId="{EAC07109-038A-4DC3-8954-8749EC869387}" srcOrd="0" destOrd="0" presId="urn:microsoft.com/office/officeart/2016/7/layout/BasicLinearProcessNumbered"/>
    <dgm:cxn modelId="{0BC252C3-EC6B-4CD9-97BC-6523C5E98E57}" type="presOf" srcId="{4B8AC93D-ED83-4524-ACCB-0341F5E91114}" destId="{C6E66F40-6F87-4235-9F4F-6E4BEE84106B}" srcOrd="0" destOrd="0" presId="urn:microsoft.com/office/officeart/2016/7/layout/BasicLinearProcessNumbered"/>
    <dgm:cxn modelId="{BD1339C5-FDDF-4B35-BACB-C536F8F20DC5}" type="presOf" srcId="{F2688DE5-4BEE-4B90-BAF1-778ACFB70D91}" destId="{FB15B2FF-EB91-4D67-82A6-4FB3F22F20B0}" srcOrd="0" destOrd="1" presId="urn:microsoft.com/office/officeart/2016/7/layout/BasicLinearProcessNumbered"/>
    <dgm:cxn modelId="{0F4E04C8-59AA-4041-9B4F-AD7AD57A6015}" type="presOf" srcId="{AACD4F02-639F-4FB1-94CA-9E1D666AF1F6}" destId="{FB15B2FF-EB91-4D67-82A6-4FB3F22F20B0}" srcOrd="1" destOrd="0" presId="urn:microsoft.com/office/officeart/2016/7/layout/BasicLinearProcessNumbered"/>
    <dgm:cxn modelId="{81AE9BDB-DC9C-475E-AF21-76B2E73A0AF5}" type="presParOf" srcId="{7B88936D-46BE-40B9-9B00-C26ED0022F90}" destId="{74BB4678-CEF8-4949-B28B-E97C8C84FD82}" srcOrd="0" destOrd="0" presId="urn:microsoft.com/office/officeart/2016/7/layout/BasicLinearProcessNumbered"/>
    <dgm:cxn modelId="{8CBC9657-7350-4B03-B607-C98C2FB72F43}" type="presParOf" srcId="{74BB4678-CEF8-4949-B28B-E97C8C84FD82}" destId="{44619A38-1E24-4A88-8567-A91EE221F9FB}" srcOrd="0" destOrd="0" presId="urn:microsoft.com/office/officeart/2016/7/layout/BasicLinearProcessNumbered"/>
    <dgm:cxn modelId="{956A1A4A-D2FA-48C6-94C3-8DF17168C5EB}" type="presParOf" srcId="{74BB4678-CEF8-4949-B28B-E97C8C84FD82}" destId="{E1FBBAED-147E-48CB-908B-EFD686A5161F}" srcOrd="1" destOrd="0" presId="urn:microsoft.com/office/officeart/2016/7/layout/BasicLinearProcessNumbered"/>
    <dgm:cxn modelId="{E206DA48-0724-4811-8DB0-8596B5842776}" type="presParOf" srcId="{74BB4678-CEF8-4949-B28B-E97C8C84FD82}" destId="{0D1E9FC2-6CDE-44F1-95C9-325454700687}" srcOrd="2" destOrd="0" presId="urn:microsoft.com/office/officeart/2016/7/layout/BasicLinearProcessNumbered"/>
    <dgm:cxn modelId="{1A44631D-F610-445A-8036-240D95E1A182}" type="presParOf" srcId="{74BB4678-CEF8-4949-B28B-E97C8C84FD82}" destId="{50705C1F-DC36-4D2A-A9C4-26C05196240E}" srcOrd="3" destOrd="0" presId="urn:microsoft.com/office/officeart/2016/7/layout/BasicLinearProcessNumbered"/>
    <dgm:cxn modelId="{323F1405-0EC6-4006-8EE4-F408AF1D437B}" type="presParOf" srcId="{7B88936D-46BE-40B9-9B00-C26ED0022F90}" destId="{040F32BD-9533-42D3-AD09-8DACD4CC1410}" srcOrd="1" destOrd="0" presId="urn:microsoft.com/office/officeart/2016/7/layout/BasicLinearProcessNumbered"/>
    <dgm:cxn modelId="{181ED1B5-0B93-422D-BEB6-94BE0EDA51BA}" type="presParOf" srcId="{7B88936D-46BE-40B9-9B00-C26ED0022F90}" destId="{123E3A68-9497-43C7-B09F-21CAC4E99A9C}" srcOrd="2" destOrd="0" presId="urn:microsoft.com/office/officeart/2016/7/layout/BasicLinearProcessNumbered"/>
    <dgm:cxn modelId="{835B7415-0FF7-42A4-A3AA-5903576450F0}" type="presParOf" srcId="{123E3A68-9497-43C7-B09F-21CAC4E99A9C}" destId="{EAC07109-038A-4DC3-8954-8749EC869387}" srcOrd="0" destOrd="0" presId="urn:microsoft.com/office/officeart/2016/7/layout/BasicLinearProcessNumbered"/>
    <dgm:cxn modelId="{2466D61D-78FC-45AF-B054-ECA340406290}" type="presParOf" srcId="{123E3A68-9497-43C7-B09F-21CAC4E99A9C}" destId="{C6E66F40-6F87-4235-9F4F-6E4BEE84106B}" srcOrd="1" destOrd="0" presId="urn:microsoft.com/office/officeart/2016/7/layout/BasicLinearProcessNumbered"/>
    <dgm:cxn modelId="{57F8E674-F150-4253-A96A-8589C1FE01A0}" type="presParOf" srcId="{123E3A68-9497-43C7-B09F-21CAC4E99A9C}" destId="{6C6EB8F0-29C7-49A1-8957-8CEFBFF7EB0A}" srcOrd="2" destOrd="0" presId="urn:microsoft.com/office/officeart/2016/7/layout/BasicLinearProcessNumbered"/>
    <dgm:cxn modelId="{158E5841-5419-4A05-B0AF-008B6A96D779}" type="presParOf" srcId="{123E3A68-9497-43C7-B09F-21CAC4E99A9C}" destId="{FB15B2FF-EB91-4D67-82A6-4FB3F22F20B0}" srcOrd="3" destOrd="0" presId="urn:microsoft.com/office/officeart/2016/7/layout/BasicLinearProcessNumbered"/>
    <dgm:cxn modelId="{B5F7B11A-9CF8-45D8-9DC0-D01712ABDB1D}" type="presParOf" srcId="{7B88936D-46BE-40B9-9B00-C26ED0022F90}" destId="{A8774E96-6880-4ED9-A4F7-A3E7D52C5E2C}" srcOrd="3" destOrd="0" presId="urn:microsoft.com/office/officeart/2016/7/layout/BasicLinearProcessNumbered"/>
    <dgm:cxn modelId="{71A53333-C71C-4AB4-89CC-E1D257EACE93}" type="presParOf" srcId="{7B88936D-46BE-40B9-9B00-C26ED0022F90}" destId="{50E0E2AF-9CE0-445F-A631-F422C8FEF274}" srcOrd="4" destOrd="0" presId="urn:microsoft.com/office/officeart/2016/7/layout/BasicLinearProcessNumbered"/>
    <dgm:cxn modelId="{631E7538-BA2B-4371-8EF5-28FF964295DE}" type="presParOf" srcId="{50E0E2AF-9CE0-445F-A631-F422C8FEF274}" destId="{9FB927BC-94EA-4F6F-9C3F-05D258DD8A3E}" srcOrd="0" destOrd="0" presId="urn:microsoft.com/office/officeart/2016/7/layout/BasicLinearProcessNumbered"/>
    <dgm:cxn modelId="{1D9608B0-AC13-4F8F-85A6-F72B614AB9CA}" type="presParOf" srcId="{50E0E2AF-9CE0-445F-A631-F422C8FEF274}" destId="{847AA22B-0031-4640-A2ED-04DBF106E399}" srcOrd="1" destOrd="0" presId="urn:microsoft.com/office/officeart/2016/7/layout/BasicLinearProcessNumbered"/>
    <dgm:cxn modelId="{5BE88330-C5BF-4D87-BF67-A7D00531C3E3}" type="presParOf" srcId="{50E0E2AF-9CE0-445F-A631-F422C8FEF274}" destId="{C7FB18CB-7FCE-4450-939C-1C8367813801}" srcOrd="2" destOrd="0" presId="urn:microsoft.com/office/officeart/2016/7/layout/BasicLinearProcessNumbered"/>
    <dgm:cxn modelId="{6433030D-D85A-48D1-9BB1-9866BA3F7765}" type="presParOf" srcId="{50E0E2AF-9CE0-445F-A631-F422C8FEF274}" destId="{A412F0D8-1C84-4165-A186-0F66B480B7D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5CD21-9F71-4C45-8C3F-9804559A64E3}">
      <dsp:nvSpPr>
        <dsp:cNvPr id="0" name=""/>
        <dsp:cNvSpPr/>
      </dsp:nvSpPr>
      <dsp:spPr>
        <a:xfrm>
          <a:off x="0" y="1212"/>
          <a:ext cx="5710597" cy="614547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22D57-576F-4B8F-B906-CC91D6A964B7}">
      <dsp:nvSpPr>
        <dsp:cNvPr id="0" name=""/>
        <dsp:cNvSpPr/>
      </dsp:nvSpPr>
      <dsp:spPr>
        <a:xfrm>
          <a:off x="185900" y="139485"/>
          <a:ext cx="338001" cy="338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09E8B-7835-48D0-B7A5-4E214BC2FB49}">
      <dsp:nvSpPr>
        <dsp:cNvPr id="0" name=""/>
        <dsp:cNvSpPr/>
      </dsp:nvSpPr>
      <dsp:spPr>
        <a:xfrm>
          <a:off x="709802" y="1212"/>
          <a:ext cx="5000794" cy="614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40" tIns="65040" rIns="65040" bIns="650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Apresentar</a:t>
          </a:r>
          <a:r>
            <a:rPr lang="en-US" sz="1500" kern="1200" dirty="0"/>
            <a:t> </a:t>
          </a:r>
          <a:r>
            <a:rPr lang="en-US" sz="1500" kern="1200" dirty="0" err="1"/>
            <a:t>os</a:t>
          </a:r>
          <a:r>
            <a:rPr lang="en-US" sz="1500" kern="1200" dirty="0"/>
            <a:t> </a:t>
          </a:r>
          <a:r>
            <a:rPr lang="en-US" sz="1500" kern="1200" dirty="0" err="1"/>
            <a:t>modelos</a:t>
          </a:r>
          <a:r>
            <a:rPr lang="en-US" sz="1500" kern="1200" dirty="0"/>
            <a:t> Star Schema </a:t>
          </a:r>
          <a:r>
            <a:rPr lang="en-US" sz="1500" kern="1200" dirty="0" err="1"/>
            <a:t>desenvolvidos</a:t>
          </a:r>
          <a:r>
            <a:rPr lang="en-US" sz="1500" kern="1200" dirty="0"/>
            <a:t> </a:t>
          </a:r>
          <a:r>
            <a:rPr lang="en-US" sz="1500" kern="1200" dirty="0" err="1"/>
            <a:t>na</a:t>
          </a:r>
          <a:r>
            <a:rPr lang="en-US" sz="1500" kern="1200" dirty="0"/>
            <a:t> aula anterior</a:t>
          </a:r>
        </a:p>
      </dsp:txBody>
      <dsp:txXfrm>
        <a:off x="709802" y="1212"/>
        <a:ext cx="5000794" cy="614547"/>
      </dsp:txXfrm>
    </dsp:sp>
    <dsp:sp modelId="{40B36412-6BB0-4897-B3D6-D3B0ECC5D71F}">
      <dsp:nvSpPr>
        <dsp:cNvPr id="0" name=""/>
        <dsp:cNvSpPr/>
      </dsp:nvSpPr>
      <dsp:spPr>
        <a:xfrm>
          <a:off x="0" y="769397"/>
          <a:ext cx="5710597" cy="614547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D19FC-93B5-400E-A789-AAFD1509B9E9}">
      <dsp:nvSpPr>
        <dsp:cNvPr id="0" name=""/>
        <dsp:cNvSpPr/>
      </dsp:nvSpPr>
      <dsp:spPr>
        <a:xfrm>
          <a:off x="185900" y="907670"/>
          <a:ext cx="338001" cy="338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2CFD3-E487-4073-936D-CE31CC0299E2}">
      <dsp:nvSpPr>
        <dsp:cNvPr id="0" name=""/>
        <dsp:cNvSpPr/>
      </dsp:nvSpPr>
      <dsp:spPr>
        <a:xfrm>
          <a:off x="709802" y="769397"/>
          <a:ext cx="5000794" cy="614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40" tIns="65040" rIns="65040" bIns="650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Compreender</a:t>
          </a:r>
          <a:r>
            <a:rPr lang="en-US" sz="1500" kern="1200" dirty="0"/>
            <a:t> </a:t>
          </a:r>
          <a:r>
            <a:rPr lang="en-US" sz="1500" kern="1200" dirty="0" err="1"/>
            <a:t>os</a:t>
          </a:r>
          <a:r>
            <a:rPr lang="en-US" sz="1500" kern="1200" dirty="0"/>
            <a:t> </a:t>
          </a:r>
          <a:r>
            <a:rPr lang="en-US" sz="1500" kern="1200" dirty="0" err="1"/>
            <a:t>conceitos</a:t>
          </a:r>
          <a:r>
            <a:rPr lang="en-US" sz="1500" kern="1200" dirty="0"/>
            <a:t> e </a:t>
          </a:r>
          <a:r>
            <a:rPr lang="en-US" sz="1500" kern="1200" dirty="0" err="1"/>
            <a:t>aplicações</a:t>
          </a:r>
          <a:r>
            <a:rPr lang="en-US" sz="1500" kern="1200" dirty="0"/>
            <a:t> de DW e DM</a:t>
          </a:r>
        </a:p>
      </dsp:txBody>
      <dsp:txXfrm>
        <a:off x="709802" y="769397"/>
        <a:ext cx="5000794" cy="614547"/>
      </dsp:txXfrm>
    </dsp:sp>
    <dsp:sp modelId="{26D1C8DF-6483-4A06-97F7-0D658E0A3639}">
      <dsp:nvSpPr>
        <dsp:cNvPr id="0" name=""/>
        <dsp:cNvSpPr/>
      </dsp:nvSpPr>
      <dsp:spPr>
        <a:xfrm>
          <a:off x="0" y="1537581"/>
          <a:ext cx="5710597" cy="614547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F5C56-E56E-4394-9590-E28DFF88FCAF}">
      <dsp:nvSpPr>
        <dsp:cNvPr id="0" name=""/>
        <dsp:cNvSpPr/>
      </dsp:nvSpPr>
      <dsp:spPr>
        <a:xfrm>
          <a:off x="185900" y="1675855"/>
          <a:ext cx="338001" cy="338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972A6-751A-4DE7-A43D-E55BE00514CF}">
      <dsp:nvSpPr>
        <dsp:cNvPr id="0" name=""/>
        <dsp:cNvSpPr/>
      </dsp:nvSpPr>
      <dsp:spPr>
        <a:xfrm>
          <a:off x="709802" y="1537581"/>
          <a:ext cx="5000794" cy="614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40" tIns="65040" rIns="65040" bIns="650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Praticar</a:t>
          </a:r>
          <a:r>
            <a:rPr lang="en-US" sz="1500" kern="1200" dirty="0"/>
            <a:t> a </a:t>
          </a:r>
          <a:r>
            <a:rPr lang="en-US" sz="1500" kern="1200" dirty="0" err="1"/>
            <a:t>extração</a:t>
          </a:r>
          <a:r>
            <a:rPr lang="en-US" sz="1500" kern="1200" dirty="0"/>
            <a:t> e </a:t>
          </a:r>
          <a:r>
            <a:rPr lang="en-US" sz="1500" kern="1200" dirty="0" err="1"/>
            <a:t>modelagem</a:t>
          </a:r>
          <a:r>
            <a:rPr lang="en-US" sz="1500" kern="1200" dirty="0"/>
            <a:t> de dados no Power BI com base </a:t>
          </a:r>
          <a:r>
            <a:rPr lang="en-US" sz="1500" kern="1200" dirty="0" err="1"/>
            <a:t>simulada</a:t>
          </a:r>
          <a:endParaRPr lang="en-US" sz="1500" kern="1200" dirty="0"/>
        </a:p>
      </dsp:txBody>
      <dsp:txXfrm>
        <a:off x="709802" y="1537581"/>
        <a:ext cx="5000794" cy="614547"/>
      </dsp:txXfrm>
    </dsp:sp>
    <dsp:sp modelId="{B00C2F90-2970-4D44-82A8-D10AF4ACBF7B}">
      <dsp:nvSpPr>
        <dsp:cNvPr id="0" name=""/>
        <dsp:cNvSpPr/>
      </dsp:nvSpPr>
      <dsp:spPr>
        <a:xfrm>
          <a:off x="0" y="2305766"/>
          <a:ext cx="5710597" cy="614547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F24574-296D-410F-B70B-172ED2D65D30}">
      <dsp:nvSpPr>
        <dsp:cNvPr id="0" name=""/>
        <dsp:cNvSpPr/>
      </dsp:nvSpPr>
      <dsp:spPr>
        <a:xfrm>
          <a:off x="185900" y="2444039"/>
          <a:ext cx="338001" cy="3380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5BA15-F310-4F18-BF54-F7CEAEEA5226}">
      <dsp:nvSpPr>
        <dsp:cNvPr id="0" name=""/>
        <dsp:cNvSpPr/>
      </dsp:nvSpPr>
      <dsp:spPr>
        <a:xfrm>
          <a:off x="709802" y="2305766"/>
          <a:ext cx="5000794" cy="614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40" tIns="65040" rIns="65040" bIns="650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Avaliar</a:t>
          </a:r>
          <a:r>
            <a:rPr lang="en-US" sz="1500" kern="1200" dirty="0"/>
            <a:t> a </a:t>
          </a:r>
          <a:r>
            <a:rPr lang="en-US" sz="1500" kern="1200" dirty="0" err="1"/>
            <a:t>prática</a:t>
          </a:r>
          <a:r>
            <a:rPr lang="en-US" sz="1500" kern="1200" dirty="0"/>
            <a:t> </a:t>
          </a:r>
          <a:r>
            <a:rPr lang="en-US" sz="1500" kern="1200" dirty="0" err="1"/>
            <a:t>aplicada</a:t>
          </a:r>
          <a:r>
            <a:rPr lang="en-US" sz="1500" kern="1200" dirty="0"/>
            <a:t> e </a:t>
          </a:r>
          <a:r>
            <a:rPr lang="en-US" sz="1500" kern="1200" dirty="0" err="1"/>
            <a:t>reforçar</a:t>
          </a:r>
          <a:r>
            <a:rPr lang="en-US" sz="1500" kern="1200" dirty="0"/>
            <a:t> a </a:t>
          </a:r>
          <a:r>
            <a:rPr lang="en-US" sz="1500" kern="1200" dirty="0" err="1"/>
            <a:t>construção</a:t>
          </a:r>
          <a:r>
            <a:rPr lang="en-US" sz="1500" kern="1200" dirty="0"/>
            <a:t> do </a:t>
          </a:r>
          <a:r>
            <a:rPr lang="en-US" sz="1500" kern="1200" dirty="0" err="1"/>
            <a:t>projeto</a:t>
          </a:r>
          <a:r>
            <a:rPr lang="en-US" sz="1500" kern="1200" dirty="0"/>
            <a:t> final</a:t>
          </a:r>
        </a:p>
      </dsp:txBody>
      <dsp:txXfrm>
        <a:off x="709802" y="2305766"/>
        <a:ext cx="5000794" cy="6145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B7F7D-811F-412C-A75E-87E50D6A1B09}">
      <dsp:nvSpPr>
        <dsp:cNvPr id="0" name=""/>
        <dsp:cNvSpPr/>
      </dsp:nvSpPr>
      <dsp:spPr>
        <a:xfrm>
          <a:off x="0" y="3131"/>
          <a:ext cx="4683949" cy="6671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820C3-8AA7-499E-BBBC-691B61202F39}">
      <dsp:nvSpPr>
        <dsp:cNvPr id="0" name=""/>
        <dsp:cNvSpPr/>
      </dsp:nvSpPr>
      <dsp:spPr>
        <a:xfrm>
          <a:off x="201797" y="153229"/>
          <a:ext cx="366905" cy="3669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D4FC2-B039-4184-BF51-7E11AC3C6EE9}">
      <dsp:nvSpPr>
        <dsp:cNvPr id="0" name=""/>
        <dsp:cNvSpPr/>
      </dsp:nvSpPr>
      <dsp:spPr>
        <a:xfrm>
          <a:off x="770500" y="3131"/>
          <a:ext cx="3913448" cy="66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01" tIns="70601" rIns="70601" bIns="706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✅ </a:t>
          </a:r>
          <a:r>
            <a:rPr lang="en-US" sz="1600" kern="1200" dirty="0" err="1"/>
            <a:t>Apresentações</a:t>
          </a:r>
          <a:r>
            <a:rPr lang="en-US" sz="1600" kern="1200" dirty="0"/>
            <a:t> dos </a:t>
          </a:r>
          <a:r>
            <a:rPr lang="en-US" sz="1600" kern="1200" dirty="0" err="1"/>
            <a:t>grupos</a:t>
          </a:r>
          <a:r>
            <a:rPr lang="en-US" sz="1600" kern="1200" dirty="0"/>
            <a:t> (Star Schema)</a:t>
          </a:r>
        </a:p>
      </dsp:txBody>
      <dsp:txXfrm>
        <a:off x="770500" y="3131"/>
        <a:ext cx="3913448" cy="667100"/>
      </dsp:txXfrm>
    </dsp:sp>
    <dsp:sp modelId="{EBC74ED9-BCEF-4B53-B09A-8C0A766B1C51}">
      <dsp:nvSpPr>
        <dsp:cNvPr id="0" name=""/>
        <dsp:cNvSpPr/>
      </dsp:nvSpPr>
      <dsp:spPr>
        <a:xfrm>
          <a:off x="0" y="837006"/>
          <a:ext cx="4683949" cy="6671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AFBF78-B67C-4A37-B140-44E277BFF580}">
      <dsp:nvSpPr>
        <dsp:cNvPr id="0" name=""/>
        <dsp:cNvSpPr/>
      </dsp:nvSpPr>
      <dsp:spPr>
        <a:xfrm>
          <a:off x="201797" y="987104"/>
          <a:ext cx="366905" cy="3669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6EFC8-0125-4746-90EF-23A8E9DDF218}">
      <dsp:nvSpPr>
        <dsp:cNvPr id="0" name=""/>
        <dsp:cNvSpPr/>
      </dsp:nvSpPr>
      <dsp:spPr>
        <a:xfrm>
          <a:off x="770500" y="837006"/>
          <a:ext cx="3913448" cy="66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01" tIns="70601" rIns="70601" bIns="706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📌 Feedback </a:t>
          </a:r>
          <a:r>
            <a:rPr lang="en-US" sz="1600" kern="1200" dirty="0" err="1"/>
            <a:t>sobre</a:t>
          </a:r>
          <a:r>
            <a:rPr lang="en-US" sz="1600" kern="1200" dirty="0"/>
            <a:t> o Trello – </a:t>
          </a:r>
          <a:r>
            <a:rPr lang="en-US" sz="1600" kern="1200" dirty="0" err="1"/>
            <a:t>entrega</a:t>
          </a:r>
          <a:r>
            <a:rPr lang="en-US" sz="1600" kern="1200" dirty="0"/>
            <a:t> </a:t>
          </a:r>
          <a:r>
            <a:rPr lang="en-US" sz="1600" kern="1200" dirty="0" err="1"/>
            <a:t>até</a:t>
          </a:r>
          <a:r>
            <a:rPr lang="en-US" sz="1600" kern="1200" dirty="0"/>
            <a:t> 26/03</a:t>
          </a:r>
        </a:p>
      </dsp:txBody>
      <dsp:txXfrm>
        <a:off x="770500" y="837006"/>
        <a:ext cx="3913448" cy="667100"/>
      </dsp:txXfrm>
    </dsp:sp>
    <dsp:sp modelId="{88F61E40-E4DF-41ED-B0E6-38D84120D203}">
      <dsp:nvSpPr>
        <dsp:cNvPr id="0" name=""/>
        <dsp:cNvSpPr/>
      </dsp:nvSpPr>
      <dsp:spPr>
        <a:xfrm>
          <a:off x="0" y="1670881"/>
          <a:ext cx="4683949" cy="6671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1D83B-536E-41CB-A96E-E5B25DB5DA69}">
      <dsp:nvSpPr>
        <dsp:cNvPr id="0" name=""/>
        <dsp:cNvSpPr/>
      </dsp:nvSpPr>
      <dsp:spPr>
        <a:xfrm>
          <a:off x="201797" y="1820979"/>
          <a:ext cx="366905" cy="3669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D5A75-2900-4D80-A16B-67C71009E43C}">
      <dsp:nvSpPr>
        <dsp:cNvPr id="0" name=""/>
        <dsp:cNvSpPr/>
      </dsp:nvSpPr>
      <dsp:spPr>
        <a:xfrm>
          <a:off x="770500" y="1670881"/>
          <a:ext cx="3913448" cy="66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01" tIns="70601" rIns="70601" bIns="706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📚 </a:t>
          </a:r>
          <a:r>
            <a:rPr lang="en-US" sz="1600" kern="1200" dirty="0" err="1"/>
            <a:t>Conceitos</a:t>
          </a:r>
          <a:r>
            <a:rPr lang="en-US" sz="1600" kern="1200" dirty="0"/>
            <a:t>: Data Warehouse e Data Mart</a:t>
          </a:r>
        </a:p>
      </dsp:txBody>
      <dsp:txXfrm>
        <a:off x="770500" y="1670881"/>
        <a:ext cx="3913448" cy="667100"/>
      </dsp:txXfrm>
    </dsp:sp>
    <dsp:sp modelId="{D40BE93E-DC10-47D7-9C21-11FA6C756B33}">
      <dsp:nvSpPr>
        <dsp:cNvPr id="0" name=""/>
        <dsp:cNvSpPr/>
      </dsp:nvSpPr>
      <dsp:spPr>
        <a:xfrm>
          <a:off x="0" y="2504757"/>
          <a:ext cx="4683949" cy="6671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E4E98-13AA-44AB-8CE6-B63BB530725C}">
      <dsp:nvSpPr>
        <dsp:cNvPr id="0" name=""/>
        <dsp:cNvSpPr/>
      </dsp:nvSpPr>
      <dsp:spPr>
        <a:xfrm>
          <a:off x="201797" y="2654854"/>
          <a:ext cx="366905" cy="3669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D75C8-18E3-4AAB-A7C0-A14538D3D978}">
      <dsp:nvSpPr>
        <dsp:cNvPr id="0" name=""/>
        <dsp:cNvSpPr/>
      </dsp:nvSpPr>
      <dsp:spPr>
        <a:xfrm>
          <a:off x="770500" y="2504757"/>
          <a:ext cx="3913448" cy="66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01" tIns="70601" rIns="70601" bIns="706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💻 </a:t>
          </a:r>
          <a:r>
            <a:rPr lang="en-US" sz="1600" kern="1200" dirty="0" err="1"/>
            <a:t>Atividade</a:t>
          </a:r>
          <a:r>
            <a:rPr lang="en-US" sz="1600" kern="1200" dirty="0"/>
            <a:t> </a:t>
          </a:r>
          <a:r>
            <a:rPr lang="en-US" sz="1600" kern="1200" dirty="0" err="1"/>
            <a:t>prática</a:t>
          </a:r>
          <a:r>
            <a:rPr lang="en-US" sz="1600" kern="1200" dirty="0"/>
            <a:t> no Power BI</a:t>
          </a:r>
        </a:p>
      </dsp:txBody>
      <dsp:txXfrm>
        <a:off x="770500" y="2504757"/>
        <a:ext cx="3913448" cy="667100"/>
      </dsp:txXfrm>
    </dsp:sp>
    <dsp:sp modelId="{166A8165-93A2-497C-B829-22625B3A4C0D}">
      <dsp:nvSpPr>
        <dsp:cNvPr id="0" name=""/>
        <dsp:cNvSpPr/>
      </dsp:nvSpPr>
      <dsp:spPr>
        <a:xfrm>
          <a:off x="0" y="3338632"/>
          <a:ext cx="4683949" cy="6671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7657A-B3E1-4FE7-87A0-3BA98B1C52E7}">
      <dsp:nvSpPr>
        <dsp:cNvPr id="0" name=""/>
        <dsp:cNvSpPr/>
      </dsp:nvSpPr>
      <dsp:spPr>
        <a:xfrm>
          <a:off x="201797" y="3488729"/>
          <a:ext cx="366905" cy="3669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F7C53-1B3A-4C8B-87BA-E80F718B8B4A}">
      <dsp:nvSpPr>
        <dsp:cNvPr id="0" name=""/>
        <dsp:cNvSpPr/>
      </dsp:nvSpPr>
      <dsp:spPr>
        <a:xfrm>
          <a:off x="770500" y="3338632"/>
          <a:ext cx="3913448" cy="66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01" tIns="70601" rIns="70601" bIns="706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🔁 </a:t>
          </a:r>
          <a:r>
            <a:rPr lang="en-US" sz="1600" kern="1200" dirty="0" err="1"/>
            <a:t>Orientações</a:t>
          </a:r>
          <a:r>
            <a:rPr lang="en-US" sz="1600" kern="1200" dirty="0"/>
            <a:t> </a:t>
          </a:r>
          <a:r>
            <a:rPr lang="en-US" sz="1600" kern="1200" dirty="0" err="1"/>
            <a:t>finais</a:t>
          </a:r>
          <a:r>
            <a:rPr lang="en-US" sz="1600" kern="1200" dirty="0"/>
            <a:t> e </a:t>
          </a:r>
          <a:r>
            <a:rPr lang="en-US" sz="1600" kern="1200" dirty="0" err="1"/>
            <a:t>lembretes</a:t>
          </a:r>
          <a:r>
            <a:rPr lang="en-US" sz="1600" kern="1200" dirty="0"/>
            <a:t> </a:t>
          </a:r>
          <a:r>
            <a:rPr lang="en-US" sz="1600" kern="1200" dirty="0" err="1"/>
            <a:t>sobre</a:t>
          </a:r>
          <a:r>
            <a:rPr lang="en-US" sz="1600" kern="1200" dirty="0"/>
            <a:t> o </a:t>
          </a:r>
          <a:r>
            <a:rPr lang="en-US" sz="1600" kern="1200" dirty="0" err="1"/>
            <a:t>projeto</a:t>
          </a:r>
          <a:r>
            <a:rPr lang="en-US" sz="1600" kern="1200" dirty="0"/>
            <a:t> final</a:t>
          </a:r>
        </a:p>
      </dsp:txBody>
      <dsp:txXfrm>
        <a:off x="770500" y="3338632"/>
        <a:ext cx="3913448" cy="6671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296F3-D524-4927-A91D-FF725DDF550D}">
      <dsp:nvSpPr>
        <dsp:cNvPr id="0" name=""/>
        <dsp:cNvSpPr/>
      </dsp:nvSpPr>
      <dsp:spPr>
        <a:xfrm>
          <a:off x="3876055" y="1892479"/>
          <a:ext cx="1480489" cy="3522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074"/>
              </a:lnTo>
              <a:lnTo>
                <a:pt x="1480489" y="240074"/>
              </a:lnTo>
              <a:lnTo>
                <a:pt x="1480489" y="352289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913A98-56FF-496D-B9F7-B633F4A4F5BE}">
      <dsp:nvSpPr>
        <dsp:cNvPr id="0" name=""/>
        <dsp:cNvSpPr/>
      </dsp:nvSpPr>
      <dsp:spPr>
        <a:xfrm>
          <a:off x="3830335" y="1892479"/>
          <a:ext cx="91440" cy="3522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2289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559A8B-0055-41D3-96F6-A1B7F8409F19}">
      <dsp:nvSpPr>
        <dsp:cNvPr id="0" name=""/>
        <dsp:cNvSpPr/>
      </dsp:nvSpPr>
      <dsp:spPr>
        <a:xfrm>
          <a:off x="2395565" y="1892479"/>
          <a:ext cx="1480489" cy="352289"/>
        </a:xfrm>
        <a:custGeom>
          <a:avLst/>
          <a:gdLst/>
          <a:ahLst/>
          <a:cxnLst/>
          <a:rect l="0" t="0" r="0" b="0"/>
          <a:pathLst>
            <a:path>
              <a:moveTo>
                <a:pt x="1480489" y="0"/>
              </a:moveTo>
              <a:lnTo>
                <a:pt x="1480489" y="240074"/>
              </a:lnTo>
              <a:lnTo>
                <a:pt x="0" y="240074"/>
              </a:lnTo>
              <a:lnTo>
                <a:pt x="0" y="352289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EB255D-4C0B-47F5-976F-9109960C26F8}">
      <dsp:nvSpPr>
        <dsp:cNvPr id="0" name=""/>
        <dsp:cNvSpPr/>
      </dsp:nvSpPr>
      <dsp:spPr>
        <a:xfrm>
          <a:off x="3135810" y="771008"/>
          <a:ext cx="740244" cy="3522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074"/>
              </a:lnTo>
              <a:lnTo>
                <a:pt x="740244" y="240074"/>
              </a:lnTo>
              <a:lnTo>
                <a:pt x="740244" y="352289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699B4C-CF92-40C8-A0C8-9030DE5322EA}">
      <dsp:nvSpPr>
        <dsp:cNvPr id="0" name=""/>
        <dsp:cNvSpPr/>
      </dsp:nvSpPr>
      <dsp:spPr>
        <a:xfrm>
          <a:off x="2395565" y="771008"/>
          <a:ext cx="740244" cy="352289"/>
        </a:xfrm>
        <a:custGeom>
          <a:avLst/>
          <a:gdLst/>
          <a:ahLst/>
          <a:cxnLst/>
          <a:rect l="0" t="0" r="0" b="0"/>
          <a:pathLst>
            <a:path>
              <a:moveTo>
                <a:pt x="740244" y="0"/>
              </a:moveTo>
              <a:lnTo>
                <a:pt x="740244" y="240074"/>
              </a:lnTo>
              <a:lnTo>
                <a:pt x="0" y="240074"/>
              </a:lnTo>
              <a:lnTo>
                <a:pt x="0" y="352289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8574A-6CB0-44BB-8BF5-50CE490CF8D6}">
      <dsp:nvSpPr>
        <dsp:cNvPr id="0" name=""/>
        <dsp:cNvSpPr/>
      </dsp:nvSpPr>
      <dsp:spPr>
        <a:xfrm>
          <a:off x="2530155" y="1827"/>
          <a:ext cx="1211309" cy="769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C4403-DFEF-435C-BA56-15C744AB3C96}">
      <dsp:nvSpPr>
        <dsp:cNvPr id="0" name=""/>
        <dsp:cNvSpPr/>
      </dsp:nvSpPr>
      <dsp:spPr>
        <a:xfrm>
          <a:off x="2664745" y="129687"/>
          <a:ext cx="1211309" cy="7691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Atividade: Modelagem de Star Schema</a:t>
          </a:r>
        </a:p>
      </dsp:txBody>
      <dsp:txXfrm>
        <a:off x="2687274" y="152216"/>
        <a:ext cx="1166251" cy="724123"/>
      </dsp:txXfrm>
    </dsp:sp>
    <dsp:sp modelId="{1C784ECD-243C-4B35-82DC-553BC4DCBC9A}">
      <dsp:nvSpPr>
        <dsp:cNvPr id="0" name=""/>
        <dsp:cNvSpPr/>
      </dsp:nvSpPr>
      <dsp:spPr>
        <a:xfrm>
          <a:off x="1789911" y="1123298"/>
          <a:ext cx="1211309" cy="769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6BF7D-215B-4CAB-9F8D-3E3163D0F497}">
      <dsp:nvSpPr>
        <dsp:cNvPr id="0" name=""/>
        <dsp:cNvSpPr/>
      </dsp:nvSpPr>
      <dsp:spPr>
        <a:xfrm>
          <a:off x="1924501" y="1251158"/>
          <a:ext cx="1211309" cy="7691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 minutos por grupo</a:t>
          </a:r>
        </a:p>
      </dsp:txBody>
      <dsp:txXfrm>
        <a:off x="1947030" y="1273687"/>
        <a:ext cx="1166251" cy="724123"/>
      </dsp:txXfrm>
    </dsp:sp>
    <dsp:sp modelId="{46F6281B-08E2-4CB8-9381-9E3C0544DE1C}">
      <dsp:nvSpPr>
        <dsp:cNvPr id="0" name=""/>
        <dsp:cNvSpPr/>
      </dsp:nvSpPr>
      <dsp:spPr>
        <a:xfrm>
          <a:off x="3270400" y="1123298"/>
          <a:ext cx="1211309" cy="769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2CB6E-06C5-47B7-B083-E41C468D57B5}">
      <dsp:nvSpPr>
        <dsp:cNvPr id="0" name=""/>
        <dsp:cNvSpPr/>
      </dsp:nvSpPr>
      <dsp:spPr>
        <a:xfrm>
          <a:off x="3404990" y="1251158"/>
          <a:ext cx="1211309" cy="7691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Mostrar:</a:t>
          </a:r>
        </a:p>
      </dsp:txBody>
      <dsp:txXfrm>
        <a:off x="3427519" y="1273687"/>
        <a:ext cx="1166251" cy="724123"/>
      </dsp:txXfrm>
    </dsp:sp>
    <dsp:sp modelId="{AE9FC6BB-A109-470F-95AA-5F9EE67F3146}">
      <dsp:nvSpPr>
        <dsp:cNvPr id="0" name=""/>
        <dsp:cNvSpPr/>
      </dsp:nvSpPr>
      <dsp:spPr>
        <a:xfrm>
          <a:off x="1789911" y="2244768"/>
          <a:ext cx="1211309" cy="769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CAF8B-BE9A-498A-9C76-EC6AEFE496EE}">
      <dsp:nvSpPr>
        <dsp:cNvPr id="0" name=""/>
        <dsp:cNvSpPr/>
      </dsp:nvSpPr>
      <dsp:spPr>
        <a:xfrm>
          <a:off x="1924501" y="2372629"/>
          <a:ext cx="1211309" cy="7691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Tabela fato + Métrica principal</a:t>
          </a:r>
        </a:p>
      </dsp:txBody>
      <dsp:txXfrm>
        <a:off x="1947030" y="2395158"/>
        <a:ext cx="1166251" cy="724123"/>
      </dsp:txXfrm>
    </dsp:sp>
    <dsp:sp modelId="{5C5A6548-60DD-4093-82AE-8DC42767A5E3}">
      <dsp:nvSpPr>
        <dsp:cNvPr id="0" name=""/>
        <dsp:cNvSpPr/>
      </dsp:nvSpPr>
      <dsp:spPr>
        <a:xfrm>
          <a:off x="3270400" y="2244768"/>
          <a:ext cx="1211309" cy="769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3264D-7F05-43EC-990A-B714A8C50765}">
      <dsp:nvSpPr>
        <dsp:cNvPr id="0" name=""/>
        <dsp:cNvSpPr/>
      </dsp:nvSpPr>
      <dsp:spPr>
        <a:xfrm>
          <a:off x="3404990" y="2372629"/>
          <a:ext cx="1211309" cy="7691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Tabelas dimensão</a:t>
          </a:r>
        </a:p>
      </dsp:txBody>
      <dsp:txXfrm>
        <a:off x="3427519" y="2395158"/>
        <a:ext cx="1166251" cy="724123"/>
      </dsp:txXfrm>
    </dsp:sp>
    <dsp:sp modelId="{DB1579DC-8544-4EE4-974E-65F72FC28207}">
      <dsp:nvSpPr>
        <dsp:cNvPr id="0" name=""/>
        <dsp:cNvSpPr/>
      </dsp:nvSpPr>
      <dsp:spPr>
        <a:xfrm>
          <a:off x="4750889" y="2244768"/>
          <a:ext cx="1211309" cy="769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22575-79A7-45C3-A52C-A0A1046DE7C0}">
      <dsp:nvSpPr>
        <dsp:cNvPr id="0" name=""/>
        <dsp:cNvSpPr/>
      </dsp:nvSpPr>
      <dsp:spPr>
        <a:xfrm>
          <a:off x="4885479" y="2372629"/>
          <a:ext cx="1211309" cy="7691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Modelo visual com justificativas</a:t>
          </a:r>
        </a:p>
      </dsp:txBody>
      <dsp:txXfrm>
        <a:off x="4908008" y="2395158"/>
        <a:ext cx="1166251" cy="7241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94B44-3853-4868-AAB8-995B155416E7}">
      <dsp:nvSpPr>
        <dsp:cNvPr id="0" name=""/>
        <dsp:cNvSpPr/>
      </dsp:nvSpPr>
      <dsp:spPr>
        <a:xfrm>
          <a:off x="0" y="59124"/>
          <a:ext cx="4683949" cy="96876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🚨 Poucos grupos preencheram o Trello!</a:t>
          </a:r>
        </a:p>
      </dsp:txBody>
      <dsp:txXfrm>
        <a:off x="47291" y="106415"/>
        <a:ext cx="4589367" cy="874178"/>
      </dsp:txXfrm>
    </dsp:sp>
    <dsp:sp modelId="{43214479-2475-4BA0-9B5A-D407B8BE6FB4}">
      <dsp:nvSpPr>
        <dsp:cNvPr id="0" name=""/>
        <dsp:cNvSpPr/>
      </dsp:nvSpPr>
      <dsp:spPr>
        <a:xfrm>
          <a:off x="0" y="1094124"/>
          <a:ext cx="4683949" cy="968760"/>
        </a:xfrm>
        <a:prstGeom prst="roundRect">
          <a:avLst/>
        </a:prstGeom>
        <a:solidFill>
          <a:schemeClr val="accent1">
            <a:shade val="50000"/>
            <a:hueOff val="29355"/>
            <a:satOff val="-20903"/>
            <a:lumOff val="248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🗓️ Prazo final: 26/03</a:t>
          </a:r>
        </a:p>
      </dsp:txBody>
      <dsp:txXfrm>
        <a:off x="47291" y="1141415"/>
        <a:ext cx="4589367" cy="874178"/>
      </dsp:txXfrm>
    </dsp:sp>
    <dsp:sp modelId="{5808A02E-500D-48EA-BD02-DDC52337BA88}">
      <dsp:nvSpPr>
        <dsp:cNvPr id="0" name=""/>
        <dsp:cNvSpPr/>
      </dsp:nvSpPr>
      <dsp:spPr>
        <a:xfrm>
          <a:off x="0" y="2129125"/>
          <a:ext cx="4683949" cy="968760"/>
        </a:xfrm>
        <a:prstGeom prst="roundRect">
          <a:avLst/>
        </a:prstGeom>
        <a:solidFill>
          <a:schemeClr val="accent1">
            <a:shade val="50000"/>
            <a:hueOff val="58711"/>
            <a:satOff val="-41806"/>
            <a:lumOff val="497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📌 Organização do backlog é essencial para o trabalho final</a:t>
          </a:r>
        </a:p>
      </dsp:txBody>
      <dsp:txXfrm>
        <a:off x="47291" y="2176416"/>
        <a:ext cx="4589367" cy="874178"/>
      </dsp:txXfrm>
    </dsp:sp>
    <dsp:sp modelId="{B2ED67A1-DB4E-4461-A159-3B867F9DADFA}">
      <dsp:nvSpPr>
        <dsp:cNvPr id="0" name=""/>
        <dsp:cNvSpPr/>
      </dsp:nvSpPr>
      <dsp:spPr>
        <a:xfrm>
          <a:off x="0" y="3164125"/>
          <a:ext cx="4683949" cy="968760"/>
        </a:xfrm>
        <a:prstGeom prst="roundRect">
          <a:avLst/>
        </a:prstGeom>
        <a:solidFill>
          <a:schemeClr val="accent1">
            <a:shade val="50000"/>
            <a:hueOff val="29355"/>
            <a:satOff val="-20903"/>
            <a:lumOff val="248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✔️ Critério avaliado na entrega do projeto</a:t>
          </a:r>
        </a:p>
      </dsp:txBody>
      <dsp:txXfrm>
        <a:off x="47291" y="3211416"/>
        <a:ext cx="4589367" cy="8741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1B9E1-E76C-460E-8367-D17CED37B723}">
      <dsp:nvSpPr>
        <dsp:cNvPr id="0" name=""/>
        <dsp:cNvSpPr/>
      </dsp:nvSpPr>
      <dsp:spPr>
        <a:xfrm>
          <a:off x="0" y="70329"/>
          <a:ext cx="4683949" cy="7370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Data Warehouse (DW):</a:t>
          </a:r>
        </a:p>
      </dsp:txBody>
      <dsp:txXfrm>
        <a:off x="35982" y="106311"/>
        <a:ext cx="4611985" cy="665135"/>
      </dsp:txXfrm>
    </dsp:sp>
    <dsp:sp modelId="{9546B069-561D-44F5-B33A-634D33FBB3A6}">
      <dsp:nvSpPr>
        <dsp:cNvPr id="0" name=""/>
        <dsp:cNvSpPr/>
      </dsp:nvSpPr>
      <dsp:spPr>
        <a:xfrm>
          <a:off x="0" y="807429"/>
          <a:ext cx="4683949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Armazém centralizado, histórico, integrado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Suporte à decisão analítica</a:t>
          </a:r>
        </a:p>
      </dsp:txBody>
      <dsp:txXfrm>
        <a:off x="0" y="807429"/>
        <a:ext cx="4683949" cy="1117800"/>
      </dsp:txXfrm>
    </dsp:sp>
    <dsp:sp modelId="{D42C3CE4-ECAB-488A-865A-49A5C03F4117}">
      <dsp:nvSpPr>
        <dsp:cNvPr id="0" name=""/>
        <dsp:cNvSpPr/>
      </dsp:nvSpPr>
      <dsp:spPr>
        <a:xfrm>
          <a:off x="0" y="1925230"/>
          <a:ext cx="4683949" cy="737099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Data Mart (DM):</a:t>
          </a:r>
        </a:p>
      </dsp:txBody>
      <dsp:txXfrm>
        <a:off x="35982" y="1961212"/>
        <a:ext cx="4611985" cy="665135"/>
      </dsp:txXfrm>
    </dsp:sp>
    <dsp:sp modelId="{AC509DFD-86EE-40C0-8984-83B76519B85D}">
      <dsp:nvSpPr>
        <dsp:cNvPr id="0" name=""/>
        <dsp:cNvSpPr/>
      </dsp:nvSpPr>
      <dsp:spPr>
        <a:xfrm>
          <a:off x="0" y="2662330"/>
          <a:ext cx="4683949" cy="1459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Subconjunto temático de um DW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Foco em áreas específicas (ex: Marketing, Vendas)</a:t>
          </a:r>
        </a:p>
      </dsp:txBody>
      <dsp:txXfrm>
        <a:off x="0" y="2662330"/>
        <a:ext cx="4683949" cy="14593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12005-B479-474E-8F9D-193E37766893}">
      <dsp:nvSpPr>
        <dsp:cNvPr id="0" name=""/>
        <dsp:cNvSpPr/>
      </dsp:nvSpPr>
      <dsp:spPr>
        <a:xfrm>
          <a:off x="0" y="8533"/>
          <a:ext cx="4927405" cy="5690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5B66E-D8E5-4E7A-B3C1-A2CEC0667EC3}">
      <dsp:nvSpPr>
        <dsp:cNvPr id="0" name=""/>
        <dsp:cNvSpPr/>
      </dsp:nvSpPr>
      <dsp:spPr>
        <a:xfrm>
          <a:off x="172136" y="129370"/>
          <a:ext cx="312974" cy="3129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94AE1-75D3-439C-B186-74349C840D61}">
      <dsp:nvSpPr>
        <dsp:cNvPr id="0" name=""/>
        <dsp:cNvSpPr/>
      </dsp:nvSpPr>
      <dsp:spPr>
        <a:xfrm>
          <a:off x="657247" y="1335"/>
          <a:ext cx="4270158" cy="569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224" tIns="60224" rIns="60224" bIns="602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Desafio:</a:t>
          </a:r>
        </a:p>
      </dsp:txBody>
      <dsp:txXfrm>
        <a:off x="657247" y="1335"/>
        <a:ext cx="4270158" cy="569045"/>
      </dsp:txXfrm>
    </dsp:sp>
    <dsp:sp modelId="{EA17CE6A-416A-4B03-A6C8-2DA99F211626}">
      <dsp:nvSpPr>
        <dsp:cNvPr id="0" name=""/>
        <dsp:cNvSpPr/>
      </dsp:nvSpPr>
      <dsp:spPr>
        <a:xfrm>
          <a:off x="0" y="712641"/>
          <a:ext cx="4927405" cy="5690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A0BA7-10F9-4284-B0B0-72E7F99CAE2A}">
      <dsp:nvSpPr>
        <dsp:cNvPr id="0" name=""/>
        <dsp:cNvSpPr/>
      </dsp:nvSpPr>
      <dsp:spPr>
        <a:xfrm>
          <a:off x="172136" y="840676"/>
          <a:ext cx="312974" cy="3129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DA5A3-3F3A-4626-9F6A-1D6591709745}">
      <dsp:nvSpPr>
        <dsp:cNvPr id="0" name=""/>
        <dsp:cNvSpPr/>
      </dsp:nvSpPr>
      <dsp:spPr>
        <a:xfrm>
          <a:off x="657247" y="712641"/>
          <a:ext cx="4270158" cy="569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224" tIns="60224" rIns="60224" bIns="602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Extrair</a:t>
          </a:r>
          <a:r>
            <a:rPr lang="en-US" sz="1600" kern="1200" dirty="0"/>
            <a:t> dados </a:t>
          </a:r>
          <a:r>
            <a:rPr lang="en-US" sz="1600" kern="1200" dirty="0" err="1"/>
            <a:t>públicos</a:t>
          </a:r>
          <a:r>
            <a:rPr lang="en-US" sz="1600" kern="1200" dirty="0"/>
            <a:t> </a:t>
          </a:r>
          <a:r>
            <a:rPr lang="en-US" sz="1600" kern="1200" dirty="0" err="1"/>
            <a:t>em</a:t>
          </a:r>
          <a:r>
            <a:rPr lang="en-US" sz="1600" kern="1200" dirty="0"/>
            <a:t> JSON (IBGE </a:t>
          </a:r>
          <a:r>
            <a:rPr lang="en-US" sz="1600" kern="1200" dirty="0" err="1"/>
            <a:t>ou</a:t>
          </a:r>
          <a:r>
            <a:rPr lang="en-US" sz="1600" kern="1200" dirty="0"/>
            <a:t> GitHub)</a:t>
          </a:r>
        </a:p>
      </dsp:txBody>
      <dsp:txXfrm>
        <a:off x="657247" y="712641"/>
        <a:ext cx="4270158" cy="569045"/>
      </dsp:txXfrm>
    </dsp:sp>
    <dsp:sp modelId="{9101C43B-22E6-43BB-A81F-304B74A7F0A1}">
      <dsp:nvSpPr>
        <dsp:cNvPr id="0" name=""/>
        <dsp:cNvSpPr/>
      </dsp:nvSpPr>
      <dsp:spPr>
        <a:xfrm>
          <a:off x="0" y="1423948"/>
          <a:ext cx="4927405" cy="5690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41CE0-F1B9-4076-8C99-ADA1DDE5252F}">
      <dsp:nvSpPr>
        <dsp:cNvPr id="0" name=""/>
        <dsp:cNvSpPr/>
      </dsp:nvSpPr>
      <dsp:spPr>
        <a:xfrm>
          <a:off x="172136" y="1551983"/>
          <a:ext cx="312974" cy="3129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388BA-62C5-4163-8A08-0D0113BE8015}">
      <dsp:nvSpPr>
        <dsp:cNvPr id="0" name=""/>
        <dsp:cNvSpPr/>
      </dsp:nvSpPr>
      <dsp:spPr>
        <a:xfrm>
          <a:off x="657247" y="1423948"/>
          <a:ext cx="4270158" cy="569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224" tIns="60224" rIns="60224" bIns="602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Realizar</a:t>
          </a:r>
          <a:r>
            <a:rPr lang="en-US" sz="1600" kern="1200" dirty="0"/>
            <a:t> </a:t>
          </a:r>
          <a:r>
            <a:rPr lang="en-US" sz="1600" kern="1200" dirty="0" err="1"/>
            <a:t>tratamento</a:t>
          </a:r>
          <a:r>
            <a:rPr lang="en-US" sz="1600" kern="1200" dirty="0"/>
            <a:t> com Power Query</a:t>
          </a:r>
        </a:p>
      </dsp:txBody>
      <dsp:txXfrm>
        <a:off x="657247" y="1423948"/>
        <a:ext cx="4270158" cy="569045"/>
      </dsp:txXfrm>
    </dsp:sp>
    <dsp:sp modelId="{7D813540-A8E8-417C-9E3F-93F0409E0F39}">
      <dsp:nvSpPr>
        <dsp:cNvPr id="0" name=""/>
        <dsp:cNvSpPr/>
      </dsp:nvSpPr>
      <dsp:spPr>
        <a:xfrm>
          <a:off x="0" y="2135254"/>
          <a:ext cx="4927405" cy="5690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450ACD-3EBA-48E5-947A-4888B7835ECF}">
      <dsp:nvSpPr>
        <dsp:cNvPr id="0" name=""/>
        <dsp:cNvSpPr/>
      </dsp:nvSpPr>
      <dsp:spPr>
        <a:xfrm>
          <a:off x="172136" y="2263289"/>
          <a:ext cx="312974" cy="3129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E6C06-71F6-4E00-8FD2-030D175BFCEC}">
      <dsp:nvSpPr>
        <dsp:cNvPr id="0" name=""/>
        <dsp:cNvSpPr/>
      </dsp:nvSpPr>
      <dsp:spPr>
        <a:xfrm>
          <a:off x="657247" y="2135254"/>
          <a:ext cx="4270158" cy="569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224" tIns="60224" rIns="60224" bIns="602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Modelar</a:t>
          </a:r>
          <a:r>
            <a:rPr lang="en-US" sz="1600" kern="1200" dirty="0"/>
            <a:t> </a:t>
          </a:r>
          <a:r>
            <a:rPr lang="en-US" sz="1600" kern="1200" dirty="0" err="1"/>
            <a:t>dimensões</a:t>
          </a:r>
          <a:r>
            <a:rPr lang="en-US" sz="1600" kern="1200" dirty="0"/>
            <a:t> e </a:t>
          </a:r>
          <a:r>
            <a:rPr lang="en-US" sz="1600" kern="1200" dirty="0" err="1"/>
            <a:t>fatos</a:t>
          </a:r>
          <a:endParaRPr lang="en-US" sz="1600" kern="1200" dirty="0"/>
        </a:p>
      </dsp:txBody>
      <dsp:txXfrm>
        <a:off x="657247" y="2135254"/>
        <a:ext cx="4270158" cy="569045"/>
      </dsp:txXfrm>
    </dsp:sp>
    <dsp:sp modelId="{5E3765AD-ACAC-4F13-A9F3-91957218AA4B}">
      <dsp:nvSpPr>
        <dsp:cNvPr id="0" name=""/>
        <dsp:cNvSpPr/>
      </dsp:nvSpPr>
      <dsp:spPr>
        <a:xfrm>
          <a:off x="0" y="2846561"/>
          <a:ext cx="4927405" cy="5690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D44786-DF3B-4AE1-AFC6-20A097B8F64F}">
      <dsp:nvSpPr>
        <dsp:cNvPr id="0" name=""/>
        <dsp:cNvSpPr/>
      </dsp:nvSpPr>
      <dsp:spPr>
        <a:xfrm>
          <a:off x="172136" y="2974596"/>
          <a:ext cx="312974" cy="3129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4551E-2DF6-4D02-817B-B5FAF89D0416}">
      <dsp:nvSpPr>
        <dsp:cNvPr id="0" name=""/>
        <dsp:cNvSpPr/>
      </dsp:nvSpPr>
      <dsp:spPr>
        <a:xfrm>
          <a:off x="657247" y="2846561"/>
          <a:ext cx="4270158" cy="569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224" tIns="60224" rIns="60224" bIns="602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Criar</a:t>
          </a:r>
          <a:r>
            <a:rPr lang="en-US" sz="1600" kern="1200" dirty="0"/>
            <a:t> </a:t>
          </a:r>
          <a:r>
            <a:rPr lang="en-US" sz="1600" kern="1200" dirty="0" err="1"/>
            <a:t>visualizações</a:t>
          </a:r>
          <a:r>
            <a:rPr lang="en-US" sz="1600" kern="1200" dirty="0"/>
            <a:t> </a:t>
          </a:r>
          <a:r>
            <a:rPr lang="en-US" sz="1600" kern="1200" dirty="0" err="1"/>
            <a:t>iniciais</a:t>
          </a:r>
          <a:endParaRPr lang="en-US" sz="1600" kern="1200" dirty="0"/>
        </a:p>
      </dsp:txBody>
      <dsp:txXfrm>
        <a:off x="657247" y="2846561"/>
        <a:ext cx="4270158" cy="569045"/>
      </dsp:txXfrm>
    </dsp:sp>
    <dsp:sp modelId="{125B716C-08E1-45CF-A252-56F0BC4053DB}">
      <dsp:nvSpPr>
        <dsp:cNvPr id="0" name=""/>
        <dsp:cNvSpPr/>
      </dsp:nvSpPr>
      <dsp:spPr>
        <a:xfrm>
          <a:off x="0" y="3557867"/>
          <a:ext cx="4927405" cy="5690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3B39D-A221-46EF-B7AC-785B4CC15F6B}">
      <dsp:nvSpPr>
        <dsp:cNvPr id="0" name=""/>
        <dsp:cNvSpPr/>
      </dsp:nvSpPr>
      <dsp:spPr>
        <a:xfrm>
          <a:off x="172136" y="3685902"/>
          <a:ext cx="312974" cy="31297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CEE6C-D817-4D94-B557-3A0B117C2D78}">
      <dsp:nvSpPr>
        <dsp:cNvPr id="0" name=""/>
        <dsp:cNvSpPr/>
      </dsp:nvSpPr>
      <dsp:spPr>
        <a:xfrm>
          <a:off x="657247" y="3557867"/>
          <a:ext cx="4270158" cy="569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224" tIns="60224" rIns="60224" bIns="602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Enviar</a:t>
          </a:r>
          <a:r>
            <a:rPr lang="en-US" sz="1600" kern="1200" dirty="0"/>
            <a:t> o .</a:t>
          </a:r>
          <a:r>
            <a:rPr lang="en-US" sz="1600" kern="1200" dirty="0" err="1"/>
            <a:t>pbix</a:t>
          </a:r>
          <a:r>
            <a:rPr lang="en-US" sz="1600" kern="1200" dirty="0"/>
            <a:t> </a:t>
          </a:r>
          <a:r>
            <a:rPr lang="en-US" sz="1600" kern="1200" dirty="0" err="1"/>
            <a:t>na</a:t>
          </a:r>
          <a:r>
            <a:rPr lang="en-US" sz="1600" kern="1200" dirty="0"/>
            <a:t> Sala Online </a:t>
          </a:r>
          <a:r>
            <a:rPr lang="en-US" sz="1600" kern="1200" dirty="0" err="1"/>
            <a:t>até</a:t>
          </a:r>
          <a:r>
            <a:rPr lang="en-US" sz="1600" kern="1200" dirty="0"/>
            <a:t> o final do </a:t>
          </a:r>
          <a:r>
            <a:rPr lang="en-US" sz="1600" kern="1200" dirty="0" err="1"/>
            <a:t>dia</a:t>
          </a:r>
          <a:endParaRPr lang="en-US" sz="1600" kern="1200" dirty="0"/>
        </a:p>
      </dsp:txBody>
      <dsp:txXfrm>
        <a:off x="657247" y="3557867"/>
        <a:ext cx="4270158" cy="5690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0AC560-AB98-4A05-B576-92EF3E73E417}">
      <dsp:nvSpPr>
        <dsp:cNvPr id="0" name=""/>
        <dsp:cNvSpPr/>
      </dsp:nvSpPr>
      <dsp:spPr>
        <a:xfrm>
          <a:off x="253466" y="1270"/>
          <a:ext cx="1995617" cy="119737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🧾 Primeira entrega: Diagnóstico e Teorização</a:t>
          </a:r>
        </a:p>
      </dsp:txBody>
      <dsp:txXfrm>
        <a:off x="253466" y="1270"/>
        <a:ext cx="1995617" cy="1197370"/>
      </dsp:txXfrm>
    </dsp:sp>
    <dsp:sp modelId="{A564EECA-68FF-4E80-9AA4-87B3A29F77B2}">
      <dsp:nvSpPr>
        <dsp:cNvPr id="0" name=""/>
        <dsp:cNvSpPr/>
      </dsp:nvSpPr>
      <dsp:spPr>
        <a:xfrm>
          <a:off x="2448645" y="1270"/>
          <a:ext cx="1995617" cy="1197370"/>
        </a:xfrm>
        <a:prstGeom prst="rect">
          <a:avLst/>
        </a:prstGeom>
        <a:solidFill>
          <a:schemeClr val="accent1">
            <a:shade val="80000"/>
            <a:hueOff val="10202"/>
            <a:satOff val="-7550"/>
            <a:lumOff val="681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📍 Data limite: 31/03/2025</a:t>
          </a:r>
        </a:p>
      </dsp:txBody>
      <dsp:txXfrm>
        <a:off x="2448645" y="1270"/>
        <a:ext cx="1995617" cy="1197370"/>
      </dsp:txXfrm>
    </dsp:sp>
    <dsp:sp modelId="{2329DCE1-0ED3-4069-AC09-50105CEC5924}">
      <dsp:nvSpPr>
        <dsp:cNvPr id="0" name=""/>
        <dsp:cNvSpPr/>
      </dsp:nvSpPr>
      <dsp:spPr>
        <a:xfrm>
          <a:off x="253466" y="1398203"/>
          <a:ext cx="1995617" cy="1197370"/>
        </a:xfrm>
        <a:prstGeom prst="rect">
          <a:avLst/>
        </a:prstGeom>
        <a:solidFill>
          <a:schemeClr val="accent1">
            <a:shade val="80000"/>
            <a:hueOff val="20405"/>
            <a:satOff val="-15100"/>
            <a:lumOff val="136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🎤 Apresentação Pitch:</a:t>
          </a:r>
        </a:p>
      </dsp:txBody>
      <dsp:txXfrm>
        <a:off x="253466" y="1398203"/>
        <a:ext cx="1995617" cy="1197370"/>
      </dsp:txXfrm>
    </dsp:sp>
    <dsp:sp modelId="{5E2F5629-7A84-426C-B7FC-DC09F3DE738B}">
      <dsp:nvSpPr>
        <dsp:cNvPr id="0" name=""/>
        <dsp:cNvSpPr/>
      </dsp:nvSpPr>
      <dsp:spPr>
        <a:xfrm>
          <a:off x="2448645" y="1398203"/>
          <a:ext cx="1995617" cy="1197370"/>
        </a:xfrm>
        <a:prstGeom prst="rect">
          <a:avLst/>
        </a:prstGeom>
        <a:solidFill>
          <a:schemeClr val="accent1">
            <a:shade val="80000"/>
            <a:hueOff val="30607"/>
            <a:satOff val="-22651"/>
            <a:lumOff val="204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📅 01/04/2025</a:t>
          </a:r>
        </a:p>
      </dsp:txBody>
      <dsp:txXfrm>
        <a:off x="2448645" y="1398203"/>
        <a:ext cx="1995617" cy="1197370"/>
      </dsp:txXfrm>
    </dsp:sp>
    <dsp:sp modelId="{438CA81B-A712-4753-94CF-E3EE88485A72}">
      <dsp:nvSpPr>
        <dsp:cNvPr id="0" name=""/>
        <dsp:cNvSpPr/>
      </dsp:nvSpPr>
      <dsp:spPr>
        <a:xfrm>
          <a:off x="253466" y="2795135"/>
          <a:ext cx="1995617" cy="1197370"/>
        </a:xfrm>
        <a:prstGeom prst="rect">
          <a:avLst/>
        </a:prstGeom>
        <a:solidFill>
          <a:schemeClr val="accent1">
            <a:shade val="80000"/>
            <a:hueOff val="40809"/>
            <a:satOff val="-30201"/>
            <a:lumOff val="272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📌 Dica: atualizem o Trello com a estrutura do projeto</a:t>
          </a:r>
        </a:p>
      </dsp:txBody>
      <dsp:txXfrm>
        <a:off x="253466" y="2795135"/>
        <a:ext cx="1995617" cy="1197370"/>
      </dsp:txXfrm>
    </dsp:sp>
    <dsp:sp modelId="{46E27F06-56B4-4BA0-8911-515A154FA140}">
      <dsp:nvSpPr>
        <dsp:cNvPr id="0" name=""/>
        <dsp:cNvSpPr/>
      </dsp:nvSpPr>
      <dsp:spPr>
        <a:xfrm>
          <a:off x="2448645" y="2795135"/>
          <a:ext cx="1995617" cy="1197370"/>
        </a:xfrm>
        <a:prstGeom prst="rect">
          <a:avLst/>
        </a:prstGeom>
        <a:solidFill>
          <a:schemeClr val="accent1">
            <a:shade val="80000"/>
            <a:hueOff val="51011"/>
            <a:satOff val="-37751"/>
            <a:lumOff val="340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(Parte da avaliação contínua!)</a:t>
          </a:r>
        </a:p>
      </dsp:txBody>
      <dsp:txXfrm>
        <a:off x="2448645" y="2795135"/>
        <a:ext cx="1995617" cy="11973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4AD33-37AA-48EA-A004-CC03045457C3}">
      <dsp:nvSpPr>
        <dsp:cNvPr id="0" name=""/>
        <dsp:cNvSpPr/>
      </dsp:nvSpPr>
      <dsp:spPr>
        <a:xfrm>
          <a:off x="0" y="0"/>
          <a:ext cx="3755548" cy="911099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📌 Envio da prática de hoje até hoje à noite!</a:t>
          </a:r>
        </a:p>
      </dsp:txBody>
      <dsp:txXfrm>
        <a:off x="26685" y="26685"/>
        <a:ext cx="2695413" cy="857729"/>
      </dsp:txXfrm>
    </dsp:sp>
    <dsp:sp modelId="{30865D18-6C48-443A-9501-795B5C2020C2}">
      <dsp:nvSpPr>
        <dsp:cNvPr id="0" name=""/>
        <dsp:cNvSpPr/>
      </dsp:nvSpPr>
      <dsp:spPr>
        <a:xfrm>
          <a:off x="314527" y="1076753"/>
          <a:ext cx="3755548" cy="911099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9355"/>
            <a:satOff val="-20903"/>
            <a:lumOff val="248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📌 Trello até amanhã (26/03)</a:t>
          </a:r>
        </a:p>
      </dsp:txBody>
      <dsp:txXfrm>
        <a:off x="341212" y="1103438"/>
        <a:ext cx="2795436" cy="857729"/>
      </dsp:txXfrm>
    </dsp:sp>
    <dsp:sp modelId="{227A704F-8D9C-49C9-B505-D30DB46370AF}">
      <dsp:nvSpPr>
        <dsp:cNvPr id="0" name=""/>
        <dsp:cNvSpPr/>
      </dsp:nvSpPr>
      <dsp:spPr>
        <a:xfrm>
          <a:off x="624359" y="2153507"/>
          <a:ext cx="3755548" cy="911099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58711"/>
            <a:satOff val="-41806"/>
            <a:lumOff val="497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📌 Trabalho final começa já</a:t>
          </a:r>
          <a:r>
            <a:rPr lang="pt-BR" sz="1800" kern="1200"/>
            <a:t>, parte 1 (31/03)</a:t>
          </a:r>
          <a:r>
            <a:rPr lang="en-US" sz="1800" kern="1200"/>
            <a:t>!</a:t>
          </a:r>
        </a:p>
      </dsp:txBody>
      <dsp:txXfrm>
        <a:off x="651044" y="2180192"/>
        <a:ext cx="2800130" cy="857729"/>
      </dsp:txXfrm>
    </dsp:sp>
    <dsp:sp modelId="{7992FD1F-D8DF-4C02-BA52-7A24E0A6BD4E}">
      <dsp:nvSpPr>
        <dsp:cNvPr id="0" name=""/>
        <dsp:cNvSpPr/>
      </dsp:nvSpPr>
      <dsp:spPr>
        <a:xfrm>
          <a:off x="938886" y="3230260"/>
          <a:ext cx="3755548" cy="911099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9355"/>
            <a:satOff val="-20903"/>
            <a:lumOff val="248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📌 Apresentação pitch parte 1 (01/04)!</a:t>
          </a:r>
          <a:endParaRPr lang="en-US" sz="1800" kern="1200"/>
        </a:p>
      </dsp:txBody>
      <dsp:txXfrm>
        <a:off x="965571" y="3256945"/>
        <a:ext cx="2795436" cy="857729"/>
      </dsp:txXfrm>
    </dsp:sp>
    <dsp:sp modelId="{805EB89C-33F5-4EF6-B76F-E2DE1D90C36A}">
      <dsp:nvSpPr>
        <dsp:cNvPr id="0" name=""/>
        <dsp:cNvSpPr/>
      </dsp:nvSpPr>
      <dsp:spPr>
        <a:xfrm>
          <a:off x="3163333" y="697819"/>
          <a:ext cx="592214" cy="5922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296581" y="697819"/>
        <a:ext cx="325718" cy="445641"/>
      </dsp:txXfrm>
    </dsp:sp>
    <dsp:sp modelId="{F9813C6D-D758-49E8-B9C1-61B0E47FCE80}">
      <dsp:nvSpPr>
        <dsp:cNvPr id="0" name=""/>
        <dsp:cNvSpPr/>
      </dsp:nvSpPr>
      <dsp:spPr>
        <a:xfrm>
          <a:off x="3477860" y="1774572"/>
          <a:ext cx="592214" cy="5922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611108" y="1774572"/>
        <a:ext cx="325718" cy="445641"/>
      </dsp:txXfrm>
    </dsp:sp>
    <dsp:sp modelId="{3A945FBD-9BF2-44EE-BA34-6EEF8F959B56}">
      <dsp:nvSpPr>
        <dsp:cNvPr id="0" name=""/>
        <dsp:cNvSpPr/>
      </dsp:nvSpPr>
      <dsp:spPr>
        <a:xfrm>
          <a:off x="3787693" y="2851326"/>
          <a:ext cx="592214" cy="5922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920941" y="2851326"/>
        <a:ext cx="325718" cy="4456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19A38-1E24-4A88-8567-A91EE221F9FB}">
      <dsp:nvSpPr>
        <dsp:cNvPr id="0" name=""/>
        <dsp:cNvSpPr/>
      </dsp:nvSpPr>
      <dsp:spPr>
        <a:xfrm>
          <a:off x="0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1. DIAGNÓSTICO E TEORIZAÇÃO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/>
            <a:t>01/04/2025 </a:t>
          </a:r>
          <a:endParaRPr lang="en-US" sz="1400" kern="1200" dirty="0"/>
        </a:p>
      </dsp:txBody>
      <dsp:txXfrm>
        <a:off x="0" y="1157440"/>
        <a:ext cx="2464593" cy="1827537"/>
      </dsp:txXfrm>
    </dsp:sp>
    <dsp:sp modelId="{E1FBBAED-147E-48CB-908B-EFD686A5161F}">
      <dsp:nvSpPr>
        <dsp:cNvPr id="0" name=""/>
        <dsp:cNvSpPr/>
      </dsp:nvSpPr>
      <dsp:spPr>
        <a:xfrm>
          <a:off x="775412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909230" y="438407"/>
        <a:ext cx="646132" cy="646132"/>
      </dsp:txXfrm>
    </dsp:sp>
    <dsp:sp modelId="{0D1E9FC2-6CDE-44F1-95C9-325454700687}">
      <dsp:nvSpPr>
        <dsp:cNvPr id="0" name=""/>
        <dsp:cNvSpPr/>
      </dsp:nvSpPr>
      <dsp:spPr>
        <a:xfrm>
          <a:off x="0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07109-038A-4DC3-8954-8749EC869387}">
      <dsp:nvSpPr>
        <dsp:cNvPr id="0" name=""/>
        <dsp:cNvSpPr/>
      </dsp:nvSpPr>
      <dsp:spPr>
        <a:xfrm>
          <a:off x="2711053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2. PLANEJAMENTO E DESENVOLVIMENTO DO PROJETO 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06/05/2025</a:t>
          </a:r>
        </a:p>
      </dsp:txBody>
      <dsp:txXfrm>
        <a:off x="2711053" y="1157440"/>
        <a:ext cx="2464593" cy="1827537"/>
      </dsp:txXfrm>
    </dsp:sp>
    <dsp:sp modelId="{C6E66F40-6F87-4235-9F4F-6E4BEE84106B}">
      <dsp:nvSpPr>
        <dsp:cNvPr id="0" name=""/>
        <dsp:cNvSpPr/>
      </dsp:nvSpPr>
      <dsp:spPr>
        <a:xfrm>
          <a:off x="3486465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620283" y="438407"/>
        <a:ext cx="646132" cy="646132"/>
      </dsp:txXfrm>
    </dsp:sp>
    <dsp:sp modelId="{6C6EB8F0-29C7-49A1-8957-8CEFBFF7EB0A}">
      <dsp:nvSpPr>
        <dsp:cNvPr id="0" name=""/>
        <dsp:cNvSpPr/>
      </dsp:nvSpPr>
      <dsp:spPr>
        <a:xfrm>
          <a:off x="2711053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927BC-94EA-4F6F-9C3F-05D258DD8A3E}">
      <dsp:nvSpPr>
        <dsp:cNvPr id="0" name=""/>
        <dsp:cNvSpPr/>
      </dsp:nvSpPr>
      <dsp:spPr>
        <a:xfrm>
          <a:off x="5422106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3. ENCERRAMENTO DO PROJETO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</dsp:txBody>
      <dsp:txXfrm>
        <a:off x="5422106" y="1157440"/>
        <a:ext cx="2464593" cy="1827537"/>
      </dsp:txXfrm>
    </dsp:sp>
    <dsp:sp modelId="{847AA22B-0031-4640-A2ED-04DBF106E399}">
      <dsp:nvSpPr>
        <dsp:cNvPr id="0" name=""/>
        <dsp:cNvSpPr/>
      </dsp:nvSpPr>
      <dsp:spPr>
        <a:xfrm>
          <a:off x="6197518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6331336" y="438407"/>
        <a:ext cx="646132" cy="646132"/>
      </dsp:txXfrm>
    </dsp:sp>
    <dsp:sp modelId="{C7FB18CB-7FCE-4450-939C-1C8367813801}">
      <dsp:nvSpPr>
        <dsp:cNvPr id="0" name=""/>
        <dsp:cNvSpPr/>
      </dsp:nvSpPr>
      <dsp:spPr>
        <a:xfrm>
          <a:off x="5422106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056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07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5007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Business </a:t>
            </a:r>
            <a:r>
              <a:rPr lang="pt-BR" sz="3600" dirty="0" err="1">
                <a:solidFill>
                  <a:schemeClr val="bg1"/>
                </a:solidFill>
              </a:rPr>
              <a:t>Intelligence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83DD814-424C-F6CA-C8DC-0A67442A2586}"/>
              </a:ext>
            </a:extLst>
          </p:cNvPr>
          <p:cNvSpPr txBox="1">
            <a:spLocks/>
          </p:cNvSpPr>
          <p:nvPr/>
        </p:nvSpPr>
        <p:spPr>
          <a:xfrm>
            <a:off x="2880359" y="1014926"/>
            <a:ext cx="5298693" cy="3268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>
                <a:solidFill>
                  <a:srgbClr val="FFFFFF"/>
                </a:solidFill>
              </a:rPr>
              <a:t>Data Warehouse (DW) e Data Mart (DM)</a:t>
            </a:r>
            <a:endParaRPr lang="pt-BR" sz="3600" dirty="0">
              <a:solidFill>
                <a:srgbClr val="FFFFFF"/>
              </a:solidFill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00D3561-7A8F-3D51-F149-92D73789CE84}"/>
              </a:ext>
            </a:extLst>
          </p:cNvPr>
          <p:cNvSpPr txBox="1">
            <a:spLocks/>
          </p:cNvSpPr>
          <p:nvPr/>
        </p:nvSpPr>
        <p:spPr>
          <a:xfrm>
            <a:off x="2127816" y="3394745"/>
            <a:ext cx="6051236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600" dirty="0">
                <a:solidFill>
                  <a:srgbClr val="FFFFFF"/>
                </a:solidFill>
              </a:rPr>
              <a:t>Construção de modelos multidimensionais e Star </a:t>
            </a:r>
            <a:r>
              <a:rPr lang="pt-BR" sz="1600" dirty="0" err="1">
                <a:solidFill>
                  <a:srgbClr val="FFFFFF"/>
                </a:solidFill>
              </a:rPr>
              <a:t>Schema</a:t>
            </a:r>
            <a:endParaRPr lang="pt-BR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79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400" y="6014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697" y="1710799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856E78-99C4-3C27-8548-1711F64E0A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890253"/>
              </p:ext>
            </p:extLst>
          </p:nvPr>
        </p:nvGraphicFramePr>
        <p:xfrm>
          <a:off x="648000" y="1710797"/>
          <a:ext cx="5710597" cy="2921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A45CD21-9F71-4C45-8C3F-9804559A6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CA45CD21-9F71-4C45-8C3F-9804559A64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522D57-576F-4B8F-B906-CC91D6A964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10522D57-576F-4B8F-B906-CC91D6A964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509E8B-7835-48D0-B7A5-4E214BC2FB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51509E8B-7835-48D0-B7A5-4E214BC2FB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B36412-6BB0-4897-B3D6-D3B0ECC5D7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40B36412-6BB0-4897-B3D6-D3B0ECC5D7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4D19FC-93B5-400E-A789-AAFD1509B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8B4D19FC-93B5-400E-A789-AAFD1509B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822CFD3-E487-4073-936D-CE31CC0299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6822CFD3-E487-4073-936D-CE31CC0299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6D1C8DF-6483-4A06-97F7-0D658E0A3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26D1C8DF-6483-4A06-97F7-0D658E0A36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E4F5C56-E56E-4394-9590-E28DFF88FC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1E4F5C56-E56E-4394-9590-E28DFF88FC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1B972A6-751A-4DE7-A43D-E55BE00514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C1B972A6-751A-4DE7-A43D-E55BE00514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00C2F90-2970-4D44-82A8-D10AF4ACBF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graphicEl>
                                              <a:dgm id="{B00C2F90-2970-4D44-82A8-D10AF4ACBF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F24574-296D-410F-B70B-172ED2D65D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CBF24574-296D-410F-B70B-172ED2D65D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55BA15-F310-4F18-BF54-F7CEAEEA52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4C55BA15-F310-4F18-BF54-F7CEAEEA52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22EFEA9-63AB-1EAA-90BB-76493678C0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4725131"/>
              </p:ext>
            </p:extLst>
          </p:nvPr>
        </p:nvGraphicFramePr>
        <p:xfrm>
          <a:off x="3831401" y="986246"/>
          <a:ext cx="4683949" cy="4008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9837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38B7F7D-811F-412C-A75E-87E50D6A1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D38B7F7D-811F-412C-A75E-87E50D6A1B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88820C3-8AA7-499E-BBBC-691B61202F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088820C3-8AA7-499E-BBBC-691B61202F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C8D4FC2-B039-4184-BF51-7E11AC3C6E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EC8D4FC2-B039-4184-BF51-7E11AC3C6E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C74ED9-BCEF-4B53-B09A-8C0A766B1C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EBC74ED9-BCEF-4B53-B09A-8C0A766B1C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AFBF78-B67C-4A37-B140-44E277BFF5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BCAFBF78-B67C-4A37-B140-44E277BFF5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B56EFC8-0125-4746-90EF-23A8E9DDF2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DB56EFC8-0125-4746-90EF-23A8E9DDF2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B1D83B-536E-41CB-A96E-E5B25DB5DA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7EB1D83B-536E-41CB-A96E-E5B25DB5DA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F61E40-E4DF-41ED-B0E6-38D84120D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88F61E40-E4DF-41ED-B0E6-38D84120D2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61D5A75-2900-4D80-A16B-67C71009E4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061D5A75-2900-4D80-A16B-67C71009E4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3CE4E98-13AA-44AB-8CE6-B63BB53072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graphicEl>
                                              <a:dgm id="{33CE4E98-13AA-44AB-8CE6-B63BB53072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40BE93E-DC10-47D7-9C21-11FA6C756B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graphicEl>
                                              <a:dgm id="{D40BE93E-DC10-47D7-9C21-11FA6C756B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2ED75C8-18E3-4AAB-A7C0-A14538D3D9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graphicEl>
                                              <a:dgm id="{22ED75C8-18E3-4AAB-A7C0-A14538D3D9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66A8165-93A2-497C-B829-22625B3A4C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graphicEl>
                                              <a:dgm id="{166A8165-93A2-497C-B829-22625B3A4C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6F7657A-B3E1-4FE7-87A0-3BA98B1C52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graphicEl>
                                              <a:dgm id="{26F7657A-B3E1-4FE7-87A0-3BA98B1C52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EF7C53-1B3A-4C8B-87BA-E80F718B8B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graphicEl>
                                              <a:dgm id="{25EF7C53-1B3A-4C8B-87BA-E80F718B8B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735D2-4492-7EFF-A39E-AFDDF6AE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916A824-4FE8-7B34-1D44-A71C2F783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3A3BFB-F373-BAF6-1475-187E152F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400" y="601492"/>
            <a:ext cx="5927792" cy="887195"/>
          </a:xfrm>
        </p:spPr>
        <p:txBody>
          <a:bodyPr anchor="b">
            <a:normAutofit fontScale="90000"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Apresentações dos Grupos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0342A78-278E-3AEB-388B-DD35CC94A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11">
            <a:extLst>
              <a:ext uri="{FF2B5EF4-FFF2-40B4-BE49-F238E27FC236}">
                <a16:creationId xmlns:a16="http://schemas.microsoft.com/office/drawing/2014/main" id="{9B0C6B15-8DF1-686D-75F8-4FBE922F5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03702AE0-4CAB-32EC-6DC2-B2A385D41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6289F4F0-999A-08A0-FBA1-42A52EE2E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91FEAA7-D356-660A-7E00-D3885AB72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124407"/>
              </p:ext>
            </p:extLst>
          </p:nvPr>
        </p:nvGraphicFramePr>
        <p:xfrm>
          <a:off x="628650" y="1488687"/>
          <a:ext cx="7886700" cy="3143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884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E38574A-6CB0-44BB-8BF5-50CE490CF8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graphicEl>
                                              <a:dgm id="{7E38574A-6CB0-44BB-8BF5-50CE490CF8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79C4403-DFEF-435C-BA56-15C744AB3C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>
                                            <p:graphicEl>
                                              <a:dgm id="{F79C4403-DFEF-435C-BA56-15C744AB3C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7699B4C-CF92-40C8-A0C8-9030DE5322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>
                                            <p:graphicEl>
                                              <a:dgm id="{07699B4C-CF92-40C8-A0C8-9030DE5322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C784ECD-243C-4B35-82DC-553BC4DCBC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>
                                            <p:graphicEl>
                                              <a:dgm id="{1C784ECD-243C-4B35-82DC-553BC4DCBC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EA6BF7D-215B-4CAB-9F8D-3E3163D0F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8">
                                            <p:graphicEl>
                                              <a:dgm id="{4EA6BF7D-215B-4CAB-9F8D-3E3163D0F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BEB255D-4C0B-47F5-976F-9109960C26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8">
                                            <p:graphicEl>
                                              <a:dgm id="{BBEB255D-4C0B-47F5-976F-9109960C26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6F6281B-08E2-4CB8-9381-9E3C0544DE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8">
                                            <p:graphicEl>
                                              <a:dgm id="{46F6281B-08E2-4CB8-9381-9E3C0544DE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5F2CB6E-06C5-47B7-B083-E41C468D57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>
                                            <p:graphicEl>
                                              <a:dgm id="{C5F2CB6E-06C5-47B7-B083-E41C468D57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2559A8B-0055-41D3-96F6-A1B7F8409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>
                                            <p:graphicEl>
                                              <a:dgm id="{F2559A8B-0055-41D3-96F6-A1B7F8409F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E9FC6BB-A109-470F-95AA-5F9EE67F31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8">
                                            <p:graphicEl>
                                              <a:dgm id="{AE9FC6BB-A109-470F-95AA-5F9EE67F31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8CAF8B-BE9A-498A-9C76-EC6AEFE496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8">
                                            <p:graphicEl>
                                              <a:dgm id="{658CAF8B-BE9A-498A-9C76-EC6AEFE496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C913A98-56FF-496D-B9F7-B633F4A4F5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8">
                                            <p:graphicEl>
                                              <a:dgm id="{4C913A98-56FF-496D-B9F7-B633F4A4F5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C5A6548-60DD-4093-82AE-8DC42767A5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8">
                                            <p:graphicEl>
                                              <a:dgm id="{5C5A6548-60DD-4093-82AE-8DC42767A5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AC3264D-7F05-43EC-990A-B714A8C507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8">
                                            <p:graphicEl>
                                              <a:dgm id="{AAC3264D-7F05-43EC-990A-B714A8C507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F5296F3-D524-4927-A91D-FF725DDF55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8">
                                            <p:graphicEl>
                                              <a:dgm id="{2F5296F3-D524-4927-A91D-FF725DDF55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B1579DC-8544-4EE4-974E-65F72FC282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8">
                                            <p:graphicEl>
                                              <a:dgm id="{DB1579DC-8544-4EE4-974E-65F72FC282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022575-79A7-45C3-A52C-A0A1046DE7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8">
                                            <p:graphicEl>
                                              <a:dgm id="{71022575-79A7-45C3-A52C-A0A1046DE7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5100"/>
              <a:t>Feedback sobre o Trello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DFA1A7-66C9-1C8F-8BB6-41307EB5A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588213"/>
              </p:ext>
            </p:extLst>
          </p:nvPr>
        </p:nvGraphicFramePr>
        <p:xfrm>
          <a:off x="3831401" y="80310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E94B44-3853-4868-AAB8-995B155416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4E94B44-3853-4868-AAB8-995B155416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214479-2475-4BA0-9B5A-D407B8BE6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43214479-2475-4BA0-9B5A-D407B8BE6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08A02E-500D-48EA-BD02-DDC52337BA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5808A02E-500D-48EA-BD02-DDC52337BA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ED67A1-DB4E-4461-A159-3B867F9DAD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B2ED67A1-DB4E-4461-A159-3B867F9DAD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8A7E1-8734-EABB-CFC9-B805E34A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9712-C927-1F1D-3E02-7F4A757F6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4700"/>
              <a:t>Conceitos-Chave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7491B6-0359-875E-869B-C1F54D54B0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4193488"/>
              </p:ext>
            </p:extLst>
          </p:nvPr>
        </p:nvGraphicFramePr>
        <p:xfrm>
          <a:off x="3831401" y="80310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400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C81B9E1-E76C-460E-8367-D17CED37B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2C81B9E1-E76C-460E-8367-D17CED37B7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46B069-561D-44F5-B33A-634D33FBB3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9546B069-561D-44F5-B33A-634D33FBB3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2C3CE4-ECAB-488A-865A-49A5C03F4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D42C3CE4-ECAB-488A-865A-49A5C03F41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C509DFD-86EE-40C0-8984-83B76519B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AC509DFD-86EE-40C0-8984-83B76519B8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21A49-D410-C274-4AE4-DC35204A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68512-1A5A-CE37-E9A9-24926E30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04" y="417891"/>
            <a:ext cx="2530602" cy="4175919"/>
          </a:xfrm>
        </p:spPr>
        <p:txBody>
          <a:bodyPr>
            <a:normAutofit/>
          </a:bodyPr>
          <a:lstStyle/>
          <a:p>
            <a:r>
              <a:rPr lang="pt-BR" sz="3900"/>
              <a:t>Atividade Prática no Power BI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8DFE4B1-7586-7D3E-184C-DD5ED871C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085751"/>
              </p:ext>
            </p:extLst>
          </p:nvPr>
        </p:nvGraphicFramePr>
        <p:xfrm>
          <a:off x="3819906" y="900952"/>
          <a:ext cx="4927406" cy="4128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779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435B66E-D8E5-4E7A-B3C1-A2CEC0667E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graphicEl>
                                              <a:dgm id="{8435B66E-D8E5-4E7A-B3C1-A2CEC0667E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5712005-B479-474E-8F9D-193E377668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>
                                            <p:graphicEl>
                                              <a:dgm id="{75712005-B479-474E-8F9D-193E377668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11D94AE1-75D3-439C-B186-74349C840D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">
                                            <p:graphicEl>
                                              <a:dgm id="{11D94AE1-75D3-439C-B186-74349C840D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7FA0BA7-10F9-4284-B0B0-72E7F99CA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">
                                            <p:graphicEl>
                                              <a:dgm id="{27FA0BA7-10F9-4284-B0B0-72E7F99CAE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EA17CE6A-416A-4B03-A6C8-2DA99F2116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">
                                            <p:graphicEl>
                                              <a:dgm id="{EA17CE6A-416A-4B03-A6C8-2DA99F2116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CBFDA5A3-3F3A-4626-9F6A-1D6591709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">
                                            <p:graphicEl>
                                              <a:dgm id="{CBFDA5A3-3F3A-4626-9F6A-1D65917097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9101C43B-22E6-43BB-A81F-304B74A7F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">
                                            <p:graphicEl>
                                              <a:dgm id="{9101C43B-22E6-43BB-A81F-304B74A7F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46A41CE0-F1B9-4076-8C99-ADA1DDE525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">
                                            <p:graphicEl>
                                              <a:dgm id="{46A41CE0-F1B9-4076-8C99-ADA1DDE525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19388BA-62C5-4163-8A08-0D0113BE80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">
                                            <p:graphicEl>
                                              <a:dgm id="{019388BA-62C5-4163-8A08-0D0113BE80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D813540-A8E8-417C-9E3F-93F0409E0F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8">
                                            <p:graphicEl>
                                              <a:dgm id="{7D813540-A8E8-417C-9E3F-93F0409E0F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B8450ACD-3EBA-48E5-947A-4888B7835E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8">
                                            <p:graphicEl>
                                              <a:dgm id="{B8450ACD-3EBA-48E5-947A-4888B7835E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6A9E6C06-71F6-4E00-8FD2-030D175BF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8">
                                            <p:graphicEl>
                                              <a:dgm id="{6A9E6C06-71F6-4E00-8FD2-030D175BF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CD44786-DF3B-4AE1-AFC6-20A097B8F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8">
                                            <p:graphicEl>
                                              <a:dgm id="{7CD44786-DF3B-4AE1-AFC6-20A097B8F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E3765AD-ACAC-4F13-A9F3-91957218AA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8">
                                            <p:graphicEl>
                                              <a:dgm id="{5E3765AD-ACAC-4F13-A9F3-91957218AA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9784551E-2DF6-4D02-817B-B5FAF89D0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8">
                                            <p:graphicEl>
                                              <a:dgm id="{9784551E-2DF6-4D02-817B-B5FAF89D04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125B716C-08E1-45CF-A252-56F0BC4053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8">
                                            <p:graphicEl>
                                              <a:dgm id="{125B716C-08E1-45CF-A252-56F0BC4053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113B39D-A221-46EF-B7AC-785B4CC15F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8">
                                            <p:graphicEl>
                                              <a:dgm id="{7113B39D-A221-46EF-B7AC-785B4CC15F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CCCEE6C-D817-4D94-B557-3A0B117C2D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8">
                                            <p:graphicEl>
                                              <a:dgm id="{7CCCEE6C-D817-4D94-B557-3A0B117C2D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7891"/>
            <a:ext cx="2530602" cy="4175919"/>
          </a:xfrm>
        </p:spPr>
        <p:txBody>
          <a:bodyPr>
            <a:normAutofit/>
          </a:bodyPr>
          <a:lstStyle/>
          <a:p>
            <a:r>
              <a:rPr lang="pt-BR" sz="3900"/>
              <a:t>Projeto Final: Lembretes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BE436A-50B6-B8B7-7891-D298FBF1CE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745583"/>
              </p:ext>
            </p:extLst>
          </p:nvPr>
        </p:nvGraphicFramePr>
        <p:xfrm>
          <a:off x="3819906" y="900952"/>
          <a:ext cx="4697730" cy="3993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F0AC560-AB98-4A05-B576-92EF3E73E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7F0AC560-AB98-4A05-B576-92EF3E73E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7F0AC560-AB98-4A05-B576-92EF3E73E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graphicEl>
                                              <a:dgm id="{7F0AC560-AB98-4A05-B576-92EF3E73E4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64EECA-68FF-4E80-9AA4-87B3A29F7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A564EECA-68FF-4E80-9AA4-87B3A29F7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A564EECA-68FF-4E80-9AA4-87B3A29F7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graphicEl>
                                              <a:dgm id="{A564EECA-68FF-4E80-9AA4-87B3A29F77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29DCE1-0ED3-4069-AC09-50105CEC5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2329DCE1-0ED3-4069-AC09-50105CEC5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2329DCE1-0ED3-4069-AC09-50105CEC5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2329DCE1-0ED3-4069-AC09-50105CEC59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2F5629-7A84-426C-B7FC-DC09F3DE73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5E2F5629-7A84-426C-B7FC-DC09F3DE73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5E2F5629-7A84-426C-B7FC-DC09F3DE73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graphicEl>
                                              <a:dgm id="{5E2F5629-7A84-426C-B7FC-DC09F3DE73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8CA81B-A712-4753-94CF-E3EE8848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438CA81B-A712-4753-94CF-E3EE8848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438CA81B-A712-4753-94CF-E3EE8848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438CA81B-A712-4753-94CF-E3EE88485A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6E27F06-56B4-4BA0-8911-515A154FA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graphicEl>
                                              <a:dgm id="{46E27F06-56B4-4BA0-8911-515A154FA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46E27F06-56B4-4BA0-8911-515A154FA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46E27F06-56B4-4BA0-8911-515A154FA1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Considerações finais</a:t>
            </a:r>
            <a:endParaRPr lang="pt-BR" sz="4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CE4CE7-2F02-C8B3-2E53-26FCD11AF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537425"/>
              </p:ext>
            </p:extLst>
          </p:nvPr>
        </p:nvGraphicFramePr>
        <p:xfrm>
          <a:off x="3823200" y="849084"/>
          <a:ext cx="4694435" cy="4141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157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84AD33-37AA-48EA-A004-CC03045457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CB84AD33-37AA-48EA-A004-CC03045457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5EB89C-33F5-4EF6-B76F-E2DE1D90C3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05EB89C-33F5-4EF6-B76F-E2DE1D90C3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865D18-6C48-443A-9501-795B5C2020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30865D18-6C48-443A-9501-795B5C2020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813C6D-D758-49E8-B9C1-61B0E47FCE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F9813C6D-D758-49E8-B9C1-61B0E47FCE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7A704F-8D9C-49C9-B505-D30DB46370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227A704F-8D9C-49C9-B505-D30DB46370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945FBD-9BF2-44EE-BA34-6EEF8F959B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3A945FBD-9BF2-44EE-BA34-6EEF8F959B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992FD1F-D8DF-4C02-BA52-7A24E0A6BD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7992FD1F-D8DF-4C02-BA52-7A24E0A6BD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AF18BDA-CCF3-84B7-B47B-B75C4122CD1F}"/>
              </a:ext>
            </a:extLst>
          </p:cNvPr>
          <p:cNvSpPr txBox="1">
            <a:spLocks/>
          </p:cNvSpPr>
          <p:nvPr/>
        </p:nvSpPr>
        <p:spPr>
          <a:xfrm>
            <a:off x="511678" y="190123"/>
            <a:ext cx="6960276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Sumário:</a:t>
            </a:r>
            <a:endParaRPr lang="pt-BR" sz="28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2" name="Espaço Reservado para Conteúdo 2">
            <a:extLst>
              <a:ext uri="{FF2B5EF4-FFF2-40B4-BE49-F238E27FC236}">
                <a16:creationId xmlns:a16="http://schemas.microsoft.com/office/drawing/2014/main" id="{F9299FC9-0279-3486-55AB-772486F31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503701"/>
              </p:ext>
            </p:extLst>
          </p:nvPr>
        </p:nvGraphicFramePr>
        <p:xfrm>
          <a:off x="628650" y="1638118"/>
          <a:ext cx="7886700" cy="3045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329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D1E9FC2-6CDE-44F1-95C9-3254547006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graphicEl>
                                              <a:dgm id="{0D1E9FC2-6CDE-44F1-95C9-3254547006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4619A38-1E24-4A88-8567-A91EE221F9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graphicEl>
                                              <a:dgm id="{44619A38-1E24-4A88-8567-A91EE221F9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1FBBAED-147E-48CB-908B-EFD686A516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graphicEl>
                                              <a:dgm id="{E1FBBAED-147E-48CB-908B-EFD686A516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C6EB8F0-29C7-49A1-8957-8CEFBFF7EB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">
                                            <p:graphicEl>
                                              <a:dgm id="{6C6EB8F0-29C7-49A1-8957-8CEFBFF7EB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AC07109-038A-4DC3-8954-8749EC8693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2">
                                            <p:graphicEl>
                                              <a:dgm id="{EAC07109-038A-4DC3-8954-8749EC8693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6E66F40-6F87-4235-9F4F-6E4BEE841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2">
                                            <p:graphicEl>
                                              <a:dgm id="{C6E66F40-6F87-4235-9F4F-6E4BEE841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7FB18CB-7FCE-4450-939C-1C83678138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2">
                                            <p:graphicEl>
                                              <a:dgm id="{C7FB18CB-7FCE-4450-939C-1C83678138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FB927BC-94EA-4F6F-9C3F-05D258DD8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graphicEl>
                                              <a:dgm id="{9FB927BC-94EA-4F6F-9C3F-05D258DD8A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47AA22B-0031-4640-A2ED-04DBF106E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graphicEl>
                                              <a:dgm id="{847AA22B-0031-4640-A2ED-04DBF106E3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pt-BR" b="1" i="0" dirty="0">
                <a:solidFill>
                  <a:srgbClr val="0D0D0D"/>
                </a:solidFill>
                <a:latin typeface="Söhne"/>
              </a:rPr>
              <a:t>1. DIAGNÓSTICO E TEORIZAÇÃO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1.1. Identificação das partes interessadas e parceiros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1.2. Problemática e/ou problemas identificados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1.3. Justificativa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1.4. Objetivos/resultados/efeitos a serem alcançados (em relação ao problema identificado e sob a perspectiva dos públicos envolvidos)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1.5. Referencial teórico (subsídio teórico para propositura de ações da extensão)</a:t>
            </a:r>
          </a:p>
        </p:txBody>
      </p:sp>
    </p:spTree>
    <p:extLst>
      <p:ext uri="{BB962C8B-B14F-4D97-AF65-F5344CB8AC3E}">
        <p14:creationId xmlns:p14="http://schemas.microsoft.com/office/powerpoint/2010/main" val="1592357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378324" y="2988049"/>
            <a:ext cx="6992470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“Se temos dados, vamos olhar os dados.</a:t>
            </a:r>
          </a:p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Se só temos opiniões, ficamos com a minha.”</a:t>
            </a:r>
          </a:p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– Jim </a:t>
            </a:r>
            <a:r>
              <a:rPr lang="pt-BR" sz="2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Barksdale</a:t>
            </a: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, </a:t>
            </a:r>
            <a:r>
              <a:rPr lang="pt-BR" sz="2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ex-CEO</a:t>
            </a: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da Netscape</a:t>
            </a: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2;p16">
            <a:extLst>
              <a:ext uri="{FF2B5EF4-FFF2-40B4-BE49-F238E27FC236}">
                <a16:creationId xmlns:a16="http://schemas.microsoft.com/office/drawing/2014/main" id="{B363BA3B-C6E0-EC79-5F3E-2B45D4B325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895" y="-21739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9061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91" y="65414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491FC-84AB-4079-DC4C-7CF4C2F4AA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884178-AB2C-9190-84A0-1E41461DD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7AE128-0F0C-FF76-B54D-6CEF9D01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2" y="0"/>
            <a:ext cx="9144000" cy="5143500"/>
          </a:xfrm>
          <a:prstGeom prst="rect">
            <a:avLst/>
          </a:prstGeom>
        </p:spPr>
      </p:pic>
      <p:pic>
        <p:nvPicPr>
          <p:cNvPr id="6" name="Google Shape;102;p16">
            <a:extLst>
              <a:ext uri="{FF2B5EF4-FFF2-40B4-BE49-F238E27FC236}">
                <a16:creationId xmlns:a16="http://schemas.microsoft.com/office/drawing/2014/main" id="{FDC16A67-463F-6354-61A7-AF4093000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395" y="453430"/>
            <a:ext cx="9222378" cy="518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p14">
            <a:extLst>
              <a:ext uri="{FF2B5EF4-FFF2-40B4-BE49-F238E27FC236}">
                <a16:creationId xmlns:a16="http://schemas.microsoft.com/office/drawing/2014/main" id="{A96FEEA2-D86F-FC1A-7884-1F1B291443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1349" y="946105"/>
            <a:ext cx="9144000" cy="514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;p13">
            <a:extLst>
              <a:ext uri="{FF2B5EF4-FFF2-40B4-BE49-F238E27FC236}">
                <a16:creationId xmlns:a16="http://schemas.microsoft.com/office/drawing/2014/main" id="{129827A2-4D9E-2AD0-9AD5-B184BFE28F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2214" y="134662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651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E67C1A9F4A04EB6FB5186ED75CED2" ma:contentTypeVersion="14" ma:contentTypeDescription="Create a new document." ma:contentTypeScope="" ma:versionID="859d8143745134b1081bb6f7abbc5b01">
  <xsd:schema xmlns:xsd="http://www.w3.org/2001/XMLSchema" xmlns:xs="http://www.w3.org/2001/XMLSchema" xmlns:p="http://schemas.microsoft.com/office/2006/metadata/properties" xmlns:ns3="7f225ce4-e67b-409a-936c-2f0e4ed21938" xmlns:ns4="fcbe7e42-d3c9-496b-9c06-9509924e5e51" targetNamespace="http://schemas.microsoft.com/office/2006/metadata/properties" ma:root="true" ma:fieldsID="05811bf62edeb4ed7110bd71511b8b81" ns3:_="" ns4:_="">
    <xsd:import namespace="7f225ce4-e67b-409a-936c-2f0e4ed21938"/>
    <xsd:import namespace="fcbe7e42-d3c9-496b-9c06-9509924e5e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25ce4-e67b-409a-936c-2f0e4ed21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e7e42-d3c9-496b-9c06-9509924e5e5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25ce4-e67b-409a-936c-2f0e4ed21938" xsi:nil="true"/>
  </documentManagement>
</p:properties>
</file>

<file path=customXml/itemProps1.xml><?xml version="1.0" encoding="utf-8"?>
<ds:datastoreItem xmlns:ds="http://schemas.openxmlformats.org/officeDocument/2006/customXml" ds:itemID="{C8D32FBA-9A8B-4EA1-B87D-A32309C034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225ce4-e67b-409a-936c-2f0e4ed21938"/>
    <ds:schemaRef ds:uri="fcbe7e42-d3c9-496b-9c06-9509924e5e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D8C3C1-A67B-4AED-A9AB-9A3C139B47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33D6D7-BE43-42CF-8CB7-77FB75EC30BC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7f225ce4-e67b-409a-936c-2f0e4ed21938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fcbe7e42-d3c9-496b-9c06-9509924e5e5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</TotalTime>
  <Words>446</Words>
  <Application>Microsoft Office PowerPoint</Application>
  <PresentationFormat>Apresentação na tela (16:9)</PresentationFormat>
  <Paragraphs>71</Paragraphs>
  <Slides>19</Slides>
  <Notes>9</Notes>
  <HiddenSlides>6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Söhne</vt:lpstr>
      <vt:lpstr>Arial</vt:lpstr>
      <vt:lpstr>Tahoma</vt:lpstr>
      <vt:lpstr>Aptos Display</vt:lpstr>
      <vt:lpstr>Aptos</vt:lpstr>
      <vt:lpstr>Tema do Office</vt:lpstr>
      <vt:lpstr>Business Intelligence</vt:lpstr>
      <vt:lpstr>Apresentação do PowerPoint</vt:lpstr>
      <vt:lpstr>Objetivo da aula</vt:lpstr>
      <vt:lpstr>Agenda</vt:lpstr>
      <vt:lpstr>Apresentações dos Grupos</vt:lpstr>
      <vt:lpstr>Feedback sobre o Trello</vt:lpstr>
      <vt:lpstr>Conceitos-Chave</vt:lpstr>
      <vt:lpstr>Atividade Prática no Power BI</vt:lpstr>
      <vt:lpstr>Projeto Final: Lembretes</vt:lpstr>
      <vt:lpstr>Considerações finais</vt:lpstr>
      <vt:lpstr>Apresentação do PowerPoint</vt:lpstr>
      <vt:lpstr>1. DIAGNÓSTICO E TEORIZAÇÃO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18</cp:revision>
  <dcterms:modified xsi:type="dcterms:W3CDTF">2025-03-25T03:19:25Z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0x010100AAAE67C1A9F4A04EB6FB5186ED75CED2</vt:lpwstr>
  </property>
</Properties>
</file>